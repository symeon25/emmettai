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3" r:id="rId2"/>
  </p:sldMasterIdLst>
  <p:notesMasterIdLst>
    <p:notesMasterId r:id="rId9"/>
  </p:notesMasterIdLst>
  <p:handoutMasterIdLst>
    <p:handoutMasterId r:id="rId10"/>
  </p:handoutMasterIdLst>
  <p:sldIdLst>
    <p:sldId id="258" r:id="rId3"/>
    <p:sldId id="352" r:id="rId4"/>
    <p:sldId id="355" r:id="rId5"/>
    <p:sldId id="353" r:id="rId6"/>
    <p:sldId id="354" r:id="rId7"/>
    <p:sldId id="321" r:id="rId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B301B821-A1FF-4177-AEE7-76D212191A09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E9EBF5"/>
          </a:solidFill>
        </a:fill>
      </a:tcStyle>
    </a:band1H>
    <a:band1V>
      <a:tcStyle>
        <a:tcBdr/>
        <a:fill>
          <a:solidFill>
            <a:srgbClr val="E9EBF5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Row>
  </a:tblStyle>
  <a:tblStyle styleId="{BC89EF96-8CEA-46FF-86C4-4CE0E7609802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00A6D6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00A6D6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00A6D6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A6D6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00A6D6"/>
          </a:solidFill>
        </a:fill>
      </a:tcStyle>
    </a:band1H>
    <a:band1V>
      <a:tcStyle>
        <a:tcBdr/>
        <a:fill>
          <a:solidFill>
            <a:srgbClr val="00A6D6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00A6D6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00A6D6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69012ECD-51FC-41F1-AA8D-1B2483CD663E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band1H>
    <a:band1V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</a:tcBdr>
      </a:tcStyle>
    </a:band1V>
    <a:band2V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</a:tcBdr>
      </a:tcStyle>
    </a:band2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Row>
  </a:tblStyle>
  <a:tblStyle styleId="{69CF1AB2-1976-4502-BF36-3FF5EA218861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1V>
      <a:tcStyle>
        <a:tcBdr/>
        <a:fill>
          <a:solidFill>
            <a:srgbClr val="CFD5EA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2540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E9EBF5"/>
          </a:solidFill>
        </a:fill>
      </a:tcStyle>
    </a:lastRow>
    <a:firstRow>
      <a:tcTxStyle b="on">
        <a:font>
          <a:latin typeface=""/>
          <a:ea typeface=""/>
          <a:cs typeface=""/>
        </a:font>
      </a:tcTxStyle>
      <a:tcStyle>
        <a:tcBdr/>
        <a:fill>
          <a:solidFill>
            <a:srgbClr val="E9EBF5"/>
          </a:solidFill>
        </a:fill>
      </a:tcStyle>
    </a:firstRow>
  </a:tblStyle>
  <a:tblStyle styleId="{D113A9D2-9D6B-4929-AA2D-F23B5EE8CBE7}" styleName="">
    <a:wholeTbl>
      <a:tcTxStyle>
        <a:font>
          <a:latin typeface="+mn-lt"/>
          <a:ea typeface="+mn-ea"/>
          <a:cs typeface="+mn-cs"/>
        </a:font>
        <a:srgbClr val="FFFFFF"/>
      </a:tcTxStyle>
      <a:tcStyle>
        <a:tcBdr>
          <a:left>
            <a:ln w="3172" cap="flat" cmpd="sng" algn="ctr">
              <a:solidFill>
                <a:srgbClr val="C0C9E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C0C9E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C0C9E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C0C9E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wholeTbl>
    <a:band1H>
      <a:tcStyle>
        <a:tcBdr/>
        <a:fill>
          <a:solidFill>
            <a:srgbClr val="FFFFFF"/>
          </a:solidFill>
        </a:fill>
      </a:tcStyle>
    </a:band1H>
    <a:band1V>
      <a:tcStyle>
        <a:tcBdr/>
        <a:fill>
          <a:solidFill>
            <a:srgbClr val="FFFFFF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>
          <a:left>
            <a:ln w="3172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</a:tcBdr>
        <a:fill>
          <a:solidFill>
            <a:srgbClr val="4472C4"/>
          </a:solidFill>
        </a:fill>
      </a:tcStyle>
    </a:lastCol>
    <a:firstCol>
      <a:tcTxStyle b="on">
        <a:font>
          <a:latin typeface=""/>
          <a:ea typeface=""/>
          <a:cs typeface=""/>
        </a:font>
      </a:tcTxStyle>
      <a:tcStyle>
        <a:tcBdr>
          <a:right>
            <a:ln w="3172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</a:tcBdr>
        <a:fill>
          <a:solidFill>
            <a:srgbClr val="4472C4"/>
          </a:solidFill>
        </a:fill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3172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3172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3B4B98B0-60AC-42C2-AFA5-B58CD77FA1E5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4472C4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4472C4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1937" autoAdjust="0"/>
  </p:normalViewPr>
  <p:slideViewPr>
    <p:cSldViewPr snapToGrid="0">
      <p:cViewPr varScale="1">
        <p:scale>
          <a:sx n="46" d="100"/>
          <a:sy n="46" d="100"/>
        </p:scale>
        <p:origin x="1827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CDEA5B86-B525-0614-4B3F-B9C64AC81C6C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alibri"/>
              </a:defRPr>
            </a:lvl1pPr>
          </a:lstStyle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nl-NL" kern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D52B634B-2F13-D3DB-CBB1-424FE45F9A0A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alibri"/>
              </a:defRPr>
            </a:lvl1pPr>
          </a:lstStyle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9D005F5-2C12-45C4-9609-0BF9F0EA70A1}" type="datetime1">
              <a:rPr lang="nl-NL" kern="0"/>
              <a:pPr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22-10-2025</a:t>
            </a:fld>
            <a:endParaRPr lang="nl-NL" kern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B33E90C-CB98-F04E-1ACF-C769A320F5F9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alibri"/>
              </a:defRPr>
            </a:lvl1pPr>
          </a:lstStyle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nl-NL" kern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4EDDCDC-9729-2655-5012-C46C60473C2C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alibri"/>
              </a:defRPr>
            </a:lvl1pPr>
          </a:lstStyle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4FA9C77-B101-47A1-859C-01B8A29F76BC}" type="slidenum">
              <a:rPr lang="nl-NL" kern="0"/>
              <a:pPr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‹#›</a:t>
            </a:fld>
            <a:endParaRPr lang="nl-NL" ker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00905016-16DD-DF01-DE9D-894376C67F01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982E342-A3CE-AAA2-3115-CCC684933DE0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 smtClean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>
              <a:defRPr/>
            </a:pPr>
            <a:fld id="{126C50BF-3F9B-48D3-A957-A2D0258A0665}" type="datetime1">
              <a:rPr/>
              <a:pPr>
                <a:defRPr/>
              </a:pPr>
              <a:t>22-10-2025</a:t>
            </a:fld>
            <a:endParaRPr/>
          </a:p>
        </p:txBody>
      </p:sp>
      <p:sp>
        <p:nvSpPr>
          <p:cNvPr id="43012" name="Tijdelijke aanduiding voor dia-afbeelding 3">
            <a:extLst>
              <a:ext uri="{FF2B5EF4-FFF2-40B4-BE49-F238E27FC236}">
                <a16:creationId xmlns:a16="http://schemas.microsoft.com/office/drawing/2014/main" id="{90D12F64-CDC2-92CB-7FE3-02DB54E005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1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Tijdelijke aanduiding voor notities 4">
            <a:extLst>
              <a:ext uri="{FF2B5EF4-FFF2-40B4-BE49-F238E27FC236}">
                <a16:creationId xmlns:a16="http://schemas.microsoft.com/office/drawing/2014/main" id="{9C2FAA4B-98D8-9D52-4251-5711555A2FC3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nl-NL" noProof="0"/>
              <a:t>Tekststijl van het model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1440EE6-AD44-2917-BCF0-DD4C15588134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C2AF60C-541F-FE84-45FC-C1B21CEA27A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 smtClean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>
              <a:defRPr/>
            </a:pPr>
            <a:fld id="{286B177A-C1CA-4DA6-82FB-120022755C07}" type="slidenum">
              <a:rPr/>
              <a:pPr>
                <a:defRPr/>
              </a:p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>
      <a:spcBef>
        <a:spcPct val="0"/>
      </a:spcBef>
      <a:spcAft>
        <a:spcPct val="0"/>
      </a:spcAft>
      <a:defRPr lang="nl-NL" sz="1200" kern="1200">
        <a:solidFill>
          <a:srgbClr val="000000"/>
        </a:solidFill>
        <a:latin typeface="Calibri"/>
      </a:defRPr>
    </a:lvl1pPr>
    <a:lvl2pPr marL="457200" lvl="1" algn="l" rtl="0" eaLnBrk="0" fontAlgn="base">
      <a:spcBef>
        <a:spcPct val="0"/>
      </a:spcBef>
      <a:spcAft>
        <a:spcPct val="0"/>
      </a:spcAft>
      <a:defRPr lang="nl-NL" sz="1200" kern="1200">
        <a:solidFill>
          <a:srgbClr val="000000"/>
        </a:solidFill>
        <a:latin typeface="Calibri"/>
      </a:defRPr>
    </a:lvl2pPr>
    <a:lvl3pPr marL="914400" lvl="2" algn="l" rtl="0" eaLnBrk="0" fontAlgn="base">
      <a:spcBef>
        <a:spcPct val="0"/>
      </a:spcBef>
      <a:spcAft>
        <a:spcPct val="0"/>
      </a:spcAft>
      <a:defRPr lang="nl-NL" sz="1200" kern="1200">
        <a:solidFill>
          <a:srgbClr val="000000"/>
        </a:solidFill>
        <a:latin typeface="Calibri"/>
      </a:defRPr>
    </a:lvl3pPr>
    <a:lvl4pPr marL="1371600" lvl="3" algn="l" rtl="0" eaLnBrk="0" fontAlgn="base">
      <a:spcBef>
        <a:spcPct val="0"/>
      </a:spcBef>
      <a:spcAft>
        <a:spcPct val="0"/>
      </a:spcAft>
      <a:defRPr lang="nl-NL" sz="1200" kern="1200">
        <a:solidFill>
          <a:srgbClr val="000000"/>
        </a:solidFill>
        <a:latin typeface="Calibri"/>
      </a:defRPr>
    </a:lvl4pPr>
    <a:lvl5pPr marL="1828800" lvl="4" algn="l" rtl="0" eaLnBrk="0" fontAlgn="base">
      <a:spcBef>
        <a:spcPct val="0"/>
      </a:spcBef>
      <a:spcAft>
        <a:spcPct val="0"/>
      </a:spcAft>
      <a:defRPr lang="nl-NL" sz="1200" kern="1200">
        <a:solidFill>
          <a:srgbClr val="000000"/>
        </a:solidFill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jdelijke aanduiding voor dia-afbeelding 1">
            <a:extLst>
              <a:ext uri="{FF2B5EF4-FFF2-40B4-BE49-F238E27FC236}">
                <a16:creationId xmlns:a16="http://schemas.microsoft.com/office/drawing/2014/main" id="{3E00E22B-073F-CA45-25C7-66177124F4D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Tijdelijke aanduiding voor notities 2">
            <a:extLst>
              <a:ext uri="{FF2B5EF4-FFF2-40B4-BE49-F238E27FC236}">
                <a16:creationId xmlns:a16="http://schemas.microsoft.com/office/drawing/2014/main" id="{84CE170E-0B7D-8304-EB79-052447B4DB34}"/>
              </a:ext>
            </a:extLst>
          </p:cNvPr>
          <p:cNvSpPr txBox="1">
            <a:spLocks noGrp="1" noChangeArrowheads="1"/>
          </p:cNvSpPr>
          <p:nvPr>
            <p:ph type="body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>
            <a:prstTxWarp prst="textNoShape">
              <a:avLst/>
            </a:prstTxWarp>
          </a:bodyPr>
          <a:lstStyle/>
          <a:p>
            <a:pPr eaLnBrk="1"/>
            <a:endParaRPr lang="en-NL" altLang="en-NL">
              <a:latin typeface="Calibri" panose="020F0502020204030204" pitchFamily="34" charset="0"/>
            </a:endParaRPr>
          </a:p>
        </p:txBody>
      </p:sp>
      <p:sp>
        <p:nvSpPr>
          <p:cNvPr id="46084" name="Tijdelijke aanduiding voor dianummer 3">
            <a:extLst>
              <a:ext uri="{FF2B5EF4-FFF2-40B4-BE49-F238E27FC236}">
                <a16:creationId xmlns:a16="http://schemas.microsoft.com/office/drawing/2014/main" id="{30FC4900-C5F9-4E46-579C-74C725C49C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6EC2580-48FF-454D-90EA-DE6A95217FC3}" type="slidenum">
              <a:rPr altLang="en-NL">
                <a:solidFill>
                  <a:srgbClr val="000000"/>
                </a:solidFill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altLang="en-NL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B90E1F7E-F5E2-2D9A-4133-275E61BB68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0C86C6-1295-7F10-402E-B635E4EEAC4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171450" indent="-171450" eaLnBrk="1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1600" dirty="0"/>
              <a:t>Aims to create a clearer and more systematic way to understand how dominant designs emerge and shape technological and industrial change</a:t>
            </a:r>
            <a:endParaRPr lang="en-US" sz="1100" dirty="0"/>
          </a:p>
          <a:p>
            <a:pPr marL="171450" indent="-171450" eaLnBrk="1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100" dirty="0"/>
              <a:t>Proposes a </a:t>
            </a:r>
            <a:r>
              <a:rPr lang="en-US" sz="1100" b="1" dirty="0"/>
              <a:t>unified framework</a:t>
            </a:r>
            <a:r>
              <a:rPr lang="en-US" sz="1100" dirty="0"/>
              <a:t> for studying dominant designs.</a:t>
            </a:r>
          </a:p>
          <a:p>
            <a:pPr marL="171450" indent="-171450" eaLnBrk="1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100" dirty="0"/>
              <a:t>Treats products as </a:t>
            </a:r>
            <a:r>
              <a:rPr lang="en-US" sz="1100" b="1" dirty="0"/>
              <a:t>nested systems</a:t>
            </a:r>
            <a:r>
              <a:rPr lang="en-US" sz="1100" dirty="0"/>
              <a:t> with design cycles at different levels.</a:t>
            </a:r>
            <a:endParaRPr lang="en-GB" sz="1100" dirty="0"/>
          </a:p>
          <a:p>
            <a:pPr marL="171450" indent="-171450" eaLnBrk="1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100" dirty="0"/>
              <a:t>Introduces </a:t>
            </a:r>
            <a:r>
              <a:rPr lang="en-US" sz="1100" b="1" dirty="0"/>
              <a:t>pleiotropy</a:t>
            </a:r>
            <a:r>
              <a:rPr lang="en-US" sz="1100" dirty="0"/>
              <a:t> to define which components are core vs. peripheral helps explain which parts of a system lock in and which stay flexible.</a:t>
            </a:r>
            <a:endParaRPr lang="en-GB" sz="1100" dirty="0"/>
          </a:p>
          <a:p>
            <a:pPr marL="171450" indent="-171450" eaLnBrk="1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100" b="1" dirty="0"/>
              <a:t>Clarifies confusion</a:t>
            </a:r>
            <a:r>
              <a:rPr lang="en-US" sz="1100" dirty="0"/>
              <a:t> in earlier research on definitions, cause-effect relationships and what level (system or component) to </a:t>
            </a:r>
            <a:r>
              <a:rPr lang="en-US" sz="1100" dirty="0" err="1"/>
              <a:t>analyse</a:t>
            </a:r>
            <a:r>
              <a:rPr lang="en-US" sz="1100" dirty="0"/>
              <a:t>.</a:t>
            </a:r>
            <a:endParaRPr lang="en-GB" sz="1100" dirty="0"/>
          </a:p>
          <a:p>
            <a:pPr marL="171450" indent="-171450" eaLnBrk="1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100" dirty="0"/>
              <a:t>Gives researchers and firms </a:t>
            </a:r>
            <a:r>
              <a:rPr lang="en-US" sz="1100" b="1" dirty="0"/>
              <a:t>better tools</a:t>
            </a:r>
            <a:r>
              <a:rPr lang="en-US" sz="1100" dirty="0"/>
              <a:t> to study how technologies stabilize and shape industry dynamics.</a:t>
            </a:r>
            <a:endParaRPr lang="en-GB" sz="1100" dirty="0"/>
          </a:p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19E310CB-148B-B69D-AAC0-93091C72D2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4C04818-F535-4F54-BF49-178567E5E456}" type="slidenum">
              <a:rPr altLang="en-NL">
                <a:solidFill>
                  <a:srgbClr val="000000"/>
                </a:solidFill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altLang="en-NL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+ symbol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INSTRUCTION">
            <a:extLst>
              <a:ext uri="{FF2B5EF4-FFF2-40B4-BE49-F238E27FC236}">
                <a16:creationId xmlns:a16="http://schemas.microsoft.com/office/drawing/2014/main" id="{C00ED7F3-BD78-20B7-56F4-AE47CE67051B}"/>
              </a:ext>
            </a:extLst>
          </p:cNvPr>
          <p:cNvGrpSpPr>
            <a:grpSpLocks/>
          </p:cNvGrpSpPr>
          <p:nvPr/>
        </p:nvGrpSpPr>
        <p:grpSpPr bwMode="auto">
          <a:xfrm>
            <a:off x="12377738" y="0"/>
            <a:ext cx="3692525" cy="6640513"/>
            <a:chOff x="12377592" y="0"/>
            <a:chExt cx="3693389" cy="6640345"/>
          </a:xfrm>
        </p:grpSpPr>
        <p:sp>
          <p:nvSpPr>
            <p:cNvPr id="3" name="Rechthoek 6">
              <a:extLst>
                <a:ext uri="{FF2B5EF4-FFF2-40B4-BE49-F238E27FC236}">
                  <a16:creationId xmlns:a16="http://schemas.microsoft.com/office/drawing/2014/main" id="{E10D2BEB-6F7C-8DE6-076B-1C1E72EE1DF1}"/>
                </a:ext>
              </a:extLst>
            </p:cNvPr>
            <p:cNvSpPr/>
            <p:nvPr/>
          </p:nvSpPr>
          <p:spPr>
            <a:xfrm>
              <a:off x="12377592" y="0"/>
              <a:ext cx="3593353" cy="5991073"/>
            </a:xfrm>
            <a:prstGeom prst="rect">
              <a:avLst/>
            </a:prstGeom>
            <a:solidFill>
              <a:srgbClr val="FFFFFF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Insert/edit an image</a:t>
              </a:r>
            </a:p>
          </p:txBody>
        </p:sp>
        <p:sp>
          <p:nvSpPr>
            <p:cNvPr id="4" name="Ovaal 7">
              <a:extLst>
                <a:ext uri="{FF2B5EF4-FFF2-40B4-BE49-F238E27FC236}">
                  <a16:creationId xmlns:a16="http://schemas.microsoft.com/office/drawing/2014/main" id="{EB25CA64-DECC-2AFB-9E9A-DC52A5FBA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60170" y="465319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5" name="Rechthoek 8">
              <a:extLst>
                <a:ext uri="{FF2B5EF4-FFF2-40B4-BE49-F238E27FC236}">
                  <a16:creationId xmlns:a16="http://schemas.microsoft.com/office/drawing/2014/main" id="{92010B47-0859-6C00-46D5-D81904E11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348" y="465319"/>
              <a:ext cx="2962701" cy="668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‘Slidebuilder’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‘Images’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6" name="Ovaal 9">
              <a:extLst>
                <a:ext uri="{FF2B5EF4-FFF2-40B4-BE49-F238E27FC236}">
                  <a16:creationId xmlns:a16="http://schemas.microsoft.com/office/drawing/2014/main" id="{6B98DA62-374E-9143-3C29-B2A2A91F7B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60170" y="2633938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7" name="Rechthoek 10">
              <a:extLst>
                <a:ext uri="{FF2B5EF4-FFF2-40B4-BE49-F238E27FC236}">
                  <a16:creationId xmlns:a16="http://schemas.microsoft.com/office/drawing/2014/main" id="{5B94FE56-FDAC-3D05-FA2A-16ABDA355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348" y="2633938"/>
              <a:ext cx="3126342" cy="4627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" name="Ovaal 11">
              <a:extLst>
                <a:ext uri="{FF2B5EF4-FFF2-40B4-BE49-F238E27FC236}">
                  <a16:creationId xmlns:a16="http://schemas.microsoft.com/office/drawing/2014/main" id="{41404DF1-A819-DA55-E940-1B6959CE1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60170" y="4226365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" name="Rechthoek 12">
              <a:extLst>
                <a:ext uri="{FF2B5EF4-FFF2-40B4-BE49-F238E27FC236}">
                  <a16:creationId xmlns:a16="http://schemas.microsoft.com/office/drawing/2014/main" id="{E4B24EF2-E59A-1658-5704-F7418C516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348" y="4226365"/>
              <a:ext cx="2944678" cy="8209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0" name="Rechthoek 13">
              <a:extLst>
                <a:ext uri="{FF2B5EF4-FFF2-40B4-BE49-F238E27FC236}">
                  <a16:creationId xmlns:a16="http://schemas.microsoft.com/office/drawing/2014/main" id="{8CC77285-B7E8-EE9F-E449-56345C884D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6926" y="3200262"/>
              <a:ext cx="1239213" cy="719916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12701">
              <a:solidFill>
                <a:srgbClr val="D3D3D3"/>
              </a:solidFill>
              <a:miter lim="800000"/>
              <a:headEnd/>
              <a:tailEnd/>
            </a:ln>
          </p:spPr>
          <p:txBody>
            <a:bodyPr lIns="71999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/>
              <a:endParaRPr lang="en-GB" altLang="en-NL" sz="1000" i="1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1" name="Groep 14">
              <a:extLst>
                <a:ext uri="{FF2B5EF4-FFF2-40B4-BE49-F238E27FC236}">
                  <a16:creationId xmlns:a16="http://schemas.microsoft.com/office/drawing/2014/main" id="{FD3BB10E-37F8-3DDF-0B65-FEB3314AB9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77942" y="3479785"/>
              <a:ext cx="1222991" cy="563928"/>
              <a:chOff x="13677942" y="3479785"/>
              <a:chExt cx="1222991" cy="563928"/>
            </a:xfrm>
          </p:grpSpPr>
          <p:sp>
            <p:nvSpPr>
              <p:cNvPr id="50" name="Rechthoek 57">
                <a:extLst>
                  <a:ext uri="{FF2B5EF4-FFF2-40B4-BE49-F238E27FC236}">
                    <a16:creationId xmlns:a16="http://schemas.microsoft.com/office/drawing/2014/main" id="{8A9A531B-FC37-DF4E-CE81-2978D24B19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77942" y="3479785"/>
                <a:ext cx="1176476" cy="504849"/>
              </a:xfrm>
              <a:prstGeom prst="rect">
                <a:avLst/>
              </a:prstGeom>
              <a:solidFill>
                <a:srgbClr val="FFFFFF"/>
              </a:solidFill>
              <a:ln w="12701">
                <a:solidFill>
                  <a:srgbClr val="D1D1D1"/>
                </a:solidFill>
                <a:miter lim="800000"/>
                <a:headEnd/>
                <a:tailEnd/>
              </a:ln>
            </p:spPr>
            <p:txBody>
              <a:bodyPr lIns="107999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altLang="en-NL" sz="80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1" name="Rechthoek 58">
                <a:extLst>
                  <a:ext uri="{FF2B5EF4-FFF2-40B4-BE49-F238E27FC236}">
                    <a16:creationId xmlns:a16="http://schemas.microsoft.com/office/drawing/2014/main" id="{1EF62AF7-7038-66FA-7088-BC320EFC73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4178" y="3733412"/>
                <a:ext cx="1164003" cy="24670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/>
                <a:endPara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2" name="Groep 59">
                <a:extLst>
                  <a:ext uri="{FF2B5EF4-FFF2-40B4-BE49-F238E27FC236}">
                    <a16:creationId xmlns:a16="http://schemas.microsoft.com/office/drawing/2014/main" id="{08564F51-0992-F217-8DDC-4DDD7AB8C4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759891" y="3541123"/>
                <a:ext cx="155950" cy="131920"/>
                <a:chOff x="13759891" y="3541123"/>
                <a:chExt cx="155950" cy="131920"/>
              </a:xfrm>
            </p:grpSpPr>
            <p:sp>
              <p:nvSpPr>
                <p:cNvPr id="65" name="Rechthoek: afgeronde hoeken 72">
                  <a:extLst>
                    <a:ext uri="{FF2B5EF4-FFF2-40B4-BE49-F238E27FC236}">
                      <a16:creationId xmlns:a16="http://schemas.microsoft.com/office/drawing/2014/main" id="{4D4413A8-80D8-C935-C42D-10088D542F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759891" y="3541123"/>
                  <a:ext cx="155950" cy="131920"/>
                </a:xfrm>
                <a:custGeom>
                  <a:avLst/>
                  <a:gdLst>
                    <a:gd name="T0" fmla="*/ 77975 w 155950"/>
                    <a:gd name="T1" fmla="*/ 0 h 131920"/>
                    <a:gd name="T2" fmla="*/ 155950 w 155950"/>
                    <a:gd name="T3" fmla="*/ 65960 h 131920"/>
                    <a:gd name="T4" fmla="*/ 77975 w 155950"/>
                    <a:gd name="T5" fmla="*/ 131920 h 131920"/>
                    <a:gd name="T6" fmla="*/ 0 w 155950"/>
                    <a:gd name="T7" fmla="*/ 65960 h 131920"/>
                    <a:gd name="T8" fmla="*/ 17694720 60000 65536"/>
                    <a:gd name="T9" fmla="*/ 0 60000 65536"/>
                    <a:gd name="T10" fmla="*/ 5898240 60000 65536"/>
                    <a:gd name="T11" fmla="*/ 11796480 60000 65536"/>
                    <a:gd name="T12" fmla="*/ 1125 w 155950"/>
                    <a:gd name="T13" fmla="*/ 1125 h 131920"/>
                    <a:gd name="T14" fmla="*/ 154825 w 155950"/>
                    <a:gd name="T15" fmla="*/ 130795 h 13192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5950" h="131920">
                      <a:moveTo>
                        <a:pt x="3842" y="0"/>
                      </a:moveTo>
                      <a:lnTo>
                        <a:pt x="3842" y="0"/>
                      </a:lnTo>
                      <a:cubicBezTo>
                        <a:pt x="1720" y="0"/>
                        <a:pt x="0" y="1720"/>
                        <a:pt x="0" y="3841"/>
                      </a:cubicBezTo>
                      <a:lnTo>
                        <a:pt x="0" y="128078"/>
                      </a:lnTo>
                      <a:lnTo>
                        <a:pt x="0" y="128077"/>
                      </a:lnTo>
                      <a:cubicBezTo>
                        <a:pt x="0" y="130199"/>
                        <a:pt x="1720" y="131919"/>
                        <a:pt x="3841" y="131919"/>
                      </a:cubicBezTo>
                      <a:lnTo>
                        <a:pt x="152108" y="131920"/>
                      </a:lnTo>
                      <a:lnTo>
                        <a:pt x="152108" y="131919"/>
                      </a:lnTo>
                      <a:cubicBezTo>
                        <a:pt x="154229" y="131919"/>
                        <a:pt x="155950" y="130199"/>
                        <a:pt x="155950" y="128078"/>
                      </a:cubicBezTo>
                      <a:lnTo>
                        <a:pt x="155950" y="3842"/>
                      </a:lnTo>
                      <a:cubicBezTo>
                        <a:pt x="155950" y="1720"/>
                        <a:pt x="154229" y="0"/>
                        <a:pt x="152108" y="0"/>
                      </a:cubicBezTo>
                      <a:lnTo>
                        <a:pt x="384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701" cap="flat">
                  <a:solidFill>
                    <a:srgbClr val="81818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lIns="107999" tIns="0" rIns="0" bIns="0" anchor="ctr"/>
                <a:lstStyle/>
                <a:p>
                  <a:endParaRPr lang="en-NL"/>
                </a:p>
              </p:txBody>
            </p:sp>
            <p:sp>
              <p:nvSpPr>
                <p:cNvPr id="66" name="Rechthoek 73">
                  <a:extLst>
                    <a:ext uri="{FF2B5EF4-FFF2-40B4-BE49-F238E27FC236}">
                      <a16:creationId xmlns:a16="http://schemas.microsoft.com/office/drawing/2014/main" id="{BF7627B2-CCF1-5E9C-49B5-CF3F56C968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781599" y="3559228"/>
                  <a:ext cx="117582" cy="1601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7" name="Rechthoek 74">
                  <a:extLst>
                    <a:ext uri="{FF2B5EF4-FFF2-40B4-BE49-F238E27FC236}">
                      <a16:creationId xmlns:a16="http://schemas.microsoft.com/office/drawing/2014/main" id="{B1522555-36D7-66B1-6C1E-3FB5B6CEA4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781599" y="3586349"/>
                  <a:ext cx="45756" cy="69997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8" name="Rechthoek 75">
                  <a:extLst>
                    <a:ext uri="{FF2B5EF4-FFF2-40B4-BE49-F238E27FC236}">
                      <a16:creationId xmlns:a16="http://schemas.microsoft.com/office/drawing/2014/main" id="{C62560CE-5304-D446-18C7-E04130E3E0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841556" y="3590355"/>
                  <a:ext cx="52111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9" name="Rechthoek 76">
                  <a:extLst>
                    <a:ext uri="{FF2B5EF4-FFF2-40B4-BE49-F238E27FC236}">
                      <a16:creationId xmlns:a16="http://schemas.microsoft.com/office/drawing/2014/main" id="{3BBBA1F6-7C76-4E11-3DFE-732C154949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841556" y="3618408"/>
                  <a:ext cx="26746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0" name="Rechthoek 77">
                  <a:extLst>
                    <a:ext uri="{FF2B5EF4-FFF2-40B4-BE49-F238E27FC236}">
                      <a16:creationId xmlns:a16="http://schemas.microsoft.com/office/drawing/2014/main" id="{624ABB86-1534-02E2-EE64-8451CECCB8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841556" y="3646462"/>
                  <a:ext cx="26746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3" name="Groep 60">
                <a:extLst>
                  <a:ext uri="{FF2B5EF4-FFF2-40B4-BE49-F238E27FC236}">
                    <a16:creationId xmlns:a16="http://schemas.microsoft.com/office/drawing/2014/main" id="{6ECB8CF8-3BC0-BCE1-6874-B1D89BCC14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740332" y="3770784"/>
                <a:ext cx="166740" cy="218962"/>
                <a:chOff x="13740332" y="3770784"/>
                <a:chExt cx="166740" cy="218962"/>
              </a:xfrm>
            </p:grpSpPr>
            <p:grpSp>
              <p:nvGrpSpPr>
                <p:cNvPr id="57" name="Groep 64">
                  <a:extLst>
                    <a:ext uri="{FF2B5EF4-FFF2-40B4-BE49-F238E27FC236}">
                      <a16:creationId xmlns:a16="http://schemas.microsoft.com/office/drawing/2014/main" id="{F3F19D05-F005-372E-71B5-3480FD121F7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763274" y="3792473"/>
                  <a:ext cx="143798" cy="121642"/>
                  <a:chOff x="13763274" y="3792473"/>
                  <a:chExt cx="143798" cy="121642"/>
                </a:xfrm>
              </p:grpSpPr>
              <p:sp>
                <p:nvSpPr>
                  <p:cNvPr id="59" name="Rechthoek: afgeronde hoeken 66">
                    <a:extLst>
                      <a:ext uri="{FF2B5EF4-FFF2-40B4-BE49-F238E27FC236}">
                        <a16:creationId xmlns:a16="http://schemas.microsoft.com/office/drawing/2014/main" id="{9B125731-E369-8386-F45D-4535130AB91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3763274" y="3792473"/>
                    <a:ext cx="143798" cy="121642"/>
                  </a:xfrm>
                  <a:custGeom>
                    <a:avLst/>
                    <a:gdLst>
                      <a:gd name="T0" fmla="*/ 71899 w 143798"/>
                      <a:gd name="T1" fmla="*/ 0 h 121642"/>
                      <a:gd name="T2" fmla="*/ 143798 w 143798"/>
                      <a:gd name="T3" fmla="*/ 60821 h 121642"/>
                      <a:gd name="T4" fmla="*/ 71899 w 143798"/>
                      <a:gd name="T5" fmla="*/ 121642 h 121642"/>
                      <a:gd name="T6" fmla="*/ 0 w 143798"/>
                      <a:gd name="T7" fmla="*/ 60821 h 121642"/>
                      <a:gd name="T8" fmla="*/ 17694720 60000 65536"/>
                      <a:gd name="T9" fmla="*/ 0 60000 65536"/>
                      <a:gd name="T10" fmla="*/ 5898240 60000 65536"/>
                      <a:gd name="T11" fmla="*/ 11796480 60000 65536"/>
                      <a:gd name="T12" fmla="*/ 1038 w 143798"/>
                      <a:gd name="T13" fmla="*/ 1038 h 121642"/>
                      <a:gd name="T14" fmla="*/ 142760 w 143798"/>
                      <a:gd name="T15" fmla="*/ 120604 h 121642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43798" h="121642">
                        <a:moveTo>
                          <a:pt x="3542" y="0"/>
                        </a:moveTo>
                        <a:lnTo>
                          <a:pt x="3542" y="0"/>
                        </a:lnTo>
                        <a:cubicBezTo>
                          <a:pt x="1585" y="0"/>
                          <a:pt x="0" y="1585"/>
                          <a:pt x="0" y="3541"/>
                        </a:cubicBezTo>
                        <a:lnTo>
                          <a:pt x="0" y="118100"/>
                        </a:lnTo>
                        <a:lnTo>
                          <a:pt x="0" y="118099"/>
                        </a:lnTo>
                        <a:cubicBezTo>
                          <a:pt x="0" y="120056"/>
                          <a:pt x="1585" y="121641"/>
                          <a:pt x="3541" y="121641"/>
                        </a:cubicBezTo>
                        <a:lnTo>
                          <a:pt x="140256" y="121642"/>
                        </a:lnTo>
                        <a:lnTo>
                          <a:pt x="140256" y="121641"/>
                        </a:lnTo>
                        <a:cubicBezTo>
                          <a:pt x="142212" y="121641"/>
                          <a:pt x="143798" y="120056"/>
                          <a:pt x="143798" y="118100"/>
                        </a:cubicBezTo>
                        <a:lnTo>
                          <a:pt x="143798" y="3542"/>
                        </a:lnTo>
                        <a:cubicBezTo>
                          <a:pt x="143798" y="1585"/>
                          <a:pt x="142212" y="0"/>
                          <a:pt x="140256" y="0"/>
                        </a:cubicBezTo>
                        <a:lnTo>
                          <a:pt x="354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2701" cap="flat">
                    <a:solidFill>
                      <a:srgbClr val="818181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lIns="107999" tIns="0" rIns="0" bIns="0" anchor="ctr"/>
                  <a:lstStyle/>
                  <a:p>
                    <a:endParaRPr lang="en-NL"/>
                  </a:p>
                </p:txBody>
              </p:sp>
              <p:sp>
                <p:nvSpPr>
                  <p:cNvPr id="60" name="Rechthoek 67">
                    <a:extLst>
                      <a:ext uri="{FF2B5EF4-FFF2-40B4-BE49-F238E27FC236}">
                        <a16:creationId xmlns:a16="http://schemas.microsoft.com/office/drawing/2014/main" id="{46F56208-F2BB-D0F0-4B1A-E8E40ADCC7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783290" y="3809170"/>
                    <a:ext cx="108420" cy="14767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1" name="Rechthoek 68">
                    <a:extLst>
                      <a:ext uri="{FF2B5EF4-FFF2-40B4-BE49-F238E27FC236}">
                        <a16:creationId xmlns:a16="http://schemas.microsoft.com/office/drawing/2014/main" id="{8CC21778-7A04-53F4-853A-018D0EE5402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783290" y="3834179"/>
                    <a:ext cx="42190" cy="64538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2" name="Rechthoek 69">
                    <a:extLst>
                      <a:ext uri="{FF2B5EF4-FFF2-40B4-BE49-F238E27FC236}">
                        <a16:creationId xmlns:a16="http://schemas.microsoft.com/office/drawing/2014/main" id="{85400B48-52C2-17D0-D7EA-DCDDA819F11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838575" y="3837873"/>
                    <a:ext cx="4805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3" name="Rechthoek 70">
                    <a:extLst>
                      <a:ext uri="{FF2B5EF4-FFF2-40B4-BE49-F238E27FC236}">
                        <a16:creationId xmlns:a16="http://schemas.microsoft.com/office/drawing/2014/main" id="{79DC3743-8C27-D0EC-381C-DD00BF65D40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838575" y="3863742"/>
                    <a:ext cx="2466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4" name="Rechthoek 71">
                    <a:extLst>
                      <a:ext uri="{FF2B5EF4-FFF2-40B4-BE49-F238E27FC236}">
                        <a16:creationId xmlns:a16="http://schemas.microsoft.com/office/drawing/2014/main" id="{C93E7257-8D94-B5AE-AE71-06F155EB14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838575" y="3889610"/>
                    <a:ext cx="2466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58" name="Boog 65">
                  <a:extLst>
                    <a:ext uri="{FF2B5EF4-FFF2-40B4-BE49-F238E27FC236}">
                      <a16:creationId xmlns:a16="http://schemas.microsoft.com/office/drawing/2014/main" id="{E3004F60-FC78-DDC3-E269-613EDBEB73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-3962915">
                  <a:off x="13676891" y="3834225"/>
                  <a:ext cx="218962" cy="92080"/>
                </a:xfrm>
                <a:custGeom>
                  <a:avLst/>
                  <a:gdLst>
                    <a:gd name="T0" fmla="*/ 109481 w 218962"/>
                    <a:gd name="T1" fmla="*/ 0 h 92080"/>
                    <a:gd name="T2" fmla="*/ 218962 w 218962"/>
                    <a:gd name="T3" fmla="*/ 46040 h 92080"/>
                    <a:gd name="T4" fmla="*/ 109481 w 218962"/>
                    <a:gd name="T5" fmla="*/ 92080 h 92080"/>
                    <a:gd name="T6" fmla="*/ 0 w 218962"/>
                    <a:gd name="T7" fmla="*/ 46040 h 92080"/>
                    <a:gd name="T8" fmla="*/ 105456 w 218962"/>
                    <a:gd name="T9" fmla="*/ 31 h 92080"/>
                    <a:gd name="T10" fmla="*/ 109481 w 218962"/>
                    <a:gd name="T11" fmla="*/ 46040 h 92080"/>
                    <a:gd name="T12" fmla="*/ 188429 w 218962"/>
                    <a:gd name="T13" fmla="*/ 77937 h 92080"/>
                    <a:gd name="T14" fmla="*/ 17694720 60000 65536"/>
                    <a:gd name="T15" fmla="*/ 0 60000 65536"/>
                    <a:gd name="T16" fmla="*/ 5898240 60000 65536"/>
                    <a:gd name="T17" fmla="*/ 11796480 60000 65536"/>
                    <a:gd name="T18" fmla="*/ 11796480 60000 65536"/>
                    <a:gd name="T19" fmla="*/ 11796480 60000 65536"/>
                    <a:gd name="T20" fmla="*/ 5898240 60000 65536"/>
                    <a:gd name="T21" fmla="*/ 105456 w 218962"/>
                    <a:gd name="T22" fmla="*/ 0 h 92080"/>
                    <a:gd name="T23" fmla="*/ 218962 w 218962"/>
                    <a:gd name="T24" fmla="*/ 77937 h 9208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18962" h="92080" stroke="0">
                      <a:moveTo>
                        <a:pt x="105456" y="31"/>
                      </a:moveTo>
                      <a:lnTo>
                        <a:pt x="105456" y="31"/>
                      </a:lnTo>
                      <a:cubicBezTo>
                        <a:pt x="106797" y="10"/>
                        <a:pt x="108138" y="0"/>
                        <a:pt x="109481" y="0"/>
                      </a:cubicBezTo>
                      <a:cubicBezTo>
                        <a:pt x="169945" y="0"/>
                        <a:pt x="218962" y="20612"/>
                        <a:pt x="218962" y="46040"/>
                      </a:cubicBezTo>
                      <a:cubicBezTo>
                        <a:pt x="218962" y="57931"/>
                        <a:pt x="208020" y="69361"/>
                        <a:pt x="188429" y="77936"/>
                      </a:cubicBezTo>
                      <a:lnTo>
                        <a:pt x="109481" y="46040"/>
                      </a:lnTo>
                      <a:lnTo>
                        <a:pt x="105456" y="31"/>
                      </a:lnTo>
                      <a:close/>
                    </a:path>
                    <a:path w="218962" h="92080" fill="none">
                      <a:moveTo>
                        <a:pt x="105456" y="31"/>
                      </a:moveTo>
                      <a:lnTo>
                        <a:pt x="105456" y="31"/>
                      </a:lnTo>
                      <a:cubicBezTo>
                        <a:pt x="106797" y="10"/>
                        <a:pt x="108138" y="0"/>
                        <a:pt x="109481" y="0"/>
                      </a:cubicBezTo>
                      <a:cubicBezTo>
                        <a:pt x="169945" y="0"/>
                        <a:pt x="218962" y="20612"/>
                        <a:pt x="218962" y="46040"/>
                      </a:cubicBezTo>
                      <a:cubicBezTo>
                        <a:pt x="218962" y="57931"/>
                        <a:pt x="208020" y="69361"/>
                        <a:pt x="188429" y="77936"/>
                      </a:cubicBezTo>
                    </a:path>
                  </a:pathLst>
                </a:custGeom>
                <a:noFill/>
                <a:ln w="19046" cap="flat">
                  <a:solidFill>
                    <a:srgbClr val="4D82B8"/>
                  </a:solidFill>
                  <a:prstDash val="solid"/>
                  <a:round/>
                  <a:headEnd type="arrow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 anchorCtr="1"/>
                <a:lstStyle/>
                <a:p>
                  <a:endParaRPr lang="en-NL"/>
                </a:p>
              </p:txBody>
            </p:sp>
          </p:grpSp>
          <p:sp>
            <p:nvSpPr>
              <p:cNvPr id="54" name="Tekstvak 61">
                <a:extLst>
                  <a:ext uri="{FF2B5EF4-FFF2-40B4-BE49-F238E27FC236}">
                    <a16:creationId xmlns:a16="http://schemas.microsoft.com/office/drawing/2014/main" id="{CB50FF88-DEDE-6EBD-9786-7CA570AE2E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18301" y="3541123"/>
                <a:ext cx="896112" cy="1347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55" name="Tekstvak 62">
                <a:extLst>
                  <a:ext uri="{FF2B5EF4-FFF2-40B4-BE49-F238E27FC236}">
                    <a16:creationId xmlns:a16="http://schemas.microsoft.com/office/drawing/2014/main" id="{6829DACC-E82A-4919-7014-CC3619FB59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04878" y="3793552"/>
                <a:ext cx="909544" cy="1264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56" name="Vrije vorm: vorm 63">
                <a:extLst>
                  <a:ext uri="{FF2B5EF4-FFF2-40B4-BE49-F238E27FC236}">
                    <a16:creationId xmlns:a16="http://schemas.microsoft.com/office/drawing/2014/main" id="{CD9C1594-869B-45FF-79C0-6F578AF837FC}"/>
                  </a:ext>
                </a:extLst>
              </p:cNvPr>
              <p:cNvSpPr/>
              <p:nvPr/>
            </p:nvSpPr>
            <p:spPr>
              <a:xfrm>
                <a:off x="14803859" y="3863877"/>
                <a:ext cx="96860" cy="17938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880280"/>
                  <a:gd name="f7" fmla="val 1624084"/>
                  <a:gd name="f8" fmla="val 1262418"/>
                  <a:gd name="f9" fmla="val 313898"/>
                  <a:gd name="f10" fmla="val 996287"/>
                  <a:gd name="f11" fmla="val 620973"/>
                  <a:gd name="f12" fmla="val 839337"/>
                  <a:gd name="f13" fmla="val 1480782"/>
                  <a:gd name="f14" fmla="val 498144"/>
                  <a:gd name="f15" fmla="val 900753"/>
                  <a:gd name="f16" fmla="val 893929"/>
                  <a:gd name="f17" fmla="+- 0 0 -90"/>
                  <a:gd name="f18" fmla="*/ f3 1 880280"/>
                  <a:gd name="f19" fmla="*/ f4 1 1624084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880280"/>
                  <a:gd name="f28" fmla="*/ f24 1 1624084"/>
                  <a:gd name="f29" fmla="*/ 0 f25 1"/>
                  <a:gd name="f30" fmla="*/ 0 f24 1"/>
                  <a:gd name="f31" fmla="*/ 1262418 f24 1"/>
                  <a:gd name="f32" fmla="*/ 620973 f25 1"/>
                  <a:gd name="f33" fmla="*/ 1624084 f24 1"/>
                  <a:gd name="f34" fmla="*/ 839337 f25 1"/>
                  <a:gd name="f35" fmla="*/ 1480782 f24 1"/>
                  <a:gd name="f36" fmla="*/ 900753 f24 1"/>
                  <a:gd name="f37" fmla="*/ 880280 f25 1"/>
                  <a:gd name="f38" fmla="*/ 893929 f24 1"/>
                  <a:gd name="f39" fmla="*/ 313898 f25 1"/>
                  <a:gd name="f40" fmla="*/ 996287 f24 1"/>
                  <a:gd name="f41" fmla="*/ 498144 f25 1"/>
                  <a:gd name="f42" fmla="+- f26 0 f1"/>
                  <a:gd name="f43" fmla="*/ f29 1 880280"/>
                  <a:gd name="f44" fmla="*/ f30 1 1624084"/>
                  <a:gd name="f45" fmla="*/ f31 1 1624084"/>
                  <a:gd name="f46" fmla="*/ f32 1 880280"/>
                  <a:gd name="f47" fmla="*/ f33 1 1624084"/>
                  <a:gd name="f48" fmla="*/ f34 1 880280"/>
                  <a:gd name="f49" fmla="*/ f35 1 1624084"/>
                  <a:gd name="f50" fmla="*/ f36 1 1624084"/>
                  <a:gd name="f51" fmla="*/ f37 1 880280"/>
                  <a:gd name="f52" fmla="*/ f38 1 1624084"/>
                  <a:gd name="f53" fmla="*/ f39 1 880280"/>
                  <a:gd name="f54" fmla="*/ f40 1 1624084"/>
                  <a:gd name="f55" fmla="*/ f41 1 880280"/>
                  <a:gd name="f56" fmla="*/ f20 1 f27"/>
                  <a:gd name="f57" fmla="*/ f21 1 f27"/>
                  <a:gd name="f58" fmla="*/ f20 1 f28"/>
                  <a:gd name="f59" fmla="*/ f22 1 f28"/>
                  <a:gd name="f60" fmla="*/ f43 1 f27"/>
                  <a:gd name="f61" fmla="*/ f44 1 f28"/>
                  <a:gd name="f62" fmla="*/ f45 1 f28"/>
                  <a:gd name="f63" fmla="*/ f53 1 f27"/>
                  <a:gd name="f64" fmla="*/ f54 1 f28"/>
                  <a:gd name="f65" fmla="*/ f46 1 f27"/>
                  <a:gd name="f66" fmla="*/ f47 1 f28"/>
                  <a:gd name="f67" fmla="*/ f48 1 f27"/>
                  <a:gd name="f68" fmla="*/ f49 1 f28"/>
                  <a:gd name="f69" fmla="*/ f55 1 f27"/>
                  <a:gd name="f70" fmla="*/ f50 1 f28"/>
                  <a:gd name="f71" fmla="*/ f51 1 f27"/>
                  <a:gd name="f72" fmla="*/ f52 1 f28"/>
                  <a:gd name="f73" fmla="*/ f56 f18 1"/>
                  <a:gd name="f74" fmla="*/ f57 f18 1"/>
                  <a:gd name="f75" fmla="*/ f59 f19 1"/>
                  <a:gd name="f76" fmla="*/ f58 f19 1"/>
                  <a:gd name="f77" fmla="*/ f60 f18 1"/>
                  <a:gd name="f78" fmla="*/ f61 f19 1"/>
                  <a:gd name="f79" fmla="*/ f62 f19 1"/>
                  <a:gd name="f80" fmla="*/ f63 f18 1"/>
                  <a:gd name="f81" fmla="*/ f64 f19 1"/>
                  <a:gd name="f82" fmla="*/ f65 f18 1"/>
                  <a:gd name="f83" fmla="*/ f66 f19 1"/>
                  <a:gd name="f84" fmla="*/ f67 f18 1"/>
                  <a:gd name="f85" fmla="*/ f68 f19 1"/>
                  <a:gd name="f86" fmla="*/ f69 f18 1"/>
                  <a:gd name="f87" fmla="*/ f70 f19 1"/>
                  <a:gd name="f88" fmla="*/ f71 f18 1"/>
                  <a:gd name="f89" fmla="*/ f72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42">
                    <a:pos x="f77" y="f78"/>
                  </a:cxn>
                  <a:cxn ang="f42">
                    <a:pos x="f77" y="f79"/>
                  </a:cxn>
                  <a:cxn ang="f42">
                    <a:pos x="f80" y="f81"/>
                  </a:cxn>
                  <a:cxn ang="f42">
                    <a:pos x="f82" y="f83"/>
                  </a:cxn>
                  <a:cxn ang="f42">
                    <a:pos x="f84" y="f85"/>
                  </a:cxn>
                  <a:cxn ang="f42">
                    <a:pos x="f86" y="f87"/>
                  </a:cxn>
                  <a:cxn ang="f42">
                    <a:pos x="f88" y="f89"/>
                  </a:cxn>
                  <a:cxn ang="f42">
                    <a:pos x="f77" y="f78"/>
                  </a:cxn>
                </a:cxnLst>
                <a:rect l="f73" t="f76" r="f74" b="f75"/>
                <a:pathLst>
                  <a:path w="880280" h="1624084">
                    <a:moveTo>
                      <a:pt x="f5" y="f5"/>
                    </a:moveTo>
                    <a:lnTo>
                      <a:pt x="f5" y="f8"/>
                    </a:lnTo>
                    <a:lnTo>
                      <a:pt x="f9" y="f10"/>
                    </a:lnTo>
                    <a:lnTo>
                      <a:pt x="f11" y="f7"/>
                    </a:lnTo>
                    <a:lnTo>
                      <a:pt x="f12" y="f13"/>
                    </a:lnTo>
                    <a:lnTo>
                      <a:pt x="f14" y="f15"/>
                    </a:lnTo>
                    <a:lnTo>
                      <a:pt x="f6" y="f16"/>
                    </a:lnTo>
                    <a:lnTo>
                      <a:pt x="f5" y="f5"/>
                    </a:lnTo>
                    <a:close/>
                  </a:path>
                </a:pathLst>
              </a:custGeom>
              <a:solidFill>
                <a:srgbClr val="FFFFFF"/>
              </a:solidFill>
              <a:ln w="12701" cap="flat">
                <a:solidFill>
                  <a:srgbClr val="000000"/>
                </a:solidFill>
                <a:prstDash val="solid"/>
                <a:miter/>
              </a:ln>
            </p:spPr>
            <p:txBody>
              <a:bodyPr lIns="179999" tIns="179999" rIns="179999" bIns="179999" anchor="ctr" anchorCtr="1"/>
              <a:lstStyle/>
              <a:p>
                <a:pPr algn="ctr"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600" cap="all">
                  <a:solidFill>
                    <a:srgbClr val="FFFFFF"/>
                  </a:solidFill>
                  <a:latin typeface="Calibri" pitchFamily="34"/>
                  <a:cs typeface="Calibri" pitchFamily="34"/>
                </a:endParaRPr>
              </a:p>
            </p:txBody>
          </p:sp>
        </p:grpSp>
        <p:grpSp>
          <p:nvGrpSpPr>
            <p:cNvPr id="12" name="Groep 15">
              <a:extLst>
                <a:ext uri="{FF2B5EF4-FFF2-40B4-BE49-F238E27FC236}">
                  <a16:creationId xmlns:a16="http://schemas.microsoft.com/office/drawing/2014/main" id="{3A6121D9-7C24-D24F-90EB-FC036093B9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77592" y="5680655"/>
              <a:ext cx="3693389" cy="959690"/>
              <a:chOff x="12377592" y="5680655"/>
              <a:chExt cx="3693389" cy="959690"/>
            </a:xfrm>
          </p:grpSpPr>
          <p:sp>
            <p:nvSpPr>
              <p:cNvPr id="40" name="Rechthoek 47">
                <a:extLst>
                  <a:ext uri="{FF2B5EF4-FFF2-40B4-BE49-F238E27FC236}">
                    <a16:creationId xmlns:a16="http://schemas.microsoft.com/office/drawing/2014/main" id="{46F0FBB6-22E3-4266-0ABE-7B8F4FA54591}"/>
                  </a:ext>
                </a:extLst>
              </p:cNvPr>
              <p:cNvSpPr/>
              <p:nvPr/>
            </p:nvSpPr>
            <p:spPr>
              <a:xfrm>
                <a:off x="12377592" y="5811691"/>
                <a:ext cx="3593353" cy="828654"/>
              </a:xfrm>
              <a:prstGeom prst="rect">
                <a:avLst/>
              </a:prstGeom>
              <a:solidFill>
                <a:srgbClr val="ECECEC"/>
              </a:solidFill>
              <a:ln w="6345" cap="flat">
                <a:solidFill>
                  <a:srgbClr val="ECECEC"/>
                </a:solidFill>
                <a:prstDash val="solid"/>
                <a:miter/>
              </a:ln>
            </p:spPr>
            <p:txBody>
              <a:bodyPr lIns="179999" tIns="143999" rIns="179999" bIns="143999" anchor="ctr"/>
              <a:lstStyle/>
              <a:p>
                <a:pPr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Want to know more?</a:t>
                </a:r>
                <a:b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</a:b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Go to the tab</a:t>
                </a: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 'SLIDEBUILDER’ </a:t>
                </a: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and click</a:t>
                </a:r>
                <a:b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</a:b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on the button </a:t>
                </a: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‘Inspiration'</a:t>
                </a:r>
              </a:p>
            </p:txBody>
          </p:sp>
          <p:grpSp>
            <p:nvGrpSpPr>
              <p:cNvPr id="41" name="ICOON_info">
                <a:extLst>
                  <a:ext uri="{FF2B5EF4-FFF2-40B4-BE49-F238E27FC236}">
                    <a16:creationId xmlns:a16="http://schemas.microsoft.com/office/drawing/2014/main" id="{DDA10C37-E161-4F8E-8093-021FC71FEF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787298" y="5680655"/>
                <a:ext cx="283683" cy="283683"/>
                <a:chOff x="15787298" y="5680655"/>
                <a:chExt cx="283683" cy="283683"/>
              </a:xfrm>
            </p:grpSpPr>
            <p:sp>
              <p:nvSpPr>
                <p:cNvPr id="48" name="Ovaal 55">
                  <a:extLst>
                    <a:ext uri="{FF2B5EF4-FFF2-40B4-BE49-F238E27FC236}">
                      <a16:creationId xmlns:a16="http://schemas.microsoft.com/office/drawing/2014/main" id="{89D8C34C-648E-B8AD-42BC-678EC746F5E5}"/>
                    </a:ext>
                  </a:extLst>
                </p:cNvPr>
                <p:cNvSpPr/>
                <p:nvPr/>
              </p:nvSpPr>
              <p:spPr>
                <a:xfrm>
                  <a:off x="15807395" y="5698981"/>
                  <a:ext cx="244532" cy="246057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211F26"/>
                </a:solidFill>
                <a:ln>
                  <a:noFill/>
                  <a:prstDash val="solid"/>
                </a:ln>
              </p:spPr>
              <p:txBody>
                <a:bodyPr lIns="179999" tIns="179999" rIns="179999" bIns="179999" anchor="ctr" anchorCtr="1"/>
                <a:lstStyle/>
                <a:p>
                  <a:pPr algn="ctr" eaLnBrk="1" fontAlgn="auto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600" cap="all">
                    <a:solidFill>
                      <a:srgbClr val="FFFFFF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sp>
              <p:nvSpPr>
                <p:cNvPr id="49" name="Graphic 163" descr="Informatie">
                  <a:extLst>
                    <a:ext uri="{FF2B5EF4-FFF2-40B4-BE49-F238E27FC236}">
                      <a16:creationId xmlns:a16="http://schemas.microsoft.com/office/drawing/2014/main" id="{32722739-E1EB-CD13-8445-21B077EBD1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87298" y="5680655"/>
                  <a:ext cx="283683" cy="283683"/>
                </a:xfrm>
                <a:custGeom>
                  <a:avLst/>
                  <a:gdLst>
                    <a:gd name="T0" fmla="*/ 141842 w 291719"/>
                    <a:gd name="T1" fmla="*/ 0 h 291719"/>
                    <a:gd name="T2" fmla="*/ 283683 w 291719"/>
                    <a:gd name="T3" fmla="*/ 141842 h 291719"/>
                    <a:gd name="T4" fmla="*/ 141842 w 291719"/>
                    <a:gd name="T5" fmla="*/ 283683 h 291719"/>
                    <a:gd name="T6" fmla="*/ 0 w 291719"/>
                    <a:gd name="T7" fmla="*/ 141842 h 291719"/>
                    <a:gd name="T8" fmla="*/ 141842 w 291719"/>
                    <a:gd name="T9" fmla="*/ 0 h 291719"/>
                    <a:gd name="T10" fmla="*/ 0 w 291719"/>
                    <a:gd name="T11" fmla="*/ 141842 h 291719"/>
                    <a:gd name="T12" fmla="*/ 141842 w 291719"/>
                    <a:gd name="T13" fmla="*/ 283684 h 291719"/>
                    <a:gd name="T14" fmla="*/ 283684 w 291719"/>
                    <a:gd name="T15" fmla="*/ 141842 h 291719"/>
                    <a:gd name="T16" fmla="*/ 141842 w 291719"/>
                    <a:gd name="T17" fmla="*/ 0 h 291719"/>
                    <a:gd name="T18" fmla="*/ 134376 w 291719"/>
                    <a:gd name="T19" fmla="*/ 37327 h 291719"/>
                    <a:gd name="T20" fmla="*/ 153040 w 291719"/>
                    <a:gd name="T21" fmla="*/ 55990 h 291719"/>
                    <a:gd name="T22" fmla="*/ 134376 w 291719"/>
                    <a:gd name="T23" fmla="*/ 74653 h 291719"/>
                    <a:gd name="T24" fmla="*/ 115713 w 291719"/>
                    <a:gd name="T25" fmla="*/ 55990 h 291719"/>
                    <a:gd name="T26" fmla="*/ 134376 w 291719"/>
                    <a:gd name="T27" fmla="*/ 37327 h 291719"/>
                    <a:gd name="T28" fmla="*/ 179169 w 291719"/>
                    <a:gd name="T29" fmla="*/ 246357 h 291719"/>
                    <a:gd name="T30" fmla="*/ 104515 w 291719"/>
                    <a:gd name="T31" fmla="*/ 246357 h 291719"/>
                    <a:gd name="T32" fmla="*/ 104515 w 291719"/>
                    <a:gd name="T33" fmla="*/ 223961 h 291719"/>
                    <a:gd name="T34" fmla="*/ 130644 w 291719"/>
                    <a:gd name="T35" fmla="*/ 223961 h 291719"/>
                    <a:gd name="T36" fmla="*/ 130644 w 291719"/>
                    <a:gd name="T37" fmla="*/ 111981 h 291719"/>
                    <a:gd name="T38" fmla="*/ 108248 w 291719"/>
                    <a:gd name="T39" fmla="*/ 111981 h 291719"/>
                    <a:gd name="T40" fmla="*/ 108248 w 291719"/>
                    <a:gd name="T41" fmla="*/ 89584 h 291719"/>
                    <a:gd name="T42" fmla="*/ 153040 w 291719"/>
                    <a:gd name="T43" fmla="*/ 89584 h 291719"/>
                    <a:gd name="T44" fmla="*/ 153040 w 291719"/>
                    <a:gd name="T45" fmla="*/ 111981 h 291719"/>
                    <a:gd name="T46" fmla="*/ 153040 w 291719"/>
                    <a:gd name="T47" fmla="*/ 223961 h 291719"/>
                    <a:gd name="T48" fmla="*/ 179169 w 291719"/>
                    <a:gd name="T49" fmla="*/ 223961 h 291719"/>
                    <a:gd name="T50" fmla="*/ 179169 w 291719"/>
                    <a:gd name="T51" fmla="*/ 246357 h 291719"/>
                    <a:gd name="T52" fmla="*/ 17694720 60000 65536"/>
                    <a:gd name="T53" fmla="*/ 0 60000 65536"/>
                    <a:gd name="T54" fmla="*/ 5898240 60000 65536"/>
                    <a:gd name="T55" fmla="*/ 1179648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w 291719"/>
                    <a:gd name="T79" fmla="*/ 0 h 291719"/>
                    <a:gd name="T80" fmla="*/ 291719 w 291719"/>
                    <a:gd name="T81" fmla="*/ 291719 h 291719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T78" t="T79" r="T80" b="T81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NL"/>
                </a:p>
              </p:txBody>
            </p:sp>
          </p:grpSp>
          <p:grpSp>
            <p:nvGrpSpPr>
              <p:cNvPr id="42" name="Groep 49">
                <a:extLst>
                  <a:ext uri="{FF2B5EF4-FFF2-40B4-BE49-F238E27FC236}">
                    <a16:creationId xmlns:a16="http://schemas.microsoft.com/office/drawing/2014/main" id="{EA0EEC1C-AD25-D392-2761-7CFBDBB519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25601" y="5938003"/>
                <a:ext cx="627799" cy="576684"/>
                <a:chOff x="15225601" y="5938003"/>
                <a:chExt cx="627799" cy="576684"/>
              </a:xfrm>
            </p:grpSpPr>
            <p:grpSp>
              <p:nvGrpSpPr>
                <p:cNvPr id="43" name="Inspireren">
                  <a:extLst>
                    <a:ext uri="{FF2B5EF4-FFF2-40B4-BE49-F238E27FC236}">
                      <a16:creationId xmlns:a16="http://schemas.microsoft.com/office/drawing/2014/main" id="{294A2EB3-DD8A-845C-7838-F496DF9D22B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447919" y="5938003"/>
                  <a:ext cx="169776" cy="242380"/>
                  <a:chOff x="15447919" y="5938003"/>
                  <a:chExt cx="169776" cy="242380"/>
                </a:xfrm>
              </p:grpSpPr>
              <p:sp>
                <p:nvSpPr>
                  <p:cNvPr id="45" name="Freeform 12">
                    <a:extLst>
                      <a:ext uri="{FF2B5EF4-FFF2-40B4-BE49-F238E27FC236}">
                        <a16:creationId xmlns:a16="http://schemas.microsoft.com/office/drawing/2014/main" id="{10875A14-3019-2432-B42B-0B87E6B49CD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498119" y="6024826"/>
                    <a:ext cx="68726" cy="62051"/>
                  </a:xfrm>
                  <a:custGeom>
                    <a:avLst/>
                    <a:gdLst>
                      <a:gd name="T0" fmla="*/ 34363 w 319"/>
                      <a:gd name="T1" fmla="*/ 0 h 288"/>
                      <a:gd name="T2" fmla="*/ 68726 w 319"/>
                      <a:gd name="T3" fmla="*/ 31026 h 288"/>
                      <a:gd name="T4" fmla="*/ 34363 w 319"/>
                      <a:gd name="T5" fmla="*/ 62051 h 288"/>
                      <a:gd name="T6" fmla="*/ 0 w 319"/>
                      <a:gd name="T7" fmla="*/ 31026 h 288"/>
                      <a:gd name="T8" fmla="*/ 47397 w 319"/>
                      <a:gd name="T9" fmla="*/ 62051 h 288"/>
                      <a:gd name="T10" fmla="*/ 23052 w 319"/>
                      <a:gd name="T11" fmla="*/ 62051 h 288"/>
                      <a:gd name="T12" fmla="*/ 0 w 319"/>
                      <a:gd name="T13" fmla="*/ 0 h 288"/>
                      <a:gd name="T14" fmla="*/ 68726 w 319"/>
                      <a:gd name="T15" fmla="*/ 0 h 288"/>
                      <a:gd name="T16" fmla="*/ 47397 w 319"/>
                      <a:gd name="T17" fmla="*/ 62051 h 288"/>
                      <a:gd name="T18" fmla="*/ 17694720 60000 65536"/>
                      <a:gd name="T19" fmla="*/ 0 60000 65536"/>
                      <a:gd name="T20" fmla="*/ 5898240 60000 65536"/>
                      <a:gd name="T21" fmla="*/ 1179648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319"/>
                      <a:gd name="T28" fmla="*/ 0 h 288"/>
                      <a:gd name="T29" fmla="*/ 319 w 319"/>
                      <a:gd name="T30" fmla="*/ 288 h 288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  <p:sp>
                <p:nvSpPr>
                  <p:cNvPr id="46" name="Freeform 13">
                    <a:extLst>
                      <a:ext uri="{FF2B5EF4-FFF2-40B4-BE49-F238E27FC236}">
                        <a16:creationId xmlns:a16="http://schemas.microsoft.com/office/drawing/2014/main" id="{CC7ED5CA-176E-77C8-A02A-4592B1696D9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502637" y="6156252"/>
                    <a:ext cx="60761" cy="24131"/>
                  </a:xfrm>
                  <a:custGeom>
                    <a:avLst/>
                    <a:gdLst>
                      <a:gd name="T0" fmla="*/ 30381 w 251"/>
                      <a:gd name="T1" fmla="*/ 0 h 100"/>
                      <a:gd name="T2" fmla="*/ 60761 w 251"/>
                      <a:gd name="T3" fmla="*/ 12066 h 100"/>
                      <a:gd name="T4" fmla="*/ 30381 w 251"/>
                      <a:gd name="T5" fmla="*/ 24131 h 100"/>
                      <a:gd name="T6" fmla="*/ 0 w 251"/>
                      <a:gd name="T7" fmla="*/ 12066 h 100"/>
                      <a:gd name="T8" fmla="*/ 55435 w 251"/>
                      <a:gd name="T9" fmla="*/ 16892 h 100"/>
                      <a:gd name="T10" fmla="*/ 55435 w 251"/>
                      <a:gd name="T11" fmla="*/ 16650 h 100"/>
                      <a:gd name="T12" fmla="*/ 60761 w 251"/>
                      <a:gd name="T13" fmla="*/ 0 h 100"/>
                      <a:gd name="T14" fmla="*/ 0 w 251"/>
                      <a:gd name="T15" fmla="*/ 0 h 100"/>
                      <a:gd name="T16" fmla="*/ 5326 w 251"/>
                      <a:gd name="T17" fmla="*/ 16650 h 100"/>
                      <a:gd name="T18" fmla="*/ 15251 w 251"/>
                      <a:gd name="T19" fmla="*/ 24131 h 100"/>
                      <a:gd name="T20" fmla="*/ 45510 w 251"/>
                      <a:gd name="T21" fmla="*/ 24131 h 100"/>
                      <a:gd name="T22" fmla="*/ 55435 w 251"/>
                      <a:gd name="T23" fmla="*/ 17133 h 100"/>
                      <a:gd name="T24" fmla="*/ 55435 w 251"/>
                      <a:gd name="T25" fmla="*/ 17133 h 100"/>
                      <a:gd name="T26" fmla="*/ 55435 w 251"/>
                      <a:gd name="T27" fmla="*/ 16892 h 100"/>
                      <a:gd name="T28" fmla="*/ 17694720 60000 65536"/>
                      <a:gd name="T29" fmla="*/ 0 60000 65536"/>
                      <a:gd name="T30" fmla="*/ 5898240 60000 65536"/>
                      <a:gd name="T31" fmla="*/ 1179648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251"/>
                      <a:gd name="T43" fmla="*/ 0 h 100"/>
                      <a:gd name="T44" fmla="*/ 251 w 251"/>
                      <a:gd name="T45" fmla="*/ 100 h 100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  <p:sp>
                <p:nvSpPr>
                  <p:cNvPr id="47" name="Freeform 14">
                    <a:extLst>
                      <a:ext uri="{FF2B5EF4-FFF2-40B4-BE49-F238E27FC236}">
                        <a16:creationId xmlns:a16="http://schemas.microsoft.com/office/drawing/2014/main" id="{42A38A3D-444A-A37E-4D91-04E18DA6DDB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447919" y="5938003"/>
                    <a:ext cx="169776" cy="208126"/>
                  </a:xfrm>
                  <a:custGeom>
                    <a:avLst/>
                    <a:gdLst>
                      <a:gd name="T0" fmla="*/ 84888 w 702"/>
                      <a:gd name="T1" fmla="*/ 0 h 860"/>
                      <a:gd name="T2" fmla="*/ 169776 w 702"/>
                      <a:gd name="T3" fmla="*/ 104063 h 860"/>
                      <a:gd name="T4" fmla="*/ 84888 w 702"/>
                      <a:gd name="T5" fmla="*/ 208126 h 860"/>
                      <a:gd name="T6" fmla="*/ 0 w 702"/>
                      <a:gd name="T7" fmla="*/ 104063 h 860"/>
                      <a:gd name="T8" fmla="*/ 84888 w 702"/>
                      <a:gd name="T9" fmla="*/ 0 h 860"/>
                      <a:gd name="T10" fmla="*/ 0 w 702"/>
                      <a:gd name="T11" fmla="*/ 84944 h 860"/>
                      <a:gd name="T12" fmla="*/ 32407 w 702"/>
                      <a:gd name="T13" fmla="*/ 151738 h 860"/>
                      <a:gd name="T14" fmla="*/ 39905 w 702"/>
                      <a:gd name="T15" fmla="*/ 173761 h 860"/>
                      <a:gd name="T16" fmla="*/ 64331 w 702"/>
                      <a:gd name="T17" fmla="*/ 173761 h 860"/>
                      <a:gd name="T18" fmla="*/ 64331 w 702"/>
                      <a:gd name="T19" fmla="*/ 173761 h 860"/>
                      <a:gd name="T20" fmla="*/ 104961 w 702"/>
                      <a:gd name="T21" fmla="*/ 173761 h 860"/>
                      <a:gd name="T22" fmla="*/ 101334 w 702"/>
                      <a:gd name="T23" fmla="*/ 183925 h 860"/>
                      <a:gd name="T24" fmla="*/ 68684 w 702"/>
                      <a:gd name="T25" fmla="*/ 183925 h 860"/>
                      <a:gd name="T26" fmla="*/ 68684 w 702"/>
                      <a:gd name="T27" fmla="*/ 183925 h 860"/>
                      <a:gd name="T28" fmla="*/ 43290 w 702"/>
                      <a:gd name="T29" fmla="*/ 183925 h 860"/>
                      <a:gd name="T30" fmla="*/ 51271 w 702"/>
                      <a:gd name="T31" fmla="*/ 208126 h 860"/>
                      <a:gd name="T32" fmla="*/ 51271 w 702"/>
                      <a:gd name="T33" fmla="*/ 208126 h 860"/>
                      <a:gd name="T34" fmla="*/ 52239 w 702"/>
                      <a:gd name="T35" fmla="*/ 208126 h 860"/>
                      <a:gd name="T36" fmla="*/ 118021 w 702"/>
                      <a:gd name="T37" fmla="*/ 208126 h 860"/>
                      <a:gd name="T38" fmla="*/ 118746 w 702"/>
                      <a:gd name="T39" fmla="*/ 208126 h 860"/>
                      <a:gd name="T40" fmla="*/ 137852 w 702"/>
                      <a:gd name="T41" fmla="*/ 151254 h 860"/>
                      <a:gd name="T42" fmla="*/ 169776 w 702"/>
                      <a:gd name="T43" fmla="*/ 84944 h 860"/>
                      <a:gd name="T44" fmla="*/ 84888 w 702"/>
                      <a:gd name="T45" fmla="*/ 0 h 860"/>
                      <a:gd name="T46" fmla="*/ 141964 w 702"/>
                      <a:gd name="T47" fmla="*/ 105999 h 860"/>
                      <a:gd name="T48" fmla="*/ 117295 w 702"/>
                      <a:gd name="T49" fmla="*/ 136250 h 860"/>
                      <a:gd name="T50" fmla="*/ 109798 w 702"/>
                      <a:gd name="T51" fmla="*/ 159241 h 860"/>
                      <a:gd name="T52" fmla="*/ 60462 w 702"/>
                      <a:gd name="T53" fmla="*/ 159241 h 860"/>
                      <a:gd name="T54" fmla="*/ 52964 w 702"/>
                      <a:gd name="T55" fmla="*/ 136734 h 860"/>
                      <a:gd name="T56" fmla="*/ 27812 w 702"/>
                      <a:gd name="T57" fmla="*/ 106241 h 860"/>
                      <a:gd name="T58" fmla="*/ 23943 w 702"/>
                      <a:gd name="T59" fmla="*/ 84944 h 860"/>
                      <a:gd name="T60" fmla="*/ 84888 w 702"/>
                      <a:gd name="T61" fmla="*/ 23959 h 860"/>
                      <a:gd name="T62" fmla="*/ 145833 w 702"/>
                      <a:gd name="T63" fmla="*/ 84944 h 860"/>
                      <a:gd name="T64" fmla="*/ 141964 w 702"/>
                      <a:gd name="T65" fmla="*/ 105999 h 860"/>
                      <a:gd name="T66" fmla="*/ 17694720 60000 65536"/>
                      <a:gd name="T67" fmla="*/ 0 60000 65536"/>
                      <a:gd name="T68" fmla="*/ 5898240 60000 65536"/>
                      <a:gd name="T69" fmla="*/ 1179648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w 702"/>
                      <a:gd name="T100" fmla="*/ 0 h 860"/>
                      <a:gd name="T101" fmla="*/ 702 w 702"/>
                      <a:gd name="T102" fmla="*/ 860 h 860"/>
                    </a:gdLst>
                    <a:ahLst/>
                    <a:cxnLst>
                      <a:cxn ang="T66">
                        <a:pos x="T0" y="T1"/>
                      </a:cxn>
                      <a:cxn ang="T67">
                        <a:pos x="T2" y="T3"/>
                      </a:cxn>
                      <a:cxn ang="T68">
                        <a:pos x="T4" y="T5"/>
                      </a:cxn>
                      <a:cxn ang="T69">
                        <a:pos x="T6" y="T7"/>
                      </a:cxn>
                      <a:cxn ang="T70">
                        <a:pos x="T8" y="T9"/>
                      </a:cxn>
                      <a:cxn ang="T71">
                        <a:pos x="T10" y="T11"/>
                      </a:cxn>
                      <a:cxn ang="T72">
                        <a:pos x="T12" y="T13"/>
                      </a:cxn>
                      <a:cxn ang="T73">
                        <a:pos x="T14" y="T15"/>
                      </a:cxn>
                      <a:cxn ang="T74">
                        <a:pos x="T16" y="T17"/>
                      </a:cxn>
                      <a:cxn ang="T75">
                        <a:pos x="T18" y="T19"/>
                      </a:cxn>
                      <a:cxn ang="T76">
                        <a:pos x="T20" y="T21"/>
                      </a:cxn>
                      <a:cxn ang="T77">
                        <a:pos x="T22" y="T23"/>
                      </a:cxn>
                      <a:cxn ang="T78">
                        <a:pos x="T24" y="T25"/>
                      </a:cxn>
                      <a:cxn ang="T79">
                        <a:pos x="T26" y="T27"/>
                      </a:cxn>
                      <a:cxn ang="T80">
                        <a:pos x="T28" y="T29"/>
                      </a:cxn>
                      <a:cxn ang="T81">
                        <a:pos x="T30" y="T31"/>
                      </a:cxn>
                      <a:cxn ang="T82">
                        <a:pos x="T32" y="T33"/>
                      </a:cxn>
                      <a:cxn ang="T83">
                        <a:pos x="T34" y="T35"/>
                      </a:cxn>
                      <a:cxn ang="T84">
                        <a:pos x="T36" y="T37"/>
                      </a:cxn>
                      <a:cxn ang="T85">
                        <a:pos x="T38" y="T39"/>
                      </a:cxn>
                      <a:cxn ang="T86">
                        <a:pos x="T40" y="T41"/>
                      </a:cxn>
                      <a:cxn ang="T87">
                        <a:pos x="T42" y="T43"/>
                      </a:cxn>
                      <a:cxn ang="T88">
                        <a:pos x="T44" y="T45"/>
                      </a:cxn>
                      <a:cxn ang="T89">
                        <a:pos x="T46" y="T47"/>
                      </a:cxn>
                      <a:cxn ang="T90">
                        <a:pos x="T48" y="T49"/>
                      </a:cxn>
                      <a:cxn ang="T91">
                        <a:pos x="T50" y="T51"/>
                      </a:cxn>
                      <a:cxn ang="T92">
                        <a:pos x="T52" y="T53"/>
                      </a:cxn>
                      <a:cxn ang="T93">
                        <a:pos x="T54" y="T55"/>
                      </a:cxn>
                      <a:cxn ang="T94">
                        <a:pos x="T56" y="T57"/>
                      </a:cxn>
                      <a:cxn ang="T95">
                        <a:pos x="T58" y="T59"/>
                      </a:cxn>
                      <a:cxn ang="T96">
                        <a:pos x="T60" y="T61"/>
                      </a:cxn>
                      <a:cxn ang="T97">
                        <a:pos x="T62" y="T63"/>
                      </a:cxn>
                      <a:cxn ang="T98">
                        <a:pos x="T64" y="T65"/>
                      </a:cxn>
                    </a:cxnLst>
                    <a:rect l="T99" t="T100" r="T101" b="T102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</p:grpSp>
            <p:sp>
              <p:nvSpPr>
                <p:cNvPr id="44" name="Tekstvak 51">
                  <a:extLst>
                    <a:ext uri="{FF2B5EF4-FFF2-40B4-BE49-F238E27FC236}">
                      <a16:creationId xmlns:a16="http://schemas.microsoft.com/office/drawing/2014/main" id="{4817E679-DD80-02D5-2485-52EAEB04E18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225601" y="6192453"/>
                  <a:ext cx="627799" cy="3222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 anchorCtr="1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altLang="en-NL" sz="100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3" name="Groep 17">
              <a:extLst>
                <a:ext uri="{FF2B5EF4-FFF2-40B4-BE49-F238E27FC236}">
                  <a16:creationId xmlns:a16="http://schemas.microsoft.com/office/drawing/2014/main" id="{C52D2F92-A06E-5AA5-9872-9052CB70EA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736951" y="5129582"/>
              <a:ext cx="514285" cy="506541"/>
              <a:chOff x="12736951" y="5129582"/>
              <a:chExt cx="514285" cy="506541"/>
            </a:xfrm>
          </p:grpSpPr>
          <p:grpSp>
            <p:nvGrpSpPr>
              <p:cNvPr id="24" name="Groep 31">
                <a:extLst>
                  <a:ext uri="{FF2B5EF4-FFF2-40B4-BE49-F238E27FC236}">
                    <a16:creationId xmlns:a16="http://schemas.microsoft.com/office/drawing/2014/main" id="{06F0A824-0B05-3444-8C88-10553F795F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842062" y="5129582"/>
                <a:ext cx="319088" cy="306324"/>
                <a:chOff x="12842062" y="5129582"/>
                <a:chExt cx="319088" cy="306324"/>
              </a:xfrm>
            </p:grpSpPr>
            <p:grpSp>
              <p:nvGrpSpPr>
                <p:cNvPr id="27" name="Groep 34">
                  <a:extLst>
                    <a:ext uri="{FF2B5EF4-FFF2-40B4-BE49-F238E27FC236}">
                      <a16:creationId xmlns:a16="http://schemas.microsoft.com/office/drawing/2014/main" id="{CD50455F-7B9E-810F-6672-6CFCB4CDE37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842062" y="5129582"/>
                  <a:ext cx="282064" cy="270561"/>
                  <a:chOff x="12842062" y="5129582"/>
                  <a:chExt cx="282064" cy="270561"/>
                </a:xfrm>
              </p:grpSpPr>
              <p:grpSp>
                <p:nvGrpSpPr>
                  <p:cNvPr id="34" name="Groep 41">
                    <a:extLst>
                      <a:ext uri="{FF2B5EF4-FFF2-40B4-BE49-F238E27FC236}">
                        <a16:creationId xmlns:a16="http://schemas.microsoft.com/office/drawing/2014/main" id="{F4FF3C97-1365-A39E-A9BF-9DBA9E499FC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842062" y="5129582"/>
                    <a:ext cx="282064" cy="270561"/>
                    <a:chOff x="12842062" y="5129582"/>
                    <a:chExt cx="282064" cy="270561"/>
                  </a:xfrm>
                </p:grpSpPr>
                <p:sp>
                  <p:nvSpPr>
                    <p:cNvPr id="37" name="Rechthoek 44">
                      <a:extLst>
                        <a:ext uri="{FF2B5EF4-FFF2-40B4-BE49-F238E27FC236}">
                          <a16:creationId xmlns:a16="http://schemas.microsoft.com/office/drawing/2014/main" id="{22E65F7B-9609-DC8A-4BCF-5703B1578D7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842062" y="5129582"/>
                      <a:ext cx="282064" cy="270561"/>
                    </a:xfrm>
                    <a:prstGeom prst="rect">
                      <a:avLst/>
                    </a:prstGeom>
                    <a:noFill/>
                    <a:ln w="12701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lIns="107999" tIns="0" rIns="0" bIns="0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altLang="en-NL" sz="8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38" name="Rechthoek 45">
                      <a:extLst>
                        <a:ext uri="{FF2B5EF4-FFF2-40B4-BE49-F238E27FC236}">
                          <a16:creationId xmlns:a16="http://schemas.microsoft.com/office/drawing/2014/main" id="{0AD4A141-D7AA-997E-BF9D-CD03C5436DC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842062" y="5129582"/>
                      <a:ext cx="166237" cy="163814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12701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</p:spPr>
                  <p:txBody>
                    <a:bodyPr lIns="107999" tIns="0" rIns="0" bIns="0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altLang="en-NL" sz="8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39" name="Ovaal 46">
                      <a:extLst>
                        <a:ext uri="{FF2B5EF4-FFF2-40B4-BE49-F238E27FC236}">
                          <a16:creationId xmlns:a16="http://schemas.microsoft.com/office/drawing/2014/main" id="{5BD0A970-F887-176B-A1FC-E28602AE9D4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2943341" y="5150275"/>
                      <a:ext cx="45866" cy="45866"/>
                    </a:xfrm>
                    <a:custGeom>
                      <a:avLst/>
                      <a:gdLst>
                        <a:gd name="T0" fmla="*/ 22933 w 45866"/>
                        <a:gd name="T1" fmla="*/ 0 h 45866"/>
                        <a:gd name="T2" fmla="*/ 45866 w 45866"/>
                        <a:gd name="T3" fmla="*/ 22933 h 45866"/>
                        <a:gd name="T4" fmla="*/ 22933 w 45866"/>
                        <a:gd name="T5" fmla="*/ 45866 h 45866"/>
                        <a:gd name="T6" fmla="*/ 0 w 45866"/>
                        <a:gd name="T7" fmla="*/ 22933 h 45866"/>
                        <a:gd name="T8" fmla="*/ 6717 w 45866"/>
                        <a:gd name="T9" fmla="*/ 6717 h 45866"/>
                        <a:gd name="T10" fmla="*/ 6717 w 45866"/>
                        <a:gd name="T11" fmla="*/ 39149 h 45866"/>
                        <a:gd name="T12" fmla="*/ 39149 w 45866"/>
                        <a:gd name="T13" fmla="*/ 39149 h 45866"/>
                        <a:gd name="T14" fmla="*/ 39149 w 45866"/>
                        <a:gd name="T15" fmla="*/ 6717 h 45866"/>
                        <a:gd name="T16" fmla="*/ 17694720 60000 65536"/>
                        <a:gd name="T17" fmla="*/ 0 60000 65536"/>
                        <a:gd name="T18" fmla="*/ 5898240 60000 65536"/>
                        <a:gd name="T19" fmla="*/ 11796480 60000 65536"/>
                        <a:gd name="T20" fmla="*/ 17694720 60000 65536"/>
                        <a:gd name="T21" fmla="*/ 5898240 60000 65536"/>
                        <a:gd name="T22" fmla="*/ 5898240 60000 65536"/>
                        <a:gd name="T23" fmla="*/ 17694720 60000 65536"/>
                        <a:gd name="T24" fmla="*/ 6717 w 45866"/>
                        <a:gd name="T25" fmla="*/ 6717 h 45866"/>
                        <a:gd name="T26" fmla="*/ 39149 w 45866"/>
                        <a:gd name="T27" fmla="*/ 39149 h 4586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45866" h="45866">
                          <a:moveTo>
                            <a:pt x="0" y="22933"/>
                          </a:moveTo>
                          <a:lnTo>
                            <a:pt x="0" y="22932"/>
                          </a:lnTo>
                          <a:cubicBezTo>
                            <a:pt x="0" y="35598"/>
                            <a:pt x="10267" y="45866"/>
                            <a:pt x="22933" y="45866"/>
                          </a:cubicBezTo>
                          <a:cubicBezTo>
                            <a:pt x="35598" y="45866"/>
                            <a:pt x="45866" y="35598"/>
                            <a:pt x="45866" y="22933"/>
                          </a:cubicBezTo>
                          <a:cubicBezTo>
                            <a:pt x="45866" y="10267"/>
                            <a:pt x="35598" y="0"/>
                            <a:pt x="22933" y="0"/>
                          </a:cubicBezTo>
                          <a:cubicBezTo>
                            <a:pt x="10267" y="-1"/>
                            <a:pt x="0" y="10267"/>
                            <a:pt x="0" y="22932"/>
                          </a:cubicBezTo>
                          <a:close/>
                        </a:path>
                      </a:pathLst>
                    </a:custGeom>
                    <a:solidFill>
                      <a:srgbClr val="ECC67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tIns="0" rIns="0" bIns="0" anchor="ctr"/>
                    <a:lstStyle/>
                    <a:p>
                      <a:endParaRPr lang="en-NL"/>
                    </a:p>
                  </p:txBody>
                </p:sp>
              </p:grpSp>
              <p:pic>
                <p:nvPicPr>
                  <p:cNvPr id="35" name="Afbeelding 42">
                    <a:extLst>
                      <a:ext uri="{FF2B5EF4-FFF2-40B4-BE49-F238E27FC236}">
                        <a16:creationId xmlns:a16="http://schemas.microsoft.com/office/drawing/2014/main" id="{A8FC26CD-E72D-F923-BE7F-C2A5D7EC890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2849935" y="5196224"/>
                    <a:ext cx="110157" cy="8909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36" name="Afbeelding 43">
                    <a:extLst>
                      <a:ext uri="{FF2B5EF4-FFF2-40B4-BE49-F238E27FC236}">
                        <a16:creationId xmlns:a16="http://schemas.microsoft.com/office/drawing/2014/main" id="{11F3E397-A3FD-A833-F16B-C67C4BAC765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12893332" y="5211650"/>
                    <a:ext cx="110157" cy="708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grpSp>
              <p:nvGrpSpPr>
                <p:cNvPr id="28" name="Groep 35">
                  <a:extLst>
                    <a:ext uri="{FF2B5EF4-FFF2-40B4-BE49-F238E27FC236}">
                      <a16:creationId xmlns:a16="http://schemas.microsoft.com/office/drawing/2014/main" id="{F93F736A-BFB5-95B7-2B19-B3CD502479E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061553" y="5335871"/>
                  <a:ext cx="99597" cy="100035"/>
                  <a:chOff x="13061553" y="5335871"/>
                  <a:chExt cx="99597" cy="100035"/>
                </a:xfrm>
              </p:grpSpPr>
              <p:sp>
                <p:nvSpPr>
                  <p:cNvPr id="32" name="Rechthoek 39">
                    <a:extLst>
                      <a:ext uri="{FF2B5EF4-FFF2-40B4-BE49-F238E27FC236}">
                        <a16:creationId xmlns:a16="http://schemas.microsoft.com/office/drawing/2014/main" id="{49567F53-2125-75C8-9CD5-1B57A91E832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061554" y="5335871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3" name="Rechthoek 40">
                    <a:extLst>
                      <a:ext uri="{FF2B5EF4-FFF2-40B4-BE49-F238E27FC236}">
                        <a16:creationId xmlns:a16="http://schemas.microsoft.com/office/drawing/2014/main" id="{B926B666-6C17-D70C-CB0F-BF679BB315D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13">
                    <a:off x="13021448" y="5376415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29" name="Groep 36">
                  <a:extLst>
                    <a:ext uri="{FF2B5EF4-FFF2-40B4-BE49-F238E27FC236}">
                      <a16:creationId xmlns:a16="http://schemas.microsoft.com/office/drawing/2014/main" id="{510F4E62-0039-EE9D-7D92-2DF0AA4BBF3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032787" y="5308806"/>
                  <a:ext cx="99597" cy="100024"/>
                  <a:chOff x="13032787" y="5308806"/>
                  <a:chExt cx="99597" cy="100024"/>
                </a:xfrm>
              </p:grpSpPr>
              <p:sp>
                <p:nvSpPr>
                  <p:cNvPr id="30" name="Rechthoek 37">
                    <a:extLst>
                      <a:ext uri="{FF2B5EF4-FFF2-40B4-BE49-F238E27FC236}">
                        <a16:creationId xmlns:a16="http://schemas.microsoft.com/office/drawing/2014/main" id="{F7A9A9E4-CCF1-07BD-801C-6BB644728A1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0799991">
                    <a:off x="13032787" y="5389445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1" name="Rechthoek 38">
                    <a:extLst>
                      <a:ext uri="{FF2B5EF4-FFF2-40B4-BE49-F238E27FC236}">
                        <a16:creationId xmlns:a16="http://schemas.microsoft.com/office/drawing/2014/main" id="{6F146E31-B9D4-18A4-836A-AA3A4773BB1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399996">
                    <a:off x="13072894" y="5348911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25" name="Rechthoek 32">
                <a:extLst>
                  <a:ext uri="{FF2B5EF4-FFF2-40B4-BE49-F238E27FC236}">
                    <a16:creationId xmlns:a16="http://schemas.microsoft.com/office/drawing/2014/main" id="{0BDCE098-650D-84FB-3D88-DC8DE601F7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36951" y="5461967"/>
                <a:ext cx="514285" cy="1100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26" name="Gelijkbenige driehoek 33">
                <a:extLst>
                  <a:ext uri="{FF2B5EF4-FFF2-40B4-BE49-F238E27FC236}">
                    <a16:creationId xmlns:a16="http://schemas.microsoft.com/office/drawing/2014/main" id="{8FEC642F-7AA2-4A53-F682-6E3564378B73}"/>
                  </a:ext>
                </a:extLst>
              </p:cNvPr>
              <p:cNvSpPr>
                <a:spLocks/>
              </p:cNvSpPr>
              <p:nvPr/>
            </p:nvSpPr>
            <p:spPr bwMode="auto">
              <a:xfrm rot="10799991">
                <a:off x="12964427" y="5601193"/>
                <a:ext cx="59335" cy="34930"/>
              </a:xfrm>
              <a:custGeom>
                <a:avLst/>
                <a:gdLst>
                  <a:gd name="T0" fmla="*/ 29668 w 59335"/>
                  <a:gd name="T1" fmla="*/ 0 h 34930"/>
                  <a:gd name="T2" fmla="*/ 59335 w 59335"/>
                  <a:gd name="T3" fmla="*/ 17465 h 34930"/>
                  <a:gd name="T4" fmla="*/ 29668 w 59335"/>
                  <a:gd name="T5" fmla="*/ 34930 h 34930"/>
                  <a:gd name="T6" fmla="*/ 0 w 59335"/>
                  <a:gd name="T7" fmla="*/ 17465 h 34930"/>
                  <a:gd name="T8" fmla="*/ 29667 w 59335"/>
                  <a:gd name="T9" fmla="*/ 0 h 34930"/>
                  <a:gd name="T10" fmla="*/ 14834 w 59335"/>
                  <a:gd name="T11" fmla="*/ 17465 h 34930"/>
                  <a:gd name="T12" fmla="*/ 0 w 59335"/>
                  <a:gd name="T13" fmla="*/ 34930 h 34930"/>
                  <a:gd name="T14" fmla="*/ 29667 w 59335"/>
                  <a:gd name="T15" fmla="*/ 34930 h 34930"/>
                  <a:gd name="T16" fmla="*/ 59335 w 59335"/>
                  <a:gd name="T17" fmla="*/ 34930 h 34930"/>
                  <a:gd name="T18" fmla="*/ 44501 w 59335"/>
                  <a:gd name="T19" fmla="*/ 17465 h 34930"/>
                  <a:gd name="T20" fmla="*/ 17694720 60000 65536"/>
                  <a:gd name="T21" fmla="*/ 0 60000 65536"/>
                  <a:gd name="T22" fmla="*/ 5898240 60000 65536"/>
                  <a:gd name="T23" fmla="*/ 11796480 60000 65536"/>
                  <a:gd name="T24" fmla="*/ 17694720 60000 65536"/>
                  <a:gd name="T25" fmla="*/ 11796480 60000 65536"/>
                  <a:gd name="T26" fmla="*/ 5898240 60000 65536"/>
                  <a:gd name="T27" fmla="*/ 5898240 60000 65536"/>
                  <a:gd name="T28" fmla="*/ 5898240 60000 65536"/>
                  <a:gd name="T29" fmla="*/ 0 60000 65536"/>
                  <a:gd name="T30" fmla="*/ 14834 w 59335"/>
                  <a:gd name="T31" fmla="*/ 17465 h 34930"/>
                  <a:gd name="T32" fmla="*/ 44501 w 59335"/>
                  <a:gd name="T33" fmla="*/ 34930 h 349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9335" h="34930">
                    <a:moveTo>
                      <a:pt x="0" y="34930"/>
                    </a:moveTo>
                    <a:lnTo>
                      <a:pt x="29667" y="0"/>
                    </a:lnTo>
                    <a:lnTo>
                      <a:pt x="59335" y="34930"/>
                    </a:lnTo>
                    <a:lnTo>
                      <a:pt x="0" y="34930"/>
                    </a:lnTo>
                    <a:close/>
                  </a:path>
                </a:pathLst>
              </a:custGeom>
              <a:solidFill>
                <a:srgbClr val="8181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/>
              <a:p>
                <a:endParaRPr lang="en-NL"/>
              </a:p>
            </p:txBody>
          </p:sp>
        </p:grpSp>
        <p:sp>
          <p:nvSpPr>
            <p:cNvPr id="14" name="Ovaal 18">
              <a:extLst>
                <a:ext uri="{FF2B5EF4-FFF2-40B4-BE49-F238E27FC236}">
                  <a16:creationId xmlns:a16="http://schemas.microsoft.com/office/drawing/2014/main" id="{306F99DD-AF72-1153-62BE-B6222E240B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60170" y="1811179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" name="Rechthoek 22">
              <a:extLst>
                <a:ext uri="{FF2B5EF4-FFF2-40B4-BE49-F238E27FC236}">
                  <a16:creationId xmlns:a16="http://schemas.microsoft.com/office/drawing/2014/main" id="{1CA7A1C3-A673-14AA-7832-5ECE9E51A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348" y="1811188"/>
              <a:ext cx="2944678" cy="326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6" name="Rechthoek 23">
              <a:extLst>
                <a:ext uri="{FF2B5EF4-FFF2-40B4-BE49-F238E27FC236}">
                  <a16:creationId xmlns:a16="http://schemas.microsoft.com/office/drawing/2014/main" id="{4B27889B-17D7-3D07-5495-3E20B585D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348" y="2245757"/>
              <a:ext cx="825502" cy="209553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17" name="Groep 24">
              <a:extLst>
                <a:ext uri="{FF2B5EF4-FFF2-40B4-BE49-F238E27FC236}">
                  <a16:creationId xmlns:a16="http://schemas.microsoft.com/office/drawing/2014/main" id="{4D6D9FAD-848D-6E73-B2F9-A59E6A7E84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798271" y="1226978"/>
              <a:ext cx="446940" cy="406486"/>
              <a:chOff x="12798271" y="1226978"/>
              <a:chExt cx="446940" cy="406486"/>
            </a:xfrm>
          </p:grpSpPr>
          <p:grpSp>
            <p:nvGrpSpPr>
              <p:cNvPr id="18" name="Groep 25">
                <a:extLst>
                  <a:ext uri="{FF2B5EF4-FFF2-40B4-BE49-F238E27FC236}">
                    <a16:creationId xmlns:a16="http://schemas.microsoft.com/office/drawing/2014/main" id="{FA59A82B-F8F6-5DE5-290E-0F220E81FC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878446" y="1226978"/>
                <a:ext cx="284168" cy="246686"/>
                <a:chOff x="12878446" y="1226978"/>
                <a:chExt cx="284168" cy="246686"/>
              </a:xfrm>
            </p:grpSpPr>
            <p:sp>
              <p:nvSpPr>
                <p:cNvPr id="20" name="Vrije vorm: vorm 27">
                  <a:extLst>
                    <a:ext uri="{FF2B5EF4-FFF2-40B4-BE49-F238E27FC236}">
                      <a16:creationId xmlns:a16="http://schemas.microsoft.com/office/drawing/2014/main" id="{F46ED13D-B505-A507-2EFA-9DEA9028C5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927037" y="1287612"/>
                  <a:ext cx="47978" cy="47868"/>
                </a:xfrm>
                <a:custGeom>
                  <a:avLst/>
                  <a:gdLst>
                    <a:gd name="T0" fmla="*/ 23989 w 371475"/>
                    <a:gd name="T1" fmla="*/ 0 h 371475"/>
                    <a:gd name="T2" fmla="*/ 47978 w 371475"/>
                    <a:gd name="T3" fmla="*/ 23934 h 371475"/>
                    <a:gd name="T4" fmla="*/ 23989 w 371475"/>
                    <a:gd name="T5" fmla="*/ 47868 h 371475"/>
                    <a:gd name="T6" fmla="*/ 0 w 371475"/>
                    <a:gd name="T7" fmla="*/ 23934 h 371475"/>
                    <a:gd name="T8" fmla="*/ 47670 w 371475"/>
                    <a:gd name="T9" fmla="*/ 24241 h 371475"/>
                    <a:gd name="T10" fmla="*/ 24297 w 371475"/>
                    <a:gd name="T11" fmla="*/ 47561 h 371475"/>
                    <a:gd name="T12" fmla="*/ 923 w 371475"/>
                    <a:gd name="T13" fmla="*/ 24241 h 371475"/>
                    <a:gd name="T14" fmla="*/ 24297 w 371475"/>
                    <a:gd name="T15" fmla="*/ 921 h 371475"/>
                    <a:gd name="T16" fmla="*/ 47670 w 371475"/>
                    <a:gd name="T17" fmla="*/ 24241 h 371475"/>
                    <a:gd name="T18" fmla="*/ 17694720 60000 65536"/>
                    <a:gd name="T19" fmla="*/ 0 60000 65536"/>
                    <a:gd name="T20" fmla="*/ 5898240 60000 65536"/>
                    <a:gd name="T21" fmla="*/ 1179648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71475"/>
                    <a:gd name="T28" fmla="*/ 0 h 371475"/>
                    <a:gd name="T29" fmla="*/ 371475 w 371475"/>
                    <a:gd name="T30" fmla="*/ 371475 h 371475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NL"/>
                </a:p>
              </p:txBody>
            </p:sp>
            <p:grpSp>
              <p:nvGrpSpPr>
                <p:cNvPr id="21" name="Groep 28">
                  <a:extLst>
                    <a:ext uri="{FF2B5EF4-FFF2-40B4-BE49-F238E27FC236}">
                      <a16:creationId xmlns:a16="http://schemas.microsoft.com/office/drawing/2014/main" id="{3CAA5264-AEEC-28C8-B18F-31BAA19D638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878446" y="1226978"/>
                  <a:ext cx="284168" cy="246686"/>
                  <a:chOff x="12878446" y="1226978"/>
                  <a:chExt cx="284168" cy="246686"/>
                </a:xfrm>
              </p:grpSpPr>
              <p:sp>
                <p:nvSpPr>
                  <p:cNvPr id="22" name="Vrije vorm: vorm 29">
                    <a:extLst>
                      <a:ext uri="{FF2B5EF4-FFF2-40B4-BE49-F238E27FC236}">
                        <a16:creationId xmlns:a16="http://schemas.microsoft.com/office/drawing/2014/main" id="{7D19F1D6-7607-FDE2-4357-466FE82A9AC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2878446" y="1226978"/>
                    <a:ext cx="284168" cy="246686"/>
                  </a:xfrm>
                  <a:custGeom>
                    <a:avLst/>
                    <a:gdLst>
                      <a:gd name="T0" fmla="*/ 142084 w 2200275"/>
                      <a:gd name="T1" fmla="*/ 0 h 1914525"/>
                      <a:gd name="T2" fmla="*/ 284168 w 2200275"/>
                      <a:gd name="T3" fmla="*/ 123343 h 1914525"/>
                      <a:gd name="T4" fmla="*/ 142084 w 2200275"/>
                      <a:gd name="T5" fmla="*/ 246686 h 1914525"/>
                      <a:gd name="T6" fmla="*/ 0 w 2200275"/>
                      <a:gd name="T7" fmla="*/ 123343 h 1914525"/>
                      <a:gd name="T8" fmla="*/ 923 w 2200275"/>
                      <a:gd name="T9" fmla="*/ 921 h 1914525"/>
                      <a:gd name="T10" fmla="*/ 923 w 2200275"/>
                      <a:gd name="T11" fmla="*/ 31603 h 1914525"/>
                      <a:gd name="T12" fmla="*/ 55911 w 2200275"/>
                      <a:gd name="T13" fmla="*/ 31603 h 1914525"/>
                      <a:gd name="T14" fmla="*/ 55911 w 2200275"/>
                      <a:gd name="T15" fmla="*/ 31603 h 1914525"/>
                      <a:gd name="T16" fmla="*/ 253106 w 2200275"/>
                      <a:gd name="T17" fmla="*/ 31603 h 1914525"/>
                      <a:gd name="T18" fmla="*/ 253106 w 2200275"/>
                      <a:gd name="T19" fmla="*/ 215697 h 1914525"/>
                      <a:gd name="T20" fmla="*/ 31677 w 2200275"/>
                      <a:gd name="T21" fmla="*/ 215697 h 1914525"/>
                      <a:gd name="T22" fmla="*/ 31677 w 2200275"/>
                      <a:gd name="T23" fmla="*/ 45103 h 1914525"/>
                      <a:gd name="T24" fmla="*/ 923 w 2200275"/>
                      <a:gd name="T25" fmla="*/ 45103 h 1914525"/>
                      <a:gd name="T26" fmla="*/ 923 w 2200275"/>
                      <a:gd name="T27" fmla="*/ 246379 h 1914525"/>
                      <a:gd name="T28" fmla="*/ 283860 w 2200275"/>
                      <a:gd name="T29" fmla="*/ 246379 h 1914525"/>
                      <a:gd name="T30" fmla="*/ 283860 w 2200275"/>
                      <a:gd name="T31" fmla="*/ 921 h 1914525"/>
                      <a:gd name="T32" fmla="*/ 17694720 60000 65536"/>
                      <a:gd name="T33" fmla="*/ 0 60000 65536"/>
                      <a:gd name="T34" fmla="*/ 5898240 60000 65536"/>
                      <a:gd name="T35" fmla="*/ 1179648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2200275"/>
                      <a:gd name="T49" fmla="*/ 0 h 1914525"/>
                      <a:gd name="T50" fmla="*/ 2200275 w 2200275"/>
                      <a:gd name="T51" fmla="*/ 1914525 h 191452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lnTo>
                          <a:pt x="714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NL"/>
                  </a:p>
                </p:txBody>
              </p:sp>
              <p:sp>
                <p:nvSpPr>
                  <p:cNvPr id="23" name="Vrije vorm: vorm 30">
                    <a:extLst>
                      <a:ext uri="{FF2B5EF4-FFF2-40B4-BE49-F238E27FC236}">
                        <a16:creationId xmlns:a16="http://schemas.microsoft.com/office/drawing/2014/main" id="{7DC027F3-E514-F994-073D-CA7EB7ACCDB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2926918" y="1303321"/>
                    <a:ext cx="185751" cy="114144"/>
                  </a:xfrm>
                  <a:custGeom>
                    <a:avLst/>
                    <a:gdLst>
                      <a:gd name="T0" fmla="*/ 92876 w 1438275"/>
                      <a:gd name="T1" fmla="*/ 0 h 885825"/>
                      <a:gd name="T2" fmla="*/ 185751 w 1438275"/>
                      <a:gd name="T3" fmla="*/ 57072 h 885825"/>
                      <a:gd name="T4" fmla="*/ 92876 w 1438275"/>
                      <a:gd name="T5" fmla="*/ 114144 h 885825"/>
                      <a:gd name="T6" fmla="*/ 0 w 1438275"/>
                      <a:gd name="T7" fmla="*/ 57072 h 885825"/>
                      <a:gd name="T8" fmla="*/ 138206 w 1438275"/>
                      <a:gd name="T9" fmla="*/ 921 h 885825"/>
                      <a:gd name="T10" fmla="*/ 103516 w 1438275"/>
                      <a:gd name="T11" fmla="*/ 35532 h 885825"/>
                      <a:gd name="T12" fmla="*/ 85556 w 1438275"/>
                      <a:gd name="T13" fmla="*/ 17735 h 885825"/>
                      <a:gd name="T14" fmla="*/ 923 w 1438275"/>
                      <a:gd name="T15" fmla="*/ 101073 h 885825"/>
                      <a:gd name="T16" fmla="*/ 13962 w 1438275"/>
                      <a:gd name="T17" fmla="*/ 114083 h 885825"/>
                      <a:gd name="T18" fmla="*/ 85556 w 1438275"/>
                      <a:gd name="T19" fmla="*/ 43632 h 885825"/>
                      <a:gd name="T20" fmla="*/ 119877 w 1438275"/>
                      <a:gd name="T21" fmla="*/ 77998 h 885825"/>
                      <a:gd name="T22" fmla="*/ 132916 w 1438275"/>
                      <a:gd name="T23" fmla="*/ 64866 h 885825"/>
                      <a:gd name="T24" fmla="*/ 116556 w 1438275"/>
                      <a:gd name="T25" fmla="*/ 48542 h 885825"/>
                      <a:gd name="T26" fmla="*/ 138206 w 1438275"/>
                      <a:gd name="T27" fmla="*/ 26940 h 885825"/>
                      <a:gd name="T28" fmla="*/ 172773 w 1438275"/>
                      <a:gd name="T29" fmla="*/ 61920 h 885825"/>
                      <a:gd name="T30" fmla="*/ 185812 w 1438275"/>
                      <a:gd name="T31" fmla="*/ 48787 h 885825"/>
                      <a:gd name="T32" fmla="*/ 17694720 60000 65536"/>
                      <a:gd name="T33" fmla="*/ 0 60000 65536"/>
                      <a:gd name="T34" fmla="*/ 5898240 60000 65536"/>
                      <a:gd name="T35" fmla="*/ 1179648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1438275"/>
                      <a:gd name="T49" fmla="*/ 0 h 885825"/>
                      <a:gd name="T50" fmla="*/ 1438275 w 1438275"/>
                      <a:gd name="T51" fmla="*/ 885825 h 88582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lnTo>
                          <a:pt x="107013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NL"/>
                  </a:p>
                </p:txBody>
              </p:sp>
            </p:grpSp>
          </p:grpSp>
          <p:sp>
            <p:nvSpPr>
              <p:cNvPr id="19" name="Tekstvak 26">
                <a:extLst>
                  <a:ext uri="{FF2B5EF4-FFF2-40B4-BE49-F238E27FC236}">
                    <a16:creationId xmlns:a16="http://schemas.microsoft.com/office/drawing/2014/main" id="{EA45BC65-1CBC-39FC-28B2-E555377729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798271" y="1489959"/>
                <a:ext cx="446940" cy="1435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8004" rIns="0" bIns="0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0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  <p:grpSp>
        <p:nvGrpSpPr>
          <p:cNvPr id="71" name="INSTRUCTION">
            <a:extLst>
              <a:ext uri="{FF2B5EF4-FFF2-40B4-BE49-F238E27FC236}">
                <a16:creationId xmlns:a16="http://schemas.microsoft.com/office/drawing/2014/main" id="{7C9EEC94-CDA6-1E7A-706C-CC3AE39C048A}"/>
              </a:ext>
            </a:extLst>
          </p:cNvPr>
          <p:cNvGrpSpPr>
            <a:grpSpLocks/>
          </p:cNvGrpSpPr>
          <p:nvPr/>
        </p:nvGrpSpPr>
        <p:grpSpPr bwMode="auto">
          <a:xfrm>
            <a:off x="12274550" y="7037388"/>
            <a:ext cx="3695700" cy="1277937"/>
            <a:chOff x="12274722" y="7037999"/>
            <a:chExt cx="3695959" cy="1277745"/>
          </a:xfrm>
        </p:grpSpPr>
        <p:sp>
          <p:nvSpPr>
            <p:cNvPr id="72" name="Rechthoek 79">
              <a:extLst>
                <a:ext uri="{FF2B5EF4-FFF2-40B4-BE49-F238E27FC236}">
                  <a16:creationId xmlns:a16="http://schemas.microsoft.com/office/drawing/2014/main" id="{CBDA98F5-127F-D396-31EF-DC606C23EBCA}"/>
                </a:ext>
              </a:extLst>
            </p:cNvPr>
            <p:cNvSpPr/>
            <p:nvPr/>
          </p:nvSpPr>
          <p:spPr>
            <a:xfrm>
              <a:off x="12377917" y="7037999"/>
              <a:ext cx="3592764" cy="1277745"/>
            </a:xfrm>
            <a:prstGeom prst="rect">
              <a:avLst/>
            </a:prstGeom>
            <a:solidFill>
              <a:srgbClr val="FFFFFF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Insert an image</a:t>
              </a:r>
            </a:p>
          </p:txBody>
        </p:sp>
        <p:sp>
          <p:nvSpPr>
            <p:cNvPr id="73" name="Rechthoek 80">
              <a:extLst>
                <a:ext uri="{FF2B5EF4-FFF2-40B4-BE49-F238E27FC236}">
                  <a16:creationId xmlns:a16="http://schemas.microsoft.com/office/drawing/2014/main" id="{29B91C29-F571-24C4-EB2F-38F0850B4B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60170" y="7505907"/>
              <a:ext cx="3229130" cy="657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Select the frame of the image by clicking on the tag alongside this instruction.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‘Slidebuilder’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click 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‘Images’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select the preferred image and click 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74" name="Gelijkbenige driehoek 81">
              <a:extLst>
                <a:ext uri="{FF2B5EF4-FFF2-40B4-BE49-F238E27FC236}">
                  <a16:creationId xmlns:a16="http://schemas.microsoft.com/office/drawing/2014/main" id="{71BA9948-6A70-05C2-7963-3CECD2A01EE2}"/>
                </a:ext>
              </a:extLst>
            </p:cNvPr>
            <p:cNvSpPr/>
            <p:nvPr/>
          </p:nvSpPr>
          <p:spPr>
            <a:xfrm rot="16199987" flipH="1">
              <a:off x="12239020" y="7107033"/>
              <a:ext cx="174599" cy="103195"/>
            </a:xfrm>
            <a:custGeom>
              <a:avLst>
                <a:gd name="f8" fmla="val 50000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val 50000"/>
                <a:gd name="f9" fmla="+- 0 0 -360"/>
                <a:gd name="f10" fmla="+- 0 0 -270"/>
                <a:gd name="f11" fmla="+- 0 0 -180"/>
                <a:gd name="f12" fmla="+- 0 0 -90"/>
                <a:gd name="f13" fmla="abs f4"/>
                <a:gd name="f14" fmla="abs f5"/>
                <a:gd name="f15" fmla="abs f6"/>
                <a:gd name="f16" fmla="val f7"/>
                <a:gd name="f17" fmla="val f8"/>
                <a:gd name="f18" fmla="*/ f9 f1 1"/>
                <a:gd name="f19" fmla="*/ f10 f1 1"/>
                <a:gd name="f20" fmla="*/ f11 f1 1"/>
                <a:gd name="f21" fmla="*/ f12 f1 1"/>
                <a:gd name="f22" fmla="?: f13 f4 1"/>
                <a:gd name="f23" fmla="?: f14 f5 1"/>
                <a:gd name="f24" fmla="?: f15 f6 1"/>
                <a:gd name="f25" fmla="*/ f18 1 f3"/>
                <a:gd name="f26" fmla="*/ f19 1 f3"/>
                <a:gd name="f27" fmla="*/ f20 1 f3"/>
                <a:gd name="f28" fmla="*/ f21 1 f3"/>
                <a:gd name="f29" fmla="*/ f22 1 21600"/>
                <a:gd name="f30" fmla="*/ f23 1 21600"/>
                <a:gd name="f31" fmla="*/ 21600 f22 1"/>
                <a:gd name="f32" fmla="*/ 21600 f23 1"/>
                <a:gd name="f33" fmla="+- f25 0 f2"/>
                <a:gd name="f34" fmla="+- f26 0 f2"/>
                <a:gd name="f35" fmla="+- f27 0 f2"/>
                <a:gd name="f36" fmla="+- f28 0 f2"/>
                <a:gd name="f37" fmla="min f30 f29"/>
                <a:gd name="f38" fmla="*/ f31 1 f24"/>
                <a:gd name="f39" fmla="*/ f32 1 f24"/>
                <a:gd name="f40" fmla="val f38"/>
                <a:gd name="f41" fmla="val f39"/>
                <a:gd name="f42" fmla="*/ f16 f37 1"/>
                <a:gd name="f43" fmla="+- f41 0 f16"/>
                <a:gd name="f44" fmla="+- f40 0 f16"/>
                <a:gd name="f45" fmla="*/ f41 f37 1"/>
                <a:gd name="f46" fmla="*/ f40 f37 1"/>
                <a:gd name="f47" fmla="*/ f43 1 2"/>
                <a:gd name="f48" fmla="*/ f44 1 2"/>
                <a:gd name="f49" fmla="*/ f44 f17 1"/>
                <a:gd name="f50" fmla="+- f16 f47 0"/>
                <a:gd name="f51" fmla="*/ f49 1 200000"/>
                <a:gd name="f52" fmla="*/ f49 1 100000"/>
                <a:gd name="f53" fmla="+- f51 f48 0"/>
                <a:gd name="f54" fmla="*/ f51 f37 1"/>
                <a:gd name="f55" fmla="*/ f50 f37 1"/>
                <a:gd name="f56" fmla="*/ f52 f37 1"/>
                <a:gd name="f57" fmla="*/ f53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56" y="f42"/>
                </a:cxn>
                <a:cxn ang="f34">
                  <a:pos x="f54" y="f55"/>
                </a:cxn>
                <a:cxn ang="f35">
                  <a:pos x="f42" y="f45"/>
                </a:cxn>
                <a:cxn ang="f35">
                  <a:pos x="f56" y="f45"/>
                </a:cxn>
                <a:cxn ang="f35">
                  <a:pos x="f46" y="f45"/>
                </a:cxn>
                <a:cxn ang="f36">
                  <a:pos x="f57" y="f55"/>
                </a:cxn>
              </a:cxnLst>
              <a:rect l="f54" t="f55" r="f57" b="f45"/>
              <a:pathLst>
                <a:path>
                  <a:moveTo>
                    <a:pt x="f42" y="f45"/>
                  </a:moveTo>
                  <a:lnTo>
                    <a:pt x="f56" y="f42"/>
                  </a:lnTo>
                  <a:lnTo>
                    <a:pt x="f46" y="f45"/>
                  </a:lnTo>
                  <a:close/>
                </a:path>
              </a:pathLst>
            </a:custGeom>
            <a:solidFill>
              <a:srgbClr val="00A6D6"/>
            </a:solidFill>
            <a:ln>
              <a:noFill/>
              <a:prstDash val="solid"/>
            </a:ln>
          </p:spPr>
          <p:txBody>
            <a:bodyPr lIns="179999" tIns="179999" rIns="179999" bIns="179999" anchor="ctr" anchorCtr="1"/>
            <a:lstStyle/>
            <a:p>
              <a:pPr algn="ctr"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600" cap="all">
                <a:solidFill>
                  <a:srgbClr val="FFFFFF"/>
                </a:solidFill>
                <a:latin typeface="Calibri" pitchFamily="34"/>
                <a:cs typeface="Calibri" pitchFamily="34"/>
              </a:endParaRPr>
            </a:p>
          </p:txBody>
        </p:sp>
      </p:grpSp>
      <p:sp>
        <p:nvSpPr>
          <p:cNvPr id="75" name="Tijdelijke aanduiding voor datum 16">
            <a:extLst>
              <a:ext uri="{FF2B5EF4-FFF2-40B4-BE49-F238E27FC236}">
                <a16:creationId xmlns:a16="http://schemas.microsoft.com/office/drawing/2014/main" id="{2BA63C1D-C435-8339-525F-C1757C439E30}"/>
              </a:ext>
            </a:extLst>
          </p:cNvPr>
          <p:cNvSpPr txBox="1">
            <a:spLocks noGrp="1" noMove="1" noResize="1"/>
          </p:cNvSpPr>
          <p:nvPr>
            <p:ph type="dt" sz="half" idx="10"/>
          </p:nvPr>
        </p:nvSpPr>
        <p:spPr>
          <a:xfrm>
            <a:off x="10704513" y="5813425"/>
            <a:ext cx="766762" cy="184150"/>
          </a:xfrm>
        </p:spPr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A5640DE2-09C2-4121-A773-64C2339EF018}" type="datetime1">
              <a:rPr/>
              <a:pPr>
                <a:defRPr/>
              </a:pPr>
              <a:t>22-10-2025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8249628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+ symbol #2">
    <p:bg>
      <p:bgPr>
        <a:solidFill>
          <a:srgbClr val="00A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8170125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+ image">
    <p:bg>
      <p:bgPr>
        <a:solidFill>
          <a:srgbClr val="00A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INSTRUCTION">
            <a:extLst>
              <a:ext uri="{FF2B5EF4-FFF2-40B4-BE49-F238E27FC236}">
                <a16:creationId xmlns:a16="http://schemas.microsoft.com/office/drawing/2014/main" id="{82F77C6E-DF3A-1D31-0E15-7C941452877D}"/>
              </a:ext>
            </a:extLst>
          </p:cNvPr>
          <p:cNvGrpSpPr>
            <a:grpSpLocks/>
          </p:cNvGrpSpPr>
          <p:nvPr/>
        </p:nvGrpSpPr>
        <p:grpSpPr bwMode="auto">
          <a:xfrm>
            <a:off x="12377738" y="0"/>
            <a:ext cx="3692525" cy="6640513"/>
            <a:chOff x="12377592" y="0"/>
            <a:chExt cx="3693389" cy="6640345"/>
          </a:xfrm>
        </p:grpSpPr>
        <p:sp>
          <p:nvSpPr>
            <p:cNvPr id="3" name="Rechthoek 6">
              <a:extLst>
                <a:ext uri="{FF2B5EF4-FFF2-40B4-BE49-F238E27FC236}">
                  <a16:creationId xmlns:a16="http://schemas.microsoft.com/office/drawing/2014/main" id="{872C9FD7-C6BF-55AD-33A6-A9B066A6D294}"/>
                </a:ext>
              </a:extLst>
            </p:cNvPr>
            <p:cNvSpPr/>
            <p:nvPr/>
          </p:nvSpPr>
          <p:spPr>
            <a:xfrm>
              <a:off x="12377592" y="0"/>
              <a:ext cx="3593353" cy="5991073"/>
            </a:xfrm>
            <a:prstGeom prst="rect">
              <a:avLst/>
            </a:prstGeom>
            <a:solidFill>
              <a:srgbClr val="FFFFFF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Insert/edit an image</a:t>
              </a:r>
            </a:p>
          </p:txBody>
        </p:sp>
        <p:sp>
          <p:nvSpPr>
            <p:cNvPr id="4" name="Ovaal 17">
              <a:extLst>
                <a:ext uri="{FF2B5EF4-FFF2-40B4-BE49-F238E27FC236}">
                  <a16:creationId xmlns:a16="http://schemas.microsoft.com/office/drawing/2014/main" id="{FB816877-66B8-3D95-FDDE-5A0DE50C09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60170" y="465319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5" name="Rechthoek 18">
              <a:extLst>
                <a:ext uri="{FF2B5EF4-FFF2-40B4-BE49-F238E27FC236}">
                  <a16:creationId xmlns:a16="http://schemas.microsoft.com/office/drawing/2014/main" id="{B45EFD19-B98D-07FF-8B96-39A838259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348" y="465319"/>
              <a:ext cx="2962701" cy="668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‘Slidebuilder’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‘Images’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6" name="Ovaal 20">
              <a:extLst>
                <a:ext uri="{FF2B5EF4-FFF2-40B4-BE49-F238E27FC236}">
                  <a16:creationId xmlns:a16="http://schemas.microsoft.com/office/drawing/2014/main" id="{C9BE262C-A02E-6644-1489-C6F8EA1997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60170" y="2633938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7" name="Rechthoek 21">
              <a:extLst>
                <a:ext uri="{FF2B5EF4-FFF2-40B4-BE49-F238E27FC236}">
                  <a16:creationId xmlns:a16="http://schemas.microsoft.com/office/drawing/2014/main" id="{926E3C2C-D1C0-F317-003F-BA0E452CD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348" y="2633938"/>
              <a:ext cx="3126342" cy="4627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" name="Ovaal 22">
              <a:extLst>
                <a:ext uri="{FF2B5EF4-FFF2-40B4-BE49-F238E27FC236}">
                  <a16:creationId xmlns:a16="http://schemas.microsoft.com/office/drawing/2014/main" id="{AF10AF8C-109B-6586-B282-1742ACA017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60170" y="4226365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" name="Rechthoek 23">
              <a:extLst>
                <a:ext uri="{FF2B5EF4-FFF2-40B4-BE49-F238E27FC236}">
                  <a16:creationId xmlns:a16="http://schemas.microsoft.com/office/drawing/2014/main" id="{419D9228-AC89-308F-BB02-91BA16CB9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348" y="4226365"/>
              <a:ext cx="2944678" cy="8209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0" name="Rechthoek 24">
              <a:extLst>
                <a:ext uri="{FF2B5EF4-FFF2-40B4-BE49-F238E27FC236}">
                  <a16:creationId xmlns:a16="http://schemas.microsoft.com/office/drawing/2014/main" id="{AA203D24-7842-9D6E-D5FB-A4577D066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6926" y="3200262"/>
              <a:ext cx="1239213" cy="719916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12701">
              <a:solidFill>
                <a:srgbClr val="D3D3D3"/>
              </a:solidFill>
              <a:miter lim="800000"/>
              <a:headEnd/>
              <a:tailEnd/>
            </a:ln>
          </p:spPr>
          <p:txBody>
            <a:bodyPr lIns="71999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/>
              <a:endParaRPr lang="en-GB" altLang="en-NL" sz="1000" i="1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1" name="Groep 25">
              <a:extLst>
                <a:ext uri="{FF2B5EF4-FFF2-40B4-BE49-F238E27FC236}">
                  <a16:creationId xmlns:a16="http://schemas.microsoft.com/office/drawing/2014/main" id="{430C395D-A056-483D-3B3C-3BCFB6A31E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77942" y="3479785"/>
              <a:ext cx="1222991" cy="563928"/>
              <a:chOff x="13677942" y="3479785"/>
              <a:chExt cx="1222991" cy="563928"/>
            </a:xfrm>
          </p:grpSpPr>
          <p:sp>
            <p:nvSpPr>
              <p:cNvPr id="50" name="Rechthoek 64">
                <a:extLst>
                  <a:ext uri="{FF2B5EF4-FFF2-40B4-BE49-F238E27FC236}">
                    <a16:creationId xmlns:a16="http://schemas.microsoft.com/office/drawing/2014/main" id="{A546386A-77BC-3CDC-CE31-F0D14DE3EE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77942" y="3479785"/>
                <a:ext cx="1176476" cy="504849"/>
              </a:xfrm>
              <a:prstGeom prst="rect">
                <a:avLst/>
              </a:prstGeom>
              <a:solidFill>
                <a:srgbClr val="FFFFFF"/>
              </a:solidFill>
              <a:ln w="12701">
                <a:solidFill>
                  <a:srgbClr val="D1D1D1"/>
                </a:solidFill>
                <a:miter lim="800000"/>
                <a:headEnd/>
                <a:tailEnd/>
              </a:ln>
            </p:spPr>
            <p:txBody>
              <a:bodyPr lIns="107999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altLang="en-NL" sz="80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1" name="Rechthoek 65">
                <a:extLst>
                  <a:ext uri="{FF2B5EF4-FFF2-40B4-BE49-F238E27FC236}">
                    <a16:creationId xmlns:a16="http://schemas.microsoft.com/office/drawing/2014/main" id="{8108C5D0-FCD9-784A-F34C-11B8699D07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4178" y="3733412"/>
                <a:ext cx="1164003" cy="24670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/>
                <a:endPara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2" name="Groep 66">
                <a:extLst>
                  <a:ext uri="{FF2B5EF4-FFF2-40B4-BE49-F238E27FC236}">
                    <a16:creationId xmlns:a16="http://schemas.microsoft.com/office/drawing/2014/main" id="{A2840A28-4771-1EA5-92E8-92CD88417E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759891" y="3541123"/>
                <a:ext cx="155950" cy="131920"/>
                <a:chOff x="13759891" y="3541123"/>
                <a:chExt cx="155950" cy="131920"/>
              </a:xfrm>
            </p:grpSpPr>
            <p:sp>
              <p:nvSpPr>
                <p:cNvPr id="65" name="Rechthoek: afgeronde hoeken 79">
                  <a:extLst>
                    <a:ext uri="{FF2B5EF4-FFF2-40B4-BE49-F238E27FC236}">
                      <a16:creationId xmlns:a16="http://schemas.microsoft.com/office/drawing/2014/main" id="{4403894F-70D5-F2FF-44CF-8E24F14B34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759891" y="3541123"/>
                  <a:ext cx="155950" cy="131920"/>
                </a:xfrm>
                <a:custGeom>
                  <a:avLst/>
                  <a:gdLst>
                    <a:gd name="T0" fmla="*/ 77975 w 155950"/>
                    <a:gd name="T1" fmla="*/ 0 h 131920"/>
                    <a:gd name="T2" fmla="*/ 155950 w 155950"/>
                    <a:gd name="T3" fmla="*/ 65960 h 131920"/>
                    <a:gd name="T4" fmla="*/ 77975 w 155950"/>
                    <a:gd name="T5" fmla="*/ 131920 h 131920"/>
                    <a:gd name="T6" fmla="*/ 0 w 155950"/>
                    <a:gd name="T7" fmla="*/ 65960 h 131920"/>
                    <a:gd name="T8" fmla="*/ 17694720 60000 65536"/>
                    <a:gd name="T9" fmla="*/ 0 60000 65536"/>
                    <a:gd name="T10" fmla="*/ 5898240 60000 65536"/>
                    <a:gd name="T11" fmla="*/ 11796480 60000 65536"/>
                    <a:gd name="T12" fmla="*/ 1125 w 155950"/>
                    <a:gd name="T13" fmla="*/ 1125 h 131920"/>
                    <a:gd name="T14" fmla="*/ 154825 w 155950"/>
                    <a:gd name="T15" fmla="*/ 130795 h 13192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5950" h="131920">
                      <a:moveTo>
                        <a:pt x="3842" y="0"/>
                      </a:moveTo>
                      <a:lnTo>
                        <a:pt x="3842" y="0"/>
                      </a:lnTo>
                      <a:cubicBezTo>
                        <a:pt x="1720" y="0"/>
                        <a:pt x="0" y="1720"/>
                        <a:pt x="0" y="3841"/>
                      </a:cubicBezTo>
                      <a:lnTo>
                        <a:pt x="0" y="128078"/>
                      </a:lnTo>
                      <a:lnTo>
                        <a:pt x="0" y="128077"/>
                      </a:lnTo>
                      <a:cubicBezTo>
                        <a:pt x="0" y="130199"/>
                        <a:pt x="1720" y="131919"/>
                        <a:pt x="3841" y="131919"/>
                      </a:cubicBezTo>
                      <a:lnTo>
                        <a:pt x="152108" y="131920"/>
                      </a:lnTo>
                      <a:lnTo>
                        <a:pt x="152108" y="131919"/>
                      </a:lnTo>
                      <a:cubicBezTo>
                        <a:pt x="154229" y="131919"/>
                        <a:pt x="155950" y="130199"/>
                        <a:pt x="155950" y="128078"/>
                      </a:cubicBezTo>
                      <a:lnTo>
                        <a:pt x="155950" y="3842"/>
                      </a:lnTo>
                      <a:cubicBezTo>
                        <a:pt x="155950" y="1720"/>
                        <a:pt x="154229" y="0"/>
                        <a:pt x="152108" y="0"/>
                      </a:cubicBezTo>
                      <a:lnTo>
                        <a:pt x="384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701" cap="flat">
                  <a:solidFill>
                    <a:srgbClr val="81818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lIns="107999" tIns="0" rIns="0" bIns="0" anchor="ctr"/>
                <a:lstStyle/>
                <a:p>
                  <a:endParaRPr lang="en-NL"/>
                </a:p>
              </p:txBody>
            </p:sp>
            <p:sp>
              <p:nvSpPr>
                <p:cNvPr id="66" name="Rechthoek 80">
                  <a:extLst>
                    <a:ext uri="{FF2B5EF4-FFF2-40B4-BE49-F238E27FC236}">
                      <a16:creationId xmlns:a16="http://schemas.microsoft.com/office/drawing/2014/main" id="{F83AD6CE-BEB1-8724-35F4-9184DDB914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781599" y="3559228"/>
                  <a:ext cx="117582" cy="1601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7" name="Rechthoek 81">
                  <a:extLst>
                    <a:ext uri="{FF2B5EF4-FFF2-40B4-BE49-F238E27FC236}">
                      <a16:creationId xmlns:a16="http://schemas.microsoft.com/office/drawing/2014/main" id="{A99CC960-3CEE-2908-5AB3-39458E9224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781599" y="3586349"/>
                  <a:ext cx="45756" cy="69997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8" name="Rechthoek 82">
                  <a:extLst>
                    <a:ext uri="{FF2B5EF4-FFF2-40B4-BE49-F238E27FC236}">
                      <a16:creationId xmlns:a16="http://schemas.microsoft.com/office/drawing/2014/main" id="{F6C66287-7B74-2EA0-5915-C06135C2A5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841556" y="3590355"/>
                  <a:ext cx="52111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9" name="Rechthoek 83">
                  <a:extLst>
                    <a:ext uri="{FF2B5EF4-FFF2-40B4-BE49-F238E27FC236}">
                      <a16:creationId xmlns:a16="http://schemas.microsoft.com/office/drawing/2014/main" id="{CED87A70-FC76-49C6-75A7-F1BDDC95CC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841556" y="3618408"/>
                  <a:ext cx="26746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0" name="Rechthoek 84">
                  <a:extLst>
                    <a:ext uri="{FF2B5EF4-FFF2-40B4-BE49-F238E27FC236}">
                      <a16:creationId xmlns:a16="http://schemas.microsoft.com/office/drawing/2014/main" id="{2A939142-D258-7D62-091E-2434188B54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841556" y="3646462"/>
                  <a:ext cx="26746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3" name="Groep 67">
                <a:extLst>
                  <a:ext uri="{FF2B5EF4-FFF2-40B4-BE49-F238E27FC236}">
                    <a16:creationId xmlns:a16="http://schemas.microsoft.com/office/drawing/2014/main" id="{93A5E9F0-138D-C180-53E2-C8A43B5F28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740332" y="3770784"/>
                <a:ext cx="166740" cy="218962"/>
                <a:chOff x="13740332" y="3770784"/>
                <a:chExt cx="166740" cy="218962"/>
              </a:xfrm>
            </p:grpSpPr>
            <p:grpSp>
              <p:nvGrpSpPr>
                <p:cNvPr id="57" name="Groep 71">
                  <a:extLst>
                    <a:ext uri="{FF2B5EF4-FFF2-40B4-BE49-F238E27FC236}">
                      <a16:creationId xmlns:a16="http://schemas.microsoft.com/office/drawing/2014/main" id="{5CDDF91C-7741-605F-9E35-76923747836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763274" y="3792473"/>
                  <a:ext cx="143798" cy="121642"/>
                  <a:chOff x="13763274" y="3792473"/>
                  <a:chExt cx="143798" cy="121642"/>
                </a:xfrm>
              </p:grpSpPr>
              <p:sp>
                <p:nvSpPr>
                  <p:cNvPr id="59" name="Rechthoek: afgeronde hoeken 73">
                    <a:extLst>
                      <a:ext uri="{FF2B5EF4-FFF2-40B4-BE49-F238E27FC236}">
                        <a16:creationId xmlns:a16="http://schemas.microsoft.com/office/drawing/2014/main" id="{BBB608BE-F615-5812-4F3F-5CB7015ACA4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3763274" y="3792473"/>
                    <a:ext cx="143798" cy="121642"/>
                  </a:xfrm>
                  <a:custGeom>
                    <a:avLst/>
                    <a:gdLst>
                      <a:gd name="T0" fmla="*/ 71899 w 143798"/>
                      <a:gd name="T1" fmla="*/ 0 h 121642"/>
                      <a:gd name="T2" fmla="*/ 143798 w 143798"/>
                      <a:gd name="T3" fmla="*/ 60821 h 121642"/>
                      <a:gd name="T4" fmla="*/ 71899 w 143798"/>
                      <a:gd name="T5" fmla="*/ 121642 h 121642"/>
                      <a:gd name="T6" fmla="*/ 0 w 143798"/>
                      <a:gd name="T7" fmla="*/ 60821 h 121642"/>
                      <a:gd name="T8" fmla="*/ 17694720 60000 65536"/>
                      <a:gd name="T9" fmla="*/ 0 60000 65536"/>
                      <a:gd name="T10" fmla="*/ 5898240 60000 65536"/>
                      <a:gd name="T11" fmla="*/ 11796480 60000 65536"/>
                      <a:gd name="T12" fmla="*/ 1038 w 143798"/>
                      <a:gd name="T13" fmla="*/ 1038 h 121642"/>
                      <a:gd name="T14" fmla="*/ 142760 w 143798"/>
                      <a:gd name="T15" fmla="*/ 120604 h 121642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43798" h="121642">
                        <a:moveTo>
                          <a:pt x="3542" y="0"/>
                        </a:moveTo>
                        <a:lnTo>
                          <a:pt x="3542" y="0"/>
                        </a:lnTo>
                        <a:cubicBezTo>
                          <a:pt x="1585" y="0"/>
                          <a:pt x="0" y="1585"/>
                          <a:pt x="0" y="3541"/>
                        </a:cubicBezTo>
                        <a:lnTo>
                          <a:pt x="0" y="118100"/>
                        </a:lnTo>
                        <a:lnTo>
                          <a:pt x="0" y="118099"/>
                        </a:lnTo>
                        <a:cubicBezTo>
                          <a:pt x="0" y="120056"/>
                          <a:pt x="1585" y="121641"/>
                          <a:pt x="3541" y="121641"/>
                        </a:cubicBezTo>
                        <a:lnTo>
                          <a:pt x="140256" y="121642"/>
                        </a:lnTo>
                        <a:lnTo>
                          <a:pt x="140256" y="121641"/>
                        </a:lnTo>
                        <a:cubicBezTo>
                          <a:pt x="142212" y="121641"/>
                          <a:pt x="143798" y="120056"/>
                          <a:pt x="143798" y="118100"/>
                        </a:cubicBezTo>
                        <a:lnTo>
                          <a:pt x="143798" y="3542"/>
                        </a:lnTo>
                        <a:cubicBezTo>
                          <a:pt x="143798" y="1585"/>
                          <a:pt x="142212" y="0"/>
                          <a:pt x="140256" y="0"/>
                        </a:cubicBezTo>
                        <a:lnTo>
                          <a:pt x="354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2701" cap="flat">
                    <a:solidFill>
                      <a:srgbClr val="818181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lIns="107999" tIns="0" rIns="0" bIns="0" anchor="ctr"/>
                  <a:lstStyle/>
                  <a:p>
                    <a:endParaRPr lang="en-NL"/>
                  </a:p>
                </p:txBody>
              </p:sp>
              <p:sp>
                <p:nvSpPr>
                  <p:cNvPr id="60" name="Rechthoek 74">
                    <a:extLst>
                      <a:ext uri="{FF2B5EF4-FFF2-40B4-BE49-F238E27FC236}">
                        <a16:creationId xmlns:a16="http://schemas.microsoft.com/office/drawing/2014/main" id="{3DF450FE-E2DC-9B7C-6DC6-D96C67EFA6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783290" y="3809170"/>
                    <a:ext cx="108420" cy="14767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1" name="Rechthoek 75">
                    <a:extLst>
                      <a:ext uri="{FF2B5EF4-FFF2-40B4-BE49-F238E27FC236}">
                        <a16:creationId xmlns:a16="http://schemas.microsoft.com/office/drawing/2014/main" id="{97492E8E-4B80-0389-986C-C1C8B02141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783290" y="3834179"/>
                    <a:ext cx="42190" cy="64538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2" name="Rechthoek 76">
                    <a:extLst>
                      <a:ext uri="{FF2B5EF4-FFF2-40B4-BE49-F238E27FC236}">
                        <a16:creationId xmlns:a16="http://schemas.microsoft.com/office/drawing/2014/main" id="{DECA3A0C-7F74-B63F-55BE-5A42A138C76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838575" y="3837873"/>
                    <a:ext cx="4805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3" name="Rechthoek 77">
                    <a:extLst>
                      <a:ext uri="{FF2B5EF4-FFF2-40B4-BE49-F238E27FC236}">
                        <a16:creationId xmlns:a16="http://schemas.microsoft.com/office/drawing/2014/main" id="{D733DB15-DC82-BAC2-3E55-DEC16F85232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838575" y="3863742"/>
                    <a:ext cx="2466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4" name="Rechthoek 78">
                    <a:extLst>
                      <a:ext uri="{FF2B5EF4-FFF2-40B4-BE49-F238E27FC236}">
                        <a16:creationId xmlns:a16="http://schemas.microsoft.com/office/drawing/2014/main" id="{A5AE2679-5BE0-7D35-406C-77588A30EC2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838575" y="3889610"/>
                    <a:ext cx="2466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58" name="Boog 72">
                  <a:extLst>
                    <a:ext uri="{FF2B5EF4-FFF2-40B4-BE49-F238E27FC236}">
                      <a16:creationId xmlns:a16="http://schemas.microsoft.com/office/drawing/2014/main" id="{05E90719-8A1E-BF93-8EF0-876A5D475E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-3962915">
                  <a:off x="13676891" y="3834225"/>
                  <a:ext cx="218962" cy="92080"/>
                </a:xfrm>
                <a:custGeom>
                  <a:avLst/>
                  <a:gdLst>
                    <a:gd name="T0" fmla="*/ 109481 w 218962"/>
                    <a:gd name="T1" fmla="*/ 0 h 92080"/>
                    <a:gd name="T2" fmla="*/ 218962 w 218962"/>
                    <a:gd name="T3" fmla="*/ 46040 h 92080"/>
                    <a:gd name="T4" fmla="*/ 109481 w 218962"/>
                    <a:gd name="T5" fmla="*/ 92080 h 92080"/>
                    <a:gd name="T6" fmla="*/ 0 w 218962"/>
                    <a:gd name="T7" fmla="*/ 46040 h 92080"/>
                    <a:gd name="T8" fmla="*/ 105456 w 218962"/>
                    <a:gd name="T9" fmla="*/ 31 h 92080"/>
                    <a:gd name="T10" fmla="*/ 109481 w 218962"/>
                    <a:gd name="T11" fmla="*/ 46040 h 92080"/>
                    <a:gd name="T12" fmla="*/ 188429 w 218962"/>
                    <a:gd name="T13" fmla="*/ 77937 h 92080"/>
                    <a:gd name="T14" fmla="*/ 17694720 60000 65536"/>
                    <a:gd name="T15" fmla="*/ 0 60000 65536"/>
                    <a:gd name="T16" fmla="*/ 5898240 60000 65536"/>
                    <a:gd name="T17" fmla="*/ 11796480 60000 65536"/>
                    <a:gd name="T18" fmla="*/ 11796480 60000 65536"/>
                    <a:gd name="T19" fmla="*/ 11796480 60000 65536"/>
                    <a:gd name="T20" fmla="*/ 5898240 60000 65536"/>
                    <a:gd name="T21" fmla="*/ 105456 w 218962"/>
                    <a:gd name="T22" fmla="*/ 0 h 92080"/>
                    <a:gd name="T23" fmla="*/ 218962 w 218962"/>
                    <a:gd name="T24" fmla="*/ 77937 h 9208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18962" h="92080" stroke="0">
                      <a:moveTo>
                        <a:pt x="105456" y="31"/>
                      </a:moveTo>
                      <a:lnTo>
                        <a:pt x="105456" y="31"/>
                      </a:lnTo>
                      <a:cubicBezTo>
                        <a:pt x="106797" y="10"/>
                        <a:pt x="108138" y="0"/>
                        <a:pt x="109481" y="0"/>
                      </a:cubicBezTo>
                      <a:cubicBezTo>
                        <a:pt x="169945" y="0"/>
                        <a:pt x="218962" y="20612"/>
                        <a:pt x="218962" y="46040"/>
                      </a:cubicBezTo>
                      <a:cubicBezTo>
                        <a:pt x="218962" y="57931"/>
                        <a:pt x="208020" y="69361"/>
                        <a:pt x="188429" y="77936"/>
                      </a:cubicBezTo>
                      <a:lnTo>
                        <a:pt x="109481" y="46040"/>
                      </a:lnTo>
                      <a:lnTo>
                        <a:pt x="105456" y="31"/>
                      </a:lnTo>
                      <a:close/>
                    </a:path>
                    <a:path w="218962" h="92080" fill="none">
                      <a:moveTo>
                        <a:pt x="105456" y="31"/>
                      </a:moveTo>
                      <a:lnTo>
                        <a:pt x="105456" y="31"/>
                      </a:lnTo>
                      <a:cubicBezTo>
                        <a:pt x="106797" y="10"/>
                        <a:pt x="108138" y="0"/>
                        <a:pt x="109481" y="0"/>
                      </a:cubicBezTo>
                      <a:cubicBezTo>
                        <a:pt x="169945" y="0"/>
                        <a:pt x="218962" y="20612"/>
                        <a:pt x="218962" y="46040"/>
                      </a:cubicBezTo>
                      <a:cubicBezTo>
                        <a:pt x="218962" y="57931"/>
                        <a:pt x="208020" y="69361"/>
                        <a:pt x="188429" y="77936"/>
                      </a:cubicBezTo>
                    </a:path>
                  </a:pathLst>
                </a:custGeom>
                <a:noFill/>
                <a:ln w="19046" cap="flat">
                  <a:solidFill>
                    <a:srgbClr val="4D82B8"/>
                  </a:solidFill>
                  <a:prstDash val="solid"/>
                  <a:round/>
                  <a:headEnd type="arrow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 anchorCtr="1"/>
                <a:lstStyle/>
                <a:p>
                  <a:endParaRPr lang="en-NL"/>
                </a:p>
              </p:txBody>
            </p:sp>
          </p:grpSp>
          <p:sp>
            <p:nvSpPr>
              <p:cNvPr id="54" name="Tekstvak 68">
                <a:extLst>
                  <a:ext uri="{FF2B5EF4-FFF2-40B4-BE49-F238E27FC236}">
                    <a16:creationId xmlns:a16="http://schemas.microsoft.com/office/drawing/2014/main" id="{A5E6CC88-4CC4-748E-DE1D-F9264037F2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18301" y="3541123"/>
                <a:ext cx="896112" cy="1347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55" name="Tekstvak 69">
                <a:extLst>
                  <a:ext uri="{FF2B5EF4-FFF2-40B4-BE49-F238E27FC236}">
                    <a16:creationId xmlns:a16="http://schemas.microsoft.com/office/drawing/2014/main" id="{E4E205C7-50EB-0951-C931-DDF2EC3677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04878" y="3793552"/>
                <a:ext cx="909544" cy="1264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56" name="Vrije vorm: vorm 70">
                <a:extLst>
                  <a:ext uri="{FF2B5EF4-FFF2-40B4-BE49-F238E27FC236}">
                    <a16:creationId xmlns:a16="http://schemas.microsoft.com/office/drawing/2014/main" id="{A49A3EFC-854A-F0EF-AA08-0F689B2376EA}"/>
                  </a:ext>
                </a:extLst>
              </p:cNvPr>
              <p:cNvSpPr/>
              <p:nvPr/>
            </p:nvSpPr>
            <p:spPr>
              <a:xfrm>
                <a:off x="14803859" y="3863877"/>
                <a:ext cx="96860" cy="17938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880280"/>
                  <a:gd name="f7" fmla="val 1624084"/>
                  <a:gd name="f8" fmla="val 1262418"/>
                  <a:gd name="f9" fmla="val 313898"/>
                  <a:gd name="f10" fmla="val 996287"/>
                  <a:gd name="f11" fmla="val 620973"/>
                  <a:gd name="f12" fmla="val 839337"/>
                  <a:gd name="f13" fmla="val 1480782"/>
                  <a:gd name="f14" fmla="val 498144"/>
                  <a:gd name="f15" fmla="val 900753"/>
                  <a:gd name="f16" fmla="val 893929"/>
                  <a:gd name="f17" fmla="+- 0 0 -90"/>
                  <a:gd name="f18" fmla="*/ f3 1 880280"/>
                  <a:gd name="f19" fmla="*/ f4 1 1624084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880280"/>
                  <a:gd name="f28" fmla="*/ f24 1 1624084"/>
                  <a:gd name="f29" fmla="*/ 0 f25 1"/>
                  <a:gd name="f30" fmla="*/ 0 f24 1"/>
                  <a:gd name="f31" fmla="*/ 1262418 f24 1"/>
                  <a:gd name="f32" fmla="*/ 620973 f25 1"/>
                  <a:gd name="f33" fmla="*/ 1624084 f24 1"/>
                  <a:gd name="f34" fmla="*/ 839337 f25 1"/>
                  <a:gd name="f35" fmla="*/ 1480782 f24 1"/>
                  <a:gd name="f36" fmla="*/ 900753 f24 1"/>
                  <a:gd name="f37" fmla="*/ 880280 f25 1"/>
                  <a:gd name="f38" fmla="*/ 893929 f24 1"/>
                  <a:gd name="f39" fmla="*/ 313898 f25 1"/>
                  <a:gd name="f40" fmla="*/ 996287 f24 1"/>
                  <a:gd name="f41" fmla="*/ 498144 f25 1"/>
                  <a:gd name="f42" fmla="+- f26 0 f1"/>
                  <a:gd name="f43" fmla="*/ f29 1 880280"/>
                  <a:gd name="f44" fmla="*/ f30 1 1624084"/>
                  <a:gd name="f45" fmla="*/ f31 1 1624084"/>
                  <a:gd name="f46" fmla="*/ f32 1 880280"/>
                  <a:gd name="f47" fmla="*/ f33 1 1624084"/>
                  <a:gd name="f48" fmla="*/ f34 1 880280"/>
                  <a:gd name="f49" fmla="*/ f35 1 1624084"/>
                  <a:gd name="f50" fmla="*/ f36 1 1624084"/>
                  <a:gd name="f51" fmla="*/ f37 1 880280"/>
                  <a:gd name="f52" fmla="*/ f38 1 1624084"/>
                  <a:gd name="f53" fmla="*/ f39 1 880280"/>
                  <a:gd name="f54" fmla="*/ f40 1 1624084"/>
                  <a:gd name="f55" fmla="*/ f41 1 880280"/>
                  <a:gd name="f56" fmla="*/ f20 1 f27"/>
                  <a:gd name="f57" fmla="*/ f21 1 f27"/>
                  <a:gd name="f58" fmla="*/ f20 1 f28"/>
                  <a:gd name="f59" fmla="*/ f22 1 f28"/>
                  <a:gd name="f60" fmla="*/ f43 1 f27"/>
                  <a:gd name="f61" fmla="*/ f44 1 f28"/>
                  <a:gd name="f62" fmla="*/ f45 1 f28"/>
                  <a:gd name="f63" fmla="*/ f53 1 f27"/>
                  <a:gd name="f64" fmla="*/ f54 1 f28"/>
                  <a:gd name="f65" fmla="*/ f46 1 f27"/>
                  <a:gd name="f66" fmla="*/ f47 1 f28"/>
                  <a:gd name="f67" fmla="*/ f48 1 f27"/>
                  <a:gd name="f68" fmla="*/ f49 1 f28"/>
                  <a:gd name="f69" fmla="*/ f55 1 f27"/>
                  <a:gd name="f70" fmla="*/ f50 1 f28"/>
                  <a:gd name="f71" fmla="*/ f51 1 f27"/>
                  <a:gd name="f72" fmla="*/ f52 1 f28"/>
                  <a:gd name="f73" fmla="*/ f56 f18 1"/>
                  <a:gd name="f74" fmla="*/ f57 f18 1"/>
                  <a:gd name="f75" fmla="*/ f59 f19 1"/>
                  <a:gd name="f76" fmla="*/ f58 f19 1"/>
                  <a:gd name="f77" fmla="*/ f60 f18 1"/>
                  <a:gd name="f78" fmla="*/ f61 f19 1"/>
                  <a:gd name="f79" fmla="*/ f62 f19 1"/>
                  <a:gd name="f80" fmla="*/ f63 f18 1"/>
                  <a:gd name="f81" fmla="*/ f64 f19 1"/>
                  <a:gd name="f82" fmla="*/ f65 f18 1"/>
                  <a:gd name="f83" fmla="*/ f66 f19 1"/>
                  <a:gd name="f84" fmla="*/ f67 f18 1"/>
                  <a:gd name="f85" fmla="*/ f68 f19 1"/>
                  <a:gd name="f86" fmla="*/ f69 f18 1"/>
                  <a:gd name="f87" fmla="*/ f70 f19 1"/>
                  <a:gd name="f88" fmla="*/ f71 f18 1"/>
                  <a:gd name="f89" fmla="*/ f72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42">
                    <a:pos x="f77" y="f78"/>
                  </a:cxn>
                  <a:cxn ang="f42">
                    <a:pos x="f77" y="f79"/>
                  </a:cxn>
                  <a:cxn ang="f42">
                    <a:pos x="f80" y="f81"/>
                  </a:cxn>
                  <a:cxn ang="f42">
                    <a:pos x="f82" y="f83"/>
                  </a:cxn>
                  <a:cxn ang="f42">
                    <a:pos x="f84" y="f85"/>
                  </a:cxn>
                  <a:cxn ang="f42">
                    <a:pos x="f86" y="f87"/>
                  </a:cxn>
                  <a:cxn ang="f42">
                    <a:pos x="f88" y="f89"/>
                  </a:cxn>
                  <a:cxn ang="f42">
                    <a:pos x="f77" y="f78"/>
                  </a:cxn>
                </a:cxnLst>
                <a:rect l="f73" t="f76" r="f74" b="f75"/>
                <a:pathLst>
                  <a:path w="880280" h="1624084">
                    <a:moveTo>
                      <a:pt x="f5" y="f5"/>
                    </a:moveTo>
                    <a:lnTo>
                      <a:pt x="f5" y="f8"/>
                    </a:lnTo>
                    <a:lnTo>
                      <a:pt x="f9" y="f10"/>
                    </a:lnTo>
                    <a:lnTo>
                      <a:pt x="f11" y="f7"/>
                    </a:lnTo>
                    <a:lnTo>
                      <a:pt x="f12" y="f13"/>
                    </a:lnTo>
                    <a:lnTo>
                      <a:pt x="f14" y="f15"/>
                    </a:lnTo>
                    <a:lnTo>
                      <a:pt x="f6" y="f16"/>
                    </a:lnTo>
                    <a:lnTo>
                      <a:pt x="f5" y="f5"/>
                    </a:lnTo>
                    <a:close/>
                  </a:path>
                </a:pathLst>
              </a:custGeom>
              <a:solidFill>
                <a:srgbClr val="FFFFFF"/>
              </a:solidFill>
              <a:ln w="12701" cap="flat">
                <a:solidFill>
                  <a:srgbClr val="000000"/>
                </a:solidFill>
                <a:prstDash val="solid"/>
                <a:miter/>
              </a:ln>
            </p:spPr>
            <p:txBody>
              <a:bodyPr lIns="179999" tIns="179999" rIns="179999" bIns="179999" anchor="ctr" anchorCtr="1"/>
              <a:lstStyle/>
              <a:p>
                <a:pPr algn="ctr"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600" cap="all">
                  <a:solidFill>
                    <a:srgbClr val="FFFFFF"/>
                  </a:solidFill>
                  <a:latin typeface="Calibri" pitchFamily="34"/>
                  <a:cs typeface="Calibri" pitchFamily="34"/>
                </a:endParaRPr>
              </a:p>
            </p:txBody>
          </p:sp>
        </p:grpSp>
        <p:grpSp>
          <p:nvGrpSpPr>
            <p:cNvPr id="12" name="Groep 26">
              <a:extLst>
                <a:ext uri="{FF2B5EF4-FFF2-40B4-BE49-F238E27FC236}">
                  <a16:creationId xmlns:a16="http://schemas.microsoft.com/office/drawing/2014/main" id="{A5415715-5D37-D96C-E63C-B8A7EDC57E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77592" y="5680655"/>
              <a:ext cx="3693389" cy="959690"/>
              <a:chOff x="12377592" y="5680655"/>
              <a:chExt cx="3693389" cy="959690"/>
            </a:xfrm>
          </p:grpSpPr>
          <p:sp>
            <p:nvSpPr>
              <p:cNvPr id="40" name="Rechthoek 54">
                <a:extLst>
                  <a:ext uri="{FF2B5EF4-FFF2-40B4-BE49-F238E27FC236}">
                    <a16:creationId xmlns:a16="http://schemas.microsoft.com/office/drawing/2014/main" id="{C6AEBA5A-0E97-B3ED-E68D-04C1625828D8}"/>
                  </a:ext>
                </a:extLst>
              </p:cNvPr>
              <p:cNvSpPr/>
              <p:nvPr/>
            </p:nvSpPr>
            <p:spPr>
              <a:xfrm>
                <a:off x="12377592" y="5811691"/>
                <a:ext cx="3593353" cy="828654"/>
              </a:xfrm>
              <a:prstGeom prst="rect">
                <a:avLst/>
              </a:prstGeom>
              <a:solidFill>
                <a:srgbClr val="ECECEC"/>
              </a:solidFill>
              <a:ln w="6345" cap="flat">
                <a:solidFill>
                  <a:srgbClr val="ECECEC"/>
                </a:solidFill>
                <a:prstDash val="solid"/>
                <a:miter/>
              </a:ln>
            </p:spPr>
            <p:txBody>
              <a:bodyPr lIns="179999" tIns="143999" rIns="179999" bIns="143999" anchor="ctr"/>
              <a:lstStyle/>
              <a:p>
                <a:pPr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Want to know more?</a:t>
                </a:r>
                <a:b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</a:b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Go to the tab</a:t>
                </a: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 'SLIDEBUILDER’ </a:t>
                </a: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and click</a:t>
                </a:r>
                <a:b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</a:b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on the button </a:t>
                </a: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‘Inspiration'</a:t>
                </a:r>
              </a:p>
            </p:txBody>
          </p:sp>
          <p:grpSp>
            <p:nvGrpSpPr>
              <p:cNvPr id="41" name="ICOON_info">
                <a:extLst>
                  <a:ext uri="{FF2B5EF4-FFF2-40B4-BE49-F238E27FC236}">
                    <a16:creationId xmlns:a16="http://schemas.microsoft.com/office/drawing/2014/main" id="{82234DD0-7803-FB82-D4B6-CFA7248DF2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787298" y="5680655"/>
                <a:ext cx="283683" cy="283683"/>
                <a:chOff x="15787298" y="5680655"/>
                <a:chExt cx="283683" cy="283683"/>
              </a:xfrm>
            </p:grpSpPr>
            <p:sp>
              <p:nvSpPr>
                <p:cNvPr id="48" name="Ovaal 62">
                  <a:extLst>
                    <a:ext uri="{FF2B5EF4-FFF2-40B4-BE49-F238E27FC236}">
                      <a16:creationId xmlns:a16="http://schemas.microsoft.com/office/drawing/2014/main" id="{EA336D51-7690-29D9-3309-DBC991ADD1C1}"/>
                    </a:ext>
                  </a:extLst>
                </p:cNvPr>
                <p:cNvSpPr/>
                <p:nvPr/>
              </p:nvSpPr>
              <p:spPr>
                <a:xfrm>
                  <a:off x="15807395" y="5698981"/>
                  <a:ext cx="244532" cy="246057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211F26"/>
                </a:solidFill>
                <a:ln>
                  <a:noFill/>
                  <a:prstDash val="solid"/>
                </a:ln>
              </p:spPr>
              <p:txBody>
                <a:bodyPr lIns="179999" tIns="179999" rIns="179999" bIns="179999" anchor="ctr" anchorCtr="1"/>
                <a:lstStyle/>
                <a:p>
                  <a:pPr algn="ctr" eaLnBrk="1" fontAlgn="auto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600" cap="all">
                    <a:solidFill>
                      <a:srgbClr val="FFFFFF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sp>
              <p:nvSpPr>
                <p:cNvPr id="49" name="Graphic 163" descr="Informatie">
                  <a:extLst>
                    <a:ext uri="{FF2B5EF4-FFF2-40B4-BE49-F238E27FC236}">
                      <a16:creationId xmlns:a16="http://schemas.microsoft.com/office/drawing/2014/main" id="{BEEE719C-8070-AAF9-072E-8013135619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87298" y="5680655"/>
                  <a:ext cx="283683" cy="283683"/>
                </a:xfrm>
                <a:custGeom>
                  <a:avLst/>
                  <a:gdLst>
                    <a:gd name="T0" fmla="*/ 141842 w 291719"/>
                    <a:gd name="T1" fmla="*/ 0 h 291719"/>
                    <a:gd name="T2" fmla="*/ 283683 w 291719"/>
                    <a:gd name="T3" fmla="*/ 141842 h 291719"/>
                    <a:gd name="T4" fmla="*/ 141842 w 291719"/>
                    <a:gd name="T5" fmla="*/ 283683 h 291719"/>
                    <a:gd name="T6" fmla="*/ 0 w 291719"/>
                    <a:gd name="T7" fmla="*/ 141842 h 291719"/>
                    <a:gd name="T8" fmla="*/ 141842 w 291719"/>
                    <a:gd name="T9" fmla="*/ 0 h 291719"/>
                    <a:gd name="T10" fmla="*/ 0 w 291719"/>
                    <a:gd name="T11" fmla="*/ 141842 h 291719"/>
                    <a:gd name="T12" fmla="*/ 141842 w 291719"/>
                    <a:gd name="T13" fmla="*/ 283684 h 291719"/>
                    <a:gd name="T14" fmla="*/ 283684 w 291719"/>
                    <a:gd name="T15" fmla="*/ 141842 h 291719"/>
                    <a:gd name="T16" fmla="*/ 141842 w 291719"/>
                    <a:gd name="T17" fmla="*/ 0 h 291719"/>
                    <a:gd name="T18" fmla="*/ 134376 w 291719"/>
                    <a:gd name="T19" fmla="*/ 37327 h 291719"/>
                    <a:gd name="T20" fmla="*/ 153040 w 291719"/>
                    <a:gd name="T21" fmla="*/ 55990 h 291719"/>
                    <a:gd name="T22" fmla="*/ 134376 w 291719"/>
                    <a:gd name="T23" fmla="*/ 74653 h 291719"/>
                    <a:gd name="T24" fmla="*/ 115713 w 291719"/>
                    <a:gd name="T25" fmla="*/ 55990 h 291719"/>
                    <a:gd name="T26" fmla="*/ 134376 w 291719"/>
                    <a:gd name="T27" fmla="*/ 37327 h 291719"/>
                    <a:gd name="T28" fmla="*/ 179169 w 291719"/>
                    <a:gd name="T29" fmla="*/ 246357 h 291719"/>
                    <a:gd name="T30" fmla="*/ 104515 w 291719"/>
                    <a:gd name="T31" fmla="*/ 246357 h 291719"/>
                    <a:gd name="T32" fmla="*/ 104515 w 291719"/>
                    <a:gd name="T33" fmla="*/ 223961 h 291719"/>
                    <a:gd name="T34" fmla="*/ 130644 w 291719"/>
                    <a:gd name="T35" fmla="*/ 223961 h 291719"/>
                    <a:gd name="T36" fmla="*/ 130644 w 291719"/>
                    <a:gd name="T37" fmla="*/ 111981 h 291719"/>
                    <a:gd name="T38" fmla="*/ 108248 w 291719"/>
                    <a:gd name="T39" fmla="*/ 111981 h 291719"/>
                    <a:gd name="T40" fmla="*/ 108248 w 291719"/>
                    <a:gd name="T41" fmla="*/ 89584 h 291719"/>
                    <a:gd name="T42" fmla="*/ 153040 w 291719"/>
                    <a:gd name="T43" fmla="*/ 89584 h 291719"/>
                    <a:gd name="T44" fmla="*/ 153040 w 291719"/>
                    <a:gd name="T45" fmla="*/ 111981 h 291719"/>
                    <a:gd name="T46" fmla="*/ 153040 w 291719"/>
                    <a:gd name="T47" fmla="*/ 223961 h 291719"/>
                    <a:gd name="T48" fmla="*/ 179169 w 291719"/>
                    <a:gd name="T49" fmla="*/ 223961 h 291719"/>
                    <a:gd name="T50" fmla="*/ 179169 w 291719"/>
                    <a:gd name="T51" fmla="*/ 246357 h 291719"/>
                    <a:gd name="T52" fmla="*/ 17694720 60000 65536"/>
                    <a:gd name="T53" fmla="*/ 0 60000 65536"/>
                    <a:gd name="T54" fmla="*/ 5898240 60000 65536"/>
                    <a:gd name="T55" fmla="*/ 1179648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w 291719"/>
                    <a:gd name="T79" fmla="*/ 0 h 291719"/>
                    <a:gd name="T80" fmla="*/ 291719 w 291719"/>
                    <a:gd name="T81" fmla="*/ 291719 h 291719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T78" t="T79" r="T80" b="T81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NL"/>
                </a:p>
              </p:txBody>
            </p:sp>
          </p:grpSp>
          <p:grpSp>
            <p:nvGrpSpPr>
              <p:cNvPr id="42" name="Groep 56">
                <a:extLst>
                  <a:ext uri="{FF2B5EF4-FFF2-40B4-BE49-F238E27FC236}">
                    <a16:creationId xmlns:a16="http://schemas.microsoft.com/office/drawing/2014/main" id="{E7D53481-F5E0-9119-4DC5-27DEF6BFBC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25601" y="5938003"/>
                <a:ext cx="627799" cy="576684"/>
                <a:chOff x="15225601" y="5938003"/>
                <a:chExt cx="627799" cy="576684"/>
              </a:xfrm>
            </p:grpSpPr>
            <p:grpSp>
              <p:nvGrpSpPr>
                <p:cNvPr id="43" name="Inspireren">
                  <a:extLst>
                    <a:ext uri="{FF2B5EF4-FFF2-40B4-BE49-F238E27FC236}">
                      <a16:creationId xmlns:a16="http://schemas.microsoft.com/office/drawing/2014/main" id="{6B6D20F8-2DC9-A0B4-9CAF-2476828A200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447919" y="5938003"/>
                  <a:ext cx="169776" cy="242380"/>
                  <a:chOff x="15447919" y="5938003"/>
                  <a:chExt cx="169776" cy="242380"/>
                </a:xfrm>
              </p:grpSpPr>
              <p:sp>
                <p:nvSpPr>
                  <p:cNvPr id="45" name="Freeform 12">
                    <a:extLst>
                      <a:ext uri="{FF2B5EF4-FFF2-40B4-BE49-F238E27FC236}">
                        <a16:creationId xmlns:a16="http://schemas.microsoft.com/office/drawing/2014/main" id="{8A5F7FA5-C1EB-A54D-DEAB-FC66FE72742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498119" y="6024826"/>
                    <a:ext cx="68726" cy="62051"/>
                  </a:xfrm>
                  <a:custGeom>
                    <a:avLst/>
                    <a:gdLst>
                      <a:gd name="T0" fmla="*/ 34363 w 319"/>
                      <a:gd name="T1" fmla="*/ 0 h 288"/>
                      <a:gd name="T2" fmla="*/ 68726 w 319"/>
                      <a:gd name="T3" fmla="*/ 31026 h 288"/>
                      <a:gd name="T4" fmla="*/ 34363 w 319"/>
                      <a:gd name="T5" fmla="*/ 62051 h 288"/>
                      <a:gd name="T6" fmla="*/ 0 w 319"/>
                      <a:gd name="T7" fmla="*/ 31026 h 288"/>
                      <a:gd name="T8" fmla="*/ 47397 w 319"/>
                      <a:gd name="T9" fmla="*/ 62051 h 288"/>
                      <a:gd name="T10" fmla="*/ 23052 w 319"/>
                      <a:gd name="T11" fmla="*/ 62051 h 288"/>
                      <a:gd name="T12" fmla="*/ 0 w 319"/>
                      <a:gd name="T13" fmla="*/ 0 h 288"/>
                      <a:gd name="T14" fmla="*/ 68726 w 319"/>
                      <a:gd name="T15" fmla="*/ 0 h 288"/>
                      <a:gd name="T16" fmla="*/ 47397 w 319"/>
                      <a:gd name="T17" fmla="*/ 62051 h 288"/>
                      <a:gd name="T18" fmla="*/ 17694720 60000 65536"/>
                      <a:gd name="T19" fmla="*/ 0 60000 65536"/>
                      <a:gd name="T20" fmla="*/ 5898240 60000 65536"/>
                      <a:gd name="T21" fmla="*/ 1179648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319"/>
                      <a:gd name="T28" fmla="*/ 0 h 288"/>
                      <a:gd name="T29" fmla="*/ 319 w 319"/>
                      <a:gd name="T30" fmla="*/ 288 h 288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  <p:sp>
                <p:nvSpPr>
                  <p:cNvPr id="46" name="Freeform 13">
                    <a:extLst>
                      <a:ext uri="{FF2B5EF4-FFF2-40B4-BE49-F238E27FC236}">
                        <a16:creationId xmlns:a16="http://schemas.microsoft.com/office/drawing/2014/main" id="{A48338E8-CDE5-DC80-B19F-C87C7B65671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502637" y="6156252"/>
                    <a:ext cx="60761" cy="24131"/>
                  </a:xfrm>
                  <a:custGeom>
                    <a:avLst/>
                    <a:gdLst>
                      <a:gd name="T0" fmla="*/ 30381 w 251"/>
                      <a:gd name="T1" fmla="*/ 0 h 100"/>
                      <a:gd name="T2" fmla="*/ 60761 w 251"/>
                      <a:gd name="T3" fmla="*/ 12066 h 100"/>
                      <a:gd name="T4" fmla="*/ 30381 w 251"/>
                      <a:gd name="T5" fmla="*/ 24131 h 100"/>
                      <a:gd name="T6" fmla="*/ 0 w 251"/>
                      <a:gd name="T7" fmla="*/ 12066 h 100"/>
                      <a:gd name="T8" fmla="*/ 55435 w 251"/>
                      <a:gd name="T9" fmla="*/ 16892 h 100"/>
                      <a:gd name="T10" fmla="*/ 55435 w 251"/>
                      <a:gd name="T11" fmla="*/ 16650 h 100"/>
                      <a:gd name="T12" fmla="*/ 60761 w 251"/>
                      <a:gd name="T13" fmla="*/ 0 h 100"/>
                      <a:gd name="T14" fmla="*/ 0 w 251"/>
                      <a:gd name="T15" fmla="*/ 0 h 100"/>
                      <a:gd name="T16" fmla="*/ 5326 w 251"/>
                      <a:gd name="T17" fmla="*/ 16650 h 100"/>
                      <a:gd name="T18" fmla="*/ 15251 w 251"/>
                      <a:gd name="T19" fmla="*/ 24131 h 100"/>
                      <a:gd name="T20" fmla="*/ 45510 w 251"/>
                      <a:gd name="T21" fmla="*/ 24131 h 100"/>
                      <a:gd name="T22" fmla="*/ 55435 w 251"/>
                      <a:gd name="T23" fmla="*/ 17133 h 100"/>
                      <a:gd name="T24" fmla="*/ 55435 w 251"/>
                      <a:gd name="T25" fmla="*/ 17133 h 100"/>
                      <a:gd name="T26" fmla="*/ 55435 w 251"/>
                      <a:gd name="T27" fmla="*/ 16892 h 100"/>
                      <a:gd name="T28" fmla="*/ 17694720 60000 65536"/>
                      <a:gd name="T29" fmla="*/ 0 60000 65536"/>
                      <a:gd name="T30" fmla="*/ 5898240 60000 65536"/>
                      <a:gd name="T31" fmla="*/ 1179648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251"/>
                      <a:gd name="T43" fmla="*/ 0 h 100"/>
                      <a:gd name="T44" fmla="*/ 251 w 251"/>
                      <a:gd name="T45" fmla="*/ 100 h 100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  <p:sp>
                <p:nvSpPr>
                  <p:cNvPr id="47" name="Freeform 14">
                    <a:extLst>
                      <a:ext uri="{FF2B5EF4-FFF2-40B4-BE49-F238E27FC236}">
                        <a16:creationId xmlns:a16="http://schemas.microsoft.com/office/drawing/2014/main" id="{5ADFDFCF-4DA9-1058-5EA0-7BDB9A49BA9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447919" y="5938003"/>
                    <a:ext cx="169776" cy="208126"/>
                  </a:xfrm>
                  <a:custGeom>
                    <a:avLst/>
                    <a:gdLst>
                      <a:gd name="T0" fmla="*/ 84888 w 702"/>
                      <a:gd name="T1" fmla="*/ 0 h 860"/>
                      <a:gd name="T2" fmla="*/ 169776 w 702"/>
                      <a:gd name="T3" fmla="*/ 104063 h 860"/>
                      <a:gd name="T4" fmla="*/ 84888 w 702"/>
                      <a:gd name="T5" fmla="*/ 208126 h 860"/>
                      <a:gd name="T6" fmla="*/ 0 w 702"/>
                      <a:gd name="T7" fmla="*/ 104063 h 860"/>
                      <a:gd name="T8" fmla="*/ 84888 w 702"/>
                      <a:gd name="T9" fmla="*/ 0 h 860"/>
                      <a:gd name="T10" fmla="*/ 0 w 702"/>
                      <a:gd name="T11" fmla="*/ 84944 h 860"/>
                      <a:gd name="T12" fmla="*/ 32407 w 702"/>
                      <a:gd name="T13" fmla="*/ 151738 h 860"/>
                      <a:gd name="T14" fmla="*/ 39905 w 702"/>
                      <a:gd name="T15" fmla="*/ 173761 h 860"/>
                      <a:gd name="T16" fmla="*/ 64331 w 702"/>
                      <a:gd name="T17" fmla="*/ 173761 h 860"/>
                      <a:gd name="T18" fmla="*/ 64331 w 702"/>
                      <a:gd name="T19" fmla="*/ 173761 h 860"/>
                      <a:gd name="T20" fmla="*/ 104961 w 702"/>
                      <a:gd name="T21" fmla="*/ 173761 h 860"/>
                      <a:gd name="T22" fmla="*/ 101334 w 702"/>
                      <a:gd name="T23" fmla="*/ 183925 h 860"/>
                      <a:gd name="T24" fmla="*/ 68684 w 702"/>
                      <a:gd name="T25" fmla="*/ 183925 h 860"/>
                      <a:gd name="T26" fmla="*/ 68684 w 702"/>
                      <a:gd name="T27" fmla="*/ 183925 h 860"/>
                      <a:gd name="T28" fmla="*/ 43290 w 702"/>
                      <a:gd name="T29" fmla="*/ 183925 h 860"/>
                      <a:gd name="T30" fmla="*/ 51271 w 702"/>
                      <a:gd name="T31" fmla="*/ 208126 h 860"/>
                      <a:gd name="T32" fmla="*/ 51271 w 702"/>
                      <a:gd name="T33" fmla="*/ 208126 h 860"/>
                      <a:gd name="T34" fmla="*/ 52239 w 702"/>
                      <a:gd name="T35" fmla="*/ 208126 h 860"/>
                      <a:gd name="T36" fmla="*/ 118021 w 702"/>
                      <a:gd name="T37" fmla="*/ 208126 h 860"/>
                      <a:gd name="T38" fmla="*/ 118746 w 702"/>
                      <a:gd name="T39" fmla="*/ 208126 h 860"/>
                      <a:gd name="T40" fmla="*/ 137852 w 702"/>
                      <a:gd name="T41" fmla="*/ 151254 h 860"/>
                      <a:gd name="T42" fmla="*/ 169776 w 702"/>
                      <a:gd name="T43" fmla="*/ 84944 h 860"/>
                      <a:gd name="T44" fmla="*/ 84888 w 702"/>
                      <a:gd name="T45" fmla="*/ 0 h 860"/>
                      <a:gd name="T46" fmla="*/ 141964 w 702"/>
                      <a:gd name="T47" fmla="*/ 105999 h 860"/>
                      <a:gd name="T48" fmla="*/ 117295 w 702"/>
                      <a:gd name="T49" fmla="*/ 136250 h 860"/>
                      <a:gd name="T50" fmla="*/ 109798 w 702"/>
                      <a:gd name="T51" fmla="*/ 159241 h 860"/>
                      <a:gd name="T52" fmla="*/ 60462 w 702"/>
                      <a:gd name="T53" fmla="*/ 159241 h 860"/>
                      <a:gd name="T54" fmla="*/ 52964 w 702"/>
                      <a:gd name="T55" fmla="*/ 136734 h 860"/>
                      <a:gd name="T56" fmla="*/ 27812 w 702"/>
                      <a:gd name="T57" fmla="*/ 106241 h 860"/>
                      <a:gd name="T58" fmla="*/ 23943 w 702"/>
                      <a:gd name="T59" fmla="*/ 84944 h 860"/>
                      <a:gd name="T60" fmla="*/ 84888 w 702"/>
                      <a:gd name="T61" fmla="*/ 23959 h 860"/>
                      <a:gd name="T62" fmla="*/ 145833 w 702"/>
                      <a:gd name="T63" fmla="*/ 84944 h 860"/>
                      <a:gd name="T64" fmla="*/ 141964 w 702"/>
                      <a:gd name="T65" fmla="*/ 105999 h 860"/>
                      <a:gd name="T66" fmla="*/ 17694720 60000 65536"/>
                      <a:gd name="T67" fmla="*/ 0 60000 65536"/>
                      <a:gd name="T68" fmla="*/ 5898240 60000 65536"/>
                      <a:gd name="T69" fmla="*/ 1179648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w 702"/>
                      <a:gd name="T100" fmla="*/ 0 h 860"/>
                      <a:gd name="T101" fmla="*/ 702 w 702"/>
                      <a:gd name="T102" fmla="*/ 860 h 860"/>
                    </a:gdLst>
                    <a:ahLst/>
                    <a:cxnLst>
                      <a:cxn ang="T66">
                        <a:pos x="T0" y="T1"/>
                      </a:cxn>
                      <a:cxn ang="T67">
                        <a:pos x="T2" y="T3"/>
                      </a:cxn>
                      <a:cxn ang="T68">
                        <a:pos x="T4" y="T5"/>
                      </a:cxn>
                      <a:cxn ang="T69">
                        <a:pos x="T6" y="T7"/>
                      </a:cxn>
                      <a:cxn ang="T70">
                        <a:pos x="T8" y="T9"/>
                      </a:cxn>
                      <a:cxn ang="T71">
                        <a:pos x="T10" y="T11"/>
                      </a:cxn>
                      <a:cxn ang="T72">
                        <a:pos x="T12" y="T13"/>
                      </a:cxn>
                      <a:cxn ang="T73">
                        <a:pos x="T14" y="T15"/>
                      </a:cxn>
                      <a:cxn ang="T74">
                        <a:pos x="T16" y="T17"/>
                      </a:cxn>
                      <a:cxn ang="T75">
                        <a:pos x="T18" y="T19"/>
                      </a:cxn>
                      <a:cxn ang="T76">
                        <a:pos x="T20" y="T21"/>
                      </a:cxn>
                      <a:cxn ang="T77">
                        <a:pos x="T22" y="T23"/>
                      </a:cxn>
                      <a:cxn ang="T78">
                        <a:pos x="T24" y="T25"/>
                      </a:cxn>
                      <a:cxn ang="T79">
                        <a:pos x="T26" y="T27"/>
                      </a:cxn>
                      <a:cxn ang="T80">
                        <a:pos x="T28" y="T29"/>
                      </a:cxn>
                      <a:cxn ang="T81">
                        <a:pos x="T30" y="T31"/>
                      </a:cxn>
                      <a:cxn ang="T82">
                        <a:pos x="T32" y="T33"/>
                      </a:cxn>
                      <a:cxn ang="T83">
                        <a:pos x="T34" y="T35"/>
                      </a:cxn>
                      <a:cxn ang="T84">
                        <a:pos x="T36" y="T37"/>
                      </a:cxn>
                      <a:cxn ang="T85">
                        <a:pos x="T38" y="T39"/>
                      </a:cxn>
                      <a:cxn ang="T86">
                        <a:pos x="T40" y="T41"/>
                      </a:cxn>
                      <a:cxn ang="T87">
                        <a:pos x="T42" y="T43"/>
                      </a:cxn>
                      <a:cxn ang="T88">
                        <a:pos x="T44" y="T45"/>
                      </a:cxn>
                      <a:cxn ang="T89">
                        <a:pos x="T46" y="T47"/>
                      </a:cxn>
                      <a:cxn ang="T90">
                        <a:pos x="T48" y="T49"/>
                      </a:cxn>
                      <a:cxn ang="T91">
                        <a:pos x="T50" y="T51"/>
                      </a:cxn>
                      <a:cxn ang="T92">
                        <a:pos x="T52" y="T53"/>
                      </a:cxn>
                      <a:cxn ang="T93">
                        <a:pos x="T54" y="T55"/>
                      </a:cxn>
                      <a:cxn ang="T94">
                        <a:pos x="T56" y="T57"/>
                      </a:cxn>
                      <a:cxn ang="T95">
                        <a:pos x="T58" y="T59"/>
                      </a:cxn>
                      <a:cxn ang="T96">
                        <a:pos x="T60" y="T61"/>
                      </a:cxn>
                      <a:cxn ang="T97">
                        <a:pos x="T62" y="T63"/>
                      </a:cxn>
                      <a:cxn ang="T98">
                        <a:pos x="T64" y="T65"/>
                      </a:cxn>
                    </a:cxnLst>
                    <a:rect l="T99" t="T100" r="T101" b="T102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</p:grpSp>
            <p:sp>
              <p:nvSpPr>
                <p:cNvPr id="44" name="Tekstvak 58">
                  <a:extLst>
                    <a:ext uri="{FF2B5EF4-FFF2-40B4-BE49-F238E27FC236}">
                      <a16:creationId xmlns:a16="http://schemas.microsoft.com/office/drawing/2014/main" id="{1A7EF1C9-0888-F311-DAF8-9F86F32A790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225601" y="6192453"/>
                  <a:ext cx="627799" cy="3222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 anchorCtr="1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altLang="en-NL" sz="100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3" name="Groep 27">
              <a:extLst>
                <a:ext uri="{FF2B5EF4-FFF2-40B4-BE49-F238E27FC236}">
                  <a16:creationId xmlns:a16="http://schemas.microsoft.com/office/drawing/2014/main" id="{45B358CE-5B3A-6415-F122-FF9C489DB7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736951" y="5129582"/>
              <a:ext cx="514285" cy="506541"/>
              <a:chOff x="12736951" y="5129582"/>
              <a:chExt cx="514285" cy="506541"/>
            </a:xfrm>
          </p:grpSpPr>
          <p:grpSp>
            <p:nvGrpSpPr>
              <p:cNvPr id="24" name="Groep 38">
                <a:extLst>
                  <a:ext uri="{FF2B5EF4-FFF2-40B4-BE49-F238E27FC236}">
                    <a16:creationId xmlns:a16="http://schemas.microsoft.com/office/drawing/2014/main" id="{ED200CB4-430C-68A3-5794-5DDA41A3D7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842062" y="5129582"/>
                <a:ext cx="319088" cy="306324"/>
                <a:chOff x="12842062" y="5129582"/>
                <a:chExt cx="319088" cy="306324"/>
              </a:xfrm>
            </p:grpSpPr>
            <p:grpSp>
              <p:nvGrpSpPr>
                <p:cNvPr id="27" name="Groep 41">
                  <a:extLst>
                    <a:ext uri="{FF2B5EF4-FFF2-40B4-BE49-F238E27FC236}">
                      <a16:creationId xmlns:a16="http://schemas.microsoft.com/office/drawing/2014/main" id="{65F5B975-92EC-60D7-783A-70D633EBE00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842062" y="5129582"/>
                  <a:ext cx="282064" cy="270561"/>
                  <a:chOff x="12842062" y="5129582"/>
                  <a:chExt cx="282064" cy="270561"/>
                </a:xfrm>
              </p:grpSpPr>
              <p:grpSp>
                <p:nvGrpSpPr>
                  <p:cNvPr id="34" name="Groep 48">
                    <a:extLst>
                      <a:ext uri="{FF2B5EF4-FFF2-40B4-BE49-F238E27FC236}">
                        <a16:creationId xmlns:a16="http://schemas.microsoft.com/office/drawing/2014/main" id="{55667439-45A1-615B-9A60-E1E789523A3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842062" y="5129582"/>
                    <a:ext cx="282064" cy="270561"/>
                    <a:chOff x="12842062" y="5129582"/>
                    <a:chExt cx="282064" cy="270561"/>
                  </a:xfrm>
                </p:grpSpPr>
                <p:sp>
                  <p:nvSpPr>
                    <p:cNvPr id="37" name="Rechthoek 51">
                      <a:extLst>
                        <a:ext uri="{FF2B5EF4-FFF2-40B4-BE49-F238E27FC236}">
                          <a16:creationId xmlns:a16="http://schemas.microsoft.com/office/drawing/2014/main" id="{FBFAE0A4-C09D-6E66-839A-68E8B69E497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842062" y="5129582"/>
                      <a:ext cx="282064" cy="270561"/>
                    </a:xfrm>
                    <a:prstGeom prst="rect">
                      <a:avLst/>
                    </a:prstGeom>
                    <a:noFill/>
                    <a:ln w="12701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lIns="107999" tIns="0" rIns="0" bIns="0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altLang="en-NL" sz="8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38" name="Rechthoek 52">
                      <a:extLst>
                        <a:ext uri="{FF2B5EF4-FFF2-40B4-BE49-F238E27FC236}">
                          <a16:creationId xmlns:a16="http://schemas.microsoft.com/office/drawing/2014/main" id="{BBBED173-2787-21DE-343F-A593B752826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842062" y="5129582"/>
                      <a:ext cx="166237" cy="163814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12701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</p:spPr>
                  <p:txBody>
                    <a:bodyPr lIns="107999" tIns="0" rIns="0" bIns="0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altLang="en-NL" sz="8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39" name="Ovaal 53">
                      <a:extLst>
                        <a:ext uri="{FF2B5EF4-FFF2-40B4-BE49-F238E27FC236}">
                          <a16:creationId xmlns:a16="http://schemas.microsoft.com/office/drawing/2014/main" id="{0F711481-393C-20CB-86CD-4DD52240A61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2943341" y="5150275"/>
                      <a:ext cx="45866" cy="45866"/>
                    </a:xfrm>
                    <a:custGeom>
                      <a:avLst/>
                      <a:gdLst>
                        <a:gd name="T0" fmla="*/ 22933 w 45866"/>
                        <a:gd name="T1" fmla="*/ 0 h 45866"/>
                        <a:gd name="T2" fmla="*/ 45866 w 45866"/>
                        <a:gd name="T3" fmla="*/ 22933 h 45866"/>
                        <a:gd name="T4" fmla="*/ 22933 w 45866"/>
                        <a:gd name="T5" fmla="*/ 45866 h 45866"/>
                        <a:gd name="T6" fmla="*/ 0 w 45866"/>
                        <a:gd name="T7" fmla="*/ 22933 h 45866"/>
                        <a:gd name="T8" fmla="*/ 6717 w 45866"/>
                        <a:gd name="T9" fmla="*/ 6717 h 45866"/>
                        <a:gd name="T10" fmla="*/ 6717 w 45866"/>
                        <a:gd name="T11" fmla="*/ 39149 h 45866"/>
                        <a:gd name="T12" fmla="*/ 39149 w 45866"/>
                        <a:gd name="T13" fmla="*/ 39149 h 45866"/>
                        <a:gd name="T14" fmla="*/ 39149 w 45866"/>
                        <a:gd name="T15" fmla="*/ 6717 h 45866"/>
                        <a:gd name="T16" fmla="*/ 17694720 60000 65536"/>
                        <a:gd name="T17" fmla="*/ 0 60000 65536"/>
                        <a:gd name="T18" fmla="*/ 5898240 60000 65536"/>
                        <a:gd name="T19" fmla="*/ 11796480 60000 65536"/>
                        <a:gd name="T20" fmla="*/ 17694720 60000 65536"/>
                        <a:gd name="T21" fmla="*/ 5898240 60000 65536"/>
                        <a:gd name="T22" fmla="*/ 5898240 60000 65536"/>
                        <a:gd name="T23" fmla="*/ 17694720 60000 65536"/>
                        <a:gd name="T24" fmla="*/ 6717 w 45866"/>
                        <a:gd name="T25" fmla="*/ 6717 h 45866"/>
                        <a:gd name="T26" fmla="*/ 39149 w 45866"/>
                        <a:gd name="T27" fmla="*/ 39149 h 4586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45866" h="45866">
                          <a:moveTo>
                            <a:pt x="0" y="22933"/>
                          </a:moveTo>
                          <a:lnTo>
                            <a:pt x="0" y="22932"/>
                          </a:lnTo>
                          <a:cubicBezTo>
                            <a:pt x="0" y="35598"/>
                            <a:pt x="10267" y="45866"/>
                            <a:pt x="22933" y="45866"/>
                          </a:cubicBezTo>
                          <a:cubicBezTo>
                            <a:pt x="35598" y="45866"/>
                            <a:pt x="45866" y="35598"/>
                            <a:pt x="45866" y="22933"/>
                          </a:cubicBezTo>
                          <a:cubicBezTo>
                            <a:pt x="45866" y="10267"/>
                            <a:pt x="35598" y="0"/>
                            <a:pt x="22933" y="0"/>
                          </a:cubicBezTo>
                          <a:cubicBezTo>
                            <a:pt x="10267" y="-1"/>
                            <a:pt x="0" y="10267"/>
                            <a:pt x="0" y="22932"/>
                          </a:cubicBezTo>
                          <a:close/>
                        </a:path>
                      </a:pathLst>
                    </a:custGeom>
                    <a:solidFill>
                      <a:srgbClr val="ECC67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tIns="0" rIns="0" bIns="0" anchor="ctr"/>
                    <a:lstStyle/>
                    <a:p>
                      <a:endParaRPr lang="en-NL"/>
                    </a:p>
                  </p:txBody>
                </p:sp>
              </p:grpSp>
              <p:pic>
                <p:nvPicPr>
                  <p:cNvPr id="35" name="Afbeelding 49">
                    <a:extLst>
                      <a:ext uri="{FF2B5EF4-FFF2-40B4-BE49-F238E27FC236}">
                        <a16:creationId xmlns:a16="http://schemas.microsoft.com/office/drawing/2014/main" id="{DCF1D738-BC64-12DB-4EDB-1BAA3706C40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2849935" y="5196224"/>
                    <a:ext cx="110157" cy="8909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36" name="Afbeelding 50">
                    <a:extLst>
                      <a:ext uri="{FF2B5EF4-FFF2-40B4-BE49-F238E27FC236}">
                        <a16:creationId xmlns:a16="http://schemas.microsoft.com/office/drawing/2014/main" id="{C94F0D87-C24A-261F-E331-0A3EF60B0B4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12893332" y="5211650"/>
                    <a:ext cx="110157" cy="708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grpSp>
              <p:nvGrpSpPr>
                <p:cNvPr id="28" name="Groep 42">
                  <a:extLst>
                    <a:ext uri="{FF2B5EF4-FFF2-40B4-BE49-F238E27FC236}">
                      <a16:creationId xmlns:a16="http://schemas.microsoft.com/office/drawing/2014/main" id="{68CD4778-D5C7-3BDC-DB16-39F1EA73090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061553" y="5335871"/>
                  <a:ext cx="99597" cy="100035"/>
                  <a:chOff x="13061553" y="5335871"/>
                  <a:chExt cx="99597" cy="100035"/>
                </a:xfrm>
              </p:grpSpPr>
              <p:sp>
                <p:nvSpPr>
                  <p:cNvPr id="32" name="Rechthoek 46">
                    <a:extLst>
                      <a:ext uri="{FF2B5EF4-FFF2-40B4-BE49-F238E27FC236}">
                        <a16:creationId xmlns:a16="http://schemas.microsoft.com/office/drawing/2014/main" id="{478FA0AD-C608-68D0-8C95-A97FA31E27D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061554" y="5335871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3" name="Rechthoek 47">
                    <a:extLst>
                      <a:ext uri="{FF2B5EF4-FFF2-40B4-BE49-F238E27FC236}">
                        <a16:creationId xmlns:a16="http://schemas.microsoft.com/office/drawing/2014/main" id="{E9D8358A-EE0C-371F-5B7D-ED2EF58159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13">
                    <a:off x="13021448" y="5376415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29" name="Groep 43">
                  <a:extLst>
                    <a:ext uri="{FF2B5EF4-FFF2-40B4-BE49-F238E27FC236}">
                      <a16:creationId xmlns:a16="http://schemas.microsoft.com/office/drawing/2014/main" id="{D4573C8D-CB07-FD68-0363-35B577B4247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032787" y="5308806"/>
                  <a:ext cx="99597" cy="100024"/>
                  <a:chOff x="13032787" y="5308806"/>
                  <a:chExt cx="99597" cy="100024"/>
                </a:xfrm>
              </p:grpSpPr>
              <p:sp>
                <p:nvSpPr>
                  <p:cNvPr id="30" name="Rechthoek 44">
                    <a:extLst>
                      <a:ext uri="{FF2B5EF4-FFF2-40B4-BE49-F238E27FC236}">
                        <a16:creationId xmlns:a16="http://schemas.microsoft.com/office/drawing/2014/main" id="{CF12036B-C7FA-41B3-EE2B-3B4CEFD22B9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0799991">
                    <a:off x="13032787" y="5389445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1" name="Rechthoek 45">
                    <a:extLst>
                      <a:ext uri="{FF2B5EF4-FFF2-40B4-BE49-F238E27FC236}">
                        <a16:creationId xmlns:a16="http://schemas.microsoft.com/office/drawing/2014/main" id="{F7C94831-5750-D85C-F70B-22DE6F639FC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399996">
                    <a:off x="13072894" y="5348911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25" name="Rechthoek 39">
                <a:extLst>
                  <a:ext uri="{FF2B5EF4-FFF2-40B4-BE49-F238E27FC236}">
                    <a16:creationId xmlns:a16="http://schemas.microsoft.com/office/drawing/2014/main" id="{EC46690F-237D-7A8C-F2DF-35B5ED3F06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36951" y="5461967"/>
                <a:ext cx="514285" cy="1100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26" name="Gelijkbenige driehoek 40">
                <a:extLst>
                  <a:ext uri="{FF2B5EF4-FFF2-40B4-BE49-F238E27FC236}">
                    <a16:creationId xmlns:a16="http://schemas.microsoft.com/office/drawing/2014/main" id="{1A96E706-56D7-18CA-E319-33F5CAED3C04}"/>
                  </a:ext>
                </a:extLst>
              </p:cNvPr>
              <p:cNvSpPr>
                <a:spLocks/>
              </p:cNvSpPr>
              <p:nvPr/>
            </p:nvSpPr>
            <p:spPr bwMode="auto">
              <a:xfrm rot="10799991">
                <a:off x="12964427" y="5601193"/>
                <a:ext cx="59335" cy="34930"/>
              </a:xfrm>
              <a:custGeom>
                <a:avLst/>
                <a:gdLst>
                  <a:gd name="T0" fmla="*/ 29668 w 59335"/>
                  <a:gd name="T1" fmla="*/ 0 h 34930"/>
                  <a:gd name="T2" fmla="*/ 59335 w 59335"/>
                  <a:gd name="T3" fmla="*/ 17465 h 34930"/>
                  <a:gd name="T4" fmla="*/ 29668 w 59335"/>
                  <a:gd name="T5" fmla="*/ 34930 h 34930"/>
                  <a:gd name="T6" fmla="*/ 0 w 59335"/>
                  <a:gd name="T7" fmla="*/ 17465 h 34930"/>
                  <a:gd name="T8" fmla="*/ 29667 w 59335"/>
                  <a:gd name="T9" fmla="*/ 0 h 34930"/>
                  <a:gd name="T10" fmla="*/ 14834 w 59335"/>
                  <a:gd name="T11" fmla="*/ 17465 h 34930"/>
                  <a:gd name="T12" fmla="*/ 0 w 59335"/>
                  <a:gd name="T13" fmla="*/ 34930 h 34930"/>
                  <a:gd name="T14" fmla="*/ 29667 w 59335"/>
                  <a:gd name="T15" fmla="*/ 34930 h 34930"/>
                  <a:gd name="T16" fmla="*/ 59335 w 59335"/>
                  <a:gd name="T17" fmla="*/ 34930 h 34930"/>
                  <a:gd name="T18" fmla="*/ 44501 w 59335"/>
                  <a:gd name="T19" fmla="*/ 17465 h 34930"/>
                  <a:gd name="T20" fmla="*/ 17694720 60000 65536"/>
                  <a:gd name="T21" fmla="*/ 0 60000 65536"/>
                  <a:gd name="T22" fmla="*/ 5898240 60000 65536"/>
                  <a:gd name="T23" fmla="*/ 11796480 60000 65536"/>
                  <a:gd name="T24" fmla="*/ 17694720 60000 65536"/>
                  <a:gd name="T25" fmla="*/ 11796480 60000 65536"/>
                  <a:gd name="T26" fmla="*/ 5898240 60000 65536"/>
                  <a:gd name="T27" fmla="*/ 5898240 60000 65536"/>
                  <a:gd name="T28" fmla="*/ 5898240 60000 65536"/>
                  <a:gd name="T29" fmla="*/ 0 60000 65536"/>
                  <a:gd name="T30" fmla="*/ 14834 w 59335"/>
                  <a:gd name="T31" fmla="*/ 17465 h 34930"/>
                  <a:gd name="T32" fmla="*/ 44501 w 59335"/>
                  <a:gd name="T33" fmla="*/ 34930 h 349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9335" h="34930">
                    <a:moveTo>
                      <a:pt x="0" y="34930"/>
                    </a:moveTo>
                    <a:lnTo>
                      <a:pt x="29667" y="0"/>
                    </a:lnTo>
                    <a:lnTo>
                      <a:pt x="59335" y="34930"/>
                    </a:lnTo>
                    <a:lnTo>
                      <a:pt x="0" y="34930"/>
                    </a:lnTo>
                    <a:close/>
                  </a:path>
                </a:pathLst>
              </a:custGeom>
              <a:solidFill>
                <a:srgbClr val="8181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/>
              <a:p>
                <a:endParaRPr lang="en-NL"/>
              </a:p>
            </p:txBody>
          </p:sp>
        </p:grpSp>
        <p:sp>
          <p:nvSpPr>
            <p:cNvPr id="14" name="Ovaal 28">
              <a:extLst>
                <a:ext uri="{FF2B5EF4-FFF2-40B4-BE49-F238E27FC236}">
                  <a16:creationId xmlns:a16="http://schemas.microsoft.com/office/drawing/2014/main" id="{60D53D15-D6B8-8B19-4C2E-59536C4983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60170" y="1811179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" name="Rechthoek 29">
              <a:extLst>
                <a:ext uri="{FF2B5EF4-FFF2-40B4-BE49-F238E27FC236}">
                  <a16:creationId xmlns:a16="http://schemas.microsoft.com/office/drawing/2014/main" id="{2E8951F9-775C-B8B9-36F7-906B3FFD4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348" y="1811188"/>
              <a:ext cx="2944678" cy="326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6" name="Rechthoek 30">
              <a:extLst>
                <a:ext uri="{FF2B5EF4-FFF2-40B4-BE49-F238E27FC236}">
                  <a16:creationId xmlns:a16="http://schemas.microsoft.com/office/drawing/2014/main" id="{071F00BB-5F3C-3B5D-3E44-B9317CDB35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348" y="2245757"/>
              <a:ext cx="825502" cy="209553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17" name="Groep 31">
              <a:extLst>
                <a:ext uri="{FF2B5EF4-FFF2-40B4-BE49-F238E27FC236}">
                  <a16:creationId xmlns:a16="http://schemas.microsoft.com/office/drawing/2014/main" id="{50AD9DC9-4ABC-2F0E-6E6A-E9F5280A16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798271" y="1226978"/>
              <a:ext cx="446940" cy="406486"/>
              <a:chOff x="12798271" y="1226978"/>
              <a:chExt cx="446940" cy="406486"/>
            </a:xfrm>
          </p:grpSpPr>
          <p:grpSp>
            <p:nvGrpSpPr>
              <p:cNvPr id="18" name="Groep 32">
                <a:extLst>
                  <a:ext uri="{FF2B5EF4-FFF2-40B4-BE49-F238E27FC236}">
                    <a16:creationId xmlns:a16="http://schemas.microsoft.com/office/drawing/2014/main" id="{B1CF2150-2244-410D-792A-70DA475C611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878446" y="1226978"/>
                <a:ext cx="284168" cy="246686"/>
                <a:chOff x="12878446" y="1226978"/>
                <a:chExt cx="284168" cy="246686"/>
              </a:xfrm>
            </p:grpSpPr>
            <p:sp>
              <p:nvSpPr>
                <p:cNvPr id="20" name="Vrije vorm: vorm 34">
                  <a:extLst>
                    <a:ext uri="{FF2B5EF4-FFF2-40B4-BE49-F238E27FC236}">
                      <a16:creationId xmlns:a16="http://schemas.microsoft.com/office/drawing/2014/main" id="{CB8BB07D-3379-4A23-BD86-98CE3CB898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927037" y="1287612"/>
                  <a:ext cx="47978" cy="47868"/>
                </a:xfrm>
                <a:custGeom>
                  <a:avLst/>
                  <a:gdLst>
                    <a:gd name="T0" fmla="*/ 23989 w 371475"/>
                    <a:gd name="T1" fmla="*/ 0 h 371475"/>
                    <a:gd name="T2" fmla="*/ 47978 w 371475"/>
                    <a:gd name="T3" fmla="*/ 23934 h 371475"/>
                    <a:gd name="T4" fmla="*/ 23989 w 371475"/>
                    <a:gd name="T5" fmla="*/ 47868 h 371475"/>
                    <a:gd name="T6" fmla="*/ 0 w 371475"/>
                    <a:gd name="T7" fmla="*/ 23934 h 371475"/>
                    <a:gd name="T8" fmla="*/ 47670 w 371475"/>
                    <a:gd name="T9" fmla="*/ 24241 h 371475"/>
                    <a:gd name="T10" fmla="*/ 24297 w 371475"/>
                    <a:gd name="T11" fmla="*/ 47561 h 371475"/>
                    <a:gd name="T12" fmla="*/ 923 w 371475"/>
                    <a:gd name="T13" fmla="*/ 24241 h 371475"/>
                    <a:gd name="T14" fmla="*/ 24297 w 371475"/>
                    <a:gd name="T15" fmla="*/ 921 h 371475"/>
                    <a:gd name="T16" fmla="*/ 47670 w 371475"/>
                    <a:gd name="T17" fmla="*/ 24241 h 371475"/>
                    <a:gd name="T18" fmla="*/ 17694720 60000 65536"/>
                    <a:gd name="T19" fmla="*/ 0 60000 65536"/>
                    <a:gd name="T20" fmla="*/ 5898240 60000 65536"/>
                    <a:gd name="T21" fmla="*/ 1179648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71475"/>
                    <a:gd name="T28" fmla="*/ 0 h 371475"/>
                    <a:gd name="T29" fmla="*/ 371475 w 371475"/>
                    <a:gd name="T30" fmla="*/ 371475 h 371475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NL"/>
                </a:p>
              </p:txBody>
            </p:sp>
            <p:grpSp>
              <p:nvGrpSpPr>
                <p:cNvPr id="21" name="Groep 35">
                  <a:extLst>
                    <a:ext uri="{FF2B5EF4-FFF2-40B4-BE49-F238E27FC236}">
                      <a16:creationId xmlns:a16="http://schemas.microsoft.com/office/drawing/2014/main" id="{8096C383-8B15-0303-7201-8126E0F1F63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878446" y="1226978"/>
                  <a:ext cx="284168" cy="246686"/>
                  <a:chOff x="12878446" y="1226978"/>
                  <a:chExt cx="284168" cy="246686"/>
                </a:xfrm>
              </p:grpSpPr>
              <p:sp>
                <p:nvSpPr>
                  <p:cNvPr id="22" name="Vrije vorm: vorm 36">
                    <a:extLst>
                      <a:ext uri="{FF2B5EF4-FFF2-40B4-BE49-F238E27FC236}">
                        <a16:creationId xmlns:a16="http://schemas.microsoft.com/office/drawing/2014/main" id="{15036817-BD12-E1F3-F41F-88003220C2B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2878446" y="1226978"/>
                    <a:ext cx="284168" cy="246686"/>
                  </a:xfrm>
                  <a:custGeom>
                    <a:avLst/>
                    <a:gdLst>
                      <a:gd name="T0" fmla="*/ 142084 w 2200275"/>
                      <a:gd name="T1" fmla="*/ 0 h 1914525"/>
                      <a:gd name="T2" fmla="*/ 284168 w 2200275"/>
                      <a:gd name="T3" fmla="*/ 123343 h 1914525"/>
                      <a:gd name="T4" fmla="*/ 142084 w 2200275"/>
                      <a:gd name="T5" fmla="*/ 246686 h 1914525"/>
                      <a:gd name="T6" fmla="*/ 0 w 2200275"/>
                      <a:gd name="T7" fmla="*/ 123343 h 1914525"/>
                      <a:gd name="T8" fmla="*/ 923 w 2200275"/>
                      <a:gd name="T9" fmla="*/ 921 h 1914525"/>
                      <a:gd name="T10" fmla="*/ 923 w 2200275"/>
                      <a:gd name="T11" fmla="*/ 31603 h 1914525"/>
                      <a:gd name="T12" fmla="*/ 55911 w 2200275"/>
                      <a:gd name="T13" fmla="*/ 31603 h 1914525"/>
                      <a:gd name="T14" fmla="*/ 55911 w 2200275"/>
                      <a:gd name="T15" fmla="*/ 31603 h 1914525"/>
                      <a:gd name="T16" fmla="*/ 253106 w 2200275"/>
                      <a:gd name="T17" fmla="*/ 31603 h 1914525"/>
                      <a:gd name="T18" fmla="*/ 253106 w 2200275"/>
                      <a:gd name="T19" fmla="*/ 215697 h 1914525"/>
                      <a:gd name="T20" fmla="*/ 31677 w 2200275"/>
                      <a:gd name="T21" fmla="*/ 215697 h 1914525"/>
                      <a:gd name="T22" fmla="*/ 31677 w 2200275"/>
                      <a:gd name="T23" fmla="*/ 45103 h 1914525"/>
                      <a:gd name="T24" fmla="*/ 923 w 2200275"/>
                      <a:gd name="T25" fmla="*/ 45103 h 1914525"/>
                      <a:gd name="T26" fmla="*/ 923 w 2200275"/>
                      <a:gd name="T27" fmla="*/ 246379 h 1914525"/>
                      <a:gd name="T28" fmla="*/ 283860 w 2200275"/>
                      <a:gd name="T29" fmla="*/ 246379 h 1914525"/>
                      <a:gd name="T30" fmla="*/ 283860 w 2200275"/>
                      <a:gd name="T31" fmla="*/ 921 h 1914525"/>
                      <a:gd name="T32" fmla="*/ 17694720 60000 65536"/>
                      <a:gd name="T33" fmla="*/ 0 60000 65536"/>
                      <a:gd name="T34" fmla="*/ 5898240 60000 65536"/>
                      <a:gd name="T35" fmla="*/ 1179648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2200275"/>
                      <a:gd name="T49" fmla="*/ 0 h 1914525"/>
                      <a:gd name="T50" fmla="*/ 2200275 w 2200275"/>
                      <a:gd name="T51" fmla="*/ 1914525 h 191452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lnTo>
                          <a:pt x="714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NL"/>
                  </a:p>
                </p:txBody>
              </p:sp>
              <p:sp>
                <p:nvSpPr>
                  <p:cNvPr id="23" name="Vrije vorm: vorm 37">
                    <a:extLst>
                      <a:ext uri="{FF2B5EF4-FFF2-40B4-BE49-F238E27FC236}">
                        <a16:creationId xmlns:a16="http://schemas.microsoft.com/office/drawing/2014/main" id="{D47F4047-CCA4-1B92-B397-DE42594AD2B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2926918" y="1303321"/>
                    <a:ext cx="185751" cy="114144"/>
                  </a:xfrm>
                  <a:custGeom>
                    <a:avLst/>
                    <a:gdLst>
                      <a:gd name="T0" fmla="*/ 92876 w 1438275"/>
                      <a:gd name="T1" fmla="*/ 0 h 885825"/>
                      <a:gd name="T2" fmla="*/ 185751 w 1438275"/>
                      <a:gd name="T3" fmla="*/ 57072 h 885825"/>
                      <a:gd name="T4" fmla="*/ 92876 w 1438275"/>
                      <a:gd name="T5" fmla="*/ 114144 h 885825"/>
                      <a:gd name="T6" fmla="*/ 0 w 1438275"/>
                      <a:gd name="T7" fmla="*/ 57072 h 885825"/>
                      <a:gd name="T8" fmla="*/ 138206 w 1438275"/>
                      <a:gd name="T9" fmla="*/ 921 h 885825"/>
                      <a:gd name="T10" fmla="*/ 103516 w 1438275"/>
                      <a:gd name="T11" fmla="*/ 35532 h 885825"/>
                      <a:gd name="T12" fmla="*/ 85556 w 1438275"/>
                      <a:gd name="T13" fmla="*/ 17735 h 885825"/>
                      <a:gd name="T14" fmla="*/ 923 w 1438275"/>
                      <a:gd name="T15" fmla="*/ 101073 h 885825"/>
                      <a:gd name="T16" fmla="*/ 13962 w 1438275"/>
                      <a:gd name="T17" fmla="*/ 114083 h 885825"/>
                      <a:gd name="T18" fmla="*/ 85556 w 1438275"/>
                      <a:gd name="T19" fmla="*/ 43632 h 885825"/>
                      <a:gd name="T20" fmla="*/ 119877 w 1438275"/>
                      <a:gd name="T21" fmla="*/ 77998 h 885825"/>
                      <a:gd name="T22" fmla="*/ 132916 w 1438275"/>
                      <a:gd name="T23" fmla="*/ 64866 h 885825"/>
                      <a:gd name="T24" fmla="*/ 116556 w 1438275"/>
                      <a:gd name="T25" fmla="*/ 48542 h 885825"/>
                      <a:gd name="T26" fmla="*/ 138206 w 1438275"/>
                      <a:gd name="T27" fmla="*/ 26940 h 885825"/>
                      <a:gd name="T28" fmla="*/ 172773 w 1438275"/>
                      <a:gd name="T29" fmla="*/ 61920 h 885825"/>
                      <a:gd name="T30" fmla="*/ 185812 w 1438275"/>
                      <a:gd name="T31" fmla="*/ 48787 h 885825"/>
                      <a:gd name="T32" fmla="*/ 17694720 60000 65536"/>
                      <a:gd name="T33" fmla="*/ 0 60000 65536"/>
                      <a:gd name="T34" fmla="*/ 5898240 60000 65536"/>
                      <a:gd name="T35" fmla="*/ 1179648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1438275"/>
                      <a:gd name="T49" fmla="*/ 0 h 885825"/>
                      <a:gd name="T50" fmla="*/ 1438275 w 1438275"/>
                      <a:gd name="T51" fmla="*/ 885825 h 88582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lnTo>
                          <a:pt x="107013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NL"/>
                  </a:p>
                </p:txBody>
              </p:sp>
            </p:grpSp>
          </p:grpSp>
          <p:sp>
            <p:nvSpPr>
              <p:cNvPr id="19" name="Tekstvak 33">
                <a:extLst>
                  <a:ext uri="{FF2B5EF4-FFF2-40B4-BE49-F238E27FC236}">
                    <a16:creationId xmlns:a16="http://schemas.microsoft.com/office/drawing/2014/main" id="{33B4EE01-3382-64BB-A7D6-CCCD354B39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798271" y="1489959"/>
                <a:ext cx="446940" cy="1435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8004" rIns="0" bIns="0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0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82891026"/>
      </p:ext>
    </p:extLst>
  </p:cSld>
  <p:clrMapOvr>
    <a:masterClrMapping/>
  </p:clrMapOvr>
  <p:transition spd="med">
    <p:fade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6924661"/>
      </p:ext>
    </p:extLst>
  </p:cSld>
  <p:clrMapOvr>
    <a:masterClrMapping/>
  </p:clrMapOvr>
  <p:transition spd="med">
    <p:fade/>
  </p:transition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(S) + text |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INSTRUCTION">
            <a:extLst>
              <a:ext uri="{FF2B5EF4-FFF2-40B4-BE49-F238E27FC236}">
                <a16:creationId xmlns:a16="http://schemas.microsoft.com/office/drawing/2014/main" id="{6F1FADD0-D1E8-01BA-BC32-F890FEF195AE}"/>
              </a:ext>
            </a:extLst>
          </p:cNvPr>
          <p:cNvGrpSpPr>
            <a:grpSpLocks/>
          </p:cNvGrpSpPr>
          <p:nvPr/>
        </p:nvGrpSpPr>
        <p:grpSpPr bwMode="auto">
          <a:xfrm>
            <a:off x="12377738" y="0"/>
            <a:ext cx="3692525" cy="5359400"/>
            <a:chOff x="12377592" y="0"/>
            <a:chExt cx="3693389" cy="5359343"/>
          </a:xfrm>
        </p:grpSpPr>
        <p:sp>
          <p:nvSpPr>
            <p:cNvPr id="4" name="Rechthoek 6">
              <a:extLst>
                <a:ext uri="{FF2B5EF4-FFF2-40B4-BE49-F238E27FC236}">
                  <a16:creationId xmlns:a16="http://schemas.microsoft.com/office/drawing/2014/main" id="{25EE20BE-5C27-7553-AF15-3B6520A1290B}"/>
                </a:ext>
              </a:extLst>
            </p:cNvPr>
            <p:cNvSpPr/>
            <p:nvPr/>
          </p:nvSpPr>
          <p:spPr>
            <a:xfrm>
              <a:off x="12377592" y="0"/>
              <a:ext cx="3593353" cy="4641801"/>
            </a:xfrm>
            <a:prstGeom prst="rect">
              <a:avLst/>
            </a:prstGeom>
            <a:solidFill>
              <a:srgbClr val="FFFFFF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Choosing text levels</a:t>
              </a:r>
            </a:p>
          </p:txBody>
        </p:sp>
        <p:sp>
          <p:nvSpPr>
            <p:cNvPr id="5" name="Ovaal 9">
              <a:extLst>
                <a:ext uri="{FF2B5EF4-FFF2-40B4-BE49-F238E27FC236}">
                  <a16:creationId xmlns:a16="http://schemas.microsoft.com/office/drawing/2014/main" id="{E4CB2CB8-22AB-C29B-F456-DBC091E4F4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1837486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6" name="Rechthoek 10">
              <a:extLst>
                <a:ext uri="{FF2B5EF4-FFF2-40B4-BE49-F238E27FC236}">
                  <a16:creationId xmlns:a16="http://schemas.microsoft.com/office/drawing/2014/main" id="{F5C146C8-6503-E3B3-4CB9-D2380DC17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1837486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57188" indent="-357188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00A6D6"/>
                </a:buClr>
                <a:buSzPct val="100000"/>
                <a:buFont typeface="Calibri" panose="020F0502020204030204" pitchFamily="34" charset="0"/>
                <a:buChar char="•"/>
              </a:pPr>
              <a:r>
                <a:rPr lang="en-GB" altLang="en-NL" sz="1400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7" name="Ovaal 11">
              <a:extLst>
                <a:ext uri="{FF2B5EF4-FFF2-40B4-BE49-F238E27FC236}">
                  <a16:creationId xmlns:a16="http://schemas.microsoft.com/office/drawing/2014/main" id="{2C90650E-5170-B7C4-B62E-7B415AB8C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2128768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" name="Rechthoek 12">
              <a:extLst>
                <a:ext uri="{FF2B5EF4-FFF2-40B4-BE49-F238E27FC236}">
                  <a16:creationId xmlns:a16="http://schemas.microsoft.com/office/drawing/2014/main" id="{9FCCD3C9-EE87-CE1E-D493-E800E93A6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59850" y="1196117"/>
              <a:ext cx="3229048" cy="459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9" name="Rechthoek 13">
              <a:extLst>
                <a:ext uri="{FF2B5EF4-FFF2-40B4-BE49-F238E27FC236}">
                  <a16:creationId xmlns:a16="http://schemas.microsoft.com/office/drawing/2014/main" id="{69A87D75-75A5-797C-2156-98702BB0E6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2128869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715963" indent="-357188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00A6D6"/>
                </a:buClr>
                <a:buSzPct val="100000"/>
                <a:buFont typeface="Calibri" panose="020F0502020204030204" pitchFamily="34" charset="0"/>
                <a:buChar char="•"/>
              </a:pPr>
              <a:r>
                <a:rPr lang="en-GB" altLang="en-NL" sz="1400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0" name="Ovaal 14">
              <a:extLst>
                <a:ext uri="{FF2B5EF4-FFF2-40B4-BE49-F238E27FC236}">
                  <a16:creationId xmlns:a16="http://schemas.microsoft.com/office/drawing/2014/main" id="{3BCBDA7A-FF66-4906-2116-AF47055CE4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2420051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1" name="Rechthoek 15">
              <a:extLst>
                <a:ext uri="{FF2B5EF4-FFF2-40B4-BE49-F238E27FC236}">
                  <a16:creationId xmlns:a16="http://schemas.microsoft.com/office/drawing/2014/main" id="{268EDC67-B71E-C79E-049B-864122FB7D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2420261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400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2" name="Ovaal 16">
              <a:extLst>
                <a:ext uri="{FF2B5EF4-FFF2-40B4-BE49-F238E27FC236}">
                  <a16:creationId xmlns:a16="http://schemas.microsoft.com/office/drawing/2014/main" id="{2A7C2BEB-E7C8-914F-13E5-7537CDC5D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2711333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3" name="Rechthoek 17">
              <a:extLst>
                <a:ext uri="{FF2B5EF4-FFF2-40B4-BE49-F238E27FC236}">
                  <a16:creationId xmlns:a16="http://schemas.microsoft.com/office/drawing/2014/main" id="{35D09DBD-9C90-EFC1-0BBE-B318170DD0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2711653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2400" b="1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14" name="Ovaal 20">
              <a:extLst>
                <a:ext uri="{FF2B5EF4-FFF2-40B4-BE49-F238E27FC236}">
                  <a16:creationId xmlns:a16="http://schemas.microsoft.com/office/drawing/2014/main" id="{01FA66F7-B0B2-F1C9-F981-3CD0CBE2DD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3002624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5" name="Rechthoek 21">
              <a:extLst>
                <a:ext uri="{FF2B5EF4-FFF2-40B4-BE49-F238E27FC236}">
                  <a16:creationId xmlns:a16="http://schemas.microsoft.com/office/drawing/2014/main" id="{219AD6BB-884C-E288-6EA7-55EF020F8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3003035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>
                  <a:solidFill>
                    <a:srgbClr val="00A6D6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16" name="Ovaal 22">
              <a:extLst>
                <a:ext uri="{FF2B5EF4-FFF2-40B4-BE49-F238E27FC236}">
                  <a16:creationId xmlns:a16="http://schemas.microsoft.com/office/drawing/2014/main" id="{7F92887B-0D70-495D-9DDC-EBC97D8A8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3293906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7" name="Rechthoek 23">
              <a:extLst>
                <a:ext uri="{FF2B5EF4-FFF2-40B4-BE49-F238E27FC236}">
                  <a16:creationId xmlns:a16="http://schemas.microsoft.com/office/drawing/2014/main" id="{C52841A9-AA0D-16E7-EBE4-C5C2A60D16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3585819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57188" indent="-357188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00A6D6"/>
                </a:buClr>
                <a:buSzPct val="100000"/>
                <a:buFont typeface="Arial" panose="020B0604020202020204" pitchFamily="34" charset="0"/>
                <a:buAutoNum type="arabicPeriod"/>
              </a:pPr>
              <a:r>
                <a:rPr lang="en-GB" altLang="en-NL" sz="1400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18" name="Ovaal 24">
              <a:extLst>
                <a:ext uri="{FF2B5EF4-FFF2-40B4-BE49-F238E27FC236}">
                  <a16:creationId xmlns:a16="http://schemas.microsoft.com/office/drawing/2014/main" id="{F55880BD-9F50-F503-2775-39DCF7DE04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3585188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9" name="Rechthoek 25">
              <a:extLst>
                <a:ext uri="{FF2B5EF4-FFF2-40B4-BE49-F238E27FC236}">
                  <a16:creationId xmlns:a16="http://schemas.microsoft.com/office/drawing/2014/main" id="{A67249D8-B593-A73F-1A59-1EE63F92D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38203" y="3877211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42900" indent="-3429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00A6D6"/>
                </a:buClr>
                <a:buSzPct val="100000"/>
                <a:buFont typeface="Arial" panose="020B0604020202020204" pitchFamily="34" charset="0"/>
                <a:buAutoNum type="alphaLcPeriod"/>
              </a:pPr>
              <a:r>
                <a:rPr lang="en-GB" altLang="en-NL" sz="1400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0" name="Ovaal 26">
              <a:extLst>
                <a:ext uri="{FF2B5EF4-FFF2-40B4-BE49-F238E27FC236}">
                  <a16:creationId xmlns:a16="http://schemas.microsoft.com/office/drawing/2014/main" id="{9A5212A8-34E5-1ED2-4709-87558AA640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3876470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1" name="Rechthoek 27">
              <a:extLst>
                <a:ext uri="{FF2B5EF4-FFF2-40B4-BE49-F238E27FC236}">
                  <a16:creationId xmlns:a16="http://schemas.microsoft.com/office/drawing/2014/main" id="{51DB877F-D4AF-3D27-6212-54EB1C7DA4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4168594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 i="1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2" name="Ovaal 28">
              <a:extLst>
                <a:ext uri="{FF2B5EF4-FFF2-40B4-BE49-F238E27FC236}">
                  <a16:creationId xmlns:a16="http://schemas.microsoft.com/office/drawing/2014/main" id="{732AD16D-1644-89AA-07A5-FEB88B853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4168594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3" name="Rechthoek 29">
              <a:extLst>
                <a:ext uri="{FF2B5EF4-FFF2-40B4-BE49-F238E27FC236}">
                  <a16:creationId xmlns:a16="http://schemas.microsoft.com/office/drawing/2014/main" id="{444CA2B0-5ACD-29C3-196F-86B187CF0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3294427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400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24" name="Rechthoek 30">
              <a:extLst>
                <a:ext uri="{FF2B5EF4-FFF2-40B4-BE49-F238E27FC236}">
                  <a16:creationId xmlns:a16="http://schemas.microsoft.com/office/drawing/2014/main" id="{05D58EB9-616D-49DE-3839-3C1560FD7369}"/>
                </a:ext>
              </a:extLst>
            </p:cNvPr>
            <p:cNvSpPr/>
            <p:nvPr/>
          </p:nvSpPr>
          <p:spPr>
            <a:xfrm>
              <a:off x="12377592" y="4530677"/>
              <a:ext cx="3593353" cy="828666"/>
            </a:xfrm>
            <a:prstGeom prst="rect">
              <a:avLst/>
            </a:prstGeom>
            <a:solidFill>
              <a:srgbClr val="ECECEC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 anchor="ctr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Want to know more?</a:t>
              </a:r>
              <a:b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</a:b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Go to the tab</a:t>
              </a: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 'SLIDEBUILDER’ </a:t>
              </a: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and click</a:t>
              </a:r>
              <a:b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</a:b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on the button </a:t>
              </a: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‘Inspiration'</a:t>
              </a:r>
            </a:p>
          </p:txBody>
        </p:sp>
        <p:grpSp>
          <p:nvGrpSpPr>
            <p:cNvPr id="25" name="ICOON_info">
              <a:extLst>
                <a:ext uri="{FF2B5EF4-FFF2-40B4-BE49-F238E27FC236}">
                  <a16:creationId xmlns:a16="http://schemas.microsoft.com/office/drawing/2014/main" id="{3FE4CF93-05D6-AA18-D26E-BBA40E5331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87298" y="4400184"/>
              <a:ext cx="283683" cy="283683"/>
              <a:chOff x="15787298" y="4400184"/>
              <a:chExt cx="283683" cy="283683"/>
            </a:xfrm>
          </p:grpSpPr>
          <p:sp>
            <p:nvSpPr>
              <p:cNvPr id="73" name="Ovaal 79">
                <a:extLst>
                  <a:ext uri="{FF2B5EF4-FFF2-40B4-BE49-F238E27FC236}">
                    <a16:creationId xmlns:a16="http://schemas.microsoft.com/office/drawing/2014/main" id="{697CB2E6-34FC-9066-D86D-02A983C513C8}"/>
                  </a:ext>
                </a:extLst>
              </p:cNvPr>
              <p:cNvSpPr/>
              <p:nvPr/>
            </p:nvSpPr>
            <p:spPr>
              <a:xfrm>
                <a:off x="15807395" y="4419553"/>
                <a:ext cx="244532" cy="244472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211F26"/>
              </a:solidFill>
              <a:ln>
                <a:noFill/>
                <a:prstDash val="solid"/>
              </a:ln>
            </p:spPr>
            <p:txBody>
              <a:bodyPr lIns="179999" tIns="179999" rIns="179999" bIns="179999" anchor="ctr" anchorCtr="1"/>
              <a:lstStyle/>
              <a:p>
                <a:pPr algn="ctr"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600" cap="all">
                  <a:solidFill>
                    <a:srgbClr val="FFFFFF"/>
                  </a:solidFill>
                  <a:latin typeface="Calibri" pitchFamily="34"/>
                  <a:cs typeface="Calibri" pitchFamily="34"/>
                </a:endParaRPr>
              </a:p>
            </p:txBody>
          </p:sp>
          <p:sp>
            <p:nvSpPr>
              <p:cNvPr id="74" name="Graphic 163" descr="Informatie">
                <a:extLst>
                  <a:ext uri="{FF2B5EF4-FFF2-40B4-BE49-F238E27FC236}">
                    <a16:creationId xmlns:a16="http://schemas.microsoft.com/office/drawing/2014/main" id="{CB4D4826-5E64-E2C8-2A9C-18AF7133D6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87298" y="4400184"/>
                <a:ext cx="283683" cy="283683"/>
              </a:xfrm>
              <a:custGeom>
                <a:avLst/>
                <a:gdLst>
                  <a:gd name="T0" fmla="*/ 141842 w 291719"/>
                  <a:gd name="T1" fmla="*/ 0 h 291719"/>
                  <a:gd name="T2" fmla="*/ 283683 w 291719"/>
                  <a:gd name="T3" fmla="*/ 141842 h 291719"/>
                  <a:gd name="T4" fmla="*/ 141842 w 291719"/>
                  <a:gd name="T5" fmla="*/ 283683 h 291719"/>
                  <a:gd name="T6" fmla="*/ 0 w 291719"/>
                  <a:gd name="T7" fmla="*/ 141842 h 291719"/>
                  <a:gd name="T8" fmla="*/ 141842 w 291719"/>
                  <a:gd name="T9" fmla="*/ 0 h 291719"/>
                  <a:gd name="T10" fmla="*/ 0 w 291719"/>
                  <a:gd name="T11" fmla="*/ 141842 h 291719"/>
                  <a:gd name="T12" fmla="*/ 141842 w 291719"/>
                  <a:gd name="T13" fmla="*/ 283684 h 291719"/>
                  <a:gd name="T14" fmla="*/ 283684 w 291719"/>
                  <a:gd name="T15" fmla="*/ 141842 h 291719"/>
                  <a:gd name="T16" fmla="*/ 141842 w 291719"/>
                  <a:gd name="T17" fmla="*/ 0 h 291719"/>
                  <a:gd name="T18" fmla="*/ 134376 w 291719"/>
                  <a:gd name="T19" fmla="*/ 37327 h 291719"/>
                  <a:gd name="T20" fmla="*/ 153040 w 291719"/>
                  <a:gd name="T21" fmla="*/ 55990 h 291719"/>
                  <a:gd name="T22" fmla="*/ 134376 w 291719"/>
                  <a:gd name="T23" fmla="*/ 74653 h 291719"/>
                  <a:gd name="T24" fmla="*/ 115713 w 291719"/>
                  <a:gd name="T25" fmla="*/ 55990 h 291719"/>
                  <a:gd name="T26" fmla="*/ 134376 w 291719"/>
                  <a:gd name="T27" fmla="*/ 37327 h 291719"/>
                  <a:gd name="T28" fmla="*/ 179169 w 291719"/>
                  <a:gd name="T29" fmla="*/ 246357 h 291719"/>
                  <a:gd name="T30" fmla="*/ 104515 w 291719"/>
                  <a:gd name="T31" fmla="*/ 246357 h 291719"/>
                  <a:gd name="T32" fmla="*/ 104515 w 291719"/>
                  <a:gd name="T33" fmla="*/ 223961 h 291719"/>
                  <a:gd name="T34" fmla="*/ 130644 w 291719"/>
                  <a:gd name="T35" fmla="*/ 223961 h 291719"/>
                  <a:gd name="T36" fmla="*/ 130644 w 291719"/>
                  <a:gd name="T37" fmla="*/ 111981 h 291719"/>
                  <a:gd name="T38" fmla="*/ 108248 w 291719"/>
                  <a:gd name="T39" fmla="*/ 111981 h 291719"/>
                  <a:gd name="T40" fmla="*/ 108248 w 291719"/>
                  <a:gd name="T41" fmla="*/ 89584 h 291719"/>
                  <a:gd name="T42" fmla="*/ 153040 w 291719"/>
                  <a:gd name="T43" fmla="*/ 89584 h 291719"/>
                  <a:gd name="T44" fmla="*/ 153040 w 291719"/>
                  <a:gd name="T45" fmla="*/ 111981 h 291719"/>
                  <a:gd name="T46" fmla="*/ 153040 w 291719"/>
                  <a:gd name="T47" fmla="*/ 223961 h 291719"/>
                  <a:gd name="T48" fmla="*/ 179169 w 291719"/>
                  <a:gd name="T49" fmla="*/ 223961 h 291719"/>
                  <a:gd name="T50" fmla="*/ 179169 w 291719"/>
                  <a:gd name="T51" fmla="*/ 246357 h 291719"/>
                  <a:gd name="T52" fmla="*/ 17694720 60000 65536"/>
                  <a:gd name="T53" fmla="*/ 0 60000 65536"/>
                  <a:gd name="T54" fmla="*/ 5898240 60000 65536"/>
                  <a:gd name="T55" fmla="*/ 1179648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291719"/>
                  <a:gd name="T79" fmla="*/ 0 h 291719"/>
                  <a:gd name="T80" fmla="*/ 291719 w 291719"/>
                  <a:gd name="T81" fmla="*/ 291719 h 29171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NL"/>
              </a:p>
            </p:txBody>
          </p:sp>
        </p:grpSp>
        <p:grpSp>
          <p:nvGrpSpPr>
            <p:cNvPr id="26" name="VOORBEELD">
              <a:extLst>
                <a:ext uri="{FF2B5EF4-FFF2-40B4-BE49-F238E27FC236}">
                  <a16:creationId xmlns:a16="http://schemas.microsoft.com/office/drawing/2014/main" id="{F4C3B4A5-8185-7E82-7D7D-976E0D654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58863" y="458672"/>
              <a:ext cx="3234315" cy="558871"/>
              <a:chOff x="12558863" y="458672"/>
              <a:chExt cx="3234315" cy="558871"/>
            </a:xfrm>
          </p:grpSpPr>
          <p:sp>
            <p:nvSpPr>
              <p:cNvPr id="33" name="Rechthoek 39">
                <a:extLst>
                  <a:ext uri="{FF2B5EF4-FFF2-40B4-BE49-F238E27FC236}">
                    <a16:creationId xmlns:a16="http://schemas.microsoft.com/office/drawing/2014/main" id="{3F80A6F3-FB75-4B99-175B-4FE8AA47DF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59850" y="458672"/>
                <a:ext cx="393457" cy="184059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8004" rIns="0" bIns="0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/>
                <a:r>
                  <a:rPr lang="en-GB" altLang="en-NL" sz="9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34" name="Rechthoek 40">
                <a:extLst>
                  <a:ext uri="{FF2B5EF4-FFF2-40B4-BE49-F238E27FC236}">
                    <a16:creationId xmlns:a16="http://schemas.microsoft.com/office/drawing/2014/main" id="{6D5800F5-9C9F-AEAF-9711-084AB7EF1E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4843" y="621343"/>
                <a:ext cx="383782" cy="27166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/>
                <a:endPara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5" name="Groep 41">
                <a:extLst>
                  <a:ext uri="{FF2B5EF4-FFF2-40B4-BE49-F238E27FC236}">
                    <a16:creationId xmlns:a16="http://schemas.microsoft.com/office/drawing/2014/main" id="{E21B5CD7-E1A0-80B5-420A-449468F4A0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77789" y="830869"/>
                <a:ext cx="139418" cy="109563"/>
                <a:chOff x="12777789" y="830869"/>
                <a:chExt cx="139418" cy="109563"/>
              </a:xfrm>
            </p:grpSpPr>
            <p:grpSp>
              <p:nvGrpSpPr>
                <p:cNvPr id="66" name="Groep 72">
                  <a:extLst>
                    <a:ext uri="{FF2B5EF4-FFF2-40B4-BE49-F238E27FC236}">
                      <a16:creationId xmlns:a16="http://schemas.microsoft.com/office/drawing/2014/main" id="{8BF0A73D-713A-5BB1-9209-56DFBBCEBDC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777789" y="830869"/>
                  <a:ext cx="139418" cy="109563"/>
                  <a:chOff x="12777789" y="830869"/>
                  <a:chExt cx="139418" cy="109563"/>
                </a:xfrm>
              </p:grpSpPr>
              <p:cxnSp>
                <p:nvCxnSpPr>
                  <p:cNvPr id="68" name="Rechte verbindingslijn 74">
                    <a:extLst>
                      <a:ext uri="{FF2B5EF4-FFF2-40B4-BE49-F238E27FC236}">
                        <a16:creationId xmlns:a16="http://schemas.microsoft.com/office/drawing/2014/main" id="{B9F4ADD6-A5E0-7F9B-8F08-CF852FFF60E5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777789" y="830869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9" name="Rechte verbindingslijn 75">
                    <a:extLst>
                      <a:ext uri="{FF2B5EF4-FFF2-40B4-BE49-F238E27FC236}">
                        <a16:creationId xmlns:a16="http://schemas.microsoft.com/office/drawing/2014/main" id="{D3228B36-6BEE-6B07-BB87-AAEB7238FBCB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777789" y="940432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0" name="Rechte verbindingslijn 76">
                    <a:extLst>
                      <a:ext uri="{FF2B5EF4-FFF2-40B4-BE49-F238E27FC236}">
                        <a16:creationId xmlns:a16="http://schemas.microsoft.com/office/drawing/2014/main" id="{B8F02239-8F6C-EB48-0B5E-76EE1A66AF22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854443" y="913046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1" name="Rechte verbindingslijn 77">
                    <a:extLst>
                      <a:ext uri="{FF2B5EF4-FFF2-40B4-BE49-F238E27FC236}">
                        <a16:creationId xmlns:a16="http://schemas.microsoft.com/office/drawing/2014/main" id="{A28099B8-0810-39AB-6013-965EBA1A9D95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854443" y="885651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2" name="Rechte verbindingslijn 78">
                    <a:extLst>
                      <a:ext uri="{FF2B5EF4-FFF2-40B4-BE49-F238E27FC236}">
                        <a16:creationId xmlns:a16="http://schemas.microsoft.com/office/drawing/2014/main" id="{0A8A2479-EB5D-BC48-D055-84D9B0726C6E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854443" y="858264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67" name="Pijl: rechts 73">
                  <a:extLst>
                    <a:ext uri="{FF2B5EF4-FFF2-40B4-BE49-F238E27FC236}">
                      <a16:creationId xmlns:a16="http://schemas.microsoft.com/office/drawing/2014/main" id="{6A65953C-C742-B26A-974B-8A7DA765B5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777789" y="857039"/>
                  <a:ext cx="58411" cy="56116"/>
                </a:xfrm>
                <a:custGeom>
                  <a:avLst/>
                  <a:gdLst>
                    <a:gd name="T0" fmla="*/ 29206 w 21600"/>
                    <a:gd name="T1" fmla="*/ 0 h 21600"/>
                    <a:gd name="T2" fmla="*/ 58411 w 21600"/>
                    <a:gd name="T3" fmla="*/ 28058 h 21600"/>
                    <a:gd name="T4" fmla="*/ 29206 w 21600"/>
                    <a:gd name="T5" fmla="*/ 56116 h 21600"/>
                    <a:gd name="T6" fmla="*/ 0 w 21600"/>
                    <a:gd name="T7" fmla="*/ 28058 h 21600"/>
                    <a:gd name="T8" fmla="*/ 22705 w 21600"/>
                    <a:gd name="T9" fmla="*/ 0 h 21600"/>
                    <a:gd name="T10" fmla="*/ 22705 w 21600"/>
                    <a:gd name="T11" fmla="*/ 56116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  <p:grpSp>
            <p:nvGrpSpPr>
              <p:cNvPr id="36" name="Groep 42">
                <a:extLst>
                  <a:ext uri="{FF2B5EF4-FFF2-40B4-BE49-F238E27FC236}">
                    <a16:creationId xmlns:a16="http://schemas.microsoft.com/office/drawing/2014/main" id="{0A233056-06DB-1404-2BB3-C649F4116A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558863" y="830869"/>
                <a:ext cx="139418" cy="109563"/>
                <a:chOff x="12558863" y="830869"/>
                <a:chExt cx="139418" cy="109563"/>
              </a:xfrm>
            </p:grpSpPr>
            <p:grpSp>
              <p:nvGrpSpPr>
                <p:cNvPr id="59" name="Groep 65">
                  <a:extLst>
                    <a:ext uri="{FF2B5EF4-FFF2-40B4-BE49-F238E27FC236}">
                      <a16:creationId xmlns:a16="http://schemas.microsoft.com/office/drawing/2014/main" id="{0FB14E33-2EFF-FC4F-117B-D5B12FC02F7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58863" y="830869"/>
                  <a:ext cx="139418" cy="109563"/>
                  <a:chOff x="12558863" y="830869"/>
                  <a:chExt cx="139418" cy="109563"/>
                </a:xfrm>
              </p:grpSpPr>
              <p:cxnSp>
                <p:nvCxnSpPr>
                  <p:cNvPr id="61" name="Rechte verbindingslijn 67">
                    <a:extLst>
                      <a:ext uri="{FF2B5EF4-FFF2-40B4-BE49-F238E27FC236}">
                        <a16:creationId xmlns:a16="http://schemas.microsoft.com/office/drawing/2014/main" id="{4C95CE9C-CEF5-EBC9-1CD5-07E148B77BEC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558863" y="830869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2" name="Rechte verbindingslijn 68">
                    <a:extLst>
                      <a:ext uri="{FF2B5EF4-FFF2-40B4-BE49-F238E27FC236}">
                        <a16:creationId xmlns:a16="http://schemas.microsoft.com/office/drawing/2014/main" id="{61D4E18F-6182-CA31-7E45-4D08C32492A6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558863" y="940432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3" name="Rechte verbindingslijn 69">
                    <a:extLst>
                      <a:ext uri="{FF2B5EF4-FFF2-40B4-BE49-F238E27FC236}">
                        <a16:creationId xmlns:a16="http://schemas.microsoft.com/office/drawing/2014/main" id="{CA989F9B-B6B4-808F-7A70-589242F5AE58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635517" y="913046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4" name="Rechte verbindingslijn 70">
                    <a:extLst>
                      <a:ext uri="{FF2B5EF4-FFF2-40B4-BE49-F238E27FC236}">
                        <a16:creationId xmlns:a16="http://schemas.microsoft.com/office/drawing/2014/main" id="{D5BB1F37-7CC9-B15C-31ED-DCB4B0D26A7F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635517" y="885651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5" name="Rechte verbindingslijn 71">
                    <a:extLst>
                      <a:ext uri="{FF2B5EF4-FFF2-40B4-BE49-F238E27FC236}">
                        <a16:creationId xmlns:a16="http://schemas.microsoft.com/office/drawing/2014/main" id="{F3E62BE5-AD47-2786-5348-BC656BC108AE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635517" y="858264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60" name="Pijl: rechts 66">
                  <a:extLst>
                    <a:ext uri="{FF2B5EF4-FFF2-40B4-BE49-F238E27FC236}">
                      <a16:creationId xmlns:a16="http://schemas.microsoft.com/office/drawing/2014/main" id="{42DB2252-4947-E11F-4979-651C477F25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2558863" y="857039"/>
                  <a:ext cx="58411" cy="56116"/>
                </a:xfrm>
                <a:custGeom>
                  <a:avLst/>
                  <a:gdLst>
                    <a:gd name="T0" fmla="*/ 29206 w 21600"/>
                    <a:gd name="T1" fmla="*/ 0 h 21600"/>
                    <a:gd name="T2" fmla="*/ 58411 w 21600"/>
                    <a:gd name="T3" fmla="*/ 28058 h 21600"/>
                    <a:gd name="T4" fmla="*/ 29206 w 21600"/>
                    <a:gd name="T5" fmla="*/ 56116 h 21600"/>
                    <a:gd name="T6" fmla="*/ 0 w 21600"/>
                    <a:gd name="T7" fmla="*/ 28058 h 21600"/>
                    <a:gd name="T8" fmla="*/ 22705 w 21600"/>
                    <a:gd name="T9" fmla="*/ 0 h 21600"/>
                    <a:gd name="T10" fmla="*/ 22705 w 21600"/>
                    <a:gd name="T11" fmla="*/ 56116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  <p:cxnSp>
            <p:nvCxnSpPr>
              <p:cNvPr id="37" name="Rechte verbindingslijn 43">
                <a:extLst>
                  <a:ext uri="{FF2B5EF4-FFF2-40B4-BE49-F238E27FC236}">
                    <a16:creationId xmlns:a16="http://schemas.microsoft.com/office/drawing/2014/main" id="{C66A2C69-19F2-368B-2814-96D46F2C069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12704079" y="588169"/>
                <a:ext cx="547680" cy="219072"/>
              </a:xfrm>
              <a:prstGeom prst="straightConnector1">
                <a:avLst/>
              </a:prstGeom>
              <a:noFill/>
              <a:ln w="19046" cap="rnd">
                <a:solidFill>
                  <a:srgbClr val="00A6D6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8" name="Rechte verbindingslijn 44">
                <a:extLst>
                  <a:ext uri="{FF2B5EF4-FFF2-40B4-BE49-F238E27FC236}">
                    <a16:creationId xmlns:a16="http://schemas.microsoft.com/office/drawing/2014/main" id="{320B98A3-FF73-50D4-0E30-5C3EE4523D7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2939820" y="828675"/>
                <a:ext cx="319089" cy="0"/>
              </a:xfrm>
              <a:prstGeom prst="straightConnector1">
                <a:avLst/>
              </a:prstGeom>
              <a:noFill/>
              <a:ln w="19046" cap="rnd">
                <a:solidFill>
                  <a:srgbClr val="00A6D6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9" name="Rechthoek 45">
                <a:extLst>
                  <a:ext uri="{FF2B5EF4-FFF2-40B4-BE49-F238E27FC236}">
                    <a16:creationId xmlns:a16="http://schemas.microsoft.com/office/drawing/2014/main" id="{CFB16545-CC02-31C1-61C6-494BFEDB9B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132" y="512182"/>
                <a:ext cx="2189046" cy="1510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1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0" name="Rechthoek 46">
                <a:extLst>
                  <a:ext uri="{FF2B5EF4-FFF2-40B4-BE49-F238E27FC236}">
                    <a16:creationId xmlns:a16="http://schemas.microsoft.com/office/drawing/2014/main" id="{3086CDB9-8812-1D50-93DB-177AB7CD5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132" y="819558"/>
                <a:ext cx="2189046" cy="142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1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1" name="Groep 47">
                <a:extLst>
                  <a:ext uri="{FF2B5EF4-FFF2-40B4-BE49-F238E27FC236}">
                    <a16:creationId xmlns:a16="http://schemas.microsoft.com/office/drawing/2014/main" id="{CCA83439-A34C-4E77-2B3E-2A78915163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247269" y="769165"/>
                <a:ext cx="268742" cy="248378"/>
                <a:chOff x="13247269" y="769165"/>
                <a:chExt cx="268742" cy="248378"/>
              </a:xfrm>
            </p:grpSpPr>
            <p:sp>
              <p:nvSpPr>
                <p:cNvPr id="51" name="Rechthoek 57">
                  <a:extLst>
                    <a:ext uri="{FF2B5EF4-FFF2-40B4-BE49-F238E27FC236}">
                      <a16:creationId xmlns:a16="http://schemas.microsoft.com/office/drawing/2014/main" id="{B80FFFF4-6DAC-3268-89A9-AF2ED90CFC3A}"/>
                    </a:ext>
                  </a:extLst>
                </p:cNvPr>
                <p:cNvSpPr/>
                <p:nvPr/>
              </p:nvSpPr>
              <p:spPr>
                <a:xfrm>
                  <a:off x="13247745" y="769930"/>
                  <a:ext cx="268350" cy="247647"/>
                </a:xfrm>
                <a:prstGeom prst="rect">
                  <a:avLst/>
                </a:prstGeom>
                <a:solidFill>
                  <a:srgbClr val="FFFFFF"/>
                </a:solidFill>
                <a:ln w="3172" cap="flat">
                  <a:solidFill>
                    <a:srgbClr val="DADADA"/>
                  </a:solidFill>
                  <a:prstDash val="solid"/>
                  <a:miter/>
                </a:ln>
              </p:spPr>
              <p:txBody>
                <a:bodyPr lIns="0" tIns="0" rIns="0" bIns="0" anchor="ctr" anchorCtr="1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050">
                    <a:solidFill>
                      <a:srgbClr val="211F26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grpSp>
              <p:nvGrpSpPr>
                <p:cNvPr id="52" name="Groep 58">
                  <a:extLst>
                    <a:ext uri="{FF2B5EF4-FFF2-40B4-BE49-F238E27FC236}">
                      <a16:creationId xmlns:a16="http://schemas.microsoft.com/office/drawing/2014/main" id="{2A0D9542-0801-8A22-A74D-76348F68FFC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297287" y="827074"/>
                  <a:ext cx="168697" cy="132570"/>
                  <a:chOff x="13297287" y="827074"/>
                  <a:chExt cx="168697" cy="132570"/>
                </a:xfrm>
              </p:grpSpPr>
              <p:cxnSp>
                <p:nvCxnSpPr>
                  <p:cNvPr id="54" name="Rechte verbindingslijn 60">
                    <a:extLst>
                      <a:ext uri="{FF2B5EF4-FFF2-40B4-BE49-F238E27FC236}">
                        <a16:creationId xmlns:a16="http://schemas.microsoft.com/office/drawing/2014/main" id="{D3B0F5A5-A5D5-639C-2D14-B1F1AD3C0C7A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297287" y="827074"/>
                    <a:ext cx="168697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5" name="Rechte verbindingslijn 61">
                    <a:extLst>
                      <a:ext uri="{FF2B5EF4-FFF2-40B4-BE49-F238E27FC236}">
                        <a16:creationId xmlns:a16="http://schemas.microsoft.com/office/drawing/2014/main" id="{FFAB175F-5C05-BB83-C204-D6DE69AC9986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297287" y="959644"/>
                    <a:ext cx="168697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6" name="Rechte verbindingslijn 62">
                    <a:extLst>
                      <a:ext uri="{FF2B5EF4-FFF2-40B4-BE49-F238E27FC236}">
                        <a16:creationId xmlns:a16="http://schemas.microsoft.com/office/drawing/2014/main" id="{DF1A42C3-CA95-2901-3883-6D2D7BA99D75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926506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7" name="Rechte verbindingslijn 63">
                    <a:extLst>
                      <a:ext uri="{FF2B5EF4-FFF2-40B4-BE49-F238E27FC236}">
                        <a16:creationId xmlns:a16="http://schemas.microsoft.com/office/drawing/2014/main" id="{51B3FBDE-DE26-B2A3-0C76-610619A48431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893359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8" name="Rechte verbindingslijn 64">
                    <a:extLst>
                      <a:ext uri="{FF2B5EF4-FFF2-40B4-BE49-F238E27FC236}">
                        <a16:creationId xmlns:a16="http://schemas.microsoft.com/office/drawing/2014/main" id="{67D59878-57BB-8C20-B86E-CF7F168FF662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860212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53" name="Pijl: rechts 59">
                  <a:extLst>
                    <a:ext uri="{FF2B5EF4-FFF2-40B4-BE49-F238E27FC236}">
                      <a16:creationId xmlns:a16="http://schemas.microsoft.com/office/drawing/2014/main" id="{D8E78AA3-3BFF-A580-9332-9A8663A549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297287" y="858740"/>
                  <a:ext cx="70673" cy="67903"/>
                </a:xfrm>
                <a:custGeom>
                  <a:avLst/>
                  <a:gdLst>
                    <a:gd name="T0" fmla="*/ 35337 w 21600"/>
                    <a:gd name="T1" fmla="*/ 0 h 21600"/>
                    <a:gd name="T2" fmla="*/ 70673 w 21600"/>
                    <a:gd name="T3" fmla="*/ 33952 h 21600"/>
                    <a:gd name="T4" fmla="*/ 35337 w 21600"/>
                    <a:gd name="T5" fmla="*/ 67903 h 21600"/>
                    <a:gd name="T6" fmla="*/ 0 w 21600"/>
                    <a:gd name="T7" fmla="*/ 33952 h 21600"/>
                    <a:gd name="T8" fmla="*/ 27471 w 21600"/>
                    <a:gd name="T9" fmla="*/ 0 h 21600"/>
                    <a:gd name="T10" fmla="*/ 27471 w 21600"/>
                    <a:gd name="T11" fmla="*/ 67903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  <p:grpSp>
            <p:nvGrpSpPr>
              <p:cNvPr id="42" name="Groep 48">
                <a:extLst>
                  <a:ext uri="{FF2B5EF4-FFF2-40B4-BE49-F238E27FC236}">
                    <a16:creationId xmlns:a16="http://schemas.microsoft.com/office/drawing/2014/main" id="{48583C5D-846A-41EC-F6D5-D9F148C83F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247269" y="460171"/>
                <a:ext cx="268742" cy="248378"/>
                <a:chOff x="13247269" y="460171"/>
                <a:chExt cx="268742" cy="248378"/>
              </a:xfrm>
            </p:grpSpPr>
            <p:sp>
              <p:nvSpPr>
                <p:cNvPr id="43" name="Rechthoek 49">
                  <a:extLst>
                    <a:ext uri="{FF2B5EF4-FFF2-40B4-BE49-F238E27FC236}">
                      <a16:creationId xmlns:a16="http://schemas.microsoft.com/office/drawing/2014/main" id="{C559EE32-6E8A-D3DD-A08D-49D4FCCDCC7B}"/>
                    </a:ext>
                  </a:extLst>
                </p:cNvPr>
                <p:cNvSpPr/>
                <p:nvPr/>
              </p:nvSpPr>
              <p:spPr>
                <a:xfrm>
                  <a:off x="13247745" y="460370"/>
                  <a:ext cx="268350" cy="247647"/>
                </a:xfrm>
                <a:prstGeom prst="rect">
                  <a:avLst/>
                </a:prstGeom>
                <a:solidFill>
                  <a:srgbClr val="FFFFFF"/>
                </a:solidFill>
                <a:ln w="3172" cap="flat">
                  <a:solidFill>
                    <a:srgbClr val="DADADA"/>
                  </a:solidFill>
                  <a:prstDash val="solid"/>
                  <a:miter/>
                </a:ln>
              </p:spPr>
              <p:txBody>
                <a:bodyPr lIns="0" tIns="0" rIns="0" bIns="0" anchor="ctr" anchorCtr="1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050">
                    <a:solidFill>
                      <a:srgbClr val="211F26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grpSp>
              <p:nvGrpSpPr>
                <p:cNvPr id="44" name="Groep 50">
                  <a:extLst>
                    <a:ext uri="{FF2B5EF4-FFF2-40B4-BE49-F238E27FC236}">
                      <a16:creationId xmlns:a16="http://schemas.microsoft.com/office/drawing/2014/main" id="{11058E8B-1AFC-9A5A-AAD2-0E4E58E2B9F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297287" y="518071"/>
                  <a:ext cx="168697" cy="132579"/>
                  <a:chOff x="13297287" y="518071"/>
                  <a:chExt cx="168697" cy="132579"/>
                </a:xfrm>
              </p:grpSpPr>
              <p:cxnSp>
                <p:nvCxnSpPr>
                  <p:cNvPr id="46" name="Rechte verbindingslijn 52">
                    <a:extLst>
                      <a:ext uri="{FF2B5EF4-FFF2-40B4-BE49-F238E27FC236}">
                        <a16:creationId xmlns:a16="http://schemas.microsoft.com/office/drawing/2014/main" id="{183F12E2-687B-EA72-2342-CA9B2FA34FF7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297287" y="518071"/>
                    <a:ext cx="168697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47" name="Rechte verbindingslijn 53">
                    <a:extLst>
                      <a:ext uri="{FF2B5EF4-FFF2-40B4-BE49-F238E27FC236}">
                        <a16:creationId xmlns:a16="http://schemas.microsoft.com/office/drawing/2014/main" id="{956B7F1A-9015-C320-B3BF-321C06CF48FB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297287" y="650650"/>
                    <a:ext cx="168697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48" name="Rechte verbindingslijn 54">
                    <a:extLst>
                      <a:ext uri="{FF2B5EF4-FFF2-40B4-BE49-F238E27FC236}">
                        <a16:creationId xmlns:a16="http://schemas.microsoft.com/office/drawing/2014/main" id="{E80F2459-9FE3-B232-AAAE-B3C91984A4DA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617503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49" name="Rechte verbindingslijn 55">
                    <a:extLst>
                      <a:ext uri="{FF2B5EF4-FFF2-40B4-BE49-F238E27FC236}">
                        <a16:creationId xmlns:a16="http://schemas.microsoft.com/office/drawing/2014/main" id="{0E4FC6EA-F74D-764F-DD60-13492082C9DB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584365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0" name="Rechte verbindingslijn 56">
                    <a:extLst>
                      <a:ext uri="{FF2B5EF4-FFF2-40B4-BE49-F238E27FC236}">
                        <a16:creationId xmlns:a16="http://schemas.microsoft.com/office/drawing/2014/main" id="{A608BCFD-723A-6C6C-6A03-D59EBB1357BF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551218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45" name="Pijl: rechts 51">
                  <a:extLst>
                    <a:ext uri="{FF2B5EF4-FFF2-40B4-BE49-F238E27FC236}">
                      <a16:creationId xmlns:a16="http://schemas.microsoft.com/office/drawing/2014/main" id="{E7CDE34F-5F11-F3A1-A07D-E3B2AC2EB5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3297287" y="549737"/>
                  <a:ext cx="70673" cy="67903"/>
                </a:xfrm>
                <a:custGeom>
                  <a:avLst/>
                  <a:gdLst>
                    <a:gd name="T0" fmla="*/ 35337 w 21600"/>
                    <a:gd name="T1" fmla="*/ 0 h 21600"/>
                    <a:gd name="T2" fmla="*/ 70673 w 21600"/>
                    <a:gd name="T3" fmla="*/ 33952 h 21600"/>
                    <a:gd name="T4" fmla="*/ 35337 w 21600"/>
                    <a:gd name="T5" fmla="*/ 67903 h 21600"/>
                    <a:gd name="T6" fmla="*/ 0 w 21600"/>
                    <a:gd name="T7" fmla="*/ 33952 h 21600"/>
                    <a:gd name="T8" fmla="*/ 27471 w 21600"/>
                    <a:gd name="T9" fmla="*/ 0 h 21600"/>
                    <a:gd name="T10" fmla="*/ 27471 w 21600"/>
                    <a:gd name="T11" fmla="*/ 67903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</p:grpSp>
        <p:grpSp>
          <p:nvGrpSpPr>
            <p:cNvPr id="27" name="Groep 33">
              <a:extLst>
                <a:ext uri="{FF2B5EF4-FFF2-40B4-BE49-F238E27FC236}">
                  <a16:creationId xmlns:a16="http://schemas.microsoft.com/office/drawing/2014/main" id="{2B62D678-43D0-8320-E82D-9FD5B6654A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25601" y="4663037"/>
              <a:ext cx="627799" cy="576684"/>
              <a:chOff x="15225601" y="4663037"/>
              <a:chExt cx="627799" cy="576684"/>
            </a:xfrm>
          </p:grpSpPr>
          <p:grpSp>
            <p:nvGrpSpPr>
              <p:cNvPr id="28" name="Inspireren">
                <a:extLst>
                  <a:ext uri="{FF2B5EF4-FFF2-40B4-BE49-F238E27FC236}">
                    <a16:creationId xmlns:a16="http://schemas.microsoft.com/office/drawing/2014/main" id="{9229ACE5-FD71-0096-B138-30943B3BA5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447919" y="4663037"/>
                <a:ext cx="169776" cy="242380"/>
                <a:chOff x="15447919" y="4663037"/>
                <a:chExt cx="169776" cy="242380"/>
              </a:xfrm>
            </p:grpSpPr>
            <p:sp>
              <p:nvSpPr>
                <p:cNvPr id="30" name="Freeform 12">
                  <a:extLst>
                    <a:ext uri="{FF2B5EF4-FFF2-40B4-BE49-F238E27FC236}">
                      <a16:creationId xmlns:a16="http://schemas.microsoft.com/office/drawing/2014/main" id="{7A7DC219-9493-D67A-5D7E-1FB65A423A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98119" y="4749869"/>
                  <a:ext cx="68726" cy="62051"/>
                </a:xfrm>
                <a:custGeom>
                  <a:avLst/>
                  <a:gdLst>
                    <a:gd name="T0" fmla="*/ 34363 w 319"/>
                    <a:gd name="T1" fmla="*/ 0 h 288"/>
                    <a:gd name="T2" fmla="*/ 68726 w 319"/>
                    <a:gd name="T3" fmla="*/ 31026 h 288"/>
                    <a:gd name="T4" fmla="*/ 34363 w 319"/>
                    <a:gd name="T5" fmla="*/ 62051 h 288"/>
                    <a:gd name="T6" fmla="*/ 0 w 319"/>
                    <a:gd name="T7" fmla="*/ 31026 h 288"/>
                    <a:gd name="T8" fmla="*/ 47397 w 319"/>
                    <a:gd name="T9" fmla="*/ 62051 h 288"/>
                    <a:gd name="T10" fmla="*/ 23052 w 319"/>
                    <a:gd name="T11" fmla="*/ 62051 h 288"/>
                    <a:gd name="T12" fmla="*/ 0 w 319"/>
                    <a:gd name="T13" fmla="*/ 0 h 288"/>
                    <a:gd name="T14" fmla="*/ 68726 w 319"/>
                    <a:gd name="T15" fmla="*/ 0 h 288"/>
                    <a:gd name="T16" fmla="*/ 47397 w 319"/>
                    <a:gd name="T17" fmla="*/ 62051 h 288"/>
                    <a:gd name="T18" fmla="*/ 17694720 60000 65536"/>
                    <a:gd name="T19" fmla="*/ 0 60000 65536"/>
                    <a:gd name="T20" fmla="*/ 5898240 60000 65536"/>
                    <a:gd name="T21" fmla="*/ 1179648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19"/>
                    <a:gd name="T28" fmla="*/ 0 h 288"/>
                    <a:gd name="T29" fmla="*/ 319 w 319"/>
                    <a:gd name="T30" fmla="*/ 288 h 288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  <p:sp>
              <p:nvSpPr>
                <p:cNvPr id="31" name="Freeform 13">
                  <a:extLst>
                    <a:ext uri="{FF2B5EF4-FFF2-40B4-BE49-F238E27FC236}">
                      <a16:creationId xmlns:a16="http://schemas.microsoft.com/office/drawing/2014/main" id="{0476825A-244B-E6EA-CCB8-6BC61B9F28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502637" y="4881286"/>
                  <a:ext cx="60761" cy="24131"/>
                </a:xfrm>
                <a:custGeom>
                  <a:avLst/>
                  <a:gdLst>
                    <a:gd name="T0" fmla="*/ 30381 w 251"/>
                    <a:gd name="T1" fmla="*/ 0 h 100"/>
                    <a:gd name="T2" fmla="*/ 60761 w 251"/>
                    <a:gd name="T3" fmla="*/ 12066 h 100"/>
                    <a:gd name="T4" fmla="*/ 30381 w 251"/>
                    <a:gd name="T5" fmla="*/ 24131 h 100"/>
                    <a:gd name="T6" fmla="*/ 0 w 251"/>
                    <a:gd name="T7" fmla="*/ 12066 h 100"/>
                    <a:gd name="T8" fmla="*/ 55435 w 251"/>
                    <a:gd name="T9" fmla="*/ 16892 h 100"/>
                    <a:gd name="T10" fmla="*/ 55435 w 251"/>
                    <a:gd name="T11" fmla="*/ 16650 h 100"/>
                    <a:gd name="T12" fmla="*/ 60761 w 251"/>
                    <a:gd name="T13" fmla="*/ 0 h 100"/>
                    <a:gd name="T14" fmla="*/ 0 w 251"/>
                    <a:gd name="T15" fmla="*/ 0 h 100"/>
                    <a:gd name="T16" fmla="*/ 5326 w 251"/>
                    <a:gd name="T17" fmla="*/ 16650 h 100"/>
                    <a:gd name="T18" fmla="*/ 15251 w 251"/>
                    <a:gd name="T19" fmla="*/ 24131 h 100"/>
                    <a:gd name="T20" fmla="*/ 45510 w 251"/>
                    <a:gd name="T21" fmla="*/ 24131 h 100"/>
                    <a:gd name="T22" fmla="*/ 55435 w 251"/>
                    <a:gd name="T23" fmla="*/ 17133 h 100"/>
                    <a:gd name="T24" fmla="*/ 55435 w 251"/>
                    <a:gd name="T25" fmla="*/ 17133 h 100"/>
                    <a:gd name="T26" fmla="*/ 55435 w 251"/>
                    <a:gd name="T27" fmla="*/ 16892 h 100"/>
                    <a:gd name="T28" fmla="*/ 17694720 60000 65536"/>
                    <a:gd name="T29" fmla="*/ 0 60000 65536"/>
                    <a:gd name="T30" fmla="*/ 5898240 60000 65536"/>
                    <a:gd name="T31" fmla="*/ 1179648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251"/>
                    <a:gd name="T43" fmla="*/ 0 h 100"/>
                    <a:gd name="T44" fmla="*/ 251 w 251"/>
                    <a:gd name="T45" fmla="*/ 100 h 100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D9FA1"/>
                    </a:gs>
                    <a:gs pos="100000">
                      <a:srgbClr val="211F26"/>
                    </a:gs>
                  </a:gsLst>
                  <a:lin ang="270000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  <p:sp>
              <p:nvSpPr>
                <p:cNvPr id="32" name="Freeform 14">
                  <a:extLst>
                    <a:ext uri="{FF2B5EF4-FFF2-40B4-BE49-F238E27FC236}">
                      <a16:creationId xmlns:a16="http://schemas.microsoft.com/office/drawing/2014/main" id="{37922168-4F44-C7E7-B01F-215DD3BA25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47919" y="4663037"/>
                  <a:ext cx="169776" cy="208126"/>
                </a:xfrm>
                <a:custGeom>
                  <a:avLst/>
                  <a:gdLst>
                    <a:gd name="T0" fmla="*/ 84888 w 702"/>
                    <a:gd name="T1" fmla="*/ 0 h 860"/>
                    <a:gd name="T2" fmla="*/ 169776 w 702"/>
                    <a:gd name="T3" fmla="*/ 104063 h 860"/>
                    <a:gd name="T4" fmla="*/ 84888 w 702"/>
                    <a:gd name="T5" fmla="*/ 208126 h 860"/>
                    <a:gd name="T6" fmla="*/ 0 w 702"/>
                    <a:gd name="T7" fmla="*/ 104063 h 860"/>
                    <a:gd name="T8" fmla="*/ 84888 w 702"/>
                    <a:gd name="T9" fmla="*/ 0 h 860"/>
                    <a:gd name="T10" fmla="*/ 0 w 702"/>
                    <a:gd name="T11" fmla="*/ 84944 h 860"/>
                    <a:gd name="T12" fmla="*/ 32407 w 702"/>
                    <a:gd name="T13" fmla="*/ 151738 h 860"/>
                    <a:gd name="T14" fmla="*/ 39905 w 702"/>
                    <a:gd name="T15" fmla="*/ 173761 h 860"/>
                    <a:gd name="T16" fmla="*/ 64331 w 702"/>
                    <a:gd name="T17" fmla="*/ 173761 h 860"/>
                    <a:gd name="T18" fmla="*/ 64331 w 702"/>
                    <a:gd name="T19" fmla="*/ 173761 h 860"/>
                    <a:gd name="T20" fmla="*/ 104961 w 702"/>
                    <a:gd name="T21" fmla="*/ 173761 h 860"/>
                    <a:gd name="T22" fmla="*/ 101334 w 702"/>
                    <a:gd name="T23" fmla="*/ 183925 h 860"/>
                    <a:gd name="T24" fmla="*/ 68684 w 702"/>
                    <a:gd name="T25" fmla="*/ 183925 h 860"/>
                    <a:gd name="T26" fmla="*/ 68684 w 702"/>
                    <a:gd name="T27" fmla="*/ 183925 h 860"/>
                    <a:gd name="T28" fmla="*/ 43290 w 702"/>
                    <a:gd name="T29" fmla="*/ 183925 h 860"/>
                    <a:gd name="T30" fmla="*/ 51271 w 702"/>
                    <a:gd name="T31" fmla="*/ 208126 h 860"/>
                    <a:gd name="T32" fmla="*/ 51271 w 702"/>
                    <a:gd name="T33" fmla="*/ 208126 h 860"/>
                    <a:gd name="T34" fmla="*/ 52239 w 702"/>
                    <a:gd name="T35" fmla="*/ 208126 h 860"/>
                    <a:gd name="T36" fmla="*/ 118021 w 702"/>
                    <a:gd name="T37" fmla="*/ 208126 h 860"/>
                    <a:gd name="T38" fmla="*/ 118746 w 702"/>
                    <a:gd name="T39" fmla="*/ 208126 h 860"/>
                    <a:gd name="T40" fmla="*/ 137852 w 702"/>
                    <a:gd name="T41" fmla="*/ 151254 h 860"/>
                    <a:gd name="T42" fmla="*/ 169776 w 702"/>
                    <a:gd name="T43" fmla="*/ 84944 h 860"/>
                    <a:gd name="T44" fmla="*/ 84888 w 702"/>
                    <a:gd name="T45" fmla="*/ 0 h 860"/>
                    <a:gd name="T46" fmla="*/ 141964 w 702"/>
                    <a:gd name="T47" fmla="*/ 105999 h 860"/>
                    <a:gd name="T48" fmla="*/ 117295 w 702"/>
                    <a:gd name="T49" fmla="*/ 136250 h 860"/>
                    <a:gd name="T50" fmla="*/ 109798 w 702"/>
                    <a:gd name="T51" fmla="*/ 159241 h 860"/>
                    <a:gd name="T52" fmla="*/ 60462 w 702"/>
                    <a:gd name="T53" fmla="*/ 159241 h 860"/>
                    <a:gd name="T54" fmla="*/ 52964 w 702"/>
                    <a:gd name="T55" fmla="*/ 136734 h 860"/>
                    <a:gd name="T56" fmla="*/ 27812 w 702"/>
                    <a:gd name="T57" fmla="*/ 106241 h 860"/>
                    <a:gd name="T58" fmla="*/ 23943 w 702"/>
                    <a:gd name="T59" fmla="*/ 84944 h 860"/>
                    <a:gd name="T60" fmla="*/ 84888 w 702"/>
                    <a:gd name="T61" fmla="*/ 23959 h 860"/>
                    <a:gd name="T62" fmla="*/ 145833 w 702"/>
                    <a:gd name="T63" fmla="*/ 84944 h 860"/>
                    <a:gd name="T64" fmla="*/ 141964 w 702"/>
                    <a:gd name="T65" fmla="*/ 105999 h 860"/>
                    <a:gd name="T66" fmla="*/ 17694720 60000 65536"/>
                    <a:gd name="T67" fmla="*/ 0 60000 65536"/>
                    <a:gd name="T68" fmla="*/ 5898240 60000 65536"/>
                    <a:gd name="T69" fmla="*/ 1179648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702"/>
                    <a:gd name="T100" fmla="*/ 0 h 860"/>
                    <a:gd name="T101" fmla="*/ 702 w 702"/>
                    <a:gd name="T102" fmla="*/ 860 h 860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D9FA1"/>
                    </a:gs>
                    <a:gs pos="100000">
                      <a:srgbClr val="211F26"/>
                    </a:gs>
                  </a:gsLst>
                  <a:lin ang="270000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</p:grpSp>
          <p:sp>
            <p:nvSpPr>
              <p:cNvPr id="29" name="Tekstvak 35">
                <a:extLst>
                  <a:ext uri="{FF2B5EF4-FFF2-40B4-BE49-F238E27FC236}">
                    <a16:creationId xmlns:a16="http://schemas.microsoft.com/office/drawing/2014/main" id="{726F3308-A0D3-781E-1B39-0A120D665D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225601" y="4917487"/>
                <a:ext cx="627799" cy="322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0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75" name="INSTRUCTION">
            <a:extLst>
              <a:ext uri="{FF2B5EF4-FFF2-40B4-BE49-F238E27FC236}">
                <a16:creationId xmlns:a16="http://schemas.microsoft.com/office/drawing/2014/main" id="{1951564B-5550-1410-E61C-77D2EFA6A669}"/>
              </a:ext>
            </a:extLst>
          </p:cNvPr>
          <p:cNvGrpSpPr>
            <a:grpSpLocks/>
          </p:cNvGrpSpPr>
          <p:nvPr/>
        </p:nvGrpSpPr>
        <p:grpSpPr bwMode="auto">
          <a:xfrm>
            <a:off x="-3786188" y="0"/>
            <a:ext cx="3694113" cy="6640513"/>
            <a:chOff x="-3786164" y="0"/>
            <a:chExt cx="3693380" cy="6640345"/>
          </a:xfrm>
        </p:grpSpPr>
        <p:sp>
          <p:nvSpPr>
            <p:cNvPr id="76" name="Rechthoek 154">
              <a:extLst>
                <a:ext uri="{FF2B5EF4-FFF2-40B4-BE49-F238E27FC236}">
                  <a16:creationId xmlns:a16="http://schemas.microsoft.com/office/drawing/2014/main" id="{F21840EC-FBCD-A9DD-1D88-9D49AB94E3DE}"/>
                </a:ext>
              </a:extLst>
            </p:cNvPr>
            <p:cNvSpPr/>
            <p:nvPr/>
          </p:nvSpPr>
          <p:spPr>
            <a:xfrm>
              <a:off x="-3786164" y="0"/>
              <a:ext cx="3593387" cy="5991073"/>
            </a:xfrm>
            <a:prstGeom prst="rect">
              <a:avLst/>
            </a:prstGeom>
            <a:solidFill>
              <a:srgbClr val="FFFFFF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Insert/edit an image</a:t>
              </a:r>
            </a:p>
          </p:txBody>
        </p:sp>
        <p:sp>
          <p:nvSpPr>
            <p:cNvPr id="77" name="Ovaal 155">
              <a:extLst>
                <a:ext uri="{FF2B5EF4-FFF2-40B4-BE49-F238E27FC236}">
                  <a16:creationId xmlns:a16="http://schemas.microsoft.com/office/drawing/2014/main" id="{A7B8FB2D-D424-69D6-5ABE-6DED27576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465319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78" name="Rechthoek 156">
              <a:extLst>
                <a:ext uri="{FF2B5EF4-FFF2-40B4-BE49-F238E27FC236}">
                  <a16:creationId xmlns:a16="http://schemas.microsoft.com/office/drawing/2014/main" id="{026601C0-FD0D-B000-7FCD-C897D004F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465319"/>
              <a:ext cx="2962701" cy="668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‘Slidebuilder’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‘Images’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79" name="Ovaal 157">
              <a:extLst>
                <a:ext uri="{FF2B5EF4-FFF2-40B4-BE49-F238E27FC236}">
                  <a16:creationId xmlns:a16="http://schemas.microsoft.com/office/drawing/2014/main" id="{1201E8CB-BC71-0A81-7AE9-F335092E0CFD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2633938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0" name="Rechthoek 158">
              <a:extLst>
                <a:ext uri="{FF2B5EF4-FFF2-40B4-BE49-F238E27FC236}">
                  <a16:creationId xmlns:a16="http://schemas.microsoft.com/office/drawing/2014/main" id="{8CC21747-5FE6-38AF-2471-C859B5632D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633938"/>
              <a:ext cx="3126342" cy="4627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1" name="Ovaal 159">
              <a:extLst>
                <a:ext uri="{FF2B5EF4-FFF2-40B4-BE49-F238E27FC236}">
                  <a16:creationId xmlns:a16="http://schemas.microsoft.com/office/drawing/2014/main" id="{404F5F1F-FFCC-3C2B-0ADE-3F6C1E0CA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4226365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82" name="Rechthoek 160">
              <a:extLst>
                <a:ext uri="{FF2B5EF4-FFF2-40B4-BE49-F238E27FC236}">
                  <a16:creationId xmlns:a16="http://schemas.microsoft.com/office/drawing/2014/main" id="{940F4F20-E721-455D-2190-C6DB1AD96E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4226365"/>
              <a:ext cx="2944678" cy="8209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83" name="Rechthoek 161">
              <a:extLst>
                <a:ext uri="{FF2B5EF4-FFF2-40B4-BE49-F238E27FC236}">
                  <a16:creationId xmlns:a16="http://schemas.microsoft.com/office/drawing/2014/main" id="{040386E6-F313-1AE4-6BA6-53B774DA9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6839" y="3200262"/>
              <a:ext cx="1239213" cy="719916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12701">
              <a:solidFill>
                <a:srgbClr val="D3D3D3"/>
              </a:solidFill>
              <a:miter lim="800000"/>
              <a:headEnd/>
              <a:tailEnd/>
            </a:ln>
          </p:spPr>
          <p:txBody>
            <a:bodyPr lIns="71999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/>
              <a:endParaRPr lang="en-GB" altLang="en-NL" sz="1000" i="1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84" name="Groep 162">
              <a:extLst>
                <a:ext uri="{FF2B5EF4-FFF2-40B4-BE49-F238E27FC236}">
                  <a16:creationId xmlns:a16="http://schemas.microsoft.com/office/drawing/2014/main" id="{19DAE95D-301F-95C2-8077-41CA20561C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2485814" y="3479785"/>
              <a:ext cx="1222991" cy="563928"/>
              <a:chOff x="-2485814" y="3479785"/>
              <a:chExt cx="1222991" cy="563928"/>
            </a:xfrm>
          </p:grpSpPr>
          <p:sp>
            <p:nvSpPr>
              <p:cNvPr id="123" name="Rechthoek 201">
                <a:extLst>
                  <a:ext uri="{FF2B5EF4-FFF2-40B4-BE49-F238E27FC236}">
                    <a16:creationId xmlns:a16="http://schemas.microsoft.com/office/drawing/2014/main" id="{3F1B1F91-E0BF-9209-4884-30FED9407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485814" y="3479785"/>
                <a:ext cx="1176476" cy="504849"/>
              </a:xfrm>
              <a:prstGeom prst="rect">
                <a:avLst/>
              </a:prstGeom>
              <a:solidFill>
                <a:srgbClr val="FFFFFF"/>
              </a:solidFill>
              <a:ln w="12701">
                <a:solidFill>
                  <a:srgbClr val="D1D1D1"/>
                </a:solidFill>
                <a:miter lim="800000"/>
                <a:headEnd/>
                <a:tailEnd/>
              </a:ln>
            </p:spPr>
            <p:txBody>
              <a:bodyPr lIns="107999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altLang="en-NL" sz="80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4" name="Rechthoek 202">
                <a:extLst>
                  <a:ext uri="{FF2B5EF4-FFF2-40B4-BE49-F238E27FC236}">
                    <a16:creationId xmlns:a16="http://schemas.microsoft.com/office/drawing/2014/main" id="{383E2C88-FD34-75E7-A077-5681D781C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479587" y="3733412"/>
                <a:ext cx="1164003" cy="24670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/>
                <a:endPara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25" name="Groep 203">
                <a:extLst>
                  <a:ext uri="{FF2B5EF4-FFF2-40B4-BE49-F238E27FC236}">
                    <a16:creationId xmlns:a16="http://schemas.microsoft.com/office/drawing/2014/main" id="{0B31E7B2-FCD4-01B2-B267-3E7094FFFC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403866" y="3541123"/>
                <a:ext cx="155950" cy="131920"/>
                <a:chOff x="-2403866" y="3541123"/>
                <a:chExt cx="155950" cy="131920"/>
              </a:xfrm>
            </p:grpSpPr>
            <p:sp>
              <p:nvSpPr>
                <p:cNvPr id="138" name="Rechthoek: afgeronde hoeken 216">
                  <a:extLst>
                    <a:ext uri="{FF2B5EF4-FFF2-40B4-BE49-F238E27FC236}">
                      <a16:creationId xmlns:a16="http://schemas.microsoft.com/office/drawing/2014/main" id="{5CF83490-376D-FAF0-A3F9-6A038DCDF5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2403866" y="3541123"/>
                  <a:ext cx="155950" cy="131920"/>
                </a:xfrm>
                <a:custGeom>
                  <a:avLst/>
                  <a:gdLst>
                    <a:gd name="T0" fmla="*/ 77975 w 155950"/>
                    <a:gd name="T1" fmla="*/ 0 h 131920"/>
                    <a:gd name="T2" fmla="*/ 155950 w 155950"/>
                    <a:gd name="T3" fmla="*/ 65960 h 131920"/>
                    <a:gd name="T4" fmla="*/ 77975 w 155950"/>
                    <a:gd name="T5" fmla="*/ 131920 h 131920"/>
                    <a:gd name="T6" fmla="*/ 0 w 155950"/>
                    <a:gd name="T7" fmla="*/ 65960 h 131920"/>
                    <a:gd name="T8" fmla="*/ 17694720 60000 65536"/>
                    <a:gd name="T9" fmla="*/ 0 60000 65536"/>
                    <a:gd name="T10" fmla="*/ 5898240 60000 65536"/>
                    <a:gd name="T11" fmla="*/ 11796480 60000 65536"/>
                    <a:gd name="T12" fmla="*/ 1125 w 155950"/>
                    <a:gd name="T13" fmla="*/ 1125 h 131920"/>
                    <a:gd name="T14" fmla="*/ 154825 w 155950"/>
                    <a:gd name="T15" fmla="*/ 130795 h 13192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5950" h="131920">
                      <a:moveTo>
                        <a:pt x="3842" y="0"/>
                      </a:moveTo>
                      <a:lnTo>
                        <a:pt x="3842" y="0"/>
                      </a:lnTo>
                      <a:cubicBezTo>
                        <a:pt x="1720" y="0"/>
                        <a:pt x="0" y="1720"/>
                        <a:pt x="0" y="3841"/>
                      </a:cubicBezTo>
                      <a:lnTo>
                        <a:pt x="0" y="128078"/>
                      </a:lnTo>
                      <a:lnTo>
                        <a:pt x="0" y="128077"/>
                      </a:lnTo>
                      <a:cubicBezTo>
                        <a:pt x="0" y="130199"/>
                        <a:pt x="1720" y="131919"/>
                        <a:pt x="3841" y="131919"/>
                      </a:cubicBezTo>
                      <a:lnTo>
                        <a:pt x="152108" y="131920"/>
                      </a:lnTo>
                      <a:lnTo>
                        <a:pt x="152108" y="131919"/>
                      </a:lnTo>
                      <a:cubicBezTo>
                        <a:pt x="154229" y="131919"/>
                        <a:pt x="155950" y="130199"/>
                        <a:pt x="155950" y="128078"/>
                      </a:cubicBezTo>
                      <a:lnTo>
                        <a:pt x="155950" y="3842"/>
                      </a:lnTo>
                      <a:cubicBezTo>
                        <a:pt x="155950" y="1720"/>
                        <a:pt x="154229" y="0"/>
                        <a:pt x="152108" y="0"/>
                      </a:cubicBezTo>
                      <a:lnTo>
                        <a:pt x="384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701" cap="flat">
                  <a:solidFill>
                    <a:srgbClr val="81818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lIns="107999" tIns="0" rIns="0" bIns="0" anchor="ctr"/>
                <a:lstStyle/>
                <a:p>
                  <a:endParaRPr lang="en-NL"/>
                </a:p>
              </p:txBody>
            </p:sp>
            <p:sp>
              <p:nvSpPr>
                <p:cNvPr id="139" name="Rechthoek 217">
                  <a:extLst>
                    <a:ext uri="{FF2B5EF4-FFF2-40B4-BE49-F238E27FC236}">
                      <a16:creationId xmlns:a16="http://schemas.microsoft.com/office/drawing/2014/main" id="{F053C31A-7E4B-216A-D2C6-6434AE4BB4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82167" y="3559228"/>
                  <a:ext cx="117582" cy="1601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0" name="Rechthoek 218">
                  <a:extLst>
                    <a:ext uri="{FF2B5EF4-FFF2-40B4-BE49-F238E27FC236}">
                      <a16:creationId xmlns:a16="http://schemas.microsoft.com/office/drawing/2014/main" id="{8C764706-D829-AAD3-C79B-07BC7C8F5B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82158" y="3586349"/>
                  <a:ext cx="45756" cy="69997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1" name="Rechthoek 219">
                  <a:extLst>
                    <a:ext uri="{FF2B5EF4-FFF2-40B4-BE49-F238E27FC236}">
                      <a16:creationId xmlns:a16="http://schemas.microsoft.com/office/drawing/2014/main" id="{74A01636-3894-2DF1-FFAB-D0CAB2B7CE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22210" y="3590355"/>
                  <a:ext cx="52111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2" name="Rechthoek 220">
                  <a:extLst>
                    <a:ext uri="{FF2B5EF4-FFF2-40B4-BE49-F238E27FC236}">
                      <a16:creationId xmlns:a16="http://schemas.microsoft.com/office/drawing/2014/main" id="{13F8DAC5-6F44-4C56-D2B8-7CBBDBAA46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22210" y="3618408"/>
                  <a:ext cx="26746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3" name="Rechthoek 221">
                  <a:extLst>
                    <a:ext uri="{FF2B5EF4-FFF2-40B4-BE49-F238E27FC236}">
                      <a16:creationId xmlns:a16="http://schemas.microsoft.com/office/drawing/2014/main" id="{53F25EDB-48FE-DAD2-A157-67ECD7A4C0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22210" y="3646462"/>
                  <a:ext cx="26746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6" name="Groep 204">
                <a:extLst>
                  <a:ext uri="{FF2B5EF4-FFF2-40B4-BE49-F238E27FC236}">
                    <a16:creationId xmlns:a16="http://schemas.microsoft.com/office/drawing/2014/main" id="{21699F9C-F455-D3E5-E7B9-BEF865A152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423425" y="3770784"/>
                <a:ext cx="166741" cy="218962"/>
                <a:chOff x="-2423425" y="3770784"/>
                <a:chExt cx="166741" cy="218962"/>
              </a:xfrm>
            </p:grpSpPr>
            <p:grpSp>
              <p:nvGrpSpPr>
                <p:cNvPr id="130" name="Groep 208">
                  <a:extLst>
                    <a:ext uri="{FF2B5EF4-FFF2-40B4-BE49-F238E27FC236}">
                      <a16:creationId xmlns:a16="http://schemas.microsoft.com/office/drawing/2014/main" id="{6722B6CD-FA79-A370-1C0C-FB4D24F832F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2400482" y="3792473"/>
                  <a:ext cx="143798" cy="121642"/>
                  <a:chOff x="-2400482" y="3792473"/>
                  <a:chExt cx="143798" cy="121642"/>
                </a:xfrm>
              </p:grpSpPr>
              <p:sp>
                <p:nvSpPr>
                  <p:cNvPr id="132" name="Rechthoek: afgeronde hoeken 210">
                    <a:extLst>
                      <a:ext uri="{FF2B5EF4-FFF2-40B4-BE49-F238E27FC236}">
                        <a16:creationId xmlns:a16="http://schemas.microsoft.com/office/drawing/2014/main" id="{EBA93839-2402-CEFB-7EF7-068762F1890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2400482" y="3792473"/>
                    <a:ext cx="143798" cy="121642"/>
                  </a:xfrm>
                  <a:custGeom>
                    <a:avLst/>
                    <a:gdLst>
                      <a:gd name="T0" fmla="*/ 71899 w 143798"/>
                      <a:gd name="T1" fmla="*/ 0 h 121642"/>
                      <a:gd name="T2" fmla="*/ 143798 w 143798"/>
                      <a:gd name="T3" fmla="*/ 60821 h 121642"/>
                      <a:gd name="T4" fmla="*/ 71899 w 143798"/>
                      <a:gd name="T5" fmla="*/ 121642 h 121642"/>
                      <a:gd name="T6" fmla="*/ 0 w 143798"/>
                      <a:gd name="T7" fmla="*/ 60821 h 121642"/>
                      <a:gd name="T8" fmla="*/ 17694720 60000 65536"/>
                      <a:gd name="T9" fmla="*/ 0 60000 65536"/>
                      <a:gd name="T10" fmla="*/ 5898240 60000 65536"/>
                      <a:gd name="T11" fmla="*/ 11796480 60000 65536"/>
                      <a:gd name="T12" fmla="*/ 1038 w 143798"/>
                      <a:gd name="T13" fmla="*/ 1038 h 121642"/>
                      <a:gd name="T14" fmla="*/ 142760 w 143798"/>
                      <a:gd name="T15" fmla="*/ 120604 h 121642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43798" h="121642">
                        <a:moveTo>
                          <a:pt x="3542" y="0"/>
                        </a:moveTo>
                        <a:lnTo>
                          <a:pt x="3542" y="0"/>
                        </a:lnTo>
                        <a:cubicBezTo>
                          <a:pt x="1585" y="0"/>
                          <a:pt x="0" y="1585"/>
                          <a:pt x="0" y="3541"/>
                        </a:cubicBezTo>
                        <a:lnTo>
                          <a:pt x="0" y="118100"/>
                        </a:lnTo>
                        <a:lnTo>
                          <a:pt x="0" y="118099"/>
                        </a:lnTo>
                        <a:cubicBezTo>
                          <a:pt x="0" y="120056"/>
                          <a:pt x="1585" y="121641"/>
                          <a:pt x="3541" y="121641"/>
                        </a:cubicBezTo>
                        <a:lnTo>
                          <a:pt x="140256" y="121642"/>
                        </a:lnTo>
                        <a:lnTo>
                          <a:pt x="140256" y="121641"/>
                        </a:lnTo>
                        <a:cubicBezTo>
                          <a:pt x="142212" y="121641"/>
                          <a:pt x="143798" y="120056"/>
                          <a:pt x="143798" y="118100"/>
                        </a:cubicBezTo>
                        <a:lnTo>
                          <a:pt x="143798" y="3542"/>
                        </a:lnTo>
                        <a:cubicBezTo>
                          <a:pt x="143798" y="1585"/>
                          <a:pt x="142212" y="0"/>
                          <a:pt x="140256" y="0"/>
                        </a:cubicBezTo>
                        <a:lnTo>
                          <a:pt x="354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2701" cap="flat">
                    <a:solidFill>
                      <a:srgbClr val="818181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lIns="107999" tIns="0" rIns="0" bIns="0" anchor="ctr"/>
                  <a:lstStyle/>
                  <a:p>
                    <a:endParaRPr lang="en-NL"/>
                  </a:p>
                </p:txBody>
              </p:sp>
              <p:sp>
                <p:nvSpPr>
                  <p:cNvPr id="133" name="Rechthoek 211">
                    <a:extLst>
                      <a:ext uri="{FF2B5EF4-FFF2-40B4-BE49-F238E27FC236}">
                        <a16:creationId xmlns:a16="http://schemas.microsoft.com/office/drawing/2014/main" id="{C1B5F212-7A0E-8A0A-E7A1-336DD3C086C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80466" y="3809170"/>
                    <a:ext cx="108420" cy="14767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4" name="Rechthoek 212">
                    <a:extLst>
                      <a:ext uri="{FF2B5EF4-FFF2-40B4-BE49-F238E27FC236}">
                        <a16:creationId xmlns:a16="http://schemas.microsoft.com/office/drawing/2014/main" id="{1F0E2383-AD18-1733-D9EB-7E9B2237729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80466" y="3834179"/>
                    <a:ext cx="42190" cy="64538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5" name="Rechthoek 213">
                    <a:extLst>
                      <a:ext uri="{FF2B5EF4-FFF2-40B4-BE49-F238E27FC236}">
                        <a16:creationId xmlns:a16="http://schemas.microsoft.com/office/drawing/2014/main" id="{DCE0B62E-5F84-DD59-9391-C676CDE6E33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25182" y="3837873"/>
                    <a:ext cx="4805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6" name="Rechthoek 214">
                    <a:extLst>
                      <a:ext uri="{FF2B5EF4-FFF2-40B4-BE49-F238E27FC236}">
                        <a16:creationId xmlns:a16="http://schemas.microsoft.com/office/drawing/2014/main" id="{8E1B4DD9-5EFA-F23B-5EE9-F27821CFCCC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25182" y="3863742"/>
                    <a:ext cx="2466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7" name="Rechthoek 215">
                    <a:extLst>
                      <a:ext uri="{FF2B5EF4-FFF2-40B4-BE49-F238E27FC236}">
                        <a16:creationId xmlns:a16="http://schemas.microsoft.com/office/drawing/2014/main" id="{F116C173-279E-6C2E-BDF2-03A7B33165D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25182" y="3889610"/>
                    <a:ext cx="2466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1" name="Boog 209">
                  <a:extLst>
                    <a:ext uri="{FF2B5EF4-FFF2-40B4-BE49-F238E27FC236}">
                      <a16:creationId xmlns:a16="http://schemas.microsoft.com/office/drawing/2014/main" id="{50217503-6111-C4C0-B562-E4C1CF02A9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-3962915">
                  <a:off x="-2486866" y="3834225"/>
                  <a:ext cx="218962" cy="92080"/>
                </a:xfrm>
                <a:custGeom>
                  <a:avLst/>
                  <a:gdLst>
                    <a:gd name="T0" fmla="*/ 109481 w 218962"/>
                    <a:gd name="T1" fmla="*/ 0 h 92080"/>
                    <a:gd name="T2" fmla="*/ 218962 w 218962"/>
                    <a:gd name="T3" fmla="*/ 46040 h 92080"/>
                    <a:gd name="T4" fmla="*/ 109481 w 218962"/>
                    <a:gd name="T5" fmla="*/ 92080 h 92080"/>
                    <a:gd name="T6" fmla="*/ 0 w 218962"/>
                    <a:gd name="T7" fmla="*/ 46040 h 92080"/>
                    <a:gd name="T8" fmla="*/ 105456 w 218962"/>
                    <a:gd name="T9" fmla="*/ 31 h 92080"/>
                    <a:gd name="T10" fmla="*/ 109481 w 218962"/>
                    <a:gd name="T11" fmla="*/ 46040 h 92080"/>
                    <a:gd name="T12" fmla="*/ 188429 w 218962"/>
                    <a:gd name="T13" fmla="*/ 77937 h 92080"/>
                    <a:gd name="T14" fmla="*/ 17694720 60000 65536"/>
                    <a:gd name="T15" fmla="*/ 0 60000 65536"/>
                    <a:gd name="T16" fmla="*/ 5898240 60000 65536"/>
                    <a:gd name="T17" fmla="*/ 11796480 60000 65536"/>
                    <a:gd name="T18" fmla="*/ 11796480 60000 65536"/>
                    <a:gd name="T19" fmla="*/ 11796480 60000 65536"/>
                    <a:gd name="T20" fmla="*/ 5898240 60000 65536"/>
                    <a:gd name="T21" fmla="*/ 105456 w 218962"/>
                    <a:gd name="T22" fmla="*/ 0 h 92080"/>
                    <a:gd name="T23" fmla="*/ 218962 w 218962"/>
                    <a:gd name="T24" fmla="*/ 77937 h 9208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18962" h="92080" stroke="0">
                      <a:moveTo>
                        <a:pt x="105456" y="31"/>
                      </a:moveTo>
                      <a:lnTo>
                        <a:pt x="105456" y="31"/>
                      </a:lnTo>
                      <a:cubicBezTo>
                        <a:pt x="106797" y="10"/>
                        <a:pt x="108138" y="0"/>
                        <a:pt x="109481" y="0"/>
                      </a:cubicBezTo>
                      <a:cubicBezTo>
                        <a:pt x="169945" y="0"/>
                        <a:pt x="218962" y="20612"/>
                        <a:pt x="218962" y="46040"/>
                      </a:cubicBezTo>
                      <a:cubicBezTo>
                        <a:pt x="218962" y="57931"/>
                        <a:pt x="208020" y="69361"/>
                        <a:pt x="188429" y="77936"/>
                      </a:cubicBezTo>
                      <a:lnTo>
                        <a:pt x="109481" y="46040"/>
                      </a:lnTo>
                      <a:lnTo>
                        <a:pt x="105456" y="31"/>
                      </a:lnTo>
                      <a:close/>
                    </a:path>
                    <a:path w="218962" h="92080" fill="none">
                      <a:moveTo>
                        <a:pt x="105456" y="31"/>
                      </a:moveTo>
                      <a:lnTo>
                        <a:pt x="105456" y="31"/>
                      </a:lnTo>
                      <a:cubicBezTo>
                        <a:pt x="106797" y="10"/>
                        <a:pt x="108138" y="0"/>
                        <a:pt x="109481" y="0"/>
                      </a:cubicBezTo>
                      <a:cubicBezTo>
                        <a:pt x="169945" y="0"/>
                        <a:pt x="218962" y="20612"/>
                        <a:pt x="218962" y="46040"/>
                      </a:cubicBezTo>
                      <a:cubicBezTo>
                        <a:pt x="218962" y="57931"/>
                        <a:pt x="208020" y="69361"/>
                        <a:pt x="188429" y="77936"/>
                      </a:cubicBezTo>
                    </a:path>
                  </a:pathLst>
                </a:custGeom>
                <a:noFill/>
                <a:ln w="19046" cap="flat">
                  <a:solidFill>
                    <a:srgbClr val="4D82B8"/>
                  </a:solidFill>
                  <a:prstDash val="solid"/>
                  <a:round/>
                  <a:headEnd type="arrow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 anchorCtr="1"/>
                <a:lstStyle/>
                <a:p>
                  <a:endParaRPr lang="en-NL"/>
                </a:p>
              </p:txBody>
            </p:sp>
          </p:grpSp>
          <p:sp>
            <p:nvSpPr>
              <p:cNvPr id="127" name="Tekstvak 205">
                <a:extLst>
                  <a:ext uri="{FF2B5EF4-FFF2-40B4-BE49-F238E27FC236}">
                    <a16:creationId xmlns:a16="http://schemas.microsoft.com/office/drawing/2014/main" id="{6D4B61A0-013B-5D2B-2365-F146F66CC8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245455" y="3541123"/>
                <a:ext cx="896112" cy="1347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28" name="Tekstvak 206">
                <a:extLst>
                  <a:ext uri="{FF2B5EF4-FFF2-40B4-BE49-F238E27FC236}">
                    <a16:creationId xmlns:a16="http://schemas.microsoft.com/office/drawing/2014/main" id="{E3BB2596-1AA4-FCF4-FA8A-F10CAFE6B8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258888" y="3793552"/>
                <a:ext cx="909544" cy="1264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29" name="Vrije vorm: vorm 207">
                <a:extLst>
                  <a:ext uri="{FF2B5EF4-FFF2-40B4-BE49-F238E27FC236}">
                    <a16:creationId xmlns:a16="http://schemas.microsoft.com/office/drawing/2014/main" id="{A8C058CC-E096-8E0D-9065-CACDF94C6E79}"/>
                  </a:ext>
                </a:extLst>
              </p:cNvPr>
              <p:cNvSpPr/>
              <p:nvPr/>
            </p:nvSpPr>
            <p:spPr>
              <a:xfrm>
                <a:off x="-1360946" y="3863877"/>
                <a:ext cx="98405" cy="17938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880280"/>
                  <a:gd name="f7" fmla="val 1624084"/>
                  <a:gd name="f8" fmla="val 1262418"/>
                  <a:gd name="f9" fmla="val 313898"/>
                  <a:gd name="f10" fmla="val 996287"/>
                  <a:gd name="f11" fmla="val 620973"/>
                  <a:gd name="f12" fmla="val 839337"/>
                  <a:gd name="f13" fmla="val 1480782"/>
                  <a:gd name="f14" fmla="val 498144"/>
                  <a:gd name="f15" fmla="val 900753"/>
                  <a:gd name="f16" fmla="val 893929"/>
                  <a:gd name="f17" fmla="+- 0 0 -90"/>
                  <a:gd name="f18" fmla="*/ f3 1 880280"/>
                  <a:gd name="f19" fmla="*/ f4 1 1624084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880280"/>
                  <a:gd name="f28" fmla="*/ f24 1 1624084"/>
                  <a:gd name="f29" fmla="*/ 0 f25 1"/>
                  <a:gd name="f30" fmla="*/ 0 f24 1"/>
                  <a:gd name="f31" fmla="*/ 1262418 f24 1"/>
                  <a:gd name="f32" fmla="*/ 620973 f25 1"/>
                  <a:gd name="f33" fmla="*/ 1624084 f24 1"/>
                  <a:gd name="f34" fmla="*/ 839337 f25 1"/>
                  <a:gd name="f35" fmla="*/ 1480782 f24 1"/>
                  <a:gd name="f36" fmla="*/ 900753 f24 1"/>
                  <a:gd name="f37" fmla="*/ 880280 f25 1"/>
                  <a:gd name="f38" fmla="*/ 893929 f24 1"/>
                  <a:gd name="f39" fmla="*/ 313898 f25 1"/>
                  <a:gd name="f40" fmla="*/ 996287 f24 1"/>
                  <a:gd name="f41" fmla="*/ 498144 f25 1"/>
                  <a:gd name="f42" fmla="+- f26 0 f1"/>
                  <a:gd name="f43" fmla="*/ f29 1 880280"/>
                  <a:gd name="f44" fmla="*/ f30 1 1624084"/>
                  <a:gd name="f45" fmla="*/ f31 1 1624084"/>
                  <a:gd name="f46" fmla="*/ f32 1 880280"/>
                  <a:gd name="f47" fmla="*/ f33 1 1624084"/>
                  <a:gd name="f48" fmla="*/ f34 1 880280"/>
                  <a:gd name="f49" fmla="*/ f35 1 1624084"/>
                  <a:gd name="f50" fmla="*/ f36 1 1624084"/>
                  <a:gd name="f51" fmla="*/ f37 1 880280"/>
                  <a:gd name="f52" fmla="*/ f38 1 1624084"/>
                  <a:gd name="f53" fmla="*/ f39 1 880280"/>
                  <a:gd name="f54" fmla="*/ f40 1 1624084"/>
                  <a:gd name="f55" fmla="*/ f41 1 880280"/>
                  <a:gd name="f56" fmla="*/ f20 1 f27"/>
                  <a:gd name="f57" fmla="*/ f21 1 f27"/>
                  <a:gd name="f58" fmla="*/ f20 1 f28"/>
                  <a:gd name="f59" fmla="*/ f22 1 f28"/>
                  <a:gd name="f60" fmla="*/ f43 1 f27"/>
                  <a:gd name="f61" fmla="*/ f44 1 f28"/>
                  <a:gd name="f62" fmla="*/ f45 1 f28"/>
                  <a:gd name="f63" fmla="*/ f53 1 f27"/>
                  <a:gd name="f64" fmla="*/ f54 1 f28"/>
                  <a:gd name="f65" fmla="*/ f46 1 f27"/>
                  <a:gd name="f66" fmla="*/ f47 1 f28"/>
                  <a:gd name="f67" fmla="*/ f48 1 f27"/>
                  <a:gd name="f68" fmla="*/ f49 1 f28"/>
                  <a:gd name="f69" fmla="*/ f55 1 f27"/>
                  <a:gd name="f70" fmla="*/ f50 1 f28"/>
                  <a:gd name="f71" fmla="*/ f51 1 f27"/>
                  <a:gd name="f72" fmla="*/ f52 1 f28"/>
                  <a:gd name="f73" fmla="*/ f56 f18 1"/>
                  <a:gd name="f74" fmla="*/ f57 f18 1"/>
                  <a:gd name="f75" fmla="*/ f59 f19 1"/>
                  <a:gd name="f76" fmla="*/ f58 f19 1"/>
                  <a:gd name="f77" fmla="*/ f60 f18 1"/>
                  <a:gd name="f78" fmla="*/ f61 f19 1"/>
                  <a:gd name="f79" fmla="*/ f62 f19 1"/>
                  <a:gd name="f80" fmla="*/ f63 f18 1"/>
                  <a:gd name="f81" fmla="*/ f64 f19 1"/>
                  <a:gd name="f82" fmla="*/ f65 f18 1"/>
                  <a:gd name="f83" fmla="*/ f66 f19 1"/>
                  <a:gd name="f84" fmla="*/ f67 f18 1"/>
                  <a:gd name="f85" fmla="*/ f68 f19 1"/>
                  <a:gd name="f86" fmla="*/ f69 f18 1"/>
                  <a:gd name="f87" fmla="*/ f70 f19 1"/>
                  <a:gd name="f88" fmla="*/ f71 f18 1"/>
                  <a:gd name="f89" fmla="*/ f72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42">
                    <a:pos x="f77" y="f78"/>
                  </a:cxn>
                  <a:cxn ang="f42">
                    <a:pos x="f77" y="f79"/>
                  </a:cxn>
                  <a:cxn ang="f42">
                    <a:pos x="f80" y="f81"/>
                  </a:cxn>
                  <a:cxn ang="f42">
                    <a:pos x="f82" y="f83"/>
                  </a:cxn>
                  <a:cxn ang="f42">
                    <a:pos x="f84" y="f85"/>
                  </a:cxn>
                  <a:cxn ang="f42">
                    <a:pos x="f86" y="f87"/>
                  </a:cxn>
                  <a:cxn ang="f42">
                    <a:pos x="f88" y="f89"/>
                  </a:cxn>
                  <a:cxn ang="f42">
                    <a:pos x="f77" y="f78"/>
                  </a:cxn>
                </a:cxnLst>
                <a:rect l="f73" t="f76" r="f74" b="f75"/>
                <a:pathLst>
                  <a:path w="880280" h="1624084">
                    <a:moveTo>
                      <a:pt x="f5" y="f5"/>
                    </a:moveTo>
                    <a:lnTo>
                      <a:pt x="f5" y="f8"/>
                    </a:lnTo>
                    <a:lnTo>
                      <a:pt x="f9" y="f10"/>
                    </a:lnTo>
                    <a:lnTo>
                      <a:pt x="f11" y="f7"/>
                    </a:lnTo>
                    <a:lnTo>
                      <a:pt x="f12" y="f13"/>
                    </a:lnTo>
                    <a:lnTo>
                      <a:pt x="f14" y="f15"/>
                    </a:lnTo>
                    <a:lnTo>
                      <a:pt x="f6" y="f16"/>
                    </a:lnTo>
                    <a:lnTo>
                      <a:pt x="f5" y="f5"/>
                    </a:lnTo>
                    <a:close/>
                  </a:path>
                </a:pathLst>
              </a:custGeom>
              <a:solidFill>
                <a:srgbClr val="FFFFFF"/>
              </a:solidFill>
              <a:ln w="12701" cap="flat">
                <a:solidFill>
                  <a:srgbClr val="000000"/>
                </a:solidFill>
                <a:prstDash val="solid"/>
                <a:miter/>
              </a:ln>
            </p:spPr>
            <p:txBody>
              <a:bodyPr lIns="179999" tIns="179999" rIns="179999" bIns="179999" anchor="ctr" anchorCtr="1"/>
              <a:lstStyle/>
              <a:p>
                <a:pPr algn="ctr"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600" cap="all">
                  <a:solidFill>
                    <a:srgbClr val="FFFFFF"/>
                  </a:solidFill>
                  <a:latin typeface="Calibri" pitchFamily="34"/>
                  <a:cs typeface="Calibri" pitchFamily="34"/>
                </a:endParaRPr>
              </a:p>
            </p:txBody>
          </p:sp>
        </p:grpSp>
        <p:grpSp>
          <p:nvGrpSpPr>
            <p:cNvPr id="85" name="Groep 163">
              <a:extLst>
                <a:ext uri="{FF2B5EF4-FFF2-40B4-BE49-F238E27FC236}">
                  <a16:creationId xmlns:a16="http://schemas.microsoft.com/office/drawing/2014/main" id="{1BEB855C-3858-BA42-AA6F-ADE3A3487D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786164" y="5680655"/>
              <a:ext cx="3693380" cy="959690"/>
              <a:chOff x="-3786164" y="5680655"/>
              <a:chExt cx="3693380" cy="959690"/>
            </a:xfrm>
          </p:grpSpPr>
          <p:sp>
            <p:nvSpPr>
              <p:cNvPr id="113" name="Rechthoek 191">
                <a:extLst>
                  <a:ext uri="{FF2B5EF4-FFF2-40B4-BE49-F238E27FC236}">
                    <a16:creationId xmlns:a16="http://schemas.microsoft.com/office/drawing/2014/main" id="{DEF2B572-7748-A7F8-B0D8-E9E47B29F4D9}"/>
                  </a:ext>
                </a:extLst>
              </p:cNvPr>
              <p:cNvSpPr/>
              <p:nvPr/>
            </p:nvSpPr>
            <p:spPr>
              <a:xfrm>
                <a:off x="-3786164" y="5811691"/>
                <a:ext cx="3593387" cy="828654"/>
              </a:xfrm>
              <a:prstGeom prst="rect">
                <a:avLst/>
              </a:prstGeom>
              <a:solidFill>
                <a:srgbClr val="ECECEC"/>
              </a:solidFill>
              <a:ln w="6345" cap="flat">
                <a:solidFill>
                  <a:srgbClr val="ECECEC"/>
                </a:solidFill>
                <a:prstDash val="solid"/>
                <a:miter/>
              </a:ln>
            </p:spPr>
            <p:txBody>
              <a:bodyPr lIns="179999" tIns="143999" rIns="179999" bIns="143999" anchor="ctr"/>
              <a:lstStyle/>
              <a:p>
                <a:pPr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Want to know more?</a:t>
                </a:r>
                <a:b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</a:b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Go to the tab</a:t>
                </a: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 'SLIDEBUILDER’ </a:t>
                </a: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and click</a:t>
                </a:r>
                <a:b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</a:b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on the button </a:t>
                </a: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‘Inspiration'</a:t>
                </a:r>
              </a:p>
            </p:txBody>
          </p:sp>
          <p:grpSp>
            <p:nvGrpSpPr>
              <p:cNvPr id="114" name="ICOON_info">
                <a:extLst>
                  <a:ext uri="{FF2B5EF4-FFF2-40B4-BE49-F238E27FC236}">
                    <a16:creationId xmlns:a16="http://schemas.microsoft.com/office/drawing/2014/main" id="{1E49543C-8CDC-CECF-04CA-13001F2D23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76467" y="5680655"/>
                <a:ext cx="283683" cy="283683"/>
                <a:chOff x="-376467" y="5680655"/>
                <a:chExt cx="283683" cy="283683"/>
              </a:xfrm>
            </p:grpSpPr>
            <p:sp>
              <p:nvSpPr>
                <p:cNvPr id="121" name="Ovaal 199">
                  <a:extLst>
                    <a:ext uri="{FF2B5EF4-FFF2-40B4-BE49-F238E27FC236}">
                      <a16:creationId xmlns:a16="http://schemas.microsoft.com/office/drawing/2014/main" id="{3C1A22DB-DD43-24ED-72EF-BA28470FCAA9}"/>
                    </a:ext>
                  </a:extLst>
                </p:cNvPr>
                <p:cNvSpPr/>
                <p:nvPr/>
              </p:nvSpPr>
              <p:spPr>
                <a:xfrm>
                  <a:off x="-356257" y="5698981"/>
                  <a:ext cx="244427" cy="246057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211F26"/>
                </a:solidFill>
                <a:ln>
                  <a:noFill/>
                  <a:prstDash val="solid"/>
                </a:ln>
              </p:spPr>
              <p:txBody>
                <a:bodyPr lIns="179999" tIns="179999" rIns="179999" bIns="179999" anchor="ctr" anchorCtr="1"/>
                <a:lstStyle/>
                <a:p>
                  <a:pPr algn="ctr" eaLnBrk="1" fontAlgn="auto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600" cap="all">
                    <a:solidFill>
                      <a:srgbClr val="FFFFFF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sp>
              <p:nvSpPr>
                <p:cNvPr id="122" name="Graphic 163" descr="Informatie">
                  <a:extLst>
                    <a:ext uri="{FF2B5EF4-FFF2-40B4-BE49-F238E27FC236}">
                      <a16:creationId xmlns:a16="http://schemas.microsoft.com/office/drawing/2014/main" id="{38EE7AED-32DE-F227-71CF-9855F22B37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376467" y="5680655"/>
                  <a:ext cx="283683" cy="283683"/>
                </a:xfrm>
                <a:custGeom>
                  <a:avLst/>
                  <a:gdLst>
                    <a:gd name="T0" fmla="*/ 141842 w 291719"/>
                    <a:gd name="T1" fmla="*/ 0 h 291719"/>
                    <a:gd name="T2" fmla="*/ 283683 w 291719"/>
                    <a:gd name="T3" fmla="*/ 141842 h 291719"/>
                    <a:gd name="T4" fmla="*/ 141842 w 291719"/>
                    <a:gd name="T5" fmla="*/ 283683 h 291719"/>
                    <a:gd name="T6" fmla="*/ 0 w 291719"/>
                    <a:gd name="T7" fmla="*/ 141842 h 291719"/>
                    <a:gd name="T8" fmla="*/ 141842 w 291719"/>
                    <a:gd name="T9" fmla="*/ 0 h 291719"/>
                    <a:gd name="T10" fmla="*/ 0 w 291719"/>
                    <a:gd name="T11" fmla="*/ 141842 h 291719"/>
                    <a:gd name="T12" fmla="*/ 141842 w 291719"/>
                    <a:gd name="T13" fmla="*/ 283684 h 291719"/>
                    <a:gd name="T14" fmla="*/ 283684 w 291719"/>
                    <a:gd name="T15" fmla="*/ 141842 h 291719"/>
                    <a:gd name="T16" fmla="*/ 141842 w 291719"/>
                    <a:gd name="T17" fmla="*/ 0 h 291719"/>
                    <a:gd name="T18" fmla="*/ 134376 w 291719"/>
                    <a:gd name="T19" fmla="*/ 37327 h 291719"/>
                    <a:gd name="T20" fmla="*/ 153040 w 291719"/>
                    <a:gd name="T21" fmla="*/ 55990 h 291719"/>
                    <a:gd name="T22" fmla="*/ 134376 w 291719"/>
                    <a:gd name="T23" fmla="*/ 74653 h 291719"/>
                    <a:gd name="T24" fmla="*/ 115713 w 291719"/>
                    <a:gd name="T25" fmla="*/ 55990 h 291719"/>
                    <a:gd name="T26" fmla="*/ 134376 w 291719"/>
                    <a:gd name="T27" fmla="*/ 37327 h 291719"/>
                    <a:gd name="T28" fmla="*/ 179169 w 291719"/>
                    <a:gd name="T29" fmla="*/ 246357 h 291719"/>
                    <a:gd name="T30" fmla="*/ 104515 w 291719"/>
                    <a:gd name="T31" fmla="*/ 246357 h 291719"/>
                    <a:gd name="T32" fmla="*/ 104515 w 291719"/>
                    <a:gd name="T33" fmla="*/ 223961 h 291719"/>
                    <a:gd name="T34" fmla="*/ 130644 w 291719"/>
                    <a:gd name="T35" fmla="*/ 223961 h 291719"/>
                    <a:gd name="T36" fmla="*/ 130644 w 291719"/>
                    <a:gd name="T37" fmla="*/ 111981 h 291719"/>
                    <a:gd name="T38" fmla="*/ 108248 w 291719"/>
                    <a:gd name="T39" fmla="*/ 111981 h 291719"/>
                    <a:gd name="T40" fmla="*/ 108248 w 291719"/>
                    <a:gd name="T41" fmla="*/ 89584 h 291719"/>
                    <a:gd name="T42" fmla="*/ 153040 w 291719"/>
                    <a:gd name="T43" fmla="*/ 89584 h 291719"/>
                    <a:gd name="T44" fmla="*/ 153040 w 291719"/>
                    <a:gd name="T45" fmla="*/ 111981 h 291719"/>
                    <a:gd name="T46" fmla="*/ 153040 w 291719"/>
                    <a:gd name="T47" fmla="*/ 223961 h 291719"/>
                    <a:gd name="T48" fmla="*/ 179169 w 291719"/>
                    <a:gd name="T49" fmla="*/ 223961 h 291719"/>
                    <a:gd name="T50" fmla="*/ 179169 w 291719"/>
                    <a:gd name="T51" fmla="*/ 246357 h 291719"/>
                    <a:gd name="T52" fmla="*/ 17694720 60000 65536"/>
                    <a:gd name="T53" fmla="*/ 0 60000 65536"/>
                    <a:gd name="T54" fmla="*/ 5898240 60000 65536"/>
                    <a:gd name="T55" fmla="*/ 1179648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w 291719"/>
                    <a:gd name="T79" fmla="*/ 0 h 291719"/>
                    <a:gd name="T80" fmla="*/ 291719 w 291719"/>
                    <a:gd name="T81" fmla="*/ 291719 h 291719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T78" t="T79" r="T80" b="T81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NL"/>
                </a:p>
              </p:txBody>
            </p:sp>
          </p:grpSp>
          <p:grpSp>
            <p:nvGrpSpPr>
              <p:cNvPr id="115" name="Groep 193">
                <a:extLst>
                  <a:ext uri="{FF2B5EF4-FFF2-40B4-BE49-F238E27FC236}">
                    <a16:creationId xmlns:a16="http://schemas.microsoft.com/office/drawing/2014/main" id="{40A5A2C9-AAD1-31F5-1957-BFF9FB6238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938165" y="5938003"/>
                <a:ext cx="627799" cy="576684"/>
                <a:chOff x="-938165" y="5938003"/>
                <a:chExt cx="627799" cy="576684"/>
              </a:xfrm>
            </p:grpSpPr>
            <p:grpSp>
              <p:nvGrpSpPr>
                <p:cNvPr id="116" name="Inspireren">
                  <a:extLst>
                    <a:ext uri="{FF2B5EF4-FFF2-40B4-BE49-F238E27FC236}">
                      <a16:creationId xmlns:a16="http://schemas.microsoft.com/office/drawing/2014/main" id="{EE758ACB-7C1E-EFAB-1F46-2C4533DF012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715847" y="5938003"/>
                  <a:ext cx="169776" cy="242380"/>
                  <a:chOff x="-715847" y="5938003"/>
                  <a:chExt cx="169776" cy="242380"/>
                </a:xfrm>
              </p:grpSpPr>
              <p:sp>
                <p:nvSpPr>
                  <p:cNvPr id="118" name="Freeform 12">
                    <a:extLst>
                      <a:ext uri="{FF2B5EF4-FFF2-40B4-BE49-F238E27FC236}">
                        <a16:creationId xmlns:a16="http://schemas.microsoft.com/office/drawing/2014/main" id="{9C241678-4A7C-0C83-F5FC-FAF0BF9AF73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665646" y="6024826"/>
                    <a:ext cx="68726" cy="62051"/>
                  </a:xfrm>
                  <a:custGeom>
                    <a:avLst/>
                    <a:gdLst>
                      <a:gd name="T0" fmla="*/ 34363 w 319"/>
                      <a:gd name="T1" fmla="*/ 0 h 288"/>
                      <a:gd name="T2" fmla="*/ 68726 w 319"/>
                      <a:gd name="T3" fmla="*/ 31026 h 288"/>
                      <a:gd name="T4" fmla="*/ 34363 w 319"/>
                      <a:gd name="T5" fmla="*/ 62051 h 288"/>
                      <a:gd name="T6" fmla="*/ 0 w 319"/>
                      <a:gd name="T7" fmla="*/ 31026 h 288"/>
                      <a:gd name="T8" fmla="*/ 47397 w 319"/>
                      <a:gd name="T9" fmla="*/ 62051 h 288"/>
                      <a:gd name="T10" fmla="*/ 23052 w 319"/>
                      <a:gd name="T11" fmla="*/ 62051 h 288"/>
                      <a:gd name="T12" fmla="*/ 0 w 319"/>
                      <a:gd name="T13" fmla="*/ 0 h 288"/>
                      <a:gd name="T14" fmla="*/ 68726 w 319"/>
                      <a:gd name="T15" fmla="*/ 0 h 288"/>
                      <a:gd name="T16" fmla="*/ 47397 w 319"/>
                      <a:gd name="T17" fmla="*/ 62051 h 288"/>
                      <a:gd name="T18" fmla="*/ 17694720 60000 65536"/>
                      <a:gd name="T19" fmla="*/ 0 60000 65536"/>
                      <a:gd name="T20" fmla="*/ 5898240 60000 65536"/>
                      <a:gd name="T21" fmla="*/ 1179648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319"/>
                      <a:gd name="T28" fmla="*/ 0 h 288"/>
                      <a:gd name="T29" fmla="*/ 319 w 319"/>
                      <a:gd name="T30" fmla="*/ 288 h 288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  <p:sp>
                <p:nvSpPr>
                  <p:cNvPr id="119" name="Freeform 13">
                    <a:extLst>
                      <a:ext uri="{FF2B5EF4-FFF2-40B4-BE49-F238E27FC236}">
                        <a16:creationId xmlns:a16="http://schemas.microsoft.com/office/drawing/2014/main" id="{A73A49EE-C578-24C9-D1F4-D3C6A9A3D7E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661120" y="6156252"/>
                    <a:ext cx="60761" cy="24131"/>
                  </a:xfrm>
                  <a:custGeom>
                    <a:avLst/>
                    <a:gdLst>
                      <a:gd name="T0" fmla="*/ 30381 w 251"/>
                      <a:gd name="T1" fmla="*/ 0 h 100"/>
                      <a:gd name="T2" fmla="*/ 60761 w 251"/>
                      <a:gd name="T3" fmla="*/ 12066 h 100"/>
                      <a:gd name="T4" fmla="*/ 30381 w 251"/>
                      <a:gd name="T5" fmla="*/ 24131 h 100"/>
                      <a:gd name="T6" fmla="*/ 0 w 251"/>
                      <a:gd name="T7" fmla="*/ 12066 h 100"/>
                      <a:gd name="T8" fmla="*/ 55435 w 251"/>
                      <a:gd name="T9" fmla="*/ 16892 h 100"/>
                      <a:gd name="T10" fmla="*/ 55435 w 251"/>
                      <a:gd name="T11" fmla="*/ 16650 h 100"/>
                      <a:gd name="T12" fmla="*/ 60761 w 251"/>
                      <a:gd name="T13" fmla="*/ 0 h 100"/>
                      <a:gd name="T14" fmla="*/ 0 w 251"/>
                      <a:gd name="T15" fmla="*/ 0 h 100"/>
                      <a:gd name="T16" fmla="*/ 5326 w 251"/>
                      <a:gd name="T17" fmla="*/ 16650 h 100"/>
                      <a:gd name="T18" fmla="*/ 15251 w 251"/>
                      <a:gd name="T19" fmla="*/ 24131 h 100"/>
                      <a:gd name="T20" fmla="*/ 45510 w 251"/>
                      <a:gd name="T21" fmla="*/ 24131 h 100"/>
                      <a:gd name="T22" fmla="*/ 55435 w 251"/>
                      <a:gd name="T23" fmla="*/ 17133 h 100"/>
                      <a:gd name="T24" fmla="*/ 55435 w 251"/>
                      <a:gd name="T25" fmla="*/ 17133 h 100"/>
                      <a:gd name="T26" fmla="*/ 55435 w 251"/>
                      <a:gd name="T27" fmla="*/ 16892 h 100"/>
                      <a:gd name="T28" fmla="*/ 17694720 60000 65536"/>
                      <a:gd name="T29" fmla="*/ 0 60000 65536"/>
                      <a:gd name="T30" fmla="*/ 5898240 60000 65536"/>
                      <a:gd name="T31" fmla="*/ 1179648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251"/>
                      <a:gd name="T43" fmla="*/ 0 h 100"/>
                      <a:gd name="T44" fmla="*/ 251 w 251"/>
                      <a:gd name="T45" fmla="*/ 100 h 100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  <p:sp>
                <p:nvSpPr>
                  <p:cNvPr id="120" name="Freeform 14">
                    <a:extLst>
                      <a:ext uri="{FF2B5EF4-FFF2-40B4-BE49-F238E27FC236}">
                        <a16:creationId xmlns:a16="http://schemas.microsoft.com/office/drawing/2014/main" id="{1F5498A9-CCC1-64FD-34FF-FA22A1A3E0A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715847" y="5938003"/>
                    <a:ext cx="169776" cy="208126"/>
                  </a:xfrm>
                  <a:custGeom>
                    <a:avLst/>
                    <a:gdLst>
                      <a:gd name="T0" fmla="*/ 84888 w 702"/>
                      <a:gd name="T1" fmla="*/ 0 h 860"/>
                      <a:gd name="T2" fmla="*/ 169776 w 702"/>
                      <a:gd name="T3" fmla="*/ 104063 h 860"/>
                      <a:gd name="T4" fmla="*/ 84888 w 702"/>
                      <a:gd name="T5" fmla="*/ 208126 h 860"/>
                      <a:gd name="T6" fmla="*/ 0 w 702"/>
                      <a:gd name="T7" fmla="*/ 104063 h 860"/>
                      <a:gd name="T8" fmla="*/ 84888 w 702"/>
                      <a:gd name="T9" fmla="*/ 0 h 860"/>
                      <a:gd name="T10" fmla="*/ 0 w 702"/>
                      <a:gd name="T11" fmla="*/ 84944 h 860"/>
                      <a:gd name="T12" fmla="*/ 32407 w 702"/>
                      <a:gd name="T13" fmla="*/ 151738 h 860"/>
                      <a:gd name="T14" fmla="*/ 39905 w 702"/>
                      <a:gd name="T15" fmla="*/ 173761 h 860"/>
                      <a:gd name="T16" fmla="*/ 64331 w 702"/>
                      <a:gd name="T17" fmla="*/ 173761 h 860"/>
                      <a:gd name="T18" fmla="*/ 64331 w 702"/>
                      <a:gd name="T19" fmla="*/ 173761 h 860"/>
                      <a:gd name="T20" fmla="*/ 104961 w 702"/>
                      <a:gd name="T21" fmla="*/ 173761 h 860"/>
                      <a:gd name="T22" fmla="*/ 101334 w 702"/>
                      <a:gd name="T23" fmla="*/ 183925 h 860"/>
                      <a:gd name="T24" fmla="*/ 68684 w 702"/>
                      <a:gd name="T25" fmla="*/ 183925 h 860"/>
                      <a:gd name="T26" fmla="*/ 68684 w 702"/>
                      <a:gd name="T27" fmla="*/ 183925 h 860"/>
                      <a:gd name="T28" fmla="*/ 43290 w 702"/>
                      <a:gd name="T29" fmla="*/ 183925 h 860"/>
                      <a:gd name="T30" fmla="*/ 51271 w 702"/>
                      <a:gd name="T31" fmla="*/ 208126 h 860"/>
                      <a:gd name="T32" fmla="*/ 51271 w 702"/>
                      <a:gd name="T33" fmla="*/ 208126 h 860"/>
                      <a:gd name="T34" fmla="*/ 52239 w 702"/>
                      <a:gd name="T35" fmla="*/ 208126 h 860"/>
                      <a:gd name="T36" fmla="*/ 118021 w 702"/>
                      <a:gd name="T37" fmla="*/ 208126 h 860"/>
                      <a:gd name="T38" fmla="*/ 118746 w 702"/>
                      <a:gd name="T39" fmla="*/ 208126 h 860"/>
                      <a:gd name="T40" fmla="*/ 137852 w 702"/>
                      <a:gd name="T41" fmla="*/ 151254 h 860"/>
                      <a:gd name="T42" fmla="*/ 169776 w 702"/>
                      <a:gd name="T43" fmla="*/ 84944 h 860"/>
                      <a:gd name="T44" fmla="*/ 84888 w 702"/>
                      <a:gd name="T45" fmla="*/ 0 h 860"/>
                      <a:gd name="T46" fmla="*/ 141964 w 702"/>
                      <a:gd name="T47" fmla="*/ 105999 h 860"/>
                      <a:gd name="T48" fmla="*/ 117295 w 702"/>
                      <a:gd name="T49" fmla="*/ 136250 h 860"/>
                      <a:gd name="T50" fmla="*/ 109798 w 702"/>
                      <a:gd name="T51" fmla="*/ 159241 h 860"/>
                      <a:gd name="T52" fmla="*/ 60462 w 702"/>
                      <a:gd name="T53" fmla="*/ 159241 h 860"/>
                      <a:gd name="T54" fmla="*/ 52964 w 702"/>
                      <a:gd name="T55" fmla="*/ 136734 h 860"/>
                      <a:gd name="T56" fmla="*/ 27812 w 702"/>
                      <a:gd name="T57" fmla="*/ 106241 h 860"/>
                      <a:gd name="T58" fmla="*/ 23943 w 702"/>
                      <a:gd name="T59" fmla="*/ 84944 h 860"/>
                      <a:gd name="T60" fmla="*/ 84888 w 702"/>
                      <a:gd name="T61" fmla="*/ 23959 h 860"/>
                      <a:gd name="T62" fmla="*/ 145833 w 702"/>
                      <a:gd name="T63" fmla="*/ 84944 h 860"/>
                      <a:gd name="T64" fmla="*/ 141964 w 702"/>
                      <a:gd name="T65" fmla="*/ 105999 h 860"/>
                      <a:gd name="T66" fmla="*/ 17694720 60000 65536"/>
                      <a:gd name="T67" fmla="*/ 0 60000 65536"/>
                      <a:gd name="T68" fmla="*/ 5898240 60000 65536"/>
                      <a:gd name="T69" fmla="*/ 1179648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w 702"/>
                      <a:gd name="T100" fmla="*/ 0 h 860"/>
                      <a:gd name="T101" fmla="*/ 702 w 702"/>
                      <a:gd name="T102" fmla="*/ 860 h 860"/>
                    </a:gdLst>
                    <a:ahLst/>
                    <a:cxnLst>
                      <a:cxn ang="T66">
                        <a:pos x="T0" y="T1"/>
                      </a:cxn>
                      <a:cxn ang="T67">
                        <a:pos x="T2" y="T3"/>
                      </a:cxn>
                      <a:cxn ang="T68">
                        <a:pos x="T4" y="T5"/>
                      </a:cxn>
                      <a:cxn ang="T69">
                        <a:pos x="T6" y="T7"/>
                      </a:cxn>
                      <a:cxn ang="T70">
                        <a:pos x="T8" y="T9"/>
                      </a:cxn>
                      <a:cxn ang="T71">
                        <a:pos x="T10" y="T11"/>
                      </a:cxn>
                      <a:cxn ang="T72">
                        <a:pos x="T12" y="T13"/>
                      </a:cxn>
                      <a:cxn ang="T73">
                        <a:pos x="T14" y="T15"/>
                      </a:cxn>
                      <a:cxn ang="T74">
                        <a:pos x="T16" y="T17"/>
                      </a:cxn>
                      <a:cxn ang="T75">
                        <a:pos x="T18" y="T19"/>
                      </a:cxn>
                      <a:cxn ang="T76">
                        <a:pos x="T20" y="T21"/>
                      </a:cxn>
                      <a:cxn ang="T77">
                        <a:pos x="T22" y="T23"/>
                      </a:cxn>
                      <a:cxn ang="T78">
                        <a:pos x="T24" y="T25"/>
                      </a:cxn>
                      <a:cxn ang="T79">
                        <a:pos x="T26" y="T27"/>
                      </a:cxn>
                      <a:cxn ang="T80">
                        <a:pos x="T28" y="T29"/>
                      </a:cxn>
                      <a:cxn ang="T81">
                        <a:pos x="T30" y="T31"/>
                      </a:cxn>
                      <a:cxn ang="T82">
                        <a:pos x="T32" y="T33"/>
                      </a:cxn>
                      <a:cxn ang="T83">
                        <a:pos x="T34" y="T35"/>
                      </a:cxn>
                      <a:cxn ang="T84">
                        <a:pos x="T36" y="T37"/>
                      </a:cxn>
                      <a:cxn ang="T85">
                        <a:pos x="T38" y="T39"/>
                      </a:cxn>
                      <a:cxn ang="T86">
                        <a:pos x="T40" y="T41"/>
                      </a:cxn>
                      <a:cxn ang="T87">
                        <a:pos x="T42" y="T43"/>
                      </a:cxn>
                      <a:cxn ang="T88">
                        <a:pos x="T44" y="T45"/>
                      </a:cxn>
                      <a:cxn ang="T89">
                        <a:pos x="T46" y="T47"/>
                      </a:cxn>
                      <a:cxn ang="T90">
                        <a:pos x="T48" y="T49"/>
                      </a:cxn>
                      <a:cxn ang="T91">
                        <a:pos x="T50" y="T51"/>
                      </a:cxn>
                      <a:cxn ang="T92">
                        <a:pos x="T52" y="T53"/>
                      </a:cxn>
                      <a:cxn ang="T93">
                        <a:pos x="T54" y="T55"/>
                      </a:cxn>
                      <a:cxn ang="T94">
                        <a:pos x="T56" y="T57"/>
                      </a:cxn>
                      <a:cxn ang="T95">
                        <a:pos x="T58" y="T59"/>
                      </a:cxn>
                      <a:cxn ang="T96">
                        <a:pos x="T60" y="T61"/>
                      </a:cxn>
                      <a:cxn ang="T97">
                        <a:pos x="T62" y="T63"/>
                      </a:cxn>
                      <a:cxn ang="T98">
                        <a:pos x="T64" y="T65"/>
                      </a:cxn>
                    </a:cxnLst>
                    <a:rect l="T99" t="T100" r="T101" b="T102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</p:grpSp>
            <p:sp>
              <p:nvSpPr>
                <p:cNvPr id="117" name="Tekstvak 195">
                  <a:extLst>
                    <a:ext uri="{FF2B5EF4-FFF2-40B4-BE49-F238E27FC236}">
                      <a16:creationId xmlns:a16="http://schemas.microsoft.com/office/drawing/2014/main" id="{2943DAEE-51FF-AEE8-ED25-89DA2D9925B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-938165" y="6192453"/>
                  <a:ext cx="627799" cy="3222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 anchorCtr="1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altLang="en-NL" sz="100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86" name="Groep 164">
              <a:extLst>
                <a:ext uri="{FF2B5EF4-FFF2-40B4-BE49-F238E27FC236}">
                  <a16:creationId xmlns:a16="http://schemas.microsoft.com/office/drawing/2014/main" id="{36C09CC6-A79C-07F6-8D51-E95B0CD126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426805" y="5129582"/>
              <a:ext cx="514285" cy="506541"/>
              <a:chOff x="-3426805" y="5129582"/>
              <a:chExt cx="514285" cy="506541"/>
            </a:xfrm>
          </p:grpSpPr>
          <p:grpSp>
            <p:nvGrpSpPr>
              <p:cNvPr id="97" name="Groep 175">
                <a:extLst>
                  <a:ext uri="{FF2B5EF4-FFF2-40B4-BE49-F238E27FC236}">
                    <a16:creationId xmlns:a16="http://schemas.microsoft.com/office/drawing/2014/main" id="{1F9711BA-81AB-BEEA-D939-FB1424735A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321695" y="5129582"/>
                <a:ext cx="319089" cy="306324"/>
                <a:chOff x="-3321695" y="5129582"/>
                <a:chExt cx="319089" cy="306324"/>
              </a:xfrm>
            </p:grpSpPr>
            <p:grpSp>
              <p:nvGrpSpPr>
                <p:cNvPr id="100" name="Groep 178">
                  <a:extLst>
                    <a:ext uri="{FF2B5EF4-FFF2-40B4-BE49-F238E27FC236}">
                      <a16:creationId xmlns:a16="http://schemas.microsoft.com/office/drawing/2014/main" id="{D873BE57-8A38-6A7E-307A-7FFEB7ABF4A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321695" y="5129582"/>
                  <a:ext cx="282064" cy="270561"/>
                  <a:chOff x="-3321695" y="5129582"/>
                  <a:chExt cx="282064" cy="270561"/>
                </a:xfrm>
              </p:grpSpPr>
              <p:grpSp>
                <p:nvGrpSpPr>
                  <p:cNvPr id="107" name="Groep 185">
                    <a:extLst>
                      <a:ext uri="{FF2B5EF4-FFF2-40B4-BE49-F238E27FC236}">
                        <a16:creationId xmlns:a16="http://schemas.microsoft.com/office/drawing/2014/main" id="{C0592871-AD91-9E56-9717-1C22ACB555C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-3321695" y="5129582"/>
                    <a:ext cx="282064" cy="270561"/>
                    <a:chOff x="-3321695" y="5129582"/>
                    <a:chExt cx="282064" cy="270561"/>
                  </a:xfrm>
                </p:grpSpPr>
                <p:sp>
                  <p:nvSpPr>
                    <p:cNvPr id="110" name="Rechthoek 188">
                      <a:extLst>
                        <a:ext uri="{FF2B5EF4-FFF2-40B4-BE49-F238E27FC236}">
                          <a16:creationId xmlns:a16="http://schemas.microsoft.com/office/drawing/2014/main" id="{C951DB22-146E-32FD-38EA-C9106C7F90C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3321695" y="5129582"/>
                      <a:ext cx="282064" cy="270561"/>
                    </a:xfrm>
                    <a:prstGeom prst="rect">
                      <a:avLst/>
                    </a:prstGeom>
                    <a:noFill/>
                    <a:ln w="12701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lIns="107999" tIns="0" rIns="0" bIns="0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altLang="en-NL" sz="8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1" name="Rechthoek 189">
                      <a:extLst>
                        <a:ext uri="{FF2B5EF4-FFF2-40B4-BE49-F238E27FC236}">
                          <a16:creationId xmlns:a16="http://schemas.microsoft.com/office/drawing/2014/main" id="{0ED403C7-6472-AFCD-E753-6C6287F4E9B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3321695" y="5129582"/>
                      <a:ext cx="166237" cy="163814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12701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</p:spPr>
                  <p:txBody>
                    <a:bodyPr lIns="107999" tIns="0" rIns="0" bIns="0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altLang="en-NL" sz="8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2" name="Ovaal 190">
                      <a:extLst>
                        <a:ext uri="{FF2B5EF4-FFF2-40B4-BE49-F238E27FC236}">
                          <a16:creationId xmlns:a16="http://schemas.microsoft.com/office/drawing/2014/main" id="{B137B661-4C99-8D90-3704-15E62E0CB7E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3220425" y="5150275"/>
                      <a:ext cx="45866" cy="45866"/>
                    </a:xfrm>
                    <a:custGeom>
                      <a:avLst/>
                      <a:gdLst>
                        <a:gd name="T0" fmla="*/ 22933 w 45866"/>
                        <a:gd name="T1" fmla="*/ 0 h 45866"/>
                        <a:gd name="T2" fmla="*/ 45866 w 45866"/>
                        <a:gd name="T3" fmla="*/ 22933 h 45866"/>
                        <a:gd name="T4" fmla="*/ 22933 w 45866"/>
                        <a:gd name="T5" fmla="*/ 45866 h 45866"/>
                        <a:gd name="T6" fmla="*/ 0 w 45866"/>
                        <a:gd name="T7" fmla="*/ 22933 h 45866"/>
                        <a:gd name="T8" fmla="*/ 6717 w 45866"/>
                        <a:gd name="T9" fmla="*/ 6717 h 45866"/>
                        <a:gd name="T10" fmla="*/ 6717 w 45866"/>
                        <a:gd name="T11" fmla="*/ 39149 h 45866"/>
                        <a:gd name="T12" fmla="*/ 39149 w 45866"/>
                        <a:gd name="T13" fmla="*/ 39149 h 45866"/>
                        <a:gd name="T14" fmla="*/ 39149 w 45866"/>
                        <a:gd name="T15" fmla="*/ 6717 h 45866"/>
                        <a:gd name="T16" fmla="*/ 17694720 60000 65536"/>
                        <a:gd name="T17" fmla="*/ 0 60000 65536"/>
                        <a:gd name="T18" fmla="*/ 5898240 60000 65536"/>
                        <a:gd name="T19" fmla="*/ 11796480 60000 65536"/>
                        <a:gd name="T20" fmla="*/ 17694720 60000 65536"/>
                        <a:gd name="T21" fmla="*/ 5898240 60000 65536"/>
                        <a:gd name="T22" fmla="*/ 5898240 60000 65536"/>
                        <a:gd name="T23" fmla="*/ 17694720 60000 65536"/>
                        <a:gd name="T24" fmla="*/ 6717 w 45866"/>
                        <a:gd name="T25" fmla="*/ 6717 h 45866"/>
                        <a:gd name="T26" fmla="*/ 39149 w 45866"/>
                        <a:gd name="T27" fmla="*/ 39149 h 4586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45866" h="45866">
                          <a:moveTo>
                            <a:pt x="0" y="22933"/>
                          </a:moveTo>
                          <a:lnTo>
                            <a:pt x="0" y="22932"/>
                          </a:lnTo>
                          <a:cubicBezTo>
                            <a:pt x="0" y="35598"/>
                            <a:pt x="10267" y="45866"/>
                            <a:pt x="22933" y="45866"/>
                          </a:cubicBezTo>
                          <a:cubicBezTo>
                            <a:pt x="35598" y="45866"/>
                            <a:pt x="45866" y="35598"/>
                            <a:pt x="45866" y="22933"/>
                          </a:cubicBezTo>
                          <a:cubicBezTo>
                            <a:pt x="45866" y="10267"/>
                            <a:pt x="35598" y="0"/>
                            <a:pt x="22933" y="0"/>
                          </a:cubicBezTo>
                          <a:cubicBezTo>
                            <a:pt x="10267" y="-1"/>
                            <a:pt x="0" y="10267"/>
                            <a:pt x="0" y="22932"/>
                          </a:cubicBezTo>
                          <a:close/>
                        </a:path>
                      </a:pathLst>
                    </a:custGeom>
                    <a:solidFill>
                      <a:srgbClr val="ECC67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tIns="0" rIns="0" bIns="0" anchor="ctr"/>
                    <a:lstStyle/>
                    <a:p>
                      <a:endParaRPr lang="en-NL"/>
                    </a:p>
                  </p:txBody>
                </p:sp>
              </p:grpSp>
              <p:pic>
                <p:nvPicPr>
                  <p:cNvPr id="108" name="Afbeelding 186">
                    <a:extLst>
                      <a:ext uri="{FF2B5EF4-FFF2-40B4-BE49-F238E27FC236}">
                        <a16:creationId xmlns:a16="http://schemas.microsoft.com/office/drawing/2014/main" id="{81E2FDA1-E720-BCB5-3599-45C7942BA0E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3313822" y="5196224"/>
                    <a:ext cx="110157" cy="8909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109" name="Afbeelding 187">
                    <a:extLst>
                      <a:ext uri="{FF2B5EF4-FFF2-40B4-BE49-F238E27FC236}">
                        <a16:creationId xmlns:a16="http://schemas.microsoft.com/office/drawing/2014/main" id="{0F6BD288-E564-DE1E-8852-72DD4F3CD5BB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3270424" y="5211650"/>
                    <a:ext cx="110157" cy="708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grpSp>
              <p:nvGrpSpPr>
                <p:cNvPr id="101" name="Groep 179">
                  <a:extLst>
                    <a:ext uri="{FF2B5EF4-FFF2-40B4-BE49-F238E27FC236}">
                      <a16:creationId xmlns:a16="http://schemas.microsoft.com/office/drawing/2014/main" id="{67622E50-DF07-8AEF-B685-937556BA419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102203" y="5335871"/>
                  <a:ext cx="99597" cy="100035"/>
                  <a:chOff x="-3102203" y="5335871"/>
                  <a:chExt cx="99597" cy="100035"/>
                </a:xfrm>
              </p:grpSpPr>
              <p:sp>
                <p:nvSpPr>
                  <p:cNvPr id="105" name="Rechthoek 183">
                    <a:extLst>
                      <a:ext uri="{FF2B5EF4-FFF2-40B4-BE49-F238E27FC236}">
                        <a16:creationId xmlns:a16="http://schemas.microsoft.com/office/drawing/2014/main" id="{53F1D3D2-426E-7015-B0D1-471935645B3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102202" y="5335871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6" name="Rechthoek 184">
                    <a:extLst>
                      <a:ext uri="{FF2B5EF4-FFF2-40B4-BE49-F238E27FC236}">
                        <a16:creationId xmlns:a16="http://schemas.microsoft.com/office/drawing/2014/main" id="{8CAF00EA-7D97-485D-92D1-F08AE4453B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13">
                    <a:off x="-3142308" y="5376415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02" name="Groep 180">
                  <a:extLst>
                    <a:ext uri="{FF2B5EF4-FFF2-40B4-BE49-F238E27FC236}">
                      <a16:creationId xmlns:a16="http://schemas.microsoft.com/office/drawing/2014/main" id="{19B8D1DA-3A97-F252-173A-43B2AC113BC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130969" y="5308806"/>
                  <a:ext cx="99597" cy="100024"/>
                  <a:chOff x="-3130969" y="5308806"/>
                  <a:chExt cx="99597" cy="100024"/>
                </a:xfrm>
              </p:grpSpPr>
              <p:sp>
                <p:nvSpPr>
                  <p:cNvPr id="103" name="Rechthoek 181">
                    <a:extLst>
                      <a:ext uri="{FF2B5EF4-FFF2-40B4-BE49-F238E27FC236}">
                        <a16:creationId xmlns:a16="http://schemas.microsoft.com/office/drawing/2014/main" id="{5DF9BBC1-25BC-4845-A75F-F263E1D7D19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0799991">
                    <a:off x="-3130969" y="5389445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4" name="Rechthoek 182">
                    <a:extLst>
                      <a:ext uri="{FF2B5EF4-FFF2-40B4-BE49-F238E27FC236}">
                        <a16:creationId xmlns:a16="http://schemas.microsoft.com/office/drawing/2014/main" id="{8A91AD16-BAEE-FE62-79D5-36DD6C3446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399996">
                    <a:off x="-3090862" y="5348911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98" name="Rechthoek 176">
                <a:extLst>
                  <a:ext uri="{FF2B5EF4-FFF2-40B4-BE49-F238E27FC236}">
                    <a16:creationId xmlns:a16="http://schemas.microsoft.com/office/drawing/2014/main" id="{9D6EBAF5-1B9D-DCDB-1226-5020397EF2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426805" y="5461967"/>
                <a:ext cx="514285" cy="1100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99" name="Gelijkbenige driehoek 177">
                <a:extLst>
                  <a:ext uri="{FF2B5EF4-FFF2-40B4-BE49-F238E27FC236}">
                    <a16:creationId xmlns:a16="http://schemas.microsoft.com/office/drawing/2014/main" id="{CA52F759-111E-23C8-EC69-9FAE6C7ADA12}"/>
                  </a:ext>
                </a:extLst>
              </p:cNvPr>
              <p:cNvSpPr>
                <a:spLocks/>
              </p:cNvSpPr>
              <p:nvPr/>
            </p:nvSpPr>
            <p:spPr bwMode="auto">
              <a:xfrm rot="10799991">
                <a:off x="-3199339" y="5601193"/>
                <a:ext cx="59335" cy="34930"/>
              </a:xfrm>
              <a:custGeom>
                <a:avLst/>
                <a:gdLst>
                  <a:gd name="T0" fmla="*/ 29668 w 59335"/>
                  <a:gd name="T1" fmla="*/ 0 h 34930"/>
                  <a:gd name="T2" fmla="*/ 59335 w 59335"/>
                  <a:gd name="T3" fmla="*/ 17465 h 34930"/>
                  <a:gd name="T4" fmla="*/ 29668 w 59335"/>
                  <a:gd name="T5" fmla="*/ 34930 h 34930"/>
                  <a:gd name="T6" fmla="*/ 0 w 59335"/>
                  <a:gd name="T7" fmla="*/ 17465 h 34930"/>
                  <a:gd name="T8" fmla="*/ 29667 w 59335"/>
                  <a:gd name="T9" fmla="*/ 0 h 34930"/>
                  <a:gd name="T10" fmla="*/ 14834 w 59335"/>
                  <a:gd name="T11" fmla="*/ 17465 h 34930"/>
                  <a:gd name="T12" fmla="*/ 0 w 59335"/>
                  <a:gd name="T13" fmla="*/ 34930 h 34930"/>
                  <a:gd name="T14" fmla="*/ 29667 w 59335"/>
                  <a:gd name="T15" fmla="*/ 34930 h 34930"/>
                  <a:gd name="T16" fmla="*/ 59335 w 59335"/>
                  <a:gd name="T17" fmla="*/ 34930 h 34930"/>
                  <a:gd name="T18" fmla="*/ 44501 w 59335"/>
                  <a:gd name="T19" fmla="*/ 17465 h 34930"/>
                  <a:gd name="T20" fmla="*/ 17694720 60000 65536"/>
                  <a:gd name="T21" fmla="*/ 0 60000 65536"/>
                  <a:gd name="T22" fmla="*/ 5898240 60000 65536"/>
                  <a:gd name="T23" fmla="*/ 11796480 60000 65536"/>
                  <a:gd name="T24" fmla="*/ 17694720 60000 65536"/>
                  <a:gd name="T25" fmla="*/ 11796480 60000 65536"/>
                  <a:gd name="T26" fmla="*/ 5898240 60000 65536"/>
                  <a:gd name="T27" fmla="*/ 5898240 60000 65536"/>
                  <a:gd name="T28" fmla="*/ 5898240 60000 65536"/>
                  <a:gd name="T29" fmla="*/ 0 60000 65536"/>
                  <a:gd name="T30" fmla="*/ 14834 w 59335"/>
                  <a:gd name="T31" fmla="*/ 17465 h 34930"/>
                  <a:gd name="T32" fmla="*/ 44501 w 59335"/>
                  <a:gd name="T33" fmla="*/ 34930 h 349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9335" h="34930">
                    <a:moveTo>
                      <a:pt x="0" y="34930"/>
                    </a:moveTo>
                    <a:lnTo>
                      <a:pt x="29667" y="0"/>
                    </a:lnTo>
                    <a:lnTo>
                      <a:pt x="59335" y="34930"/>
                    </a:lnTo>
                    <a:lnTo>
                      <a:pt x="0" y="34930"/>
                    </a:lnTo>
                    <a:close/>
                  </a:path>
                </a:pathLst>
              </a:custGeom>
              <a:solidFill>
                <a:srgbClr val="8181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/>
              <a:p>
                <a:endParaRPr lang="en-NL"/>
              </a:p>
            </p:txBody>
          </p:sp>
        </p:grpSp>
        <p:sp>
          <p:nvSpPr>
            <p:cNvPr id="87" name="Ovaal 165">
              <a:extLst>
                <a:ext uri="{FF2B5EF4-FFF2-40B4-BE49-F238E27FC236}">
                  <a16:creationId xmlns:a16="http://schemas.microsoft.com/office/drawing/2014/main" id="{50ACA250-2554-B967-55E9-414C1372BFFF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1811179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8" name="Rechthoek 166">
              <a:extLst>
                <a:ext uri="{FF2B5EF4-FFF2-40B4-BE49-F238E27FC236}">
                  <a16:creationId xmlns:a16="http://schemas.microsoft.com/office/drawing/2014/main" id="{59F84E28-4718-5226-4DC4-7B3D0451A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1811188"/>
              <a:ext cx="2944678" cy="326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9" name="Rechthoek 167">
              <a:extLst>
                <a:ext uri="{FF2B5EF4-FFF2-40B4-BE49-F238E27FC236}">
                  <a16:creationId xmlns:a16="http://schemas.microsoft.com/office/drawing/2014/main" id="{85EDAAC2-C8BB-27EE-8F95-B6C0B8B4C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245757"/>
              <a:ext cx="825502" cy="209553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0" name="Groep 168">
              <a:extLst>
                <a:ext uri="{FF2B5EF4-FFF2-40B4-BE49-F238E27FC236}">
                  <a16:creationId xmlns:a16="http://schemas.microsoft.com/office/drawing/2014/main" id="{9C061D5C-785F-08A7-42CA-0741A92704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365485" y="1226978"/>
              <a:ext cx="446940" cy="406486"/>
              <a:chOff x="-3365485" y="1226978"/>
              <a:chExt cx="446940" cy="406486"/>
            </a:xfrm>
          </p:grpSpPr>
          <p:grpSp>
            <p:nvGrpSpPr>
              <p:cNvPr id="91" name="Groep 169">
                <a:extLst>
                  <a:ext uri="{FF2B5EF4-FFF2-40B4-BE49-F238E27FC236}">
                    <a16:creationId xmlns:a16="http://schemas.microsoft.com/office/drawing/2014/main" id="{42F9DC73-1AC5-89B0-E271-24F6166F95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285311" y="1226978"/>
                <a:ext cx="284168" cy="246686"/>
                <a:chOff x="-3285311" y="1226978"/>
                <a:chExt cx="284168" cy="246686"/>
              </a:xfrm>
            </p:grpSpPr>
            <p:sp>
              <p:nvSpPr>
                <p:cNvPr id="93" name="Vrije vorm: vorm 171">
                  <a:extLst>
                    <a:ext uri="{FF2B5EF4-FFF2-40B4-BE49-F238E27FC236}">
                      <a16:creationId xmlns:a16="http://schemas.microsoft.com/office/drawing/2014/main" id="{BF136280-B76B-3590-7FF1-81C7836A2C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3236719" y="1287612"/>
                  <a:ext cx="47978" cy="47868"/>
                </a:xfrm>
                <a:custGeom>
                  <a:avLst/>
                  <a:gdLst>
                    <a:gd name="T0" fmla="*/ 23989 w 371475"/>
                    <a:gd name="T1" fmla="*/ 0 h 371475"/>
                    <a:gd name="T2" fmla="*/ 47978 w 371475"/>
                    <a:gd name="T3" fmla="*/ 23934 h 371475"/>
                    <a:gd name="T4" fmla="*/ 23989 w 371475"/>
                    <a:gd name="T5" fmla="*/ 47868 h 371475"/>
                    <a:gd name="T6" fmla="*/ 0 w 371475"/>
                    <a:gd name="T7" fmla="*/ 23934 h 371475"/>
                    <a:gd name="T8" fmla="*/ 47670 w 371475"/>
                    <a:gd name="T9" fmla="*/ 24241 h 371475"/>
                    <a:gd name="T10" fmla="*/ 24297 w 371475"/>
                    <a:gd name="T11" fmla="*/ 47561 h 371475"/>
                    <a:gd name="T12" fmla="*/ 923 w 371475"/>
                    <a:gd name="T13" fmla="*/ 24241 h 371475"/>
                    <a:gd name="T14" fmla="*/ 24297 w 371475"/>
                    <a:gd name="T15" fmla="*/ 921 h 371475"/>
                    <a:gd name="T16" fmla="*/ 47670 w 371475"/>
                    <a:gd name="T17" fmla="*/ 24241 h 371475"/>
                    <a:gd name="T18" fmla="*/ 17694720 60000 65536"/>
                    <a:gd name="T19" fmla="*/ 0 60000 65536"/>
                    <a:gd name="T20" fmla="*/ 5898240 60000 65536"/>
                    <a:gd name="T21" fmla="*/ 1179648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71475"/>
                    <a:gd name="T28" fmla="*/ 0 h 371475"/>
                    <a:gd name="T29" fmla="*/ 371475 w 371475"/>
                    <a:gd name="T30" fmla="*/ 371475 h 371475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NL"/>
                </a:p>
              </p:txBody>
            </p:sp>
            <p:grpSp>
              <p:nvGrpSpPr>
                <p:cNvPr id="94" name="Groep 172">
                  <a:extLst>
                    <a:ext uri="{FF2B5EF4-FFF2-40B4-BE49-F238E27FC236}">
                      <a16:creationId xmlns:a16="http://schemas.microsoft.com/office/drawing/2014/main" id="{EACA7A20-99C8-2230-B0BF-D5B0FDA1AC3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285311" y="1226978"/>
                  <a:ext cx="284168" cy="246686"/>
                  <a:chOff x="-3285311" y="1226978"/>
                  <a:chExt cx="284168" cy="246686"/>
                </a:xfrm>
              </p:grpSpPr>
              <p:sp>
                <p:nvSpPr>
                  <p:cNvPr id="95" name="Vrije vorm: vorm 173">
                    <a:extLst>
                      <a:ext uri="{FF2B5EF4-FFF2-40B4-BE49-F238E27FC236}">
                        <a16:creationId xmlns:a16="http://schemas.microsoft.com/office/drawing/2014/main" id="{01978A3F-20D5-8B52-E8F5-63B70676FCF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3285311" y="1226978"/>
                    <a:ext cx="284168" cy="246686"/>
                  </a:xfrm>
                  <a:custGeom>
                    <a:avLst/>
                    <a:gdLst>
                      <a:gd name="T0" fmla="*/ 142084 w 2200275"/>
                      <a:gd name="T1" fmla="*/ 0 h 1914525"/>
                      <a:gd name="T2" fmla="*/ 284168 w 2200275"/>
                      <a:gd name="T3" fmla="*/ 123343 h 1914525"/>
                      <a:gd name="T4" fmla="*/ 142084 w 2200275"/>
                      <a:gd name="T5" fmla="*/ 246686 h 1914525"/>
                      <a:gd name="T6" fmla="*/ 0 w 2200275"/>
                      <a:gd name="T7" fmla="*/ 123343 h 1914525"/>
                      <a:gd name="T8" fmla="*/ 923 w 2200275"/>
                      <a:gd name="T9" fmla="*/ 921 h 1914525"/>
                      <a:gd name="T10" fmla="*/ 923 w 2200275"/>
                      <a:gd name="T11" fmla="*/ 31603 h 1914525"/>
                      <a:gd name="T12" fmla="*/ 55911 w 2200275"/>
                      <a:gd name="T13" fmla="*/ 31603 h 1914525"/>
                      <a:gd name="T14" fmla="*/ 55911 w 2200275"/>
                      <a:gd name="T15" fmla="*/ 31603 h 1914525"/>
                      <a:gd name="T16" fmla="*/ 253106 w 2200275"/>
                      <a:gd name="T17" fmla="*/ 31603 h 1914525"/>
                      <a:gd name="T18" fmla="*/ 253106 w 2200275"/>
                      <a:gd name="T19" fmla="*/ 215697 h 1914525"/>
                      <a:gd name="T20" fmla="*/ 31677 w 2200275"/>
                      <a:gd name="T21" fmla="*/ 215697 h 1914525"/>
                      <a:gd name="T22" fmla="*/ 31677 w 2200275"/>
                      <a:gd name="T23" fmla="*/ 45103 h 1914525"/>
                      <a:gd name="T24" fmla="*/ 923 w 2200275"/>
                      <a:gd name="T25" fmla="*/ 45103 h 1914525"/>
                      <a:gd name="T26" fmla="*/ 923 w 2200275"/>
                      <a:gd name="T27" fmla="*/ 246379 h 1914525"/>
                      <a:gd name="T28" fmla="*/ 283860 w 2200275"/>
                      <a:gd name="T29" fmla="*/ 246379 h 1914525"/>
                      <a:gd name="T30" fmla="*/ 283860 w 2200275"/>
                      <a:gd name="T31" fmla="*/ 921 h 1914525"/>
                      <a:gd name="T32" fmla="*/ 17694720 60000 65536"/>
                      <a:gd name="T33" fmla="*/ 0 60000 65536"/>
                      <a:gd name="T34" fmla="*/ 5898240 60000 65536"/>
                      <a:gd name="T35" fmla="*/ 1179648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2200275"/>
                      <a:gd name="T49" fmla="*/ 0 h 1914525"/>
                      <a:gd name="T50" fmla="*/ 2200275 w 2200275"/>
                      <a:gd name="T51" fmla="*/ 1914525 h 191452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lnTo>
                          <a:pt x="714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NL"/>
                  </a:p>
                </p:txBody>
              </p:sp>
              <p:sp>
                <p:nvSpPr>
                  <p:cNvPr id="96" name="Vrije vorm: vorm 174">
                    <a:extLst>
                      <a:ext uri="{FF2B5EF4-FFF2-40B4-BE49-F238E27FC236}">
                        <a16:creationId xmlns:a16="http://schemas.microsoft.com/office/drawing/2014/main" id="{31C40A37-E8BE-B7F5-7BB9-3895E924587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3236847" y="1303321"/>
                    <a:ext cx="185751" cy="114144"/>
                  </a:xfrm>
                  <a:custGeom>
                    <a:avLst/>
                    <a:gdLst>
                      <a:gd name="T0" fmla="*/ 92876 w 1438275"/>
                      <a:gd name="T1" fmla="*/ 0 h 885825"/>
                      <a:gd name="T2" fmla="*/ 185751 w 1438275"/>
                      <a:gd name="T3" fmla="*/ 57072 h 885825"/>
                      <a:gd name="T4" fmla="*/ 92876 w 1438275"/>
                      <a:gd name="T5" fmla="*/ 114144 h 885825"/>
                      <a:gd name="T6" fmla="*/ 0 w 1438275"/>
                      <a:gd name="T7" fmla="*/ 57072 h 885825"/>
                      <a:gd name="T8" fmla="*/ 138206 w 1438275"/>
                      <a:gd name="T9" fmla="*/ 921 h 885825"/>
                      <a:gd name="T10" fmla="*/ 103516 w 1438275"/>
                      <a:gd name="T11" fmla="*/ 35532 h 885825"/>
                      <a:gd name="T12" fmla="*/ 85556 w 1438275"/>
                      <a:gd name="T13" fmla="*/ 17735 h 885825"/>
                      <a:gd name="T14" fmla="*/ 923 w 1438275"/>
                      <a:gd name="T15" fmla="*/ 101073 h 885825"/>
                      <a:gd name="T16" fmla="*/ 13962 w 1438275"/>
                      <a:gd name="T17" fmla="*/ 114083 h 885825"/>
                      <a:gd name="T18" fmla="*/ 85556 w 1438275"/>
                      <a:gd name="T19" fmla="*/ 43632 h 885825"/>
                      <a:gd name="T20" fmla="*/ 119877 w 1438275"/>
                      <a:gd name="T21" fmla="*/ 77998 h 885825"/>
                      <a:gd name="T22" fmla="*/ 132916 w 1438275"/>
                      <a:gd name="T23" fmla="*/ 64866 h 885825"/>
                      <a:gd name="T24" fmla="*/ 116556 w 1438275"/>
                      <a:gd name="T25" fmla="*/ 48542 h 885825"/>
                      <a:gd name="T26" fmla="*/ 138206 w 1438275"/>
                      <a:gd name="T27" fmla="*/ 26940 h 885825"/>
                      <a:gd name="T28" fmla="*/ 172773 w 1438275"/>
                      <a:gd name="T29" fmla="*/ 61920 h 885825"/>
                      <a:gd name="T30" fmla="*/ 185812 w 1438275"/>
                      <a:gd name="T31" fmla="*/ 48787 h 885825"/>
                      <a:gd name="T32" fmla="*/ 17694720 60000 65536"/>
                      <a:gd name="T33" fmla="*/ 0 60000 65536"/>
                      <a:gd name="T34" fmla="*/ 5898240 60000 65536"/>
                      <a:gd name="T35" fmla="*/ 1179648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1438275"/>
                      <a:gd name="T49" fmla="*/ 0 h 885825"/>
                      <a:gd name="T50" fmla="*/ 1438275 w 1438275"/>
                      <a:gd name="T51" fmla="*/ 885825 h 88582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lnTo>
                          <a:pt x="107013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NL"/>
                  </a:p>
                </p:txBody>
              </p:sp>
            </p:grpSp>
          </p:grpSp>
          <p:sp>
            <p:nvSpPr>
              <p:cNvPr id="92" name="Tekstvak 170">
                <a:extLst>
                  <a:ext uri="{FF2B5EF4-FFF2-40B4-BE49-F238E27FC236}">
                    <a16:creationId xmlns:a16="http://schemas.microsoft.com/office/drawing/2014/main" id="{0AEEA2FD-A493-ADA0-79D9-577C1543EC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365485" y="1489959"/>
                <a:ext cx="446940" cy="1435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8004" rIns="0" bIns="0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0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  <p:sp>
        <p:nvSpPr>
          <p:cNvPr id="2" name="Tijdelijke aanduiding voor tekst 18"/>
          <p:cNvSpPr txBox="1">
            <a:spLocks noGrp="1" noMove="1" noResize="1"/>
          </p:cNvSpPr>
          <p:nvPr>
            <p:ph type="body" idx="4294967295"/>
          </p:nvPr>
        </p:nvSpPr>
        <p:spPr>
          <a:xfrm>
            <a:off x="720364" y="6216740"/>
            <a:ext cx="961198" cy="381597"/>
          </a:xfr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4105857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(S) + text | blue mode">
    <p:bg>
      <p:bgPr>
        <a:solidFill>
          <a:srgbClr val="00A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INSTRUCTION">
            <a:extLst>
              <a:ext uri="{FF2B5EF4-FFF2-40B4-BE49-F238E27FC236}">
                <a16:creationId xmlns:a16="http://schemas.microsoft.com/office/drawing/2014/main" id="{8F4AD7BA-DED8-2D18-43E3-52D14590C6E0}"/>
              </a:ext>
            </a:extLst>
          </p:cNvPr>
          <p:cNvGrpSpPr>
            <a:grpSpLocks/>
          </p:cNvGrpSpPr>
          <p:nvPr/>
        </p:nvGrpSpPr>
        <p:grpSpPr bwMode="auto">
          <a:xfrm>
            <a:off x="12377738" y="0"/>
            <a:ext cx="3692525" cy="5359400"/>
            <a:chOff x="12377592" y="0"/>
            <a:chExt cx="3693389" cy="5359343"/>
          </a:xfrm>
        </p:grpSpPr>
        <p:sp>
          <p:nvSpPr>
            <p:cNvPr id="4" name="Rechthoek 9">
              <a:extLst>
                <a:ext uri="{FF2B5EF4-FFF2-40B4-BE49-F238E27FC236}">
                  <a16:creationId xmlns:a16="http://schemas.microsoft.com/office/drawing/2014/main" id="{C030027E-5F39-9E81-6E2B-979470325893}"/>
                </a:ext>
              </a:extLst>
            </p:cNvPr>
            <p:cNvSpPr/>
            <p:nvPr/>
          </p:nvSpPr>
          <p:spPr>
            <a:xfrm>
              <a:off x="12377592" y="0"/>
              <a:ext cx="3593353" cy="4641801"/>
            </a:xfrm>
            <a:prstGeom prst="rect">
              <a:avLst/>
            </a:prstGeom>
            <a:solidFill>
              <a:srgbClr val="FFFFFF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Choosing text levels</a:t>
              </a:r>
            </a:p>
          </p:txBody>
        </p:sp>
        <p:sp>
          <p:nvSpPr>
            <p:cNvPr id="5" name="Rechthoek 81">
              <a:extLst>
                <a:ext uri="{FF2B5EF4-FFF2-40B4-BE49-F238E27FC236}">
                  <a16:creationId xmlns:a16="http://schemas.microsoft.com/office/drawing/2014/main" id="{B46D68A2-6DB0-84B7-A290-588174ADED7A}"/>
                </a:ext>
              </a:extLst>
            </p:cNvPr>
            <p:cNvSpPr/>
            <p:nvPr/>
          </p:nvSpPr>
          <p:spPr>
            <a:xfrm>
              <a:off x="12377592" y="1708132"/>
              <a:ext cx="3593353" cy="2835245"/>
            </a:xfrm>
            <a:prstGeom prst="rect">
              <a:avLst/>
            </a:prstGeom>
            <a:solidFill>
              <a:srgbClr val="00A6D6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 </a:t>
              </a:r>
            </a:p>
          </p:txBody>
        </p:sp>
        <p:sp>
          <p:nvSpPr>
            <p:cNvPr id="6" name="Ovaal 10">
              <a:extLst>
                <a:ext uri="{FF2B5EF4-FFF2-40B4-BE49-F238E27FC236}">
                  <a16:creationId xmlns:a16="http://schemas.microsoft.com/office/drawing/2014/main" id="{7EA3130B-DEE4-ADA5-F5BF-E0FF22F15A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1837486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7" name="Rechthoek 11">
              <a:extLst>
                <a:ext uri="{FF2B5EF4-FFF2-40B4-BE49-F238E27FC236}">
                  <a16:creationId xmlns:a16="http://schemas.microsoft.com/office/drawing/2014/main" id="{5886E8F8-1B66-5988-3826-01D3433D8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1837486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57188" indent="-357188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FFFFFF"/>
                </a:buClr>
                <a:buSzPct val="100000"/>
                <a:buFont typeface="Calibri" panose="020F0502020204030204" pitchFamily="34" charset="0"/>
                <a:buChar char="•"/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8" name="Ovaal 12">
              <a:extLst>
                <a:ext uri="{FF2B5EF4-FFF2-40B4-BE49-F238E27FC236}">
                  <a16:creationId xmlns:a16="http://schemas.microsoft.com/office/drawing/2014/main" id="{09E269E3-874A-E070-752E-8C6DC7B4A6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2128768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" name="Rechthoek 13">
              <a:extLst>
                <a:ext uri="{FF2B5EF4-FFF2-40B4-BE49-F238E27FC236}">
                  <a16:creationId xmlns:a16="http://schemas.microsoft.com/office/drawing/2014/main" id="{52EF9F69-0994-6148-1539-39A9F649B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59850" y="1196117"/>
              <a:ext cx="3229048" cy="459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0" name="Rechthoek 14">
              <a:extLst>
                <a:ext uri="{FF2B5EF4-FFF2-40B4-BE49-F238E27FC236}">
                  <a16:creationId xmlns:a16="http://schemas.microsoft.com/office/drawing/2014/main" id="{7E3C4D80-D136-E9A2-3F2D-AE9708EAB2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2128869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715963" indent="-357188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FFFFFF"/>
                </a:buClr>
                <a:buSzPct val="100000"/>
                <a:buFont typeface="Calibri" panose="020F0502020204030204" pitchFamily="34" charset="0"/>
                <a:buChar char="•"/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1" name="Ovaal 15">
              <a:extLst>
                <a:ext uri="{FF2B5EF4-FFF2-40B4-BE49-F238E27FC236}">
                  <a16:creationId xmlns:a16="http://schemas.microsoft.com/office/drawing/2014/main" id="{15F7AD2E-C020-42FB-5A14-ADE38321C0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2420051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2" name="Rechthoek 16">
              <a:extLst>
                <a:ext uri="{FF2B5EF4-FFF2-40B4-BE49-F238E27FC236}">
                  <a16:creationId xmlns:a16="http://schemas.microsoft.com/office/drawing/2014/main" id="{740FE79D-C6CF-6B34-1C82-EFD7875C51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2420261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3" name="Ovaal 17">
              <a:extLst>
                <a:ext uri="{FF2B5EF4-FFF2-40B4-BE49-F238E27FC236}">
                  <a16:creationId xmlns:a16="http://schemas.microsoft.com/office/drawing/2014/main" id="{E708EB76-9A92-3067-21E5-A6562B968D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2711333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4" name="Rechthoek 19">
              <a:extLst>
                <a:ext uri="{FF2B5EF4-FFF2-40B4-BE49-F238E27FC236}">
                  <a16:creationId xmlns:a16="http://schemas.microsoft.com/office/drawing/2014/main" id="{B687184D-8C6B-F9C0-A56C-C3D2FAB286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2711653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2400" b="1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15" name="Ovaal 20">
              <a:extLst>
                <a:ext uri="{FF2B5EF4-FFF2-40B4-BE49-F238E27FC236}">
                  <a16:creationId xmlns:a16="http://schemas.microsoft.com/office/drawing/2014/main" id="{616E5771-B948-B860-4CC8-A11BD16063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3002624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6" name="Rechthoek 21">
              <a:extLst>
                <a:ext uri="{FF2B5EF4-FFF2-40B4-BE49-F238E27FC236}">
                  <a16:creationId xmlns:a16="http://schemas.microsoft.com/office/drawing/2014/main" id="{01D271C6-FA76-F876-D668-A04D02AB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3003035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17" name="Ovaal 22">
              <a:extLst>
                <a:ext uri="{FF2B5EF4-FFF2-40B4-BE49-F238E27FC236}">
                  <a16:creationId xmlns:a16="http://schemas.microsoft.com/office/drawing/2014/main" id="{3C437355-4BCD-B723-0AE8-7F3F0F751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3293906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8" name="Rechthoek 23">
              <a:extLst>
                <a:ext uri="{FF2B5EF4-FFF2-40B4-BE49-F238E27FC236}">
                  <a16:creationId xmlns:a16="http://schemas.microsoft.com/office/drawing/2014/main" id="{3A03B7DD-7540-4158-15C1-F7F1894F63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3585819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57188" indent="-357188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FFFFFF"/>
                </a:buClr>
                <a:buSzPct val="100000"/>
                <a:buFont typeface="Arial" panose="020B0604020202020204" pitchFamily="34" charset="0"/>
                <a:buAutoNum type="arabicPeriod"/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19" name="Ovaal 24">
              <a:extLst>
                <a:ext uri="{FF2B5EF4-FFF2-40B4-BE49-F238E27FC236}">
                  <a16:creationId xmlns:a16="http://schemas.microsoft.com/office/drawing/2014/main" id="{8B14C4B0-A193-FEDF-FA3A-D252354F6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3585188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0" name="Rechthoek 25">
              <a:extLst>
                <a:ext uri="{FF2B5EF4-FFF2-40B4-BE49-F238E27FC236}">
                  <a16:creationId xmlns:a16="http://schemas.microsoft.com/office/drawing/2014/main" id="{5FD453BC-B92C-F53A-4D3B-815B4B0694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38203" y="3877211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42900" indent="-3429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FFFFFF"/>
                </a:buClr>
                <a:buSzPct val="100000"/>
                <a:buFont typeface="Arial" panose="020B0604020202020204" pitchFamily="34" charset="0"/>
                <a:buAutoNum type="alphaLcPeriod"/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1" name="Ovaal 26">
              <a:extLst>
                <a:ext uri="{FF2B5EF4-FFF2-40B4-BE49-F238E27FC236}">
                  <a16:creationId xmlns:a16="http://schemas.microsoft.com/office/drawing/2014/main" id="{DB78A6E0-8CAA-26C0-7E45-CB9ECC2019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3876470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2" name="Rechthoek 27">
              <a:extLst>
                <a:ext uri="{FF2B5EF4-FFF2-40B4-BE49-F238E27FC236}">
                  <a16:creationId xmlns:a16="http://schemas.microsoft.com/office/drawing/2014/main" id="{F8DCE527-2FF4-A178-DBE6-DE8A3B4CE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4168594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 i="1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3" name="Ovaal 28">
              <a:extLst>
                <a:ext uri="{FF2B5EF4-FFF2-40B4-BE49-F238E27FC236}">
                  <a16:creationId xmlns:a16="http://schemas.microsoft.com/office/drawing/2014/main" id="{BC5919F3-9353-37E2-01C7-F0D7630A2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4168594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4" name="Rechthoek 29">
              <a:extLst>
                <a:ext uri="{FF2B5EF4-FFF2-40B4-BE49-F238E27FC236}">
                  <a16:creationId xmlns:a16="http://schemas.microsoft.com/office/drawing/2014/main" id="{EA3CBD63-75CC-D0F9-B351-0CDEDBE0A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3294427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25" name="Rechthoek 30">
              <a:extLst>
                <a:ext uri="{FF2B5EF4-FFF2-40B4-BE49-F238E27FC236}">
                  <a16:creationId xmlns:a16="http://schemas.microsoft.com/office/drawing/2014/main" id="{9BB827A8-C96E-A1DC-B450-357F1821AFA0}"/>
                </a:ext>
              </a:extLst>
            </p:cNvPr>
            <p:cNvSpPr/>
            <p:nvPr/>
          </p:nvSpPr>
          <p:spPr>
            <a:xfrm>
              <a:off x="12377592" y="4530677"/>
              <a:ext cx="3593353" cy="828666"/>
            </a:xfrm>
            <a:prstGeom prst="rect">
              <a:avLst/>
            </a:prstGeom>
            <a:solidFill>
              <a:srgbClr val="ECECEC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 anchor="ctr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Want to know more?</a:t>
              </a:r>
              <a:b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</a:b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Go to the tab</a:t>
              </a: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 'SLIDEBUILDER’ </a:t>
              </a: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and click</a:t>
              </a:r>
              <a:b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</a:b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on the button </a:t>
              </a: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‘Inspiration'</a:t>
              </a:r>
            </a:p>
          </p:txBody>
        </p:sp>
        <p:grpSp>
          <p:nvGrpSpPr>
            <p:cNvPr id="26" name="ICOON_info">
              <a:extLst>
                <a:ext uri="{FF2B5EF4-FFF2-40B4-BE49-F238E27FC236}">
                  <a16:creationId xmlns:a16="http://schemas.microsoft.com/office/drawing/2014/main" id="{FBA95CD2-3EE0-2A36-AF34-C586D4BD13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87298" y="4400184"/>
              <a:ext cx="283683" cy="283683"/>
              <a:chOff x="15787298" y="4400184"/>
              <a:chExt cx="283683" cy="283683"/>
            </a:xfrm>
          </p:grpSpPr>
          <p:sp>
            <p:nvSpPr>
              <p:cNvPr id="74" name="Ovaal 79">
                <a:extLst>
                  <a:ext uri="{FF2B5EF4-FFF2-40B4-BE49-F238E27FC236}">
                    <a16:creationId xmlns:a16="http://schemas.microsoft.com/office/drawing/2014/main" id="{ED22687C-57C7-213D-9120-C6A77A71073F}"/>
                  </a:ext>
                </a:extLst>
              </p:cNvPr>
              <p:cNvSpPr/>
              <p:nvPr/>
            </p:nvSpPr>
            <p:spPr>
              <a:xfrm>
                <a:off x="15807395" y="4419553"/>
                <a:ext cx="244532" cy="244472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211F26"/>
              </a:solidFill>
              <a:ln>
                <a:noFill/>
                <a:prstDash val="solid"/>
              </a:ln>
            </p:spPr>
            <p:txBody>
              <a:bodyPr lIns="179999" tIns="179999" rIns="179999" bIns="179999" anchor="ctr" anchorCtr="1"/>
              <a:lstStyle/>
              <a:p>
                <a:pPr algn="ctr"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600" cap="all">
                  <a:solidFill>
                    <a:srgbClr val="FFFFFF"/>
                  </a:solidFill>
                  <a:latin typeface="Calibri" pitchFamily="34"/>
                  <a:cs typeface="Calibri" pitchFamily="34"/>
                </a:endParaRPr>
              </a:p>
            </p:txBody>
          </p:sp>
          <p:sp>
            <p:nvSpPr>
              <p:cNvPr id="75" name="Graphic 163" descr="Informatie">
                <a:extLst>
                  <a:ext uri="{FF2B5EF4-FFF2-40B4-BE49-F238E27FC236}">
                    <a16:creationId xmlns:a16="http://schemas.microsoft.com/office/drawing/2014/main" id="{A14A300B-AC54-CDB0-7B1B-8053E0F175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87298" y="4400184"/>
                <a:ext cx="283683" cy="283683"/>
              </a:xfrm>
              <a:custGeom>
                <a:avLst/>
                <a:gdLst>
                  <a:gd name="T0" fmla="*/ 141842 w 291719"/>
                  <a:gd name="T1" fmla="*/ 0 h 291719"/>
                  <a:gd name="T2" fmla="*/ 283683 w 291719"/>
                  <a:gd name="T3" fmla="*/ 141842 h 291719"/>
                  <a:gd name="T4" fmla="*/ 141842 w 291719"/>
                  <a:gd name="T5" fmla="*/ 283683 h 291719"/>
                  <a:gd name="T6" fmla="*/ 0 w 291719"/>
                  <a:gd name="T7" fmla="*/ 141842 h 291719"/>
                  <a:gd name="T8" fmla="*/ 141842 w 291719"/>
                  <a:gd name="T9" fmla="*/ 0 h 291719"/>
                  <a:gd name="T10" fmla="*/ 0 w 291719"/>
                  <a:gd name="T11" fmla="*/ 141842 h 291719"/>
                  <a:gd name="T12" fmla="*/ 141842 w 291719"/>
                  <a:gd name="T13" fmla="*/ 283684 h 291719"/>
                  <a:gd name="T14" fmla="*/ 283684 w 291719"/>
                  <a:gd name="T15" fmla="*/ 141842 h 291719"/>
                  <a:gd name="T16" fmla="*/ 141842 w 291719"/>
                  <a:gd name="T17" fmla="*/ 0 h 291719"/>
                  <a:gd name="T18" fmla="*/ 134376 w 291719"/>
                  <a:gd name="T19" fmla="*/ 37327 h 291719"/>
                  <a:gd name="T20" fmla="*/ 153040 w 291719"/>
                  <a:gd name="T21" fmla="*/ 55990 h 291719"/>
                  <a:gd name="T22" fmla="*/ 134376 w 291719"/>
                  <a:gd name="T23" fmla="*/ 74653 h 291719"/>
                  <a:gd name="T24" fmla="*/ 115713 w 291719"/>
                  <a:gd name="T25" fmla="*/ 55990 h 291719"/>
                  <a:gd name="T26" fmla="*/ 134376 w 291719"/>
                  <a:gd name="T27" fmla="*/ 37327 h 291719"/>
                  <a:gd name="T28" fmla="*/ 179169 w 291719"/>
                  <a:gd name="T29" fmla="*/ 246357 h 291719"/>
                  <a:gd name="T30" fmla="*/ 104515 w 291719"/>
                  <a:gd name="T31" fmla="*/ 246357 h 291719"/>
                  <a:gd name="T32" fmla="*/ 104515 w 291719"/>
                  <a:gd name="T33" fmla="*/ 223961 h 291719"/>
                  <a:gd name="T34" fmla="*/ 130644 w 291719"/>
                  <a:gd name="T35" fmla="*/ 223961 h 291719"/>
                  <a:gd name="T36" fmla="*/ 130644 w 291719"/>
                  <a:gd name="T37" fmla="*/ 111981 h 291719"/>
                  <a:gd name="T38" fmla="*/ 108248 w 291719"/>
                  <a:gd name="T39" fmla="*/ 111981 h 291719"/>
                  <a:gd name="T40" fmla="*/ 108248 w 291719"/>
                  <a:gd name="T41" fmla="*/ 89584 h 291719"/>
                  <a:gd name="T42" fmla="*/ 153040 w 291719"/>
                  <a:gd name="T43" fmla="*/ 89584 h 291719"/>
                  <a:gd name="T44" fmla="*/ 153040 w 291719"/>
                  <a:gd name="T45" fmla="*/ 111981 h 291719"/>
                  <a:gd name="T46" fmla="*/ 153040 w 291719"/>
                  <a:gd name="T47" fmla="*/ 223961 h 291719"/>
                  <a:gd name="T48" fmla="*/ 179169 w 291719"/>
                  <a:gd name="T49" fmla="*/ 223961 h 291719"/>
                  <a:gd name="T50" fmla="*/ 179169 w 291719"/>
                  <a:gd name="T51" fmla="*/ 246357 h 291719"/>
                  <a:gd name="T52" fmla="*/ 17694720 60000 65536"/>
                  <a:gd name="T53" fmla="*/ 0 60000 65536"/>
                  <a:gd name="T54" fmla="*/ 5898240 60000 65536"/>
                  <a:gd name="T55" fmla="*/ 1179648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291719"/>
                  <a:gd name="T79" fmla="*/ 0 h 291719"/>
                  <a:gd name="T80" fmla="*/ 291719 w 291719"/>
                  <a:gd name="T81" fmla="*/ 291719 h 29171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NL"/>
              </a:p>
            </p:txBody>
          </p:sp>
        </p:grpSp>
        <p:grpSp>
          <p:nvGrpSpPr>
            <p:cNvPr id="27" name="VOORBEELD">
              <a:extLst>
                <a:ext uri="{FF2B5EF4-FFF2-40B4-BE49-F238E27FC236}">
                  <a16:creationId xmlns:a16="http://schemas.microsoft.com/office/drawing/2014/main" id="{FC12B2B9-5F80-2ADF-79CD-2DCF397555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58863" y="458672"/>
              <a:ext cx="3234315" cy="558871"/>
              <a:chOff x="12558863" y="458672"/>
              <a:chExt cx="3234315" cy="558871"/>
            </a:xfrm>
          </p:grpSpPr>
          <p:sp>
            <p:nvSpPr>
              <p:cNvPr id="34" name="Rechthoek 39">
                <a:extLst>
                  <a:ext uri="{FF2B5EF4-FFF2-40B4-BE49-F238E27FC236}">
                    <a16:creationId xmlns:a16="http://schemas.microsoft.com/office/drawing/2014/main" id="{91829382-D84B-6054-4D93-86D53870F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59850" y="458672"/>
                <a:ext cx="393457" cy="184059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8004" rIns="0" bIns="0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/>
                <a:r>
                  <a:rPr lang="en-GB" altLang="en-NL" sz="9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35" name="Rechthoek 40">
                <a:extLst>
                  <a:ext uri="{FF2B5EF4-FFF2-40B4-BE49-F238E27FC236}">
                    <a16:creationId xmlns:a16="http://schemas.microsoft.com/office/drawing/2014/main" id="{C906AC9E-FF5A-117F-B132-63D12DE36E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4843" y="621343"/>
                <a:ext cx="383782" cy="27166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/>
                <a:endPara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6" name="Groep 41">
                <a:extLst>
                  <a:ext uri="{FF2B5EF4-FFF2-40B4-BE49-F238E27FC236}">
                    <a16:creationId xmlns:a16="http://schemas.microsoft.com/office/drawing/2014/main" id="{4932D708-0C17-FC54-72E7-DC8AAD21BA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77789" y="830869"/>
                <a:ext cx="139418" cy="109563"/>
                <a:chOff x="12777789" y="830869"/>
                <a:chExt cx="139418" cy="109563"/>
              </a:xfrm>
            </p:grpSpPr>
            <p:grpSp>
              <p:nvGrpSpPr>
                <p:cNvPr id="67" name="Groep 72">
                  <a:extLst>
                    <a:ext uri="{FF2B5EF4-FFF2-40B4-BE49-F238E27FC236}">
                      <a16:creationId xmlns:a16="http://schemas.microsoft.com/office/drawing/2014/main" id="{2FD1787A-287E-4F24-082F-16A4A136151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777789" y="830869"/>
                  <a:ext cx="139418" cy="109563"/>
                  <a:chOff x="12777789" y="830869"/>
                  <a:chExt cx="139418" cy="109563"/>
                </a:xfrm>
              </p:grpSpPr>
              <p:cxnSp>
                <p:nvCxnSpPr>
                  <p:cNvPr id="69" name="Rechte verbindingslijn 74">
                    <a:extLst>
                      <a:ext uri="{FF2B5EF4-FFF2-40B4-BE49-F238E27FC236}">
                        <a16:creationId xmlns:a16="http://schemas.microsoft.com/office/drawing/2014/main" id="{B3B6DD10-7283-1637-2848-C3985648CE67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777789" y="830869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0" name="Rechte verbindingslijn 75">
                    <a:extLst>
                      <a:ext uri="{FF2B5EF4-FFF2-40B4-BE49-F238E27FC236}">
                        <a16:creationId xmlns:a16="http://schemas.microsoft.com/office/drawing/2014/main" id="{7AE871F4-4420-602B-6251-497C76316D84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777789" y="940432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1" name="Rechte verbindingslijn 76">
                    <a:extLst>
                      <a:ext uri="{FF2B5EF4-FFF2-40B4-BE49-F238E27FC236}">
                        <a16:creationId xmlns:a16="http://schemas.microsoft.com/office/drawing/2014/main" id="{9656385F-385B-C50B-EC1E-D37A262EEF77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854443" y="913046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2" name="Rechte verbindingslijn 77">
                    <a:extLst>
                      <a:ext uri="{FF2B5EF4-FFF2-40B4-BE49-F238E27FC236}">
                        <a16:creationId xmlns:a16="http://schemas.microsoft.com/office/drawing/2014/main" id="{E781A14E-D95C-FE21-A836-97C545786782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854443" y="885651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3" name="Rechte verbindingslijn 78">
                    <a:extLst>
                      <a:ext uri="{FF2B5EF4-FFF2-40B4-BE49-F238E27FC236}">
                        <a16:creationId xmlns:a16="http://schemas.microsoft.com/office/drawing/2014/main" id="{75C597C9-04B9-08CB-DFBA-058B938B2698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854443" y="858264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68" name="Pijl: rechts 73">
                  <a:extLst>
                    <a:ext uri="{FF2B5EF4-FFF2-40B4-BE49-F238E27FC236}">
                      <a16:creationId xmlns:a16="http://schemas.microsoft.com/office/drawing/2014/main" id="{32D0478B-0BCF-BC8F-7E18-C0AB6AB481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777789" y="857039"/>
                  <a:ext cx="58411" cy="56116"/>
                </a:xfrm>
                <a:custGeom>
                  <a:avLst/>
                  <a:gdLst>
                    <a:gd name="T0" fmla="*/ 29206 w 21600"/>
                    <a:gd name="T1" fmla="*/ 0 h 21600"/>
                    <a:gd name="T2" fmla="*/ 58411 w 21600"/>
                    <a:gd name="T3" fmla="*/ 28058 h 21600"/>
                    <a:gd name="T4" fmla="*/ 29206 w 21600"/>
                    <a:gd name="T5" fmla="*/ 56116 h 21600"/>
                    <a:gd name="T6" fmla="*/ 0 w 21600"/>
                    <a:gd name="T7" fmla="*/ 28058 h 21600"/>
                    <a:gd name="T8" fmla="*/ 22705 w 21600"/>
                    <a:gd name="T9" fmla="*/ 0 h 21600"/>
                    <a:gd name="T10" fmla="*/ 22705 w 21600"/>
                    <a:gd name="T11" fmla="*/ 56116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  <p:grpSp>
            <p:nvGrpSpPr>
              <p:cNvPr id="37" name="Groep 42">
                <a:extLst>
                  <a:ext uri="{FF2B5EF4-FFF2-40B4-BE49-F238E27FC236}">
                    <a16:creationId xmlns:a16="http://schemas.microsoft.com/office/drawing/2014/main" id="{A2834F2D-567C-9FCD-B1AA-5970EFCBBA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558863" y="830869"/>
                <a:ext cx="139418" cy="109563"/>
                <a:chOff x="12558863" y="830869"/>
                <a:chExt cx="139418" cy="109563"/>
              </a:xfrm>
            </p:grpSpPr>
            <p:grpSp>
              <p:nvGrpSpPr>
                <p:cNvPr id="60" name="Groep 65">
                  <a:extLst>
                    <a:ext uri="{FF2B5EF4-FFF2-40B4-BE49-F238E27FC236}">
                      <a16:creationId xmlns:a16="http://schemas.microsoft.com/office/drawing/2014/main" id="{02C308B2-5454-65BA-1977-A38D90B5A0E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58863" y="830869"/>
                  <a:ext cx="139418" cy="109563"/>
                  <a:chOff x="12558863" y="830869"/>
                  <a:chExt cx="139418" cy="109563"/>
                </a:xfrm>
              </p:grpSpPr>
              <p:cxnSp>
                <p:nvCxnSpPr>
                  <p:cNvPr id="62" name="Rechte verbindingslijn 67">
                    <a:extLst>
                      <a:ext uri="{FF2B5EF4-FFF2-40B4-BE49-F238E27FC236}">
                        <a16:creationId xmlns:a16="http://schemas.microsoft.com/office/drawing/2014/main" id="{71AA63D9-04BC-5B21-0603-48134FABE8F8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558863" y="830869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3" name="Rechte verbindingslijn 68">
                    <a:extLst>
                      <a:ext uri="{FF2B5EF4-FFF2-40B4-BE49-F238E27FC236}">
                        <a16:creationId xmlns:a16="http://schemas.microsoft.com/office/drawing/2014/main" id="{FBC53F33-EE39-3360-5F82-9D6D88E3A80E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558863" y="940432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4" name="Rechte verbindingslijn 69">
                    <a:extLst>
                      <a:ext uri="{FF2B5EF4-FFF2-40B4-BE49-F238E27FC236}">
                        <a16:creationId xmlns:a16="http://schemas.microsoft.com/office/drawing/2014/main" id="{3300604A-A0DD-9B10-31B3-4363B6964E1C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635517" y="913046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5" name="Rechte verbindingslijn 70">
                    <a:extLst>
                      <a:ext uri="{FF2B5EF4-FFF2-40B4-BE49-F238E27FC236}">
                        <a16:creationId xmlns:a16="http://schemas.microsoft.com/office/drawing/2014/main" id="{DE183945-0E8F-80EF-4860-C0EE54EC9C1D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635517" y="885651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6" name="Rechte verbindingslijn 71">
                    <a:extLst>
                      <a:ext uri="{FF2B5EF4-FFF2-40B4-BE49-F238E27FC236}">
                        <a16:creationId xmlns:a16="http://schemas.microsoft.com/office/drawing/2014/main" id="{D24CB2AA-B817-74DC-0FA2-57B0F9D23B16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635517" y="858264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61" name="Pijl: rechts 66">
                  <a:extLst>
                    <a:ext uri="{FF2B5EF4-FFF2-40B4-BE49-F238E27FC236}">
                      <a16:creationId xmlns:a16="http://schemas.microsoft.com/office/drawing/2014/main" id="{FCCFDADC-FC29-38E3-5D60-AE8EEE5722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2558863" y="857039"/>
                  <a:ext cx="58411" cy="56116"/>
                </a:xfrm>
                <a:custGeom>
                  <a:avLst/>
                  <a:gdLst>
                    <a:gd name="T0" fmla="*/ 29206 w 21600"/>
                    <a:gd name="T1" fmla="*/ 0 h 21600"/>
                    <a:gd name="T2" fmla="*/ 58411 w 21600"/>
                    <a:gd name="T3" fmla="*/ 28058 h 21600"/>
                    <a:gd name="T4" fmla="*/ 29206 w 21600"/>
                    <a:gd name="T5" fmla="*/ 56116 h 21600"/>
                    <a:gd name="T6" fmla="*/ 0 w 21600"/>
                    <a:gd name="T7" fmla="*/ 28058 h 21600"/>
                    <a:gd name="T8" fmla="*/ 22705 w 21600"/>
                    <a:gd name="T9" fmla="*/ 0 h 21600"/>
                    <a:gd name="T10" fmla="*/ 22705 w 21600"/>
                    <a:gd name="T11" fmla="*/ 56116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  <p:cxnSp>
            <p:nvCxnSpPr>
              <p:cNvPr id="38" name="Rechte verbindingslijn 43">
                <a:extLst>
                  <a:ext uri="{FF2B5EF4-FFF2-40B4-BE49-F238E27FC236}">
                    <a16:creationId xmlns:a16="http://schemas.microsoft.com/office/drawing/2014/main" id="{3DE44984-EBF5-3011-C655-8259DBAA4AF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12704079" y="588169"/>
                <a:ext cx="547680" cy="219072"/>
              </a:xfrm>
              <a:prstGeom prst="straightConnector1">
                <a:avLst/>
              </a:prstGeom>
              <a:noFill/>
              <a:ln w="19046" cap="rnd">
                <a:solidFill>
                  <a:srgbClr val="00A6D6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9" name="Rechte verbindingslijn 44">
                <a:extLst>
                  <a:ext uri="{FF2B5EF4-FFF2-40B4-BE49-F238E27FC236}">
                    <a16:creationId xmlns:a16="http://schemas.microsoft.com/office/drawing/2014/main" id="{5AECEF01-3C65-0D8C-8E98-E12CEC92C0A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2939820" y="828675"/>
                <a:ext cx="319089" cy="0"/>
              </a:xfrm>
              <a:prstGeom prst="straightConnector1">
                <a:avLst/>
              </a:prstGeom>
              <a:noFill/>
              <a:ln w="19046" cap="rnd">
                <a:solidFill>
                  <a:srgbClr val="00A6D6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0" name="Rechthoek 45">
                <a:extLst>
                  <a:ext uri="{FF2B5EF4-FFF2-40B4-BE49-F238E27FC236}">
                    <a16:creationId xmlns:a16="http://schemas.microsoft.com/office/drawing/2014/main" id="{C73FD575-E0D3-06C4-B2CB-BF67C34F78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132" y="512182"/>
                <a:ext cx="2189046" cy="1510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1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1" name="Rechthoek 46">
                <a:extLst>
                  <a:ext uri="{FF2B5EF4-FFF2-40B4-BE49-F238E27FC236}">
                    <a16:creationId xmlns:a16="http://schemas.microsoft.com/office/drawing/2014/main" id="{8765A50D-6B45-2E52-FB7B-ECF662B547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132" y="819558"/>
                <a:ext cx="2189046" cy="142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1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2" name="Groep 47">
                <a:extLst>
                  <a:ext uri="{FF2B5EF4-FFF2-40B4-BE49-F238E27FC236}">
                    <a16:creationId xmlns:a16="http://schemas.microsoft.com/office/drawing/2014/main" id="{D6632D5D-DF5A-C2B8-4357-793B24EE57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247269" y="769165"/>
                <a:ext cx="268742" cy="248378"/>
                <a:chOff x="13247269" y="769165"/>
                <a:chExt cx="268742" cy="248378"/>
              </a:xfrm>
            </p:grpSpPr>
            <p:sp>
              <p:nvSpPr>
                <p:cNvPr id="52" name="Rechthoek 57">
                  <a:extLst>
                    <a:ext uri="{FF2B5EF4-FFF2-40B4-BE49-F238E27FC236}">
                      <a16:creationId xmlns:a16="http://schemas.microsoft.com/office/drawing/2014/main" id="{F453BD7E-8C59-898B-10C5-1F56D3B99BA2}"/>
                    </a:ext>
                  </a:extLst>
                </p:cNvPr>
                <p:cNvSpPr/>
                <p:nvPr/>
              </p:nvSpPr>
              <p:spPr>
                <a:xfrm>
                  <a:off x="13247745" y="769930"/>
                  <a:ext cx="268350" cy="247647"/>
                </a:xfrm>
                <a:prstGeom prst="rect">
                  <a:avLst/>
                </a:prstGeom>
                <a:solidFill>
                  <a:srgbClr val="FFFFFF"/>
                </a:solidFill>
                <a:ln w="3172" cap="flat">
                  <a:solidFill>
                    <a:srgbClr val="DADADA"/>
                  </a:solidFill>
                  <a:prstDash val="solid"/>
                  <a:miter/>
                </a:ln>
              </p:spPr>
              <p:txBody>
                <a:bodyPr lIns="0" tIns="0" rIns="0" bIns="0" anchor="ctr" anchorCtr="1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050">
                    <a:solidFill>
                      <a:srgbClr val="211F26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grpSp>
              <p:nvGrpSpPr>
                <p:cNvPr id="53" name="Groep 58">
                  <a:extLst>
                    <a:ext uri="{FF2B5EF4-FFF2-40B4-BE49-F238E27FC236}">
                      <a16:creationId xmlns:a16="http://schemas.microsoft.com/office/drawing/2014/main" id="{775D1648-AF40-A66C-46AF-EC25C36EB24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297287" y="827074"/>
                  <a:ext cx="168697" cy="132570"/>
                  <a:chOff x="13297287" y="827074"/>
                  <a:chExt cx="168697" cy="132570"/>
                </a:xfrm>
              </p:grpSpPr>
              <p:cxnSp>
                <p:nvCxnSpPr>
                  <p:cNvPr id="55" name="Rechte verbindingslijn 60">
                    <a:extLst>
                      <a:ext uri="{FF2B5EF4-FFF2-40B4-BE49-F238E27FC236}">
                        <a16:creationId xmlns:a16="http://schemas.microsoft.com/office/drawing/2014/main" id="{1654F018-9E38-7173-CA4B-A7F46EE8628A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297287" y="827074"/>
                    <a:ext cx="168697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6" name="Rechte verbindingslijn 61">
                    <a:extLst>
                      <a:ext uri="{FF2B5EF4-FFF2-40B4-BE49-F238E27FC236}">
                        <a16:creationId xmlns:a16="http://schemas.microsoft.com/office/drawing/2014/main" id="{0186E877-F827-177A-D4C4-CC07CA8D6753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297287" y="959644"/>
                    <a:ext cx="168697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7" name="Rechte verbindingslijn 62">
                    <a:extLst>
                      <a:ext uri="{FF2B5EF4-FFF2-40B4-BE49-F238E27FC236}">
                        <a16:creationId xmlns:a16="http://schemas.microsoft.com/office/drawing/2014/main" id="{06AEDBFF-54E1-DBBA-C3E6-40AF6C248067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926506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8" name="Rechte verbindingslijn 63">
                    <a:extLst>
                      <a:ext uri="{FF2B5EF4-FFF2-40B4-BE49-F238E27FC236}">
                        <a16:creationId xmlns:a16="http://schemas.microsoft.com/office/drawing/2014/main" id="{154E1429-10E3-45E2-FACC-8002C4F42B25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893359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9" name="Rechte verbindingslijn 64">
                    <a:extLst>
                      <a:ext uri="{FF2B5EF4-FFF2-40B4-BE49-F238E27FC236}">
                        <a16:creationId xmlns:a16="http://schemas.microsoft.com/office/drawing/2014/main" id="{9EFCB74E-FA41-9D0A-D6C8-B51354C00A59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860212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54" name="Pijl: rechts 59">
                  <a:extLst>
                    <a:ext uri="{FF2B5EF4-FFF2-40B4-BE49-F238E27FC236}">
                      <a16:creationId xmlns:a16="http://schemas.microsoft.com/office/drawing/2014/main" id="{CD2A0FEF-A4AD-FA07-48D6-510C1C6D88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297287" y="858740"/>
                  <a:ext cx="70673" cy="67903"/>
                </a:xfrm>
                <a:custGeom>
                  <a:avLst/>
                  <a:gdLst>
                    <a:gd name="T0" fmla="*/ 35337 w 21600"/>
                    <a:gd name="T1" fmla="*/ 0 h 21600"/>
                    <a:gd name="T2" fmla="*/ 70673 w 21600"/>
                    <a:gd name="T3" fmla="*/ 33952 h 21600"/>
                    <a:gd name="T4" fmla="*/ 35337 w 21600"/>
                    <a:gd name="T5" fmla="*/ 67903 h 21600"/>
                    <a:gd name="T6" fmla="*/ 0 w 21600"/>
                    <a:gd name="T7" fmla="*/ 33952 h 21600"/>
                    <a:gd name="T8" fmla="*/ 27471 w 21600"/>
                    <a:gd name="T9" fmla="*/ 0 h 21600"/>
                    <a:gd name="T10" fmla="*/ 27471 w 21600"/>
                    <a:gd name="T11" fmla="*/ 67903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  <p:grpSp>
            <p:nvGrpSpPr>
              <p:cNvPr id="43" name="Groep 48">
                <a:extLst>
                  <a:ext uri="{FF2B5EF4-FFF2-40B4-BE49-F238E27FC236}">
                    <a16:creationId xmlns:a16="http://schemas.microsoft.com/office/drawing/2014/main" id="{46A64476-6046-1D7C-E2E7-752E85E2AF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247269" y="460171"/>
                <a:ext cx="268742" cy="248378"/>
                <a:chOff x="13247269" y="460171"/>
                <a:chExt cx="268742" cy="248378"/>
              </a:xfrm>
            </p:grpSpPr>
            <p:sp>
              <p:nvSpPr>
                <p:cNvPr id="44" name="Rechthoek 49">
                  <a:extLst>
                    <a:ext uri="{FF2B5EF4-FFF2-40B4-BE49-F238E27FC236}">
                      <a16:creationId xmlns:a16="http://schemas.microsoft.com/office/drawing/2014/main" id="{0F7C8F76-9A10-456B-3C9F-45A0D8B23B87}"/>
                    </a:ext>
                  </a:extLst>
                </p:cNvPr>
                <p:cNvSpPr/>
                <p:nvPr/>
              </p:nvSpPr>
              <p:spPr>
                <a:xfrm>
                  <a:off x="13247745" y="460370"/>
                  <a:ext cx="268350" cy="247647"/>
                </a:xfrm>
                <a:prstGeom prst="rect">
                  <a:avLst/>
                </a:prstGeom>
                <a:solidFill>
                  <a:srgbClr val="FFFFFF"/>
                </a:solidFill>
                <a:ln w="3172" cap="flat">
                  <a:solidFill>
                    <a:srgbClr val="DADADA"/>
                  </a:solidFill>
                  <a:prstDash val="solid"/>
                  <a:miter/>
                </a:ln>
              </p:spPr>
              <p:txBody>
                <a:bodyPr lIns="0" tIns="0" rIns="0" bIns="0" anchor="ctr" anchorCtr="1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050">
                    <a:solidFill>
                      <a:srgbClr val="211F26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grpSp>
              <p:nvGrpSpPr>
                <p:cNvPr id="45" name="Groep 50">
                  <a:extLst>
                    <a:ext uri="{FF2B5EF4-FFF2-40B4-BE49-F238E27FC236}">
                      <a16:creationId xmlns:a16="http://schemas.microsoft.com/office/drawing/2014/main" id="{FA6CE9EB-DB4D-3DE7-DB01-745EB7469BC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297287" y="518071"/>
                  <a:ext cx="168697" cy="132579"/>
                  <a:chOff x="13297287" y="518071"/>
                  <a:chExt cx="168697" cy="132579"/>
                </a:xfrm>
              </p:grpSpPr>
              <p:cxnSp>
                <p:nvCxnSpPr>
                  <p:cNvPr id="47" name="Rechte verbindingslijn 52">
                    <a:extLst>
                      <a:ext uri="{FF2B5EF4-FFF2-40B4-BE49-F238E27FC236}">
                        <a16:creationId xmlns:a16="http://schemas.microsoft.com/office/drawing/2014/main" id="{9BB1592B-293F-1B7C-B945-74C97F4129CC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297287" y="518071"/>
                    <a:ext cx="168697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48" name="Rechte verbindingslijn 53">
                    <a:extLst>
                      <a:ext uri="{FF2B5EF4-FFF2-40B4-BE49-F238E27FC236}">
                        <a16:creationId xmlns:a16="http://schemas.microsoft.com/office/drawing/2014/main" id="{A83CEC6A-D849-F7FF-42F2-91C213B5B3C7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297287" y="650650"/>
                    <a:ext cx="168697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49" name="Rechte verbindingslijn 54">
                    <a:extLst>
                      <a:ext uri="{FF2B5EF4-FFF2-40B4-BE49-F238E27FC236}">
                        <a16:creationId xmlns:a16="http://schemas.microsoft.com/office/drawing/2014/main" id="{B5225863-77F7-9F79-F062-61E003EEC8BB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617503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0" name="Rechte verbindingslijn 55">
                    <a:extLst>
                      <a:ext uri="{FF2B5EF4-FFF2-40B4-BE49-F238E27FC236}">
                        <a16:creationId xmlns:a16="http://schemas.microsoft.com/office/drawing/2014/main" id="{789FC90B-4192-0490-DFF4-AA939F489238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584365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1" name="Rechte verbindingslijn 56">
                    <a:extLst>
                      <a:ext uri="{FF2B5EF4-FFF2-40B4-BE49-F238E27FC236}">
                        <a16:creationId xmlns:a16="http://schemas.microsoft.com/office/drawing/2014/main" id="{B1A7A387-5457-5502-1424-CC83B71B9CD0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551218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46" name="Pijl: rechts 51">
                  <a:extLst>
                    <a:ext uri="{FF2B5EF4-FFF2-40B4-BE49-F238E27FC236}">
                      <a16:creationId xmlns:a16="http://schemas.microsoft.com/office/drawing/2014/main" id="{C15665FA-BB31-F8E5-918B-A0221F9178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3297287" y="549737"/>
                  <a:ext cx="70673" cy="67903"/>
                </a:xfrm>
                <a:custGeom>
                  <a:avLst/>
                  <a:gdLst>
                    <a:gd name="T0" fmla="*/ 35337 w 21600"/>
                    <a:gd name="T1" fmla="*/ 0 h 21600"/>
                    <a:gd name="T2" fmla="*/ 70673 w 21600"/>
                    <a:gd name="T3" fmla="*/ 33952 h 21600"/>
                    <a:gd name="T4" fmla="*/ 35337 w 21600"/>
                    <a:gd name="T5" fmla="*/ 67903 h 21600"/>
                    <a:gd name="T6" fmla="*/ 0 w 21600"/>
                    <a:gd name="T7" fmla="*/ 33952 h 21600"/>
                    <a:gd name="T8" fmla="*/ 27471 w 21600"/>
                    <a:gd name="T9" fmla="*/ 0 h 21600"/>
                    <a:gd name="T10" fmla="*/ 27471 w 21600"/>
                    <a:gd name="T11" fmla="*/ 67903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</p:grpSp>
        <p:grpSp>
          <p:nvGrpSpPr>
            <p:cNvPr id="28" name="Groep 33">
              <a:extLst>
                <a:ext uri="{FF2B5EF4-FFF2-40B4-BE49-F238E27FC236}">
                  <a16:creationId xmlns:a16="http://schemas.microsoft.com/office/drawing/2014/main" id="{B9566A10-0EA0-48DF-3CBE-28C59361C5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25601" y="4663037"/>
              <a:ext cx="627799" cy="576684"/>
              <a:chOff x="15225601" y="4663037"/>
              <a:chExt cx="627799" cy="576684"/>
            </a:xfrm>
          </p:grpSpPr>
          <p:grpSp>
            <p:nvGrpSpPr>
              <p:cNvPr id="29" name="Inspireren">
                <a:extLst>
                  <a:ext uri="{FF2B5EF4-FFF2-40B4-BE49-F238E27FC236}">
                    <a16:creationId xmlns:a16="http://schemas.microsoft.com/office/drawing/2014/main" id="{9655E85F-3536-3273-08B2-5F699088A7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447919" y="4663037"/>
                <a:ext cx="169776" cy="242380"/>
                <a:chOff x="15447919" y="4663037"/>
                <a:chExt cx="169776" cy="242380"/>
              </a:xfrm>
            </p:grpSpPr>
            <p:sp>
              <p:nvSpPr>
                <p:cNvPr id="31" name="Freeform 12">
                  <a:extLst>
                    <a:ext uri="{FF2B5EF4-FFF2-40B4-BE49-F238E27FC236}">
                      <a16:creationId xmlns:a16="http://schemas.microsoft.com/office/drawing/2014/main" id="{AE8412D8-63B2-6E77-500A-82814BC7CB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98119" y="4749869"/>
                  <a:ext cx="68726" cy="62051"/>
                </a:xfrm>
                <a:custGeom>
                  <a:avLst/>
                  <a:gdLst>
                    <a:gd name="T0" fmla="*/ 34363 w 319"/>
                    <a:gd name="T1" fmla="*/ 0 h 288"/>
                    <a:gd name="T2" fmla="*/ 68726 w 319"/>
                    <a:gd name="T3" fmla="*/ 31026 h 288"/>
                    <a:gd name="T4" fmla="*/ 34363 w 319"/>
                    <a:gd name="T5" fmla="*/ 62051 h 288"/>
                    <a:gd name="T6" fmla="*/ 0 w 319"/>
                    <a:gd name="T7" fmla="*/ 31026 h 288"/>
                    <a:gd name="T8" fmla="*/ 47397 w 319"/>
                    <a:gd name="T9" fmla="*/ 62051 h 288"/>
                    <a:gd name="T10" fmla="*/ 23052 w 319"/>
                    <a:gd name="T11" fmla="*/ 62051 h 288"/>
                    <a:gd name="T12" fmla="*/ 0 w 319"/>
                    <a:gd name="T13" fmla="*/ 0 h 288"/>
                    <a:gd name="T14" fmla="*/ 68726 w 319"/>
                    <a:gd name="T15" fmla="*/ 0 h 288"/>
                    <a:gd name="T16" fmla="*/ 47397 w 319"/>
                    <a:gd name="T17" fmla="*/ 62051 h 288"/>
                    <a:gd name="T18" fmla="*/ 17694720 60000 65536"/>
                    <a:gd name="T19" fmla="*/ 0 60000 65536"/>
                    <a:gd name="T20" fmla="*/ 5898240 60000 65536"/>
                    <a:gd name="T21" fmla="*/ 1179648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19"/>
                    <a:gd name="T28" fmla="*/ 0 h 288"/>
                    <a:gd name="T29" fmla="*/ 319 w 319"/>
                    <a:gd name="T30" fmla="*/ 288 h 288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  <p:sp>
              <p:nvSpPr>
                <p:cNvPr id="32" name="Freeform 13">
                  <a:extLst>
                    <a:ext uri="{FF2B5EF4-FFF2-40B4-BE49-F238E27FC236}">
                      <a16:creationId xmlns:a16="http://schemas.microsoft.com/office/drawing/2014/main" id="{AEC64921-668E-B0D4-BCFF-1DD93AFAFE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502637" y="4881286"/>
                  <a:ext cx="60761" cy="24131"/>
                </a:xfrm>
                <a:custGeom>
                  <a:avLst/>
                  <a:gdLst>
                    <a:gd name="T0" fmla="*/ 30381 w 251"/>
                    <a:gd name="T1" fmla="*/ 0 h 100"/>
                    <a:gd name="T2" fmla="*/ 60761 w 251"/>
                    <a:gd name="T3" fmla="*/ 12066 h 100"/>
                    <a:gd name="T4" fmla="*/ 30381 w 251"/>
                    <a:gd name="T5" fmla="*/ 24131 h 100"/>
                    <a:gd name="T6" fmla="*/ 0 w 251"/>
                    <a:gd name="T7" fmla="*/ 12066 h 100"/>
                    <a:gd name="T8" fmla="*/ 55435 w 251"/>
                    <a:gd name="T9" fmla="*/ 16892 h 100"/>
                    <a:gd name="T10" fmla="*/ 55435 w 251"/>
                    <a:gd name="T11" fmla="*/ 16650 h 100"/>
                    <a:gd name="T12" fmla="*/ 60761 w 251"/>
                    <a:gd name="T13" fmla="*/ 0 h 100"/>
                    <a:gd name="T14" fmla="*/ 0 w 251"/>
                    <a:gd name="T15" fmla="*/ 0 h 100"/>
                    <a:gd name="T16" fmla="*/ 5326 w 251"/>
                    <a:gd name="T17" fmla="*/ 16650 h 100"/>
                    <a:gd name="T18" fmla="*/ 15251 w 251"/>
                    <a:gd name="T19" fmla="*/ 24131 h 100"/>
                    <a:gd name="T20" fmla="*/ 45510 w 251"/>
                    <a:gd name="T21" fmla="*/ 24131 h 100"/>
                    <a:gd name="T22" fmla="*/ 55435 w 251"/>
                    <a:gd name="T23" fmla="*/ 17133 h 100"/>
                    <a:gd name="T24" fmla="*/ 55435 w 251"/>
                    <a:gd name="T25" fmla="*/ 17133 h 100"/>
                    <a:gd name="T26" fmla="*/ 55435 w 251"/>
                    <a:gd name="T27" fmla="*/ 16892 h 100"/>
                    <a:gd name="T28" fmla="*/ 17694720 60000 65536"/>
                    <a:gd name="T29" fmla="*/ 0 60000 65536"/>
                    <a:gd name="T30" fmla="*/ 5898240 60000 65536"/>
                    <a:gd name="T31" fmla="*/ 1179648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251"/>
                    <a:gd name="T43" fmla="*/ 0 h 100"/>
                    <a:gd name="T44" fmla="*/ 251 w 251"/>
                    <a:gd name="T45" fmla="*/ 100 h 100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D9FA1"/>
                    </a:gs>
                    <a:gs pos="100000">
                      <a:srgbClr val="211F26"/>
                    </a:gs>
                  </a:gsLst>
                  <a:lin ang="270000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  <p:sp>
              <p:nvSpPr>
                <p:cNvPr id="33" name="Freeform 14">
                  <a:extLst>
                    <a:ext uri="{FF2B5EF4-FFF2-40B4-BE49-F238E27FC236}">
                      <a16:creationId xmlns:a16="http://schemas.microsoft.com/office/drawing/2014/main" id="{8C7BD267-45E4-2743-55FF-CE20E6720B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47919" y="4663037"/>
                  <a:ext cx="169776" cy="208126"/>
                </a:xfrm>
                <a:custGeom>
                  <a:avLst/>
                  <a:gdLst>
                    <a:gd name="T0" fmla="*/ 84888 w 702"/>
                    <a:gd name="T1" fmla="*/ 0 h 860"/>
                    <a:gd name="T2" fmla="*/ 169776 w 702"/>
                    <a:gd name="T3" fmla="*/ 104063 h 860"/>
                    <a:gd name="T4" fmla="*/ 84888 w 702"/>
                    <a:gd name="T5" fmla="*/ 208126 h 860"/>
                    <a:gd name="T6" fmla="*/ 0 w 702"/>
                    <a:gd name="T7" fmla="*/ 104063 h 860"/>
                    <a:gd name="T8" fmla="*/ 84888 w 702"/>
                    <a:gd name="T9" fmla="*/ 0 h 860"/>
                    <a:gd name="T10" fmla="*/ 0 w 702"/>
                    <a:gd name="T11" fmla="*/ 84944 h 860"/>
                    <a:gd name="T12" fmla="*/ 32407 w 702"/>
                    <a:gd name="T13" fmla="*/ 151738 h 860"/>
                    <a:gd name="T14" fmla="*/ 39905 w 702"/>
                    <a:gd name="T15" fmla="*/ 173761 h 860"/>
                    <a:gd name="T16" fmla="*/ 64331 w 702"/>
                    <a:gd name="T17" fmla="*/ 173761 h 860"/>
                    <a:gd name="T18" fmla="*/ 64331 w 702"/>
                    <a:gd name="T19" fmla="*/ 173761 h 860"/>
                    <a:gd name="T20" fmla="*/ 104961 w 702"/>
                    <a:gd name="T21" fmla="*/ 173761 h 860"/>
                    <a:gd name="T22" fmla="*/ 101334 w 702"/>
                    <a:gd name="T23" fmla="*/ 183925 h 860"/>
                    <a:gd name="T24" fmla="*/ 68684 w 702"/>
                    <a:gd name="T25" fmla="*/ 183925 h 860"/>
                    <a:gd name="T26" fmla="*/ 68684 w 702"/>
                    <a:gd name="T27" fmla="*/ 183925 h 860"/>
                    <a:gd name="T28" fmla="*/ 43290 w 702"/>
                    <a:gd name="T29" fmla="*/ 183925 h 860"/>
                    <a:gd name="T30" fmla="*/ 51271 w 702"/>
                    <a:gd name="T31" fmla="*/ 208126 h 860"/>
                    <a:gd name="T32" fmla="*/ 51271 w 702"/>
                    <a:gd name="T33" fmla="*/ 208126 h 860"/>
                    <a:gd name="T34" fmla="*/ 52239 w 702"/>
                    <a:gd name="T35" fmla="*/ 208126 h 860"/>
                    <a:gd name="T36" fmla="*/ 118021 w 702"/>
                    <a:gd name="T37" fmla="*/ 208126 h 860"/>
                    <a:gd name="T38" fmla="*/ 118746 w 702"/>
                    <a:gd name="T39" fmla="*/ 208126 h 860"/>
                    <a:gd name="T40" fmla="*/ 137852 w 702"/>
                    <a:gd name="T41" fmla="*/ 151254 h 860"/>
                    <a:gd name="T42" fmla="*/ 169776 w 702"/>
                    <a:gd name="T43" fmla="*/ 84944 h 860"/>
                    <a:gd name="T44" fmla="*/ 84888 w 702"/>
                    <a:gd name="T45" fmla="*/ 0 h 860"/>
                    <a:gd name="T46" fmla="*/ 141964 w 702"/>
                    <a:gd name="T47" fmla="*/ 105999 h 860"/>
                    <a:gd name="T48" fmla="*/ 117295 w 702"/>
                    <a:gd name="T49" fmla="*/ 136250 h 860"/>
                    <a:gd name="T50" fmla="*/ 109798 w 702"/>
                    <a:gd name="T51" fmla="*/ 159241 h 860"/>
                    <a:gd name="T52" fmla="*/ 60462 w 702"/>
                    <a:gd name="T53" fmla="*/ 159241 h 860"/>
                    <a:gd name="T54" fmla="*/ 52964 w 702"/>
                    <a:gd name="T55" fmla="*/ 136734 h 860"/>
                    <a:gd name="T56" fmla="*/ 27812 w 702"/>
                    <a:gd name="T57" fmla="*/ 106241 h 860"/>
                    <a:gd name="T58" fmla="*/ 23943 w 702"/>
                    <a:gd name="T59" fmla="*/ 84944 h 860"/>
                    <a:gd name="T60" fmla="*/ 84888 w 702"/>
                    <a:gd name="T61" fmla="*/ 23959 h 860"/>
                    <a:gd name="T62" fmla="*/ 145833 w 702"/>
                    <a:gd name="T63" fmla="*/ 84944 h 860"/>
                    <a:gd name="T64" fmla="*/ 141964 w 702"/>
                    <a:gd name="T65" fmla="*/ 105999 h 860"/>
                    <a:gd name="T66" fmla="*/ 17694720 60000 65536"/>
                    <a:gd name="T67" fmla="*/ 0 60000 65536"/>
                    <a:gd name="T68" fmla="*/ 5898240 60000 65536"/>
                    <a:gd name="T69" fmla="*/ 1179648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702"/>
                    <a:gd name="T100" fmla="*/ 0 h 860"/>
                    <a:gd name="T101" fmla="*/ 702 w 702"/>
                    <a:gd name="T102" fmla="*/ 860 h 860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D9FA1"/>
                    </a:gs>
                    <a:gs pos="100000">
                      <a:srgbClr val="211F26"/>
                    </a:gs>
                  </a:gsLst>
                  <a:lin ang="270000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</p:grpSp>
          <p:sp>
            <p:nvSpPr>
              <p:cNvPr id="30" name="Tekstvak 35">
                <a:extLst>
                  <a:ext uri="{FF2B5EF4-FFF2-40B4-BE49-F238E27FC236}">
                    <a16:creationId xmlns:a16="http://schemas.microsoft.com/office/drawing/2014/main" id="{D5E50425-FAAB-8E31-0E88-3991B9755F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225601" y="4917487"/>
                <a:ext cx="627799" cy="322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0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76" name="INSTRUCTION">
            <a:extLst>
              <a:ext uri="{FF2B5EF4-FFF2-40B4-BE49-F238E27FC236}">
                <a16:creationId xmlns:a16="http://schemas.microsoft.com/office/drawing/2014/main" id="{4F5AAA44-F0CB-DAC1-BC8B-4D2DB738DFB2}"/>
              </a:ext>
            </a:extLst>
          </p:cNvPr>
          <p:cNvGrpSpPr>
            <a:grpSpLocks/>
          </p:cNvGrpSpPr>
          <p:nvPr/>
        </p:nvGrpSpPr>
        <p:grpSpPr bwMode="auto">
          <a:xfrm>
            <a:off x="-3786188" y="0"/>
            <a:ext cx="3694113" cy="6640513"/>
            <a:chOff x="-3786164" y="0"/>
            <a:chExt cx="3693380" cy="6640345"/>
          </a:xfrm>
        </p:grpSpPr>
        <p:sp>
          <p:nvSpPr>
            <p:cNvPr id="77" name="Rechthoek 83">
              <a:extLst>
                <a:ext uri="{FF2B5EF4-FFF2-40B4-BE49-F238E27FC236}">
                  <a16:creationId xmlns:a16="http://schemas.microsoft.com/office/drawing/2014/main" id="{72142AC5-AABC-94C7-6E7F-6733B02191DF}"/>
                </a:ext>
              </a:extLst>
            </p:cNvPr>
            <p:cNvSpPr/>
            <p:nvPr/>
          </p:nvSpPr>
          <p:spPr>
            <a:xfrm>
              <a:off x="-3786164" y="0"/>
              <a:ext cx="3593387" cy="5991073"/>
            </a:xfrm>
            <a:prstGeom prst="rect">
              <a:avLst/>
            </a:prstGeom>
            <a:solidFill>
              <a:srgbClr val="FFFFFF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Insert/edit an image</a:t>
              </a:r>
            </a:p>
          </p:txBody>
        </p:sp>
        <p:sp>
          <p:nvSpPr>
            <p:cNvPr id="78" name="Ovaal 84">
              <a:extLst>
                <a:ext uri="{FF2B5EF4-FFF2-40B4-BE49-F238E27FC236}">
                  <a16:creationId xmlns:a16="http://schemas.microsoft.com/office/drawing/2014/main" id="{C18B25C8-C442-EC37-6DD7-F2A2793F7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465319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79" name="Rechthoek 85">
              <a:extLst>
                <a:ext uri="{FF2B5EF4-FFF2-40B4-BE49-F238E27FC236}">
                  <a16:creationId xmlns:a16="http://schemas.microsoft.com/office/drawing/2014/main" id="{81ECAB68-66C4-EA21-9CB7-DAAC1FEBD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465319"/>
              <a:ext cx="2962701" cy="668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‘Slidebuilder’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‘Images’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0" name="Ovaal 86">
              <a:extLst>
                <a:ext uri="{FF2B5EF4-FFF2-40B4-BE49-F238E27FC236}">
                  <a16:creationId xmlns:a16="http://schemas.microsoft.com/office/drawing/2014/main" id="{962356F2-DF2D-E3AF-B2D5-33067E8F2E5F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2633938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1" name="Rechthoek 87">
              <a:extLst>
                <a:ext uri="{FF2B5EF4-FFF2-40B4-BE49-F238E27FC236}">
                  <a16:creationId xmlns:a16="http://schemas.microsoft.com/office/drawing/2014/main" id="{070D4AC3-73A0-3E0C-04A5-65FB66019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633938"/>
              <a:ext cx="3126342" cy="4627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2" name="Ovaal 88">
              <a:extLst>
                <a:ext uri="{FF2B5EF4-FFF2-40B4-BE49-F238E27FC236}">
                  <a16:creationId xmlns:a16="http://schemas.microsoft.com/office/drawing/2014/main" id="{7DEDFB93-0B6F-05B0-80E8-1729E23EE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4226365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83" name="Rechthoek 89">
              <a:extLst>
                <a:ext uri="{FF2B5EF4-FFF2-40B4-BE49-F238E27FC236}">
                  <a16:creationId xmlns:a16="http://schemas.microsoft.com/office/drawing/2014/main" id="{B8F0DA5A-9C3E-C7BE-65DB-82AEEBE3D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4226365"/>
              <a:ext cx="2944678" cy="8209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84" name="Rechthoek 90">
              <a:extLst>
                <a:ext uri="{FF2B5EF4-FFF2-40B4-BE49-F238E27FC236}">
                  <a16:creationId xmlns:a16="http://schemas.microsoft.com/office/drawing/2014/main" id="{C130C08A-3E9F-9E99-FA86-C3D21EDF02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6839" y="3200262"/>
              <a:ext cx="1239213" cy="719916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12701">
              <a:solidFill>
                <a:srgbClr val="D3D3D3"/>
              </a:solidFill>
              <a:miter lim="800000"/>
              <a:headEnd/>
              <a:tailEnd/>
            </a:ln>
          </p:spPr>
          <p:txBody>
            <a:bodyPr lIns="71999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/>
              <a:endParaRPr lang="en-GB" altLang="en-NL" sz="1000" i="1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85" name="Groep 91">
              <a:extLst>
                <a:ext uri="{FF2B5EF4-FFF2-40B4-BE49-F238E27FC236}">
                  <a16:creationId xmlns:a16="http://schemas.microsoft.com/office/drawing/2014/main" id="{30B6C942-C910-3A13-45C2-B85F9845B5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2485814" y="3479785"/>
              <a:ext cx="1222991" cy="563928"/>
              <a:chOff x="-2485814" y="3479785"/>
              <a:chExt cx="1222991" cy="563928"/>
            </a:xfrm>
          </p:grpSpPr>
          <p:sp>
            <p:nvSpPr>
              <p:cNvPr id="124" name="Rechthoek 130">
                <a:extLst>
                  <a:ext uri="{FF2B5EF4-FFF2-40B4-BE49-F238E27FC236}">
                    <a16:creationId xmlns:a16="http://schemas.microsoft.com/office/drawing/2014/main" id="{4C0E6063-6ED3-A782-C910-EF583078EE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485814" y="3479785"/>
                <a:ext cx="1176476" cy="504849"/>
              </a:xfrm>
              <a:prstGeom prst="rect">
                <a:avLst/>
              </a:prstGeom>
              <a:solidFill>
                <a:srgbClr val="FFFFFF"/>
              </a:solidFill>
              <a:ln w="12701">
                <a:solidFill>
                  <a:srgbClr val="D1D1D1"/>
                </a:solidFill>
                <a:miter lim="800000"/>
                <a:headEnd/>
                <a:tailEnd/>
              </a:ln>
            </p:spPr>
            <p:txBody>
              <a:bodyPr lIns="107999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altLang="en-NL" sz="80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5" name="Rechthoek 131">
                <a:extLst>
                  <a:ext uri="{FF2B5EF4-FFF2-40B4-BE49-F238E27FC236}">
                    <a16:creationId xmlns:a16="http://schemas.microsoft.com/office/drawing/2014/main" id="{595041A2-9F7D-4D96-9CC8-D5FC50CFC6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479587" y="3733412"/>
                <a:ext cx="1164003" cy="24670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/>
                <a:endPara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26" name="Groep 132">
                <a:extLst>
                  <a:ext uri="{FF2B5EF4-FFF2-40B4-BE49-F238E27FC236}">
                    <a16:creationId xmlns:a16="http://schemas.microsoft.com/office/drawing/2014/main" id="{951FBEE9-2FAD-CD81-0B64-9C9057BAB4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403866" y="3541123"/>
                <a:ext cx="155950" cy="131920"/>
                <a:chOff x="-2403866" y="3541123"/>
                <a:chExt cx="155950" cy="131920"/>
              </a:xfrm>
            </p:grpSpPr>
            <p:sp>
              <p:nvSpPr>
                <p:cNvPr id="139" name="Rechthoek: afgeronde hoeken 145">
                  <a:extLst>
                    <a:ext uri="{FF2B5EF4-FFF2-40B4-BE49-F238E27FC236}">
                      <a16:creationId xmlns:a16="http://schemas.microsoft.com/office/drawing/2014/main" id="{0AE8747A-9BE7-66B3-1DDD-48B5E336A4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2403866" y="3541123"/>
                  <a:ext cx="155950" cy="131920"/>
                </a:xfrm>
                <a:custGeom>
                  <a:avLst/>
                  <a:gdLst>
                    <a:gd name="T0" fmla="*/ 77975 w 155950"/>
                    <a:gd name="T1" fmla="*/ 0 h 131920"/>
                    <a:gd name="T2" fmla="*/ 155950 w 155950"/>
                    <a:gd name="T3" fmla="*/ 65960 h 131920"/>
                    <a:gd name="T4" fmla="*/ 77975 w 155950"/>
                    <a:gd name="T5" fmla="*/ 131920 h 131920"/>
                    <a:gd name="T6" fmla="*/ 0 w 155950"/>
                    <a:gd name="T7" fmla="*/ 65960 h 131920"/>
                    <a:gd name="T8" fmla="*/ 17694720 60000 65536"/>
                    <a:gd name="T9" fmla="*/ 0 60000 65536"/>
                    <a:gd name="T10" fmla="*/ 5898240 60000 65536"/>
                    <a:gd name="T11" fmla="*/ 11796480 60000 65536"/>
                    <a:gd name="T12" fmla="*/ 1125 w 155950"/>
                    <a:gd name="T13" fmla="*/ 1125 h 131920"/>
                    <a:gd name="T14" fmla="*/ 154825 w 155950"/>
                    <a:gd name="T15" fmla="*/ 130795 h 13192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5950" h="131920">
                      <a:moveTo>
                        <a:pt x="3842" y="0"/>
                      </a:moveTo>
                      <a:lnTo>
                        <a:pt x="3842" y="0"/>
                      </a:lnTo>
                      <a:cubicBezTo>
                        <a:pt x="1720" y="0"/>
                        <a:pt x="0" y="1720"/>
                        <a:pt x="0" y="3841"/>
                      </a:cubicBezTo>
                      <a:lnTo>
                        <a:pt x="0" y="128078"/>
                      </a:lnTo>
                      <a:lnTo>
                        <a:pt x="0" y="128077"/>
                      </a:lnTo>
                      <a:cubicBezTo>
                        <a:pt x="0" y="130199"/>
                        <a:pt x="1720" y="131919"/>
                        <a:pt x="3841" y="131919"/>
                      </a:cubicBezTo>
                      <a:lnTo>
                        <a:pt x="152108" y="131920"/>
                      </a:lnTo>
                      <a:lnTo>
                        <a:pt x="152108" y="131919"/>
                      </a:lnTo>
                      <a:cubicBezTo>
                        <a:pt x="154229" y="131919"/>
                        <a:pt x="155950" y="130199"/>
                        <a:pt x="155950" y="128078"/>
                      </a:cubicBezTo>
                      <a:lnTo>
                        <a:pt x="155950" y="3842"/>
                      </a:lnTo>
                      <a:cubicBezTo>
                        <a:pt x="155950" y="1720"/>
                        <a:pt x="154229" y="0"/>
                        <a:pt x="152108" y="0"/>
                      </a:cubicBezTo>
                      <a:lnTo>
                        <a:pt x="384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701" cap="flat">
                  <a:solidFill>
                    <a:srgbClr val="81818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lIns="107999" tIns="0" rIns="0" bIns="0" anchor="ctr"/>
                <a:lstStyle/>
                <a:p>
                  <a:endParaRPr lang="en-NL"/>
                </a:p>
              </p:txBody>
            </p:sp>
            <p:sp>
              <p:nvSpPr>
                <p:cNvPr id="140" name="Rechthoek 146">
                  <a:extLst>
                    <a:ext uri="{FF2B5EF4-FFF2-40B4-BE49-F238E27FC236}">
                      <a16:creationId xmlns:a16="http://schemas.microsoft.com/office/drawing/2014/main" id="{CE3430FD-0BCD-56F9-F2F8-98A99E1925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82167" y="3559228"/>
                  <a:ext cx="117582" cy="1601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1" name="Rechthoek 147">
                  <a:extLst>
                    <a:ext uri="{FF2B5EF4-FFF2-40B4-BE49-F238E27FC236}">
                      <a16:creationId xmlns:a16="http://schemas.microsoft.com/office/drawing/2014/main" id="{BFE37B7E-DD61-E157-65C7-9696F5E1A4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82158" y="3586349"/>
                  <a:ext cx="45756" cy="69997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2" name="Rechthoek 148">
                  <a:extLst>
                    <a:ext uri="{FF2B5EF4-FFF2-40B4-BE49-F238E27FC236}">
                      <a16:creationId xmlns:a16="http://schemas.microsoft.com/office/drawing/2014/main" id="{F1D4CFD7-7282-A681-D2E4-EA4CC8699B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22210" y="3590355"/>
                  <a:ext cx="52111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3" name="Rechthoek 149">
                  <a:extLst>
                    <a:ext uri="{FF2B5EF4-FFF2-40B4-BE49-F238E27FC236}">
                      <a16:creationId xmlns:a16="http://schemas.microsoft.com/office/drawing/2014/main" id="{A0174BA8-169D-D06C-3BD9-039C433AB4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22210" y="3618408"/>
                  <a:ext cx="26746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4" name="Rechthoek 150">
                  <a:extLst>
                    <a:ext uri="{FF2B5EF4-FFF2-40B4-BE49-F238E27FC236}">
                      <a16:creationId xmlns:a16="http://schemas.microsoft.com/office/drawing/2014/main" id="{0F18A640-A0DF-7E98-13A6-B38318A90C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22210" y="3646462"/>
                  <a:ext cx="26746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7" name="Groep 133">
                <a:extLst>
                  <a:ext uri="{FF2B5EF4-FFF2-40B4-BE49-F238E27FC236}">
                    <a16:creationId xmlns:a16="http://schemas.microsoft.com/office/drawing/2014/main" id="{7B33CC3E-900C-A46F-D1C7-7100E69D9E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423425" y="3770784"/>
                <a:ext cx="166741" cy="218962"/>
                <a:chOff x="-2423425" y="3770784"/>
                <a:chExt cx="166741" cy="218962"/>
              </a:xfrm>
            </p:grpSpPr>
            <p:grpSp>
              <p:nvGrpSpPr>
                <p:cNvPr id="131" name="Groep 137">
                  <a:extLst>
                    <a:ext uri="{FF2B5EF4-FFF2-40B4-BE49-F238E27FC236}">
                      <a16:creationId xmlns:a16="http://schemas.microsoft.com/office/drawing/2014/main" id="{8E989F58-AB45-CF3D-A8CD-2A3470B7113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2400482" y="3792473"/>
                  <a:ext cx="143798" cy="121642"/>
                  <a:chOff x="-2400482" y="3792473"/>
                  <a:chExt cx="143798" cy="121642"/>
                </a:xfrm>
              </p:grpSpPr>
              <p:sp>
                <p:nvSpPr>
                  <p:cNvPr id="133" name="Rechthoek: afgeronde hoeken 139">
                    <a:extLst>
                      <a:ext uri="{FF2B5EF4-FFF2-40B4-BE49-F238E27FC236}">
                        <a16:creationId xmlns:a16="http://schemas.microsoft.com/office/drawing/2014/main" id="{7941809C-62B4-6EDF-E4F7-9FFD961294F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2400482" y="3792473"/>
                    <a:ext cx="143798" cy="121642"/>
                  </a:xfrm>
                  <a:custGeom>
                    <a:avLst/>
                    <a:gdLst>
                      <a:gd name="T0" fmla="*/ 71899 w 143798"/>
                      <a:gd name="T1" fmla="*/ 0 h 121642"/>
                      <a:gd name="T2" fmla="*/ 143798 w 143798"/>
                      <a:gd name="T3" fmla="*/ 60821 h 121642"/>
                      <a:gd name="T4" fmla="*/ 71899 w 143798"/>
                      <a:gd name="T5" fmla="*/ 121642 h 121642"/>
                      <a:gd name="T6" fmla="*/ 0 w 143798"/>
                      <a:gd name="T7" fmla="*/ 60821 h 121642"/>
                      <a:gd name="T8" fmla="*/ 17694720 60000 65536"/>
                      <a:gd name="T9" fmla="*/ 0 60000 65536"/>
                      <a:gd name="T10" fmla="*/ 5898240 60000 65536"/>
                      <a:gd name="T11" fmla="*/ 11796480 60000 65536"/>
                      <a:gd name="T12" fmla="*/ 1038 w 143798"/>
                      <a:gd name="T13" fmla="*/ 1038 h 121642"/>
                      <a:gd name="T14" fmla="*/ 142760 w 143798"/>
                      <a:gd name="T15" fmla="*/ 120604 h 121642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43798" h="121642">
                        <a:moveTo>
                          <a:pt x="3542" y="0"/>
                        </a:moveTo>
                        <a:lnTo>
                          <a:pt x="3542" y="0"/>
                        </a:lnTo>
                        <a:cubicBezTo>
                          <a:pt x="1585" y="0"/>
                          <a:pt x="0" y="1585"/>
                          <a:pt x="0" y="3541"/>
                        </a:cubicBezTo>
                        <a:lnTo>
                          <a:pt x="0" y="118100"/>
                        </a:lnTo>
                        <a:lnTo>
                          <a:pt x="0" y="118099"/>
                        </a:lnTo>
                        <a:cubicBezTo>
                          <a:pt x="0" y="120056"/>
                          <a:pt x="1585" y="121641"/>
                          <a:pt x="3541" y="121641"/>
                        </a:cubicBezTo>
                        <a:lnTo>
                          <a:pt x="140256" y="121642"/>
                        </a:lnTo>
                        <a:lnTo>
                          <a:pt x="140256" y="121641"/>
                        </a:lnTo>
                        <a:cubicBezTo>
                          <a:pt x="142212" y="121641"/>
                          <a:pt x="143798" y="120056"/>
                          <a:pt x="143798" y="118100"/>
                        </a:cubicBezTo>
                        <a:lnTo>
                          <a:pt x="143798" y="3542"/>
                        </a:lnTo>
                        <a:cubicBezTo>
                          <a:pt x="143798" y="1585"/>
                          <a:pt x="142212" y="0"/>
                          <a:pt x="140256" y="0"/>
                        </a:cubicBezTo>
                        <a:lnTo>
                          <a:pt x="354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2701" cap="flat">
                    <a:solidFill>
                      <a:srgbClr val="818181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lIns="107999" tIns="0" rIns="0" bIns="0" anchor="ctr"/>
                  <a:lstStyle/>
                  <a:p>
                    <a:endParaRPr lang="en-NL"/>
                  </a:p>
                </p:txBody>
              </p:sp>
              <p:sp>
                <p:nvSpPr>
                  <p:cNvPr id="134" name="Rechthoek 140">
                    <a:extLst>
                      <a:ext uri="{FF2B5EF4-FFF2-40B4-BE49-F238E27FC236}">
                        <a16:creationId xmlns:a16="http://schemas.microsoft.com/office/drawing/2014/main" id="{22AF313A-FF75-E13C-5977-9FA22C59DEE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80466" y="3809170"/>
                    <a:ext cx="108420" cy="14767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5" name="Rechthoek 141">
                    <a:extLst>
                      <a:ext uri="{FF2B5EF4-FFF2-40B4-BE49-F238E27FC236}">
                        <a16:creationId xmlns:a16="http://schemas.microsoft.com/office/drawing/2014/main" id="{0F755CA7-113C-D550-52CA-CF13EDB658D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80466" y="3834179"/>
                    <a:ext cx="42190" cy="64538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6" name="Rechthoek 142">
                    <a:extLst>
                      <a:ext uri="{FF2B5EF4-FFF2-40B4-BE49-F238E27FC236}">
                        <a16:creationId xmlns:a16="http://schemas.microsoft.com/office/drawing/2014/main" id="{19ACE5F7-04FD-AD81-7D6C-C0BF1E7733F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25182" y="3837873"/>
                    <a:ext cx="4805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7" name="Rechthoek 143">
                    <a:extLst>
                      <a:ext uri="{FF2B5EF4-FFF2-40B4-BE49-F238E27FC236}">
                        <a16:creationId xmlns:a16="http://schemas.microsoft.com/office/drawing/2014/main" id="{E008A591-F7CA-3353-6DEF-847ACFEE334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25182" y="3863742"/>
                    <a:ext cx="2466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8" name="Rechthoek 144">
                    <a:extLst>
                      <a:ext uri="{FF2B5EF4-FFF2-40B4-BE49-F238E27FC236}">
                        <a16:creationId xmlns:a16="http://schemas.microsoft.com/office/drawing/2014/main" id="{C3C64FFE-D2B0-2264-DB84-C562063B26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25182" y="3889610"/>
                    <a:ext cx="2466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2" name="Boog 138">
                  <a:extLst>
                    <a:ext uri="{FF2B5EF4-FFF2-40B4-BE49-F238E27FC236}">
                      <a16:creationId xmlns:a16="http://schemas.microsoft.com/office/drawing/2014/main" id="{F8C49BC5-0193-C738-D1A4-7C9D1E97AE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-3962915">
                  <a:off x="-2486866" y="3834225"/>
                  <a:ext cx="218962" cy="92080"/>
                </a:xfrm>
                <a:custGeom>
                  <a:avLst/>
                  <a:gdLst>
                    <a:gd name="T0" fmla="*/ 109481 w 218962"/>
                    <a:gd name="T1" fmla="*/ 0 h 92080"/>
                    <a:gd name="T2" fmla="*/ 218962 w 218962"/>
                    <a:gd name="T3" fmla="*/ 46040 h 92080"/>
                    <a:gd name="T4" fmla="*/ 109481 w 218962"/>
                    <a:gd name="T5" fmla="*/ 92080 h 92080"/>
                    <a:gd name="T6" fmla="*/ 0 w 218962"/>
                    <a:gd name="T7" fmla="*/ 46040 h 92080"/>
                    <a:gd name="T8" fmla="*/ 105456 w 218962"/>
                    <a:gd name="T9" fmla="*/ 31 h 92080"/>
                    <a:gd name="T10" fmla="*/ 109481 w 218962"/>
                    <a:gd name="T11" fmla="*/ 46040 h 92080"/>
                    <a:gd name="T12" fmla="*/ 188429 w 218962"/>
                    <a:gd name="T13" fmla="*/ 77937 h 92080"/>
                    <a:gd name="T14" fmla="*/ 17694720 60000 65536"/>
                    <a:gd name="T15" fmla="*/ 0 60000 65536"/>
                    <a:gd name="T16" fmla="*/ 5898240 60000 65536"/>
                    <a:gd name="T17" fmla="*/ 11796480 60000 65536"/>
                    <a:gd name="T18" fmla="*/ 11796480 60000 65536"/>
                    <a:gd name="T19" fmla="*/ 11796480 60000 65536"/>
                    <a:gd name="T20" fmla="*/ 5898240 60000 65536"/>
                    <a:gd name="T21" fmla="*/ 105456 w 218962"/>
                    <a:gd name="T22" fmla="*/ 0 h 92080"/>
                    <a:gd name="T23" fmla="*/ 218962 w 218962"/>
                    <a:gd name="T24" fmla="*/ 77937 h 9208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18962" h="92080" stroke="0">
                      <a:moveTo>
                        <a:pt x="105456" y="31"/>
                      </a:moveTo>
                      <a:lnTo>
                        <a:pt x="105456" y="31"/>
                      </a:lnTo>
                      <a:cubicBezTo>
                        <a:pt x="106797" y="10"/>
                        <a:pt x="108138" y="0"/>
                        <a:pt x="109481" y="0"/>
                      </a:cubicBezTo>
                      <a:cubicBezTo>
                        <a:pt x="169945" y="0"/>
                        <a:pt x="218962" y="20612"/>
                        <a:pt x="218962" y="46040"/>
                      </a:cubicBezTo>
                      <a:cubicBezTo>
                        <a:pt x="218962" y="57931"/>
                        <a:pt x="208020" y="69361"/>
                        <a:pt x="188429" y="77936"/>
                      </a:cubicBezTo>
                      <a:lnTo>
                        <a:pt x="109481" y="46040"/>
                      </a:lnTo>
                      <a:lnTo>
                        <a:pt x="105456" y="31"/>
                      </a:lnTo>
                      <a:close/>
                    </a:path>
                    <a:path w="218962" h="92080" fill="none">
                      <a:moveTo>
                        <a:pt x="105456" y="31"/>
                      </a:moveTo>
                      <a:lnTo>
                        <a:pt x="105456" y="31"/>
                      </a:lnTo>
                      <a:cubicBezTo>
                        <a:pt x="106797" y="10"/>
                        <a:pt x="108138" y="0"/>
                        <a:pt x="109481" y="0"/>
                      </a:cubicBezTo>
                      <a:cubicBezTo>
                        <a:pt x="169945" y="0"/>
                        <a:pt x="218962" y="20612"/>
                        <a:pt x="218962" y="46040"/>
                      </a:cubicBezTo>
                      <a:cubicBezTo>
                        <a:pt x="218962" y="57931"/>
                        <a:pt x="208020" y="69361"/>
                        <a:pt x="188429" y="77936"/>
                      </a:cubicBezTo>
                    </a:path>
                  </a:pathLst>
                </a:custGeom>
                <a:noFill/>
                <a:ln w="19046" cap="flat">
                  <a:solidFill>
                    <a:srgbClr val="4D82B8"/>
                  </a:solidFill>
                  <a:prstDash val="solid"/>
                  <a:round/>
                  <a:headEnd type="arrow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 anchorCtr="1"/>
                <a:lstStyle/>
                <a:p>
                  <a:endParaRPr lang="en-NL"/>
                </a:p>
              </p:txBody>
            </p:sp>
          </p:grpSp>
          <p:sp>
            <p:nvSpPr>
              <p:cNvPr id="128" name="Tekstvak 134">
                <a:extLst>
                  <a:ext uri="{FF2B5EF4-FFF2-40B4-BE49-F238E27FC236}">
                    <a16:creationId xmlns:a16="http://schemas.microsoft.com/office/drawing/2014/main" id="{D4386859-2A6C-F201-67B8-DC52B8F9D4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245455" y="3541123"/>
                <a:ext cx="896112" cy="1347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29" name="Tekstvak 135">
                <a:extLst>
                  <a:ext uri="{FF2B5EF4-FFF2-40B4-BE49-F238E27FC236}">
                    <a16:creationId xmlns:a16="http://schemas.microsoft.com/office/drawing/2014/main" id="{8AF49FDA-2BF8-D4CD-EB3D-3054CAF721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258888" y="3793552"/>
                <a:ext cx="909544" cy="1264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0" name="Vrije vorm: vorm 136">
                <a:extLst>
                  <a:ext uri="{FF2B5EF4-FFF2-40B4-BE49-F238E27FC236}">
                    <a16:creationId xmlns:a16="http://schemas.microsoft.com/office/drawing/2014/main" id="{223B2245-38C6-CD21-F133-745B6A781B94}"/>
                  </a:ext>
                </a:extLst>
              </p:cNvPr>
              <p:cNvSpPr/>
              <p:nvPr/>
            </p:nvSpPr>
            <p:spPr>
              <a:xfrm>
                <a:off x="-1360946" y="3863877"/>
                <a:ext cx="98405" cy="17938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880280"/>
                  <a:gd name="f7" fmla="val 1624084"/>
                  <a:gd name="f8" fmla="val 1262418"/>
                  <a:gd name="f9" fmla="val 313898"/>
                  <a:gd name="f10" fmla="val 996287"/>
                  <a:gd name="f11" fmla="val 620973"/>
                  <a:gd name="f12" fmla="val 839337"/>
                  <a:gd name="f13" fmla="val 1480782"/>
                  <a:gd name="f14" fmla="val 498144"/>
                  <a:gd name="f15" fmla="val 900753"/>
                  <a:gd name="f16" fmla="val 893929"/>
                  <a:gd name="f17" fmla="+- 0 0 -90"/>
                  <a:gd name="f18" fmla="*/ f3 1 880280"/>
                  <a:gd name="f19" fmla="*/ f4 1 1624084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880280"/>
                  <a:gd name="f28" fmla="*/ f24 1 1624084"/>
                  <a:gd name="f29" fmla="*/ 0 f25 1"/>
                  <a:gd name="f30" fmla="*/ 0 f24 1"/>
                  <a:gd name="f31" fmla="*/ 1262418 f24 1"/>
                  <a:gd name="f32" fmla="*/ 620973 f25 1"/>
                  <a:gd name="f33" fmla="*/ 1624084 f24 1"/>
                  <a:gd name="f34" fmla="*/ 839337 f25 1"/>
                  <a:gd name="f35" fmla="*/ 1480782 f24 1"/>
                  <a:gd name="f36" fmla="*/ 900753 f24 1"/>
                  <a:gd name="f37" fmla="*/ 880280 f25 1"/>
                  <a:gd name="f38" fmla="*/ 893929 f24 1"/>
                  <a:gd name="f39" fmla="*/ 313898 f25 1"/>
                  <a:gd name="f40" fmla="*/ 996287 f24 1"/>
                  <a:gd name="f41" fmla="*/ 498144 f25 1"/>
                  <a:gd name="f42" fmla="+- f26 0 f1"/>
                  <a:gd name="f43" fmla="*/ f29 1 880280"/>
                  <a:gd name="f44" fmla="*/ f30 1 1624084"/>
                  <a:gd name="f45" fmla="*/ f31 1 1624084"/>
                  <a:gd name="f46" fmla="*/ f32 1 880280"/>
                  <a:gd name="f47" fmla="*/ f33 1 1624084"/>
                  <a:gd name="f48" fmla="*/ f34 1 880280"/>
                  <a:gd name="f49" fmla="*/ f35 1 1624084"/>
                  <a:gd name="f50" fmla="*/ f36 1 1624084"/>
                  <a:gd name="f51" fmla="*/ f37 1 880280"/>
                  <a:gd name="f52" fmla="*/ f38 1 1624084"/>
                  <a:gd name="f53" fmla="*/ f39 1 880280"/>
                  <a:gd name="f54" fmla="*/ f40 1 1624084"/>
                  <a:gd name="f55" fmla="*/ f41 1 880280"/>
                  <a:gd name="f56" fmla="*/ f20 1 f27"/>
                  <a:gd name="f57" fmla="*/ f21 1 f27"/>
                  <a:gd name="f58" fmla="*/ f20 1 f28"/>
                  <a:gd name="f59" fmla="*/ f22 1 f28"/>
                  <a:gd name="f60" fmla="*/ f43 1 f27"/>
                  <a:gd name="f61" fmla="*/ f44 1 f28"/>
                  <a:gd name="f62" fmla="*/ f45 1 f28"/>
                  <a:gd name="f63" fmla="*/ f53 1 f27"/>
                  <a:gd name="f64" fmla="*/ f54 1 f28"/>
                  <a:gd name="f65" fmla="*/ f46 1 f27"/>
                  <a:gd name="f66" fmla="*/ f47 1 f28"/>
                  <a:gd name="f67" fmla="*/ f48 1 f27"/>
                  <a:gd name="f68" fmla="*/ f49 1 f28"/>
                  <a:gd name="f69" fmla="*/ f55 1 f27"/>
                  <a:gd name="f70" fmla="*/ f50 1 f28"/>
                  <a:gd name="f71" fmla="*/ f51 1 f27"/>
                  <a:gd name="f72" fmla="*/ f52 1 f28"/>
                  <a:gd name="f73" fmla="*/ f56 f18 1"/>
                  <a:gd name="f74" fmla="*/ f57 f18 1"/>
                  <a:gd name="f75" fmla="*/ f59 f19 1"/>
                  <a:gd name="f76" fmla="*/ f58 f19 1"/>
                  <a:gd name="f77" fmla="*/ f60 f18 1"/>
                  <a:gd name="f78" fmla="*/ f61 f19 1"/>
                  <a:gd name="f79" fmla="*/ f62 f19 1"/>
                  <a:gd name="f80" fmla="*/ f63 f18 1"/>
                  <a:gd name="f81" fmla="*/ f64 f19 1"/>
                  <a:gd name="f82" fmla="*/ f65 f18 1"/>
                  <a:gd name="f83" fmla="*/ f66 f19 1"/>
                  <a:gd name="f84" fmla="*/ f67 f18 1"/>
                  <a:gd name="f85" fmla="*/ f68 f19 1"/>
                  <a:gd name="f86" fmla="*/ f69 f18 1"/>
                  <a:gd name="f87" fmla="*/ f70 f19 1"/>
                  <a:gd name="f88" fmla="*/ f71 f18 1"/>
                  <a:gd name="f89" fmla="*/ f72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42">
                    <a:pos x="f77" y="f78"/>
                  </a:cxn>
                  <a:cxn ang="f42">
                    <a:pos x="f77" y="f79"/>
                  </a:cxn>
                  <a:cxn ang="f42">
                    <a:pos x="f80" y="f81"/>
                  </a:cxn>
                  <a:cxn ang="f42">
                    <a:pos x="f82" y="f83"/>
                  </a:cxn>
                  <a:cxn ang="f42">
                    <a:pos x="f84" y="f85"/>
                  </a:cxn>
                  <a:cxn ang="f42">
                    <a:pos x="f86" y="f87"/>
                  </a:cxn>
                  <a:cxn ang="f42">
                    <a:pos x="f88" y="f89"/>
                  </a:cxn>
                  <a:cxn ang="f42">
                    <a:pos x="f77" y="f78"/>
                  </a:cxn>
                </a:cxnLst>
                <a:rect l="f73" t="f76" r="f74" b="f75"/>
                <a:pathLst>
                  <a:path w="880280" h="1624084">
                    <a:moveTo>
                      <a:pt x="f5" y="f5"/>
                    </a:moveTo>
                    <a:lnTo>
                      <a:pt x="f5" y="f8"/>
                    </a:lnTo>
                    <a:lnTo>
                      <a:pt x="f9" y="f10"/>
                    </a:lnTo>
                    <a:lnTo>
                      <a:pt x="f11" y="f7"/>
                    </a:lnTo>
                    <a:lnTo>
                      <a:pt x="f12" y="f13"/>
                    </a:lnTo>
                    <a:lnTo>
                      <a:pt x="f14" y="f15"/>
                    </a:lnTo>
                    <a:lnTo>
                      <a:pt x="f6" y="f16"/>
                    </a:lnTo>
                    <a:lnTo>
                      <a:pt x="f5" y="f5"/>
                    </a:lnTo>
                    <a:close/>
                  </a:path>
                </a:pathLst>
              </a:custGeom>
              <a:solidFill>
                <a:srgbClr val="FFFFFF"/>
              </a:solidFill>
              <a:ln w="12701" cap="flat">
                <a:solidFill>
                  <a:srgbClr val="000000"/>
                </a:solidFill>
                <a:prstDash val="solid"/>
                <a:miter/>
              </a:ln>
            </p:spPr>
            <p:txBody>
              <a:bodyPr lIns="179999" tIns="179999" rIns="179999" bIns="179999" anchor="ctr" anchorCtr="1"/>
              <a:lstStyle/>
              <a:p>
                <a:pPr algn="ctr"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600" cap="all">
                  <a:solidFill>
                    <a:srgbClr val="FFFFFF"/>
                  </a:solidFill>
                  <a:latin typeface="Calibri" pitchFamily="34"/>
                  <a:cs typeface="Calibri" pitchFamily="34"/>
                </a:endParaRPr>
              </a:p>
            </p:txBody>
          </p:sp>
        </p:grpSp>
        <p:grpSp>
          <p:nvGrpSpPr>
            <p:cNvPr id="86" name="Groep 92">
              <a:extLst>
                <a:ext uri="{FF2B5EF4-FFF2-40B4-BE49-F238E27FC236}">
                  <a16:creationId xmlns:a16="http://schemas.microsoft.com/office/drawing/2014/main" id="{FC3FC0F9-D387-4C1F-C512-599871C4EE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786164" y="5680655"/>
              <a:ext cx="3693380" cy="959690"/>
              <a:chOff x="-3786164" y="5680655"/>
              <a:chExt cx="3693380" cy="959690"/>
            </a:xfrm>
          </p:grpSpPr>
          <p:sp>
            <p:nvSpPr>
              <p:cNvPr id="114" name="Rechthoek 120">
                <a:extLst>
                  <a:ext uri="{FF2B5EF4-FFF2-40B4-BE49-F238E27FC236}">
                    <a16:creationId xmlns:a16="http://schemas.microsoft.com/office/drawing/2014/main" id="{17F72488-37AF-315B-B5FD-247C0F8BF8E3}"/>
                  </a:ext>
                </a:extLst>
              </p:cNvPr>
              <p:cNvSpPr/>
              <p:nvPr/>
            </p:nvSpPr>
            <p:spPr>
              <a:xfrm>
                <a:off x="-3786164" y="5811691"/>
                <a:ext cx="3593387" cy="828654"/>
              </a:xfrm>
              <a:prstGeom prst="rect">
                <a:avLst/>
              </a:prstGeom>
              <a:solidFill>
                <a:srgbClr val="ECECEC"/>
              </a:solidFill>
              <a:ln w="6345" cap="flat">
                <a:solidFill>
                  <a:srgbClr val="ECECEC"/>
                </a:solidFill>
                <a:prstDash val="solid"/>
                <a:miter/>
              </a:ln>
            </p:spPr>
            <p:txBody>
              <a:bodyPr lIns="179999" tIns="143999" rIns="179999" bIns="143999" anchor="ctr"/>
              <a:lstStyle/>
              <a:p>
                <a:pPr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Want to know more?</a:t>
                </a:r>
                <a:b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</a:b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Go to the tab</a:t>
                </a: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 'SLIDEBUILDER’ </a:t>
                </a: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and click</a:t>
                </a:r>
                <a:b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</a:b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on the button </a:t>
                </a: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‘Inspiration'</a:t>
                </a:r>
              </a:p>
            </p:txBody>
          </p:sp>
          <p:grpSp>
            <p:nvGrpSpPr>
              <p:cNvPr id="115" name="ICOON_info">
                <a:extLst>
                  <a:ext uri="{FF2B5EF4-FFF2-40B4-BE49-F238E27FC236}">
                    <a16:creationId xmlns:a16="http://schemas.microsoft.com/office/drawing/2014/main" id="{FC125522-3FAA-1220-FC1F-81359B212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76467" y="5680655"/>
                <a:ext cx="283683" cy="283683"/>
                <a:chOff x="-376467" y="5680655"/>
                <a:chExt cx="283683" cy="283683"/>
              </a:xfrm>
            </p:grpSpPr>
            <p:sp>
              <p:nvSpPr>
                <p:cNvPr id="122" name="Ovaal 128">
                  <a:extLst>
                    <a:ext uri="{FF2B5EF4-FFF2-40B4-BE49-F238E27FC236}">
                      <a16:creationId xmlns:a16="http://schemas.microsoft.com/office/drawing/2014/main" id="{6140C1D5-FA23-A496-5FD9-E0DA503D6ABE}"/>
                    </a:ext>
                  </a:extLst>
                </p:cNvPr>
                <p:cNvSpPr/>
                <p:nvPr/>
              </p:nvSpPr>
              <p:spPr>
                <a:xfrm>
                  <a:off x="-356257" y="5698981"/>
                  <a:ext cx="244427" cy="246057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211F26"/>
                </a:solidFill>
                <a:ln>
                  <a:noFill/>
                  <a:prstDash val="solid"/>
                </a:ln>
              </p:spPr>
              <p:txBody>
                <a:bodyPr lIns="179999" tIns="179999" rIns="179999" bIns="179999" anchor="ctr" anchorCtr="1"/>
                <a:lstStyle/>
                <a:p>
                  <a:pPr algn="ctr" eaLnBrk="1" fontAlgn="auto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600" cap="all">
                    <a:solidFill>
                      <a:srgbClr val="FFFFFF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sp>
              <p:nvSpPr>
                <p:cNvPr id="123" name="Graphic 163" descr="Informatie">
                  <a:extLst>
                    <a:ext uri="{FF2B5EF4-FFF2-40B4-BE49-F238E27FC236}">
                      <a16:creationId xmlns:a16="http://schemas.microsoft.com/office/drawing/2014/main" id="{A03678F6-4FC2-5823-DD6F-BDF6F67ACD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376467" y="5680655"/>
                  <a:ext cx="283683" cy="283683"/>
                </a:xfrm>
                <a:custGeom>
                  <a:avLst/>
                  <a:gdLst>
                    <a:gd name="T0" fmla="*/ 141842 w 291719"/>
                    <a:gd name="T1" fmla="*/ 0 h 291719"/>
                    <a:gd name="T2" fmla="*/ 283683 w 291719"/>
                    <a:gd name="T3" fmla="*/ 141842 h 291719"/>
                    <a:gd name="T4" fmla="*/ 141842 w 291719"/>
                    <a:gd name="T5" fmla="*/ 283683 h 291719"/>
                    <a:gd name="T6" fmla="*/ 0 w 291719"/>
                    <a:gd name="T7" fmla="*/ 141842 h 291719"/>
                    <a:gd name="T8" fmla="*/ 141842 w 291719"/>
                    <a:gd name="T9" fmla="*/ 0 h 291719"/>
                    <a:gd name="T10" fmla="*/ 0 w 291719"/>
                    <a:gd name="T11" fmla="*/ 141842 h 291719"/>
                    <a:gd name="T12" fmla="*/ 141842 w 291719"/>
                    <a:gd name="T13" fmla="*/ 283684 h 291719"/>
                    <a:gd name="T14" fmla="*/ 283684 w 291719"/>
                    <a:gd name="T15" fmla="*/ 141842 h 291719"/>
                    <a:gd name="T16" fmla="*/ 141842 w 291719"/>
                    <a:gd name="T17" fmla="*/ 0 h 291719"/>
                    <a:gd name="T18" fmla="*/ 134376 w 291719"/>
                    <a:gd name="T19" fmla="*/ 37327 h 291719"/>
                    <a:gd name="T20" fmla="*/ 153040 w 291719"/>
                    <a:gd name="T21" fmla="*/ 55990 h 291719"/>
                    <a:gd name="T22" fmla="*/ 134376 w 291719"/>
                    <a:gd name="T23" fmla="*/ 74653 h 291719"/>
                    <a:gd name="T24" fmla="*/ 115713 w 291719"/>
                    <a:gd name="T25" fmla="*/ 55990 h 291719"/>
                    <a:gd name="T26" fmla="*/ 134376 w 291719"/>
                    <a:gd name="T27" fmla="*/ 37327 h 291719"/>
                    <a:gd name="T28" fmla="*/ 179169 w 291719"/>
                    <a:gd name="T29" fmla="*/ 246357 h 291719"/>
                    <a:gd name="T30" fmla="*/ 104515 w 291719"/>
                    <a:gd name="T31" fmla="*/ 246357 h 291719"/>
                    <a:gd name="T32" fmla="*/ 104515 w 291719"/>
                    <a:gd name="T33" fmla="*/ 223961 h 291719"/>
                    <a:gd name="T34" fmla="*/ 130644 w 291719"/>
                    <a:gd name="T35" fmla="*/ 223961 h 291719"/>
                    <a:gd name="T36" fmla="*/ 130644 w 291719"/>
                    <a:gd name="T37" fmla="*/ 111981 h 291719"/>
                    <a:gd name="T38" fmla="*/ 108248 w 291719"/>
                    <a:gd name="T39" fmla="*/ 111981 h 291719"/>
                    <a:gd name="T40" fmla="*/ 108248 w 291719"/>
                    <a:gd name="T41" fmla="*/ 89584 h 291719"/>
                    <a:gd name="T42" fmla="*/ 153040 w 291719"/>
                    <a:gd name="T43" fmla="*/ 89584 h 291719"/>
                    <a:gd name="T44" fmla="*/ 153040 w 291719"/>
                    <a:gd name="T45" fmla="*/ 111981 h 291719"/>
                    <a:gd name="T46" fmla="*/ 153040 w 291719"/>
                    <a:gd name="T47" fmla="*/ 223961 h 291719"/>
                    <a:gd name="T48" fmla="*/ 179169 w 291719"/>
                    <a:gd name="T49" fmla="*/ 223961 h 291719"/>
                    <a:gd name="T50" fmla="*/ 179169 w 291719"/>
                    <a:gd name="T51" fmla="*/ 246357 h 291719"/>
                    <a:gd name="T52" fmla="*/ 17694720 60000 65536"/>
                    <a:gd name="T53" fmla="*/ 0 60000 65536"/>
                    <a:gd name="T54" fmla="*/ 5898240 60000 65536"/>
                    <a:gd name="T55" fmla="*/ 1179648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w 291719"/>
                    <a:gd name="T79" fmla="*/ 0 h 291719"/>
                    <a:gd name="T80" fmla="*/ 291719 w 291719"/>
                    <a:gd name="T81" fmla="*/ 291719 h 291719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T78" t="T79" r="T80" b="T81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NL"/>
                </a:p>
              </p:txBody>
            </p:sp>
          </p:grpSp>
          <p:grpSp>
            <p:nvGrpSpPr>
              <p:cNvPr id="116" name="Groep 122">
                <a:extLst>
                  <a:ext uri="{FF2B5EF4-FFF2-40B4-BE49-F238E27FC236}">
                    <a16:creationId xmlns:a16="http://schemas.microsoft.com/office/drawing/2014/main" id="{32A1CDA6-710E-C44D-4D17-0875E25665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938165" y="5938003"/>
                <a:ext cx="627799" cy="576684"/>
                <a:chOff x="-938165" y="5938003"/>
                <a:chExt cx="627799" cy="576684"/>
              </a:xfrm>
            </p:grpSpPr>
            <p:grpSp>
              <p:nvGrpSpPr>
                <p:cNvPr id="117" name="Inspireren">
                  <a:extLst>
                    <a:ext uri="{FF2B5EF4-FFF2-40B4-BE49-F238E27FC236}">
                      <a16:creationId xmlns:a16="http://schemas.microsoft.com/office/drawing/2014/main" id="{904B309B-761F-0844-9F7C-31899E2FF68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715847" y="5938003"/>
                  <a:ext cx="169776" cy="242380"/>
                  <a:chOff x="-715847" y="5938003"/>
                  <a:chExt cx="169776" cy="242380"/>
                </a:xfrm>
              </p:grpSpPr>
              <p:sp>
                <p:nvSpPr>
                  <p:cNvPr id="119" name="Freeform 12">
                    <a:extLst>
                      <a:ext uri="{FF2B5EF4-FFF2-40B4-BE49-F238E27FC236}">
                        <a16:creationId xmlns:a16="http://schemas.microsoft.com/office/drawing/2014/main" id="{3E962A38-8DD0-A602-4C81-C56A257D75C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665646" y="6024826"/>
                    <a:ext cx="68726" cy="62051"/>
                  </a:xfrm>
                  <a:custGeom>
                    <a:avLst/>
                    <a:gdLst>
                      <a:gd name="T0" fmla="*/ 34363 w 319"/>
                      <a:gd name="T1" fmla="*/ 0 h 288"/>
                      <a:gd name="T2" fmla="*/ 68726 w 319"/>
                      <a:gd name="T3" fmla="*/ 31026 h 288"/>
                      <a:gd name="T4" fmla="*/ 34363 w 319"/>
                      <a:gd name="T5" fmla="*/ 62051 h 288"/>
                      <a:gd name="T6" fmla="*/ 0 w 319"/>
                      <a:gd name="T7" fmla="*/ 31026 h 288"/>
                      <a:gd name="T8" fmla="*/ 47397 w 319"/>
                      <a:gd name="T9" fmla="*/ 62051 h 288"/>
                      <a:gd name="T10" fmla="*/ 23052 w 319"/>
                      <a:gd name="T11" fmla="*/ 62051 h 288"/>
                      <a:gd name="T12" fmla="*/ 0 w 319"/>
                      <a:gd name="T13" fmla="*/ 0 h 288"/>
                      <a:gd name="T14" fmla="*/ 68726 w 319"/>
                      <a:gd name="T15" fmla="*/ 0 h 288"/>
                      <a:gd name="T16" fmla="*/ 47397 w 319"/>
                      <a:gd name="T17" fmla="*/ 62051 h 288"/>
                      <a:gd name="T18" fmla="*/ 17694720 60000 65536"/>
                      <a:gd name="T19" fmla="*/ 0 60000 65536"/>
                      <a:gd name="T20" fmla="*/ 5898240 60000 65536"/>
                      <a:gd name="T21" fmla="*/ 1179648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319"/>
                      <a:gd name="T28" fmla="*/ 0 h 288"/>
                      <a:gd name="T29" fmla="*/ 319 w 319"/>
                      <a:gd name="T30" fmla="*/ 288 h 288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  <p:sp>
                <p:nvSpPr>
                  <p:cNvPr id="120" name="Freeform 13">
                    <a:extLst>
                      <a:ext uri="{FF2B5EF4-FFF2-40B4-BE49-F238E27FC236}">
                        <a16:creationId xmlns:a16="http://schemas.microsoft.com/office/drawing/2014/main" id="{BC9204EB-40E3-5D7E-DFA9-4339FCE4C3D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661120" y="6156252"/>
                    <a:ext cx="60761" cy="24131"/>
                  </a:xfrm>
                  <a:custGeom>
                    <a:avLst/>
                    <a:gdLst>
                      <a:gd name="T0" fmla="*/ 30381 w 251"/>
                      <a:gd name="T1" fmla="*/ 0 h 100"/>
                      <a:gd name="T2" fmla="*/ 60761 w 251"/>
                      <a:gd name="T3" fmla="*/ 12066 h 100"/>
                      <a:gd name="T4" fmla="*/ 30381 w 251"/>
                      <a:gd name="T5" fmla="*/ 24131 h 100"/>
                      <a:gd name="T6" fmla="*/ 0 w 251"/>
                      <a:gd name="T7" fmla="*/ 12066 h 100"/>
                      <a:gd name="T8" fmla="*/ 55435 w 251"/>
                      <a:gd name="T9" fmla="*/ 16892 h 100"/>
                      <a:gd name="T10" fmla="*/ 55435 w 251"/>
                      <a:gd name="T11" fmla="*/ 16650 h 100"/>
                      <a:gd name="T12" fmla="*/ 60761 w 251"/>
                      <a:gd name="T13" fmla="*/ 0 h 100"/>
                      <a:gd name="T14" fmla="*/ 0 w 251"/>
                      <a:gd name="T15" fmla="*/ 0 h 100"/>
                      <a:gd name="T16" fmla="*/ 5326 w 251"/>
                      <a:gd name="T17" fmla="*/ 16650 h 100"/>
                      <a:gd name="T18" fmla="*/ 15251 w 251"/>
                      <a:gd name="T19" fmla="*/ 24131 h 100"/>
                      <a:gd name="T20" fmla="*/ 45510 w 251"/>
                      <a:gd name="T21" fmla="*/ 24131 h 100"/>
                      <a:gd name="T22" fmla="*/ 55435 w 251"/>
                      <a:gd name="T23" fmla="*/ 17133 h 100"/>
                      <a:gd name="T24" fmla="*/ 55435 w 251"/>
                      <a:gd name="T25" fmla="*/ 17133 h 100"/>
                      <a:gd name="T26" fmla="*/ 55435 w 251"/>
                      <a:gd name="T27" fmla="*/ 16892 h 100"/>
                      <a:gd name="T28" fmla="*/ 17694720 60000 65536"/>
                      <a:gd name="T29" fmla="*/ 0 60000 65536"/>
                      <a:gd name="T30" fmla="*/ 5898240 60000 65536"/>
                      <a:gd name="T31" fmla="*/ 1179648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251"/>
                      <a:gd name="T43" fmla="*/ 0 h 100"/>
                      <a:gd name="T44" fmla="*/ 251 w 251"/>
                      <a:gd name="T45" fmla="*/ 100 h 100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  <p:sp>
                <p:nvSpPr>
                  <p:cNvPr id="121" name="Freeform 14">
                    <a:extLst>
                      <a:ext uri="{FF2B5EF4-FFF2-40B4-BE49-F238E27FC236}">
                        <a16:creationId xmlns:a16="http://schemas.microsoft.com/office/drawing/2014/main" id="{A8483578-6600-86D0-2796-75FA2895960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715847" y="5938003"/>
                    <a:ext cx="169776" cy="208126"/>
                  </a:xfrm>
                  <a:custGeom>
                    <a:avLst/>
                    <a:gdLst>
                      <a:gd name="T0" fmla="*/ 84888 w 702"/>
                      <a:gd name="T1" fmla="*/ 0 h 860"/>
                      <a:gd name="T2" fmla="*/ 169776 w 702"/>
                      <a:gd name="T3" fmla="*/ 104063 h 860"/>
                      <a:gd name="T4" fmla="*/ 84888 w 702"/>
                      <a:gd name="T5" fmla="*/ 208126 h 860"/>
                      <a:gd name="T6" fmla="*/ 0 w 702"/>
                      <a:gd name="T7" fmla="*/ 104063 h 860"/>
                      <a:gd name="T8" fmla="*/ 84888 w 702"/>
                      <a:gd name="T9" fmla="*/ 0 h 860"/>
                      <a:gd name="T10" fmla="*/ 0 w 702"/>
                      <a:gd name="T11" fmla="*/ 84944 h 860"/>
                      <a:gd name="T12" fmla="*/ 32407 w 702"/>
                      <a:gd name="T13" fmla="*/ 151738 h 860"/>
                      <a:gd name="T14" fmla="*/ 39905 w 702"/>
                      <a:gd name="T15" fmla="*/ 173761 h 860"/>
                      <a:gd name="T16" fmla="*/ 64331 w 702"/>
                      <a:gd name="T17" fmla="*/ 173761 h 860"/>
                      <a:gd name="T18" fmla="*/ 64331 w 702"/>
                      <a:gd name="T19" fmla="*/ 173761 h 860"/>
                      <a:gd name="T20" fmla="*/ 104961 w 702"/>
                      <a:gd name="T21" fmla="*/ 173761 h 860"/>
                      <a:gd name="T22" fmla="*/ 101334 w 702"/>
                      <a:gd name="T23" fmla="*/ 183925 h 860"/>
                      <a:gd name="T24" fmla="*/ 68684 w 702"/>
                      <a:gd name="T25" fmla="*/ 183925 h 860"/>
                      <a:gd name="T26" fmla="*/ 68684 w 702"/>
                      <a:gd name="T27" fmla="*/ 183925 h 860"/>
                      <a:gd name="T28" fmla="*/ 43290 w 702"/>
                      <a:gd name="T29" fmla="*/ 183925 h 860"/>
                      <a:gd name="T30" fmla="*/ 51271 w 702"/>
                      <a:gd name="T31" fmla="*/ 208126 h 860"/>
                      <a:gd name="T32" fmla="*/ 51271 w 702"/>
                      <a:gd name="T33" fmla="*/ 208126 h 860"/>
                      <a:gd name="T34" fmla="*/ 52239 w 702"/>
                      <a:gd name="T35" fmla="*/ 208126 h 860"/>
                      <a:gd name="T36" fmla="*/ 118021 w 702"/>
                      <a:gd name="T37" fmla="*/ 208126 h 860"/>
                      <a:gd name="T38" fmla="*/ 118746 w 702"/>
                      <a:gd name="T39" fmla="*/ 208126 h 860"/>
                      <a:gd name="T40" fmla="*/ 137852 w 702"/>
                      <a:gd name="T41" fmla="*/ 151254 h 860"/>
                      <a:gd name="T42" fmla="*/ 169776 w 702"/>
                      <a:gd name="T43" fmla="*/ 84944 h 860"/>
                      <a:gd name="T44" fmla="*/ 84888 w 702"/>
                      <a:gd name="T45" fmla="*/ 0 h 860"/>
                      <a:gd name="T46" fmla="*/ 141964 w 702"/>
                      <a:gd name="T47" fmla="*/ 105999 h 860"/>
                      <a:gd name="T48" fmla="*/ 117295 w 702"/>
                      <a:gd name="T49" fmla="*/ 136250 h 860"/>
                      <a:gd name="T50" fmla="*/ 109798 w 702"/>
                      <a:gd name="T51" fmla="*/ 159241 h 860"/>
                      <a:gd name="T52" fmla="*/ 60462 w 702"/>
                      <a:gd name="T53" fmla="*/ 159241 h 860"/>
                      <a:gd name="T54" fmla="*/ 52964 w 702"/>
                      <a:gd name="T55" fmla="*/ 136734 h 860"/>
                      <a:gd name="T56" fmla="*/ 27812 w 702"/>
                      <a:gd name="T57" fmla="*/ 106241 h 860"/>
                      <a:gd name="T58" fmla="*/ 23943 w 702"/>
                      <a:gd name="T59" fmla="*/ 84944 h 860"/>
                      <a:gd name="T60" fmla="*/ 84888 w 702"/>
                      <a:gd name="T61" fmla="*/ 23959 h 860"/>
                      <a:gd name="T62" fmla="*/ 145833 w 702"/>
                      <a:gd name="T63" fmla="*/ 84944 h 860"/>
                      <a:gd name="T64" fmla="*/ 141964 w 702"/>
                      <a:gd name="T65" fmla="*/ 105999 h 860"/>
                      <a:gd name="T66" fmla="*/ 17694720 60000 65536"/>
                      <a:gd name="T67" fmla="*/ 0 60000 65536"/>
                      <a:gd name="T68" fmla="*/ 5898240 60000 65536"/>
                      <a:gd name="T69" fmla="*/ 1179648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w 702"/>
                      <a:gd name="T100" fmla="*/ 0 h 860"/>
                      <a:gd name="T101" fmla="*/ 702 w 702"/>
                      <a:gd name="T102" fmla="*/ 860 h 860"/>
                    </a:gdLst>
                    <a:ahLst/>
                    <a:cxnLst>
                      <a:cxn ang="T66">
                        <a:pos x="T0" y="T1"/>
                      </a:cxn>
                      <a:cxn ang="T67">
                        <a:pos x="T2" y="T3"/>
                      </a:cxn>
                      <a:cxn ang="T68">
                        <a:pos x="T4" y="T5"/>
                      </a:cxn>
                      <a:cxn ang="T69">
                        <a:pos x="T6" y="T7"/>
                      </a:cxn>
                      <a:cxn ang="T70">
                        <a:pos x="T8" y="T9"/>
                      </a:cxn>
                      <a:cxn ang="T71">
                        <a:pos x="T10" y="T11"/>
                      </a:cxn>
                      <a:cxn ang="T72">
                        <a:pos x="T12" y="T13"/>
                      </a:cxn>
                      <a:cxn ang="T73">
                        <a:pos x="T14" y="T15"/>
                      </a:cxn>
                      <a:cxn ang="T74">
                        <a:pos x="T16" y="T17"/>
                      </a:cxn>
                      <a:cxn ang="T75">
                        <a:pos x="T18" y="T19"/>
                      </a:cxn>
                      <a:cxn ang="T76">
                        <a:pos x="T20" y="T21"/>
                      </a:cxn>
                      <a:cxn ang="T77">
                        <a:pos x="T22" y="T23"/>
                      </a:cxn>
                      <a:cxn ang="T78">
                        <a:pos x="T24" y="T25"/>
                      </a:cxn>
                      <a:cxn ang="T79">
                        <a:pos x="T26" y="T27"/>
                      </a:cxn>
                      <a:cxn ang="T80">
                        <a:pos x="T28" y="T29"/>
                      </a:cxn>
                      <a:cxn ang="T81">
                        <a:pos x="T30" y="T31"/>
                      </a:cxn>
                      <a:cxn ang="T82">
                        <a:pos x="T32" y="T33"/>
                      </a:cxn>
                      <a:cxn ang="T83">
                        <a:pos x="T34" y="T35"/>
                      </a:cxn>
                      <a:cxn ang="T84">
                        <a:pos x="T36" y="T37"/>
                      </a:cxn>
                      <a:cxn ang="T85">
                        <a:pos x="T38" y="T39"/>
                      </a:cxn>
                      <a:cxn ang="T86">
                        <a:pos x="T40" y="T41"/>
                      </a:cxn>
                      <a:cxn ang="T87">
                        <a:pos x="T42" y="T43"/>
                      </a:cxn>
                      <a:cxn ang="T88">
                        <a:pos x="T44" y="T45"/>
                      </a:cxn>
                      <a:cxn ang="T89">
                        <a:pos x="T46" y="T47"/>
                      </a:cxn>
                      <a:cxn ang="T90">
                        <a:pos x="T48" y="T49"/>
                      </a:cxn>
                      <a:cxn ang="T91">
                        <a:pos x="T50" y="T51"/>
                      </a:cxn>
                      <a:cxn ang="T92">
                        <a:pos x="T52" y="T53"/>
                      </a:cxn>
                      <a:cxn ang="T93">
                        <a:pos x="T54" y="T55"/>
                      </a:cxn>
                      <a:cxn ang="T94">
                        <a:pos x="T56" y="T57"/>
                      </a:cxn>
                      <a:cxn ang="T95">
                        <a:pos x="T58" y="T59"/>
                      </a:cxn>
                      <a:cxn ang="T96">
                        <a:pos x="T60" y="T61"/>
                      </a:cxn>
                      <a:cxn ang="T97">
                        <a:pos x="T62" y="T63"/>
                      </a:cxn>
                      <a:cxn ang="T98">
                        <a:pos x="T64" y="T65"/>
                      </a:cxn>
                    </a:cxnLst>
                    <a:rect l="T99" t="T100" r="T101" b="T102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</p:grpSp>
            <p:sp>
              <p:nvSpPr>
                <p:cNvPr id="118" name="Tekstvak 124">
                  <a:extLst>
                    <a:ext uri="{FF2B5EF4-FFF2-40B4-BE49-F238E27FC236}">
                      <a16:creationId xmlns:a16="http://schemas.microsoft.com/office/drawing/2014/main" id="{C6A0F7BE-8F1D-E451-38D8-1DBBB06C858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-938165" y="6192453"/>
                  <a:ext cx="627799" cy="3222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 anchorCtr="1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altLang="en-NL" sz="100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87" name="Groep 93">
              <a:extLst>
                <a:ext uri="{FF2B5EF4-FFF2-40B4-BE49-F238E27FC236}">
                  <a16:creationId xmlns:a16="http://schemas.microsoft.com/office/drawing/2014/main" id="{49BA1DDF-42A4-4227-C4F5-49BB371DDE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426805" y="5129582"/>
              <a:ext cx="514285" cy="506541"/>
              <a:chOff x="-3426805" y="5129582"/>
              <a:chExt cx="514285" cy="506541"/>
            </a:xfrm>
          </p:grpSpPr>
          <p:grpSp>
            <p:nvGrpSpPr>
              <p:cNvPr id="98" name="Groep 104">
                <a:extLst>
                  <a:ext uri="{FF2B5EF4-FFF2-40B4-BE49-F238E27FC236}">
                    <a16:creationId xmlns:a16="http://schemas.microsoft.com/office/drawing/2014/main" id="{AB7E6F65-C504-AE2F-F882-10A9C98D4F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321695" y="5129582"/>
                <a:ext cx="319089" cy="306324"/>
                <a:chOff x="-3321695" y="5129582"/>
                <a:chExt cx="319089" cy="306324"/>
              </a:xfrm>
            </p:grpSpPr>
            <p:grpSp>
              <p:nvGrpSpPr>
                <p:cNvPr id="101" name="Groep 107">
                  <a:extLst>
                    <a:ext uri="{FF2B5EF4-FFF2-40B4-BE49-F238E27FC236}">
                      <a16:creationId xmlns:a16="http://schemas.microsoft.com/office/drawing/2014/main" id="{2EDB7935-D5F2-D83F-7FF9-877C4D75F09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321695" y="5129582"/>
                  <a:ext cx="282064" cy="270561"/>
                  <a:chOff x="-3321695" y="5129582"/>
                  <a:chExt cx="282064" cy="270561"/>
                </a:xfrm>
              </p:grpSpPr>
              <p:grpSp>
                <p:nvGrpSpPr>
                  <p:cNvPr id="108" name="Groep 114">
                    <a:extLst>
                      <a:ext uri="{FF2B5EF4-FFF2-40B4-BE49-F238E27FC236}">
                        <a16:creationId xmlns:a16="http://schemas.microsoft.com/office/drawing/2014/main" id="{BC11A3CC-D595-05AB-3F58-CDBB96DD9CB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-3321695" y="5129582"/>
                    <a:ext cx="282064" cy="270561"/>
                    <a:chOff x="-3321695" y="5129582"/>
                    <a:chExt cx="282064" cy="270561"/>
                  </a:xfrm>
                </p:grpSpPr>
                <p:sp>
                  <p:nvSpPr>
                    <p:cNvPr id="111" name="Rechthoek 117">
                      <a:extLst>
                        <a:ext uri="{FF2B5EF4-FFF2-40B4-BE49-F238E27FC236}">
                          <a16:creationId xmlns:a16="http://schemas.microsoft.com/office/drawing/2014/main" id="{D446040D-0EC7-83BF-3952-4AB6CD0827E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3321695" y="5129582"/>
                      <a:ext cx="282064" cy="270561"/>
                    </a:xfrm>
                    <a:prstGeom prst="rect">
                      <a:avLst/>
                    </a:prstGeom>
                    <a:noFill/>
                    <a:ln w="12701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lIns="107999" tIns="0" rIns="0" bIns="0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altLang="en-NL" sz="8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2" name="Rechthoek 118">
                      <a:extLst>
                        <a:ext uri="{FF2B5EF4-FFF2-40B4-BE49-F238E27FC236}">
                          <a16:creationId xmlns:a16="http://schemas.microsoft.com/office/drawing/2014/main" id="{2CA91C6B-645F-7312-734F-D98D9EACE80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3321695" y="5129582"/>
                      <a:ext cx="166237" cy="163814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12701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</p:spPr>
                  <p:txBody>
                    <a:bodyPr lIns="107999" tIns="0" rIns="0" bIns="0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altLang="en-NL" sz="8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3" name="Ovaal 119">
                      <a:extLst>
                        <a:ext uri="{FF2B5EF4-FFF2-40B4-BE49-F238E27FC236}">
                          <a16:creationId xmlns:a16="http://schemas.microsoft.com/office/drawing/2014/main" id="{55934AB8-49A1-26F8-4583-ECF9D5E5351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3220425" y="5150275"/>
                      <a:ext cx="45866" cy="45866"/>
                    </a:xfrm>
                    <a:custGeom>
                      <a:avLst/>
                      <a:gdLst>
                        <a:gd name="T0" fmla="*/ 22933 w 45866"/>
                        <a:gd name="T1" fmla="*/ 0 h 45866"/>
                        <a:gd name="T2" fmla="*/ 45866 w 45866"/>
                        <a:gd name="T3" fmla="*/ 22933 h 45866"/>
                        <a:gd name="T4" fmla="*/ 22933 w 45866"/>
                        <a:gd name="T5" fmla="*/ 45866 h 45866"/>
                        <a:gd name="T6" fmla="*/ 0 w 45866"/>
                        <a:gd name="T7" fmla="*/ 22933 h 45866"/>
                        <a:gd name="T8" fmla="*/ 6717 w 45866"/>
                        <a:gd name="T9" fmla="*/ 6717 h 45866"/>
                        <a:gd name="T10" fmla="*/ 6717 w 45866"/>
                        <a:gd name="T11" fmla="*/ 39149 h 45866"/>
                        <a:gd name="T12" fmla="*/ 39149 w 45866"/>
                        <a:gd name="T13" fmla="*/ 39149 h 45866"/>
                        <a:gd name="T14" fmla="*/ 39149 w 45866"/>
                        <a:gd name="T15" fmla="*/ 6717 h 45866"/>
                        <a:gd name="T16" fmla="*/ 17694720 60000 65536"/>
                        <a:gd name="T17" fmla="*/ 0 60000 65536"/>
                        <a:gd name="T18" fmla="*/ 5898240 60000 65536"/>
                        <a:gd name="T19" fmla="*/ 11796480 60000 65536"/>
                        <a:gd name="T20" fmla="*/ 17694720 60000 65536"/>
                        <a:gd name="T21" fmla="*/ 5898240 60000 65536"/>
                        <a:gd name="T22" fmla="*/ 5898240 60000 65536"/>
                        <a:gd name="T23" fmla="*/ 17694720 60000 65536"/>
                        <a:gd name="T24" fmla="*/ 6717 w 45866"/>
                        <a:gd name="T25" fmla="*/ 6717 h 45866"/>
                        <a:gd name="T26" fmla="*/ 39149 w 45866"/>
                        <a:gd name="T27" fmla="*/ 39149 h 4586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45866" h="45866">
                          <a:moveTo>
                            <a:pt x="0" y="22933"/>
                          </a:moveTo>
                          <a:lnTo>
                            <a:pt x="0" y="22932"/>
                          </a:lnTo>
                          <a:cubicBezTo>
                            <a:pt x="0" y="35598"/>
                            <a:pt x="10267" y="45866"/>
                            <a:pt x="22933" y="45866"/>
                          </a:cubicBezTo>
                          <a:cubicBezTo>
                            <a:pt x="35598" y="45866"/>
                            <a:pt x="45866" y="35598"/>
                            <a:pt x="45866" y="22933"/>
                          </a:cubicBezTo>
                          <a:cubicBezTo>
                            <a:pt x="45866" y="10267"/>
                            <a:pt x="35598" y="0"/>
                            <a:pt x="22933" y="0"/>
                          </a:cubicBezTo>
                          <a:cubicBezTo>
                            <a:pt x="10267" y="-1"/>
                            <a:pt x="0" y="10267"/>
                            <a:pt x="0" y="22932"/>
                          </a:cubicBezTo>
                          <a:close/>
                        </a:path>
                      </a:pathLst>
                    </a:custGeom>
                    <a:solidFill>
                      <a:srgbClr val="ECC67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tIns="0" rIns="0" bIns="0" anchor="ctr"/>
                    <a:lstStyle/>
                    <a:p>
                      <a:endParaRPr lang="en-NL"/>
                    </a:p>
                  </p:txBody>
                </p:sp>
              </p:grpSp>
              <p:pic>
                <p:nvPicPr>
                  <p:cNvPr id="109" name="Afbeelding 115">
                    <a:extLst>
                      <a:ext uri="{FF2B5EF4-FFF2-40B4-BE49-F238E27FC236}">
                        <a16:creationId xmlns:a16="http://schemas.microsoft.com/office/drawing/2014/main" id="{1558E76D-DFBB-96F3-252C-B20D1705C39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3313822" y="5196224"/>
                    <a:ext cx="110157" cy="8909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110" name="Afbeelding 116">
                    <a:extLst>
                      <a:ext uri="{FF2B5EF4-FFF2-40B4-BE49-F238E27FC236}">
                        <a16:creationId xmlns:a16="http://schemas.microsoft.com/office/drawing/2014/main" id="{B6C0D3BF-8308-9705-B046-2AFB19568A0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3270424" y="5211650"/>
                    <a:ext cx="110157" cy="708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grpSp>
              <p:nvGrpSpPr>
                <p:cNvPr id="102" name="Groep 108">
                  <a:extLst>
                    <a:ext uri="{FF2B5EF4-FFF2-40B4-BE49-F238E27FC236}">
                      <a16:creationId xmlns:a16="http://schemas.microsoft.com/office/drawing/2014/main" id="{85FD6439-EAD2-A9B4-64EA-DB44A63B2FE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102203" y="5335871"/>
                  <a:ext cx="99597" cy="100035"/>
                  <a:chOff x="-3102203" y="5335871"/>
                  <a:chExt cx="99597" cy="100035"/>
                </a:xfrm>
              </p:grpSpPr>
              <p:sp>
                <p:nvSpPr>
                  <p:cNvPr id="106" name="Rechthoek 112">
                    <a:extLst>
                      <a:ext uri="{FF2B5EF4-FFF2-40B4-BE49-F238E27FC236}">
                        <a16:creationId xmlns:a16="http://schemas.microsoft.com/office/drawing/2014/main" id="{F3E46BDA-F05E-D63F-7BFB-E4FF3EBDF04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102202" y="5335871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7" name="Rechthoek 113">
                    <a:extLst>
                      <a:ext uri="{FF2B5EF4-FFF2-40B4-BE49-F238E27FC236}">
                        <a16:creationId xmlns:a16="http://schemas.microsoft.com/office/drawing/2014/main" id="{C1EEC5FE-033D-602F-8E94-5F53C07721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13">
                    <a:off x="-3142308" y="5376415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03" name="Groep 109">
                  <a:extLst>
                    <a:ext uri="{FF2B5EF4-FFF2-40B4-BE49-F238E27FC236}">
                      <a16:creationId xmlns:a16="http://schemas.microsoft.com/office/drawing/2014/main" id="{69164F15-1CFC-44D0-CB4A-74178BB9DB3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130969" y="5308806"/>
                  <a:ext cx="99597" cy="100024"/>
                  <a:chOff x="-3130969" y="5308806"/>
                  <a:chExt cx="99597" cy="100024"/>
                </a:xfrm>
              </p:grpSpPr>
              <p:sp>
                <p:nvSpPr>
                  <p:cNvPr id="104" name="Rechthoek 110">
                    <a:extLst>
                      <a:ext uri="{FF2B5EF4-FFF2-40B4-BE49-F238E27FC236}">
                        <a16:creationId xmlns:a16="http://schemas.microsoft.com/office/drawing/2014/main" id="{0E20B296-F5E7-54F3-7C1C-C456759FD13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0799991">
                    <a:off x="-3130969" y="5389445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5" name="Rechthoek 111">
                    <a:extLst>
                      <a:ext uri="{FF2B5EF4-FFF2-40B4-BE49-F238E27FC236}">
                        <a16:creationId xmlns:a16="http://schemas.microsoft.com/office/drawing/2014/main" id="{132AE2AB-31F4-4750-CB70-639FF667442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399996">
                    <a:off x="-3090862" y="5348911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99" name="Rechthoek 105">
                <a:extLst>
                  <a:ext uri="{FF2B5EF4-FFF2-40B4-BE49-F238E27FC236}">
                    <a16:creationId xmlns:a16="http://schemas.microsoft.com/office/drawing/2014/main" id="{FD42A160-D7DC-067A-0273-832D247438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426805" y="5461967"/>
                <a:ext cx="514285" cy="1100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0" name="Gelijkbenige driehoek 106">
                <a:extLst>
                  <a:ext uri="{FF2B5EF4-FFF2-40B4-BE49-F238E27FC236}">
                    <a16:creationId xmlns:a16="http://schemas.microsoft.com/office/drawing/2014/main" id="{94B86E95-48D4-B7B2-DAF0-C96D62C0CEDF}"/>
                  </a:ext>
                </a:extLst>
              </p:cNvPr>
              <p:cNvSpPr>
                <a:spLocks/>
              </p:cNvSpPr>
              <p:nvPr/>
            </p:nvSpPr>
            <p:spPr bwMode="auto">
              <a:xfrm rot="10799991">
                <a:off x="-3199339" y="5601193"/>
                <a:ext cx="59335" cy="34930"/>
              </a:xfrm>
              <a:custGeom>
                <a:avLst/>
                <a:gdLst>
                  <a:gd name="T0" fmla="*/ 29668 w 59335"/>
                  <a:gd name="T1" fmla="*/ 0 h 34930"/>
                  <a:gd name="T2" fmla="*/ 59335 w 59335"/>
                  <a:gd name="T3" fmla="*/ 17465 h 34930"/>
                  <a:gd name="T4" fmla="*/ 29668 w 59335"/>
                  <a:gd name="T5" fmla="*/ 34930 h 34930"/>
                  <a:gd name="T6" fmla="*/ 0 w 59335"/>
                  <a:gd name="T7" fmla="*/ 17465 h 34930"/>
                  <a:gd name="T8" fmla="*/ 29667 w 59335"/>
                  <a:gd name="T9" fmla="*/ 0 h 34930"/>
                  <a:gd name="T10" fmla="*/ 14834 w 59335"/>
                  <a:gd name="T11" fmla="*/ 17465 h 34930"/>
                  <a:gd name="T12" fmla="*/ 0 w 59335"/>
                  <a:gd name="T13" fmla="*/ 34930 h 34930"/>
                  <a:gd name="T14" fmla="*/ 29667 w 59335"/>
                  <a:gd name="T15" fmla="*/ 34930 h 34930"/>
                  <a:gd name="T16" fmla="*/ 59335 w 59335"/>
                  <a:gd name="T17" fmla="*/ 34930 h 34930"/>
                  <a:gd name="T18" fmla="*/ 44501 w 59335"/>
                  <a:gd name="T19" fmla="*/ 17465 h 34930"/>
                  <a:gd name="T20" fmla="*/ 17694720 60000 65536"/>
                  <a:gd name="T21" fmla="*/ 0 60000 65536"/>
                  <a:gd name="T22" fmla="*/ 5898240 60000 65536"/>
                  <a:gd name="T23" fmla="*/ 11796480 60000 65536"/>
                  <a:gd name="T24" fmla="*/ 17694720 60000 65536"/>
                  <a:gd name="T25" fmla="*/ 11796480 60000 65536"/>
                  <a:gd name="T26" fmla="*/ 5898240 60000 65536"/>
                  <a:gd name="T27" fmla="*/ 5898240 60000 65536"/>
                  <a:gd name="T28" fmla="*/ 5898240 60000 65536"/>
                  <a:gd name="T29" fmla="*/ 0 60000 65536"/>
                  <a:gd name="T30" fmla="*/ 14834 w 59335"/>
                  <a:gd name="T31" fmla="*/ 17465 h 34930"/>
                  <a:gd name="T32" fmla="*/ 44501 w 59335"/>
                  <a:gd name="T33" fmla="*/ 34930 h 349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9335" h="34930">
                    <a:moveTo>
                      <a:pt x="0" y="34930"/>
                    </a:moveTo>
                    <a:lnTo>
                      <a:pt x="29667" y="0"/>
                    </a:lnTo>
                    <a:lnTo>
                      <a:pt x="59335" y="34930"/>
                    </a:lnTo>
                    <a:lnTo>
                      <a:pt x="0" y="34930"/>
                    </a:lnTo>
                    <a:close/>
                  </a:path>
                </a:pathLst>
              </a:custGeom>
              <a:solidFill>
                <a:srgbClr val="8181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/>
              <a:p>
                <a:endParaRPr lang="en-NL"/>
              </a:p>
            </p:txBody>
          </p:sp>
        </p:grpSp>
        <p:sp>
          <p:nvSpPr>
            <p:cNvPr id="88" name="Ovaal 94">
              <a:extLst>
                <a:ext uri="{FF2B5EF4-FFF2-40B4-BE49-F238E27FC236}">
                  <a16:creationId xmlns:a16="http://schemas.microsoft.com/office/drawing/2014/main" id="{280F1469-A7BE-2530-0140-16B74D623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1811179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9" name="Rechthoek 95">
              <a:extLst>
                <a:ext uri="{FF2B5EF4-FFF2-40B4-BE49-F238E27FC236}">
                  <a16:creationId xmlns:a16="http://schemas.microsoft.com/office/drawing/2014/main" id="{B53D4A27-DE98-19D7-DA70-5BAAA2D064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1811188"/>
              <a:ext cx="2944678" cy="326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0" name="Rechthoek 96">
              <a:extLst>
                <a:ext uri="{FF2B5EF4-FFF2-40B4-BE49-F238E27FC236}">
                  <a16:creationId xmlns:a16="http://schemas.microsoft.com/office/drawing/2014/main" id="{9AC72098-2DB9-AE69-DA9F-4B2FE4924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245757"/>
              <a:ext cx="825502" cy="209553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1" name="Groep 97">
              <a:extLst>
                <a:ext uri="{FF2B5EF4-FFF2-40B4-BE49-F238E27FC236}">
                  <a16:creationId xmlns:a16="http://schemas.microsoft.com/office/drawing/2014/main" id="{EEFFF8C8-B7A7-B203-4307-F0322C15F8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365485" y="1226978"/>
              <a:ext cx="446940" cy="406486"/>
              <a:chOff x="-3365485" y="1226978"/>
              <a:chExt cx="446940" cy="406486"/>
            </a:xfrm>
          </p:grpSpPr>
          <p:grpSp>
            <p:nvGrpSpPr>
              <p:cNvPr id="92" name="Groep 98">
                <a:extLst>
                  <a:ext uri="{FF2B5EF4-FFF2-40B4-BE49-F238E27FC236}">
                    <a16:creationId xmlns:a16="http://schemas.microsoft.com/office/drawing/2014/main" id="{CEFEAE4A-97DB-0B25-A112-73477B26FC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285311" y="1226978"/>
                <a:ext cx="284168" cy="246686"/>
                <a:chOff x="-3285311" y="1226978"/>
                <a:chExt cx="284168" cy="246686"/>
              </a:xfrm>
            </p:grpSpPr>
            <p:sp>
              <p:nvSpPr>
                <p:cNvPr id="94" name="Vrije vorm: vorm 100">
                  <a:extLst>
                    <a:ext uri="{FF2B5EF4-FFF2-40B4-BE49-F238E27FC236}">
                      <a16:creationId xmlns:a16="http://schemas.microsoft.com/office/drawing/2014/main" id="{D04815F6-C60C-E949-8274-C135A53E8D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3236719" y="1287612"/>
                  <a:ext cx="47978" cy="47868"/>
                </a:xfrm>
                <a:custGeom>
                  <a:avLst/>
                  <a:gdLst>
                    <a:gd name="T0" fmla="*/ 23989 w 371475"/>
                    <a:gd name="T1" fmla="*/ 0 h 371475"/>
                    <a:gd name="T2" fmla="*/ 47978 w 371475"/>
                    <a:gd name="T3" fmla="*/ 23934 h 371475"/>
                    <a:gd name="T4" fmla="*/ 23989 w 371475"/>
                    <a:gd name="T5" fmla="*/ 47868 h 371475"/>
                    <a:gd name="T6" fmla="*/ 0 w 371475"/>
                    <a:gd name="T7" fmla="*/ 23934 h 371475"/>
                    <a:gd name="T8" fmla="*/ 47670 w 371475"/>
                    <a:gd name="T9" fmla="*/ 24241 h 371475"/>
                    <a:gd name="T10" fmla="*/ 24297 w 371475"/>
                    <a:gd name="T11" fmla="*/ 47561 h 371475"/>
                    <a:gd name="T12" fmla="*/ 923 w 371475"/>
                    <a:gd name="T13" fmla="*/ 24241 h 371475"/>
                    <a:gd name="T14" fmla="*/ 24297 w 371475"/>
                    <a:gd name="T15" fmla="*/ 921 h 371475"/>
                    <a:gd name="T16" fmla="*/ 47670 w 371475"/>
                    <a:gd name="T17" fmla="*/ 24241 h 371475"/>
                    <a:gd name="T18" fmla="*/ 17694720 60000 65536"/>
                    <a:gd name="T19" fmla="*/ 0 60000 65536"/>
                    <a:gd name="T20" fmla="*/ 5898240 60000 65536"/>
                    <a:gd name="T21" fmla="*/ 1179648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71475"/>
                    <a:gd name="T28" fmla="*/ 0 h 371475"/>
                    <a:gd name="T29" fmla="*/ 371475 w 371475"/>
                    <a:gd name="T30" fmla="*/ 371475 h 371475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NL"/>
                </a:p>
              </p:txBody>
            </p:sp>
            <p:grpSp>
              <p:nvGrpSpPr>
                <p:cNvPr id="95" name="Groep 101">
                  <a:extLst>
                    <a:ext uri="{FF2B5EF4-FFF2-40B4-BE49-F238E27FC236}">
                      <a16:creationId xmlns:a16="http://schemas.microsoft.com/office/drawing/2014/main" id="{75F417D7-60C2-D6B3-02BE-B32E96DA7C8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285311" y="1226978"/>
                  <a:ext cx="284168" cy="246686"/>
                  <a:chOff x="-3285311" y="1226978"/>
                  <a:chExt cx="284168" cy="246686"/>
                </a:xfrm>
              </p:grpSpPr>
              <p:sp>
                <p:nvSpPr>
                  <p:cNvPr id="96" name="Vrije vorm: vorm 102">
                    <a:extLst>
                      <a:ext uri="{FF2B5EF4-FFF2-40B4-BE49-F238E27FC236}">
                        <a16:creationId xmlns:a16="http://schemas.microsoft.com/office/drawing/2014/main" id="{4625C6C5-2422-0E41-17B1-E11FF8241EB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3285311" y="1226978"/>
                    <a:ext cx="284168" cy="246686"/>
                  </a:xfrm>
                  <a:custGeom>
                    <a:avLst/>
                    <a:gdLst>
                      <a:gd name="T0" fmla="*/ 142084 w 2200275"/>
                      <a:gd name="T1" fmla="*/ 0 h 1914525"/>
                      <a:gd name="T2" fmla="*/ 284168 w 2200275"/>
                      <a:gd name="T3" fmla="*/ 123343 h 1914525"/>
                      <a:gd name="T4" fmla="*/ 142084 w 2200275"/>
                      <a:gd name="T5" fmla="*/ 246686 h 1914525"/>
                      <a:gd name="T6" fmla="*/ 0 w 2200275"/>
                      <a:gd name="T7" fmla="*/ 123343 h 1914525"/>
                      <a:gd name="T8" fmla="*/ 923 w 2200275"/>
                      <a:gd name="T9" fmla="*/ 921 h 1914525"/>
                      <a:gd name="T10" fmla="*/ 923 w 2200275"/>
                      <a:gd name="T11" fmla="*/ 31603 h 1914525"/>
                      <a:gd name="T12" fmla="*/ 55911 w 2200275"/>
                      <a:gd name="T13" fmla="*/ 31603 h 1914525"/>
                      <a:gd name="T14" fmla="*/ 55911 w 2200275"/>
                      <a:gd name="T15" fmla="*/ 31603 h 1914525"/>
                      <a:gd name="T16" fmla="*/ 253106 w 2200275"/>
                      <a:gd name="T17" fmla="*/ 31603 h 1914525"/>
                      <a:gd name="T18" fmla="*/ 253106 w 2200275"/>
                      <a:gd name="T19" fmla="*/ 215697 h 1914525"/>
                      <a:gd name="T20" fmla="*/ 31677 w 2200275"/>
                      <a:gd name="T21" fmla="*/ 215697 h 1914525"/>
                      <a:gd name="T22" fmla="*/ 31677 w 2200275"/>
                      <a:gd name="T23" fmla="*/ 45103 h 1914525"/>
                      <a:gd name="T24" fmla="*/ 923 w 2200275"/>
                      <a:gd name="T25" fmla="*/ 45103 h 1914525"/>
                      <a:gd name="T26" fmla="*/ 923 w 2200275"/>
                      <a:gd name="T27" fmla="*/ 246379 h 1914525"/>
                      <a:gd name="T28" fmla="*/ 283860 w 2200275"/>
                      <a:gd name="T29" fmla="*/ 246379 h 1914525"/>
                      <a:gd name="T30" fmla="*/ 283860 w 2200275"/>
                      <a:gd name="T31" fmla="*/ 921 h 1914525"/>
                      <a:gd name="T32" fmla="*/ 17694720 60000 65536"/>
                      <a:gd name="T33" fmla="*/ 0 60000 65536"/>
                      <a:gd name="T34" fmla="*/ 5898240 60000 65536"/>
                      <a:gd name="T35" fmla="*/ 1179648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2200275"/>
                      <a:gd name="T49" fmla="*/ 0 h 1914525"/>
                      <a:gd name="T50" fmla="*/ 2200275 w 2200275"/>
                      <a:gd name="T51" fmla="*/ 1914525 h 191452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lnTo>
                          <a:pt x="714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NL"/>
                  </a:p>
                </p:txBody>
              </p:sp>
              <p:sp>
                <p:nvSpPr>
                  <p:cNvPr id="97" name="Vrije vorm: vorm 103">
                    <a:extLst>
                      <a:ext uri="{FF2B5EF4-FFF2-40B4-BE49-F238E27FC236}">
                        <a16:creationId xmlns:a16="http://schemas.microsoft.com/office/drawing/2014/main" id="{981ECE21-4E66-3986-F790-AD4EC0D7EF3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3236847" y="1303321"/>
                    <a:ext cx="185751" cy="114144"/>
                  </a:xfrm>
                  <a:custGeom>
                    <a:avLst/>
                    <a:gdLst>
                      <a:gd name="T0" fmla="*/ 92876 w 1438275"/>
                      <a:gd name="T1" fmla="*/ 0 h 885825"/>
                      <a:gd name="T2" fmla="*/ 185751 w 1438275"/>
                      <a:gd name="T3" fmla="*/ 57072 h 885825"/>
                      <a:gd name="T4" fmla="*/ 92876 w 1438275"/>
                      <a:gd name="T5" fmla="*/ 114144 h 885825"/>
                      <a:gd name="T6" fmla="*/ 0 w 1438275"/>
                      <a:gd name="T7" fmla="*/ 57072 h 885825"/>
                      <a:gd name="T8" fmla="*/ 138206 w 1438275"/>
                      <a:gd name="T9" fmla="*/ 921 h 885825"/>
                      <a:gd name="T10" fmla="*/ 103516 w 1438275"/>
                      <a:gd name="T11" fmla="*/ 35532 h 885825"/>
                      <a:gd name="T12" fmla="*/ 85556 w 1438275"/>
                      <a:gd name="T13" fmla="*/ 17735 h 885825"/>
                      <a:gd name="T14" fmla="*/ 923 w 1438275"/>
                      <a:gd name="T15" fmla="*/ 101073 h 885825"/>
                      <a:gd name="T16" fmla="*/ 13962 w 1438275"/>
                      <a:gd name="T17" fmla="*/ 114083 h 885825"/>
                      <a:gd name="T18" fmla="*/ 85556 w 1438275"/>
                      <a:gd name="T19" fmla="*/ 43632 h 885825"/>
                      <a:gd name="T20" fmla="*/ 119877 w 1438275"/>
                      <a:gd name="T21" fmla="*/ 77998 h 885825"/>
                      <a:gd name="T22" fmla="*/ 132916 w 1438275"/>
                      <a:gd name="T23" fmla="*/ 64866 h 885825"/>
                      <a:gd name="T24" fmla="*/ 116556 w 1438275"/>
                      <a:gd name="T25" fmla="*/ 48542 h 885825"/>
                      <a:gd name="T26" fmla="*/ 138206 w 1438275"/>
                      <a:gd name="T27" fmla="*/ 26940 h 885825"/>
                      <a:gd name="T28" fmla="*/ 172773 w 1438275"/>
                      <a:gd name="T29" fmla="*/ 61920 h 885825"/>
                      <a:gd name="T30" fmla="*/ 185812 w 1438275"/>
                      <a:gd name="T31" fmla="*/ 48787 h 885825"/>
                      <a:gd name="T32" fmla="*/ 17694720 60000 65536"/>
                      <a:gd name="T33" fmla="*/ 0 60000 65536"/>
                      <a:gd name="T34" fmla="*/ 5898240 60000 65536"/>
                      <a:gd name="T35" fmla="*/ 1179648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1438275"/>
                      <a:gd name="T49" fmla="*/ 0 h 885825"/>
                      <a:gd name="T50" fmla="*/ 1438275 w 1438275"/>
                      <a:gd name="T51" fmla="*/ 885825 h 88582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lnTo>
                          <a:pt x="107013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NL"/>
                  </a:p>
                </p:txBody>
              </p:sp>
            </p:grpSp>
          </p:grpSp>
          <p:sp>
            <p:nvSpPr>
              <p:cNvPr id="93" name="Tekstvak 99">
                <a:extLst>
                  <a:ext uri="{FF2B5EF4-FFF2-40B4-BE49-F238E27FC236}">
                    <a16:creationId xmlns:a16="http://schemas.microsoft.com/office/drawing/2014/main" id="{61B8D4DC-4DE9-5FDE-962A-1C227E607B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365485" y="1489959"/>
                <a:ext cx="446940" cy="1435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8004" rIns="0" bIns="0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0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  <p:sp>
        <p:nvSpPr>
          <p:cNvPr id="2" name="Tijdelijke aanduiding voor tekst 18"/>
          <p:cNvSpPr txBox="1">
            <a:spLocks noGrp="1" noMove="1" noResize="1"/>
          </p:cNvSpPr>
          <p:nvPr>
            <p:ph type="body" idx="4294967295"/>
          </p:nvPr>
        </p:nvSpPr>
        <p:spPr>
          <a:xfrm>
            <a:off x="720364" y="6216740"/>
            <a:ext cx="961198" cy="381597"/>
          </a:xfr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2704323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(S) + text | dark mode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INSTRUCTION">
            <a:extLst>
              <a:ext uri="{FF2B5EF4-FFF2-40B4-BE49-F238E27FC236}">
                <a16:creationId xmlns:a16="http://schemas.microsoft.com/office/drawing/2014/main" id="{2F0FE01F-A42B-4F25-FD8F-C0ACA57E03CD}"/>
              </a:ext>
            </a:extLst>
          </p:cNvPr>
          <p:cNvGrpSpPr>
            <a:grpSpLocks/>
          </p:cNvGrpSpPr>
          <p:nvPr/>
        </p:nvGrpSpPr>
        <p:grpSpPr bwMode="auto">
          <a:xfrm>
            <a:off x="12377738" y="0"/>
            <a:ext cx="3692525" cy="5359400"/>
            <a:chOff x="12377592" y="0"/>
            <a:chExt cx="3693389" cy="5359343"/>
          </a:xfrm>
        </p:grpSpPr>
        <p:sp>
          <p:nvSpPr>
            <p:cNvPr id="4" name="Rechthoek 8">
              <a:extLst>
                <a:ext uri="{FF2B5EF4-FFF2-40B4-BE49-F238E27FC236}">
                  <a16:creationId xmlns:a16="http://schemas.microsoft.com/office/drawing/2014/main" id="{70BC11A1-70E5-4BC0-DD44-741ED332E087}"/>
                </a:ext>
              </a:extLst>
            </p:cNvPr>
            <p:cNvSpPr/>
            <p:nvPr/>
          </p:nvSpPr>
          <p:spPr>
            <a:xfrm>
              <a:off x="12377592" y="0"/>
              <a:ext cx="3593353" cy="4641801"/>
            </a:xfrm>
            <a:prstGeom prst="rect">
              <a:avLst/>
            </a:prstGeom>
            <a:solidFill>
              <a:srgbClr val="FFFFFF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Choosing text levels</a:t>
              </a:r>
            </a:p>
          </p:txBody>
        </p:sp>
        <p:sp>
          <p:nvSpPr>
            <p:cNvPr id="5" name="Rechthoek 10">
              <a:extLst>
                <a:ext uri="{FF2B5EF4-FFF2-40B4-BE49-F238E27FC236}">
                  <a16:creationId xmlns:a16="http://schemas.microsoft.com/office/drawing/2014/main" id="{08390DEE-1682-AA2C-6EDF-46EF0D7D79A2}"/>
                </a:ext>
              </a:extLst>
            </p:cNvPr>
            <p:cNvSpPr/>
            <p:nvPr/>
          </p:nvSpPr>
          <p:spPr>
            <a:xfrm>
              <a:off x="12377592" y="1708132"/>
              <a:ext cx="3593353" cy="2835245"/>
            </a:xfrm>
            <a:prstGeom prst="rect">
              <a:avLst/>
            </a:prstGeom>
            <a:solidFill>
              <a:srgbClr val="0C2340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 </a:t>
              </a:r>
            </a:p>
          </p:txBody>
        </p:sp>
        <p:sp>
          <p:nvSpPr>
            <p:cNvPr id="6" name="Ovaal 11">
              <a:extLst>
                <a:ext uri="{FF2B5EF4-FFF2-40B4-BE49-F238E27FC236}">
                  <a16:creationId xmlns:a16="http://schemas.microsoft.com/office/drawing/2014/main" id="{73F2E679-D75B-8EC6-B597-628EB175C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1837486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7" name="Rechthoek 12">
              <a:extLst>
                <a:ext uri="{FF2B5EF4-FFF2-40B4-BE49-F238E27FC236}">
                  <a16:creationId xmlns:a16="http://schemas.microsoft.com/office/drawing/2014/main" id="{02424539-3353-7017-5BF0-50E67F570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1837486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57188" indent="-357188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FFFFFF"/>
                </a:buClr>
                <a:buSzPct val="100000"/>
                <a:buFont typeface="Calibri" panose="020F0502020204030204" pitchFamily="34" charset="0"/>
                <a:buChar char="•"/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8" name="Ovaal 13">
              <a:extLst>
                <a:ext uri="{FF2B5EF4-FFF2-40B4-BE49-F238E27FC236}">
                  <a16:creationId xmlns:a16="http://schemas.microsoft.com/office/drawing/2014/main" id="{27469484-01C5-756A-8FE9-49830FE24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2128768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" name="Rechthoek 14">
              <a:extLst>
                <a:ext uri="{FF2B5EF4-FFF2-40B4-BE49-F238E27FC236}">
                  <a16:creationId xmlns:a16="http://schemas.microsoft.com/office/drawing/2014/main" id="{27A6C5DA-6A0C-294F-3CBC-FE3F17C22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59850" y="1196117"/>
              <a:ext cx="3229048" cy="459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0" name="Rechthoek 15">
              <a:extLst>
                <a:ext uri="{FF2B5EF4-FFF2-40B4-BE49-F238E27FC236}">
                  <a16:creationId xmlns:a16="http://schemas.microsoft.com/office/drawing/2014/main" id="{85FCF332-AAD3-80BA-B404-88DC874D0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2128869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715963" indent="-357188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FFFFFF"/>
                </a:buClr>
                <a:buSzPct val="100000"/>
                <a:buFont typeface="Calibri" panose="020F0502020204030204" pitchFamily="34" charset="0"/>
                <a:buChar char="•"/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1" name="Ovaal 16">
              <a:extLst>
                <a:ext uri="{FF2B5EF4-FFF2-40B4-BE49-F238E27FC236}">
                  <a16:creationId xmlns:a16="http://schemas.microsoft.com/office/drawing/2014/main" id="{3AF9A8F5-0180-3F32-57B7-580069E426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2420051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2" name="Rechthoek 17">
              <a:extLst>
                <a:ext uri="{FF2B5EF4-FFF2-40B4-BE49-F238E27FC236}">
                  <a16:creationId xmlns:a16="http://schemas.microsoft.com/office/drawing/2014/main" id="{5FA1D9DB-C68B-6696-7D85-3AFB615821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2420261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3" name="Ovaal 19">
              <a:extLst>
                <a:ext uri="{FF2B5EF4-FFF2-40B4-BE49-F238E27FC236}">
                  <a16:creationId xmlns:a16="http://schemas.microsoft.com/office/drawing/2014/main" id="{DB186CE4-37A6-7F9E-0239-8B9E796DF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2711333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4" name="Rechthoek 20">
              <a:extLst>
                <a:ext uri="{FF2B5EF4-FFF2-40B4-BE49-F238E27FC236}">
                  <a16:creationId xmlns:a16="http://schemas.microsoft.com/office/drawing/2014/main" id="{9C375F17-EF60-15BC-12D0-006582F954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2711653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2400" b="1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15" name="Ovaal 21">
              <a:extLst>
                <a:ext uri="{FF2B5EF4-FFF2-40B4-BE49-F238E27FC236}">
                  <a16:creationId xmlns:a16="http://schemas.microsoft.com/office/drawing/2014/main" id="{D1213435-A33F-0456-3B94-6E798CF03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3002624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6" name="Rechthoek 22">
              <a:extLst>
                <a:ext uri="{FF2B5EF4-FFF2-40B4-BE49-F238E27FC236}">
                  <a16:creationId xmlns:a16="http://schemas.microsoft.com/office/drawing/2014/main" id="{4301BF73-8B06-F1C2-E97F-6AF138D1E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3003035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17" name="Ovaal 23">
              <a:extLst>
                <a:ext uri="{FF2B5EF4-FFF2-40B4-BE49-F238E27FC236}">
                  <a16:creationId xmlns:a16="http://schemas.microsoft.com/office/drawing/2014/main" id="{27A92239-F6B3-F99F-5454-77F5F45CA6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3293906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8" name="Rechthoek 24">
              <a:extLst>
                <a:ext uri="{FF2B5EF4-FFF2-40B4-BE49-F238E27FC236}">
                  <a16:creationId xmlns:a16="http://schemas.microsoft.com/office/drawing/2014/main" id="{BF5E7ABE-68FC-E0DF-50A5-31C6269DB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3585819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57188" indent="-357188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FFFFFF"/>
                </a:buClr>
                <a:buSzPct val="100000"/>
                <a:buFont typeface="Arial" panose="020B0604020202020204" pitchFamily="34" charset="0"/>
                <a:buAutoNum type="arabicPeriod"/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19" name="Ovaal 25">
              <a:extLst>
                <a:ext uri="{FF2B5EF4-FFF2-40B4-BE49-F238E27FC236}">
                  <a16:creationId xmlns:a16="http://schemas.microsoft.com/office/drawing/2014/main" id="{1DD41619-DFD0-A198-CBAD-CC671F4A9E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3585188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0" name="Rechthoek 26">
              <a:extLst>
                <a:ext uri="{FF2B5EF4-FFF2-40B4-BE49-F238E27FC236}">
                  <a16:creationId xmlns:a16="http://schemas.microsoft.com/office/drawing/2014/main" id="{93205787-24DE-1503-23EA-C4692D751B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38203" y="3877211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42900" indent="-3429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FFFFFF"/>
                </a:buClr>
                <a:buSzPct val="100000"/>
                <a:buFont typeface="Arial" panose="020B0604020202020204" pitchFamily="34" charset="0"/>
                <a:buAutoNum type="alphaLcPeriod"/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1" name="Ovaal 27">
              <a:extLst>
                <a:ext uri="{FF2B5EF4-FFF2-40B4-BE49-F238E27FC236}">
                  <a16:creationId xmlns:a16="http://schemas.microsoft.com/office/drawing/2014/main" id="{35C23B86-D380-309F-208F-F4C9404CFE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3876470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2" name="Rechthoek 28">
              <a:extLst>
                <a:ext uri="{FF2B5EF4-FFF2-40B4-BE49-F238E27FC236}">
                  <a16:creationId xmlns:a16="http://schemas.microsoft.com/office/drawing/2014/main" id="{0C207A74-9E6C-52FA-F3F4-5F14D04B4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4168594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 i="1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3" name="Ovaal 29">
              <a:extLst>
                <a:ext uri="{FF2B5EF4-FFF2-40B4-BE49-F238E27FC236}">
                  <a16:creationId xmlns:a16="http://schemas.microsoft.com/office/drawing/2014/main" id="{D78D4DF6-D810-21F1-6EDB-58FD093C7F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4168594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4" name="Rechthoek 30">
              <a:extLst>
                <a:ext uri="{FF2B5EF4-FFF2-40B4-BE49-F238E27FC236}">
                  <a16:creationId xmlns:a16="http://schemas.microsoft.com/office/drawing/2014/main" id="{E5A3B652-4AD3-BEFC-BD78-B61219ACA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3294427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25" name="Rechthoek 31">
              <a:extLst>
                <a:ext uri="{FF2B5EF4-FFF2-40B4-BE49-F238E27FC236}">
                  <a16:creationId xmlns:a16="http://schemas.microsoft.com/office/drawing/2014/main" id="{D5EED759-D2AC-D86A-8DDA-B755EEB81D5C}"/>
                </a:ext>
              </a:extLst>
            </p:cNvPr>
            <p:cNvSpPr/>
            <p:nvPr/>
          </p:nvSpPr>
          <p:spPr>
            <a:xfrm>
              <a:off x="12377592" y="4530677"/>
              <a:ext cx="3593353" cy="828666"/>
            </a:xfrm>
            <a:prstGeom prst="rect">
              <a:avLst/>
            </a:prstGeom>
            <a:solidFill>
              <a:srgbClr val="ECECEC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 anchor="ctr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Want to know more?</a:t>
              </a:r>
              <a:b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</a:b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Go to the tab</a:t>
              </a: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 'SLIDEBUILDER’ </a:t>
              </a: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and click</a:t>
              </a:r>
              <a:b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</a:b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on the button </a:t>
              </a: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‘Inspiration'</a:t>
              </a:r>
            </a:p>
          </p:txBody>
        </p:sp>
        <p:grpSp>
          <p:nvGrpSpPr>
            <p:cNvPr id="26" name="ICOON_info">
              <a:extLst>
                <a:ext uri="{FF2B5EF4-FFF2-40B4-BE49-F238E27FC236}">
                  <a16:creationId xmlns:a16="http://schemas.microsoft.com/office/drawing/2014/main" id="{8D55103D-9ACF-76D0-27F4-8BD0F28F3A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87298" y="4400184"/>
              <a:ext cx="283683" cy="283683"/>
              <a:chOff x="15787298" y="4400184"/>
              <a:chExt cx="283683" cy="283683"/>
            </a:xfrm>
          </p:grpSpPr>
          <p:sp>
            <p:nvSpPr>
              <p:cNvPr id="74" name="Ovaal 80">
                <a:extLst>
                  <a:ext uri="{FF2B5EF4-FFF2-40B4-BE49-F238E27FC236}">
                    <a16:creationId xmlns:a16="http://schemas.microsoft.com/office/drawing/2014/main" id="{68539278-C93E-75F2-A815-7845F659F1F5}"/>
                  </a:ext>
                </a:extLst>
              </p:cNvPr>
              <p:cNvSpPr/>
              <p:nvPr/>
            </p:nvSpPr>
            <p:spPr>
              <a:xfrm>
                <a:off x="15807395" y="4419553"/>
                <a:ext cx="244532" cy="244472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211F26"/>
              </a:solidFill>
              <a:ln>
                <a:noFill/>
                <a:prstDash val="solid"/>
              </a:ln>
            </p:spPr>
            <p:txBody>
              <a:bodyPr lIns="179999" tIns="179999" rIns="179999" bIns="179999" anchor="ctr" anchorCtr="1"/>
              <a:lstStyle/>
              <a:p>
                <a:pPr algn="ctr"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600" cap="all">
                  <a:solidFill>
                    <a:srgbClr val="FFFFFF"/>
                  </a:solidFill>
                  <a:latin typeface="Calibri" pitchFamily="34"/>
                  <a:cs typeface="Calibri" pitchFamily="34"/>
                </a:endParaRPr>
              </a:p>
            </p:txBody>
          </p:sp>
          <p:sp>
            <p:nvSpPr>
              <p:cNvPr id="75" name="Graphic 163" descr="Informatie">
                <a:extLst>
                  <a:ext uri="{FF2B5EF4-FFF2-40B4-BE49-F238E27FC236}">
                    <a16:creationId xmlns:a16="http://schemas.microsoft.com/office/drawing/2014/main" id="{95D302A5-F3C4-4CBC-BEE7-E808CC31B7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87298" y="4400184"/>
                <a:ext cx="283683" cy="283683"/>
              </a:xfrm>
              <a:custGeom>
                <a:avLst/>
                <a:gdLst>
                  <a:gd name="T0" fmla="*/ 141842 w 291719"/>
                  <a:gd name="T1" fmla="*/ 0 h 291719"/>
                  <a:gd name="T2" fmla="*/ 283683 w 291719"/>
                  <a:gd name="T3" fmla="*/ 141842 h 291719"/>
                  <a:gd name="T4" fmla="*/ 141842 w 291719"/>
                  <a:gd name="T5" fmla="*/ 283683 h 291719"/>
                  <a:gd name="T6" fmla="*/ 0 w 291719"/>
                  <a:gd name="T7" fmla="*/ 141842 h 291719"/>
                  <a:gd name="T8" fmla="*/ 141842 w 291719"/>
                  <a:gd name="T9" fmla="*/ 0 h 291719"/>
                  <a:gd name="T10" fmla="*/ 0 w 291719"/>
                  <a:gd name="T11" fmla="*/ 141842 h 291719"/>
                  <a:gd name="T12" fmla="*/ 141842 w 291719"/>
                  <a:gd name="T13" fmla="*/ 283684 h 291719"/>
                  <a:gd name="T14" fmla="*/ 283684 w 291719"/>
                  <a:gd name="T15" fmla="*/ 141842 h 291719"/>
                  <a:gd name="T16" fmla="*/ 141842 w 291719"/>
                  <a:gd name="T17" fmla="*/ 0 h 291719"/>
                  <a:gd name="T18" fmla="*/ 134376 w 291719"/>
                  <a:gd name="T19" fmla="*/ 37327 h 291719"/>
                  <a:gd name="T20" fmla="*/ 153040 w 291719"/>
                  <a:gd name="T21" fmla="*/ 55990 h 291719"/>
                  <a:gd name="T22" fmla="*/ 134376 w 291719"/>
                  <a:gd name="T23" fmla="*/ 74653 h 291719"/>
                  <a:gd name="T24" fmla="*/ 115713 w 291719"/>
                  <a:gd name="T25" fmla="*/ 55990 h 291719"/>
                  <a:gd name="T26" fmla="*/ 134376 w 291719"/>
                  <a:gd name="T27" fmla="*/ 37327 h 291719"/>
                  <a:gd name="T28" fmla="*/ 179169 w 291719"/>
                  <a:gd name="T29" fmla="*/ 246357 h 291719"/>
                  <a:gd name="T30" fmla="*/ 104515 w 291719"/>
                  <a:gd name="T31" fmla="*/ 246357 h 291719"/>
                  <a:gd name="T32" fmla="*/ 104515 w 291719"/>
                  <a:gd name="T33" fmla="*/ 223961 h 291719"/>
                  <a:gd name="T34" fmla="*/ 130644 w 291719"/>
                  <a:gd name="T35" fmla="*/ 223961 h 291719"/>
                  <a:gd name="T36" fmla="*/ 130644 w 291719"/>
                  <a:gd name="T37" fmla="*/ 111981 h 291719"/>
                  <a:gd name="T38" fmla="*/ 108248 w 291719"/>
                  <a:gd name="T39" fmla="*/ 111981 h 291719"/>
                  <a:gd name="T40" fmla="*/ 108248 w 291719"/>
                  <a:gd name="T41" fmla="*/ 89584 h 291719"/>
                  <a:gd name="T42" fmla="*/ 153040 w 291719"/>
                  <a:gd name="T43" fmla="*/ 89584 h 291719"/>
                  <a:gd name="T44" fmla="*/ 153040 w 291719"/>
                  <a:gd name="T45" fmla="*/ 111981 h 291719"/>
                  <a:gd name="T46" fmla="*/ 153040 w 291719"/>
                  <a:gd name="T47" fmla="*/ 223961 h 291719"/>
                  <a:gd name="T48" fmla="*/ 179169 w 291719"/>
                  <a:gd name="T49" fmla="*/ 223961 h 291719"/>
                  <a:gd name="T50" fmla="*/ 179169 w 291719"/>
                  <a:gd name="T51" fmla="*/ 246357 h 291719"/>
                  <a:gd name="T52" fmla="*/ 17694720 60000 65536"/>
                  <a:gd name="T53" fmla="*/ 0 60000 65536"/>
                  <a:gd name="T54" fmla="*/ 5898240 60000 65536"/>
                  <a:gd name="T55" fmla="*/ 1179648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291719"/>
                  <a:gd name="T79" fmla="*/ 0 h 291719"/>
                  <a:gd name="T80" fmla="*/ 291719 w 291719"/>
                  <a:gd name="T81" fmla="*/ 291719 h 29171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NL"/>
              </a:p>
            </p:txBody>
          </p:sp>
        </p:grpSp>
        <p:grpSp>
          <p:nvGrpSpPr>
            <p:cNvPr id="27" name="VOORBEELD">
              <a:extLst>
                <a:ext uri="{FF2B5EF4-FFF2-40B4-BE49-F238E27FC236}">
                  <a16:creationId xmlns:a16="http://schemas.microsoft.com/office/drawing/2014/main" id="{AC20CF58-4D44-F907-67C6-73F6E4C3AB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58863" y="458672"/>
              <a:ext cx="3234315" cy="558871"/>
              <a:chOff x="12558863" y="458672"/>
              <a:chExt cx="3234315" cy="558871"/>
            </a:xfrm>
          </p:grpSpPr>
          <p:sp>
            <p:nvSpPr>
              <p:cNvPr id="34" name="Rechthoek 40">
                <a:extLst>
                  <a:ext uri="{FF2B5EF4-FFF2-40B4-BE49-F238E27FC236}">
                    <a16:creationId xmlns:a16="http://schemas.microsoft.com/office/drawing/2014/main" id="{58FD16B6-40CB-7349-CF85-FA48E9441E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59850" y="458672"/>
                <a:ext cx="393457" cy="184059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8004" rIns="0" bIns="0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/>
                <a:r>
                  <a:rPr lang="en-GB" altLang="en-NL" sz="9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35" name="Rechthoek 41">
                <a:extLst>
                  <a:ext uri="{FF2B5EF4-FFF2-40B4-BE49-F238E27FC236}">
                    <a16:creationId xmlns:a16="http://schemas.microsoft.com/office/drawing/2014/main" id="{F3B63047-1586-D37A-7244-F0A523FCD3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4843" y="621343"/>
                <a:ext cx="383782" cy="27166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/>
                <a:endPara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6" name="Groep 42">
                <a:extLst>
                  <a:ext uri="{FF2B5EF4-FFF2-40B4-BE49-F238E27FC236}">
                    <a16:creationId xmlns:a16="http://schemas.microsoft.com/office/drawing/2014/main" id="{9B9DF05F-F15D-0FC1-E302-5F43B73AC8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77789" y="830869"/>
                <a:ext cx="139418" cy="109563"/>
                <a:chOff x="12777789" y="830869"/>
                <a:chExt cx="139418" cy="109563"/>
              </a:xfrm>
            </p:grpSpPr>
            <p:grpSp>
              <p:nvGrpSpPr>
                <p:cNvPr id="67" name="Groep 73">
                  <a:extLst>
                    <a:ext uri="{FF2B5EF4-FFF2-40B4-BE49-F238E27FC236}">
                      <a16:creationId xmlns:a16="http://schemas.microsoft.com/office/drawing/2014/main" id="{E977E6C3-D568-3525-EB6E-0692E7AB0E7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777789" y="830869"/>
                  <a:ext cx="139418" cy="109563"/>
                  <a:chOff x="12777789" y="830869"/>
                  <a:chExt cx="139418" cy="109563"/>
                </a:xfrm>
              </p:grpSpPr>
              <p:cxnSp>
                <p:nvCxnSpPr>
                  <p:cNvPr id="69" name="Rechte verbindingslijn 75">
                    <a:extLst>
                      <a:ext uri="{FF2B5EF4-FFF2-40B4-BE49-F238E27FC236}">
                        <a16:creationId xmlns:a16="http://schemas.microsoft.com/office/drawing/2014/main" id="{3E96D56C-C5A3-5512-E0A3-0B4A88704809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777789" y="830869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0" name="Rechte verbindingslijn 76">
                    <a:extLst>
                      <a:ext uri="{FF2B5EF4-FFF2-40B4-BE49-F238E27FC236}">
                        <a16:creationId xmlns:a16="http://schemas.microsoft.com/office/drawing/2014/main" id="{6C769379-3E71-CA9C-60D1-62D61A6EF38A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777789" y="940432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1" name="Rechte verbindingslijn 77">
                    <a:extLst>
                      <a:ext uri="{FF2B5EF4-FFF2-40B4-BE49-F238E27FC236}">
                        <a16:creationId xmlns:a16="http://schemas.microsoft.com/office/drawing/2014/main" id="{2C8D9E4D-9CB6-F67E-294C-230F753F465F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854443" y="913046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2" name="Rechte verbindingslijn 78">
                    <a:extLst>
                      <a:ext uri="{FF2B5EF4-FFF2-40B4-BE49-F238E27FC236}">
                        <a16:creationId xmlns:a16="http://schemas.microsoft.com/office/drawing/2014/main" id="{91251F49-0742-0769-A05F-8CC0EBD490FD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854443" y="885651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3" name="Rechte verbindingslijn 79">
                    <a:extLst>
                      <a:ext uri="{FF2B5EF4-FFF2-40B4-BE49-F238E27FC236}">
                        <a16:creationId xmlns:a16="http://schemas.microsoft.com/office/drawing/2014/main" id="{B94B6403-4B80-42E5-D08A-54DD131A3BA0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854443" y="858264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68" name="Pijl: rechts 74">
                  <a:extLst>
                    <a:ext uri="{FF2B5EF4-FFF2-40B4-BE49-F238E27FC236}">
                      <a16:creationId xmlns:a16="http://schemas.microsoft.com/office/drawing/2014/main" id="{6C1779A8-A127-BA7C-4801-0FC33E524C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777789" y="857039"/>
                  <a:ext cx="58411" cy="56116"/>
                </a:xfrm>
                <a:custGeom>
                  <a:avLst/>
                  <a:gdLst>
                    <a:gd name="T0" fmla="*/ 29206 w 21600"/>
                    <a:gd name="T1" fmla="*/ 0 h 21600"/>
                    <a:gd name="T2" fmla="*/ 58411 w 21600"/>
                    <a:gd name="T3" fmla="*/ 28058 h 21600"/>
                    <a:gd name="T4" fmla="*/ 29206 w 21600"/>
                    <a:gd name="T5" fmla="*/ 56116 h 21600"/>
                    <a:gd name="T6" fmla="*/ 0 w 21600"/>
                    <a:gd name="T7" fmla="*/ 28058 h 21600"/>
                    <a:gd name="T8" fmla="*/ 22705 w 21600"/>
                    <a:gd name="T9" fmla="*/ 0 h 21600"/>
                    <a:gd name="T10" fmla="*/ 22705 w 21600"/>
                    <a:gd name="T11" fmla="*/ 56116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  <p:grpSp>
            <p:nvGrpSpPr>
              <p:cNvPr id="37" name="Groep 43">
                <a:extLst>
                  <a:ext uri="{FF2B5EF4-FFF2-40B4-BE49-F238E27FC236}">
                    <a16:creationId xmlns:a16="http://schemas.microsoft.com/office/drawing/2014/main" id="{3FD5C4C7-BD3B-5E75-C88E-7104CAFA17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558863" y="830869"/>
                <a:ext cx="139418" cy="109563"/>
                <a:chOff x="12558863" y="830869"/>
                <a:chExt cx="139418" cy="109563"/>
              </a:xfrm>
            </p:grpSpPr>
            <p:grpSp>
              <p:nvGrpSpPr>
                <p:cNvPr id="60" name="Groep 66">
                  <a:extLst>
                    <a:ext uri="{FF2B5EF4-FFF2-40B4-BE49-F238E27FC236}">
                      <a16:creationId xmlns:a16="http://schemas.microsoft.com/office/drawing/2014/main" id="{02F2F899-B568-FC12-79E3-2B16E1A332A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58863" y="830869"/>
                  <a:ext cx="139418" cy="109563"/>
                  <a:chOff x="12558863" y="830869"/>
                  <a:chExt cx="139418" cy="109563"/>
                </a:xfrm>
              </p:grpSpPr>
              <p:cxnSp>
                <p:nvCxnSpPr>
                  <p:cNvPr id="62" name="Rechte verbindingslijn 68">
                    <a:extLst>
                      <a:ext uri="{FF2B5EF4-FFF2-40B4-BE49-F238E27FC236}">
                        <a16:creationId xmlns:a16="http://schemas.microsoft.com/office/drawing/2014/main" id="{9192C1FF-E614-2990-643E-2E9FE6E7B0F5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558863" y="830869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3" name="Rechte verbindingslijn 69">
                    <a:extLst>
                      <a:ext uri="{FF2B5EF4-FFF2-40B4-BE49-F238E27FC236}">
                        <a16:creationId xmlns:a16="http://schemas.microsoft.com/office/drawing/2014/main" id="{0EAE7763-FF49-9ABC-BCD8-DE81580646FB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558863" y="940432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4" name="Rechte verbindingslijn 70">
                    <a:extLst>
                      <a:ext uri="{FF2B5EF4-FFF2-40B4-BE49-F238E27FC236}">
                        <a16:creationId xmlns:a16="http://schemas.microsoft.com/office/drawing/2014/main" id="{83C9B51D-0C4B-6A76-EFB0-21EDD9E4155B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635517" y="913046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5" name="Rechte verbindingslijn 71">
                    <a:extLst>
                      <a:ext uri="{FF2B5EF4-FFF2-40B4-BE49-F238E27FC236}">
                        <a16:creationId xmlns:a16="http://schemas.microsoft.com/office/drawing/2014/main" id="{57C211E8-C316-2AAA-BD33-0B09AA919AEB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635517" y="885651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6" name="Rechte verbindingslijn 72">
                    <a:extLst>
                      <a:ext uri="{FF2B5EF4-FFF2-40B4-BE49-F238E27FC236}">
                        <a16:creationId xmlns:a16="http://schemas.microsoft.com/office/drawing/2014/main" id="{E8276570-E4F3-5960-358E-91F177359DE7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635517" y="858264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61" name="Pijl: rechts 67">
                  <a:extLst>
                    <a:ext uri="{FF2B5EF4-FFF2-40B4-BE49-F238E27FC236}">
                      <a16:creationId xmlns:a16="http://schemas.microsoft.com/office/drawing/2014/main" id="{54571D42-3B0E-EFC7-A9E8-8680FBB455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2558863" y="857039"/>
                  <a:ext cx="58411" cy="56116"/>
                </a:xfrm>
                <a:custGeom>
                  <a:avLst/>
                  <a:gdLst>
                    <a:gd name="T0" fmla="*/ 29206 w 21600"/>
                    <a:gd name="T1" fmla="*/ 0 h 21600"/>
                    <a:gd name="T2" fmla="*/ 58411 w 21600"/>
                    <a:gd name="T3" fmla="*/ 28058 h 21600"/>
                    <a:gd name="T4" fmla="*/ 29206 w 21600"/>
                    <a:gd name="T5" fmla="*/ 56116 h 21600"/>
                    <a:gd name="T6" fmla="*/ 0 w 21600"/>
                    <a:gd name="T7" fmla="*/ 28058 h 21600"/>
                    <a:gd name="T8" fmla="*/ 22705 w 21600"/>
                    <a:gd name="T9" fmla="*/ 0 h 21600"/>
                    <a:gd name="T10" fmla="*/ 22705 w 21600"/>
                    <a:gd name="T11" fmla="*/ 56116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  <p:cxnSp>
            <p:nvCxnSpPr>
              <p:cNvPr id="38" name="Rechte verbindingslijn 44">
                <a:extLst>
                  <a:ext uri="{FF2B5EF4-FFF2-40B4-BE49-F238E27FC236}">
                    <a16:creationId xmlns:a16="http://schemas.microsoft.com/office/drawing/2014/main" id="{EFBD1DB1-DEA6-1B03-13F3-66A7AF93D5C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12704079" y="588169"/>
                <a:ext cx="547680" cy="219072"/>
              </a:xfrm>
              <a:prstGeom prst="straightConnector1">
                <a:avLst/>
              </a:prstGeom>
              <a:noFill/>
              <a:ln w="19046" cap="rnd">
                <a:solidFill>
                  <a:srgbClr val="00A6D6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9" name="Rechte verbindingslijn 45">
                <a:extLst>
                  <a:ext uri="{FF2B5EF4-FFF2-40B4-BE49-F238E27FC236}">
                    <a16:creationId xmlns:a16="http://schemas.microsoft.com/office/drawing/2014/main" id="{D012009F-CF5F-013F-D029-06794B65C9D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2939820" y="828675"/>
                <a:ext cx="319089" cy="0"/>
              </a:xfrm>
              <a:prstGeom prst="straightConnector1">
                <a:avLst/>
              </a:prstGeom>
              <a:noFill/>
              <a:ln w="19046" cap="rnd">
                <a:solidFill>
                  <a:srgbClr val="00A6D6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0" name="Rechthoek 46">
                <a:extLst>
                  <a:ext uri="{FF2B5EF4-FFF2-40B4-BE49-F238E27FC236}">
                    <a16:creationId xmlns:a16="http://schemas.microsoft.com/office/drawing/2014/main" id="{7C7BC982-7AA6-0A40-5348-48F23AF765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132" y="512182"/>
                <a:ext cx="2189046" cy="1510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1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1" name="Rechthoek 47">
                <a:extLst>
                  <a:ext uri="{FF2B5EF4-FFF2-40B4-BE49-F238E27FC236}">
                    <a16:creationId xmlns:a16="http://schemas.microsoft.com/office/drawing/2014/main" id="{D80407EC-CCC9-4D35-1CD2-32657F617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132" y="819558"/>
                <a:ext cx="2189046" cy="142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1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2" name="Groep 48">
                <a:extLst>
                  <a:ext uri="{FF2B5EF4-FFF2-40B4-BE49-F238E27FC236}">
                    <a16:creationId xmlns:a16="http://schemas.microsoft.com/office/drawing/2014/main" id="{D58D17C1-6714-D392-25AF-80EF0200EA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247269" y="769165"/>
                <a:ext cx="268742" cy="248378"/>
                <a:chOff x="13247269" y="769165"/>
                <a:chExt cx="268742" cy="248378"/>
              </a:xfrm>
            </p:grpSpPr>
            <p:sp>
              <p:nvSpPr>
                <p:cNvPr id="52" name="Rechthoek 58">
                  <a:extLst>
                    <a:ext uri="{FF2B5EF4-FFF2-40B4-BE49-F238E27FC236}">
                      <a16:creationId xmlns:a16="http://schemas.microsoft.com/office/drawing/2014/main" id="{40907F19-9584-A07D-CF1B-45E0BA164A3A}"/>
                    </a:ext>
                  </a:extLst>
                </p:cNvPr>
                <p:cNvSpPr/>
                <p:nvPr/>
              </p:nvSpPr>
              <p:spPr>
                <a:xfrm>
                  <a:off x="13247745" y="769930"/>
                  <a:ext cx="268350" cy="247647"/>
                </a:xfrm>
                <a:prstGeom prst="rect">
                  <a:avLst/>
                </a:prstGeom>
                <a:solidFill>
                  <a:srgbClr val="FFFFFF"/>
                </a:solidFill>
                <a:ln w="3172" cap="flat">
                  <a:solidFill>
                    <a:srgbClr val="DADADA"/>
                  </a:solidFill>
                  <a:prstDash val="solid"/>
                  <a:miter/>
                </a:ln>
              </p:spPr>
              <p:txBody>
                <a:bodyPr lIns="0" tIns="0" rIns="0" bIns="0" anchor="ctr" anchorCtr="1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050">
                    <a:solidFill>
                      <a:srgbClr val="211F26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grpSp>
              <p:nvGrpSpPr>
                <p:cNvPr id="53" name="Groep 59">
                  <a:extLst>
                    <a:ext uri="{FF2B5EF4-FFF2-40B4-BE49-F238E27FC236}">
                      <a16:creationId xmlns:a16="http://schemas.microsoft.com/office/drawing/2014/main" id="{9930DCB9-C935-0B72-CD7F-C0DC69EF096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297287" y="827074"/>
                  <a:ext cx="168697" cy="132570"/>
                  <a:chOff x="13297287" y="827074"/>
                  <a:chExt cx="168697" cy="132570"/>
                </a:xfrm>
              </p:grpSpPr>
              <p:cxnSp>
                <p:nvCxnSpPr>
                  <p:cNvPr id="55" name="Rechte verbindingslijn 61">
                    <a:extLst>
                      <a:ext uri="{FF2B5EF4-FFF2-40B4-BE49-F238E27FC236}">
                        <a16:creationId xmlns:a16="http://schemas.microsoft.com/office/drawing/2014/main" id="{C3E45657-AE6B-0460-F394-9DB658A8F989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297287" y="827074"/>
                    <a:ext cx="168697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6" name="Rechte verbindingslijn 62">
                    <a:extLst>
                      <a:ext uri="{FF2B5EF4-FFF2-40B4-BE49-F238E27FC236}">
                        <a16:creationId xmlns:a16="http://schemas.microsoft.com/office/drawing/2014/main" id="{808B2375-236E-A10E-4981-ADB149C50C97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297287" y="959644"/>
                    <a:ext cx="168697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7" name="Rechte verbindingslijn 63">
                    <a:extLst>
                      <a:ext uri="{FF2B5EF4-FFF2-40B4-BE49-F238E27FC236}">
                        <a16:creationId xmlns:a16="http://schemas.microsoft.com/office/drawing/2014/main" id="{B8FDE8DD-21A7-AF39-82BB-35AAE79EEDAA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926506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8" name="Rechte verbindingslijn 64">
                    <a:extLst>
                      <a:ext uri="{FF2B5EF4-FFF2-40B4-BE49-F238E27FC236}">
                        <a16:creationId xmlns:a16="http://schemas.microsoft.com/office/drawing/2014/main" id="{B3E23495-623A-9F46-7FB2-434F57D14593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893359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9" name="Rechte verbindingslijn 65">
                    <a:extLst>
                      <a:ext uri="{FF2B5EF4-FFF2-40B4-BE49-F238E27FC236}">
                        <a16:creationId xmlns:a16="http://schemas.microsoft.com/office/drawing/2014/main" id="{68DC23FB-9B95-BE6C-EF88-6D590B46D964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860212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54" name="Pijl: rechts 60">
                  <a:extLst>
                    <a:ext uri="{FF2B5EF4-FFF2-40B4-BE49-F238E27FC236}">
                      <a16:creationId xmlns:a16="http://schemas.microsoft.com/office/drawing/2014/main" id="{8DE22698-E603-1B4C-80E6-07C3CB003A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297287" y="858740"/>
                  <a:ext cx="70673" cy="67903"/>
                </a:xfrm>
                <a:custGeom>
                  <a:avLst/>
                  <a:gdLst>
                    <a:gd name="T0" fmla="*/ 35337 w 21600"/>
                    <a:gd name="T1" fmla="*/ 0 h 21600"/>
                    <a:gd name="T2" fmla="*/ 70673 w 21600"/>
                    <a:gd name="T3" fmla="*/ 33952 h 21600"/>
                    <a:gd name="T4" fmla="*/ 35337 w 21600"/>
                    <a:gd name="T5" fmla="*/ 67903 h 21600"/>
                    <a:gd name="T6" fmla="*/ 0 w 21600"/>
                    <a:gd name="T7" fmla="*/ 33952 h 21600"/>
                    <a:gd name="T8" fmla="*/ 27471 w 21600"/>
                    <a:gd name="T9" fmla="*/ 0 h 21600"/>
                    <a:gd name="T10" fmla="*/ 27471 w 21600"/>
                    <a:gd name="T11" fmla="*/ 67903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  <p:grpSp>
            <p:nvGrpSpPr>
              <p:cNvPr id="43" name="Groep 49">
                <a:extLst>
                  <a:ext uri="{FF2B5EF4-FFF2-40B4-BE49-F238E27FC236}">
                    <a16:creationId xmlns:a16="http://schemas.microsoft.com/office/drawing/2014/main" id="{0FD4457A-A9D9-AB52-A5B8-8DDF757109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247269" y="460171"/>
                <a:ext cx="268742" cy="248378"/>
                <a:chOff x="13247269" y="460171"/>
                <a:chExt cx="268742" cy="248378"/>
              </a:xfrm>
            </p:grpSpPr>
            <p:sp>
              <p:nvSpPr>
                <p:cNvPr id="44" name="Rechthoek 50">
                  <a:extLst>
                    <a:ext uri="{FF2B5EF4-FFF2-40B4-BE49-F238E27FC236}">
                      <a16:creationId xmlns:a16="http://schemas.microsoft.com/office/drawing/2014/main" id="{29B90973-D423-D412-7692-2FAE78E5AEB4}"/>
                    </a:ext>
                  </a:extLst>
                </p:cNvPr>
                <p:cNvSpPr/>
                <p:nvPr/>
              </p:nvSpPr>
              <p:spPr>
                <a:xfrm>
                  <a:off x="13247745" y="460370"/>
                  <a:ext cx="268350" cy="247647"/>
                </a:xfrm>
                <a:prstGeom prst="rect">
                  <a:avLst/>
                </a:prstGeom>
                <a:solidFill>
                  <a:srgbClr val="FFFFFF"/>
                </a:solidFill>
                <a:ln w="3172" cap="flat">
                  <a:solidFill>
                    <a:srgbClr val="DADADA"/>
                  </a:solidFill>
                  <a:prstDash val="solid"/>
                  <a:miter/>
                </a:ln>
              </p:spPr>
              <p:txBody>
                <a:bodyPr lIns="0" tIns="0" rIns="0" bIns="0" anchor="ctr" anchorCtr="1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050">
                    <a:solidFill>
                      <a:srgbClr val="211F26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grpSp>
              <p:nvGrpSpPr>
                <p:cNvPr id="45" name="Groep 51">
                  <a:extLst>
                    <a:ext uri="{FF2B5EF4-FFF2-40B4-BE49-F238E27FC236}">
                      <a16:creationId xmlns:a16="http://schemas.microsoft.com/office/drawing/2014/main" id="{ADB24662-8113-B0BB-50A3-BF3E99C4FF7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297287" y="518071"/>
                  <a:ext cx="168697" cy="132579"/>
                  <a:chOff x="13297287" y="518071"/>
                  <a:chExt cx="168697" cy="132579"/>
                </a:xfrm>
              </p:grpSpPr>
              <p:cxnSp>
                <p:nvCxnSpPr>
                  <p:cNvPr id="47" name="Rechte verbindingslijn 53">
                    <a:extLst>
                      <a:ext uri="{FF2B5EF4-FFF2-40B4-BE49-F238E27FC236}">
                        <a16:creationId xmlns:a16="http://schemas.microsoft.com/office/drawing/2014/main" id="{976ED4FA-3996-4502-1178-0DF2A22F9BB8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297287" y="518071"/>
                    <a:ext cx="168697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48" name="Rechte verbindingslijn 54">
                    <a:extLst>
                      <a:ext uri="{FF2B5EF4-FFF2-40B4-BE49-F238E27FC236}">
                        <a16:creationId xmlns:a16="http://schemas.microsoft.com/office/drawing/2014/main" id="{899D1079-160E-3BEE-AEB4-D301D06FAC9F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297287" y="650650"/>
                    <a:ext cx="168697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49" name="Rechte verbindingslijn 55">
                    <a:extLst>
                      <a:ext uri="{FF2B5EF4-FFF2-40B4-BE49-F238E27FC236}">
                        <a16:creationId xmlns:a16="http://schemas.microsoft.com/office/drawing/2014/main" id="{8A54439D-1610-EAEA-9D5D-1FAEBDA126D6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617503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0" name="Rechte verbindingslijn 56">
                    <a:extLst>
                      <a:ext uri="{FF2B5EF4-FFF2-40B4-BE49-F238E27FC236}">
                        <a16:creationId xmlns:a16="http://schemas.microsoft.com/office/drawing/2014/main" id="{0C2E7301-DC99-F497-8DD2-3115B21EB848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584365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1" name="Rechte verbindingslijn 57">
                    <a:extLst>
                      <a:ext uri="{FF2B5EF4-FFF2-40B4-BE49-F238E27FC236}">
                        <a16:creationId xmlns:a16="http://schemas.microsoft.com/office/drawing/2014/main" id="{51DAC02F-1EF0-0404-606D-342274A007FD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551218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46" name="Pijl: rechts 52">
                  <a:extLst>
                    <a:ext uri="{FF2B5EF4-FFF2-40B4-BE49-F238E27FC236}">
                      <a16:creationId xmlns:a16="http://schemas.microsoft.com/office/drawing/2014/main" id="{670A2995-EEC9-50D5-DEF0-4D6D36605B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3297287" y="549737"/>
                  <a:ext cx="70673" cy="67903"/>
                </a:xfrm>
                <a:custGeom>
                  <a:avLst/>
                  <a:gdLst>
                    <a:gd name="T0" fmla="*/ 35337 w 21600"/>
                    <a:gd name="T1" fmla="*/ 0 h 21600"/>
                    <a:gd name="T2" fmla="*/ 70673 w 21600"/>
                    <a:gd name="T3" fmla="*/ 33952 h 21600"/>
                    <a:gd name="T4" fmla="*/ 35337 w 21600"/>
                    <a:gd name="T5" fmla="*/ 67903 h 21600"/>
                    <a:gd name="T6" fmla="*/ 0 w 21600"/>
                    <a:gd name="T7" fmla="*/ 33952 h 21600"/>
                    <a:gd name="T8" fmla="*/ 27471 w 21600"/>
                    <a:gd name="T9" fmla="*/ 0 h 21600"/>
                    <a:gd name="T10" fmla="*/ 27471 w 21600"/>
                    <a:gd name="T11" fmla="*/ 67903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</p:grpSp>
        <p:grpSp>
          <p:nvGrpSpPr>
            <p:cNvPr id="28" name="Groep 34">
              <a:extLst>
                <a:ext uri="{FF2B5EF4-FFF2-40B4-BE49-F238E27FC236}">
                  <a16:creationId xmlns:a16="http://schemas.microsoft.com/office/drawing/2014/main" id="{F98C9EE4-0BCF-44CE-6C9A-7EA7407BE4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25601" y="4663037"/>
              <a:ext cx="627799" cy="576684"/>
              <a:chOff x="15225601" y="4663037"/>
              <a:chExt cx="627799" cy="576684"/>
            </a:xfrm>
          </p:grpSpPr>
          <p:grpSp>
            <p:nvGrpSpPr>
              <p:cNvPr id="29" name="Inspireren">
                <a:extLst>
                  <a:ext uri="{FF2B5EF4-FFF2-40B4-BE49-F238E27FC236}">
                    <a16:creationId xmlns:a16="http://schemas.microsoft.com/office/drawing/2014/main" id="{2B5C5567-E47A-0AE7-6A72-8AE6049179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447919" y="4663037"/>
                <a:ext cx="169776" cy="242380"/>
                <a:chOff x="15447919" y="4663037"/>
                <a:chExt cx="169776" cy="242380"/>
              </a:xfrm>
            </p:grpSpPr>
            <p:sp>
              <p:nvSpPr>
                <p:cNvPr id="31" name="Freeform 12">
                  <a:extLst>
                    <a:ext uri="{FF2B5EF4-FFF2-40B4-BE49-F238E27FC236}">
                      <a16:creationId xmlns:a16="http://schemas.microsoft.com/office/drawing/2014/main" id="{2F07AD6C-9673-8152-4683-D76BD62372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98119" y="4749869"/>
                  <a:ext cx="68726" cy="62051"/>
                </a:xfrm>
                <a:custGeom>
                  <a:avLst/>
                  <a:gdLst>
                    <a:gd name="T0" fmla="*/ 34363 w 319"/>
                    <a:gd name="T1" fmla="*/ 0 h 288"/>
                    <a:gd name="T2" fmla="*/ 68726 w 319"/>
                    <a:gd name="T3" fmla="*/ 31026 h 288"/>
                    <a:gd name="T4" fmla="*/ 34363 w 319"/>
                    <a:gd name="T5" fmla="*/ 62051 h 288"/>
                    <a:gd name="T6" fmla="*/ 0 w 319"/>
                    <a:gd name="T7" fmla="*/ 31026 h 288"/>
                    <a:gd name="T8" fmla="*/ 47397 w 319"/>
                    <a:gd name="T9" fmla="*/ 62051 h 288"/>
                    <a:gd name="T10" fmla="*/ 23052 w 319"/>
                    <a:gd name="T11" fmla="*/ 62051 h 288"/>
                    <a:gd name="T12" fmla="*/ 0 w 319"/>
                    <a:gd name="T13" fmla="*/ 0 h 288"/>
                    <a:gd name="T14" fmla="*/ 68726 w 319"/>
                    <a:gd name="T15" fmla="*/ 0 h 288"/>
                    <a:gd name="T16" fmla="*/ 47397 w 319"/>
                    <a:gd name="T17" fmla="*/ 62051 h 288"/>
                    <a:gd name="T18" fmla="*/ 17694720 60000 65536"/>
                    <a:gd name="T19" fmla="*/ 0 60000 65536"/>
                    <a:gd name="T20" fmla="*/ 5898240 60000 65536"/>
                    <a:gd name="T21" fmla="*/ 1179648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19"/>
                    <a:gd name="T28" fmla="*/ 0 h 288"/>
                    <a:gd name="T29" fmla="*/ 319 w 319"/>
                    <a:gd name="T30" fmla="*/ 288 h 288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  <p:sp>
              <p:nvSpPr>
                <p:cNvPr id="32" name="Freeform 13">
                  <a:extLst>
                    <a:ext uri="{FF2B5EF4-FFF2-40B4-BE49-F238E27FC236}">
                      <a16:creationId xmlns:a16="http://schemas.microsoft.com/office/drawing/2014/main" id="{A0C55910-A61B-AC60-941D-5E66C3F3F6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502637" y="4881286"/>
                  <a:ext cx="60761" cy="24131"/>
                </a:xfrm>
                <a:custGeom>
                  <a:avLst/>
                  <a:gdLst>
                    <a:gd name="T0" fmla="*/ 30381 w 251"/>
                    <a:gd name="T1" fmla="*/ 0 h 100"/>
                    <a:gd name="T2" fmla="*/ 60761 w 251"/>
                    <a:gd name="T3" fmla="*/ 12066 h 100"/>
                    <a:gd name="T4" fmla="*/ 30381 w 251"/>
                    <a:gd name="T5" fmla="*/ 24131 h 100"/>
                    <a:gd name="T6" fmla="*/ 0 w 251"/>
                    <a:gd name="T7" fmla="*/ 12066 h 100"/>
                    <a:gd name="T8" fmla="*/ 55435 w 251"/>
                    <a:gd name="T9" fmla="*/ 16892 h 100"/>
                    <a:gd name="T10" fmla="*/ 55435 w 251"/>
                    <a:gd name="T11" fmla="*/ 16650 h 100"/>
                    <a:gd name="T12" fmla="*/ 60761 w 251"/>
                    <a:gd name="T13" fmla="*/ 0 h 100"/>
                    <a:gd name="T14" fmla="*/ 0 w 251"/>
                    <a:gd name="T15" fmla="*/ 0 h 100"/>
                    <a:gd name="T16" fmla="*/ 5326 w 251"/>
                    <a:gd name="T17" fmla="*/ 16650 h 100"/>
                    <a:gd name="T18" fmla="*/ 15251 w 251"/>
                    <a:gd name="T19" fmla="*/ 24131 h 100"/>
                    <a:gd name="T20" fmla="*/ 45510 w 251"/>
                    <a:gd name="T21" fmla="*/ 24131 h 100"/>
                    <a:gd name="T22" fmla="*/ 55435 w 251"/>
                    <a:gd name="T23" fmla="*/ 17133 h 100"/>
                    <a:gd name="T24" fmla="*/ 55435 w 251"/>
                    <a:gd name="T25" fmla="*/ 17133 h 100"/>
                    <a:gd name="T26" fmla="*/ 55435 w 251"/>
                    <a:gd name="T27" fmla="*/ 16892 h 100"/>
                    <a:gd name="T28" fmla="*/ 17694720 60000 65536"/>
                    <a:gd name="T29" fmla="*/ 0 60000 65536"/>
                    <a:gd name="T30" fmla="*/ 5898240 60000 65536"/>
                    <a:gd name="T31" fmla="*/ 1179648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251"/>
                    <a:gd name="T43" fmla="*/ 0 h 100"/>
                    <a:gd name="T44" fmla="*/ 251 w 251"/>
                    <a:gd name="T45" fmla="*/ 100 h 100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D9FA1"/>
                    </a:gs>
                    <a:gs pos="100000">
                      <a:srgbClr val="211F26"/>
                    </a:gs>
                  </a:gsLst>
                  <a:lin ang="270000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  <p:sp>
              <p:nvSpPr>
                <p:cNvPr id="33" name="Freeform 14">
                  <a:extLst>
                    <a:ext uri="{FF2B5EF4-FFF2-40B4-BE49-F238E27FC236}">
                      <a16:creationId xmlns:a16="http://schemas.microsoft.com/office/drawing/2014/main" id="{C3B18855-AEB6-3235-0C80-2A492D4F86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47919" y="4663037"/>
                  <a:ext cx="169776" cy="208126"/>
                </a:xfrm>
                <a:custGeom>
                  <a:avLst/>
                  <a:gdLst>
                    <a:gd name="T0" fmla="*/ 84888 w 702"/>
                    <a:gd name="T1" fmla="*/ 0 h 860"/>
                    <a:gd name="T2" fmla="*/ 169776 w 702"/>
                    <a:gd name="T3" fmla="*/ 104063 h 860"/>
                    <a:gd name="T4" fmla="*/ 84888 w 702"/>
                    <a:gd name="T5" fmla="*/ 208126 h 860"/>
                    <a:gd name="T6" fmla="*/ 0 w 702"/>
                    <a:gd name="T7" fmla="*/ 104063 h 860"/>
                    <a:gd name="T8" fmla="*/ 84888 w 702"/>
                    <a:gd name="T9" fmla="*/ 0 h 860"/>
                    <a:gd name="T10" fmla="*/ 0 w 702"/>
                    <a:gd name="T11" fmla="*/ 84944 h 860"/>
                    <a:gd name="T12" fmla="*/ 32407 w 702"/>
                    <a:gd name="T13" fmla="*/ 151738 h 860"/>
                    <a:gd name="T14" fmla="*/ 39905 w 702"/>
                    <a:gd name="T15" fmla="*/ 173761 h 860"/>
                    <a:gd name="T16" fmla="*/ 64331 w 702"/>
                    <a:gd name="T17" fmla="*/ 173761 h 860"/>
                    <a:gd name="T18" fmla="*/ 64331 w 702"/>
                    <a:gd name="T19" fmla="*/ 173761 h 860"/>
                    <a:gd name="T20" fmla="*/ 104961 w 702"/>
                    <a:gd name="T21" fmla="*/ 173761 h 860"/>
                    <a:gd name="T22" fmla="*/ 101334 w 702"/>
                    <a:gd name="T23" fmla="*/ 183925 h 860"/>
                    <a:gd name="T24" fmla="*/ 68684 w 702"/>
                    <a:gd name="T25" fmla="*/ 183925 h 860"/>
                    <a:gd name="T26" fmla="*/ 68684 w 702"/>
                    <a:gd name="T27" fmla="*/ 183925 h 860"/>
                    <a:gd name="T28" fmla="*/ 43290 w 702"/>
                    <a:gd name="T29" fmla="*/ 183925 h 860"/>
                    <a:gd name="T30" fmla="*/ 51271 w 702"/>
                    <a:gd name="T31" fmla="*/ 208126 h 860"/>
                    <a:gd name="T32" fmla="*/ 51271 w 702"/>
                    <a:gd name="T33" fmla="*/ 208126 h 860"/>
                    <a:gd name="T34" fmla="*/ 52239 w 702"/>
                    <a:gd name="T35" fmla="*/ 208126 h 860"/>
                    <a:gd name="T36" fmla="*/ 118021 w 702"/>
                    <a:gd name="T37" fmla="*/ 208126 h 860"/>
                    <a:gd name="T38" fmla="*/ 118746 w 702"/>
                    <a:gd name="T39" fmla="*/ 208126 h 860"/>
                    <a:gd name="T40" fmla="*/ 137852 w 702"/>
                    <a:gd name="T41" fmla="*/ 151254 h 860"/>
                    <a:gd name="T42" fmla="*/ 169776 w 702"/>
                    <a:gd name="T43" fmla="*/ 84944 h 860"/>
                    <a:gd name="T44" fmla="*/ 84888 w 702"/>
                    <a:gd name="T45" fmla="*/ 0 h 860"/>
                    <a:gd name="T46" fmla="*/ 141964 w 702"/>
                    <a:gd name="T47" fmla="*/ 105999 h 860"/>
                    <a:gd name="T48" fmla="*/ 117295 w 702"/>
                    <a:gd name="T49" fmla="*/ 136250 h 860"/>
                    <a:gd name="T50" fmla="*/ 109798 w 702"/>
                    <a:gd name="T51" fmla="*/ 159241 h 860"/>
                    <a:gd name="T52" fmla="*/ 60462 w 702"/>
                    <a:gd name="T53" fmla="*/ 159241 h 860"/>
                    <a:gd name="T54" fmla="*/ 52964 w 702"/>
                    <a:gd name="T55" fmla="*/ 136734 h 860"/>
                    <a:gd name="T56" fmla="*/ 27812 w 702"/>
                    <a:gd name="T57" fmla="*/ 106241 h 860"/>
                    <a:gd name="T58" fmla="*/ 23943 w 702"/>
                    <a:gd name="T59" fmla="*/ 84944 h 860"/>
                    <a:gd name="T60" fmla="*/ 84888 w 702"/>
                    <a:gd name="T61" fmla="*/ 23959 h 860"/>
                    <a:gd name="T62" fmla="*/ 145833 w 702"/>
                    <a:gd name="T63" fmla="*/ 84944 h 860"/>
                    <a:gd name="T64" fmla="*/ 141964 w 702"/>
                    <a:gd name="T65" fmla="*/ 105999 h 860"/>
                    <a:gd name="T66" fmla="*/ 17694720 60000 65536"/>
                    <a:gd name="T67" fmla="*/ 0 60000 65536"/>
                    <a:gd name="T68" fmla="*/ 5898240 60000 65536"/>
                    <a:gd name="T69" fmla="*/ 1179648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702"/>
                    <a:gd name="T100" fmla="*/ 0 h 860"/>
                    <a:gd name="T101" fmla="*/ 702 w 702"/>
                    <a:gd name="T102" fmla="*/ 860 h 860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D9FA1"/>
                    </a:gs>
                    <a:gs pos="100000">
                      <a:srgbClr val="211F26"/>
                    </a:gs>
                  </a:gsLst>
                  <a:lin ang="270000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</p:grpSp>
          <p:sp>
            <p:nvSpPr>
              <p:cNvPr id="30" name="Tekstvak 36">
                <a:extLst>
                  <a:ext uri="{FF2B5EF4-FFF2-40B4-BE49-F238E27FC236}">
                    <a16:creationId xmlns:a16="http://schemas.microsoft.com/office/drawing/2014/main" id="{B831F16D-A06B-EE16-E981-460DA11A39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225601" y="4917487"/>
                <a:ext cx="627799" cy="322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0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76" name="INSTRUCTION">
            <a:extLst>
              <a:ext uri="{FF2B5EF4-FFF2-40B4-BE49-F238E27FC236}">
                <a16:creationId xmlns:a16="http://schemas.microsoft.com/office/drawing/2014/main" id="{A3AE2A49-8584-BE6D-C216-F7A9691FD643}"/>
              </a:ext>
            </a:extLst>
          </p:cNvPr>
          <p:cNvGrpSpPr>
            <a:grpSpLocks/>
          </p:cNvGrpSpPr>
          <p:nvPr/>
        </p:nvGrpSpPr>
        <p:grpSpPr bwMode="auto">
          <a:xfrm>
            <a:off x="-3786188" y="0"/>
            <a:ext cx="3694113" cy="6640513"/>
            <a:chOff x="-3786164" y="0"/>
            <a:chExt cx="3693380" cy="6640345"/>
          </a:xfrm>
        </p:grpSpPr>
        <p:sp>
          <p:nvSpPr>
            <p:cNvPr id="77" name="Rechthoek 156">
              <a:extLst>
                <a:ext uri="{FF2B5EF4-FFF2-40B4-BE49-F238E27FC236}">
                  <a16:creationId xmlns:a16="http://schemas.microsoft.com/office/drawing/2014/main" id="{F507DF9D-73D9-C415-8DFF-318A330A72BC}"/>
                </a:ext>
              </a:extLst>
            </p:cNvPr>
            <p:cNvSpPr/>
            <p:nvPr/>
          </p:nvSpPr>
          <p:spPr>
            <a:xfrm>
              <a:off x="-3786164" y="0"/>
              <a:ext cx="3593387" cy="5991073"/>
            </a:xfrm>
            <a:prstGeom prst="rect">
              <a:avLst/>
            </a:prstGeom>
            <a:solidFill>
              <a:srgbClr val="FFFFFF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Insert/edit an image</a:t>
              </a:r>
            </a:p>
          </p:txBody>
        </p:sp>
        <p:sp>
          <p:nvSpPr>
            <p:cNvPr id="78" name="Ovaal 157">
              <a:extLst>
                <a:ext uri="{FF2B5EF4-FFF2-40B4-BE49-F238E27FC236}">
                  <a16:creationId xmlns:a16="http://schemas.microsoft.com/office/drawing/2014/main" id="{5517DBE9-D9AC-8CB9-3C70-9C1CA86D2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465319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79" name="Rechthoek 158">
              <a:extLst>
                <a:ext uri="{FF2B5EF4-FFF2-40B4-BE49-F238E27FC236}">
                  <a16:creationId xmlns:a16="http://schemas.microsoft.com/office/drawing/2014/main" id="{4D7A602B-4428-1F0D-6B9E-C2D41E3B9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465319"/>
              <a:ext cx="2962701" cy="668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‘Slidebuilder’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‘Images’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0" name="Ovaal 159">
              <a:extLst>
                <a:ext uri="{FF2B5EF4-FFF2-40B4-BE49-F238E27FC236}">
                  <a16:creationId xmlns:a16="http://schemas.microsoft.com/office/drawing/2014/main" id="{7BC9B712-E603-18B6-4E16-DDDEC216F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2633938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1" name="Rechthoek 160">
              <a:extLst>
                <a:ext uri="{FF2B5EF4-FFF2-40B4-BE49-F238E27FC236}">
                  <a16:creationId xmlns:a16="http://schemas.microsoft.com/office/drawing/2014/main" id="{9E2AE316-D690-3EDE-54E1-59C86553A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633938"/>
              <a:ext cx="3126342" cy="4627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2" name="Ovaal 161">
              <a:extLst>
                <a:ext uri="{FF2B5EF4-FFF2-40B4-BE49-F238E27FC236}">
                  <a16:creationId xmlns:a16="http://schemas.microsoft.com/office/drawing/2014/main" id="{B95B4FF2-8789-9823-D47F-D9503B086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4226365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83" name="Rechthoek 162">
              <a:extLst>
                <a:ext uri="{FF2B5EF4-FFF2-40B4-BE49-F238E27FC236}">
                  <a16:creationId xmlns:a16="http://schemas.microsoft.com/office/drawing/2014/main" id="{D4B20C53-7E86-026C-2728-62DCE0B69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4226365"/>
              <a:ext cx="2944678" cy="8209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84" name="Rechthoek 163">
              <a:extLst>
                <a:ext uri="{FF2B5EF4-FFF2-40B4-BE49-F238E27FC236}">
                  <a16:creationId xmlns:a16="http://schemas.microsoft.com/office/drawing/2014/main" id="{77C0E831-071F-E91B-858B-BF0D2A8C6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6839" y="3200262"/>
              <a:ext cx="1239213" cy="719916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12701">
              <a:solidFill>
                <a:srgbClr val="D3D3D3"/>
              </a:solidFill>
              <a:miter lim="800000"/>
              <a:headEnd/>
              <a:tailEnd/>
            </a:ln>
          </p:spPr>
          <p:txBody>
            <a:bodyPr lIns="71999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/>
              <a:endParaRPr lang="en-GB" altLang="en-NL" sz="1000" i="1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85" name="Groep 164">
              <a:extLst>
                <a:ext uri="{FF2B5EF4-FFF2-40B4-BE49-F238E27FC236}">
                  <a16:creationId xmlns:a16="http://schemas.microsoft.com/office/drawing/2014/main" id="{B2B1606E-9043-1048-9740-6715AE590C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2485814" y="3479785"/>
              <a:ext cx="1222991" cy="563928"/>
              <a:chOff x="-2485814" y="3479785"/>
              <a:chExt cx="1222991" cy="563928"/>
            </a:xfrm>
          </p:grpSpPr>
          <p:sp>
            <p:nvSpPr>
              <p:cNvPr id="124" name="Rechthoek 203">
                <a:extLst>
                  <a:ext uri="{FF2B5EF4-FFF2-40B4-BE49-F238E27FC236}">
                    <a16:creationId xmlns:a16="http://schemas.microsoft.com/office/drawing/2014/main" id="{D4856C54-4E40-59B4-4326-11D12EF086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485814" y="3479785"/>
                <a:ext cx="1176476" cy="504849"/>
              </a:xfrm>
              <a:prstGeom prst="rect">
                <a:avLst/>
              </a:prstGeom>
              <a:solidFill>
                <a:srgbClr val="FFFFFF"/>
              </a:solidFill>
              <a:ln w="12701">
                <a:solidFill>
                  <a:srgbClr val="D1D1D1"/>
                </a:solidFill>
                <a:miter lim="800000"/>
                <a:headEnd/>
                <a:tailEnd/>
              </a:ln>
            </p:spPr>
            <p:txBody>
              <a:bodyPr lIns="107999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altLang="en-NL" sz="80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5" name="Rechthoek 204">
                <a:extLst>
                  <a:ext uri="{FF2B5EF4-FFF2-40B4-BE49-F238E27FC236}">
                    <a16:creationId xmlns:a16="http://schemas.microsoft.com/office/drawing/2014/main" id="{73B58885-B7B4-980D-1D92-37E6B3A09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479587" y="3733412"/>
                <a:ext cx="1164003" cy="24670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/>
                <a:endPara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26" name="Groep 205">
                <a:extLst>
                  <a:ext uri="{FF2B5EF4-FFF2-40B4-BE49-F238E27FC236}">
                    <a16:creationId xmlns:a16="http://schemas.microsoft.com/office/drawing/2014/main" id="{A47B8C84-01CF-C298-F6E8-27ED1A0D0F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403866" y="3541123"/>
                <a:ext cx="155950" cy="131920"/>
                <a:chOff x="-2403866" y="3541123"/>
                <a:chExt cx="155950" cy="131920"/>
              </a:xfrm>
            </p:grpSpPr>
            <p:sp>
              <p:nvSpPr>
                <p:cNvPr id="139" name="Rechthoek: afgeronde hoeken 218">
                  <a:extLst>
                    <a:ext uri="{FF2B5EF4-FFF2-40B4-BE49-F238E27FC236}">
                      <a16:creationId xmlns:a16="http://schemas.microsoft.com/office/drawing/2014/main" id="{F3A9F98A-F4C1-7E0B-D1D9-8C54F9168E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2403866" y="3541123"/>
                  <a:ext cx="155950" cy="131920"/>
                </a:xfrm>
                <a:custGeom>
                  <a:avLst/>
                  <a:gdLst>
                    <a:gd name="T0" fmla="*/ 77975 w 155950"/>
                    <a:gd name="T1" fmla="*/ 0 h 131920"/>
                    <a:gd name="T2" fmla="*/ 155950 w 155950"/>
                    <a:gd name="T3" fmla="*/ 65960 h 131920"/>
                    <a:gd name="T4" fmla="*/ 77975 w 155950"/>
                    <a:gd name="T5" fmla="*/ 131920 h 131920"/>
                    <a:gd name="T6" fmla="*/ 0 w 155950"/>
                    <a:gd name="T7" fmla="*/ 65960 h 131920"/>
                    <a:gd name="T8" fmla="*/ 17694720 60000 65536"/>
                    <a:gd name="T9" fmla="*/ 0 60000 65536"/>
                    <a:gd name="T10" fmla="*/ 5898240 60000 65536"/>
                    <a:gd name="T11" fmla="*/ 11796480 60000 65536"/>
                    <a:gd name="T12" fmla="*/ 1125 w 155950"/>
                    <a:gd name="T13" fmla="*/ 1125 h 131920"/>
                    <a:gd name="T14" fmla="*/ 154825 w 155950"/>
                    <a:gd name="T15" fmla="*/ 130795 h 13192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5950" h="131920">
                      <a:moveTo>
                        <a:pt x="3842" y="0"/>
                      </a:moveTo>
                      <a:lnTo>
                        <a:pt x="3842" y="0"/>
                      </a:lnTo>
                      <a:cubicBezTo>
                        <a:pt x="1720" y="0"/>
                        <a:pt x="0" y="1720"/>
                        <a:pt x="0" y="3841"/>
                      </a:cubicBezTo>
                      <a:lnTo>
                        <a:pt x="0" y="128078"/>
                      </a:lnTo>
                      <a:lnTo>
                        <a:pt x="0" y="128077"/>
                      </a:lnTo>
                      <a:cubicBezTo>
                        <a:pt x="0" y="130199"/>
                        <a:pt x="1720" y="131919"/>
                        <a:pt x="3841" y="131919"/>
                      </a:cubicBezTo>
                      <a:lnTo>
                        <a:pt x="152108" y="131920"/>
                      </a:lnTo>
                      <a:lnTo>
                        <a:pt x="152108" y="131919"/>
                      </a:lnTo>
                      <a:cubicBezTo>
                        <a:pt x="154229" y="131919"/>
                        <a:pt x="155950" y="130199"/>
                        <a:pt x="155950" y="128078"/>
                      </a:cubicBezTo>
                      <a:lnTo>
                        <a:pt x="155950" y="3842"/>
                      </a:lnTo>
                      <a:cubicBezTo>
                        <a:pt x="155950" y="1720"/>
                        <a:pt x="154229" y="0"/>
                        <a:pt x="152108" y="0"/>
                      </a:cubicBezTo>
                      <a:lnTo>
                        <a:pt x="384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701" cap="flat">
                  <a:solidFill>
                    <a:srgbClr val="81818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lIns="107999" tIns="0" rIns="0" bIns="0" anchor="ctr"/>
                <a:lstStyle/>
                <a:p>
                  <a:endParaRPr lang="en-NL"/>
                </a:p>
              </p:txBody>
            </p:sp>
            <p:sp>
              <p:nvSpPr>
                <p:cNvPr id="140" name="Rechthoek 219">
                  <a:extLst>
                    <a:ext uri="{FF2B5EF4-FFF2-40B4-BE49-F238E27FC236}">
                      <a16:creationId xmlns:a16="http://schemas.microsoft.com/office/drawing/2014/main" id="{84F9C0D1-C4E5-DAC3-3522-F2EBAC627D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82167" y="3559228"/>
                  <a:ext cx="117582" cy="1601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1" name="Rechthoek 220">
                  <a:extLst>
                    <a:ext uri="{FF2B5EF4-FFF2-40B4-BE49-F238E27FC236}">
                      <a16:creationId xmlns:a16="http://schemas.microsoft.com/office/drawing/2014/main" id="{759A37EE-DD28-ADF6-BCB6-383007E530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82158" y="3586349"/>
                  <a:ext cx="45756" cy="69997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2" name="Rechthoek 221">
                  <a:extLst>
                    <a:ext uri="{FF2B5EF4-FFF2-40B4-BE49-F238E27FC236}">
                      <a16:creationId xmlns:a16="http://schemas.microsoft.com/office/drawing/2014/main" id="{E0BDF803-37AC-5F38-75A5-5469C6BCB2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22210" y="3590355"/>
                  <a:ext cx="52111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3" name="Rechthoek 222">
                  <a:extLst>
                    <a:ext uri="{FF2B5EF4-FFF2-40B4-BE49-F238E27FC236}">
                      <a16:creationId xmlns:a16="http://schemas.microsoft.com/office/drawing/2014/main" id="{9969D4EE-B2A2-E7F2-7678-A938FBFF47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22210" y="3618408"/>
                  <a:ext cx="26746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4" name="Rechthoek 223">
                  <a:extLst>
                    <a:ext uri="{FF2B5EF4-FFF2-40B4-BE49-F238E27FC236}">
                      <a16:creationId xmlns:a16="http://schemas.microsoft.com/office/drawing/2014/main" id="{EB1A6F0B-9296-114C-6965-CD0684662D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22210" y="3646462"/>
                  <a:ext cx="26746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7" name="Groep 206">
                <a:extLst>
                  <a:ext uri="{FF2B5EF4-FFF2-40B4-BE49-F238E27FC236}">
                    <a16:creationId xmlns:a16="http://schemas.microsoft.com/office/drawing/2014/main" id="{694F7930-903A-C097-AB3E-DAEB857F8E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423425" y="3770784"/>
                <a:ext cx="166741" cy="218962"/>
                <a:chOff x="-2423425" y="3770784"/>
                <a:chExt cx="166741" cy="218962"/>
              </a:xfrm>
            </p:grpSpPr>
            <p:grpSp>
              <p:nvGrpSpPr>
                <p:cNvPr id="131" name="Groep 210">
                  <a:extLst>
                    <a:ext uri="{FF2B5EF4-FFF2-40B4-BE49-F238E27FC236}">
                      <a16:creationId xmlns:a16="http://schemas.microsoft.com/office/drawing/2014/main" id="{EEBF538D-6036-73D2-9025-E408E442C21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2400482" y="3792473"/>
                  <a:ext cx="143798" cy="121642"/>
                  <a:chOff x="-2400482" y="3792473"/>
                  <a:chExt cx="143798" cy="121642"/>
                </a:xfrm>
              </p:grpSpPr>
              <p:sp>
                <p:nvSpPr>
                  <p:cNvPr id="133" name="Rechthoek: afgeronde hoeken 212">
                    <a:extLst>
                      <a:ext uri="{FF2B5EF4-FFF2-40B4-BE49-F238E27FC236}">
                        <a16:creationId xmlns:a16="http://schemas.microsoft.com/office/drawing/2014/main" id="{F6B94467-EBBD-52F7-0A0F-56DC5F125BD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2400482" y="3792473"/>
                    <a:ext cx="143798" cy="121642"/>
                  </a:xfrm>
                  <a:custGeom>
                    <a:avLst/>
                    <a:gdLst>
                      <a:gd name="T0" fmla="*/ 71899 w 143798"/>
                      <a:gd name="T1" fmla="*/ 0 h 121642"/>
                      <a:gd name="T2" fmla="*/ 143798 w 143798"/>
                      <a:gd name="T3" fmla="*/ 60821 h 121642"/>
                      <a:gd name="T4" fmla="*/ 71899 w 143798"/>
                      <a:gd name="T5" fmla="*/ 121642 h 121642"/>
                      <a:gd name="T6" fmla="*/ 0 w 143798"/>
                      <a:gd name="T7" fmla="*/ 60821 h 121642"/>
                      <a:gd name="T8" fmla="*/ 17694720 60000 65536"/>
                      <a:gd name="T9" fmla="*/ 0 60000 65536"/>
                      <a:gd name="T10" fmla="*/ 5898240 60000 65536"/>
                      <a:gd name="T11" fmla="*/ 11796480 60000 65536"/>
                      <a:gd name="T12" fmla="*/ 1038 w 143798"/>
                      <a:gd name="T13" fmla="*/ 1038 h 121642"/>
                      <a:gd name="T14" fmla="*/ 142760 w 143798"/>
                      <a:gd name="T15" fmla="*/ 120604 h 121642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43798" h="121642">
                        <a:moveTo>
                          <a:pt x="3542" y="0"/>
                        </a:moveTo>
                        <a:lnTo>
                          <a:pt x="3542" y="0"/>
                        </a:lnTo>
                        <a:cubicBezTo>
                          <a:pt x="1585" y="0"/>
                          <a:pt x="0" y="1585"/>
                          <a:pt x="0" y="3541"/>
                        </a:cubicBezTo>
                        <a:lnTo>
                          <a:pt x="0" y="118100"/>
                        </a:lnTo>
                        <a:lnTo>
                          <a:pt x="0" y="118099"/>
                        </a:lnTo>
                        <a:cubicBezTo>
                          <a:pt x="0" y="120056"/>
                          <a:pt x="1585" y="121641"/>
                          <a:pt x="3541" y="121641"/>
                        </a:cubicBezTo>
                        <a:lnTo>
                          <a:pt x="140256" y="121642"/>
                        </a:lnTo>
                        <a:lnTo>
                          <a:pt x="140256" y="121641"/>
                        </a:lnTo>
                        <a:cubicBezTo>
                          <a:pt x="142212" y="121641"/>
                          <a:pt x="143798" y="120056"/>
                          <a:pt x="143798" y="118100"/>
                        </a:cubicBezTo>
                        <a:lnTo>
                          <a:pt x="143798" y="3542"/>
                        </a:lnTo>
                        <a:cubicBezTo>
                          <a:pt x="143798" y="1585"/>
                          <a:pt x="142212" y="0"/>
                          <a:pt x="140256" y="0"/>
                        </a:cubicBezTo>
                        <a:lnTo>
                          <a:pt x="354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2701" cap="flat">
                    <a:solidFill>
                      <a:srgbClr val="818181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lIns="107999" tIns="0" rIns="0" bIns="0" anchor="ctr"/>
                  <a:lstStyle/>
                  <a:p>
                    <a:endParaRPr lang="en-NL"/>
                  </a:p>
                </p:txBody>
              </p:sp>
              <p:sp>
                <p:nvSpPr>
                  <p:cNvPr id="134" name="Rechthoek 213">
                    <a:extLst>
                      <a:ext uri="{FF2B5EF4-FFF2-40B4-BE49-F238E27FC236}">
                        <a16:creationId xmlns:a16="http://schemas.microsoft.com/office/drawing/2014/main" id="{1A84FFC1-4028-FA12-2556-2CD7C5692DD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80466" y="3809170"/>
                    <a:ext cx="108420" cy="14767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5" name="Rechthoek 214">
                    <a:extLst>
                      <a:ext uri="{FF2B5EF4-FFF2-40B4-BE49-F238E27FC236}">
                        <a16:creationId xmlns:a16="http://schemas.microsoft.com/office/drawing/2014/main" id="{201DF94B-74CF-BE66-920C-3312481606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80466" y="3834179"/>
                    <a:ext cx="42190" cy="64538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6" name="Rechthoek 215">
                    <a:extLst>
                      <a:ext uri="{FF2B5EF4-FFF2-40B4-BE49-F238E27FC236}">
                        <a16:creationId xmlns:a16="http://schemas.microsoft.com/office/drawing/2014/main" id="{1F0FAA2F-3A6E-D9A1-3096-AC2166BD76D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25182" y="3837873"/>
                    <a:ext cx="4805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7" name="Rechthoek 216">
                    <a:extLst>
                      <a:ext uri="{FF2B5EF4-FFF2-40B4-BE49-F238E27FC236}">
                        <a16:creationId xmlns:a16="http://schemas.microsoft.com/office/drawing/2014/main" id="{231E228B-85D8-5DA6-2A39-D34423AB116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25182" y="3863742"/>
                    <a:ext cx="2466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8" name="Rechthoek 217">
                    <a:extLst>
                      <a:ext uri="{FF2B5EF4-FFF2-40B4-BE49-F238E27FC236}">
                        <a16:creationId xmlns:a16="http://schemas.microsoft.com/office/drawing/2014/main" id="{3733E95F-8295-71D0-FEA7-80248FB81F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25182" y="3889610"/>
                    <a:ext cx="2466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2" name="Boog 211">
                  <a:extLst>
                    <a:ext uri="{FF2B5EF4-FFF2-40B4-BE49-F238E27FC236}">
                      <a16:creationId xmlns:a16="http://schemas.microsoft.com/office/drawing/2014/main" id="{E6DD3123-4F63-65A7-C558-ED4E9D3245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-3962915">
                  <a:off x="-2486866" y="3834225"/>
                  <a:ext cx="218962" cy="92080"/>
                </a:xfrm>
                <a:custGeom>
                  <a:avLst/>
                  <a:gdLst>
                    <a:gd name="T0" fmla="*/ 109481 w 218962"/>
                    <a:gd name="T1" fmla="*/ 0 h 92080"/>
                    <a:gd name="T2" fmla="*/ 218962 w 218962"/>
                    <a:gd name="T3" fmla="*/ 46040 h 92080"/>
                    <a:gd name="T4" fmla="*/ 109481 w 218962"/>
                    <a:gd name="T5" fmla="*/ 92080 h 92080"/>
                    <a:gd name="T6" fmla="*/ 0 w 218962"/>
                    <a:gd name="T7" fmla="*/ 46040 h 92080"/>
                    <a:gd name="T8" fmla="*/ 105456 w 218962"/>
                    <a:gd name="T9" fmla="*/ 31 h 92080"/>
                    <a:gd name="T10" fmla="*/ 109481 w 218962"/>
                    <a:gd name="T11" fmla="*/ 46040 h 92080"/>
                    <a:gd name="T12" fmla="*/ 188429 w 218962"/>
                    <a:gd name="T13" fmla="*/ 77937 h 92080"/>
                    <a:gd name="T14" fmla="*/ 17694720 60000 65536"/>
                    <a:gd name="T15" fmla="*/ 0 60000 65536"/>
                    <a:gd name="T16" fmla="*/ 5898240 60000 65536"/>
                    <a:gd name="T17" fmla="*/ 11796480 60000 65536"/>
                    <a:gd name="T18" fmla="*/ 11796480 60000 65536"/>
                    <a:gd name="T19" fmla="*/ 11796480 60000 65536"/>
                    <a:gd name="T20" fmla="*/ 5898240 60000 65536"/>
                    <a:gd name="T21" fmla="*/ 105456 w 218962"/>
                    <a:gd name="T22" fmla="*/ 0 h 92080"/>
                    <a:gd name="T23" fmla="*/ 218962 w 218962"/>
                    <a:gd name="T24" fmla="*/ 77937 h 9208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18962" h="92080" stroke="0">
                      <a:moveTo>
                        <a:pt x="105456" y="31"/>
                      </a:moveTo>
                      <a:lnTo>
                        <a:pt x="105456" y="31"/>
                      </a:lnTo>
                      <a:cubicBezTo>
                        <a:pt x="106797" y="10"/>
                        <a:pt x="108138" y="0"/>
                        <a:pt x="109481" y="0"/>
                      </a:cubicBezTo>
                      <a:cubicBezTo>
                        <a:pt x="169945" y="0"/>
                        <a:pt x="218962" y="20612"/>
                        <a:pt x="218962" y="46040"/>
                      </a:cubicBezTo>
                      <a:cubicBezTo>
                        <a:pt x="218962" y="57931"/>
                        <a:pt x="208020" y="69361"/>
                        <a:pt x="188429" y="77936"/>
                      </a:cubicBezTo>
                      <a:lnTo>
                        <a:pt x="109481" y="46040"/>
                      </a:lnTo>
                      <a:lnTo>
                        <a:pt x="105456" y="31"/>
                      </a:lnTo>
                      <a:close/>
                    </a:path>
                    <a:path w="218962" h="92080" fill="none">
                      <a:moveTo>
                        <a:pt x="105456" y="31"/>
                      </a:moveTo>
                      <a:lnTo>
                        <a:pt x="105456" y="31"/>
                      </a:lnTo>
                      <a:cubicBezTo>
                        <a:pt x="106797" y="10"/>
                        <a:pt x="108138" y="0"/>
                        <a:pt x="109481" y="0"/>
                      </a:cubicBezTo>
                      <a:cubicBezTo>
                        <a:pt x="169945" y="0"/>
                        <a:pt x="218962" y="20612"/>
                        <a:pt x="218962" y="46040"/>
                      </a:cubicBezTo>
                      <a:cubicBezTo>
                        <a:pt x="218962" y="57931"/>
                        <a:pt x="208020" y="69361"/>
                        <a:pt x="188429" y="77936"/>
                      </a:cubicBezTo>
                    </a:path>
                  </a:pathLst>
                </a:custGeom>
                <a:noFill/>
                <a:ln w="19046" cap="flat">
                  <a:solidFill>
                    <a:srgbClr val="4D82B8"/>
                  </a:solidFill>
                  <a:prstDash val="solid"/>
                  <a:round/>
                  <a:headEnd type="arrow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 anchorCtr="1"/>
                <a:lstStyle/>
                <a:p>
                  <a:endParaRPr lang="en-NL"/>
                </a:p>
              </p:txBody>
            </p:sp>
          </p:grpSp>
          <p:sp>
            <p:nvSpPr>
              <p:cNvPr id="128" name="Tekstvak 207">
                <a:extLst>
                  <a:ext uri="{FF2B5EF4-FFF2-40B4-BE49-F238E27FC236}">
                    <a16:creationId xmlns:a16="http://schemas.microsoft.com/office/drawing/2014/main" id="{5DAF155A-AC49-377E-F205-94F1D613CE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245455" y="3541123"/>
                <a:ext cx="896112" cy="1347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29" name="Tekstvak 208">
                <a:extLst>
                  <a:ext uri="{FF2B5EF4-FFF2-40B4-BE49-F238E27FC236}">
                    <a16:creationId xmlns:a16="http://schemas.microsoft.com/office/drawing/2014/main" id="{0C69B961-CCE7-9F50-100B-6BA6C21085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258888" y="3793552"/>
                <a:ext cx="909544" cy="1264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0" name="Vrije vorm: vorm 209">
                <a:extLst>
                  <a:ext uri="{FF2B5EF4-FFF2-40B4-BE49-F238E27FC236}">
                    <a16:creationId xmlns:a16="http://schemas.microsoft.com/office/drawing/2014/main" id="{D5C26F42-BB10-365C-B90B-81B182703A7C}"/>
                  </a:ext>
                </a:extLst>
              </p:cNvPr>
              <p:cNvSpPr/>
              <p:nvPr/>
            </p:nvSpPr>
            <p:spPr>
              <a:xfrm>
                <a:off x="-1360946" y="3863877"/>
                <a:ext cx="98405" cy="17938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880280"/>
                  <a:gd name="f7" fmla="val 1624084"/>
                  <a:gd name="f8" fmla="val 1262418"/>
                  <a:gd name="f9" fmla="val 313898"/>
                  <a:gd name="f10" fmla="val 996287"/>
                  <a:gd name="f11" fmla="val 620973"/>
                  <a:gd name="f12" fmla="val 839337"/>
                  <a:gd name="f13" fmla="val 1480782"/>
                  <a:gd name="f14" fmla="val 498144"/>
                  <a:gd name="f15" fmla="val 900753"/>
                  <a:gd name="f16" fmla="val 893929"/>
                  <a:gd name="f17" fmla="+- 0 0 -90"/>
                  <a:gd name="f18" fmla="*/ f3 1 880280"/>
                  <a:gd name="f19" fmla="*/ f4 1 1624084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880280"/>
                  <a:gd name="f28" fmla="*/ f24 1 1624084"/>
                  <a:gd name="f29" fmla="*/ 0 f25 1"/>
                  <a:gd name="f30" fmla="*/ 0 f24 1"/>
                  <a:gd name="f31" fmla="*/ 1262418 f24 1"/>
                  <a:gd name="f32" fmla="*/ 620973 f25 1"/>
                  <a:gd name="f33" fmla="*/ 1624084 f24 1"/>
                  <a:gd name="f34" fmla="*/ 839337 f25 1"/>
                  <a:gd name="f35" fmla="*/ 1480782 f24 1"/>
                  <a:gd name="f36" fmla="*/ 900753 f24 1"/>
                  <a:gd name="f37" fmla="*/ 880280 f25 1"/>
                  <a:gd name="f38" fmla="*/ 893929 f24 1"/>
                  <a:gd name="f39" fmla="*/ 313898 f25 1"/>
                  <a:gd name="f40" fmla="*/ 996287 f24 1"/>
                  <a:gd name="f41" fmla="*/ 498144 f25 1"/>
                  <a:gd name="f42" fmla="+- f26 0 f1"/>
                  <a:gd name="f43" fmla="*/ f29 1 880280"/>
                  <a:gd name="f44" fmla="*/ f30 1 1624084"/>
                  <a:gd name="f45" fmla="*/ f31 1 1624084"/>
                  <a:gd name="f46" fmla="*/ f32 1 880280"/>
                  <a:gd name="f47" fmla="*/ f33 1 1624084"/>
                  <a:gd name="f48" fmla="*/ f34 1 880280"/>
                  <a:gd name="f49" fmla="*/ f35 1 1624084"/>
                  <a:gd name="f50" fmla="*/ f36 1 1624084"/>
                  <a:gd name="f51" fmla="*/ f37 1 880280"/>
                  <a:gd name="f52" fmla="*/ f38 1 1624084"/>
                  <a:gd name="f53" fmla="*/ f39 1 880280"/>
                  <a:gd name="f54" fmla="*/ f40 1 1624084"/>
                  <a:gd name="f55" fmla="*/ f41 1 880280"/>
                  <a:gd name="f56" fmla="*/ f20 1 f27"/>
                  <a:gd name="f57" fmla="*/ f21 1 f27"/>
                  <a:gd name="f58" fmla="*/ f20 1 f28"/>
                  <a:gd name="f59" fmla="*/ f22 1 f28"/>
                  <a:gd name="f60" fmla="*/ f43 1 f27"/>
                  <a:gd name="f61" fmla="*/ f44 1 f28"/>
                  <a:gd name="f62" fmla="*/ f45 1 f28"/>
                  <a:gd name="f63" fmla="*/ f53 1 f27"/>
                  <a:gd name="f64" fmla="*/ f54 1 f28"/>
                  <a:gd name="f65" fmla="*/ f46 1 f27"/>
                  <a:gd name="f66" fmla="*/ f47 1 f28"/>
                  <a:gd name="f67" fmla="*/ f48 1 f27"/>
                  <a:gd name="f68" fmla="*/ f49 1 f28"/>
                  <a:gd name="f69" fmla="*/ f55 1 f27"/>
                  <a:gd name="f70" fmla="*/ f50 1 f28"/>
                  <a:gd name="f71" fmla="*/ f51 1 f27"/>
                  <a:gd name="f72" fmla="*/ f52 1 f28"/>
                  <a:gd name="f73" fmla="*/ f56 f18 1"/>
                  <a:gd name="f74" fmla="*/ f57 f18 1"/>
                  <a:gd name="f75" fmla="*/ f59 f19 1"/>
                  <a:gd name="f76" fmla="*/ f58 f19 1"/>
                  <a:gd name="f77" fmla="*/ f60 f18 1"/>
                  <a:gd name="f78" fmla="*/ f61 f19 1"/>
                  <a:gd name="f79" fmla="*/ f62 f19 1"/>
                  <a:gd name="f80" fmla="*/ f63 f18 1"/>
                  <a:gd name="f81" fmla="*/ f64 f19 1"/>
                  <a:gd name="f82" fmla="*/ f65 f18 1"/>
                  <a:gd name="f83" fmla="*/ f66 f19 1"/>
                  <a:gd name="f84" fmla="*/ f67 f18 1"/>
                  <a:gd name="f85" fmla="*/ f68 f19 1"/>
                  <a:gd name="f86" fmla="*/ f69 f18 1"/>
                  <a:gd name="f87" fmla="*/ f70 f19 1"/>
                  <a:gd name="f88" fmla="*/ f71 f18 1"/>
                  <a:gd name="f89" fmla="*/ f72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42">
                    <a:pos x="f77" y="f78"/>
                  </a:cxn>
                  <a:cxn ang="f42">
                    <a:pos x="f77" y="f79"/>
                  </a:cxn>
                  <a:cxn ang="f42">
                    <a:pos x="f80" y="f81"/>
                  </a:cxn>
                  <a:cxn ang="f42">
                    <a:pos x="f82" y="f83"/>
                  </a:cxn>
                  <a:cxn ang="f42">
                    <a:pos x="f84" y="f85"/>
                  </a:cxn>
                  <a:cxn ang="f42">
                    <a:pos x="f86" y="f87"/>
                  </a:cxn>
                  <a:cxn ang="f42">
                    <a:pos x="f88" y="f89"/>
                  </a:cxn>
                  <a:cxn ang="f42">
                    <a:pos x="f77" y="f78"/>
                  </a:cxn>
                </a:cxnLst>
                <a:rect l="f73" t="f76" r="f74" b="f75"/>
                <a:pathLst>
                  <a:path w="880280" h="1624084">
                    <a:moveTo>
                      <a:pt x="f5" y="f5"/>
                    </a:moveTo>
                    <a:lnTo>
                      <a:pt x="f5" y="f8"/>
                    </a:lnTo>
                    <a:lnTo>
                      <a:pt x="f9" y="f10"/>
                    </a:lnTo>
                    <a:lnTo>
                      <a:pt x="f11" y="f7"/>
                    </a:lnTo>
                    <a:lnTo>
                      <a:pt x="f12" y="f13"/>
                    </a:lnTo>
                    <a:lnTo>
                      <a:pt x="f14" y="f15"/>
                    </a:lnTo>
                    <a:lnTo>
                      <a:pt x="f6" y="f16"/>
                    </a:lnTo>
                    <a:lnTo>
                      <a:pt x="f5" y="f5"/>
                    </a:lnTo>
                    <a:close/>
                  </a:path>
                </a:pathLst>
              </a:custGeom>
              <a:solidFill>
                <a:srgbClr val="FFFFFF"/>
              </a:solidFill>
              <a:ln w="12701" cap="flat">
                <a:solidFill>
                  <a:srgbClr val="000000"/>
                </a:solidFill>
                <a:prstDash val="solid"/>
                <a:miter/>
              </a:ln>
            </p:spPr>
            <p:txBody>
              <a:bodyPr lIns="179999" tIns="179999" rIns="179999" bIns="179999" anchor="ctr" anchorCtr="1"/>
              <a:lstStyle/>
              <a:p>
                <a:pPr algn="ctr"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600" cap="all">
                  <a:solidFill>
                    <a:srgbClr val="FFFFFF"/>
                  </a:solidFill>
                  <a:latin typeface="Calibri" pitchFamily="34"/>
                  <a:cs typeface="Calibri" pitchFamily="34"/>
                </a:endParaRPr>
              </a:p>
            </p:txBody>
          </p:sp>
        </p:grpSp>
        <p:grpSp>
          <p:nvGrpSpPr>
            <p:cNvPr id="86" name="Groep 165">
              <a:extLst>
                <a:ext uri="{FF2B5EF4-FFF2-40B4-BE49-F238E27FC236}">
                  <a16:creationId xmlns:a16="http://schemas.microsoft.com/office/drawing/2014/main" id="{558DEC87-34AD-E291-E863-5F867DFA73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786164" y="5680655"/>
              <a:ext cx="3693380" cy="959690"/>
              <a:chOff x="-3786164" y="5680655"/>
              <a:chExt cx="3693380" cy="959690"/>
            </a:xfrm>
          </p:grpSpPr>
          <p:sp>
            <p:nvSpPr>
              <p:cNvPr id="114" name="Rechthoek 193">
                <a:extLst>
                  <a:ext uri="{FF2B5EF4-FFF2-40B4-BE49-F238E27FC236}">
                    <a16:creationId xmlns:a16="http://schemas.microsoft.com/office/drawing/2014/main" id="{6C6D8919-023C-2D20-5ECE-4F3FDFF7EED4}"/>
                  </a:ext>
                </a:extLst>
              </p:cNvPr>
              <p:cNvSpPr/>
              <p:nvPr/>
            </p:nvSpPr>
            <p:spPr>
              <a:xfrm>
                <a:off x="-3786164" y="5811691"/>
                <a:ext cx="3593387" cy="828654"/>
              </a:xfrm>
              <a:prstGeom prst="rect">
                <a:avLst/>
              </a:prstGeom>
              <a:solidFill>
                <a:srgbClr val="ECECEC"/>
              </a:solidFill>
              <a:ln w="6345" cap="flat">
                <a:solidFill>
                  <a:srgbClr val="ECECEC"/>
                </a:solidFill>
                <a:prstDash val="solid"/>
                <a:miter/>
              </a:ln>
            </p:spPr>
            <p:txBody>
              <a:bodyPr lIns="179999" tIns="143999" rIns="179999" bIns="143999" anchor="ctr"/>
              <a:lstStyle/>
              <a:p>
                <a:pPr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Want to know more?</a:t>
                </a:r>
                <a:b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</a:b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Go to the tab</a:t>
                </a: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 'SLIDEBUILDER’ </a:t>
                </a: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and click</a:t>
                </a:r>
                <a:b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</a:b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on the button </a:t>
                </a: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‘Inspiration'</a:t>
                </a:r>
              </a:p>
            </p:txBody>
          </p:sp>
          <p:grpSp>
            <p:nvGrpSpPr>
              <p:cNvPr id="115" name="ICOON_info">
                <a:extLst>
                  <a:ext uri="{FF2B5EF4-FFF2-40B4-BE49-F238E27FC236}">
                    <a16:creationId xmlns:a16="http://schemas.microsoft.com/office/drawing/2014/main" id="{EAB4CD39-6A73-4079-671E-D3CEAB3BDA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76467" y="5680655"/>
                <a:ext cx="283683" cy="283683"/>
                <a:chOff x="-376467" y="5680655"/>
                <a:chExt cx="283683" cy="283683"/>
              </a:xfrm>
            </p:grpSpPr>
            <p:sp>
              <p:nvSpPr>
                <p:cNvPr id="122" name="Ovaal 201">
                  <a:extLst>
                    <a:ext uri="{FF2B5EF4-FFF2-40B4-BE49-F238E27FC236}">
                      <a16:creationId xmlns:a16="http://schemas.microsoft.com/office/drawing/2014/main" id="{D7005E60-2ED7-4E92-524F-323E859E7622}"/>
                    </a:ext>
                  </a:extLst>
                </p:cNvPr>
                <p:cNvSpPr/>
                <p:nvPr/>
              </p:nvSpPr>
              <p:spPr>
                <a:xfrm>
                  <a:off x="-356257" y="5698981"/>
                  <a:ext cx="244427" cy="246057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211F26"/>
                </a:solidFill>
                <a:ln>
                  <a:noFill/>
                  <a:prstDash val="solid"/>
                </a:ln>
              </p:spPr>
              <p:txBody>
                <a:bodyPr lIns="179999" tIns="179999" rIns="179999" bIns="179999" anchor="ctr" anchorCtr="1"/>
                <a:lstStyle/>
                <a:p>
                  <a:pPr algn="ctr" eaLnBrk="1" fontAlgn="auto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600" cap="all">
                    <a:solidFill>
                      <a:srgbClr val="FFFFFF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sp>
              <p:nvSpPr>
                <p:cNvPr id="123" name="Graphic 163" descr="Informatie">
                  <a:extLst>
                    <a:ext uri="{FF2B5EF4-FFF2-40B4-BE49-F238E27FC236}">
                      <a16:creationId xmlns:a16="http://schemas.microsoft.com/office/drawing/2014/main" id="{2C254735-02F1-D9AA-FFAC-07DA5DF22A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376467" y="5680655"/>
                  <a:ext cx="283683" cy="283683"/>
                </a:xfrm>
                <a:custGeom>
                  <a:avLst/>
                  <a:gdLst>
                    <a:gd name="T0" fmla="*/ 141842 w 291719"/>
                    <a:gd name="T1" fmla="*/ 0 h 291719"/>
                    <a:gd name="T2" fmla="*/ 283683 w 291719"/>
                    <a:gd name="T3" fmla="*/ 141842 h 291719"/>
                    <a:gd name="T4" fmla="*/ 141842 w 291719"/>
                    <a:gd name="T5" fmla="*/ 283683 h 291719"/>
                    <a:gd name="T6" fmla="*/ 0 w 291719"/>
                    <a:gd name="T7" fmla="*/ 141842 h 291719"/>
                    <a:gd name="T8" fmla="*/ 141842 w 291719"/>
                    <a:gd name="T9" fmla="*/ 0 h 291719"/>
                    <a:gd name="T10" fmla="*/ 0 w 291719"/>
                    <a:gd name="T11" fmla="*/ 141842 h 291719"/>
                    <a:gd name="T12" fmla="*/ 141842 w 291719"/>
                    <a:gd name="T13" fmla="*/ 283684 h 291719"/>
                    <a:gd name="T14" fmla="*/ 283684 w 291719"/>
                    <a:gd name="T15" fmla="*/ 141842 h 291719"/>
                    <a:gd name="T16" fmla="*/ 141842 w 291719"/>
                    <a:gd name="T17" fmla="*/ 0 h 291719"/>
                    <a:gd name="T18" fmla="*/ 134376 w 291719"/>
                    <a:gd name="T19" fmla="*/ 37327 h 291719"/>
                    <a:gd name="T20" fmla="*/ 153040 w 291719"/>
                    <a:gd name="T21" fmla="*/ 55990 h 291719"/>
                    <a:gd name="T22" fmla="*/ 134376 w 291719"/>
                    <a:gd name="T23" fmla="*/ 74653 h 291719"/>
                    <a:gd name="T24" fmla="*/ 115713 w 291719"/>
                    <a:gd name="T25" fmla="*/ 55990 h 291719"/>
                    <a:gd name="T26" fmla="*/ 134376 w 291719"/>
                    <a:gd name="T27" fmla="*/ 37327 h 291719"/>
                    <a:gd name="T28" fmla="*/ 179169 w 291719"/>
                    <a:gd name="T29" fmla="*/ 246357 h 291719"/>
                    <a:gd name="T30" fmla="*/ 104515 w 291719"/>
                    <a:gd name="T31" fmla="*/ 246357 h 291719"/>
                    <a:gd name="T32" fmla="*/ 104515 w 291719"/>
                    <a:gd name="T33" fmla="*/ 223961 h 291719"/>
                    <a:gd name="T34" fmla="*/ 130644 w 291719"/>
                    <a:gd name="T35" fmla="*/ 223961 h 291719"/>
                    <a:gd name="T36" fmla="*/ 130644 w 291719"/>
                    <a:gd name="T37" fmla="*/ 111981 h 291719"/>
                    <a:gd name="T38" fmla="*/ 108248 w 291719"/>
                    <a:gd name="T39" fmla="*/ 111981 h 291719"/>
                    <a:gd name="T40" fmla="*/ 108248 w 291719"/>
                    <a:gd name="T41" fmla="*/ 89584 h 291719"/>
                    <a:gd name="T42" fmla="*/ 153040 w 291719"/>
                    <a:gd name="T43" fmla="*/ 89584 h 291719"/>
                    <a:gd name="T44" fmla="*/ 153040 w 291719"/>
                    <a:gd name="T45" fmla="*/ 111981 h 291719"/>
                    <a:gd name="T46" fmla="*/ 153040 w 291719"/>
                    <a:gd name="T47" fmla="*/ 223961 h 291719"/>
                    <a:gd name="T48" fmla="*/ 179169 w 291719"/>
                    <a:gd name="T49" fmla="*/ 223961 h 291719"/>
                    <a:gd name="T50" fmla="*/ 179169 w 291719"/>
                    <a:gd name="T51" fmla="*/ 246357 h 291719"/>
                    <a:gd name="T52" fmla="*/ 17694720 60000 65536"/>
                    <a:gd name="T53" fmla="*/ 0 60000 65536"/>
                    <a:gd name="T54" fmla="*/ 5898240 60000 65536"/>
                    <a:gd name="T55" fmla="*/ 1179648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w 291719"/>
                    <a:gd name="T79" fmla="*/ 0 h 291719"/>
                    <a:gd name="T80" fmla="*/ 291719 w 291719"/>
                    <a:gd name="T81" fmla="*/ 291719 h 291719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T78" t="T79" r="T80" b="T81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NL"/>
                </a:p>
              </p:txBody>
            </p:sp>
          </p:grpSp>
          <p:grpSp>
            <p:nvGrpSpPr>
              <p:cNvPr id="116" name="Groep 195">
                <a:extLst>
                  <a:ext uri="{FF2B5EF4-FFF2-40B4-BE49-F238E27FC236}">
                    <a16:creationId xmlns:a16="http://schemas.microsoft.com/office/drawing/2014/main" id="{1DB18C9B-5C97-AA6B-8275-033C8CEECB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938165" y="5938003"/>
                <a:ext cx="627799" cy="576684"/>
                <a:chOff x="-938165" y="5938003"/>
                <a:chExt cx="627799" cy="576684"/>
              </a:xfrm>
            </p:grpSpPr>
            <p:grpSp>
              <p:nvGrpSpPr>
                <p:cNvPr id="117" name="Inspireren">
                  <a:extLst>
                    <a:ext uri="{FF2B5EF4-FFF2-40B4-BE49-F238E27FC236}">
                      <a16:creationId xmlns:a16="http://schemas.microsoft.com/office/drawing/2014/main" id="{3148C920-D889-A68C-632D-E80259DEB56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715847" y="5938003"/>
                  <a:ext cx="169776" cy="242380"/>
                  <a:chOff x="-715847" y="5938003"/>
                  <a:chExt cx="169776" cy="242380"/>
                </a:xfrm>
              </p:grpSpPr>
              <p:sp>
                <p:nvSpPr>
                  <p:cNvPr id="119" name="Freeform 12">
                    <a:extLst>
                      <a:ext uri="{FF2B5EF4-FFF2-40B4-BE49-F238E27FC236}">
                        <a16:creationId xmlns:a16="http://schemas.microsoft.com/office/drawing/2014/main" id="{50F44133-A722-E978-37A7-ED273856871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665646" y="6024826"/>
                    <a:ext cx="68726" cy="62051"/>
                  </a:xfrm>
                  <a:custGeom>
                    <a:avLst/>
                    <a:gdLst>
                      <a:gd name="T0" fmla="*/ 34363 w 319"/>
                      <a:gd name="T1" fmla="*/ 0 h 288"/>
                      <a:gd name="T2" fmla="*/ 68726 w 319"/>
                      <a:gd name="T3" fmla="*/ 31026 h 288"/>
                      <a:gd name="T4" fmla="*/ 34363 w 319"/>
                      <a:gd name="T5" fmla="*/ 62051 h 288"/>
                      <a:gd name="T6" fmla="*/ 0 w 319"/>
                      <a:gd name="T7" fmla="*/ 31026 h 288"/>
                      <a:gd name="T8" fmla="*/ 47397 w 319"/>
                      <a:gd name="T9" fmla="*/ 62051 h 288"/>
                      <a:gd name="T10" fmla="*/ 23052 w 319"/>
                      <a:gd name="T11" fmla="*/ 62051 h 288"/>
                      <a:gd name="T12" fmla="*/ 0 w 319"/>
                      <a:gd name="T13" fmla="*/ 0 h 288"/>
                      <a:gd name="T14" fmla="*/ 68726 w 319"/>
                      <a:gd name="T15" fmla="*/ 0 h 288"/>
                      <a:gd name="T16" fmla="*/ 47397 w 319"/>
                      <a:gd name="T17" fmla="*/ 62051 h 288"/>
                      <a:gd name="T18" fmla="*/ 17694720 60000 65536"/>
                      <a:gd name="T19" fmla="*/ 0 60000 65536"/>
                      <a:gd name="T20" fmla="*/ 5898240 60000 65536"/>
                      <a:gd name="T21" fmla="*/ 1179648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319"/>
                      <a:gd name="T28" fmla="*/ 0 h 288"/>
                      <a:gd name="T29" fmla="*/ 319 w 319"/>
                      <a:gd name="T30" fmla="*/ 288 h 288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  <p:sp>
                <p:nvSpPr>
                  <p:cNvPr id="120" name="Freeform 13">
                    <a:extLst>
                      <a:ext uri="{FF2B5EF4-FFF2-40B4-BE49-F238E27FC236}">
                        <a16:creationId xmlns:a16="http://schemas.microsoft.com/office/drawing/2014/main" id="{802F527E-07D0-B9DC-D108-F9875FA9221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661120" y="6156252"/>
                    <a:ext cx="60761" cy="24131"/>
                  </a:xfrm>
                  <a:custGeom>
                    <a:avLst/>
                    <a:gdLst>
                      <a:gd name="T0" fmla="*/ 30381 w 251"/>
                      <a:gd name="T1" fmla="*/ 0 h 100"/>
                      <a:gd name="T2" fmla="*/ 60761 w 251"/>
                      <a:gd name="T3" fmla="*/ 12066 h 100"/>
                      <a:gd name="T4" fmla="*/ 30381 w 251"/>
                      <a:gd name="T5" fmla="*/ 24131 h 100"/>
                      <a:gd name="T6" fmla="*/ 0 w 251"/>
                      <a:gd name="T7" fmla="*/ 12066 h 100"/>
                      <a:gd name="T8" fmla="*/ 55435 w 251"/>
                      <a:gd name="T9" fmla="*/ 16892 h 100"/>
                      <a:gd name="T10" fmla="*/ 55435 w 251"/>
                      <a:gd name="T11" fmla="*/ 16650 h 100"/>
                      <a:gd name="T12" fmla="*/ 60761 w 251"/>
                      <a:gd name="T13" fmla="*/ 0 h 100"/>
                      <a:gd name="T14" fmla="*/ 0 w 251"/>
                      <a:gd name="T15" fmla="*/ 0 h 100"/>
                      <a:gd name="T16" fmla="*/ 5326 w 251"/>
                      <a:gd name="T17" fmla="*/ 16650 h 100"/>
                      <a:gd name="T18" fmla="*/ 15251 w 251"/>
                      <a:gd name="T19" fmla="*/ 24131 h 100"/>
                      <a:gd name="T20" fmla="*/ 45510 w 251"/>
                      <a:gd name="T21" fmla="*/ 24131 h 100"/>
                      <a:gd name="T22" fmla="*/ 55435 w 251"/>
                      <a:gd name="T23" fmla="*/ 17133 h 100"/>
                      <a:gd name="T24" fmla="*/ 55435 w 251"/>
                      <a:gd name="T25" fmla="*/ 17133 h 100"/>
                      <a:gd name="T26" fmla="*/ 55435 w 251"/>
                      <a:gd name="T27" fmla="*/ 16892 h 100"/>
                      <a:gd name="T28" fmla="*/ 17694720 60000 65536"/>
                      <a:gd name="T29" fmla="*/ 0 60000 65536"/>
                      <a:gd name="T30" fmla="*/ 5898240 60000 65536"/>
                      <a:gd name="T31" fmla="*/ 1179648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251"/>
                      <a:gd name="T43" fmla="*/ 0 h 100"/>
                      <a:gd name="T44" fmla="*/ 251 w 251"/>
                      <a:gd name="T45" fmla="*/ 100 h 100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  <p:sp>
                <p:nvSpPr>
                  <p:cNvPr id="121" name="Freeform 14">
                    <a:extLst>
                      <a:ext uri="{FF2B5EF4-FFF2-40B4-BE49-F238E27FC236}">
                        <a16:creationId xmlns:a16="http://schemas.microsoft.com/office/drawing/2014/main" id="{99A51FF5-580F-068C-E626-CEEF9F91B07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715847" y="5938003"/>
                    <a:ext cx="169776" cy="208126"/>
                  </a:xfrm>
                  <a:custGeom>
                    <a:avLst/>
                    <a:gdLst>
                      <a:gd name="T0" fmla="*/ 84888 w 702"/>
                      <a:gd name="T1" fmla="*/ 0 h 860"/>
                      <a:gd name="T2" fmla="*/ 169776 w 702"/>
                      <a:gd name="T3" fmla="*/ 104063 h 860"/>
                      <a:gd name="T4" fmla="*/ 84888 w 702"/>
                      <a:gd name="T5" fmla="*/ 208126 h 860"/>
                      <a:gd name="T6" fmla="*/ 0 w 702"/>
                      <a:gd name="T7" fmla="*/ 104063 h 860"/>
                      <a:gd name="T8" fmla="*/ 84888 w 702"/>
                      <a:gd name="T9" fmla="*/ 0 h 860"/>
                      <a:gd name="T10" fmla="*/ 0 w 702"/>
                      <a:gd name="T11" fmla="*/ 84944 h 860"/>
                      <a:gd name="T12" fmla="*/ 32407 w 702"/>
                      <a:gd name="T13" fmla="*/ 151738 h 860"/>
                      <a:gd name="T14" fmla="*/ 39905 w 702"/>
                      <a:gd name="T15" fmla="*/ 173761 h 860"/>
                      <a:gd name="T16" fmla="*/ 64331 w 702"/>
                      <a:gd name="T17" fmla="*/ 173761 h 860"/>
                      <a:gd name="T18" fmla="*/ 64331 w 702"/>
                      <a:gd name="T19" fmla="*/ 173761 h 860"/>
                      <a:gd name="T20" fmla="*/ 104961 w 702"/>
                      <a:gd name="T21" fmla="*/ 173761 h 860"/>
                      <a:gd name="T22" fmla="*/ 101334 w 702"/>
                      <a:gd name="T23" fmla="*/ 183925 h 860"/>
                      <a:gd name="T24" fmla="*/ 68684 w 702"/>
                      <a:gd name="T25" fmla="*/ 183925 h 860"/>
                      <a:gd name="T26" fmla="*/ 68684 w 702"/>
                      <a:gd name="T27" fmla="*/ 183925 h 860"/>
                      <a:gd name="T28" fmla="*/ 43290 w 702"/>
                      <a:gd name="T29" fmla="*/ 183925 h 860"/>
                      <a:gd name="T30" fmla="*/ 51271 w 702"/>
                      <a:gd name="T31" fmla="*/ 208126 h 860"/>
                      <a:gd name="T32" fmla="*/ 51271 w 702"/>
                      <a:gd name="T33" fmla="*/ 208126 h 860"/>
                      <a:gd name="T34" fmla="*/ 52239 w 702"/>
                      <a:gd name="T35" fmla="*/ 208126 h 860"/>
                      <a:gd name="T36" fmla="*/ 118021 w 702"/>
                      <a:gd name="T37" fmla="*/ 208126 h 860"/>
                      <a:gd name="T38" fmla="*/ 118746 w 702"/>
                      <a:gd name="T39" fmla="*/ 208126 h 860"/>
                      <a:gd name="T40" fmla="*/ 137852 w 702"/>
                      <a:gd name="T41" fmla="*/ 151254 h 860"/>
                      <a:gd name="T42" fmla="*/ 169776 w 702"/>
                      <a:gd name="T43" fmla="*/ 84944 h 860"/>
                      <a:gd name="T44" fmla="*/ 84888 w 702"/>
                      <a:gd name="T45" fmla="*/ 0 h 860"/>
                      <a:gd name="T46" fmla="*/ 141964 w 702"/>
                      <a:gd name="T47" fmla="*/ 105999 h 860"/>
                      <a:gd name="T48" fmla="*/ 117295 w 702"/>
                      <a:gd name="T49" fmla="*/ 136250 h 860"/>
                      <a:gd name="T50" fmla="*/ 109798 w 702"/>
                      <a:gd name="T51" fmla="*/ 159241 h 860"/>
                      <a:gd name="T52" fmla="*/ 60462 w 702"/>
                      <a:gd name="T53" fmla="*/ 159241 h 860"/>
                      <a:gd name="T54" fmla="*/ 52964 w 702"/>
                      <a:gd name="T55" fmla="*/ 136734 h 860"/>
                      <a:gd name="T56" fmla="*/ 27812 w 702"/>
                      <a:gd name="T57" fmla="*/ 106241 h 860"/>
                      <a:gd name="T58" fmla="*/ 23943 w 702"/>
                      <a:gd name="T59" fmla="*/ 84944 h 860"/>
                      <a:gd name="T60" fmla="*/ 84888 w 702"/>
                      <a:gd name="T61" fmla="*/ 23959 h 860"/>
                      <a:gd name="T62" fmla="*/ 145833 w 702"/>
                      <a:gd name="T63" fmla="*/ 84944 h 860"/>
                      <a:gd name="T64" fmla="*/ 141964 w 702"/>
                      <a:gd name="T65" fmla="*/ 105999 h 860"/>
                      <a:gd name="T66" fmla="*/ 17694720 60000 65536"/>
                      <a:gd name="T67" fmla="*/ 0 60000 65536"/>
                      <a:gd name="T68" fmla="*/ 5898240 60000 65536"/>
                      <a:gd name="T69" fmla="*/ 1179648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w 702"/>
                      <a:gd name="T100" fmla="*/ 0 h 860"/>
                      <a:gd name="T101" fmla="*/ 702 w 702"/>
                      <a:gd name="T102" fmla="*/ 860 h 860"/>
                    </a:gdLst>
                    <a:ahLst/>
                    <a:cxnLst>
                      <a:cxn ang="T66">
                        <a:pos x="T0" y="T1"/>
                      </a:cxn>
                      <a:cxn ang="T67">
                        <a:pos x="T2" y="T3"/>
                      </a:cxn>
                      <a:cxn ang="T68">
                        <a:pos x="T4" y="T5"/>
                      </a:cxn>
                      <a:cxn ang="T69">
                        <a:pos x="T6" y="T7"/>
                      </a:cxn>
                      <a:cxn ang="T70">
                        <a:pos x="T8" y="T9"/>
                      </a:cxn>
                      <a:cxn ang="T71">
                        <a:pos x="T10" y="T11"/>
                      </a:cxn>
                      <a:cxn ang="T72">
                        <a:pos x="T12" y="T13"/>
                      </a:cxn>
                      <a:cxn ang="T73">
                        <a:pos x="T14" y="T15"/>
                      </a:cxn>
                      <a:cxn ang="T74">
                        <a:pos x="T16" y="T17"/>
                      </a:cxn>
                      <a:cxn ang="T75">
                        <a:pos x="T18" y="T19"/>
                      </a:cxn>
                      <a:cxn ang="T76">
                        <a:pos x="T20" y="T21"/>
                      </a:cxn>
                      <a:cxn ang="T77">
                        <a:pos x="T22" y="T23"/>
                      </a:cxn>
                      <a:cxn ang="T78">
                        <a:pos x="T24" y="T25"/>
                      </a:cxn>
                      <a:cxn ang="T79">
                        <a:pos x="T26" y="T27"/>
                      </a:cxn>
                      <a:cxn ang="T80">
                        <a:pos x="T28" y="T29"/>
                      </a:cxn>
                      <a:cxn ang="T81">
                        <a:pos x="T30" y="T31"/>
                      </a:cxn>
                      <a:cxn ang="T82">
                        <a:pos x="T32" y="T33"/>
                      </a:cxn>
                      <a:cxn ang="T83">
                        <a:pos x="T34" y="T35"/>
                      </a:cxn>
                      <a:cxn ang="T84">
                        <a:pos x="T36" y="T37"/>
                      </a:cxn>
                      <a:cxn ang="T85">
                        <a:pos x="T38" y="T39"/>
                      </a:cxn>
                      <a:cxn ang="T86">
                        <a:pos x="T40" y="T41"/>
                      </a:cxn>
                      <a:cxn ang="T87">
                        <a:pos x="T42" y="T43"/>
                      </a:cxn>
                      <a:cxn ang="T88">
                        <a:pos x="T44" y="T45"/>
                      </a:cxn>
                      <a:cxn ang="T89">
                        <a:pos x="T46" y="T47"/>
                      </a:cxn>
                      <a:cxn ang="T90">
                        <a:pos x="T48" y="T49"/>
                      </a:cxn>
                      <a:cxn ang="T91">
                        <a:pos x="T50" y="T51"/>
                      </a:cxn>
                      <a:cxn ang="T92">
                        <a:pos x="T52" y="T53"/>
                      </a:cxn>
                      <a:cxn ang="T93">
                        <a:pos x="T54" y="T55"/>
                      </a:cxn>
                      <a:cxn ang="T94">
                        <a:pos x="T56" y="T57"/>
                      </a:cxn>
                      <a:cxn ang="T95">
                        <a:pos x="T58" y="T59"/>
                      </a:cxn>
                      <a:cxn ang="T96">
                        <a:pos x="T60" y="T61"/>
                      </a:cxn>
                      <a:cxn ang="T97">
                        <a:pos x="T62" y="T63"/>
                      </a:cxn>
                      <a:cxn ang="T98">
                        <a:pos x="T64" y="T65"/>
                      </a:cxn>
                    </a:cxnLst>
                    <a:rect l="T99" t="T100" r="T101" b="T102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</p:grpSp>
            <p:sp>
              <p:nvSpPr>
                <p:cNvPr id="118" name="Tekstvak 197">
                  <a:extLst>
                    <a:ext uri="{FF2B5EF4-FFF2-40B4-BE49-F238E27FC236}">
                      <a16:creationId xmlns:a16="http://schemas.microsoft.com/office/drawing/2014/main" id="{A779B370-0750-1589-F600-058D1D04EF5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-938165" y="6192453"/>
                  <a:ext cx="627799" cy="3222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 anchorCtr="1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altLang="en-NL" sz="100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87" name="Groep 166">
              <a:extLst>
                <a:ext uri="{FF2B5EF4-FFF2-40B4-BE49-F238E27FC236}">
                  <a16:creationId xmlns:a16="http://schemas.microsoft.com/office/drawing/2014/main" id="{682F5FAF-DB3B-8B65-F6C5-69F16F9269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426805" y="5129582"/>
              <a:ext cx="514285" cy="506541"/>
              <a:chOff x="-3426805" y="5129582"/>
              <a:chExt cx="514285" cy="506541"/>
            </a:xfrm>
          </p:grpSpPr>
          <p:grpSp>
            <p:nvGrpSpPr>
              <p:cNvPr id="98" name="Groep 177">
                <a:extLst>
                  <a:ext uri="{FF2B5EF4-FFF2-40B4-BE49-F238E27FC236}">
                    <a16:creationId xmlns:a16="http://schemas.microsoft.com/office/drawing/2014/main" id="{51FB08B1-5CF1-F50D-D9C2-9D1C2028AA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321695" y="5129582"/>
                <a:ext cx="319089" cy="306324"/>
                <a:chOff x="-3321695" y="5129582"/>
                <a:chExt cx="319089" cy="306324"/>
              </a:xfrm>
            </p:grpSpPr>
            <p:grpSp>
              <p:nvGrpSpPr>
                <p:cNvPr id="101" name="Groep 180">
                  <a:extLst>
                    <a:ext uri="{FF2B5EF4-FFF2-40B4-BE49-F238E27FC236}">
                      <a16:creationId xmlns:a16="http://schemas.microsoft.com/office/drawing/2014/main" id="{4CCEFE9D-96A2-6352-E86A-A0037941B79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321695" y="5129582"/>
                  <a:ext cx="282064" cy="270561"/>
                  <a:chOff x="-3321695" y="5129582"/>
                  <a:chExt cx="282064" cy="270561"/>
                </a:xfrm>
              </p:grpSpPr>
              <p:grpSp>
                <p:nvGrpSpPr>
                  <p:cNvPr id="108" name="Groep 187">
                    <a:extLst>
                      <a:ext uri="{FF2B5EF4-FFF2-40B4-BE49-F238E27FC236}">
                        <a16:creationId xmlns:a16="http://schemas.microsoft.com/office/drawing/2014/main" id="{B95D594C-6C0B-6A90-D953-4FEF6304172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-3321695" y="5129582"/>
                    <a:ext cx="282064" cy="270561"/>
                    <a:chOff x="-3321695" y="5129582"/>
                    <a:chExt cx="282064" cy="270561"/>
                  </a:xfrm>
                </p:grpSpPr>
                <p:sp>
                  <p:nvSpPr>
                    <p:cNvPr id="111" name="Rechthoek 190">
                      <a:extLst>
                        <a:ext uri="{FF2B5EF4-FFF2-40B4-BE49-F238E27FC236}">
                          <a16:creationId xmlns:a16="http://schemas.microsoft.com/office/drawing/2014/main" id="{60F897B3-1DF9-30A8-70D1-5EECCF700BC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3321695" y="5129582"/>
                      <a:ext cx="282064" cy="270561"/>
                    </a:xfrm>
                    <a:prstGeom prst="rect">
                      <a:avLst/>
                    </a:prstGeom>
                    <a:noFill/>
                    <a:ln w="12701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lIns="107999" tIns="0" rIns="0" bIns="0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altLang="en-NL" sz="8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2" name="Rechthoek 191">
                      <a:extLst>
                        <a:ext uri="{FF2B5EF4-FFF2-40B4-BE49-F238E27FC236}">
                          <a16:creationId xmlns:a16="http://schemas.microsoft.com/office/drawing/2014/main" id="{B05BEF52-86E6-6F0F-B9DE-E6FEF2C1C9A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3321695" y="5129582"/>
                      <a:ext cx="166237" cy="163814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12701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</p:spPr>
                  <p:txBody>
                    <a:bodyPr lIns="107999" tIns="0" rIns="0" bIns="0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altLang="en-NL" sz="8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3" name="Ovaal 192">
                      <a:extLst>
                        <a:ext uri="{FF2B5EF4-FFF2-40B4-BE49-F238E27FC236}">
                          <a16:creationId xmlns:a16="http://schemas.microsoft.com/office/drawing/2014/main" id="{695F19AD-1C63-1BC6-694F-F1B29FA45F2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3220425" y="5150275"/>
                      <a:ext cx="45866" cy="45866"/>
                    </a:xfrm>
                    <a:custGeom>
                      <a:avLst/>
                      <a:gdLst>
                        <a:gd name="T0" fmla="*/ 22933 w 45866"/>
                        <a:gd name="T1" fmla="*/ 0 h 45866"/>
                        <a:gd name="T2" fmla="*/ 45866 w 45866"/>
                        <a:gd name="T3" fmla="*/ 22933 h 45866"/>
                        <a:gd name="T4" fmla="*/ 22933 w 45866"/>
                        <a:gd name="T5" fmla="*/ 45866 h 45866"/>
                        <a:gd name="T6" fmla="*/ 0 w 45866"/>
                        <a:gd name="T7" fmla="*/ 22933 h 45866"/>
                        <a:gd name="T8" fmla="*/ 6717 w 45866"/>
                        <a:gd name="T9" fmla="*/ 6717 h 45866"/>
                        <a:gd name="T10" fmla="*/ 6717 w 45866"/>
                        <a:gd name="T11" fmla="*/ 39149 h 45866"/>
                        <a:gd name="T12" fmla="*/ 39149 w 45866"/>
                        <a:gd name="T13" fmla="*/ 39149 h 45866"/>
                        <a:gd name="T14" fmla="*/ 39149 w 45866"/>
                        <a:gd name="T15" fmla="*/ 6717 h 45866"/>
                        <a:gd name="T16" fmla="*/ 17694720 60000 65536"/>
                        <a:gd name="T17" fmla="*/ 0 60000 65536"/>
                        <a:gd name="T18" fmla="*/ 5898240 60000 65536"/>
                        <a:gd name="T19" fmla="*/ 11796480 60000 65536"/>
                        <a:gd name="T20" fmla="*/ 17694720 60000 65536"/>
                        <a:gd name="T21" fmla="*/ 5898240 60000 65536"/>
                        <a:gd name="T22" fmla="*/ 5898240 60000 65536"/>
                        <a:gd name="T23" fmla="*/ 17694720 60000 65536"/>
                        <a:gd name="T24" fmla="*/ 6717 w 45866"/>
                        <a:gd name="T25" fmla="*/ 6717 h 45866"/>
                        <a:gd name="T26" fmla="*/ 39149 w 45866"/>
                        <a:gd name="T27" fmla="*/ 39149 h 4586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45866" h="45866">
                          <a:moveTo>
                            <a:pt x="0" y="22933"/>
                          </a:moveTo>
                          <a:lnTo>
                            <a:pt x="0" y="22932"/>
                          </a:lnTo>
                          <a:cubicBezTo>
                            <a:pt x="0" y="35598"/>
                            <a:pt x="10267" y="45866"/>
                            <a:pt x="22933" y="45866"/>
                          </a:cubicBezTo>
                          <a:cubicBezTo>
                            <a:pt x="35598" y="45866"/>
                            <a:pt x="45866" y="35598"/>
                            <a:pt x="45866" y="22933"/>
                          </a:cubicBezTo>
                          <a:cubicBezTo>
                            <a:pt x="45866" y="10267"/>
                            <a:pt x="35598" y="0"/>
                            <a:pt x="22933" y="0"/>
                          </a:cubicBezTo>
                          <a:cubicBezTo>
                            <a:pt x="10267" y="-1"/>
                            <a:pt x="0" y="10267"/>
                            <a:pt x="0" y="22932"/>
                          </a:cubicBezTo>
                          <a:close/>
                        </a:path>
                      </a:pathLst>
                    </a:custGeom>
                    <a:solidFill>
                      <a:srgbClr val="ECC67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tIns="0" rIns="0" bIns="0" anchor="ctr"/>
                    <a:lstStyle/>
                    <a:p>
                      <a:endParaRPr lang="en-NL"/>
                    </a:p>
                  </p:txBody>
                </p:sp>
              </p:grpSp>
              <p:pic>
                <p:nvPicPr>
                  <p:cNvPr id="109" name="Afbeelding 188">
                    <a:extLst>
                      <a:ext uri="{FF2B5EF4-FFF2-40B4-BE49-F238E27FC236}">
                        <a16:creationId xmlns:a16="http://schemas.microsoft.com/office/drawing/2014/main" id="{A6EE45C3-165C-3D9B-FCB7-16C8568A6DC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3313822" y="5196224"/>
                    <a:ext cx="110157" cy="8909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110" name="Afbeelding 189">
                    <a:extLst>
                      <a:ext uri="{FF2B5EF4-FFF2-40B4-BE49-F238E27FC236}">
                        <a16:creationId xmlns:a16="http://schemas.microsoft.com/office/drawing/2014/main" id="{CF6E09B8-62C8-0B34-CA4A-C1E98D6F9C6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3270424" y="5211650"/>
                    <a:ext cx="110157" cy="708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grpSp>
              <p:nvGrpSpPr>
                <p:cNvPr id="102" name="Groep 181">
                  <a:extLst>
                    <a:ext uri="{FF2B5EF4-FFF2-40B4-BE49-F238E27FC236}">
                      <a16:creationId xmlns:a16="http://schemas.microsoft.com/office/drawing/2014/main" id="{B793A6E3-D7D6-CA91-35E2-4BC98393A05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102203" y="5335871"/>
                  <a:ext cx="99597" cy="100035"/>
                  <a:chOff x="-3102203" y="5335871"/>
                  <a:chExt cx="99597" cy="100035"/>
                </a:xfrm>
              </p:grpSpPr>
              <p:sp>
                <p:nvSpPr>
                  <p:cNvPr id="106" name="Rechthoek 185">
                    <a:extLst>
                      <a:ext uri="{FF2B5EF4-FFF2-40B4-BE49-F238E27FC236}">
                        <a16:creationId xmlns:a16="http://schemas.microsoft.com/office/drawing/2014/main" id="{3EF4CB34-EC28-A090-3EF1-77245D4B9A1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102202" y="5335871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7" name="Rechthoek 186">
                    <a:extLst>
                      <a:ext uri="{FF2B5EF4-FFF2-40B4-BE49-F238E27FC236}">
                        <a16:creationId xmlns:a16="http://schemas.microsoft.com/office/drawing/2014/main" id="{CBEB0118-0118-BF95-5FD3-BEB26CB3B5C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13">
                    <a:off x="-3142308" y="5376415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03" name="Groep 182">
                  <a:extLst>
                    <a:ext uri="{FF2B5EF4-FFF2-40B4-BE49-F238E27FC236}">
                      <a16:creationId xmlns:a16="http://schemas.microsoft.com/office/drawing/2014/main" id="{2027E47E-7270-9BEB-80EB-CFEA9EA0A22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130969" y="5308806"/>
                  <a:ext cx="99597" cy="100024"/>
                  <a:chOff x="-3130969" y="5308806"/>
                  <a:chExt cx="99597" cy="100024"/>
                </a:xfrm>
              </p:grpSpPr>
              <p:sp>
                <p:nvSpPr>
                  <p:cNvPr id="104" name="Rechthoek 183">
                    <a:extLst>
                      <a:ext uri="{FF2B5EF4-FFF2-40B4-BE49-F238E27FC236}">
                        <a16:creationId xmlns:a16="http://schemas.microsoft.com/office/drawing/2014/main" id="{A09D93F0-B4CD-B7A2-F488-90B09753D5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0799991">
                    <a:off x="-3130969" y="5389445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5" name="Rechthoek 184">
                    <a:extLst>
                      <a:ext uri="{FF2B5EF4-FFF2-40B4-BE49-F238E27FC236}">
                        <a16:creationId xmlns:a16="http://schemas.microsoft.com/office/drawing/2014/main" id="{3C1D96E3-C479-5CD2-0533-A4F80E14BB0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399996">
                    <a:off x="-3090862" y="5348911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99" name="Rechthoek 178">
                <a:extLst>
                  <a:ext uri="{FF2B5EF4-FFF2-40B4-BE49-F238E27FC236}">
                    <a16:creationId xmlns:a16="http://schemas.microsoft.com/office/drawing/2014/main" id="{832D6E10-05D8-1C17-56E1-B77B2CD5F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426805" y="5461967"/>
                <a:ext cx="514285" cy="1100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0" name="Gelijkbenige driehoek 179">
                <a:extLst>
                  <a:ext uri="{FF2B5EF4-FFF2-40B4-BE49-F238E27FC236}">
                    <a16:creationId xmlns:a16="http://schemas.microsoft.com/office/drawing/2014/main" id="{2BBA40FC-6FBF-5ED2-1D46-6EF552ED1838}"/>
                  </a:ext>
                </a:extLst>
              </p:cNvPr>
              <p:cNvSpPr>
                <a:spLocks/>
              </p:cNvSpPr>
              <p:nvPr/>
            </p:nvSpPr>
            <p:spPr bwMode="auto">
              <a:xfrm rot="10799991">
                <a:off x="-3199339" y="5601193"/>
                <a:ext cx="59335" cy="34930"/>
              </a:xfrm>
              <a:custGeom>
                <a:avLst/>
                <a:gdLst>
                  <a:gd name="T0" fmla="*/ 29668 w 59335"/>
                  <a:gd name="T1" fmla="*/ 0 h 34930"/>
                  <a:gd name="T2" fmla="*/ 59335 w 59335"/>
                  <a:gd name="T3" fmla="*/ 17465 h 34930"/>
                  <a:gd name="T4" fmla="*/ 29668 w 59335"/>
                  <a:gd name="T5" fmla="*/ 34930 h 34930"/>
                  <a:gd name="T6" fmla="*/ 0 w 59335"/>
                  <a:gd name="T7" fmla="*/ 17465 h 34930"/>
                  <a:gd name="T8" fmla="*/ 29667 w 59335"/>
                  <a:gd name="T9" fmla="*/ 0 h 34930"/>
                  <a:gd name="T10" fmla="*/ 14834 w 59335"/>
                  <a:gd name="T11" fmla="*/ 17465 h 34930"/>
                  <a:gd name="T12" fmla="*/ 0 w 59335"/>
                  <a:gd name="T13" fmla="*/ 34930 h 34930"/>
                  <a:gd name="T14" fmla="*/ 29667 w 59335"/>
                  <a:gd name="T15" fmla="*/ 34930 h 34930"/>
                  <a:gd name="T16" fmla="*/ 59335 w 59335"/>
                  <a:gd name="T17" fmla="*/ 34930 h 34930"/>
                  <a:gd name="T18" fmla="*/ 44501 w 59335"/>
                  <a:gd name="T19" fmla="*/ 17465 h 34930"/>
                  <a:gd name="T20" fmla="*/ 17694720 60000 65536"/>
                  <a:gd name="T21" fmla="*/ 0 60000 65536"/>
                  <a:gd name="T22" fmla="*/ 5898240 60000 65536"/>
                  <a:gd name="T23" fmla="*/ 11796480 60000 65536"/>
                  <a:gd name="T24" fmla="*/ 17694720 60000 65536"/>
                  <a:gd name="T25" fmla="*/ 11796480 60000 65536"/>
                  <a:gd name="T26" fmla="*/ 5898240 60000 65536"/>
                  <a:gd name="T27" fmla="*/ 5898240 60000 65536"/>
                  <a:gd name="T28" fmla="*/ 5898240 60000 65536"/>
                  <a:gd name="T29" fmla="*/ 0 60000 65536"/>
                  <a:gd name="T30" fmla="*/ 14834 w 59335"/>
                  <a:gd name="T31" fmla="*/ 17465 h 34930"/>
                  <a:gd name="T32" fmla="*/ 44501 w 59335"/>
                  <a:gd name="T33" fmla="*/ 34930 h 349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9335" h="34930">
                    <a:moveTo>
                      <a:pt x="0" y="34930"/>
                    </a:moveTo>
                    <a:lnTo>
                      <a:pt x="29667" y="0"/>
                    </a:lnTo>
                    <a:lnTo>
                      <a:pt x="59335" y="34930"/>
                    </a:lnTo>
                    <a:lnTo>
                      <a:pt x="0" y="34930"/>
                    </a:lnTo>
                    <a:close/>
                  </a:path>
                </a:pathLst>
              </a:custGeom>
              <a:solidFill>
                <a:srgbClr val="8181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/>
              <a:p>
                <a:endParaRPr lang="en-NL"/>
              </a:p>
            </p:txBody>
          </p:sp>
        </p:grpSp>
        <p:sp>
          <p:nvSpPr>
            <p:cNvPr id="88" name="Ovaal 167">
              <a:extLst>
                <a:ext uri="{FF2B5EF4-FFF2-40B4-BE49-F238E27FC236}">
                  <a16:creationId xmlns:a16="http://schemas.microsoft.com/office/drawing/2014/main" id="{17742468-38CE-73E6-CC6E-6E657FE67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1811179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9" name="Rechthoek 168">
              <a:extLst>
                <a:ext uri="{FF2B5EF4-FFF2-40B4-BE49-F238E27FC236}">
                  <a16:creationId xmlns:a16="http://schemas.microsoft.com/office/drawing/2014/main" id="{06B4A51B-0559-280D-5C12-EFBAD5301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1811188"/>
              <a:ext cx="2944678" cy="326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0" name="Rechthoek 169">
              <a:extLst>
                <a:ext uri="{FF2B5EF4-FFF2-40B4-BE49-F238E27FC236}">
                  <a16:creationId xmlns:a16="http://schemas.microsoft.com/office/drawing/2014/main" id="{4D0F6E69-5D03-43CC-E43F-359E3B23E0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245757"/>
              <a:ext cx="825502" cy="209553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1" name="Groep 170">
              <a:extLst>
                <a:ext uri="{FF2B5EF4-FFF2-40B4-BE49-F238E27FC236}">
                  <a16:creationId xmlns:a16="http://schemas.microsoft.com/office/drawing/2014/main" id="{5C23CD0F-35D4-7DA5-A92A-AA633E90D5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365485" y="1226978"/>
              <a:ext cx="446940" cy="406486"/>
              <a:chOff x="-3365485" y="1226978"/>
              <a:chExt cx="446940" cy="406486"/>
            </a:xfrm>
          </p:grpSpPr>
          <p:grpSp>
            <p:nvGrpSpPr>
              <p:cNvPr id="92" name="Groep 171">
                <a:extLst>
                  <a:ext uri="{FF2B5EF4-FFF2-40B4-BE49-F238E27FC236}">
                    <a16:creationId xmlns:a16="http://schemas.microsoft.com/office/drawing/2014/main" id="{39BE7611-B828-387E-4A7F-0731CF0699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285311" y="1226978"/>
                <a:ext cx="284168" cy="246686"/>
                <a:chOff x="-3285311" y="1226978"/>
                <a:chExt cx="284168" cy="246686"/>
              </a:xfrm>
            </p:grpSpPr>
            <p:sp>
              <p:nvSpPr>
                <p:cNvPr id="94" name="Vrije vorm: vorm 173">
                  <a:extLst>
                    <a:ext uri="{FF2B5EF4-FFF2-40B4-BE49-F238E27FC236}">
                      <a16:creationId xmlns:a16="http://schemas.microsoft.com/office/drawing/2014/main" id="{C7EC5535-3588-AD08-D405-6A17E159C3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3236719" y="1287612"/>
                  <a:ext cx="47978" cy="47868"/>
                </a:xfrm>
                <a:custGeom>
                  <a:avLst/>
                  <a:gdLst>
                    <a:gd name="T0" fmla="*/ 23989 w 371475"/>
                    <a:gd name="T1" fmla="*/ 0 h 371475"/>
                    <a:gd name="T2" fmla="*/ 47978 w 371475"/>
                    <a:gd name="T3" fmla="*/ 23934 h 371475"/>
                    <a:gd name="T4" fmla="*/ 23989 w 371475"/>
                    <a:gd name="T5" fmla="*/ 47868 h 371475"/>
                    <a:gd name="T6" fmla="*/ 0 w 371475"/>
                    <a:gd name="T7" fmla="*/ 23934 h 371475"/>
                    <a:gd name="T8" fmla="*/ 47670 w 371475"/>
                    <a:gd name="T9" fmla="*/ 24241 h 371475"/>
                    <a:gd name="T10" fmla="*/ 24297 w 371475"/>
                    <a:gd name="T11" fmla="*/ 47561 h 371475"/>
                    <a:gd name="T12" fmla="*/ 923 w 371475"/>
                    <a:gd name="T13" fmla="*/ 24241 h 371475"/>
                    <a:gd name="T14" fmla="*/ 24297 w 371475"/>
                    <a:gd name="T15" fmla="*/ 921 h 371475"/>
                    <a:gd name="T16" fmla="*/ 47670 w 371475"/>
                    <a:gd name="T17" fmla="*/ 24241 h 371475"/>
                    <a:gd name="T18" fmla="*/ 17694720 60000 65536"/>
                    <a:gd name="T19" fmla="*/ 0 60000 65536"/>
                    <a:gd name="T20" fmla="*/ 5898240 60000 65536"/>
                    <a:gd name="T21" fmla="*/ 1179648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71475"/>
                    <a:gd name="T28" fmla="*/ 0 h 371475"/>
                    <a:gd name="T29" fmla="*/ 371475 w 371475"/>
                    <a:gd name="T30" fmla="*/ 371475 h 371475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NL"/>
                </a:p>
              </p:txBody>
            </p:sp>
            <p:grpSp>
              <p:nvGrpSpPr>
                <p:cNvPr id="95" name="Groep 174">
                  <a:extLst>
                    <a:ext uri="{FF2B5EF4-FFF2-40B4-BE49-F238E27FC236}">
                      <a16:creationId xmlns:a16="http://schemas.microsoft.com/office/drawing/2014/main" id="{3C1F86DB-BDA4-935B-B71E-4CF0DC2A49C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285311" y="1226978"/>
                  <a:ext cx="284168" cy="246686"/>
                  <a:chOff x="-3285311" y="1226978"/>
                  <a:chExt cx="284168" cy="246686"/>
                </a:xfrm>
              </p:grpSpPr>
              <p:sp>
                <p:nvSpPr>
                  <p:cNvPr id="96" name="Vrije vorm: vorm 175">
                    <a:extLst>
                      <a:ext uri="{FF2B5EF4-FFF2-40B4-BE49-F238E27FC236}">
                        <a16:creationId xmlns:a16="http://schemas.microsoft.com/office/drawing/2014/main" id="{DFC60DA3-B653-B307-40B6-6788DF98929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3285311" y="1226978"/>
                    <a:ext cx="284168" cy="246686"/>
                  </a:xfrm>
                  <a:custGeom>
                    <a:avLst/>
                    <a:gdLst>
                      <a:gd name="T0" fmla="*/ 142084 w 2200275"/>
                      <a:gd name="T1" fmla="*/ 0 h 1914525"/>
                      <a:gd name="T2" fmla="*/ 284168 w 2200275"/>
                      <a:gd name="T3" fmla="*/ 123343 h 1914525"/>
                      <a:gd name="T4" fmla="*/ 142084 w 2200275"/>
                      <a:gd name="T5" fmla="*/ 246686 h 1914525"/>
                      <a:gd name="T6" fmla="*/ 0 w 2200275"/>
                      <a:gd name="T7" fmla="*/ 123343 h 1914525"/>
                      <a:gd name="T8" fmla="*/ 923 w 2200275"/>
                      <a:gd name="T9" fmla="*/ 921 h 1914525"/>
                      <a:gd name="T10" fmla="*/ 923 w 2200275"/>
                      <a:gd name="T11" fmla="*/ 31603 h 1914525"/>
                      <a:gd name="T12" fmla="*/ 55911 w 2200275"/>
                      <a:gd name="T13" fmla="*/ 31603 h 1914525"/>
                      <a:gd name="T14" fmla="*/ 55911 w 2200275"/>
                      <a:gd name="T15" fmla="*/ 31603 h 1914525"/>
                      <a:gd name="T16" fmla="*/ 253106 w 2200275"/>
                      <a:gd name="T17" fmla="*/ 31603 h 1914525"/>
                      <a:gd name="T18" fmla="*/ 253106 w 2200275"/>
                      <a:gd name="T19" fmla="*/ 215697 h 1914525"/>
                      <a:gd name="T20" fmla="*/ 31677 w 2200275"/>
                      <a:gd name="T21" fmla="*/ 215697 h 1914525"/>
                      <a:gd name="T22" fmla="*/ 31677 w 2200275"/>
                      <a:gd name="T23" fmla="*/ 45103 h 1914525"/>
                      <a:gd name="T24" fmla="*/ 923 w 2200275"/>
                      <a:gd name="T25" fmla="*/ 45103 h 1914525"/>
                      <a:gd name="T26" fmla="*/ 923 w 2200275"/>
                      <a:gd name="T27" fmla="*/ 246379 h 1914525"/>
                      <a:gd name="T28" fmla="*/ 283860 w 2200275"/>
                      <a:gd name="T29" fmla="*/ 246379 h 1914525"/>
                      <a:gd name="T30" fmla="*/ 283860 w 2200275"/>
                      <a:gd name="T31" fmla="*/ 921 h 1914525"/>
                      <a:gd name="T32" fmla="*/ 17694720 60000 65536"/>
                      <a:gd name="T33" fmla="*/ 0 60000 65536"/>
                      <a:gd name="T34" fmla="*/ 5898240 60000 65536"/>
                      <a:gd name="T35" fmla="*/ 1179648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2200275"/>
                      <a:gd name="T49" fmla="*/ 0 h 1914525"/>
                      <a:gd name="T50" fmla="*/ 2200275 w 2200275"/>
                      <a:gd name="T51" fmla="*/ 1914525 h 191452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lnTo>
                          <a:pt x="714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NL"/>
                  </a:p>
                </p:txBody>
              </p:sp>
              <p:sp>
                <p:nvSpPr>
                  <p:cNvPr id="97" name="Vrije vorm: vorm 176">
                    <a:extLst>
                      <a:ext uri="{FF2B5EF4-FFF2-40B4-BE49-F238E27FC236}">
                        <a16:creationId xmlns:a16="http://schemas.microsoft.com/office/drawing/2014/main" id="{F1B27E33-7C72-10ED-472D-A72EE8AB3D3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3236847" y="1303321"/>
                    <a:ext cx="185751" cy="114144"/>
                  </a:xfrm>
                  <a:custGeom>
                    <a:avLst/>
                    <a:gdLst>
                      <a:gd name="T0" fmla="*/ 92876 w 1438275"/>
                      <a:gd name="T1" fmla="*/ 0 h 885825"/>
                      <a:gd name="T2" fmla="*/ 185751 w 1438275"/>
                      <a:gd name="T3" fmla="*/ 57072 h 885825"/>
                      <a:gd name="T4" fmla="*/ 92876 w 1438275"/>
                      <a:gd name="T5" fmla="*/ 114144 h 885825"/>
                      <a:gd name="T6" fmla="*/ 0 w 1438275"/>
                      <a:gd name="T7" fmla="*/ 57072 h 885825"/>
                      <a:gd name="T8" fmla="*/ 138206 w 1438275"/>
                      <a:gd name="T9" fmla="*/ 921 h 885825"/>
                      <a:gd name="T10" fmla="*/ 103516 w 1438275"/>
                      <a:gd name="T11" fmla="*/ 35532 h 885825"/>
                      <a:gd name="T12" fmla="*/ 85556 w 1438275"/>
                      <a:gd name="T13" fmla="*/ 17735 h 885825"/>
                      <a:gd name="T14" fmla="*/ 923 w 1438275"/>
                      <a:gd name="T15" fmla="*/ 101073 h 885825"/>
                      <a:gd name="T16" fmla="*/ 13962 w 1438275"/>
                      <a:gd name="T17" fmla="*/ 114083 h 885825"/>
                      <a:gd name="T18" fmla="*/ 85556 w 1438275"/>
                      <a:gd name="T19" fmla="*/ 43632 h 885825"/>
                      <a:gd name="T20" fmla="*/ 119877 w 1438275"/>
                      <a:gd name="T21" fmla="*/ 77998 h 885825"/>
                      <a:gd name="T22" fmla="*/ 132916 w 1438275"/>
                      <a:gd name="T23" fmla="*/ 64866 h 885825"/>
                      <a:gd name="T24" fmla="*/ 116556 w 1438275"/>
                      <a:gd name="T25" fmla="*/ 48542 h 885825"/>
                      <a:gd name="T26" fmla="*/ 138206 w 1438275"/>
                      <a:gd name="T27" fmla="*/ 26940 h 885825"/>
                      <a:gd name="T28" fmla="*/ 172773 w 1438275"/>
                      <a:gd name="T29" fmla="*/ 61920 h 885825"/>
                      <a:gd name="T30" fmla="*/ 185812 w 1438275"/>
                      <a:gd name="T31" fmla="*/ 48787 h 885825"/>
                      <a:gd name="T32" fmla="*/ 17694720 60000 65536"/>
                      <a:gd name="T33" fmla="*/ 0 60000 65536"/>
                      <a:gd name="T34" fmla="*/ 5898240 60000 65536"/>
                      <a:gd name="T35" fmla="*/ 1179648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1438275"/>
                      <a:gd name="T49" fmla="*/ 0 h 885825"/>
                      <a:gd name="T50" fmla="*/ 1438275 w 1438275"/>
                      <a:gd name="T51" fmla="*/ 885825 h 88582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lnTo>
                          <a:pt x="107013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NL"/>
                  </a:p>
                </p:txBody>
              </p:sp>
            </p:grpSp>
          </p:grpSp>
          <p:sp>
            <p:nvSpPr>
              <p:cNvPr id="93" name="Tekstvak 172">
                <a:extLst>
                  <a:ext uri="{FF2B5EF4-FFF2-40B4-BE49-F238E27FC236}">
                    <a16:creationId xmlns:a16="http://schemas.microsoft.com/office/drawing/2014/main" id="{7FC3215E-7414-74E0-F608-BA81EB27B2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365485" y="1489959"/>
                <a:ext cx="446940" cy="1435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8004" rIns="0" bIns="0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0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  <p:sp>
        <p:nvSpPr>
          <p:cNvPr id="2" name="Tijdelijke aanduiding voor tekst 18"/>
          <p:cNvSpPr txBox="1">
            <a:spLocks noGrp="1" noMove="1" noResize="1"/>
          </p:cNvSpPr>
          <p:nvPr>
            <p:ph type="body" idx="4294967295"/>
          </p:nvPr>
        </p:nvSpPr>
        <p:spPr>
          <a:xfrm>
            <a:off x="720364" y="6216740"/>
            <a:ext cx="961198" cy="381597"/>
          </a:xfr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7989907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(M) + text |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INSTRUCTION">
            <a:extLst>
              <a:ext uri="{FF2B5EF4-FFF2-40B4-BE49-F238E27FC236}">
                <a16:creationId xmlns:a16="http://schemas.microsoft.com/office/drawing/2014/main" id="{41807113-6868-138B-0B36-8B3C8211D05F}"/>
              </a:ext>
            </a:extLst>
          </p:cNvPr>
          <p:cNvGrpSpPr>
            <a:grpSpLocks/>
          </p:cNvGrpSpPr>
          <p:nvPr/>
        </p:nvGrpSpPr>
        <p:grpSpPr bwMode="auto">
          <a:xfrm>
            <a:off x="12377738" y="0"/>
            <a:ext cx="3692525" cy="5359400"/>
            <a:chOff x="12377592" y="0"/>
            <a:chExt cx="3693389" cy="5359343"/>
          </a:xfrm>
        </p:grpSpPr>
        <p:sp>
          <p:nvSpPr>
            <p:cNvPr id="4" name="Rechthoek 6">
              <a:extLst>
                <a:ext uri="{FF2B5EF4-FFF2-40B4-BE49-F238E27FC236}">
                  <a16:creationId xmlns:a16="http://schemas.microsoft.com/office/drawing/2014/main" id="{A7A931F8-3596-7EDF-04E4-F4CC08955DAB}"/>
                </a:ext>
              </a:extLst>
            </p:cNvPr>
            <p:cNvSpPr/>
            <p:nvPr/>
          </p:nvSpPr>
          <p:spPr>
            <a:xfrm>
              <a:off x="12377592" y="0"/>
              <a:ext cx="3593353" cy="4641801"/>
            </a:xfrm>
            <a:prstGeom prst="rect">
              <a:avLst/>
            </a:prstGeom>
            <a:solidFill>
              <a:srgbClr val="FFFFFF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Choosing text levels</a:t>
              </a:r>
            </a:p>
          </p:txBody>
        </p:sp>
        <p:sp>
          <p:nvSpPr>
            <p:cNvPr id="5" name="Ovaal 9">
              <a:extLst>
                <a:ext uri="{FF2B5EF4-FFF2-40B4-BE49-F238E27FC236}">
                  <a16:creationId xmlns:a16="http://schemas.microsoft.com/office/drawing/2014/main" id="{CD3C034F-5103-5A02-2774-06C232D67A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1837486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6" name="Rechthoek 10">
              <a:extLst>
                <a:ext uri="{FF2B5EF4-FFF2-40B4-BE49-F238E27FC236}">
                  <a16:creationId xmlns:a16="http://schemas.microsoft.com/office/drawing/2014/main" id="{6C79C6AF-A8DF-C874-3766-77C7337DD3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1837486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57188" indent="-357188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00A6D6"/>
                </a:buClr>
                <a:buSzPct val="100000"/>
                <a:buFont typeface="Calibri" panose="020F0502020204030204" pitchFamily="34" charset="0"/>
                <a:buChar char="•"/>
              </a:pPr>
              <a:r>
                <a:rPr lang="en-GB" altLang="en-NL" sz="1400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7" name="Ovaal 11">
              <a:extLst>
                <a:ext uri="{FF2B5EF4-FFF2-40B4-BE49-F238E27FC236}">
                  <a16:creationId xmlns:a16="http://schemas.microsoft.com/office/drawing/2014/main" id="{34B461CC-8D85-FECC-2BB7-3AFA781CFD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2128768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" name="Rechthoek 12">
              <a:extLst>
                <a:ext uri="{FF2B5EF4-FFF2-40B4-BE49-F238E27FC236}">
                  <a16:creationId xmlns:a16="http://schemas.microsoft.com/office/drawing/2014/main" id="{AD25F541-5172-62D4-7FD2-B95F0F8844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59850" y="1196117"/>
              <a:ext cx="3229048" cy="459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9" name="Rechthoek 13">
              <a:extLst>
                <a:ext uri="{FF2B5EF4-FFF2-40B4-BE49-F238E27FC236}">
                  <a16:creationId xmlns:a16="http://schemas.microsoft.com/office/drawing/2014/main" id="{22520617-4C46-16DE-9EF3-10463C5D00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2128869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715963" indent="-357188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00A6D6"/>
                </a:buClr>
                <a:buSzPct val="100000"/>
                <a:buFont typeface="Calibri" panose="020F0502020204030204" pitchFamily="34" charset="0"/>
                <a:buChar char="•"/>
              </a:pPr>
              <a:r>
                <a:rPr lang="en-GB" altLang="en-NL" sz="1400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0" name="Ovaal 14">
              <a:extLst>
                <a:ext uri="{FF2B5EF4-FFF2-40B4-BE49-F238E27FC236}">
                  <a16:creationId xmlns:a16="http://schemas.microsoft.com/office/drawing/2014/main" id="{E5157880-F135-02E9-AE12-0391EF84E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2420051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1" name="Rechthoek 15">
              <a:extLst>
                <a:ext uri="{FF2B5EF4-FFF2-40B4-BE49-F238E27FC236}">
                  <a16:creationId xmlns:a16="http://schemas.microsoft.com/office/drawing/2014/main" id="{EB8862E2-3DA2-16A9-6A0E-3458736B7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2420261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400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2" name="Ovaal 16">
              <a:extLst>
                <a:ext uri="{FF2B5EF4-FFF2-40B4-BE49-F238E27FC236}">
                  <a16:creationId xmlns:a16="http://schemas.microsoft.com/office/drawing/2014/main" id="{5C5CF25F-897B-95AF-352A-DD6170EE4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2711333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3" name="Rechthoek 17">
              <a:extLst>
                <a:ext uri="{FF2B5EF4-FFF2-40B4-BE49-F238E27FC236}">
                  <a16:creationId xmlns:a16="http://schemas.microsoft.com/office/drawing/2014/main" id="{DFDB089F-E997-731C-136D-2AB4EAC53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2711653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2400" b="1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14" name="Ovaal 20">
              <a:extLst>
                <a:ext uri="{FF2B5EF4-FFF2-40B4-BE49-F238E27FC236}">
                  <a16:creationId xmlns:a16="http://schemas.microsoft.com/office/drawing/2014/main" id="{772BB7B6-E39C-060E-3C4B-1DC63BECA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3002624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5" name="Rechthoek 21">
              <a:extLst>
                <a:ext uri="{FF2B5EF4-FFF2-40B4-BE49-F238E27FC236}">
                  <a16:creationId xmlns:a16="http://schemas.microsoft.com/office/drawing/2014/main" id="{1CF3BB96-71AF-1BCB-D18A-40F19ACA0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3003035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>
                  <a:solidFill>
                    <a:srgbClr val="00A6D6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16" name="Ovaal 22">
              <a:extLst>
                <a:ext uri="{FF2B5EF4-FFF2-40B4-BE49-F238E27FC236}">
                  <a16:creationId xmlns:a16="http://schemas.microsoft.com/office/drawing/2014/main" id="{E3E63005-02C3-0B8D-3250-812E8A425B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3293906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7" name="Rechthoek 23">
              <a:extLst>
                <a:ext uri="{FF2B5EF4-FFF2-40B4-BE49-F238E27FC236}">
                  <a16:creationId xmlns:a16="http://schemas.microsoft.com/office/drawing/2014/main" id="{AB08AA94-1BBD-3486-3549-D56494D8E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3585819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57188" indent="-357188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00A6D6"/>
                </a:buClr>
                <a:buSzPct val="100000"/>
                <a:buFont typeface="Arial" panose="020B0604020202020204" pitchFamily="34" charset="0"/>
                <a:buAutoNum type="arabicPeriod"/>
              </a:pPr>
              <a:r>
                <a:rPr lang="en-GB" altLang="en-NL" sz="1400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18" name="Ovaal 24">
              <a:extLst>
                <a:ext uri="{FF2B5EF4-FFF2-40B4-BE49-F238E27FC236}">
                  <a16:creationId xmlns:a16="http://schemas.microsoft.com/office/drawing/2014/main" id="{669D691F-E092-C1B4-720C-1380905F2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3585188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9" name="Rechthoek 25">
              <a:extLst>
                <a:ext uri="{FF2B5EF4-FFF2-40B4-BE49-F238E27FC236}">
                  <a16:creationId xmlns:a16="http://schemas.microsoft.com/office/drawing/2014/main" id="{618B4EA0-2DA3-5967-C59B-8FBE41C5F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38203" y="3877211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42900" indent="-3429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00A6D6"/>
                </a:buClr>
                <a:buSzPct val="100000"/>
                <a:buFont typeface="Arial" panose="020B0604020202020204" pitchFamily="34" charset="0"/>
                <a:buAutoNum type="alphaLcPeriod"/>
              </a:pPr>
              <a:r>
                <a:rPr lang="en-GB" altLang="en-NL" sz="1400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0" name="Ovaal 26">
              <a:extLst>
                <a:ext uri="{FF2B5EF4-FFF2-40B4-BE49-F238E27FC236}">
                  <a16:creationId xmlns:a16="http://schemas.microsoft.com/office/drawing/2014/main" id="{16130F66-040F-CC3E-5BEB-0063359E3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3876470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1" name="Rechthoek 27">
              <a:extLst>
                <a:ext uri="{FF2B5EF4-FFF2-40B4-BE49-F238E27FC236}">
                  <a16:creationId xmlns:a16="http://schemas.microsoft.com/office/drawing/2014/main" id="{CBE6A605-7EAC-6B8A-6096-433D9F1BE6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4168594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 i="1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2" name="Ovaal 28">
              <a:extLst>
                <a:ext uri="{FF2B5EF4-FFF2-40B4-BE49-F238E27FC236}">
                  <a16:creationId xmlns:a16="http://schemas.microsoft.com/office/drawing/2014/main" id="{2FE7E336-1C87-9297-EDDF-98072E1039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4168594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3" name="Rechthoek 29">
              <a:extLst>
                <a:ext uri="{FF2B5EF4-FFF2-40B4-BE49-F238E27FC236}">
                  <a16:creationId xmlns:a16="http://schemas.microsoft.com/office/drawing/2014/main" id="{D779DBDC-4871-292B-3287-85BB485A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3294427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400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24" name="Rechthoek 30">
              <a:extLst>
                <a:ext uri="{FF2B5EF4-FFF2-40B4-BE49-F238E27FC236}">
                  <a16:creationId xmlns:a16="http://schemas.microsoft.com/office/drawing/2014/main" id="{CA4A0F11-B98D-6DD3-0ABA-D9A0E1E95BA6}"/>
                </a:ext>
              </a:extLst>
            </p:cNvPr>
            <p:cNvSpPr/>
            <p:nvPr/>
          </p:nvSpPr>
          <p:spPr>
            <a:xfrm>
              <a:off x="12377592" y="4530677"/>
              <a:ext cx="3593353" cy="828666"/>
            </a:xfrm>
            <a:prstGeom prst="rect">
              <a:avLst/>
            </a:prstGeom>
            <a:solidFill>
              <a:srgbClr val="ECECEC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 anchor="ctr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Want to know more?</a:t>
              </a:r>
              <a:b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</a:b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Go to the tab</a:t>
              </a: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 'SLIDEBUILDER’ </a:t>
              </a: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and click</a:t>
              </a:r>
              <a:b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</a:b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on the button </a:t>
              </a: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‘Inspiration'</a:t>
              </a:r>
            </a:p>
          </p:txBody>
        </p:sp>
        <p:grpSp>
          <p:nvGrpSpPr>
            <p:cNvPr id="25" name="ICOON_info">
              <a:extLst>
                <a:ext uri="{FF2B5EF4-FFF2-40B4-BE49-F238E27FC236}">
                  <a16:creationId xmlns:a16="http://schemas.microsoft.com/office/drawing/2014/main" id="{8175C908-0DC5-E3D4-3D2D-584536783D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87298" y="4400184"/>
              <a:ext cx="283683" cy="283683"/>
              <a:chOff x="15787298" y="4400184"/>
              <a:chExt cx="283683" cy="283683"/>
            </a:xfrm>
          </p:grpSpPr>
          <p:sp>
            <p:nvSpPr>
              <p:cNvPr id="73" name="Ovaal 79">
                <a:extLst>
                  <a:ext uri="{FF2B5EF4-FFF2-40B4-BE49-F238E27FC236}">
                    <a16:creationId xmlns:a16="http://schemas.microsoft.com/office/drawing/2014/main" id="{6DDDE7E1-4AA7-9CFA-1EB5-7E05F3DBB98F}"/>
                  </a:ext>
                </a:extLst>
              </p:cNvPr>
              <p:cNvSpPr/>
              <p:nvPr/>
            </p:nvSpPr>
            <p:spPr>
              <a:xfrm>
                <a:off x="15807395" y="4419553"/>
                <a:ext cx="244532" cy="244472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211F26"/>
              </a:solidFill>
              <a:ln>
                <a:noFill/>
                <a:prstDash val="solid"/>
              </a:ln>
            </p:spPr>
            <p:txBody>
              <a:bodyPr lIns="179999" tIns="179999" rIns="179999" bIns="179999" anchor="ctr" anchorCtr="1"/>
              <a:lstStyle/>
              <a:p>
                <a:pPr algn="ctr"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600" cap="all">
                  <a:solidFill>
                    <a:srgbClr val="FFFFFF"/>
                  </a:solidFill>
                  <a:latin typeface="Calibri" pitchFamily="34"/>
                  <a:cs typeface="Calibri" pitchFamily="34"/>
                </a:endParaRPr>
              </a:p>
            </p:txBody>
          </p:sp>
          <p:sp>
            <p:nvSpPr>
              <p:cNvPr id="74" name="Graphic 163" descr="Informatie">
                <a:extLst>
                  <a:ext uri="{FF2B5EF4-FFF2-40B4-BE49-F238E27FC236}">
                    <a16:creationId xmlns:a16="http://schemas.microsoft.com/office/drawing/2014/main" id="{29FE8DD3-FBB4-470E-01E4-C8F54128BF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87298" y="4400184"/>
                <a:ext cx="283683" cy="283683"/>
              </a:xfrm>
              <a:custGeom>
                <a:avLst/>
                <a:gdLst>
                  <a:gd name="T0" fmla="*/ 141842 w 291719"/>
                  <a:gd name="T1" fmla="*/ 0 h 291719"/>
                  <a:gd name="T2" fmla="*/ 283683 w 291719"/>
                  <a:gd name="T3" fmla="*/ 141842 h 291719"/>
                  <a:gd name="T4" fmla="*/ 141842 w 291719"/>
                  <a:gd name="T5" fmla="*/ 283683 h 291719"/>
                  <a:gd name="T6" fmla="*/ 0 w 291719"/>
                  <a:gd name="T7" fmla="*/ 141842 h 291719"/>
                  <a:gd name="T8" fmla="*/ 141842 w 291719"/>
                  <a:gd name="T9" fmla="*/ 0 h 291719"/>
                  <a:gd name="T10" fmla="*/ 0 w 291719"/>
                  <a:gd name="T11" fmla="*/ 141842 h 291719"/>
                  <a:gd name="T12" fmla="*/ 141842 w 291719"/>
                  <a:gd name="T13" fmla="*/ 283684 h 291719"/>
                  <a:gd name="T14" fmla="*/ 283684 w 291719"/>
                  <a:gd name="T15" fmla="*/ 141842 h 291719"/>
                  <a:gd name="T16" fmla="*/ 141842 w 291719"/>
                  <a:gd name="T17" fmla="*/ 0 h 291719"/>
                  <a:gd name="T18" fmla="*/ 134376 w 291719"/>
                  <a:gd name="T19" fmla="*/ 37327 h 291719"/>
                  <a:gd name="T20" fmla="*/ 153040 w 291719"/>
                  <a:gd name="T21" fmla="*/ 55990 h 291719"/>
                  <a:gd name="T22" fmla="*/ 134376 w 291719"/>
                  <a:gd name="T23" fmla="*/ 74653 h 291719"/>
                  <a:gd name="T24" fmla="*/ 115713 w 291719"/>
                  <a:gd name="T25" fmla="*/ 55990 h 291719"/>
                  <a:gd name="T26" fmla="*/ 134376 w 291719"/>
                  <a:gd name="T27" fmla="*/ 37327 h 291719"/>
                  <a:gd name="T28" fmla="*/ 179169 w 291719"/>
                  <a:gd name="T29" fmla="*/ 246357 h 291719"/>
                  <a:gd name="T30" fmla="*/ 104515 w 291719"/>
                  <a:gd name="T31" fmla="*/ 246357 h 291719"/>
                  <a:gd name="T32" fmla="*/ 104515 w 291719"/>
                  <a:gd name="T33" fmla="*/ 223961 h 291719"/>
                  <a:gd name="T34" fmla="*/ 130644 w 291719"/>
                  <a:gd name="T35" fmla="*/ 223961 h 291719"/>
                  <a:gd name="T36" fmla="*/ 130644 w 291719"/>
                  <a:gd name="T37" fmla="*/ 111981 h 291719"/>
                  <a:gd name="T38" fmla="*/ 108248 w 291719"/>
                  <a:gd name="T39" fmla="*/ 111981 h 291719"/>
                  <a:gd name="T40" fmla="*/ 108248 w 291719"/>
                  <a:gd name="T41" fmla="*/ 89584 h 291719"/>
                  <a:gd name="T42" fmla="*/ 153040 w 291719"/>
                  <a:gd name="T43" fmla="*/ 89584 h 291719"/>
                  <a:gd name="T44" fmla="*/ 153040 w 291719"/>
                  <a:gd name="T45" fmla="*/ 111981 h 291719"/>
                  <a:gd name="T46" fmla="*/ 153040 w 291719"/>
                  <a:gd name="T47" fmla="*/ 223961 h 291719"/>
                  <a:gd name="T48" fmla="*/ 179169 w 291719"/>
                  <a:gd name="T49" fmla="*/ 223961 h 291719"/>
                  <a:gd name="T50" fmla="*/ 179169 w 291719"/>
                  <a:gd name="T51" fmla="*/ 246357 h 291719"/>
                  <a:gd name="T52" fmla="*/ 17694720 60000 65536"/>
                  <a:gd name="T53" fmla="*/ 0 60000 65536"/>
                  <a:gd name="T54" fmla="*/ 5898240 60000 65536"/>
                  <a:gd name="T55" fmla="*/ 1179648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291719"/>
                  <a:gd name="T79" fmla="*/ 0 h 291719"/>
                  <a:gd name="T80" fmla="*/ 291719 w 291719"/>
                  <a:gd name="T81" fmla="*/ 291719 h 29171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NL"/>
              </a:p>
            </p:txBody>
          </p:sp>
        </p:grpSp>
        <p:grpSp>
          <p:nvGrpSpPr>
            <p:cNvPr id="26" name="VOORBEELD">
              <a:extLst>
                <a:ext uri="{FF2B5EF4-FFF2-40B4-BE49-F238E27FC236}">
                  <a16:creationId xmlns:a16="http://schemas.microsoft.com/office/drawing/2014/main" id="{DEC98398-D628-2182-3B87-840E16A609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58863" y="458672"/>
              <a:ext cx="3234315" cy="558871"/>
              <a:chOff x="12558863" y="458672"/>
              <a:chExt cx="3234315" cy="558871"/>
            </a:xfrm>
          </p:grpSpPr>
          <p:sp>
            <p:nvSpPr>
              <p:cNvPr id="33" name="Rechthoek 39">
                <a:extLst>
                  <a:ext uri="{FF2B5EF4-FFF2-40B4-BE49-F238E27FC236}">
                    <a16:creationId xmlns:a16="http://schemas.microsoft.com/office/drawing/2014/main" id="{5B82E47C-69A6-74EB-DC20-C5836F5260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59850" y="458672"/>
                <a:ext cx="393457" cy="184059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8004" rIns="0" bIns="0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/>
                <a:r>
                  <a:rPr lang="en-GB" altLang="en-NL" sz="9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34" name="Rechthoek 40">
                <a:extLst>
                  <a:ext uri="{FF2B5EF4-FFF2-40B4-BE49-F238E27FC236}">
                    <a16:creationId xmlns:a16="http://schemas.microsoft.com/office/drawing/2014/main" id="{52A76599-4DF1-A421-DA11-88FD120A0C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4843" y="621343"/>
                <a:ext cx="383782" cy="27166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/>
                <a:endPara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5" name="Groep 41">
                <a:extLst>
                  <a:ext uri="{FF2B5EF4-FFF2-40B4-BE49-F238E27FC236}">
                    <a16:creationId xmlns:a16="http://schemas.microsoft.com/office/drawing/2014/main" id="{7C80B45A-AA11-9C7D-8F3C-43084AE42F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77789" y="830869"/>
                <a:ext cx="139418" cy="109563"/>
                <a:chOff x="12777789" y="830869"/>
                <a:chExt cx="139418" cy="109563"/>
              </a:xfrm>
            </p:grpSpPr>
            <p:grpSp>
              <p:nvGrpSpPr>
                <p:cNvPr id="66" name="Groep 72">
                  <a:extLst>
                    <a:ext uri="{FF2B5EF4-FFF2-40B4-BE49-F238E27FC236}">
                      <a16:creationId xmlns:a16="http://schemas.microsoft.com/office/drawing/2014/main" id="{21605C58-7837-0C7F-389D-7807D5F9EAE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777789" y="830869"/>
                  <a:ext cx="139418" cy="109563"/>
                  <a:chOff x="12777789" y="830869"/>
                  <a:chExt cx="139418" cy="109563"/>
                </a:xfrm>
              </p:grpSpPr>
              <p:cxnSp>
                <p:nvCxnSpPr>
                  <p:cNvPr id="68" name="Rechte verbindingslijn 74">
                    <a:extLst>
                      <a:ext uri="{FF2B5EF4-FFF2-40B4-BE49-F238E27FC236}">
                        <a16:creationId xmlns:a16="http://schemas.microsoft.com/office/drawing/2014/main" id="{876CE12A-9644-D4AA-8644-AE0ED3D24F03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777789" y="830869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9" name="Rechte verbindingslijn 75">
                    <a:extLst>
                      <a:ext uri="{FF2B5EF4-FFF2-40B4-BE49-F238E27FC236}">
                        <a16:creationId xmlns:a16="http://schemas.microsoft.com/office/drawing/2014/main" id="{981CB512-6ADB-99D9-5D7C-26EAD45661F2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777789" y="940432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0" name="Rechte verbindingslijn 76">
                    <a:extLst>
                      <a:ext uri="{FF2B5EF4-FFF2-40B4-BE49-F238E27FC236}">
                        <a16:creationId xmlns:a16="http://schemas.microsoft.com/office/drawing/2014/main" id="{5B158701-BB9E-42DD-C03D-5F46AB2135CD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854443" y="913046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1" name="Rechte verbindingslijn 77">
                    <a:extLst>
                      <a:ext uri="{FF2B5EF4-FFF2-40B4-BE49-F238E27FC236}">
                        <a16:creationId xmlns:a16="http://schemas.microsoft.com/office/drawing/2014/main" id="{BC7FD062-C71A-86A5-DFF7-506D64DA8AB7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854443" y="885651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2" name="Rechte verbindingslijn 78">
                    <a:extLst>
                      <a:ext uri="{FF2B5EF4-FFF2-40B4-BE49-F238E27FC236}">
                        <a16:creationId xmlns:a16="http://schemas.microsoft.com/office/drawing/2014/main" id="{D0C17D85-BCD8-0B7F-2E38-B9E461F6A300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854443" y="858264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67" name="Pijl: rechts 73">
                  <a:extLst>
                    <a:ext uri="{FF2B5EF4-FFF2-40B4-BE49-F238E27FC236}">
                      <a16:creationId xmlns:a16="http://schemas.microsoft.com/office/drawing/2014/main" id="{7F3F49B8-2FB4-1EE6-7BA0-CE8D1125CA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777789" y="857039"/>
                  <a:ext cx="58411" cy="56116"/>
                </a:xfrm>
                <a:custGeom>
                  <a:avLst/>
                  <a:gdLst>
                    <a:gd name="T0" fmla="*/ 29206 w 21600"/>
                    <a:gd name="T1" fmla="*/ 0 h 21600"/>
                    <a:gd name="T2" fmla="*/ 58411 w 21600"/>
                    <a:gd name="T3" fmla="*/ 28058 h 21600"/>
                    <a:gd name="T4" fmla="*/ 29206 w 21600"/>
                    <a:gd name="T5" fmla="*/ 56116 h 21600"/>
                    <a:gd name="T6" fmla="*/ 0 w 21600"/>
                    <a:gd name="T7" fmla="*/ 28058 h 21600"/>
                    <a:gd name="T8" fmla="*/ 22705 w 21600"/>
                    <a:gd name="T9" fmla="*/ 0 h 21600"/>
                    <a:gd name="T10" fmla="*/ 22705 w 21600"/>
                    <a:gd name="T11" fmla="*/ 56116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  <p:grpSp>
            <p:nvGrpSpPr>
              <p:cNvPr id="36" name="Groep 42">
                <a:extLst>
                  <a:ext uri="{FF2B5EF4-FFF2-40B4-BE49-F238E27FC236}">
                    <a16:creationId xmlns:a16="http://schemas.microsoft.com/office/drawing/2014/main" id="{D61C2E57-88F7-BB4C-2D8F-F880594C11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558863" y="830869"/>
                <a:ext cx="139418" cy="109563"/>
                <a:chOff x="12558863" y="830869"/>
                <a:chExt cx="139418" cy="109563"/>
              </a:xfrm>
            </p:grpSpPr>
            <p:grpSp>
              <p:nvGrpSpPr>
                <p:cNvPr id="59" name="Groep 65">
                  <a:extLst>
                    <a:ext uri="{FF2B5EF4-FFF2-40B4-BE49-F238E27FC236}">
                      <a16:creationId xmlns:a16="http://schemas.microsoft.com/office/drawing/2014/main" id="{891485FE-5914-855B-A7B2-FB37419FDA1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58863" y="830869"/>
                  <a:ext cx="139418" cy="109563"/>
                  <a:chOff x="12558863" y="830869"/>
                  <a:chExt cx="139418" cy="109563"/>
                </a:xfrm>
              </p:grpSpPr>
              <p:cxnSp>
                <p:nvCxnSpPr>
                  <p:cNvPr id="61" name="Rechte verbindingslijn 67">
                    <a:extLst>
                      <a:ext uri="{FF2B5EF4-FFF2-40B4-BE49-F238E27FC236}">
                        <a16:creationId xmlns:a16="http://schemas.microsoft.com/office/drawing/2014/main" id="{AF62F790-DBEE-E7DD-0683-103B6261AF2A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558863" y="830869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2" name="Rechte verbindingslijn 68">
                    <a:extLst>
                      <a:ext uri="{FF2B5EF4-FFF2-40B4-BE49-F238E27FC236}">
                        <a16:creationId xmlns:a16="http://schemas.microsoft.com/office/drawing/2014/main" id="{E114D077-869D-DD71-4D13-B15A2E863751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558863" y="940432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3" name="Rechte verbindingslijn 69">
                    <a:extLst>
                      <a:ext uri="{FF2B5EF4-FFF2-40B4-BE49-F238E27FC236}">
                        <a16:creationId xmlns:a16="http://schemas.microsoft.com/office/drawing/2014/main" id="{9DA640AE-1BCD-C021-9788-D697CD685D43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635517" y="913046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4" name="Rechte verbindingslijn 70">
                    <a:extLst>
                      <a:ext uri="{FF2B5EF4-FFF2-40B4-BE49-F238E27FC236}">
                        <a16:creationId xmlns:a16="http://schemas.microsoft.com/office/drawing/2014/main" id="{F7AB2A18-1105-3A3A-93D3-5D035E95B98F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635517" y="885651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5" name="Rechte verbindingslijn 71">
                    <a:extLst>
                      <a:ext uri="{FF2B5EF4-FFF2-40B4-BE49-F238E27FC236}">
                        <a16:creationId xmlns:a16="http://schemas.microsoft.com/office/drawing/2014/main" id="{2114DAA4-872C-C973-D348-F11A8EC57595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635517" y="858264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60" name="Pijl: rechts 66">
                  <a:extLst>
                    <a:ext uri="{FF2B5EF4-FFF2-40B4-BE49-F238E27FC236}">
                      <a16:creationId xmlns:a16="http://schemas.microsoft.com/office/drawing/2014/main" id="{670A9EDA-DA65-B01C-D3EB-C82E00847B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2558863" y="857039"/>
                  <a:ext cx="58411" cy="56116"/>
                </a:xfrm>
                <a:custGeom>
                  <a:avLst/>
                  <a:gdLst>
                    <a:gd name="T0" fmla="*/ 29206 w 21600"/>
                    <a:gd name="T1" fmla="*/ 0 h 21600"/>
                    <a:gd name="T2" fmla="*/ 58411 w 21600"/>
                    <a:gd name="T3" fmla="*/ 28058 h 21600"/>
                    <a:gd name="T4" fmla="*/ 29206 w 21600"/>
                    <a:gd name="T5" fmla="*/ 56116 h 21600"/>
                    <a:gd name="T6" fmla="*/ 0 w 21600"/>
                    <a:gd name="T7" fmla="*/ 28058 h 21600"/>
                    <a:gd name="T8" fmla="*/ 22705 w 21600"/>
                    <a:gd name="T9" fmla="*/ 0 h 21600"/>
                    <a:gd name="T10" fmla="*/ 22705 w 21600"/>
                    <a:gd name="T11" fmla="*/ 56116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  <p:cxnSp>
            <p:nvCxnSpPr>
              <p:cNvPr id="37" name="Rechte verbindingslijn 43">
                <a:extLst>
                  <a:ext uri="{FF2B5EF4-FFF2-40B4-BE49-F238E27FC236}">
                    <a16:creationId xmlns:a16="http://schemas.microsoft.com/office/drawing/2014/main" id="{38C89DD9-22BC-83A0-B125-DD905CA2C4B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12704079" y="588169"/>
                <a:ext cx="547680" cy="219072"/>
              </a:xfrm>
              <a:prstGeom prst="straightConnector1">
                <a:avLst/>
              </a:prstGeom>
              <a:noFill/>
              <a:ln w="19046" cap="rnd">
                <a:solidFill>
                  <a:srgbClr val="00A6D6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8" name="Rechte verbindingslijn 44">
                <a:extLst>
                  <a:ext uri="{FF2B5EF4-FFF2-40B4-BE49-F238E27FC236}">
                    <a16:creationId xmlns:a16="http://schemas.microsoft.com/office/drawing/2014/main" id="{B3809EC6-3C48-0F3F-0553-42024A442D6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2939820" y="828675"/>
                <a:ext cx="319089" cy="0"/>
              </a:xfrm>
              <a:prstGeom prst="straightConnector1">
                <a:avLst/>
              </a:prstGeom>
              <a:noFill/>
              <a:ln w="19046" cap="rnd">
                <a:solidFill>
                  <a:srgbClr val="00A6D6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9" name="Rechthoek 45">
                <a:extLst>
                  <a:ext uri="{FF2B5EF4-FFF2-40B4-BE49-F238E27FC236}">
                    <a16:creationId xmlns:a16="http://schemas.microsoft.com/office/drawing/2014/main" id="{E97B6DF8-2B6D-3B04-CBB6-5E022C1B60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132" y="512182"/>
                <a:ext cx="2189046" cy="1510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1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0" name="Rechthoek 46">
                <a:extLst>
                  <a:ext uri="{FF2B5EF4-FFF2-40B4-BE49-F238E27FC236}">
                    <a16:creationId xmlns:a16="http://schemas.microsoft.com/office/drawing/2014/main" id="{C7467984-76C0-836B-8175-29B139069F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132" y="819558"/>
                <a:ext cx="2189046" cy="142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1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1" name="Groep 47">
                <a:extLst>
                  <a:ext uri="{FF2B5EF4-FFF2-40B4-BE49-F238E27FC236}">
                    <a16:creationId xmlns:a16="http://schemas.microsoft.com/office/drawing/2014/main" id="{4DEA70F5-D271-7777-4428-C53AA4227E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247269" y="769165"/>
                <a:ext cx="268742" cy="248378"/>
                <a:chOff x="13247269" y="769165"/>
                <a:chExt cx="268742" cy="248378"/>
              </a:xfrm>
            </p:grpSpPr>
            <p:sp>
              <p:nvSpPr>
                <p:cNvPr id="51" name="Rechthoek 57">
                  <a:extLst>
                    <a:ext uri="{FF2B5EF4-FFF2-40B4-BE49-F238E27FC236}">
                      <a16:creationId xmlns:a16="http://schemas.microsoft.com/office/drawing/2014/main" id="{626D5CB6-1DC9-6898-2854-B03DED5EAD48}"/>
                    </a:ext>
                  </a:extLst>
                </p:cNvPr>
                <p:cNvSpPr/>
                <p:nvPr/>
              </p:nvSpPr>
              <p:spPr>
                <a:xfrm>
                  <a:off x="13247745" y="769930"/>
                  <a:ext cx="268350" cy="247647"/>
                </a:xfrm>
                <a:prstGeom prst="rect">
                  <a:avLst/>
                </a:prstGeom>
                <a:solidFill>
                  <a:srgbClr val="FFFFFF"/>
                </a:solidFill>
                <a:ln w="3172" cap="flat">
                  <a:solidFill>
                    <a:srgbClr val="DADADA"/>
                  </a:solidFill>
                  <a:prstDash val="solid"/>
                  <a:miter/>
                </a:ln>
              </p:spPr>
              <p:txBody>
                <a:bodyPr lIns="0" tIns="0" rIns="0" bIns="0" anchor="ctr" anchorCtr="1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050">
                    <a:solidFill>
                      <a:srgbClr val="211F26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grpSp>
              <p:nvGrpSpPr>
                <p:cNvPr id="52" name="Groep 58">
                  <a:extLst>
                    <a:ext uri="{FF2B5EF4-FFF2-40B4-BE49-F238E27FC236}">
                      <a16:creationId xmlns:a16="http://schemas.microsoft.com/office/drawing/2014/main" id="{27130709-7A34-6049-E0CB-0632BDDE9D8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297287" y="827074"/>
                  <a:ext cx="168697" cy="132570"/>
                  <a:chOff x="13297287" y="827074"/>
                  <a:chExt cx="168697" cy="132570"/>
                </a:xfrm>
              </p:grpSpPr>
              <p:cxnSp>
                <p:nvCxnSpPr>
                  <p:cNvPr id="54" name="Rechte verbindingslijn 60">
                    <a:extLst>
                      <a:ext uri="{FF2B5EF4-FFF2-40B4-BE49-F238E27FC236}">
                        <a16:creationId xmlns:a16="http://schemas.microsoft.com/office/drawing/2014/main" id="{6CE40FE9-3BDB-3584-2879-09C9069EED0C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297287" y="827074"/>
                    <a:ext cx="168697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5" name="Rechte verbindingslijn 61">
                    <a:extLst>
                      <a:ext uri="{FF2B5EF4-FFF2-40B4-BE49-F238E27FC236}">
                        <a16:creationId xmlns:a16="http://schemas.microsoft.com/office/drawing/2014/main" id="{689D4BF4-E81F-2F74-89CA-1B9538CF70FD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297287" y="959644"/>
                    <a:ext cx="168697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6" name="Rechte verbindingslijn 62">
                    <a:extLst>
                      <a:ext uri="{FF2B5EF4-FFF2-40B4-BE49-F238E27FC236}">
                        <a16:creationId xmlns:a16="http://schemas.microsoft.com/office/drawing/2014/main" id="{017F14F1-BEDC-16D3-124D-435AC037F03E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926506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7" name="Rechte verbindingslijn 63">
                    <a:extLst>
                      <a:ext uri="{FF2B5EF4-FFF2-40B4-BE49-F238E27FC236}">
                        <a16:creationId xmlns:a16="http://schemas.microsoft.com/office/drawing/2014/main" id="{E05C9C52-9F70-B888-F5A3-28FF712119C8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893359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8" name="Rechte verbindingslijn 64">
                    <a:extLst>
                      <a:ext uri="{FF2B5EF4-FFF2-40B4-BE49-F238E27FC236}">
                        <a16:creationId xmlns:a16="http://schemas.microsoft.com/office/drawing/2014/main" id="{73CC886D-48A4-B7FB-0A4E-D0468CA96A5A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860212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53" name="Pijl: rechts 59">
                  <a:extLst>
                    <a:ext uri="{FF2B5EF4-FFF2-40B4-BE49-F238E27FC236}">
                      <a16:creationId xmlns:a16="http://schemas.microsoft.com/office/drawing/2014/main" id="{5B8FB37A-D752-23CD-35BD-A4EF6D8943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297287" y="858740"/>
                  <a:ext cx="70673" cy="67903"/>
                </a:xfrm>
                <a:custGeom>
                  <a:avLst/>
                  <a:gdLst>
                    <a:gd name="T0" fmla="*/ 35337 w 21600"/>
                    <a:gd name="T1" fmla="*/ 0 h 21600"/>
                    <a:gd name="T2" fmla="*/ 70673 w 21600"/>
                    <a:gd name="T3" fmla="*/ 33952 h 21600"/>
                    <a:gd name="T4" fmla="*/ 35337 w 21600"/>
                    <a:gd name="T5" fmla="*/ 67903 h 21600"/>
                    <a:gd name="T6" fmla="*/ 0 w 21600"/>
                    <a:gd name="T7" fmla="*/ 33952 h 21600"/>
                    <a:gd name="T8" fmla="*/ 27471 w 21600"/>
                    <a:gd name="T9" fmla="*/ 0 h 21600"/>
                    <a:gd name="T10" fmla="*/ 27471 w 21600"/>
                    <a:gd name="T11" fmla="*/ 67903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  <p:grpSp>
            <p:nvGrpSpPr>
              <p:cNvPr id="42" name="Groep 48">
                <a:extLst>
                  <a:ext uri="{FF2B5EF4-FFF2-40B4-BE49-F238E27FC236}">
                    <a16:creationId xmlns:a16="http://schemas.microsoft.com/office/drawing/2014/main" id="{B99B8080-ED12-9AAB-A119-FCCC44F88E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247269" y="460171"/>
                <a:ext cx="268742" cy="248378"/>
                <a:chOff x="13247269" y="460171"/>
                <a:chExt cx="268742" cy="248378"/>
              </a:xfrm>
            </p:grpSpPr>
            <p:sp>
              <p:nvSpPr>
                <p:cNvPr id="43" name="Rechthoek 49">
                  <a:extLst>
                    <a:ext uri="{FF2B5EF4-FFF2-40B4-BE49-F238E27FC236}">
                      <a16:creationId xmlns:a16="http://schemas.microsoft.com/office/drawing/2014/main" id="{17462653-1930-D65D-44B5-231FD4E73DE3}"/>
                    </a:ext>
                  </a:extLst>
                </p:cNvPr>
                <p:cNvSpPr/>
                <p:nvPr/>
              </p:nvSpPr>
              <p:spPr>
                <a:xfrm>
                  <a:off x="13247745" y="460370"/>
                  <a:ext cx="268350" cy="247647"/>
                </a:xfrm>
                <a:prstGeom prst="rect">
                  <a:avLst/>
                </a:prstGeom>
                <a:solidFill>
                  <a:srgbClr val="FFFFFF"/>
                </a:solidFill>
                <a:ln w="3172" cap="flat">
                  <a:solidFill>
                    <a:srgbClr val="DADADA"/>
                  </a:solidFill>
                  <a:prstDash val="solid"/>
                  <a:miter/>
                </a:ln>
              </p:spPr>
              <p:txBody>
                <a:bodyPr lIns="0" tIns="0" rIns="0" bIns="0" anchor="ctr" anchorCtr="1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050">
                    <a:solidFill>
                      <a:srgbClr val="211F26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grpSp>
              <p:nvGrpSpPr>
                <p:cNvPr id="44" name="Groep 50">
                  <a:extLst>
                    <a:ext uri="{FF2B5EF4-FFF2-40B4-BE49-F238E27FC236}">
                      <a16:creationId xmlns:a16="http://schemas.microsoft.com/office/drawing/2014/main" id="{E980AC99-0B97-C5F2-59C8-D79058DC786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297287" y="518071"/>
                  <a:ext cx="168697" cy="132579"/>
                  <a:chOff x="13297287" y="518071"/>
                  <a:chExt cx="168697" cy="132579"/>
                </a:xfrm>
              </p:grpSpPr>
              <p:cxnSp>
                <p:nvCxnSpPr>
                  <p:cNvPr id="46" name="Rechte verbindingslijn 52">
                    <a:extLst>
                      <a:ext uri="{FF2B5EF4-FFF2-40B4-BE49-F238E27FC236}">
                        <a16:creationId xmlns:a16="http://schemas.microsoft.com/office/drawing/2014/main" id="{CDD12FFD-80C4-B185-59CB-E51B0F163EDB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297287" y="518071"/>
                    <a:ext cx="168697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47" name="Rechte verbindingslijn 53">
                    <a:extLst>
                      <a:ext uri="{FF2B5EF4-FFF2-40B4-BE49-F238E27FC236}">
                        <a16:creationId xmlns:a16="http://schemas.microsoft.com/office/drawing/2014/main" id="{351B5DD7-CA8C-1F08-B0AD-8C7AD16CA844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297287" y="650650"/>
                    <a:ext cx="168697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48" name="Rechte verbindingslijn 54">
                    <a:extLst>
                      <a:ext uri="{FF2B5EF4-FFF2-40B4-BE49-F238E27FC236}">
                        <a16:creationId xmlns:a16="http://schemas.microsoft.com/office/drawing/2014/main" id="{B29E7965-67CB-AC13-ECE5-AA014E7A7E79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617503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49" name="Rechte verbindingslijn 55">
                    <a:extLst>
                      <a:ext uri="{FF2B5EF4-FFF2-40B4-BE49-F238E27FC236}">
                        <a16:creationId xmlns:a16="http://schemas.microsoft.com/office/drawing/2014/main" id="{4DB526ED-B4B7-A937-D27E-4B70B9BAB841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584365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0" name="Rechte verbindingslijn 56">
                    <a:extLst>
                      <a:ext uri="{FF2B5EF4-FFF2-40B4-BE49-F238E27FC236}">
                        <a16:creationId xmlns:a16="http://schemas.microsoft.com/office/drawing/2014/main" id="{6F0EFF34-E68D-6A0E-998C-EB875DAF68E3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551218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45" name="Pijl: rechts 51">
                  <a:extLst>
                    <a:ext uri="{FF2B5EF4-FFF2-40B4-BE49-F238E27FC236}">
                      <a16:creationId xmlns:a16="http://schemas.microsoft.com/office/drawing/2014/main" id="{07626D2D-58EC-F2AF-A1AA-972781C015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3297287" y="549737"/>
                  <a:ext cx="70673" cy="67903"/>
                </a:xfrm>
                <a:custGeom>
                  <a:avLst/>
                  <a:gdLst>
                    <a:gd name="T0" fmla="*/ 35337 w 21600"/>
                    <a:gd name="T1" fmla="*/ 0 h 21600"/>
                    <a:gd name="T2" fmla="*/ 70673 w 21600"/>
                    <a:gd name="T3" fmla="*/ 33952 h 21600"/>
                    <a:gd name="T4" fmla="*/ 35337 w 21600"/>
                    <a:gd name="T5" fmla="*/ 67903 h 21600"/>
                    <a:gd name="T6" fmla="*/ 0 w 21600"/>
                    <a:gd name="T7" fmla="*/ 33952 h 21600"/>
                    <a:gd name="T8" fmla="*/ 27471 w 21600"/>
                    <a:gd name="T9" fmla="*/ 0 h 21600"/>
                    <a:gd name="T10" fmla="*/ 27471 w 21600"/>
                    <a:gd name="T11" fmla="*/ 67903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</p:grpSp>
        <p:grpSp>
          <p:nvGrpSpPr>
            <p:cNvPr id="27" name="Groep 33">
              <a:extLst>
                <a:ext uri="{FF2B5EF4-FFF2-40B4-BE49-F238E27FC236}">
                  <a16:creationId xmlns:a16="http://schemas.microsoft.com/office/drawing/2014/main" id="{20E995C8-D118-5F3F-33D4-5D15BF255D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25601" y="4663037"/>
              <a:ext cx="627799" cy="576684"/>
              <a:chOff x="15225601" y="4663037"/>
              <a:chExt cx="627799" cy="576684"/>
            </a:xfrm>
          </p:grpSpPr>
          <p:grpSp>
            <p:nvGrpSpPr>
              <p:cNvPr id="28" name="Inspireren">
                <a:extLst>
                  <a:ext uri="{FF2B5EF4-FFF2-40B4-BE49-F238E27FC236}">
                    <a16:creationId xmlns:a16="http://schemas.microsoft.com/office/drawing/2014/main" id="{CFC0BC89-2D57-41A5-66DA-5BCF241856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447919" y="4663037"/>
                <a:ext cx="169776" cy="242380"/>
                <a:chOff x="15447919" y="4663037"/>
                <a:chExt cx="169776" cy="242380"/>
              </a:xfrm>
            </p:grpSpPr>
            <p:sp>
              <p:nvSpPr>
                <p:cNvPr id="30" name="Freeform 12">
                  <a:extLst>
                    <a:ext uri="{FF2B5EF4-FFF2-40B4-BE49-F238E27FC236}">
                      <a16:creationId xmlns:a16="http://schemas.microsoft.com/office/drawing/2014/main" id="{5FF3AD2B-6DCE-8538-58C7-07DF570F1D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98119" y="4749869"/>
                  <a:ext cx="68726" cy="62051"/>
                </a:xfrm>
                <a:custGeom>
                  <a:avLst/>
                  <a:gdLst>
                    <a:gd name="T0" fmla="*/ 34363 w 319"/>
                    <a:gd name="T1" fmla="*/ 0 h 288"/>
                    <a:gd name="T2" fmla="*/ 68726 w 319"/>
                    <a:gd name="T3" fmla="*/ 31026 h 288"/>
                    <a:gd name="T4" fmla="*/ 34363 w 319"/>
                    <a:gd name="T5" fmla="*/ 62051 h 288"/>
                    <a:gd name="T6" fmla="*/ 0 w 319"/>
                    <a:gd name="T7" fmla="*/ 31026 h 288"/>
                    <a:gd name="T8" fmla="*/ 47397 w 319"/>
                    <a:gd name="T9" fmla="*/ 62051 h 288"/>
                    <a:gd name="T10" fmla="*/ 23052 w 319"/>
                    <a:gd name="T11" fmla="*/ 62051 h 288"/>
                    <a:gd name="T12" fmla="*/ 0 w 319"/>
                    <a:gd name="T13" fmla="*/ 0 h 288"/>
                    <a:gd name="T14" fmla="*/ 68726 w 319"/>
                    <a:gd name="T15" fmla="*/ 0 h 288"/>
                    <a:gd name="T16" fmla="*/ 47397 w 319"/>
                    <a:gd name="T17" fmla="*/ 62051 h 288"/>
                    <a:gd name="T18" fmla="*/ 17694720 60000 65536"/>
                    <a:gd name="T19" fmla="*/ 0 60000 65536"/>
                    <a:gd name="T20" fmla="*/ 5898240 60000 65536"/>
                    <a:gd name="T21" fmla="*/ 1179648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19"/>
                    <a:gd name="T28" fmla="*/ 0 h 288"/>
                    <a:gd name="T29" fmla="*/ 319 w 319"/>
                    <a:gd name="T30" fmla="*/ 288 h 288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  <p:sp>
              <p:nvSpPr>
                <p:cNvPr id="31" name="Freeform 13">
                  <a:extLst>
                    <a:ext uri="{FF2B5EF4-FFF2-40B4-BE49-F238E27FC236}">
                      <a16:creationId xmlns:a16="http://schemas.microsoft.com/office/drawing/2014/main" id="{18AB9E6F-BA8A-6287-E116-A48E928F23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502637" y="4881286"/>
                  <a:ext cx="60761" cy="24131"/>
                </a:xfrm>
                <a:custGeom>
                  <a:avLst/>
                  <a:gdLst>
                    <a:gd name="T0" fmla="*/ 30381 w 251"/>
                    <a:gd name="T1" fmla="*/ 0 h 100"/>
                    <a:gd name="T2" fmla="*/ 60761 w 251"/>
                    <a:gd name="T3" fmla="*/ 12066 h 100"/>
                    <a:gd name="T4" fmla="*/ 30381 w 251"/>
                    <a:gd name="T5" fmla="*/ 24131 h 100"/>
                    <a:gd name="T6" fmla="*/ 0 w 251"/>
                    <a:gd name="T7" fmla="*/ 12066 h 100"/>
                    <a:gd name="T8" fmla="*/ 55435 w 251"/>
                    <a:gd name="T9" fmla="*/ 16892 h 100"/>
                    <a:gd name="T10" fmla="*/ 55435 w 251"/>
                    <a:gd name="T11" fmla="*/ 16650 h 100"/>
                    <a:gd name="T12" fmla="*/ 60761 w 251"/>
                    <a:gd name="T13" fmla="*/ 0 h 100"/>
                    <a:gd name="T14" fmla="*/ 0 w 251"/>
                    <a:gd name="T15" fmla="*/ 0 h 100"/>
                    <a:gd name="T16" fmla="*/ 5326 w 251"/>
                    <a:gd name="T17" fmla="*/ 16650 h 100"/>
                    <a:gd name="T18" fmla="*/ 15251 w 251"/>
                    <a:gd name="T19" fmla="*/ 24131 h 100"/>
                    <a:gd name="T20" fmla="*/ 45510 w 251"/>
                    <a:gd name="T21" fmla="*/ 24131 h 100"/>
                    <a:gd name="T22" fmla="*/ 55435 w 251"/>
                    <a:gd name="T23" fmla="*/ 17133 h 100"/>
                    <a:gd name="T24" fmla="*/ 55435 w 251"/>
                    <a:gd name="T25" fmla="*/ 17133 h 100"/>
                    <a:gd name="T26" fmla="*/ 55435 w 251"/>
                    <a:gd name="T27" fmla="*/ 16892 h 100"/>
                    <a:gd name="T28" fmla="*/ 17694720 60000 65536"/>
                    <a:gd name="T29" fmla="*/ 0 60000 65536"/>
                    <a:gd name="T30" fmla="*/ 5898240 60000 65536"/>
                    <a:gd name="T31" fmla="*/ 1179648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251"/>
                    <a:gd name="T43" fmla="*/ 0 h 100"/>
                    <a:gd name="T44" fmla="*/ 251 w 251"/>
                    <a:gd name="T45" fmla="*/ 100 h 100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D9FA1"/>
                    </a:gs>
                    <a:gs pos="100000">
                      <a:srgbClr val="211F26"/>
                    </a:gs>
                  </a:gsLst>
                  <a:lin ang="270000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  <p:sp>
              <p:nvSpPr>
                <p:cNvPr id="32" name="Freeform 14">
                  <a:extLst>
                    <a:ext uri="{FF2B5EF4-FFF2-40B4-BE49-F238E27FC236}">
                      <a16:creationId xmlns:a16="http://schemas.microsoft.com/office/drawing/2014/main" id="{69EFC8A7-7EB7-C530-F07C-851CDE3FA8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47919" y="4663037"/>
                  <a:ext cx="169776" cy="208126"/>
                </a:xfrm>
                <a:custGeom>
                  <a:avLst/>
                  <a:gdLst>
                    <a:gd name="T0" fmla="*/ 84888 w 702"/>
                    <a:gd name="T1" fmla="*/ 0 h 860"/>
                    <a:gd name="T2" fmla="*/ 169776 w 702"/>
                    <a:gd name="T3" fmla="*/ 104063 h 860"/>
                    <a:gd name="T4" fmla="*/ 84888 w 702"/>
                    <a:gd name="T5" fmla="*/ 208126 h 860"/>
                    <a:gd name="T6" fmla="*/ 0 w 702"/>
                    <a:gd name="T7" fmla="*/ 104063 h 860"/>
                    <a:gd name="T8" fmla="*/ 84888 w 702"/>
                    <a:gd name="T9" fmla="*/ 0 h 860"/>
                    <a:gd name="T10" fmla="*/ 0 w 702"/>
                    <a:gd name="T11" fmla="*/ 84944 h 860"/>
                    <a:gd name="T12" fmla="*/ 32407 w 702"/>
                    <a:gd name="T13" fmla="*/ 151738 h 860"/>
                    <a:gd name="T14" fmla="*/ 39905 w 702"/>
                    <a:gd name="T15" fmla="*/ 173761 h 860"/>
                    <a:gd name="T16" fmla="*/ 64331 w 702"/>
                    <a:gd name="T17" fmla="*/ 173761 h 860"/>
                    <a:gd name="T18" fmla="*/ 64331 w 702"/>
                    <a:gd name="T19" fmla="*/ 173761 h 860"/>
                    <a:gd name="T20" fmla="*/ 104961 w 702"/>
                    <a:gd name="T21" fmla="*/ 173761 h 860"/>
                    <a:gd name="T22" fmla="*/ 101334 w 702"/>
                    <a:gd name="T23" fmla="*/ 183925 h 860"/>
                    <a:gd name="T24" fmla="*/ 68684 w 702"/>
                    <a:gd name="T25" fmla="*/ 183925 h 860"/>
                    <a:gd name="T26" fmla="*/ 68684 w 702"/>
                    <a:gd name="T27" fmla="*/ 183925 h 860"/>
                    <a:gd name="T28" fmla="*/ 43290 w 702"/>
                    <a:gd name="T29" fmla="*/ 183925 h 860"/>
                    <a:gd name="T30" fmla="*/ 51271 w 702"/>
                    <a:gd name="T31" fmla="*/ 208126 h 860"/>
                    <a:gd name="T32" fmla="*/ 51271 w 702"/>
                    <a:gd name="T33" fmla="*/ 208126 h 860"/>
                    <a:gd name="T34" fmla="*/ 52239 w 702"/>
                    <a:gd name="T35" fmla="*/ 208126 h 860"/>
                    <a:gd name="T36" fmla="*/ 118021 w 702"/>
                    <a:gd name="T37" fmla="*/ 208126 h 860"/>
                    <a:gd name="T38" fmla="*/ 118746 w 702"/>
                    <a:gd name="T39" fmla="*/ 208126 h 860"/>
                    <a:gd name="T40" fmla="*/ 137852 w 702"/>
                    <a:gd name="T41" fmla="*/ 151254 h 860"/>
                    <a:gd name="T42" fmla="*/ 169776 w 702"/>
                    <a:gd name="T43" fmla="*/ 84944 h 860"/>
                    <a:gd name="T44" fmla="*/ 84888 w 702"/>
                    <a:gd name="T45" fmla="*/ 0 h 860"/>
                    <a:gd name="T46" fmla="*/ 141964 w 702"/>
                    <a:gd name="T47" fmla="*/ 105999 h 860"/>
                    <a:gd name="T48" fmla="*/ 117295 w 702"/>
                    <a:gd name="T49" fmla="*/ 136250 h 860"/>
                    <a:gd name="T50" fmla="*/ 109798 w 702"/>
                    <a:gd name="T51" fmla="*/ 159241 h 860"/>
                    <a:gd name="T52" fmla="*/ 60462 w 702"/>
                    <a:gd name="T53" fmla="*/ 159241 h 860"/>
                    <a:gd name="T54" fmla="*/ 52964 w 702"/>
                    <a:gd name="T55" fmla="*/ 136734 h 860"/>
                    <a:gd name="T56" fmla="*/ 27812 w 702"/>
                    <a:gd name="T57" fmla="*/ 106241 h 860"/>
                    <a:gd name="T58" fmla="*/ 23943 w 702"/>
                    <a:gd name="T59" fmla="*/ 84944 h 860"/>
                    <a:gd name="T60" fmla="*/ 84888 w 702"/>
                    <a:gd name="T61" fmla="*/ 23959 h 860"/>
                    <a:gd name="T62" fmla="*/ 145833 w 702"/>
                    <a:gd name="T63" fmla="*/ 84944 h 860"/>
                    <a:gd name="T64" fmla="*/ 141964 w 702"/>
                    <a:gd name="T65" fmla="*/ 105999 h 860"/>
                    <a:gd name="T66" fmla="*/ 17694720 60000 65536"/>
                    <a:gd name="T67" fmla="*/ 0 60000 65536"/>
                    <a:gd name="T68" fmla="*/ 5898240 60000 65536"/>
                    <a:gd name="T69" fmla="*/ 1179648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702"/>
                    <a:gd name="T100" fmla="*/ 0 h 860"/>
                    <a:gd name="T101" fmla="*/ 702 w 702"/>
                    <a:gd name="T102" fmla="*/ 860 h 860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D9FA1"/>
                    </a:gs>
                    <a:gs pos="100000">
                      <a:srgbClr val="211F26"/>
                    </a:gs>
                  </a:gsLst>
                  <a:lin ang="270000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</p:grpSp>
          <p:sp>
            <p:nvSpPr>
              <p:cNvPr id="29" name="Tekstvak 35">
                <a:extLst>
                  <a:ext uri="{FF2B5EF4-FFF2-40B4-BE49-F238E27FC236}">
                    <a16:creationId xmlns:a16="http://schemas.microsoft.com/office/drawing/2014/main" id="{FF37F6BF-9B47-1D1D-91F9-42327B9FA3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225601" y="4917487"/>
                <a:ext cx="627799" cy="322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0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75" name="INSTRUCTION">
            <a:extLst>
              <a:ext uri="{FF2B5EF4-FFF2-40B4-BE49-F238E27FC236}">
                <a16:creationId xmlns:a16="http://schemas.microsoft.com/office/drawing/2014/main" id="{58197BDC-6BD9-77BB-E46A-786E96459891}"/>
              </a:ext>
            </a:extLst>
          </p:cNvPr>
          <p:cNvGrpSpPr>
            <a:grpSpLocks/>
          </p:cNvGrpSpPr>
          <p:nvPr/>
        </p:nvGrpSpPr>
        <p:grpSpPr bwMode="auto">
          <a:xfrm>
            <a:off x="-3786188" y="0"/>
            <a:ext cx="3694113" cy="6640513"/>
            <a:chOff x="-3786164" y="0"/>
            <a:chExt cx="3693380" cy="6640345"/>
          </a:xfrm>
        </p:grpSpPr>
        <p:sp>
          <p:nvSpPr>
            <p:cNvPr id="76" name="Rechthoek 82">
              <a:extLst>
                <a:ext uri="{FF2B5EF4-FFF2-40B4-BE49-F238E27FC236}">
                  <a16:creationId xmlns:a16="http://schemas.microsoft.com/office/drawing/2014/main" id="{EE2181FA-22CE-9C85-4903-FED8C9E0D99F}"/>
                </a:ext>
              </a:extLst>
            </p:cNvPr>
            <p:cNvSpPr/>
            <p:nvPr/>
          </p:nvSpPr>
          <p:spPr>
            <a:xfrm>
              <a:off x="-3786164" y="0"/>
              <a:ext cx="3593387" cy="5991073"/>
            </a:xfrm>
            <a:prstGeom prst="rect">
              <a:avLst/>
            </a:prstGeom>
            <a:solidFill>
              <a:srgbClr val="FFFFFF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Insert/edit an image</a:t>
              </a:r>
            </a:p>
          </p:txBody>
        </p:sp>
        <p:sp>
          <p:nvSpPr>
            <p:cNvPr id="77" name="Ovaal 83">
              <a:extLst>
                <a:ext uri="{FF2B5EF4-FFF2-40B4-BE49-F238E27FC236}">
                  <a16:creationId xmlns:a16="http://schemas.microsoft.com/office/drawing/2014/main" id="{4005972E-BBF2-A06E-29F3-FE53CE99B8F5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465319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78" name="Rechthoek 84">
              <a:extLst>
                <a:ext uri="{FF2B5EF4-FFF2-40B4-BE49-F238E27FC236}">
                  <a16:creationId xmlns:a16="http://schemas.microsoft.com/office/drawing/2014/main" id="{738E6E82-E56E-2282-FEF8-C904E68C5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465319"/>
              <a:ext cx="2962701" cy="668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‘Slidebuilder’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‘Images’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79" name="Ovaal 85">
              <a:extLst>
                <a:ext uri="{FF2B5EF4-FFF2-40B4-BE49-F238E27FC236}">
                  <a16:creationId xmlns:a16="http://schemas.microsoft.com/office/drawing/2014/main" id="{8F4A5C02-6518-2A56-7F14-97F4B8D48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2633938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0" name="Rechthoek 86">
              <a:extLst>
                <a:ext uri="{FF2B5EF4-FFF2-40B4-BE49-F238E27FC236}">
                  <a16:creationId xmlns:a16="http://schemas.microsoft.com/office/drawing/2014/main" id="{121243A8-FD8F-FD0D-CD13-B45CC75FA6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633938"/>
              <a:ext cx="3126342" cy="4627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1" name="Ovaal 87">
              <a:extLst>
                <a:ext uri="{FF2B5EF4-FFF2-40B4-BE49-F238E27FC236}">
                  <a16:creationId xmlns:a16="http://schemas.microsoft.com/office/drawing/2014/main" id="{24A85C7D-DA10-0935-910F-825F59973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4226365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82" name="Rechthoek 88">
              <a:extLst>
                <a:ext uri="{FF2B5EF4-FFF2-40B4-BE49-F238E27FC236}">
                  <a16:creationId xmlns:a16="http://schemas.microsoft.com/office/drawing/2014/main" id="{C77B7B7E-C678-EFFB-7B48-542B54583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4226365"/>
              <a:ext cx="2944678" cy="8209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83" name="Rechthoek 89">
              <a:extLst>
                <a:ext uri="{FF2B5EF4-FFF2-40B4-BE49-F238E27FC236}">
                  <a16:creationId xmlns:a16="http://schemas.microsoft.com/office/drawing/2014/main" id="{6D64415D-A04D-CEC7-8831-EB79DD83F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6839" y="3200262"/>
              <a:ext cx="1239213" cy="719916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12701">
              <a:solidFill>
                <a:srgbClr val="D3D3D3"/>
              </a:solidFill>
              <a:miter lim="800000"/>
              <a:headEnd/>
              <a:tailEnd/>
            </a:ln>
          </p:spPr>
          <p:txBody>
            <a:bodyPr lIns="71999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/>
              <a:endParaRPr lang="en-GB" altLang="en-NL" sz="1000" i="1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84" name="Groep 90">
              <a:extLst>
                <a:ext uri="{FF2B5EF4-FFF2-40B4-BE49-F238E27FC236}">
                  <a16:creationId xmlns:a16="http://schemas.microsoft.com/office/drawing/2014/main" id="{7377A575-17A6-CB0A-A3FB-8440A32018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2485814" y="3479785"/>
              <a:ext cx="1222991" cy="563928"/>
              <a:chOff x="-2485814" y="3479785"/>
              <a:chExt cx="1222991" cy="563928"/>
            </a:xfrm>
          </p:grpSpPr>
          <p:sp>
            <p:nvSpPr>
              <p:cNvPr id="123" name="Rechthoek 129">
                <a:extLst>
                  <a:ext uri="{FF2B5EF4-FFF2-40B4-BE49-F238E27FC236}">
                    <a16:creationId xmlns:a16="http://schemas.microsoft.com/office/drawing/2014/main" id="{38A4FE76-9C0F-CE3D-583F-C8CBBB72C4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485814" y="3479785"/>
                <a:ext cx="1176476" cy="504849"/>
              </a:xfrm>
              <a:prstGeom prst="rect">
                <a:avLst/>
              </a:prstGeom>
              <a:solidFill>
                <a:srgbClr val="FFFFFF"/>
              </a:solidFill>
              <a:ln w="12701">
                <a:solidFill>
                  <a:srgbClr val="D1D1D1"/>
                </a:solidFill>
                <a:miter lim="800000"/>
                <a:headEnd/>
                <a:tailEnd/>
              </a:ln>
            </p:spPr>
            <p:txBody>
              <a:bodyPr lIns="107999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altLang="en-NL" sz="80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4" name="Rechthoek 130">
                <a:extLst>
                  <a:ext uri="{FF2B5EF4-FFF2-40B4-BE49-F238E27FC236}">
                    <a16:creationId xmlns:a16="http://schemas.microsoft.com/office/drawing/2014/main" id="{BEE78A19-3955-06C7-0387-50C7A7F13C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479587" y="3733412"/>
                <a:ext cx="1164003" cy="24670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/>
                <a:endPara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25" name="Groep 131">
                <a:extLst>
                  <a:ext uri="{FF2B5EF4-FFF2-40B4-BE49-F238E27FC236}">
                    <a16:creationId xmlns:a16="http://schemas.microsoft.com/office/drawing/2014/main" id="{96D62B2D-8DA0-E815-ECB3-42C16AF274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403866" y="3541123"/>
                <a:ext cx="155950" cy="131920"/>
                <a:chOff x="-2403866" y="3541123"/>
                <a:chExt cx="155950" cy="131920"/>
              </a:xfrm>
            </p:grpSpPr>
            <p:sp>
              <p:nvSpPr>
                <p:cNvPr id="138" name="Rechthoek: afgeronde hoeken 144">
                  <a:extLst>
                    <a:ext uri="{FF2B5EF4-FFF2-40B4-BE49-F238E27FC236}">
                      <a16:creationId xmlns:a16="http://schemas.microsoft.com/office/drawing/2014/main" id="{9E058D1E-9E66-30C5-B076-F3DEEC36AA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2403866" y="3541123"/>
                  <a:ext cx="155950" cy="131920"/>
                </a:xfrm>
                <a:custGeom>
                  <a:avLst/>
                  <a:gdLst>
                    <a:gd name="T0" fmla="*/ 77975 w 155950"/>
                    <a:gd name="T1" fmla="*/ 0 h 131920"/>
                    <a:gd name="T2" fmla="*/ 155950 w 155950"/>
                    <a:gd name="T3" fmla="*/ 65960 h 131920"/>
                    <a:gd name="T4" fmla="*/ 77975 w 155950"/>
                    <a:gd name="T5" fmla="*/ 131920 h 131920"/>
                    <a:gd name="T6" fmla="*/ 0 w 155950"/>
                    <a:gd name="T7" fmla="*/ 65960 h 131920"/>
                    <a:gd name="T8" fmla="*/ 17694720 60000 65536"/>
                    <a:gd name="T9" fmla="*/ 0 60000 65536"/>
                    <a:gd name="T10" fmla="*/ 5898240 60000 65536"/>
                    <a:gd name="T11" fmla="*/ 11796480 60000 65536"/>
                    <a:gd name="T12" fmla="*/ 1125 w 155950"/>
                    <a:gd name="T13" fmla="*/ 1125 h 131920"/>
                    <a:gd name="T14" fmla="*/ 154825 w 155950"/>
                    <a:gd name="T15" fmla="*/ 130795 h 13192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5950" h="131920">
                      <a:moveTo>
                        <a:pt x="3842" y="0"/>
                      </a:moveTo>
                      <a:lnTo>
                        <a:pt x="3842" y="0"/>
                      </a:lnTo>
                      <a:cubicBezTo>
                        <a:pt x="1720" y="0"/>
                        <a:pt x="0" y="1720"/>
                        <a:pt x="0" y="3841"/>
                      </a:cubicBezTo>
                      <a:lnTo>
                        <a:pt x="0" y="128078"/>
                      </a:lnTo>
                      <a:lnTo>
                        <a:pt x="0" y="128077"/>
                      </a:lnTo>
                      <a:cubicBezTo>
                        <a:pt x="0" y="130199"/>
                        <a:pt x="1720" y="131919"/>
                        <a:pt x="3841" y="131919"/>
                      </a:cubicBezTo>
                      <a:lnTo>
                        <a:pt x="152108" y="131920"/>
                      </a:lnTo>
                      <a:lnTo>
                        <a:pt x="152108" y="131919"/>
                      </a:lnTo>
                      <a:cubicBezTo>
                        <a:pt x="154229" y="131919"/>
                        <a:pt x="155950" y="130199"/>
                        <a:pt x="155950" y="128078"/>
                      </a:cubicBezTo>
                      <a:lnTo>
                        <a:pt x="155950" y="3842"/>
                      </a:lnTo>
                      <a:cubicBezTo>
                        <a:pt x="155950" y="1720"/>
                        <a:pt x="154229" y="0"/>
                        <a:pt x="152108" y="0"/>
                      </a:cubicBezTo>
                      <a:lnTo>
                        <a:pt x="384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701" cap="flat">
                  <a:solidFill>
                    <a:srgbClr val="81818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lIns="107999" tIns="0" rIns="0" bIns="0" anchor="ctr"/>
                <a:lstStyle/>
                <a:p>
                  <a:endParaRPr lang="en-NL"/>
                </a:p>
              </p:txBody>
            </p:sp>
            <p:sp>
              <p:nvSpPr>
                <p:cNvPr id="139" name="Rechthoek 145">
                  <a:extLst>
                    <a:ext uri="{FF2B5EF4-FFF2-40B4-BE49-F238E27FC236}">
                      <a16:creationId xmlns:a16="http://schemas.microsoft.com/office/drawing/2014/main" id="{A6B7F299-E2BE-933A-9591-03C64628C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82167" y="3559228"/>
                  <a:ext cx="117582" cy="1601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0" name="Rechthoek 146">
                  <a:extLst>
                    <a:ext uri="{FF2B5EF4-FFF2-40B4-BE49-F238E27FC236}">
                      <a16:creationId xmlns:a16="http://schemas.microsoft.com/office/drawing/2014/main" id="{FB0AD4A2-76CE-F26E-416F-EDEDDB4C2C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82158" y="3586349"/>
                  <a:ext cx="45756" cy="69997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1" name="Rechthoek 147">
                  <a:extLst>
                    <a:ext uri="{FF2B5EF4-FFF2-40B4-BE49-F238E27FC236}">
                      <a16:creationId xmlns:a16="http://schemas.microsoft.com/office/drawing/2014/main" id="{32E5C20D-80AB-2317-3554-D9EBCCDF29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22210" y="3590355"/>
                  <a:ext cx="52111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2" name="Rechthoek 148">
                  <a:extLst>
                    <a:ext uri="{FF2B5EF4-FFF2-40B4-BE49-F238E27FC236}">
                      <a16:creationId xmlns:a16="http://schemas.microsoft.com/office/drawing/2014/main" id="{48A328B4-DFC5-B625-DF3B-10422A8454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22210" y="3618408"/>
                  <a:ext cx="26746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3" name="Rechthoek 149">
                  <a:extLst>
                    <a:ext uri="{FF2B5EF4-FFF2-40B4-BE49-F238E27FC236}">
                      <a16:creationId xmlns:a16="http://schemas.microsoft.com/office/drawing/2014/main" id="{F8553730-06A0-83EF-F93A-1D2113F8BC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22210" y="3646462"/>
                  <a:ext cx="26746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6" name="Groep 132">
                <a:extLst>
                  <a:ext uri="{FF2B5EF4-FFF2-40B4-BE49-F238E27FC236}">
                    <a16:creationId xmlns:a16="http://schemas.microsoft.com/office/drawing/2014/main" id="{8FF728B7-9BFA-6E14-F290-1F4C7D43C9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423425" y="3770784"/>
                <a:ext cx="166741" cy="218962"/>
                <a:chOff x="-2423425" y="3770784"/>
                <a:chExt cx="166741" cy="218962"/>
              </a:xfrm>
            </p:grpSpPr>
            <p:grpSp>
              <p:nvGrpSpPr>
                <p:cNvPr id="130" name="Groep 136">
                  <a:extLst>
                    <a:ext uri="{FF2B5EF4-FFF2-40B4-BE49-F238E27FC236}">
                      <a16:creationId xmlns:a16="http://schemas.microsoft.com/office/drawing/2014/main" id="{2E586AEC-B71C-C2DC-31A2-587F7117989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2400482" y="3792473"/>
                  <a:ext cx="143798" cy="121642"/>
                  <a:chOff x="-2400482" y="3792473"/>
                  <a:chExt cx="143798" cy="121642"/>
                </a:xfrm>
              </p:grpSpPr>
              <p:sp>
                <p:nvSpPr>
                  <p:cNvPr id="132" name="Rechthoek: afgeronde hoeken 138">
                    <a:extLst>
                      <a:ext uri="{FF2B5EF4-FFF2-40B4-BE49-F238E27FC236}">
                        <a16:creationId xmlns:a16="http://schemas.microsoft.com/office/drawing/2014/main" id="{94D3C6BD-B7C2-DB25-3C1A-0F13550DAC5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2400482" y="3792473"/>
                    <a:ext cx="143798" cy="121642"/>
                  </a:xfrm>
                  <a:custGeom>
                    <a:avLst/>
                    <a:gdLst>
                      <a:gd name="T0" fmla="*/ 71899 w 143798"/>
                      <a:gd name="T1" fmla="*/ 0 h 121642"/>
                      <a:gd name="T2" fmla="*/ 143798 w 143798"/>
                      <a:gd name="T3" fmla="*/ 60821 h 121642"/>
                      <a:gd name="T4" fmla="*/ 71899 w 143798"/>
                      <a:gd name="T5" fmla="*/ 121642 h 121642"/>
                      <a:gd name="T6" fmla="*/ 0 w 143798"/>
                      <a:gd name="T7" fmla="*/ 60821 h 121642"/>
                      <a:gd name="T8" fmla="*/ 17694720 60000 65536"/>
                      <a:gd name="T9" fmla="*/ 0 60000 65536"/>
                      <a:gd name="T10" fmla="*/ 5898240 60000 65536"/>
                      <a:gd name="T11" fmla="*/ 11796480 60000 65536"/>
                      <a:gd name="T12" fmla="*/ 1038 w 143798"/>
                      <a:gd name="T13" fmla="*/ 1038 h 121642"/>
                      <a:gd name="T14" fmla="*/ 142760 w 143798"/>
                      <a:gd name="T15" fmla="*/ 120604 h 121642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43798" h="121642">
                        <a:moveTo>
                          <a:pt x="3542" y="0"/>
                        </a:moveTo>
                        <a:lnTo>
                          <a:pt x="3542" y="0"/>
                        </a:lnTo>
                        <a:cubicBezTo>
                          <a:pt x="1585" y="0"/>
                          <a:pt x="0" y="1585"/>
                          <a:pt x="0" y="3541"/>
                        </a:cubicBezTo>
                        <a:lnTo>
                          <a:pt x="0" y="118100"/>
                        </a:lnTo>
                        <a:lnTo>
                          <a:pt x="0" y="118099"/>
                        </a:lnTo>
                        <a:cubicBezTo>
                          <a:pt x="0" y="120056"/>
                          <a:pt x="1585" y="121641"/>
                          <a:pt x="3541" y="121641"/>
                        </a:cubicBezTo>
                        <a:lnTo>
                          <a:pt x="140256" y="121642"/>
                        </a:lnTo>
                        <a:lnTo>
                          <a:pt x="140256" y="121641"/>
                        </a:lnTo>
                        <a:cubicBezTo>
                          <a:pt x="142212" y="121641"/>
                          <a:pt x="143798" y="120056"/>
                          <a:pt x="143798" y="118100"/>
                        </a:cubicBezTo>
                        <a:lnTo>
                          <a:pt x="143798" y="3542"/>
                        </a:lnTo>
                        <a:cubicBezTo>
                          <a:pt x="143798" y="1585"/>
                          <a:pt x="142212" y="0"/>
                          <a:pt x="140256" y="0"/>
                        </a:cubicBezTo>
                        <a:lnTo>
                          <a:pt x="354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2701" cap="flat">
                    <a:solidFill>
                      <a:srgbClr val="818181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lIns="107999" tIns="0" rIns="0" bIns="0" anchor="ctr"/>
                  <a:lstStyle/>
                  <a:p>
                    <a:endParaRPr lang="en-NL"/>
                  </a:p>
                </p:txBody>
              </p:sp>
              <p:sp>
                <p:nvSpPr>
                  <p:cNvPr id="133" name="Rechthoek 139">
                    <a:extLst>
                      <a:ext uri="{FF2B5EF4-FFF2-40B4-BE49-F238E27FC236}">
                        <a16:creationId xmlns:a16="http://schemas.microsoft.com/office/drawing/2014/main" id="{0A1C297C-12CC-85E7-4656-A6C42298D65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80466" y="3809170"/>
                    <a:ext cx="108420" cy="14767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4" name="Rechthoek 140">
                    <a:extLst>
                      <a:ext uri="{FF2B5EF4-FFF2-40B4-BE49-F238E27FC236}">
                        <a16:creationId xmlns:a16="http://schemas.microsoft.com/office/drawing/2014/main" id="{2375CCEE-8785-8117-AF0E-C7CB125A06E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80466" y="3834179"/>
                    <a:ext cx="42190" cy="64538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5" name="Rechthoek 141">
                    <a:extLst>
                      <a:ext uri="{FF2B5EF4-FFF2-40B4-BE49-F238E27FC236}">
                        <a16:creationId xmlns:a16="http://schemas.microsoft.com/office/drawing/2014/main" id="{53721C57-C2BC-C661-962A-985EEF3BCFD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25182" y="3837873"/>
                    <a:ext cx="4805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6" name="Rechthoek 142">
                    <a:extLst>
                      <a:ext uri="{FF2B5EF4-FFF2-40B4-BE49-F238E27FC236}">
                        <a16:creationId xmlns:a16="http://schemas.microsoft.com/office/drawing/2014/main" id="{AE3B3F98-7DE3-3016-F305-8980E98B136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25182" y="3863742"/>
                    <a:ext cx="2466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7" name="Rechthoek 143">
                    <a:extLst>
                      <a:ext uri="{FF2B5EF4-FFF2-40B4-BE49-F238E27FC236}">
                        <a16:creationId xmlns:a16="http://schemas.microsoft.com/office/drawing/2014/main" id="{62D86129-0165-BA74-F07B-F48098B200D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25182" y="3889610"/>
                    <a:ext cx="2466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1" name="Boog 137">
                  <a:extLst>
                    <a:ext uri="{FF2B5EF4-FFF2-40B4-BE49-F238E27FC236}">
                      <a16:creationId xmlns:a16="http://schemas.microsoft.com/office/drawing/2014/main" id="{87EE1C4A-2431-20DC-A904-3317D03A24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-3962915">
                  <a:off x="-2486866" y="3834225"/>
                  <a:ext cx="218962" cy="92080"/>
                </a:xfrm>
                <a:custGeom>
                  <a:avLst/>
                  <a:gdLst>
                    <a:gd name="T0" fmla="*/ 109481 w 218962"/>
                    <a:gd name="T1" fmla="*/ 0 h 92080"/>
                    <a:gd name="T2" fmla="*/ 218962 w 218962"/>
                    <a:gd name="T3" fmla="*/ 46040 h 92080"/>
                    <a:gd name="T4" fmla="*/ 109481 w 218962"/>
                    <a:gd name="T5" fmla="*/ 92080 h 92080"/>
                    <a:gd name="T6" fmla="*/ 0 w 218962"/>
                    <a:gd name="T7" fmla="*/ 46040 h 92080"/>
                    <a:gd name="T8" fmla="*/ 105456 w 218962"/>
                    <a:gd name="T9" fmla="*/ 31 h 92080"/>
                    <a:gd name="T10" fmla="*/ 109481 w 218962"/>
                    <a:gd name="T11" fmla="*/ 46040 h 92080"/>
                    <a:gd name="T12" fmla="*/ 188429 w 218962"/>
                    <a:gd name="T13" fmla="*/ 77937 h 92080"/>
                    <a:gd name="T14" fmla="*/ 17694720 60000 65536"/>
                    <a:gd name="T15" fmla="*/ 0 60000 65536"/>
                    <a:gd name="T16" fmla="*/ 5898240 60000 65536"/>
                    <a:gd name="T17" fmla="*/ 11796480 60000 65536"/>
                    <a:gd name="T18" fmla="*/ 11796480 60000 65536"/>
                    <a:gd name="T19" fmla="*/ 11796480 60000 65536"/>
                    <a:gd name="T20" fmla="*/ 5898240 60000 65536"/>
                    <a:gd name="T21" fmla="*/ 105456 w 218962"/>
                    <a:gd name="T22" fmla="*/ 0 h 92080"/>
                    <a:gd name="T23" fmla="*/ 218962 w 218962"/>
                    <a:gd name="T24" fmla="*/ 77937 h 9208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18962" h="92080" stroke="0">
                      <a:moveTo>
                        <a:pt x="105456" y="31"/>
                      </a:moveTo>
                      <a:lnTo>
                        <a:pt x="105456" y="31"/>
                      </a:lnTo>
                      <a:cubicBezTo>
                        <a:pt x="106797" y="10"/>
                        <a:pt x="108138" y="0"/>
                        <a:pt x="109481" y="0"/>
                      </a:cubicBezTo>
                      <a:cubicBezTo>
                        <a:pt x="169945" y="0"/>
                        <a:pt x="218962" y="20612"/>
                        <a:pt x="218962" y="46040"/>
                      </a:cubicBezTo>
                      <a:cubicBezTo>
                        <a:pt x="218962" y="57931"/>
                        <a:pt x="208020" y="69361"/>
                        <a:pt x="188429" y="77936"/>
                      </a:cubicBezTo>
                      <a:lnTo>
                        <a:pt x="109481" y="46040"/>
                      </a:lnTo>
                      <a:lnTo>
                        <a:pt x="105456" y="31"/>
                      </a:lnTo>
                      <a:close/>
                    </a:path>
                    <a:path w="218962" h="92080" fill="none">
                      <a:moveTo>
                        <a:pt x="105456" y="31"/>
                      </a:moveTo>
                      <a:lnTo>
                        <a:pt x="105456" y="31"/>
                      </a:lnTo>
                      <a:cubicBezTo>
                        <a:pt x="106797" y="10"/>
                        <a:pt x="108138" y="0"/>
                        <a:pt x="109481" y="0"/>
                      </a:cubicBezTo>
                      <a:cubicBezTo>
                        <a:pt x="169945" y="0"/>
                        <a:pt x="218962" y="20612"/>
                        <a:pt x="218962" y="46040"/>
                      </a:cubicBezTo>
                      <a:cubicBezTo>
                        <a:pt x="218962" y="57931"/>
                        <a:pt x="208020" y="69361"/>
                        <a:pt x="188429" y="77936"/>
                      </a:cubicBezTo>
                    </a:path>
                  </a:pathLst>
                </a:custGeom>
                <a:noFill/>
                <a:ln w="19046" cap="flat">
                  <a:solidFill>
                    <a:srgbClr val="4D82B8"/>
                  </a:solidFill>
                  <a:prstDash val="solid"/>
                  <a:round/>
                  <a:headEnd type="arrow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 anchorCtr="1"/>
                <a:lstStyle/>
                <a:p>
                  <a:endParaRPr lang="en-NL"/>
                </a:p>
              </p:txBody>
            </p:sp>
          </p:grpSp>
          <p:sp>
            <p:nvSpPr>
              <p:cNvPr id="127" name="Tekstvak 133">
                <a:extLst>
                  <a:ext uri="{FF2B5EF4-FFF2-40B4-BE49-F238E27FC236}">
                    <a16:creationId xmlns:a16="http://schemas.microsoft.com/office/drawing/2014/main" id="{019D2CAA-31C7-3473-04BC-F722F39754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245455" y="3541123"/>
                <a:ext cx="896112" cy="1347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28" name="Tekstvak 134">
                <a:extLst>
                  <a:ext uri="{FF2B5EF4-FFF2-40B4-BE49-F238E27FC236}">
                    <a16:creationId xmlns:a16="http://schemas.microsoft.com/office/drawing/2014/main" id="{00D9B253-C12C-B45A-2F67-95AD0E755E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258888" y="3793552"/>
                <a:ext cx="909544" cy="1264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29" name="Vrije vorm: vorm 135">
                <a:extLst>
                  <a:ext uri="{FF2B5EF4-FFF2-40B4-BE49-F238E27FC236}">
                    <a16:creationId xmlns:a16="http://schemas.microsoft.com/office/drawing/2014/main" id="{588B4197-BB18-7E03-5C16-F81DA369CF0F}"/>
                  </a:ext>
                </a:extLst>
              </p:cNvPr>
              <p:cNvSpPr/>
              <p:nvPr/>
            </p:nvSpPr>
            <p:spPr>
              <a:xfrm>
                <a:off x="-1360946" y="3863877"/>
                <a:ext cx="98405" cy="17938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880280"/>
                  <a:gd name="f7" fmla="val 1624084"/>
                  <a:gd name="f8" fmla="val 1262418"/>
                  <a:gd name="f9" fmla="val 313898"/>
                  <a:gd name="f10" fmla="val 996287"/>
                  <a:gd name="f11" fmla="val 620973"/>
                  <a:gd name="f12" fmla="val 839337"/>
                  <a:gd name="f13" fmla="val 1480782"/>
                  <a:gd name="f14" fmla="val 498144"/>
                  <a:gd name="f15" fmla="val 900753"/>
                  <a:gd name="f16" fmla="val 893929"/>
                  <a:gd name="f17" fmla="+- 0 0 -90"/>
                  <a:gd name="f18" fmla="*/ f3 1 880280"/>
                  <a:gd name="f19" fmla="*/ f4 1 1624084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880280"/>
                  <a:gd name="f28" fmla="*/ f24 1 1624084"/>
                  <a:gd name="f29" fmla="*/ 0 f25 1"/>
                  <a:gd name="f30" fmla="*/ 0 f24 1"/>
                  <a:gd name="f31" fmla="*/ 1262418 f24 1"/>
                  <a:gd name="f32" fmla="*/ 620973 f25 1"/>
                  <a:gd name="f33" fmla="*/ 1624084 f24 1"/>
                  <a:gd name="f34" fmla="*/ 839337 f25 1"/>
                  <a:gd name="f35" fmla="*/ 1480782 f24 1"/>
                  <a:gd name="f36" fmla="*/ 900753 f24 1"/>
                  <a:gd name="f37" fmla="*/ 880280 f25 1"/>
                  <a:gd name="f38" fmla="*/ 893929 f24 1"/>
                  <a:gd name="f39" fmla="*/ 313898 f25 1"/>
                  <a:gd name="f40" fmla="*/ 996287 f24 1"/>
                  <a:gd name="f41" fmla="*/ 498144 f25 1"/>
                  <a:gd name="f42" fmla="+- f26 0 f1"/>
                  <a:gd name="f43" fmla="*/ f29 1 880280"/>
                  <a:gd name="f44" fmla="*/ f30 1 1624084"/>
                  <a:gd name="f45" fmla="*/ f31 1 1624084"/>
                  <a:gd name="f46" fmla="*/ f32 1 880280"/>
                  <a:gd name="f47" fmla="*/ f33 1 1624084"/>
                  <a:gd name="f48" fmla="*/ f34 1 880280"/>
                  <a:gd name="f49" fmla="*/ f35 1 1624084"/>
                  <a:gd name="f50" fmla="*/ f36 1 1624084"/>
                  <a:gd name="f51" fmla="*/ f37 1 880280"/>
                  <a:gd name="f52" fmla="*/ f38 1 1624084"/>
                  <a:gd name="f53" fmla="*/ f39 1 880280"/>
                  <a:gd name="f54" fmla="*/ f40 1 1624084"/>
                  <a:gd name="f55" fmla="*/ f41 1 880280"/>
                  <a:gd name="f56" fmla="*/ f20 1 f27"/>
                  <a:gd name="f57" fmla="*/ f21 1 f27"/>
                  <a:gd name="f58" fmla="*/ f20 1 f28"/>
                  <a:gd name="f59" fmla="*/ f22 1 f28"/>
                  <a:gd name="f60" fmla="*/ f43 1 f27"/>
                  <a:gd name="f61" fmla="*/ f44 1 f28"/>
                  <a:gd name="f62" fmla="*/ f45 1 f28"/>
                  <a:gd name="f63" fmla="*/ f53 1 f27"/>
                  <a:gd name="f64" fmla="*/ f54 1 f28"/>
                  <a:gd name="f65" fmla="*/ f46 1 f27"/>
                  <a:gd name="f66" fmla="*/ f47 1 f28"/>
                  <a:gd name="f67" fmla="*/ f48 1 f27"/>
                  <a:gd name="f68" fmla="*/ f49 1 f28"/>
                  <a:gd name="f69" fmla="*/ f55 1 f27"/>
                  <a:gd name="f70" fmla="*/ f50 1 f28"/>
                  <a:gd name="f71" fmla="*/ f51 1 f27"/>
                  <a:gd name="f72" fmla="*/ f52 1 f28"/>
                  <a:gd name="f73" fmla="*/ f56 f18 1"/>
                  <a:gd name="f74" fmla="*/ f57 f18 1"/>
                  <a:gd name="f75" fmla="*/ f59 f19 1"/>
                  <a:gd name="f76" fmla="*/ f58 f19 1"/>
                  <a:gd name="f77" fmla="*/ f60 f18 1"/>
                  <a:gd name="f78" fmla="*/ f61 f19 1"/>
                  <a:gd name="f79" fmla="*/ f62 f19 1"/>
                  <a:gd name="f80" fmla="*/ f63 f18 1"/>
                  <a:gd name="f81" fmla="*/ f64 f19 1"/>
                  <a:gd name="f82" fmla="*/ f65 f18 1"/>
                  <a:gd name="f83" fmla="*/ f66 f19 1"/>
                  <a:gd name="f84" fmla="*/ f67 f18 1"/>
                  <a:gd name="f85" fmla="*/ f68 f19 1"/>
                  <a:gd name="f86" fmla="*/ f69 f18 1"/>
                  <a:gd name="f87" fmla="*/ f70 f19 1"/>
                  <a:gd name="f88" fmla="*/ f71 f18 1"/>
                  <a:gd name="f89" fmla="*/ f72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42">
                    <a:pos x="f77" y="f78"/>
                  </a:cxn>
                  <a:cxn ang="f42">
                    <a:pos x="f77" y="f79"/>
                  </a:cxn>
                  <a:cxn ang="f42">
                    <a:pos x="f80" y="f81"/>
                  </a:cxn>
                  <a:cxn ang="f42">
                    <a:pos x="f82" y="f83"/>
                  </a:cxn>
                  <a:cxn ang="f42">
                    <a:pos x="f84" y="f85"/>
                  </a:cxn>
                  <a:cxn ang="f42">
                    <a:pos x="f86" y="f87"/>
                  </a:cxn>
                  <a:cxn ang="f42">
                    <a:pos x="f88" y="f89"/>
                  </a:cxn>
                  <a:cxn ang="f42">
                    <a:pos x="f77" y="f78"/>
                  </a:cxn>
                </a:cxnLst>
                <a:rect l="f73" t="f76" r="f74" b="f75"/>
                <a:pathLst>
                  <a:path w="880280" h="1624084">
                    <a:moveTo>
                      <a:pt x="f5" y="f5"/>
                    </a:moveTo>
                    <a:lnTo>
                      <a:pt x="f5" y="f8"/>
                    </a:lnTo>
                    <a:lnTo>
                      <a:pt x="f9" y="f10"/>
                    </a:lnTo>
                    <a:lnTo>
                      <a:pt x="f11" y="f7"/>
                    </a:lnTo>
                    <a:lnTo>
                      <a:pt x="f12" y="f13"/>
                    </a:lnTo>
                    <a:lnTo>
                      <a:pt x="f14" y="f15"/>
                    </a:lnTo>
                    <a:lnTo>
                      <a:pt x="f6" y="f16"/>
                    </a:lnTo>
                    <a:lnTo>
                      <a:pt x="f5" y="f5"/>
                    </a:lnTo>
                    <a:close/>
                  </a:path>
                </a:pathLst>
              </a:custGeom>
              <a:solidFill>
                <a:srgbClr val="FFFFFF"/>
              </a:solidFill>
              <a:ln w="12701" cap="flat">
                <a:solidFill>
                  <a:srgbClr val="000000"/>
                </a:solidFill>
                <a:prstDash val="solid"/>
                <a:miter/>
              </a:ln>
            </p:spPr>
            <p:txBody>
              <a:bodyPr lIns="179999" tIns="179999" rIns="179999" bIns="179999" anchor="ctr" anchorCtr="1"/>
              <a:lstStyle/>
              <a:p>
                <a:pPr algn="ctr"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600" cap="all">
                  <a:solidFill>
                    <a:srgbClr val="FFFFFF"/>
                  </a:solidFill>
                  <a:latin typeface="Calibri" pitchFamily="34"/>
                  <a:cs typeface="Calibri" pitchFamily="34"/>
                </a:endParaRPr>
              </a:p>
            </p:txBody>
          </p:sp>
        </p:grpSp>
        <p:grpSp>
          <p:nvGrpSpPr>
            <p:cNvPr id="85" name="Groep 91">
              <a:extLst>
                <a:ext uri="{FF2B5EF4-FFF2-40B4-BE49-F238E27FC236}">
                  <a16:creationId xmlns:a16="http://schemas.microsoft.com/office/drawing/2014/main" id="{37457CC7-E94A-E146-255B-2A71F4CC94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786164" y="5680655"/>
              <a:ext cx="3693380" cy="959690"/>
              <a:chOff x="-3786164" y="5680655"/>
              <a:chExt cx="3693380" cy="959690"/>
            </a:xfrm>
          </p:grpSpPr>
          <p:sp>
            <p:nvSpPr>
              <p:cNvPr id="113" name="Rechthoek 119">
                <a:extLst>
                  <a:ext uri="{FF2B5EF4-FFF2-40B4-BE49-F238E27FC236}">
                    <a16:creationId xmlns:a16="http://schemas.microsoft.com/office/drawing/2014/main" id="{FFCCA633-EC40-DC0E-B90E-BCBE1D262ABF}"/>
                  </a:ext>
                </a:extLst>
              </p:cNvPr>
              <p:cNvSpPr/>
              <p:nvPr/>
            </p:nvSpPr>
            <p:spPr>
              <a:xfrm>
                <a:off x="-3786164" y="5811691"/>
                <a:ext cx="3593387" cy="828654"/>
              </a:xfrm>
              <a:prstGeom prst="rect">
                <a:avLst/>
              </a:prstGeom>
              <a:solidFill>
                <a:srgbClr val="ECECEC"/>
              </a:solidFill>
              <a:ln w="6345" cap="flat">
                <a:solidFill>
                  <a:srgbClr val="ECECEC"/>
                </a:solidFill>
                <a:prstDash val="solid"/>
                <a:miter/>
              </a:ln>
            </p:spPr>
            <p:txBody>
              <a:bodyPr lIns="179999" tIns="143999" rIns="179999" bIns="143999" anchor="ctr"/>
              <a:lstStyle/>
              <a:p>
                <a:pPr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Want to know more?</a:t>
                </a:r>
                <a:b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</a:b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Go to the tab</a:t>
                </a: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 'SLIDEBUILDER’ </a:t>
                </a: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and click</a:t>
                </a:r>
                <a:b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</a:b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on the button </a:t>
                </a: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‘Inspiration'</a:t>
                </a:r>
              </a:p>
            </p:txBody>
          </p:sp>
          <p:grpSp>
            <p:nvGrpSpPr>
              <p:cNvPr id="114" name="ICOON_info">
                <a:extLst>
                  <a:ext uri="{FF2B5EF4-FFF2-40B4-BE49-F238E27FC236}">
                    <a16:creationId xmlns:a16="http://schemas.microsoft.com/office/drawing/2014/main" id="{DAB9A914-A217-7289-03AF-C2A719D6E7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76467" y="5680655"/>
                <a:ext cx="283683" cy="283683"/>
                <a:chOff x="-376467" y="5680655"/>
                <a:chExt cx="283683" cy="283683"/>
              </a:xfrm>
            </p:grpSpPr>
            <p:sp>
              <p:nvSpPr>
                <p:cNvPr id="121" name="Ovaal 127">
                  <a:extLst>
                    <a:ext uri="{FF2B5EF4-FFF2-40B4-BE49-F238E27FC236}">
                      <a16:creationId xmlns:a16="http://schemas.microsoft.com/office/drawing/2014/main" id="{C0708CBF-DFC4-AAEC-255B-807D293E2776}"/>
                    </a:ext>
                  </a:extLst>
                </p:cNvPr>
                <p:cNvSpPr/>
                <p:nvPr/>
              </p:nvSpPr>
              <p:spPr>
                <a:xfrm>
                  <a:off x="-356257" y="5698981"/>
                  <a:ext cx="244427" cy="246057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211F26"/>
                </a:solidFill>
                <a:ln>
                  <a:noFill/>
                  <a:prstDash val="solid"/>
                </a:ln>
              </p:spPr>
              <p:txBody>
                <a:bodyPr lIns="179999" tIns="179999" rIns="179999" bIns="179999" anchor="ctr" anchorCtr="1"/>
                <a:lstStyle/>
                <a:p>
                  <a:pPr algn="ctr" eaLnBrk="1" fontAlgn="auto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600" cap="all">
                    <a:solidFill>
                      <a:srgbClr val="FFFFFF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sp>
              <p:nvSpPr>
                <p:cNvPr id="122" name="Graphic 163" descr="Informatie">
                  <a:extLst>
                    <a:ext uri="{FF2B5EF4-FFF2-40B4-BE49-F238E27FC236}">
                      <a16:creationId xmlns:a16="http://schemas.microsoft.com/office/drawing/2014/main" id="{51685A42-5190-0A8F-5557-64297AC522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376467" y="5680655"/>
                  <a:ext cx="283683" cy="283683"/>
                </a:xfrm>
                <a:custGeom>
                  <a:avLst/>
                  <a:gdLst>
                    <a:gd name="T0" fmla="*/ 141842 w 291719"/>
                    <a:gd name="T1" fmla="*/ 0 h 291719"/>
                    <a:gd name="T2" fmla="*/ 283683 w 291719"/>
                    <a:gd name="T3" fmla="*/ 141842 h 291719"/>
                    <a:gd name="T4" fmla="*/ 141842 w 291719"/>
                    <a:gd name="T5" fmla="*/ 283683 h 291719"/>
                    <a:gd name="T6" fmla="*/ 0 w 291719"/>
                    <a:gd name="T7" fmla="*/ 141842 h 291719"/>
                    <a:gd name="T8" fmla="*/ 141842 w 291719"/>
                    <a:gd name="T9" fmla="*/ 0 h 291719"/>
                    <a:gd name="T10" fmla="*/ 0 w 291719"/>
                    <a:gd name="T11" fmla="*/ 141842 h 291719"/>
                    <a:gd name="T12" fmla="*/ 141842 w 291719"/>
                    <a:gd name="T13" fmla="*/ 283684 h 291719"/>
                    <a:gd name="T14" fmla="*/ 283684 w 291719"/>
                    <a:gd name="T15" fmla="*/ 141842 h 291719"/>
                    <a:gd name="T16" fmla="*/ 141842 w 291719"/>
                    <a:gd name="T17" fmla="*/ 0 h 291719"/>
                    <a:gd name="T18" fmla="*/ 134376 w 291719"/>
                    <a:gd name="T19" fmla="*/ 37327 h 291719"/>
                    <a:gd name="T20" fmla="*/ 153040 w 291719"/>
                    <a:gd name="T21" fmla="*/ 55990 h 291719"/>
                    <a:gd name="T22" fmla="*/ 134376 w 291719"/>
                    <a:gd name="T23" fmla="*/ 74653 h 291719"/>
                    <a:gd name="T24" fmla="*/ 115713 w 291719"/>
                    <a:gd name="T25" fmla="*/ 55990 h 291719"/>
                    <a:gd name="T26" fmla="*/ 134376 w 291719"/>
                    <a:gd name="T27" fmla="*/ 37327 h 291719"/>
                    <a:gd name="T28" fmla="*/ 179169 w 291719"/>
                    <a:gd name="T29" fmla="*/ 246357 h 291719"/>
                    <a:gd name="T30" fmla="*/ 104515 w 291719"/>
                    <a:gd name="T31" fmla="*/ 246357 h 291719"/>
                    <a:gd name="T32" fmla="*/ 104515 w 291719"/>
                    <a:gd name="T33" fmla="*/ 223961 h 291719"/>
                    <a:gd name="T34" fmla="*/ 130644 w 291719"/>
                    <a:gd name="T35" fmla="*/ 223961 h 291719"/>
                    <a:gd name="T36" fmla="*/ 130644 w 291719"/>
                    <a:gd name="T37" fmla="*/ 111981 h 291719"/>
                    <a:gd name="T38" fmla="*/ 108248 w 291719"/>
                    <a:gd name="T39" fmla="*/ 111981 h 291719"/>
                    <a:gd name="T40" fmla="*/ 108248 w 291719"/>
                    <a:gd name="T41" fmla="*/ 89584 h 291719"/>
                    <a:gd name="T42" fmla="*/ 153040 w 291719"/>
                    <a:gd name="T43" fmla="*/ 89584 h 291719"/>
                    <a:gd name="T44" fmla="*/ 153040 w 291719"/>
                    <a:gd name="T45" fmla="*/ 111981 h 291719"/>
                    <a:gd name="T46" fmla="*/ 153040 w 291719"/>
                    <a:gd name="T47" fmla="*/ 223961 h 291719"/>
                    <a:gd name="T48" fmla="*/ 179169 w 291719"/>
                    <a:gd name="T49" fmla="*/ 223961 h 291719"/>
                    <a:gd name="T50" fmla="*/ 179169 w 291719"/>
                    <a:gd name="T51" fmla="*/ 246357 h 291719"/>
                    <a:gd name="T52" fmla="*/ 17694720 60000 65536"/>
                    <a:gd name="T53" fmla="*/ 0 60000 65536"/>
                    <a:gd name="T54" fmla="*/ 5898240 60000 65536"/>
                    <a:gd name="T55" fmla="*/ 1179648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w 291719"/>
                    <a:gd name="T79" fmla="*/ 0 h 291719"/>
                    <a:gd name="T80" fmla="*/ 291719 w 291719"/>
                    <a:gd name="T81" fmla="*/ 291719 h 291719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T78" t="T79" r="T80" b="T81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NL"/>
                </a:p>
              </p:txBody>
            </p:sp>
          </p:grpSp>
          <p:grpSp>
            <p:nvGrpSpPr>
              <p:cNvPr id="115" name="Groep 121">
                <a:extLst>
                  <a:ext uri="{FF2B5EF4-FFF2-40B4-BE49-F238E27FC236}">
                    <a16:creationId xmlns:a16="http://schemas.microsoft.com/office/drawing/2014/main" id="{DC69C767-F63B-7454-CDE2-073B31D9EB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938165" y="5938003"/>
                <a:ext cx="627799" cy="576684"/>
                <a:chOff x="-938165" y="5938003"/>
                <a:chExt cx="627799" cy="576684"/>
              </a:xfrm>
            </p:grpSpPr>
            <p:grpSp>
              <p:nvGrpSpPr>
                <p:cNvPr id="116" name="Inspireren">
                  <a:extLst>
                    <a:ext uri="{FF2B5EF4-FFF2-40B4-BE49-F238E27FC236}">
                      <a16:creationId xmlns:a16="http://schemas.microsoft.com/office/drawing/2014/main" id="{EED066DB-6DDF-4D64-6B60-C356A96C4B3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715847" y="5938003"/>
                  <a:ext cx="169776" cy="242380"/>
                  <a:chOff x="-715847" y="5938003"/>
                  <a:chExt cx="169776" cy="242380"/>
                </a:xfrm>
              </p:grpSpPr>
              <p:sp>
                <p:nvSpPr>
                  <p:cNvPr id="118" name="Freeform 12">
                    <a:extLst>
                      <a:ext uri="{FF2B5EF4-FFF2-40B4-BE49-F238E27FC236}">
                        <a16:creationId xmlns:a16="http://schemas.microsoft.com/office/drawing/2014/main" id="{E58D41D8-18C4-351A-69F8-250756755FC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665646" y="6024826"/>
                    <a:ext cx="68726" cy="62051"/>
                  </a:xfrm>
                  <a:custGeom>
                    <a:avLst/>
                    <a:gdLst>
                      <a:gd name="T0" fmla="*/ 34363 w 319"/>
                      <a:gd name="T1" fmla="*/ 0 h 288"/>
                      <a:gd name="T2" fmla="*/ 68726 w 319"/>
                      <a:gd name="T3" fmla="*/ 31026 h 288"/>
                      <a:gd name="T4" fmla="*/ 34363 w 319"/>
                      <a:gd name="T5" fmla="*/ 62051 h 288"/>
                      <a:gd name="T6" fmla="*/ 0 w 319"/>
                      <a:gd name="T7" fmla="*/ 31026 h 288"/>
                      <a:gd name="T8" fmla="*/ 47397 w 319"/>
                      <a:gd name="T9" fmla="*/ 62051 h 288"/>
                      <a:gd name="T10" fmla="*/ 23052 w 319"/>
                      <a:gd name="T11" fmla="*/ 62051 h 288"/>
                      <a:gd name="T12" fmla="*/ 0 w 319"/>
                      <a:gd name="T13" fmla="*/ 0 h 288"/>
                      <a:gd name="T14" fmla="*/ 68726 w 319"/>
                      <a:gd name="T15" fmla="*/ 0 h 288"/>
                      <a:gd name="T16" fmla="*/ 47397 w 319"/>
                      <a:gd name="T17" fmla="*/ 62051 h 288"/>
                      <a:gd name="T18" fmla="*/ 17694720 60000 65536"/>
                      <a:gd name="T19" fmla="*/ 0 60000 65536"/>
                      <a:gd name="T20" fmla="*/ 5898240 60000 65536"/>
                      <a:gd name="T21" fmla="*/ 1179648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319"/>
                      <a:gd name="T28" fmla="*/ 0 h 288"/>
                      <a:gd name="T29" fmla="*/ 319 w 319"/>
                      <a:gd name="T30" fmla="*/ 288 h 288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  <p:sp>
                <p:nvSpPr>
                  <p:cNvPr id="119" name="Freeform 13">
                    <a:extLst>
                      <a:ext uri="{FF2B5EF4-FFF2-40B4-BE49-F238E27FC236}">
                        <a16:creationId xmlns:a16="http://schemas.microsoft.com/office/drawing/2014/main" id="{1CA61B84-A094-2F89-C4A1-BDCF2AFDF4F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661120" y="6156252"/>
                    <a:ext cx="60761" cy="24131"/>
                  </a:xfrm>
                  <a:custGeom>
                    <a:avLst/>
                    <a:gdLst>
                      <a:gd name="T0" fmla="*/ 30381 w 251"/>
                      <a:gd name="T1" fmla="*/ 0 h 100"/>
                      <a:gd name="T2" fmla="*/ 60761 w 251"/>
                      <a:gd name="T3" fmla="*/ 12066 h 100"/>
                      <a:gd name="T4" fmla="*/ 30381 w 251"/>
                      <a:gd name="T5" fmla="*/ 24131 h 100"/>
                      <a:gd name="T6" fmla="*/ 0 w 251"/>
                      <a:gd name="T7" fmla="*/ 12066 h 100"/>
                      <a:gd name="T8" fmla="*/ 55435 w 251"/>
                      <a:gd name="T9" fmla="*/ 16892 h 100"/>
                      <a:gd name="T10" fmla="*/ 55435 w 251"/>
                      <a:gd name="T11" fmla="*/ 16650 h 100"/>
                      <a:gd name="T12" fmla="*/ 60761 w 251"/>
                      <a:gd name="T13" fmla="*/ 0 h 100"/>
                      <a:gd name="T14" fmla="*/ 0 w 251"/>
                      <a:gd name="T15" fmla="*/ 0 h 100"/>
                      <a:gd name="T16" fmla="*/ 5326 w 251"/>
                      <a:gd name="T17" fmla="*/ 16650 h 100"/>
                      <a:gd name="T18" fmla="*/ 15251 w 251"/>
                      <a:gd name="T19" fmla="*/ 24131 h 100"/>
                      <a:gd name="T20" fmla="*/ 45510 w 251"/>
                      <a:gd name="T21" fmla="*/ 24131 h 100"/>
                      <a:gd name="T22" fmla="*/ 55435 w 251"/>
                      <a:gd name="T23" fmla="*/ 17133 h 100"/>
                      <a:gd name="T24" fmla="*/ 55435 w 251"/>
                      <a:gd name="T25" fmla="*/ 17133 h 100"/>
                      <a:gd name="T26" fmla="*/ 55435 w 251"/>
                      <a:gd name="T27" fmla="*/ 16892 h 100"/>
                      <a:gd name="T28" fmla="*/ 17694720 60000 65536"/>
                      <a:gd name="T29" fmla="*/ 0 60000 65536"/>
                      <a:gd name="T30" fmla="*/ 5898240 60000 65536"/>
                      <a:gd name="T31" fmla="*/ 1179648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251"/>
                      <a:gd name="T43" fmla="*/ 0 h 100"/>
                      <a:gd name="T44" fmla="*/ 251 w 251"/>
                      <a:gd name="T45" fmla="*/ 100 h 100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  <p:sp>
                <p:nvSpPr>
                  <p:cNvPr id="120" name="Freeform 14">
                    <a:extLst>
                      <a:ext uri="{FF2B5EF4-FFF2-40B4-BE49-F238E27FC236}">
                        <a16:creationId xmlns:a16="http://schemas.microsoft.com/office/drawing/2014/main" id="{B29F9244-99B1-20AF-84BF-FDFAF38AA42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715847" y="5938003"/>
                    <a:ext cx="169776" cy="208126"/>
                  </a:xfrm>
                  <a:custGeom>
                    <a:avLst/>
                    <a:gdLst>
                      <a:gd name="T0" fmla="*/ 84888 w 702"/>
                      <a:gd name="T1" fmla="*/ 0 h 860"/>
                      <a:gd name="T2" fmla="*/ 169776 w 702"/>
                      <a:gd name="T3" fmla="*/ 104063 h 860"/>
                      <a:gd name="T4" fmla="*/ 84888 w 702"/>
                      <a:gd name="T5" fmla="*/ 208126 h 860"/>
                      <a:gd name="T6" fmla="*/ 0 w 702"/>
                      <a:gd name="T7" fmla="*/ 104063 h 860"/>
                      <a:gd name="T8" fmla="*/ 84888 w 702"/>
                      <a:gd name="T9" fmla="*/ 0 h 860"/>
                      <a:gd name="T10" fmla="*/ 0 w 702"/>
                      <a:gd name="T11" fmla="*/ 84944 h 860"/>
                      <a:gd name="T12" fmla="*/ 32407 w 702"/>
                      <a:gd name="T13" fmla="*/ 151738 h 860"/>
                      <a:gd name="T14" fmla="*/ 39905 w 702"/>
                      <a:gd name="T15" fmla="*/ 173761 h 860"/>
                      <a:gd name="T16" fmla="*/ 64331 w 702"/>
                      <a:gd name="T17" fmla="*/ 173761 h 860"/>
                      <a:gd name="T18" fmla="*/ 64331 w 702"/>
                      <a:gd name="T19" fmla="*/ 173761 h 860"/>
                      <a:gd name="T20" fmla="*/ 104961 w 702"/>
                      <a:gd name="T21" fmla="*/ 173761 h 860"/>
                      <a:gd name="T22" fmla="*/ 101334 w 702"/>
                      <a:gd name="T23" fmla="*/ 183925 h 860"/>
                      <a:gd name="T24" fmla="*/ 68684 w 702"/>
                      <a:gd name="T25" fmla="*/ 183925 h 860"/>
                      <a:gd name="T26" fmla="*/ 68684 w 702"/>
                      <a:gd name="T27" fmla="*/ 183925 h 860"/>
                      <a:gd name="T28" fmla="*/ 43290 w 702"/>
                      <a:gd name="T29" fmla="*/ 183925 h 860"/>
                      <a:gd name="T30" fmla="*/ 51271 w 702"/>
                      <a:gd name="T31" fmla="*/ 208126 h 860"/>
                      <a:gd name="T32" fmla="*/ 51271 w 702"/>
                      <a:gd name="T33" fmla="*/ 208126 h 860"/>
                      <a:gd name="T34" fmla="*/ 52239 w 702"/>
                      <a:gd name="T35" fmla="*/ 208126 h 860"/>
                      <a:gd name="T36" fmla="*/ 118021 w 702"/>
                      <a:gd name="T37" fmla="*/ 208126 h 860"/>
                      <a:gd name="T38" fmla="*/ 118746 w 702"/>
                      <a:gd name="T39" fmla="*/ 208126 h 860"/>
                      <a:gd name="T40" fmla="*/ 137852 w 702"/>
                      <a:gd name="T41" fmla="*/ 151254 h 860"/>
                      <a:gd name="T42" fmla="*/ 169776 w 702"/>
                      <a:gd name="T43" fmla="*/ 84944 h 860"/>
                      <a:gd name="T44" fmla="*/ 84888 w 702"/>
                      <a:gd name="T45" fmla="*/ 0 h 860"/>
                      <a:gd name="T46" fmla="*/ 141964 w 702"/>
                      <a:gd name="T47" fmla="*/ 105999 h 860"/>
                      <a:gd name="T48" fmla="*/ 117295 w 702"/>
                      <a:gd name="T49" fmla="*/ 136250 h 860"/>
                      <a:gd name="T50" fmla="*/ 109798 w 702"/>
                      <a:gd name="T51" fmla="*/ 159241 h 860"/>
                      <a:gd name="T52" fmla="*/ 60462 w 702"/>
                      <a:gd name="T53" fmla="*/ 159241 h 860"/>
                      <a:gd name="T54" fmla="*/ 52964 w 702"/>
                      <a:gd name="T55" fmla="*/ 136734 h 860"/>
                      <a:gd name="T56" fmla="*/ 27812 w 702"/>
                      <a:gd name="T57" fmla="*/ 106241 h 860"/>
                      <a:gd name="T58" fmla="*/ 23943 w 702"/>
                      <a:gd name="T59" fmla="*/ 84944 h 860"/>
                      <a:gd name="T60" fmla="*/ 84888 w 702"/>
                      <a:gd name="T61" fmla="*/ 23959 h 860"/>
                      <a:gd name="T62" fmla="*/ 145833 w 702"/>
                      <a:gd name="T63" fmla="*/ 84944 h 860"/>
                      <a:gd name="T64" fmla="*/ 141964 w 702"/>
                      <a:gd name="T65" fmla="*/ 105999 h 860"/>
                      <a:gd name="T66" fmla="*/ 17694720 60000 65536"/>
                      <a:gd name="T67" fmla="*/ 0 60000 65536"/>
                      <a:gd name="T68" fmla="*/ 5898240 60000 65536"/>
                      <a:gd name="T69" fmla="*/ 1179648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w 702"/>
                      <a:gd name="T100" fmla="*/ 0 h 860"/>
                      <a:gd name="T101" fmla="*/ 702 w 702"/>
                      <a:gd name="T102" fmla="*/ 860 h 860"/>
                    </a:gdLst>
                    <a:ahLst/>
                    <a:cxnLst>
                      <a:cxn ang="T66">
                        <a:pos x="T0" y="T1"/>
                      </a:cxn>
                      <a:cxn ang="T67">
                        <a:pos x="T2" y="T3"/>
                      </a:cxn>
                      <a:cxn ang="T68">
                        <a:pos x="T4" y="T5"/>
                      </a:cxn>
                      <a:cxn ang="T69">
                        <a:pos x="T6" y="T7"/>
                      </a:cxn>
                      <a:cxn ang="T70">
                        <a:pos x="T8" y="T9"/>
                      </a:cxn>
                      <a:cxn ang="T71">
                        <a:pos x="T10" y="T11"/>
                      </a:cxn>
                      <a:cxn ang="T72">
                        <a:pos x="T12" y="T13"/>
                      </a:cxn>
                      <a:cxn ang="T73">
                        <a:pos x="T14" y="T15"/>
                      </a:cxn>
                      <a:cxn ang="T74">
                        <a:pos x="T16" y="T17"/>
                      </a:cxn>
                      <a:cxn ang="T75">
                        <a:pos x="T18" y="T19"/>
                      </a:cxn>
                      <a:cxn ang="T76">
                        <a:pos x="T20" y="T21"/>
                      </a:cxn>
                      <a:cxn ang="T77">
                        <a:pos x="T22" y="T23"/>
                      </a:cxn>
                      <a:cxn ang="T78">
                        <a:pos x="T24" y="T25"/>
                      </a:cxn>
                      <a:cxn ang="T79">
                        <a:pos x="T26" y="T27"/>
                      </a:cxn>
                      <a:cxn ang="T80">
                        <a:pos x="T28" y="T29"/>
                      </a:cxn>
                      <a:cxn ang="T81">
                        <a:pos x="T30" y="T31"/>
                      </a:cxn>
                      <a:cxn ang="T82">
                        <a:pos x="T32" y="T33"/>
                      </a:cxn>
                      <a:cxn ang="T83">
                        <a:pos x="T34" y="T35"/>
                      </a:cxn>
                      <a:cxn ang="T84">
                        <a:pos x="T36" y="T37"/>
                      </a:cxn>
                      <a:cxn ang="T85">
                        <a:pos x="T38" y="T39"/>
                      </a:cxn>
                      <a:cxn ang="T86">
                        <a:pos x="T40" y="T41"/>
                      </a:cxn>
                      <a:cxn ang="T87">
                        <a:pos x="T42" y="T43"/>
                      </a:cxn>
                      <a:cxn ang="T88">
                        <a:pos x="T44" y="T45"/>
                      </a:cxn>
                      <a:cxn ang="T89">
                        <a:pos x="T46" y="T47"/>
                      </a:cxn>
                      <a:cxn ang="T90">
                        <a:pos x="T48" y="T49"/>
                      </a:cxn>
                      <a:cxn ang="T91">
                        <a:pos x="T50" y="T51"/>
                      </a:cxn>
                      <a:cxn ang="T92">
                        <a:pos x="T52" y="T53"/>
                      </a:cxn>
                      <a:cxn ang="T93">
                        <a:pos x="T54" y="T55"/>
                      </a:cxn>
                      <a:cxn ang="T94">
                        <a:pos x="T56" y="T57"/>
                      </a:cxn>
                      <a:cxn ang="T95">
                        <a:pos x="T58" y="T59"/>
                      </a:cxn>
                      <a:cxn ang="T96">
                        <a:pos x="T60" y="T61"/>
                      </a:cxn>
                      <a:cxn ang="T97">
                        <a:pos x="T62" y="T63"/>
                      </a:cxn>
                      <a:cxn ang="T98">
                        <a:pos x="T64" y="T65"/>
                      </a:cxn>
                    </a:cxnLst>
                    <a:rect l="T99" t="T100" r="T101" b="T102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</p:grpSp>
            <p:sp>
              <p:nvSpPr>
                <p:cNvPr id="117" name="Tekstvak 123">
                  <a:extLst>
                    <a:ext uri="{FF2B5EF4-FFF2-40B4-BE49-F238E27FC236}">
                      <a16:creationId xmlns:a16="http://schemas.microsoft.com/office/drawing/2014/main" id="{1CE37DE9-604C-0379-2F87-6B75607D499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-938165" y="6192453"/>
                  <a:ext cx="627799" cy="3222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 anchorCtr="1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altLang="en-NL" sz="100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86" name="Groep 92">
              <a:extLst>
                <a:ext uri="{FF2B5EF4-FFF2-40B4-BE49-F238E27FC236}">
                  <a16:creationId xmlns:a16="http://schemas.microsoft.com/office/drawing/2014/main" id="{FF1F78F7-3FAC-6E72-B997-8C927B2999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426805" y="5129582"/>
              <a:ext cx="514285" cy="506541"/>
              <a:chOff x="-3426805" y="5129582"/>
              <a:chExt cx="514285" cy="506541"/>
            </a:xfrm>
          </p:grpSpPr>
          <p:grpSp>
            <p:nvGrpSpPr>
              <p:cNvPr id="97" name="Groep 103">
                <a:extLst>
                  <a:ext uri="{FF2B5EF4-FFF2-40B4-BE49-F238E27FC236}">
                    <a16:creationId xmlns:a16="http://schemas.microsoft.com/office/drawing/2014/main" id="{0F177B43-C7A2-0434-4BB4-DBD906E335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321695" y="5129582"/>
                <a:ext cx="319089" cy="306324"/>
                <a:chOff x="-3321695" y="5129582"/>
                <a:chExt cx="319089" cy="306324"/>
              </a:xfrm>
            </p:grpSpPr>
            <p:grpSp>
              <p:nvGrpSpPr>
                <p:cNvPr id="100" name="Groep 106">
                  <a:extLst>
                    <a:ext uri="{FF2B5EF4-FFF2-40B4-BE49-F238E27FC236}">
                      <a16:creationId xmlns:a16="http://schemas.microsoft.com/office/drawing/2014/main" id="{1A55C89A-9398-EE09-7527-DD0981236FC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321695" y="5129582"/>
                  <a:ext cx="282064" cy="270561"/>
                  <a:chOff x="-3321695" y="5129582"/>
                  <a:chExt cx="282064" cy="270561"/>
                </a:xfrm>
              </p:grpSpPr>
              <p:grpSp>
                <p:nvGrpSpPr>
                  <p:cNvPr id="107" name="Groep 113">
                    <a:extLst>
                      <a:ext uri="{FF2B5EF4-FFF2-40B4-BE49-F238E27FC236}">
                        <a16:creationId xmlns:a16="http://schemas.microsoft.com/office/drawing/2014/main" id="{C67FC84A-5607-A49D-3EBB-A6280C66044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-3321695" y="5129582"/>
                    <a:ext cx="282064" cy="270561"/>
                    <a:chOff x="-3321695" y="5129582"/>
                    <a:chExt cx="282064" cy="270561"/>
                  </a:xfrm>
                </p:grpSpPr>
                <p:sp>
                  <p:nvSpPr>
                    <p:cNvPr id="110" name="Rechthoek 116">
                      <a:extLst>
                        <a:ext uri="{FF2B5EF4-FFF2-40B4-BE49-F238E27FC236}">
                          <a16:creationId xmlns:a16="http://schemas.microsoft.com/office/drawing/2014/main" id="{C862DAF5-CC37-2846-AC2C-F217FA7611F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3321695" y="5129582"/>
                      <a:ext cx="282064" cy="270561"/>
                    </a:xfrm>
                    <a:prstGeom prst="rect">
                      <a:avLst/>
                    </a:prstGeom>
                    <a:noFill/>
                    <a:ln w="12701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lIns="107999" tIns="0" rIns="0" bIns="0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altLang="en-NL" sz="8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1" name="Rechthoek 117">
                      <a:extLst>
                        <a:ext uri="{FF2B5EF4-FFF2-40B4-BE49-F238E27FC236}">
                          <a16:creationId xmlns:a16="http://schemas.microsoft.com/office/drawing/2014/main" id="{A0349C44-3D89-A889-AA7D-0D90A5709A5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3321695" y="5129582"/>
                      <a:ext cx="166237" cy="163814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12701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</p:spPr>
                  <p:txBody>
                    <a:bodyPr lIns="107999" tIns="0" rIns="0" bIns="0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altLang="en-NL" sz="8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2" name="Ovaal 118">
                      <a:extLst>
                        <a:ext uri="{FF2B5EF4-FFF2-40B4-BE49-F238E27FC236}">
                          <a16:creationId xmlns:a16="http://schemas.microsoft.com/office/drawing/2014/main" id="{48FC89ED-036D-C5BD-05EF-B4E7C46E725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3220425" y="5150275"/>
                      <a:ext cx="45866" cy="45866"/>
                    </a:xfrm>
                    <a:custGeom>
                      <a:avLst/>
                      <a:gdLst>
                        <a:gd name="T0" fmla="*/ 22933 w 45866"/>
                        <a:gd name="T1" fmla="*/ 0 h 45866"/>
                        <a:gd name="T2" fmla="*/ 45866 w 45866"/>
                        <a:gd name="T3" fmla="*/ 22933 h 45866"/>
                        <a:gd name="T4" fmla="*/ 22933 w 45866"/>
                        <a:gd name="T5" fmla="*/ 45866 h 45866"/>
                        <a:gd name="T6" fmla="*/ 0 w 45866"/>
                        <a:gd name="T7" fmla="*/ 22933 h 45866"/>
                        <a:gd name="T8" fmla="*/ 6717 w 45866"/>
                        <a:gd name="T9" fmla="*/ 6717 h 45866"/>
                        <a:gd name="T10" fmla="*/ 6717 w 45866"/>
                        <a:gd name="T11" fmla="*/ 39149 h 45866"/>
                        <a:gd name="T12" fmla="*/ 39149 w 45866"/>
                        <a:gd name="T13" fmla="*/ 39149 h 45866"/>
                        <a:gd name="T14" fmla="*/ 39149 w 45866"/>
                        <a:gd name="T15" fmla="*/ 6717 h 45866"/>
                        <a:gd name="T16" fmla="*/ 17694720 60000 65536"/>
                        <a:gd name="T17" fmla="*/ 0 60000 65536"/>
                        <a:gd name="T18" fmla="*/ 5898240 60000 65536"/>
                        <a:gd name="T19" fmla="*/ 11796480 60000 65536"/>
                        <a:gd name="T20" fmla="*/ 17694720 60000 65536"/>
                        <a:gd name="T21" fmla="*/ 5898240 60000 65536"/>
                        <a:gd name="T22" fmla="*/ 5898240 60000 65536"/>
                        <a:gd name="T23" fmla="*/ 17694720 60000 65536"/>
                        <a:gd name="T24" fmla="*/ 6717 w 45866"/>
                        <a:gd name="T25" fmla="*/ 6717 h 45866"/>
                        <a:gd name="T26" fmla="*/ 39149 w 45866"/>
                        <a:gd name="T27" fmla="*/ 39149 h 4586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45866" h="45866">
                          <a:moveTo>
                            <a:pt x="0" y="22933"/>
                          </a:moveTo>
                          <a:lnTo>
                            <a:pt x="0" y="22932"/>
                          </a:lnTo>
                          <a:cubicBezTo>
                            <a:pt x="0" y="35598"/>
                            <a:pt x="10267" y="45866"/>
                            <a:pt x="22933" y="45866"/>
                          </a:cubicBezTo>
                          <a:cubicBezTo>
                            <a:pt x="35598" y="45866"/>
                            <a:pt x="45866" y="35598"/>
                            <a:pt x="45866" y="22933"/>
                          </a:cubicBezTo>
                          <a:cubicBezTo>
                            <a:pt x="45866" y="10267"/>
                            <a:pt x="35598" y="0"/>
                            <a:pt x="22933" y="0"/>
                          </a:cubicBezTo>
                          <a:cubicBezTo>
                            <a:pt x="10267" y="-1"/>
                            <a:pt x="0" y="10267"/>
                            <a:pt x="0" y="22932"/>
                          </a:cubicBezTo>
                          <a:close/>
                        </a:path>
                      </a:pathLst>
                    </a:custGeom>
                    <a:solidFill>
                      <a:srgbClr val="ECC67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tIns="0" rIns="0" bIns="0" anchor="ctr"/>
                    <a:lstStyle/>
                    <a:p>
                      <a:endParaRPr lang="en-NL"/>
                    </a:p>
                  </p:txBody>
                </p:sp>
              </p:grpSp>
              <p:pic>
                <p:nvPicPr>
                  <p:cNvPr id="108" name="Afbeelding 114">
                    <a:extLst>
                      <a:ext uri="{FF2B5EF4-FFF2-40B4-BE49-F238E27FC236}">
                        <a16:creationId xmlns:a16="http://schemas.microsoft.com/office/drawing/2014/main" id="{2D688233-72A3-89BD-82E0-C7FC3B8A977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3313822" y="5196224"/>
                    <a:ext cx="110157" cy="8909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109" name="Afbeelding 115">
                    <a:extLst>
                      <a:ext uri="{FF2B5EF4-FFF2-40B4-BE49-F238E27FC236}">
                        <a16:creationId xmlns:a16="http://schemas.microsoft.com/office/drawing/2014/main" id="{F785064F-62BE-88DB-8980-17F1BD890214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3270424" y="5211650"/>
                    <a:ext cx="110157" cy="708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grpSp>
              <p:nvGrpSpPr>
                <p:cNvPr id="101" name="Groep 107">
                  <a:extLst>
                    <a:ext uri="{FF2B5EF4-FFF2-40B4-BE49-F238E27FC236}">
                      <a16:creationId xmlns:a16="http://schemas.microsoft.com/office/drawing/2014/main" id="{FD7D0F19-137E-EF6D-0F6F-A8AF3F6DC0B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102203" y="5335871"/>
                  <a:ext cx="99597" cy="100035"/>
                  <a:chOff x="-3102203" y="5335871"/>
                  <a:chExt cx="99597" cy="100035"/>
                </a:xfrm>
              </p:grpSpPr>
              <p:sp>
                <p:nvSpPr>
                  <p:cNvPr id="105" name="Rechthoek 111">
                    <a:extLst>
                      <a:ext uri="{FF2B5EF4-FFF2-40B4-BE49-F238E27FC236}">
                        <a16:creationId xmlns:a16="http://schemas.microsoft.com/office/drawing/2014/main" id="{A7E40E04-4C97-0107-EEC9-4EF27BDD266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102202" y="5335871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6" name="Rechthoek 112">
                    <a:extLst>
                      <a:ext uri="{FF2B5EF4-FFF2-40B4-BE49-F238E27FC236}">
                        <a16:creationId xmlns:a16="http://schemas.microsoft.com/office/drawing/2014/main" id="{47A364B6-5145-0DE0-347A-32E781107A7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13">
                    <a:off x="-3142308" y="5376415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02" name="Groep 108">
                  <a:extLst>
                    <a:ext uri="{FF2B5EF4-FFF2-40B4-BE49-F238E27FC236}">
                      <a16:creationId xmlns:a16="http://schemas.microsoft.com/office/drawing/2014/main" id="{E0346A1F-591F-D116-FF5E-DD6B6EA9ED4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130969" y="5308806"/>
                  <a:ext cx="99597" cy="100024"/>
                  <a:chOff x="-3130969" y="5308806"/>
                  <a:chExt cx="99597" cy="100024"/>
                </a:xfrm>
              </p:grpSpPr>
              <p:sp>
                <p:nvSpPr>
                  <p:cNvPr id="103" name="Rechthoek 109">
                    <a:extLst>
                      <a:ext uri="{FF2B5EF4-FFF2-40B4-BE49-F238E27FC236}">
                        <a16:creationId xmlns:a16="http://schemas.microsoft.com/office/drawing/2014/main" id="{3DE51095-008D-FFBC-A84B-C1CF67DE0BE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0799991">
                    <a:off x="-3130969" y="5389445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4" name="Rechthoek 110">
                    <a:extLst>
                      <a:ext uri="{FF2B5EF4-FFF2-40B4-BE49-F238E27FC236}">
                        <a16:creationId xmlns:a16="http://schemas.microsoft.com/office/drawing/2014/main" id="{43C86F7D-D04D-31B9-9ED6-2AE1D7056D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399996">
                    <a:off x="-3090862" y="5348911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98" name="Rechthoek 104">
                <a:extLst>
                  <a:ext uri="{FF2B5EF4-FFF2-40B4-BE49-F238E27FC236}">
                    <a16:creationId xmlns:a16="http://schemas.microsoft.com/office/drawing/2014/main" id="{37522E13-ACAC-B3DC-3539-CBBEC1DE24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426805" y="5461967"/>
                <a:ext cx="514285" cy="1100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99" name="Gelijkbenige driehoek 105">
                <a:extLst>
                  <a:ext uri="{FF2B5EF4-FFF2-40B4-BE49-F238E27FC236}">
                    <a16:creationId xmlns:a16="http://schemas.microsoft.com/office/drawing/2014/main" id="{9D354657-643F-D052-61E4-E57656C6EB20}"/>
                  </a:ext>
                </a:extLst>
              </p:cNvPr>
              <p:cNvSpPr>
                <a:spLocks/>
              </p:cNvSpPr>
              <p:nvPr/>
            </p:nvSpPr>
            <p:spPr bwMode="auto">
              <a:xfrm rot="10799991">
                <a:off x="-3199339" y="5601193"/>
                <a:ext cx="59335" cy="34930"/>
              </a:xfrm>
              <a:custGeom>
                <a:avLst/>
                <a:gdLst>
                  <a:gd name="T0" fmla="*/ 29668 w 59335"/>
                  <a:gd name="T1" fmla="*/ 0 h 34930"/>
                  <a:gd name="T2" fmla="*/ 59335 w 59335"/>
                  <a:gd name="T3" fmla="*/ 17465 h 34930"/>
                  <a:gd name="T4" fmla="*/ 29668 w 59335"/>
                  <a:gd name="T5" fmla="*/ 34930 h 34930"/>
                  <a:gd name="T6" fmla="*/ 0 w 59335"/>
                  <a:gd name="T7" fmla="*/ 17465 h 34930"/>
                  <a:gd name="T8" fmla="*/ 29667 w 59335"/>
                  <a:gd name="T9" fmla="*/ 0 h 34930"/>
                  <a:gd name="T10" fmla="*/ 14834 w 59335"/>
                  <a:gd name="T11" fmla="*/ 17465 h 34930"/>
                  <a:gd name="T12" fmla="*/ 0 w 59335"/>
                  <a:gd name="T13" fmla="*/ 34930 h 34930"/>
                  <a:gd name="T14" fmla="*/ 29667 w 59335"/>
                  <a:gd name="T15" fmla="*/ 34930 h 34930"/>
                  <a:gd name="T16" fmla="*/ 59335 w 59335"/>
                  <a:gd name="T17" fmla="*/ 34930 h 34930"/>
                  <a:gd name="T18" fmla="*/ 44501 w 59335"/>
                  <a:gd name="T19" fmla="*/ 17465 h 34930"/>
                  <a:gd name="T20" fmla="*/ 17694720 60000 65536"/>
                  <a:gd name="T21" fmla="*/ 0 60000 65536"/>
                  <a:gd name="T22" fmla="*/ 5898240 60000 65536"/>
                  <a:gd name="T23" fmla="*/ 11796480 60000 65536"/>
                  <a:gd name="T24" fmla="*/ 17694720 60000 65536"/>
                  <a:gd name="T25" fmla="*/ 11796480 60000 65536"/>
                  <a:gd name="T26" fmla="*/ 5898240 60000 65536"/>
                  <a:gd name="T27" fmla="*/ 5898240 60000 65536"/>
                  <a:gd name="T28" fmla="*/ 5898240 60000 65536"/>
                  <a:gd name="T29" fmla="*/ 0 60000 65536"/>
                  <a:gd name="T30" fmla="*/ 14834 w 59335"/>
                  <a:gd name="T31" fmla="*/ 17465 h 34930"/>
                  <a:gd name="T32" fmla="*/ 44501 w 59335"/>
                  <a:gd name="T33" fmla="*/ 34930 h 349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9335" h="34930">
                    <a:moveTo>
                      <a:pt x="0" y="34930"/>
                    </a:moveTo>
                    <a:lnTo>
                      <a:pt x="29667" y="0"/>
                    </a:lnTo>
                    <a:lnTo>
                      <a:pt x="59335" y="34930"/>
                    </a:lnTo>
                    <a:lnTo>
                      <a:pt x="0" y="34930"/>
                    </a:lnTo>
                    <a:close/>
                  </a:path>
                </a:pathLst>
              </a:custGeom>
              <a:solidFill>
                <a:srgbClr val="8181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/>
              <a:p>
                <a:endParaRPr lang="en-NL"/>
              </a:p>
            </p:txBody>
          </p:sp>
        </p:grpSp>
        <p:sp>
          <p:nvSpPr>
            <p:cNvPr id="87" name="Ovaal 93">
              <a:extLst>
                <a:ext uri="{FF2B5EF4-FFF2-40B4-BE49-F238E27FC236}">
                  <a16:creationId xmlns:a16="http://schemas.microsoft.com/office/drawing/2014/main" id="{CC85DE7A-3C27-FDC5-6A6C-E40FF4A01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1811179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8" name="Rechthoek 94">
              <a:extLst>
                <a:ext uri="{FF2B5EF4-FFF2-40B4-BE49-F238E27FC236}">
                  <a16:creationId xmlns:a16="http://schemas.microsoft.com/office/drawing/2014/main" id="{1E1DDCC6-9318-FAD3-317C-B6BE2F457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1811188"/>
              <a:ext cx="2944678" cy="326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9" name="Rechthoek 95">
              <a:extLst>
                <a:ext uri="{FF2B5EF4-FFF2-40B4-BE49-F238E27FC236}">
                  <a16:creationId xmlns:a16="http://schemas.microsoft.com/office/drawing/2014/main" id="{AC20E44F-C035-1745-EFD8-6E71877378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245757"/>
              <a:ext cx="825502" cy="209553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0" name="Groep 96">
              <a:extLst>
                <a:ext uri="{FF2B5EF4-FFF2-40B4-BE49-F238E27FC236}">
                  <a16:creationId xmlns:a16="http://schemas.microsoft.com/office/drawing/2014/main" id="{CA0BBBA9-CD60-BEC8-86BD-762280457B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365485" y="1226978"/>
              <a:ext cx="446940" cy="406486"/>
              <a:chOff x="-3365485" y="1226978"/>
              <a:chExt cx="446940" cy="406486"/>
            </a:xfrm>
          </p:grpSpPr>
          <p:grpSp>
            <p:nvGrpSpPr>
              <p:cNvPr id="91" name="Groep 97">
                <a:extLst>
                  <a:ext uri="{FF2B5EF4-FFF2-40B4-BE49-F238E27FC236}">
                    <a16:creationId xmlns:a16="http://schemas.microsoft.com/office/drawing/2014/main" id="{60FF8CE6-276D-1692-6358-F99B2D95CC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285311" y="1226978"/>
                <a:ext cx="284168" cy="246686"/>
                <a:chOff x="-3285311" y="1226978"/>
                <a:chExt cx="284168" cy="246686"/>
              </a:xfrm>
            </p:grpSpPr>
            <p:sp>
              <p:nvSpPr>
                <p:cNvPr id="93" name="Vrije vorm: vorm 99">
                  <a:extLst>
                    <a:ext uri="{FF2B5EF4-FFF2-40B4-BE49-F238E27FC236}">
                      <a16:creationId xmlns:a16="http://schemas.microsoft.com/office/drawing/2014/main" id="{E84AE55D-F89A-35F6-BCBC-41459D543D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3236719" y="1287612"/>
                  <a:ext cx="47978" cy="47868"/>
                </a:xfrm>
                <a:custGeom>
                  <a:avLst/>
                  <a:gdLst>
                    <a:gd name="T0" fmla="*/ 23989 w 371475"/>
                    <a:gd name="T1" fmla="*/ 0 h 371475"/>
                    <a:gd name="T2" fmla="*/ 47978 w 371475"/>
                    <a:gd name="T3" fmla="*/ 23934 h 371475"/>
                    <a:gd name="T4" fmla="*/ 23989 w 371475"/>
                    <a:gd name="T5" fmla="*/ 47868 h 371475"/>
                    <a:gd name="T6" fmla="*/ 0 w 371475"/>
                    <a:gd name="T7" fmla="*/ 23934 h 371475"/>
                    <a:gd name="T8" fmla="*/ 47670 w 371475"/>
                    <a:gd name="T9" fmla="*/ 24241 h 371475"/>
                    <a:gd name="T10" fmla="*/ 24297 w 371475"/>
                    <a:gd name="T11" fmla="*/ 47561 h 371475"/>
                    <a:gd name="T12" fmla="*/ 923 w 371475"/>
                    <a:gd name="T13" fmla="*/ 24241 h 371475"/>
                    <a:gd name="T14" fmla="*/ 24297 w 371475"/>
                    <a:gd name="T15" fmla="*/ 921 h 371475"/>
                    <a:gd name="T16" fmla="*/ 47670 w 371475"/>
                    <a:gd name="T17" fmla="*/ 24241 h 371475"/>
                    <a:gd name="T18" fmla="*/ 17694720 60000 65536"/>
                    <a:gd name="T19" fmla="*/ 0 60000 65536"/>
                    <a:gd name="T20" fmla="*/ 5898240 60000 65536"/>
                    <a:gd name="T21" fmla="*/ 1179648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71475"/>
                    <a:gd name="T28" fmla="*/ 0 h 371475"/>
                    <a:gd name="T29" fmla="*/ 371475 w 371475"/>
                    <a:gd name="T30" fmla="*/ 371475 h 371475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NL"/>
                </a:p>
              </p:txBody>
            </p:sp>
            <p:grpSp>
              <p:nvGrpSpPr>
                <p:cNvPr id="94" name="Groep 100">
                  <a:extLst>
                    <a:ext uri="{FF2B5EF4-FFF2-40B4-BE49-F238E27FC236}">
                      <a16:creationId xmlns:a16="http://schemas.microsoft.com/office/drawing/2014/main" id="{401757EE-83AB-A384-D824-EAC90957461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285311" y="1226978"/>
                  <a:ext cx="284168" cy="246686"/>
                  <a:chOff x="-3285311" y="1226978"/>
                  <a:chExt cx="284168" cy="246686"/>
                </a:xfrm>
              </p:grpSpPr>
              <p:sp>
                <p:nvSpPr>
                  <p:cNvPr id="95" name="Vrije vorm: vorm 101">
                    <a:extLst>
                      <a:ext uri="{FF2B5EF4-FFF2-40B4-BE49-F238E27FC236}">
                        <a16:creationId xmlns:a16="http://schemas.microsoft.com/office/drawing/2014/main" id="{D073257F-1972-DCE2-DEB8-C6F5E29FCFC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3285311" y="1226978"/>
                    <a:ext cx="284168" cy="246686"/>
                  </a:xfrm>
                  <a:custGeom>
                    <a:avLst/>
                    <a:gdLst>
                      <a:gd name="T0" fmla="*/ 142084 w 2200275"/>
                      <a:gd name="T1" fmla="*/ 0 h 1914525"/>
                      <a:gd name="T2" fmla="*/ 284168 w 2200275"/>
                      <a:gd name="T3" fmla="*/ 123343 h 1914525"/>
                      <a:gd name="T4" fmla="*/ 142084 w 2200275"/>
                      <a:gd name="T5" fmla="*/ 246686 h 1914525"/>
                      <a:gd name="T6" fmla="*/ 0 w 2200275"/>
                      <a:gd name="T7" fmla="*/ 123343 h 1914525"/>
                      <a:gd name="T8" fmla="*/ 923 w 2200275"/>
                      <a:gd name="T9" fmla="*/ 921 h 1914525"/>
                      <a:gd name="T10" fmla="*/ 923 w 2200275"/>
                      <a:gd name="T11" fmla="*/ 31603 h 1914525"/>
                      <a:gd name="T12" fmla="*/ 55911 w 2200275"/>
                      <a:gd name="T13" fmla="*/ 31603 h 1914525"/>
                      <a:gd name="T14" fmla="*/ 55911 w 2200275"/>
                      <a:gd name="T15" fmla="*/ 31603 h 1914525"/>
                      <a:gd name="T16" fmla="*/ 253106 w 2200275"/>
                      <a:gd name="T17" fmla="*/ 31603 h 1914525"/>
                      <a:gd name="T18" fmla="*/ 253106 w 2200275"/>
                      <a:gd name="T19" fmla="*/ 215697 h 1914525"/>
                      <a:gd name="T20" fmla="*/ 31677 w 2200275"/>
                      <a:gd name="T21" fmla="*/ 215697 h 1914525"/>
                      <a:gd name="T22" fmla="*/ 31677 w 2200275"/>
                      <a:gd name="T23" fmla="*/ 45103 h 1914525"/>
                      <a:gd name="T24" fmla="*/ 923 w 2200275"/>
                      <a:gd name="T25" fmla="*/ 45103 h 1914525"/>
                      <a:gd name="T26" fmla="*/ 923 w 2200275"/>
                      <a:gd name="T27" fmla="*/ 246379 h 1914525"/>
                      <a:gd name="T28" fmla="*/ 283860 w 2200275"/>
                      <a:gd name="T29" fmla="*/ 246379 h 1914525"/>
                      <a:gd name="T30" fmla="*/ 283860 w 2200275"/>
                      <a:gd name="T31" fmla="*/ 921 h 1914525"/>
                      <a:gd name="T32" fmla="*/ 17694720 60000 65536"/>
                      <a:gd name="T33" fmla="*/ 0 60000 65536"/>
                      <a:gd name="T34" fmla="*/ 5898240 60000 65536"/>
                      <a:gd name="T35" fmla="*/ 1179648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2200275"/>
                      <a:gd name="T49" fmla="*/ 0 h 1914525"/>
                      <a:gd name="T50" fmla="*/ 2200275 w 2200275"/>
                      <a:gd name="T51" fmla="*/ 1914525 h 191452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lnTo>
                          <a:pt x="714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NL"/>
                  </a:p>
                </p:txBody>
              </p:sp>
              <p:sp>
                <p:nvSpPr>
                  <p:cNvPr id="96" name="Vrije vorm: vorm 102">
                    <a:extLst>
                      <a:ext uri="{FF2B5EF4-FFF2-40B4-BE49-F238E27FC236}">
                        <a16:creationId xmlns:a16="http://schemas.microsoft.com/office/drawing/2014/main" id="{15510807-59C2-0B75-50ED-A5DB9A430A5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3236847" y="1303321"/>
                    <a:ext cx="185751" cy="114144"/>
                  </a:xfrm>
                  <a:custGeom>
                    <a:avLst/>
                    <a:gdLst>
                      <a:gd name="T0" fmla="*/ 92876 w 1438275"/>
                      <a:gd name="T1" fmla="*/ 0 h 885825"/>
                      <a:gd name="T2" fmla="*/ 185751 w 1438275"/>
                      <a:gd name="T3" fmla="*/ 57072 h 885825"/>
                      <a:gd name="T4" fmla="*/ 92876 w 1438275"/>
                      <a:gd name="T5" fmla="*/ 114144 h 885825"/>
                      <a:gd name="T6" fmla="*/ 0 w 1438275"/>
                      <a:gd name="T7" fmla="*/ 57072 h 885825"/>
                      <a:gd name="T8" fmla="*/ 138206 w 1438275"/>
                      <a:gd name="T9" fmla="*/ 921 h 885825"/>
                      <a:gd name="T10" fmla="*/ 103516 w 1438275"/>
                      <a:gd name="T11" fmla="*/ 35532 h 885825"/>
                      <a:gd name="T12" fmla="*/ 85556 w 1438275"/>
                      <a:gd name="T13" fmla="*/ 17735 h 885825"/>
                      <a:gd name="T14" fmla="*/ 923 w 1438275"/>
                      <a:gd name="T15" fmla="*/ 101073 h 885825"/>
                      <a:gd name="T16" fmla="*/ 13962 w 1438275"/>
                      <a:gd name="T17" fmla="*/ 114083 h 885825"/>
                      <a:gd name="T18" fmla="*/ 85556 w 1438275"/>
                      <a:gd name="T19" fmla="*/ 43632 h 885825"/>
                      <a:gd name="T20" fmla="*/ 119877 w 1438275"/>
                      <a:gd name="T21" fmla="*/ 77998 h 885825"/>
                      <a:gd name="T22" fmla="*/ 132916 w 1438275"/>
                      <a:gd name="T23" fmla="*/ 64866 h 885825"/>
                      <a:gd name="T24" fmla="*/ 116556 w 1438275"/>
                      <a:gd name="T25" fmla="*/ 48542 h 885825"/>
                      <a:gd name="T26" fmla="*/ 138206 w 1438275"/>
                      <a:gd name="T27" fmla="*/ 26940 h 885825"/>
                      <a:gd name="T28" fmla="*/ 172773 w 1438275"/>
                      <a:gd name="T29" fmla="*/ 61920 h 885825"/>
                      <a:gd name="T30" fmla="*/ 185812 w 1438275"/>
                      <a:gd name="T31" fmla="*/ 48787 h 885825"/>
                      <a:gd name="T32" fmla="*/ 17694720 60000 65536"/>
                      <a:gd name="T33" fmla="*/ 0 60000 65536"/>
                      <a:gd name="T34" fmla="*/ 5898240 60000 65536"/>
                      <a:gd name="T35" fmla="*/ 1179648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1438275"/>
                      <a:gd name="T49" fmla="*/ 0 h 885825"/>
                      <a:gd name="T50" fmla="*/ 1438275 w 1438275"/>
                      <a:gd name="T51" fmla="*/ 885825 h 88582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lnTo>
                          <a:pt x="107013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NL"/>
                  </a:p>
                </p:txBody>
              </p:sp>
            </p:grpSp>
          </p:grpSp>
          <p:sp>
            <p:nvSpPr>
              <p:cNvPr id="92" name="Tekstvak 98">
                <a:extLst>
                  <a:ext uri="{FF2B5EF4-FFF2-40B4-BE49-F238E27FC236}">
                    <a16:creationId xmlns:a16="http://schemas.microsoft.com/office/drawing/2014/main" id="{7DD801CE-E6F7-B741-784E-01BA5D0343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365485" y="1489959"/>
                <a:ext cx="446940" cy="1435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8004" rIns="0" bIns="0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0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  <p:sp>
        <p:nvSpPr>
          <p:cNvPr id="2" name="Tijdelijke aanduiding voor tekst 18"/>
          <p:cNvSpPr txBox="1">
            <a:spLocks noGrp="1" noMove="1" noResize="1"/>
          </p:cNvSpPr>
          <p:nvPr>
            <p:ph type="body" idx="4294967295"/>
          </p:nvPr>
        </p:nvSpPr>
        <p:spPr>
          <a:xfrm>
            <a:off x="720364" y="6216740"/>
            <a:ext cx="961198" cy="381597"/>
          </a:xfr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25813774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(M) + text | blue mode">
    <p:bg>
      <p:bgPr>
        <a:solidFill>
          <a:srgbClr val="00A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INSTRUCTION">
            <a:extLst>
              <a:ext uri="{FF2B5EF4-FFF2-40B4-BE49-F238E27FC236}">
                <a16:creationId xmlns:a16="http://schemas.microsoft.com/office/drawing/2014/main" id="{EACED2E8-2EBA-6BE9-5676-ADA02E09BCCC}"/>
              </a:ext>
            </a:extLst>
          </p:cNvPr>
          <p:cNvGrpSpPr>
            <a:grpSpLocks/>
          </p:cNvGrpSpPr>
          <p:nvPr/>
        </p:nvGrpSpPr>
        <p:grpSpPr bwMode="auto">
          <a:xfrm>
            <a:off x="12377738" y="0"/>
            <a:ext cx="3692525" cy="5359400"/>
            <a:chOff x="12377592" y="0"/>
            <a:chExt cx="3693389" cy="5359343"/>
          </a:xfrm>
        </p:grpSpPr>
        <p:sp>
          <p:nvSpPr>
            <p:cNvPr id="4" name="Rechthoek 6">
              <a:extLst>
                <a:ext uri="{FF2B5EF4-FFF2-40B4-BE49-F238E27FC236}">
                  <a16:creationId xmlns:a16="http://schemas.microsoft.com/office/drawing/2014/main" id="{FF38A134-785A-3B13-0140-ED5DC74392DF}"/>
                </a:ext>
              </a:extLst>
            </p:cNvPr>
            <p:cNvSpPr/>
            <p:nvPr/>
          </p:nvSpPr>
          <p:spPr>
            <a:xfrm>
              <a:off x="12377592" y="0"/>
              <a:ext cx="3593353" cy="4641801"/>
            </a:xfrm>
            <a:prstGeom prst="rect">
              <a:avLst/>
            </a:prstGeom>
            <a:solidFill>
              <a:srgbClr val="FFFFFF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Choosing text levels</a:t>
              </a:r>
            </a:p>
          </p:txBody>
        </p:sp>
        <p:sp>
          <p:nvSpPr>
            <p:cNvPr id="5" name="Rechthoek 9">
              <a:extLst>
                <a:ext uri="{FF2B5EF4-FFF2-40B4-BE49-F238E27FC236}">
                  <a16:creationId xmlns:a16="http://schemas.microsoft.com/office/drawing/2014/main" id="{9FE23A2A-2270-4503-7042-27DF21B0B49C}"/>
                </a:ext>
              </a:extLst>
            </p:cNvPr>
            <p:cNvSpPr/>
            <p:nvPr/>
          </p:nvSpPr>
          <p:spPr>
            <a:xfrm>
              <a:off x="12377592" y="1708132"/>
              <a:ext cx="3593353" cy="2835245"/>
            </a:xfrm>
            <a:prstGeom prst="rect">
              <a:avLst/>
            </a:prstGeom>
            <a:solidFill>
              <a:srgbClr val="00A6D6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 </a:t>
              </a:r>
            </a:p>
          </p:txBody>
        </p:sp>
        <p:sp>
          <p:nvSpPr>
            <p:cNvPr id="6" name="Ovaal 10">
              <a:extLst>
                <a:ext uri="{FF2B5EF4-FFF2-40B4-BE49-F238E27FC236}">
                  <a16:creationId xmlns:a16="http://schemas.microsoft.com/office/drawing/2014/main" id="{201A26B4-44EA-EF96-C148-D337302E9C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1837486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7" name="Rechthoek 11">
              <a:extLst>
                <a:ext uri="{FF2B5EF4-FFF2-40B4-BE49-F238E27FC236}">
                  <a16:creationId xmlns:a16="http://schemas.microsoft.com/office/drawing/2014/main" id="{A51CD399-2F05-EDEA-7A98-F530CF4D05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1837486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57188" indent="-357188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FFFFFF"/>
                </a:buClr>
                <a:buSzPct val="100000"/>
                <a:buFont typeface="Calibri" panose="020F0502020204030204" pitchFamily="34" charset="0"/>
                <a:buChar char="•"/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8" name="Ovaal 12">
              <a:extLst>
                <a:ext uri="{FF2B5EF4-FFF2-40B4-BE49-F238E27FC236}">
                  <a16:creationId xmlns:a16="http://schemas.microsoft.com/office/drawing/2014/main" id="{86E7F774-8EF5-8D2D-83E3-52865DB726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2128768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" name="Rechthoek 13">
              <a:extLst>
                <a:ext uri="{FF2B5EF4-FFF2-40B4-BE49-F238E27FC236}">
                  <a16:creationId xmlns:a16="http://schemas.microsoft.com/office/drawing/2014/main" id="{B60C0DF5-78CB-BFCA-EFB3-03B3378836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59850" y="1196117"/>
              <a:ext cx="3229048" cy="459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0" name="Rechthoek 14">
              <a:extLst>
                <a:ext uri="{FF2B5EF4-FFF2-40B4-BE49-F238E27FC236}">
                  <a16:creationId xmlns:a16="http://schemas.microsoft.com/office/drawing/2014/main" id="{C2F898FF-C6D3-F278-7EC4-22D0FCEF0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2128869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715963" indent="-357188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FFFFFF"/>
                </a:buClr>
                <a:buSzPct val="100000"/>
                <a:buFont typeface="Calibri" panose="020F0502020204030204" pitchFamily="34" charset="0"/>
                <a:buChar char="•"/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1" name="Ovaal 15">
              <a:extLst>
                <a:ext uri="{FF2B5EF4-FFF2-40B4-BE49-F238E27FC236}">
                  <a16:creationId xmlns:a16="http://schemas.microsoft.com/office/drawing/2014/main" id="{DC33DD97-BD93-45FB-8DCA-5BB5ABE54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2420051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2" name="Rechthoek 16">
              <a:extLst>
                <a:ext uri="{FF2B5EF4-FFF2-40B4-BE49-F238E27FC236}">
                  <a16:creationId xmlns:a16="http://schemas.microsoft.com/office/drawing/2014/main" id="{95B9E1B9-BF15-150D-0457-9BCCFAA489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2420261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3" name="Ovaal 17">
              <a:extLst>
                <a:ext uri="{FF2B5EF4-FFF2-40B4-BE49-F238E27FC236}">
                  <a16:creationId xmlns:a16="http://schemas.microsoft.com/office/drawing/2014/main" id="{162EA5B2-08DD-80A7-7246-B727CA1C9B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2711333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4" name="Rechthoek 20">
              <a:extLst>
                <a:ext uri="{FF2B5EF4-FFF2-40B4-BE49-F238E27FC236}">
                  <a16:creationId xmlns:a16="http://schemas.microsoft.com/office/drawing/2014/main" id="{603E7AC8-B7F9-9582-A539-E25F83ECF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2711653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2400" b="1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15" name="Ovaal 21">
              <a:extLst>
                <a:ext uri="{FF2B5EF4-FFF2-40B4-BE49-F238E27FC236}">
                  <a16:creationId xmlns:a16="http://schemas.microsoft.com/office/drawing/2014/main" id="{3EC8DCFC-5836-61E2-D514-D8C2D4874C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3002624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6" name="Rechthoek 22">
              <a:extLst>
                <a:ext uri="{FF2B5EF4-FFF2-40B4-BE49-F238E27FC236}">
                  <a16:creationId xmlns:a16="http://schemas.microsoft.com/office/drawing/2014/main" id="{F9273629-869A-6476-0160-15D2714E3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3003035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17" name="Ovaal 23">
              <a:extLst>
                <a:ext uri="{FF2B5EF4-FFF2-40B4-BE49-F238E27FC236}">
                  <a16:creationId xmlns:a16="http://schemas.microsoft.com/office/drawing/2014/main" id="{58B9FC39-31AC-2D35-9F2C-F40AAEC80E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3293906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8" name="Rechthoek 24">
              <a:extLst>
                <a:ext uri="{FF2B5EF4-FFF2-40B4-BE49-F238E27FC236}">
                  <a16:creationId xmlns:a16="http://schemas.microsoft.com/office/drawing/2014/main" id="{2E919E1C-4750-E916-0761-9F21FAAA10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3585819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57188" indent="-357188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FFFFFF"/>
                </a:buClr>
                <a:buSzPct val="100000"/>
                <a:buFont typeface="Arial" panose="020B0604020202020204" pitchFamily="34" charset="0"/>
                <a:buAutoNum type="arabicPeriod"/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19" name="Ovaal 25">
              <a:extLst>
                <a:ext uri="{FF2B5EF4-FFF2-40B4-BE49-F238E27FC236}">
                  <a16:creationId xmlns:a16="http://schemas.microsoft.com/office/drawing/2014/main" id="{12D61A63-1422-5536-0020-C9195F53F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3585188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0" name="Rechthoek 26">
              <a:extLst>
                <a:ext uri="{FF2B5EF4-FFF2-40B4-BE49-F238E27FC236}">
                  <a16:creationId xmlns:a16="http://schemas.microsoft.com/office/drawing/2014/main" id="{B99BA07C-984D-A997-A500-6A6DE7A9F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38203" y="3877211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42900" indent="-3429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FFFFFF"/>
                </a:buClr>
                <a:buSzPct val="100000"/>
                <a:buFont typeface="Arial" panose="020B0604020202020204" pitchFamily="34" charset="0"/>
                <a:buAutoNum type="alphaLcPeriod"/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1" name="Ovaal 27">
              <a:extLst>
                <a:ext uri="{FF2B5EF4-FFF2-40B4-BE49-F238E27FC236}">
                  <a16:creationId xmlns:a16="http://schemas.microsoft.com/office/drawing/2014/main" id="{DE3CD3B3-320E-C2CF-46F6-77F4E3E287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3876470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2" name="Rechthoek 28">
              <a:extLst>
                <a:ext uri="{FF2B5EF4-FFF2-40B4-BE49-F238E27FC236}">
                  <a16:creationId xmlns:a16="http://schemas.microsoft.com/office/drawing/2014/main" id="{16FB99D3-4105-9CAC-6068-3DE1FE6C9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4168594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 i="1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3" name="Ovaal 29">
              <a:extLst>
                <a:ext uri="{FF2B5EF4-FFF2-40B4-BE49-F238E27FC236}">
                  <a16:creationId xmlns:a16="http://schemas.microsoft.com/office/drawing/2014/main" id="{8E06D2CF-4754-9D04-C944-F142A1B9EF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4168594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4" name="Rechthoek 30">
              <a:extLst>
                <a:ext uri="{FF2B5EF4-FFF2-40B4-BE49-F238E27FC236}">
                  <a16:creationId xmlns:a16="http://schemas.microsoft.com/office/drawing/2014/main" id="{DAFE7C47-B707-FBA4-75F5-BCB7C2A5E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3294427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25" name="Rechthoek 31">
              <a:extLst>
                <a:ext uri="{FF2B5EF4-FFF2-40B4-BE49-F238E27FC236}">
                  <a16:creationId xmlns:a16="http://schemas.microsoft.com/office/drawing/2014/main" id="{8C513A39-1D4A-CCF7-10ED-1EEBFA874AC7}"/>
                </a:ext>
              </a:extLst>
            </p:cNvPr>
            <p:cNvSpPr/>
            <p:nvPr/>
          </p:nvSpPr>
          <p:spPr>
            <a:xfrm>
              <a:off x="12377592" y="4530677"/>
              <a:ext cx="3593353" cy="828666"/>
            </a:xfrm>
            <a:prstGeom prst="rect">
              <a:avLst/>
            </a:prstGeom>
            <a:solidFill>
              <a:srgbClr val="ECECEC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 anchor="ctr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Want to know more?</a:t>
              </a:r>
              <a:b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</a:b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Go to the tab</a:t>
              </a: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 'SLIDEBUILDER’ </a:t>
              </a: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and click</a:t>
              </a:r>
              <a:b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</a:b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on the button </a:t>
              </a: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‘Inspiration'</a:t>
              </a:r>
            </a:p>
          </p:txBody>
        </p:sp>
        <p:grpSp>
          <p:nvGrpSpPr>
            <p:cNvPr id="26" name="ICOON_info">
              <a:extLst>
                <a:ext uri="{FF2B5EF4-FFF2-40B4-BE49-F238E27FC236}">
                  <a16:creationId xmlns:a16="http://schemas.microsoft.com/office/drawing/2014/main" id="{54B5F65C-31C7-A0F7-3761-1476C0EFEE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87298" y="4400184"/>
              <a:ext cx="283683" cy="283683"/>
              <a:chOff x="15787298" y="4400184"/>
              <a:chExt cx="283683" cy="283683"/>
            </a:xfrm>
          </p:grpSpPr>
          <p:sp>
            <p:nvSpPr>
              <p:cNvPr id="74" name="Ovaal 80">
                <a:extLst>
                  <a:ext uri="{FF2B5EF4-FFF2-40B4-BE49-F238E27FC236}">
                    <a16:creationId xmlns:a16="http://schemas.microsoft.com/office/drawing/2014/main" id="{28F4D23C-ADD3-D7A0-2E0B-4CBE8E21824F}"/>
                  </a:ext>
                </a:extLst>
              </p:cNvPr>
              <p:cNvSpPr/>
              <p:nvPr/>
            </p:nvSpPr>
            <p:spPr>
              <a:xfrm>
                <a:off x="15807395" y="4419553"/>
                <a:ext cx="244532" cy="244472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211F26"/>
              </a:solidFill>
              <a:ln>
                <a:noFill/>
                <a:prstDash val="solid"/>
              </a:ln>
            </p:spPr>
            <p:txBody>
              <a:bodyPr lIns="179999" tIns="179999" rIns="179999" bIns="179999" anchor="ctr" anchorCtr="1"/>
              <a:lstStyle/>
              <a:p>
                <a:pPr algn="ctr"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600" cap="all">
                  <a:solidFill>
                    <a:srgbClr val="FFFFFF"/>
                  </a:solidFill>
                  <a:latin typeface="Calibri" pitchFamily="34"/>
                  <a:cs typeface="Calibri" pitchFamily="34"/>
                </a:endParaRPr>
              </a:p>
            </p:txBody>
          </p:sp>
          <p:sp>
            <p:nvSpPr>
              <p:cNvPr id="75" name="Graphic 163" descr="Informatie">
                <a:extLst>
                  <a:ext uri="{FF2B5EF4-FFF2-40B4-BE49-F238E27FC236}">
                    <a16:creationId xmlns:a16="http://schemas.microsoft.com/office/drawing/2014/main" id="{EF3629D0-9A68-ED01-95E8-235F1A071F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87298" y="4400184"/>
                <a:ext cx="283683" cy="283683"/>
              </a:xfrm>
              <a:custGeom>
                <a:avLst/>
                <a:gdLst>
                  <a:gd name="T0" fmla="*/ 141842 w 291719"/>
                  <a:gd name="T1" fmla="*/ 0 h 291719"/>
                  <a:gd name="T2" fmla="*/ 283683 w 291719"/>
                  <a:gd name="T3" fmla="*/ 141842 h 291719"/>
                  <a:gd name="T4" fmla="*/ 141842 w 291719"/>
                  <a:gd name="T5" fmla="*/ 283683 h 291719"/>
                  <a:gd name="T6" fmla="*/ 0 w 291719"/>
                  <a:gd name="T7" fmla="*/ 141842 h 291719"/>
                  <a:gd name="T8" fmla="*/ 141842 w 291719"/>
                  <a:gd name="T9" fmla="*/ 0 h 291719"/>
                  <a:gd name="T10" fmla="*/ 0 w 291719"/>
                  <a:gd name="T11" fmla="*/ 141842 h 291719"/>
                  <a:gd name="T12" fmla="*/ 141842 w 291719"/>
                  <a:gd name="T13" fmla="*/ 283684 h 291719"/>
                  <a:gd name="T14" fmla="*/ 283684 w 291719"/>
                  <a:gd name="T15" fmla="*/ 141842 h 291719"/>
                  <a:gd name="T16" fmla="*/ 141842 w 291719"/>
                  <a:gd name="T17" fmla="*/ 0 h 291719"/>
                  <a:gd name="T18" fmla="*/ 134376 w 291719"/>
                  <a:gd name="T19" fmla="*/ 37327 h 291719"/>
                  <a:gd name="T20" fmla="*/ 153040 w 291719"/>
                  <a:gd name="T21" fmla="*/ 55990 h 291719"/>
                  <a:gd name="T22" fmla="*/ 134376 w 291719"/>
                  <a:gd name="T23" fmla="*/ 74653 h 291719"/>
                  <a:gd name="T24" fmla="*/ 115713 w 291719"/>
                  <a:gd name="T25" fmla="*/ 55990 h 291719"/>
                  <a:gd name="T26" fmla="*/ 134376 w 291719"/>
                  <a:gd name="T27" fmla="*/ 37327 h 291719"/>
                  <a:gd name="T28" fmla="*/ 179169 w 291719"/>
                  <a:gd name="T29" fmla="*/ 246357 h 291719"/>
                  <a:gd name="T30" fmla="*/ 104515 w 291719"/>
                  <a:gd name="T31" fmla="*/ 246357 h 291719"/>
                  <a:gd name="T32" fmla="*/ 104515 w 291719"/>
                  <a:gd name="T33" fmla="*/ 223961 h 291719"/>
                  <a:gd name="T34" fmla="*/ 130644 w 291719"/>
                  <a:gd name="T35" fmla="*/ 223961 h 291719"/>
                  <a:gd name="T36" fmla="*/ 130644 w 291719"/>
                  <a:gd name="T37" fmla="*/ 111981 h 291719"/>
                  <a:gd name="T38" fmla="*/ 108248 w 291719"/>
                  <a:gd name="T39" fmla="*/ 111981 h 291719"/>
                  <a:gd name="T40" fmla="*/ 108248 w 291719"/>
                  <a:gd name="T41" fmla="*/ 89584 h 291719"/>
                  <a:gd name="T42" fmla="*/ 153040 w 291719"/>
                  <a:gd name="T43" fmla="*/ 89584 h 291719"/>
                  <a:gd name="T44" fmla="*/ 153040 w 291719"/>
                  <a:gd name="T45" fmla="*/ 111981 h 291719"/>
                  <a:gd name="T46" fmla="*/ 153040 w 291719"/>
                  <a:gd name="T47" fmla="*/ 223961 h 291719"/>
                  <a:gd name="T48" fmla="*/ 179169 w 291719"/>
                  <a:gd name="T49" fmla="*/ 223961 h 291719"/>
                  <a:gd name="T50" fmla="*/ 179169 w 291719"/>
                  <a:gd name="T51" fmla="*/ 246357 h 291719"/>
                  <a:gd name="T52" fmla="*/ 17694720 60000 65536"/>
                  <a:gd name="T53" fmla="*/ 0 60000 65536"/>
                  <a:gd name="T54" fmla="*/ 5898240 60000 65536"/>
                  <a:gd name="T55" fmla="*/ 1179648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291719"/>
                  <a:gd name="T79" fmla="*/ 0 h 291719"/>
                  <a:gd name="T80" fmla="*/ 291719 w 291719"/>
                  <a:gd name="T81" fmla="*/ 291719 h 29171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NL"/>
              </a:p>
            </p:txBody>
          </p:sp>
        </p:grpSp>
        <p:grpSp>
          <p:nvGrpSpPr>
            <p:cNvPr id="27" name="VOORBEELD">
              <a:extLst>
                <a:ext uri="{FF2B5EF4-FFF2-40B4-BE49-F238E27FC236}">
                  <a16:creationId xmlns:a16="http://schemas.microsoft.com/office/drawing/2014/main" id="{C4CA9A1E-803B-557C-CF27-573D2B12E3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58863" y="458672"/>
              <a:ext cx="3234315" cy="558871"/>
              <a:chOff x="12558863" y="458672"/>
              <a:chExt cx="3234315" cy="558871"/>
            </a:xfrm>
          </p:grpSpPr>
          <p:sp>
            <p:nvSpPr>
              <p:cNvPr id="34" name="Rechthoek 40">
                <a:extLst>
                  <a:ext uri="{FF2B5EF4-FFF2-40B4-BE49-F238E27FC236}">
                    <a16:creationId xmlns:a16="http://schemas.microsoft.com/office/drawing/2014/main" id="{84EE8156-D1E3-D10B-2419-D6F3F1D609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59850" y="458672"/>
                <a:ext cx="393457" cy="184059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8004" rIns="0" bIns="0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/>
                <a:r>
                  <a:rPr lang="en-GB" altLang="en-NL" sz="9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35" name="Rechthoek 41">
                <a:extLst>
                  <a:ext uri="{FF2B5EF4-FFF2-40B4-BE49-F238E27FC236}">
                    <a16:creationId xmlns:a16="http://schemas.microsoft.com/office/drawing/2014/main" id="{E898B751-E71A-C150-CCE7-F1252C4A93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4843" y="621343"/>
                <a:ext cx="383782" cy="27166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/>
                <a:endPara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6" name="Groep 42">
                <a:extLst>
                  <a:ext uri="{FF2B5EF4-FFF2-40B4-BE49-F238E27FC236}">
                    <a16:creationId xmlns:a16="http://schemas.microsoft.com/office/drawing/2014/main" id="{3C23626E-8252-2802-C38F-A969885822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77789" y="830869"/>
                <a:ext cx="139418" cy="109563"/>
                <a:chOff x="12777789" y="830869"/>
                <a:chExt cx="139418" cy="109563"/>
              </a:xfrm>
            </p:grpSpPr>
            <p:grpSp>
              <p:nvGrpSpPr>
                <p:cNvPr id="67" name="Groep 73">
                  <a:extLst>
                    <a:ext uri="{FF2B5EF4-FFF2-40B4-BE49-F238E27FC236}">
                      <a16:creationId xmlns:a16="http://schemas.microsoft.com/office/drawing/2014/main" id="{4B25757D-CFE9-401A-808D-0EC71CE39F5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777789" y="830869"/>
                  <a:ext cx="139418" cy="109563"/>
                  <a:chOff x="12777789" y="830869"/>
                  <a:chExt cx="139418" cy="109563"/>
                </a:xfrm>
              </p:grpSpPr>
              <p:cxnSp>
                <p:nvCxnSpPr>
                  <p:cNvPr id="69" name="Rechte verbindingslijn 75">
                    <a:extLst>
                      <a:ext uri="{FF2B5EF4-FFF2-40B4-BE49-F238E27FC236}">
                        <a16:creationId xmlns:a16="http://schemas.microsoft.com/office/drawing/2014/main" id="{D4AC815A-83AA-5A4A-9AA7-D914CE9CEAF6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777789" y="830869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0" name="Rechte verbindingslijn 76">
                    <a:extLst>
                      <a:ext uri="{FF2B5EF4-FFF2-40B4-BE49-F238E27FC236}">
                        <a16:creationId xmlns:a16="http://schemas.microsoft.com/office/drawing/2014/main" id="{D594E719-BE8C-79C6-BA33-1B5D72747E87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777789" y="940432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1" name="Rechte verbindingslijn 77">
                    <a:extLst>
                      <a:ext uri="{FF2B5EF4-FFF2-40B4-BE49-F238E27FC236}">
                        <a16:creationId xmlns:a16="http://schemas.microsoft.com/office/drawing/2014/main" id="{0D48AAFD-A864-7AF1-1BA2-63CAC91CECF8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854443" y="913046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2" name="Rechte verbindingslijn 78">
                    <a:extLst>
                      <a:ext uri="{FF2B5EF4-FFF2-40B4-BE49-F238E27FC236}">
                        <a16:creationId xmlns:a16="http://schemas.microsoft.com/office/drawing/2014/main" id="{16410973-8B8E-27C7-6E82-71650B49F6C8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854443" y="885651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3" name="Rechte verbindingslijn 79">
                    <a:extLst>
                      <a:ext uri="{FF2B5EF4-FFF2-40B4-BE49-F238E27FC236}">
                        <a16:creationId xmlns:a16="http://schemas.microsoft.com/office/drawing/2014/main" id="{CCBDA908-A435-B0D6-2408-B935CB28633B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854443" y="858264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68" name="Pijl: rechts 74">
                  <a:extLst>
                    <a:ext uri="{FF2B5EF4-FFF2-40B4-BE49-F238E27FC236}">
                      <a16:creationId xmlns:a16="http://schemas.microsoft.com/office/drawing/2014/main" id="{CEDE4ADA-B75A-EB13-3F16-1C43880282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777789" y="857039"/>
                  <a:ext cx="58411" cy="56116"/>
                </a:xfrm>
                <a:custGeom>
                  <a:avLst/>
                  <a:gdLst>
                    <a:gd name="T0" fmla="*/ 29206 w 21600"/>
                    <a:gd name="T1" fmla="*/ 0 h 21600"/>
                    <a:gd name="T2" fmla="*/ 58411 w 21600"/>
                    <a:gd name="T3" fmla="*/ 28058 h 21600"/>
                    <a:gd name="T4" fmla="*/ 29206 w 21600"/>
                    <a:gd name="T5" fmla="*/ 56116 h 21600"/>
                    <a:gd name="T6" fmla="*/ 0 w 21600"/>
                    <a:gd name="T7" fmla="*/ 28058 h 21600"/>
                    <a:gd name="T8" fmla="*/ 22705 w 21600"/>
                    <a:gd name="T9" fmla="*/ 0 h 21600"/>
                    <a:gd name="T10" fmla="*/ 22705 w 21600"/>
                    <a:gd name="T11" fmla="*/ 56116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  <p:grpSp>
            <p:nvGrpSpPr>
              <p:cNvPr id="37" name="Groep 43">
                <a:extLst>
                  <a:ext uri="{FF2B5EF4-FFF2-40B4-BE49-F238E27FC236}">
                    <a16:creationId xmlns:a16="http://schemas.microsoft.com/office/drawing/2014/main" id="{7350D973-1E18-E18B-8AA3-C99D9E06BA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558863" y="830869"/>
                <a:ext cx="139418" cy="109563"/>
                <a:chOff x="12558863" y="830869"/>
                <a:chExt cx="139418" cy="109563"/>
              </a:xfrm>
            </p:grpSpPr>
            <p:grpSp>
              <p:nvGrpSpPr>
                <p:cNvPr id="60" name="Groep 66">
                  <a:extLst>
                    <a:ext uri="{FF2B5EF4-FFF2-40B4-BE49-F238E27FC236}">
                      <a16:creationId xmlns:a16="http://schemas.microsoft.com/office/drawing/2014/main" id="{5C5F7BB8-D493-1CB4-E94C-1A32B17D10B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58863" y="830869"/>
                  <a:ext cx="139418" cy="109563"/>
                  <a:chOff x="12558863" y="830869"/>
                  <a:chExt cx="139418" cy="109563"/>
                </a:xfrm>
              </p:grpSpPr>
              <p:cxnSp>
                <p:nvCxnSpPr>
                  <p:cNvPr id="62" name="Rechte verbindingslijn 68">
                    <a:extLst>
                      <a:ext uri="{FF2B5EF4-FFF2-40B4-BE49-F238E27FC236}">
                        <a16:creationId xmlns:a16="http://schemas.microsoft.com/office/drawing/2014/main" id="{7BC5B908-4846-A875-8E15-3C7811825DA9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558863" y="830869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3" name="Rechte verbindingslijn 69">
                    <a:extLst>
                      <a:ext uri="{FF2B5EF4-FFF2-40B4-BE49-F238E27FC236}">
                        <a16:creationId xmlns:a16="http://schemas.microsoft.com/office/drawing/2014/main" id="{A6431899-BBF9-822C-308C-60F6731453CC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558863" y="940432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4" name="Rechte verbindingslijn 70">
                    <a:extLst>
                      <a:ext uri="{FF2B5EF4-FFF2-40B4-BE49-F238E27FC236}">
                        <a16:creationId xmlns:a16="http://schemas.microsoft.com/office/drawing/2014/main" id="{8630CF54-9C93-61EB-BFE5-70C25776C4CE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635517" y="913046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5" name="Rechte verbindingslijn 71">
                    <a:extLst>
                      <a:ext uri="{FF2B5EF4-FFF2-40B4-BE49-F238E27FC236}">
                        <a16:creationId xmlns:a16="http://schemas.microsoft.com/office/drawing/2014/main" id="{09FA390E-9289-15BA-BEC2-C8FB1FB162E7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635517" y="885651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6" name="Rechte verbindingslijn 72">
                    <a:extLst>
                      <a:ext uri="{FF2B5EF4-FFF2-40B4-BE49-F238E27FC236}">
                        <a16:creationId xmlns:a16="http://schemas.microsoft.com/office/drawing/2014/main" id="{63B8AADB-4C93-6705-A4EF-25728ADD2AA4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635517" y="858264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61" name="Pijl: rechts 67">
                  <a:extLst>
                    <a:ext uri="{FF2B5EF4-FFF2-40B4-BE49-F238E27FC236}">
                      <a16:creationId xmlns:a16="http://schemas.microsoft.com/office/drawing/2014/main" id="{37FAFCE8-279C-E6D2-B123-7F184DC211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2558863" y="857039"/>
                  <a:ext cx="58411" cy="56116"/>
                </a:xfrm>
                <a:custGeom>
                  <a:avLst/>
                  <a:gdLst>
                    <a:gd name="T0" fmla="*/ 29206 w 21600"/>
                    <a:gd name="T1" fmla="*/ 0 h 21600"/>
                    <a:gd name="T2" fmla="*/ 58411 w 21600"/>
                    <a:gd name="T3" fmla="*/ 28058 h 21600"/>
                    <a:gd name="T4" fmla="*/ 29206 w 21600"/>
                    <a:gd name="T5" fmla="*/ 56116 h 21600"/>
                    <a:gd name="T6" fmla="*/ 0 w 21600"/>
                    <a:gd name="T7" fmla="*/ 28058 h 21600"/>
                    <a:gd name="T8" fmla="*/ 22705 w 21600"/>
                    <a:gd name="T9" fmla="*/ 0 h 21600"/>
                    <a:gd name="T10" fmla="*/ 22705 w 21600"/>
                    <a:gd name="T11" fmla="*/ 56116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  <p:cxnSp>
            <p:nvCxnSpPr>
              <p:cNvPr id="38" name="Rechte verbindingslijn 44">
                <a:extLst>
                  <a:ext uri="{FF2B5EF4-FFF2-40B4-BE49-F238E27FC236}">
                    <a16:creationId xmlns:a16="http://schemas.microsoft.com/office/drawing/2014/main" id="{27D5085B-4A7B-A8F7-B018-F331BF4FEC5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12704079" y="588169"/>
                <a:ext cx="547680" cy="219072"/>
              </a:xfrm>
              <a:prstGeom prst="straightConnector1">
                <a:avLst/>
              </a:prstGeom>
              <a:noFill/>
              <a:ln w="19046" cap="rnd">
                <a:solidFill>
                  <a:srgbClr val="00A6D6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9" name="Rechte verbindingslijn 45">
                <a:extLst>
                  <a:ext uri="{FF2B5EF4-FFF2-40B4-BE49-F238E27FC236}">
                    <a16:creationId xmlns:a16="http://schemas.microsoft.com/office/drawing/2014/main" id="{6A2238AB-9D12-F861-A501-166881117DC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2939820" y="828675"/>
                <a:ext cx="319089" cy="0"/>
              </a:xfrm>
              <a:prstGeom prst="straightConnector1">
                <a:avLst/>
              </a:prstGeom>
              <a:noFill/>
              <a:ln w="19046" cap="rnd">
                <a:solidFill>
                  <a:srgbClr val="00A6D6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0" name="Rechthoek 46">
                <a:extLst>
                  <a:ext uri="{FF2B5EF4-FFF2-40B4-BE49-F238E27FC236}">
                    <a16:creationId xmlns:a16="http://schemas.microsoft.com/office/drawing/2014/main" id="{30FF88B7-D39C-7938-27E3-209897C02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132" y="512182"/>
                <a:ext cx="2189046" cy="1510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1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1" name="Rechthoek 47">
                <a:extLst>
                  <a:ext uri="{FF2B5EF4-FFF2-40B4-BE49-F238E27FC236}">
                    <a16:creationId xmlns:a16="http://schemas.microsoft.com/office/drawing/2014/main" id="{A82DBCD4-31BE-331C-8EAD-D4AAE85DF3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132" y="819558"/>
                <a:ext cx="2189046" cy="142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1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2" name="Groep 48">
                <a:extLst>
                  <a:ext uri="{FF2B5EF4-FFF2-40B4-BE49-F238E27FC236}">
                    <a16:creationId xmlns:a16="http://schemas.microsoft.com/office/drawing/2014/main" id="{5AEFC0EE-1E92-AFE9-6295-6FB1E8577B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247269" y="769165"/>
                <a:ext cx="268742" cy="248378"/>
                <a:chOff x="13247269" y="769165"/>
                <a:chExt cx="268742" cy="248378"/>
              </a:xfrm>
            </p:grpSpPr>
            <p:sp>
              <p:nvSpPr>
                <p:cNvPr id="52" name="Rechthoek 58">
                  <a:extLst>
                    <a:ext uri="{FF2B5EF4-FFF2-40B4-BE49-F238E27FC236}">
                      <a16:creationId xmlns:a16="http://schemas.microsoft.com/office/drawing/2014/main" id="{6C5E2E7A-6812-047D-BC59-FCB051C91AC1}"/>
                    </a:ext>
                  </a:extLst>
                </p:cNvPr>
                <p:cNvSpPr/>
                <p:nvPr/>
              </p:nvSpPr>
              <p:spPr>
                <a:xfrm>
                  <a:off x="13247745" y="769930"/>
                  <a:ext cx="268350" cy="247647"/>
                </a:xfrm>
                <a:prstGeom prst="rect">
                  <a:avLst/>
                </a:prstGeom>
                <a:solidFill>
                  <a:srgbClr val="FFFFFF"/>
                </a:solidFill>
                <a:ln w="3172" cap="flat">
                  <a:solidFill>
                    <a:srgbClr val="DADADA"/>
                  </a:solidFill>
                  <a:prstDash val="solid"/>
                  <a:miter/>
                </a:ln>
              </p:spPr>
              <p:txBody>
                <a:bodyPr lIns="0" tIns="0" rIns="0" bIns="0" anchor="ctr" anchorCtr="1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050">
                    <a:solidFill>
                      <a:srgbClr val="211F26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grpSp>
              <p:nvGrpSpPr>
                <p:cNvPr id="53" name="Groep 59">
                  <a:extLst>
                    <a:ext uri="{FF2B5EF4-FFF2-40B4-BE49-F238E27FC236}">
                      <a16:creationId xmlns:a16="http://schemas.microsoft.com/office/drawing/2014/main" id="{A5A5297F-BCE1-0EE5-DE7E-AEED1F876E3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297287" y="827074"/>
                  <a:ext cx="168697" cy="132570"/>
                  <a:chOff x="13297287" y="827074"/>
                  <a:chExt cx="168697" cy="132570"/>
                </a:xfrm>
              </p:grpSpPr>
              <p:cxnSp>
                <p:nvCxnSpPr>
                  <p:cNvPr id="55" name="Rechte verbindingslijn 61">
                    <a:extLst>
                      <a:ext uri="{FF2B5EF4-FFF2-40B4-BE49-F238E27FC236}">
                        <a16:creationId xmlns:a16="http://schemas.microsoft.com/office/drawing/2014/main" id="{518D067C-2A71-99FC-D10C-DDEC388522DE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297287" y="827074"/>
                    <a:ext cx="168697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6" name="Rechte verbindingslijn 62">
                    <a:extLst>
                      <a:ext uri="{FF2B5EF4-FFF2-40B4-BE49-F238E27FC236}">
                        <a16:creationId xmlns:a16="http://schemas.microsoft.com/office/drawing/2014/main" id="{C54CDE27-5A72-372F-01E3-DBFA6030497C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297287" y="959644"/>
                    <a:ext cx="168697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7" name="Rechte verbindingslijn 63">
                    <a:extLst>
                      <a:ext uri="{FF2B5EF4-FFF2-40B4-BE49-F238E27FC236}">
                        <a16:creationId xmlns:a16="http://schemas.microsoft.com/office/drawing/2014/main" id="{6CBAFE49-0223-5AEF-DF48-AE8A767A827E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926506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8" name="Rechte verbindingslijn 64">
                    <a:extLst>
                      <a:ext uri="{FF2B5EF4-FFF2-40B4-BE49-F238E27FC236}">
                        <a16:creationId xmlns:a16="http://schemas.microsoft.com/office/drawing/2014/main" id="{EFC30449-5B72-2A61-C15E-94D5FA79C713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893359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9" name="Rechte verbindingslijn 65">
                    <a:extLst>
                      <a:ext uri="{FF2B5EF4-FFF2-40B4-BE49-F238E27FC236}">
                        <a16:creationId xmlns:a16="http://schemas.microsoft.com/office/drawing/2014/main" id="{D1FF3C13-CCDE-32F6-1208-F86A741834EC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860212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54" name="Pijl: rechts 60">
                  <a:extLst>
                    <a:ext uri="{FF2B5EF4-FFF2-40B4-BE49-F238E27FC236}">
                      <a16:creationId xmlns:a16="http://schemas.microsoft.com/office/drawing/2014/main" id="{82F68832-91D3-7D44-5F66-330282E477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297287" y="858740"/>
                  <a:ext cx="70673" cy="67903"/>
                </a:xfrm>
                <a:custGeom>
                  <a:avLst/>
                  <a:gdLst>
                    <a:gd name="T0" fmla="*/ 35337 w 21600"/>
                    <a:gd name="T1" fmla="*/ 0 h 21600"/>
                    <a:gd name="T2" fmla="*/ 70673 w 21600"/>
                    <a:gd name="T3" fmla="*/ 33952 h 21600"/>
                    <a:gd name="T4" fmla="*/ 35337 w 21600"/>
                    <a:gd name="T5" fmla="*/ 67903 h 21600"/>
                    <a:gd name="T6" fmla="*/ 0 w 21600"/>
                    <a:gd name="T7" fmla="*/ 33952 h 21600"/>
                    <a:gd name="T8" fmla="*/ 27471 w 21600"/>
                    <a:gd name="T9" fmla="*/ 0 h 21600"/>
                    <a:gd name="T10" fmla="*/ 27471 w 21600"/>
                    <a:gd name="T11" fmla="*/ 67903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  <p:grpSp>
            <p:nvGrpSpPr>
              <p:cNvPr id="43" name="Groep 49">
                <a:extLst>
                  <a:ext uri="{FF2B5EF4-FFF2-40B4-BE49-F238E27FC236}">
                    <a16:creationId xmlns:a16="http://schemas.microsoft.com/office/drawing/2014/main" id="{F889C643-D2A6-5388-80D0-797B433AA3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247269" y="460171"/>
                <a:ext cx="268742" cy="248378"/>
                <a:chOff x="13247269" y="460171"/>
                <a:chExt cx="268742" cy="248378"/>
              </a:xfrm>
            </p:grpSpPr>
            <p:sp>
              <p:nvSpPr>
                <p:cNvPr id="44" name="Rechthoek 50">
                  <a:extLst>
                    <a:ext uri="{FF2B5EF4-FFF2-40B4-BE49-F238E27FC236}">
                      <a16:creationId xmlns:a16="http://schemas.microsoft.com/office/drawing/2014/main" id="{EC86D403-A265-CB1F-5143-6E11FE62C47A}"/>
                    </a:ext>
                  </a:extLst>
                </p:cNvPr>
                <p:cNvSpPr/>
                <p:nvPr/>
              </p:nvSpPr>
              <p:spPr>
                <a:xfrm>
                  <a:off x="13247745" y="460370"/>
                  <a:ext cx="268350" cy="247647"/>
                </a:xfrm>
                <a:prstGeom prst="rect">
                  <a:avLst/>
                </a:prstGeom>
                <a:solidFill>
                  <a:srgbClr val="FFFFFF"/>
                </a:solidFill>
                <a:ln w="3172" cap="flat">
                  <a:solidFill>
                    <a:srgbClr val="DADADA"/>
                  </a:solidFill>
                  <a:prstDash val="solid"/>
                  <a:miter/>
                </a:ln>
              </p:spPr>
              <p:txBody>
                <a:bodyPr lIns="0" tIns="0" rIns="0" bIns="0" anchor="ctr" anchorCtr="1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050">
                    <a:solidFill>
                      <a:srgbClr val="211F26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grpSp>
              <p:nvGrpSpPr>
                <p:cNvPr id="45" name="Groep 51">
                  <a:extLst>
                    <a:ext uri="{FF2B5EF4-FFF2-40B4-BE49-F238E27FC236}">
                      <a16:creationId xmlns:a16="http://schemas.microsoft.com/office/drawing/2014/main" id="{3F3029E7-E642-36ED-B03E-9E579314E84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297287" y="518071"/>
                  <a:ext cx="168697" cy="132579"/>
                  <a:chOff x="13297287" y="518071"/>
                  <a:chExt cx="168697" cy="132579"/>
                </a:xfrm>
              </p:grpSpPr>
              <p:cxnSp>
                <p:nvCxnSpPr>
                  <p:cNvPr id="47" name="Rechte verbindingslijn 53">
                    <a:extLst>
                      <a:ext uri="{FF2B5EF4-FFF2-40B4-BE49-F238E27FC236}">
                        <a16:creationId xmlns:a16="http://schemas.microsoft.com/office/drawing/2014/main" id="{DBDFE412-3ECB-63C3-5858-322338EFBF00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297287" y="518071"/>
                    <a:ext cx="168697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48" name="Rechte verbindingslijn 54">
                    <a:extLst>
                      <a:ext uri="{FF2B5EF4-FFF2-40B4-BE49-F238E27FC236}">
                        <a16:creationId xmlns:a16="http://schemas.microsoft.com/office/drawing/2014/main" id="{599C25AF-A167-84E4-B5A0-412AFDA47D0D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297287" y="650650"/>
                    <a:ext cx="168697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49" name="Rechte verbindingslijn 55">
                    <a:extLst>
                      <a:ext uri="{FF2B5EF4-FFF2-40B4-BE49-F238E27FC236}">
                        <a16:creationId xmlns:a16="http://schemas.microsoft.com/office/drawing/2014/main" id="{898D1D2A-7899-CB0D-55E5-01C785B3B84C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617503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0" name="Rechte verbindingslijn 56">
                    <a:extLst>
                      <a:ext uri="{FF2B5EF4-FFF2-40B4-BE49-F238E27FC236}">
                        <a16:creationId xmlns:a16="http://schemas.microsoft.com/office/drawing/2014/main" id="{CAEEFB06-44D1-CF41-2E22-521555F7EF14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584365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1" name="Rechte verbindingslijn 57">
                    <a:extLst>
                      <a:ext uri="{FF2B5EF4-FFF2-40B4-BE49-F238E27FC236}">
                        <a16:creationId xmlns:a16="http://schemas.microsoft.com/office/drawing/2014/main" id="{54488621-4659-EE61-4F18-DC83117D0983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551218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46" name="Pijl: rechts 52">
                  <a:extLst>
                    <a:ext uri="{FF2B5EF4-FFF2-40B4-BE49-F238E27FC236}">
                      <a16:creationId xmlns:a16="http://schemas.microsoft.com/office/drawing/2014/main" id="{757635AD-1B9D-FA1A-8BB6-34D65C3B07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3297287" y="549737"/>
                  <a:ext cx="70673" cy="67903"/>
                </a:xfrm>
                <a:custGeom>
                  <a:avLst/>
                  <a:gdLst>
                    <a:gd name="T0" fmla="*/ 35337 w 21600"/>
                    <a:gd name="T1" fmla="*/ 0 h 21600"/>
                    <a:gd name="T2" fmla="*/ 70673 w 21600"/>
                    <a:gd name="T3" fmla="*/ 33952 h 21600"/>
                    <a:gd name="T4" fmla="*/ 35337 w 21600"/>
                    <a:gd name="T5" fmla="*/ 67903 h 21600"/>
                    <a:gd name="T6" fmla="*/ 0 w 21600"/>
                    <a:gd name="T7" fmla="*/ 33952 h 21600"/>
                    <a:gd name="T8" fmla="*/ 27471 w 21600"/>
                    <a:gd name="T9" fmla="*/ 0 h 21600"/>
                    <a:gd name="T10" fmla="*/ 27471 w 21600"/>
                    <a:gd name="T11" fmla="*/ 67903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</p:grpSp>
        <p:grpSp>
          <p:nvGrpSpPr>
            <p:cNvPr id="28" name="Groep 34">
              <a:extLst>
                <a:ext uri="{FF2B5EF4-FFF2-40B4-BE49-F238E27FC236}">
                  <a16:creationId xmlns:a16="http://schemas.microsoft.com/office/drawing/2014/main" id="{94A456B0-616B-B9B8-BD3A-24AB4776CC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25601" y="4663037"/>
              <a:ext cx="627799" cy="576684"/>
              <a:chOff x="15225601" y="4663037"/>
              <a:chExt cx="627799" cy="576684"/>
            </a:xfrm>
          </p:grpSpPr>
          <p:grpSp>
            <p:nvGrpSpPr>
              <p:cNvPr id="29" name="Inspireren">
                <a:extLst>
                  <a:ext uri="{FF2B5EF4-FFF2-40B4-BE49-F238E27FC236}">
                    <a16:creationId xmlns:a16="http://schemas.microsoft.com/office/drawing/2014/main" id="{BEBEAA98-BA1F-E7BD-8AA3-41DA708EC9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447919" y="4663037"/>
                <a:ext cx="169776" cy="242380"/>
                <a:chOff x="15447919" y="4663037"/>
                <a:chExt cx="169776" cy="242380"/>
              </a:xfrm>
            </p:grpSpPr>
            <p:sp>
              <p:nvSpPr>
                <p:cNvPr id="31" name="Freeform 12">
                  <a:extLst>
                    <a:ext uri="{FF2B5EF4-FFF2-40B4-BE49-F238E27FC236}">
                      <a16:creationId xmlns:a16="http://schemas.microsoft.com/office/drawing/2014/main" id="{44E1DD23-EBAE-AC69-A27D-C9FF3B8534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98119" y="4749869"/>
                  <a:ext cx="68726" cy="62051"/>
                </a:xfrm>
                <a:custGeom>
                  <a:avLst/>
                  <a:gdLst>
                    <a:gd name="T0" fmla="*/ 34363 w 319"/>
                    <a:gd name="T1" fmla="*/ 0 h 288"/>
                    <a:gd name="T2" fmla="*/ 68726 w 319"/>
                    <a:gd name="T3" fmla="*/ 31026 h 288"/>
                    <a:gd name="T4" fmla="*/ 34363 w 319"/>
                    <a:gd name="T5" fmla="*/ 62051 h 288"/>
                    <a:gd name="T6" fmla="*/ 0 w 319"/>
                    <a:gd name="T7" fmla="*/ 31026 h 288"/>
                    <a:gd name="T8" fmla="*/ 47397 w 319"/>
                    <a:gd name="T9" fmla="*/ 62051 h 288"/>
                    <a:gd name="T10" fmla="*/ 23052 w 319"/>
                    <a:gd name="T11" fmla="*/ 62051 h 288"/>
                    <a:gd name="T12" fmla="*/ 0 w 319"/>
                    <a:gd name="T13" fmla="*/ 0 h 288"/>
                    <a:gd name="T14" fmla="*/ 68726 w 319"/>
                    <a:gd name="T15" fmla="*/ 0 h 288"/>
                    <a:gd name="T16" fmla="*/ 47397 w 319"/>
                    <a:gd name="T17" fmla="*/ 62051 h 288"/>
                    <a:gd name="T18" fmla="*/ 17694720 60000 65536"/>
                    <a:gd name="T19" fmla="*/ 0 60000 65536"/>
                    <a:gd name="T20" fmla="*/ 5898240 60000 65536"/>
                    <a:gd name="T21" fmla="*/ 1179648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19"/>
                    <a:gd name="T28" fmla="*/ 0 h 288"/>
                    <a:gd name="T29" fmla="*/ 319 w 319"/>
                    <a:gd name="T30" fmla="*/ 288 h 288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  <p:sp>
              <p:nvSpPr>
                <p:cNvPr id="32" name="Freeform 13">
                  <a:extLst>
                    <a:ext uri="{FF2B5EF4-FFF2-40B4-BE49-F238E27FC236}">
                      <a16:creationId xmlns:a16="http://schemas.microsoft.com/office/drawing/2014/main" id="{486AE42A-AEF1-460A-1A38-BF3B0A13E3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502637" y="4881286"/>
                  <a:ext cx="60761" cy="24131"/>
                </a:xfrm>
                <a:custGeom>
                  <a:avLst/>
                  <a:gdLst>
                    <a:gd name="T0" fmla="*/ 30381 w 251"/>
                    <a:gd name="T1" fmla="*/ 0 h 100"/>
                    <a:gd name="T2" fmla="*/ 60761 w 251"/>
                    <a:gd name="T3" fmla="*/ 12066 h 100"/>
                    <a:gd name="T4" fmla="*/ 30381 w 251"/>
                    <a:gd name="T5" fmla="*/ 24131 h 100"/>
                    <a:gd name="T6" fmla="*/ 0 w 251"/>
                    <a:gd name="T7" fmla="*/ 12066 h 100"/>
                    <a:gd name="T8" fmla="*/ 55435 w 251"/>
                    <a:gd name="T9" fmla="*/ 16892 h 100"/>
                    <a:gd name="T10" fmla="*/ 55435 w 251"/>
                    <a:gd name="T11" fmla="*/ 16650 h 100"/>
                    <a:gd name="T12" fmla="*/ 60761 w 251"/>
                    <a:gd name="T13" fmla="*/ 0 h 100"/>
                    <a:gd name="T14" fmla="*/ 0 w 251"/>
                    <a:gd name="T15" fmla="*/ 0 h 100"/>
                    <a:gd name="T16" fmla="*/ 5326 w 251"/>
                    <a:gd name="T17" fmla="*/ 16650 h 100"/>
                    <a:gd name="T18" fmla="*/ 15251 w 251"/>
                    <a:gd name="T19" fmla="*/ 24131 h 100"/>
                    <a:gd name="T20" fmla="*/ 45510 w 251"/>
                    <a:gd name="T21" fmla="*/ 24131 h 100"/>
                    <a:gd name="T22" fmla="*/ 55435 w 251"/>
                    <a:gd name="T23" fmla="*/ 17133 h 100"/>
                    <a:gd name="T24" fmla="*/ 55435 w 251"/>
                    <a:gd name="T25" fmla="*/ 17133 h 100"/>
                    <a:gd name="T26" fmla="*/ 55435 w 251"/>
                    <a:gd name="T27" fmla="*/ 16892 h 100"/>
                    <a:gd name="T28" fmla="*/ 17694720 60000 65536"/>
                    <a:gd name="T29" fmla="*/ 0 60000 65536"/>
                    <a:gd name="T30" fmla="*/ 5898240 60000 65536"/>
                    <a:gd name="T31" fmla="*/ 1179648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251"/>
                    <a:gd name="T43" fmla="*/ 0 h 100"/>
                    <a:gd name="T44" fmla="*/ 251 w 251"/>
                    <a:gd name="T45" fmla="*/ 100 h 100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D9FA1"/>
                    </a:gs>
                    <a:gs pos="100000">
                      <a:srgbClr val="211F26"/>
                    </a:gs>
                  </a:gsLst>
                  <a:lin ang="270000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  <p:sp>
              <p:nvSpPr>
                <p:cNvPr id="33" name="Freeform 14">
                  <a:extLst>
                    <a:ext uri="{FF2B5EF4-FFF2-40B4-BE49-F238E27FC236}">
                      <a16:creationId xmlns:a16="http://schemas.microsoft.com/office/drawing/2014/main" id="{F8AE8F14-F7A7-565B-467F-F2B42EDB97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47919" y="4663037"/>
                  <a:ext cx="169776" cy="208126"/>
                </a:xfrm>
                <a:custGeom>
                  <a:avLst/>
                  <a:gdLst>
                    <a:gd name="T0" fmla="*/ 84888 w 702"/>
                    <a:gd name="T1" fmla="*/ 0 h 860"/>
                    <a:gd name="T2" fmla="*/ 169776 w 702"/>
                    <a:gd name="T3" fmla="*/ 104063 h 860"/>
                    <a:gd name="T4" fmla="*/ 84888 w 702"/>
                    <a:gd name="T5" fmla="*/ 208126 h 860"/>
                    <a:gd name="T6" fmla="*/ 0 w 702"/>
                    <a:gd name="T7" fmla="*/ 104063 h 860"/>
                    <a:gd name="T8" fmla="*/ 84888 w 702"/>
                    <a:gd name="T9" fmla="*/ 0 h 860"/>
                    <a:gd name="T10" fmla="*/ 0 w 702"/>
                    <a:gd name="T11" fmla="*/ 84944 h 860"/>
                    <a:gd name="T12" fmla="*/ 32407 w 702"/>
                    <a:gd name="T13" fmla="*/ 151738 h 860"/>
                    <a:gd name="T14" fmla="*/ 39905 w 702"/>
                    <a:gd name="T15" fmla="*/ 173761 h 860"/>
                    <a:gd name="T16" fmla="*/ 64331 w 702"/>
                    <a:gd name="T17" fmla="*/ 173761 h 860"/>
                    <a:gd name="T18" fmla="*/ 64331 w 702"/>
                    <a:gd name="T19" fmla="*/ 173761 h 860"/>
                    <a:gd name="T20" fmla="*/ 104961 w 702"/>
                    <a:gd name="T21" fmla="*/ 173761 h 860"/>
                    <a:gd name="T22" fmla="*/ 101334 w 702"/>
                    <a:gd name="T23" fmla="*/ 183925 h 860"/>
                    <a:gd name="T24" fmla="*/ 68684 w 702"/>
                    <a:gd name="T25" fmla="*/ 183925 h 860"/>
                    <a:gd name="T26" fmla="*/ 68684 w 702"/>
                    <a:gd name="T27" fmla="*/ 183925 h 860"/>
                    <a:gd name="T28" fmla="*/ 43290 w 702"/>
                    <a:gd name="T29" fmla="*/ 183925 h 860"/>
                    <a:gd name="T30" fmla="*/ 51271 w 702"/>
                    <a:gd name="T31" fmla="*/ 208126 h 860"/>
                    <a:gd name="T32" fmla="*/ 51271 w 702"/>
                    <a:gd name="T33" fmla="*/ 208126 h 860"/>
                    <a:gd name="T34" fmla="*/ 52239 w 702"/>
                    <a:gd name="T35" fmla="*/ 208126 h 860"/>
                    <a:gd name="T36" fmla="*/ 118021 w 702"/>
                    <a:gd name="T37" fmla="*/ 208126 h 860"/>
                    <a:gd name="T38" fmla="*/ 118746 w 702"/>
                    <a:gd name="T39" fmla="*/ 208126 h 860"/>
                    <a:gd name="T40" fmla="*/ 137852 w 702"/>
                    <a:gd name="T41" fmla="*/ 151254 h 860"/>
                    <a:gd name="T42" fmla="*/ 169776 w 702"/>
                    <a:gd name="T43" fmla="*/ 84944 h 860"/>
                    <a:gd name="T44" fmla="*/ 84888 w 702"/>
                    <a:gd name="T45" fmla="*/ 0 h 860"/>
                    <a:gd name="T46" fmla="*/ 141964 w 702"/>
                    <a:gd name="T47" fmla="*/ 105999 h 860"/>
                    <a:gd name="T48" fmla="*/ 117295 w 702"/>
                    <a:gd name="T49" fmla="*/ 136250 h 860"/>
                    <a:gd name="T50" fmla="*/ 109798 w 702"/>
                    <a:gd name="T51" fmla="*/ 159241 h 860"/>
                    <a:gd name="T52" fmla="*/ 60462 w 702"/>
                    <a:gd name="T53" fmla="*/ 159241 h 860"/>
                    <a:gd name="T54" fmla="*/ 52964 w 702"/>
                    <a:gd name="T55" fmla="*/ 136734 h 860"/>
                    <a:gd name="T56" fmla="*/ 27812 w 702"/>
                    <a:gd name="T57" fmla="*/ 106241 h 860"/>
                    <a:gd name="T58" fmla="*/ 23943 w 702"/>
                    <a:gd name="T59" fmla="*/ 84944 h 860"/>
                    <a:gd name="T60" fmla="*/ 84888 w 702"/>
                    <a:gd name="T61" fmla="*/ 23959 h 860"/>
                    <a:gd name="T62" fmla="*/ 145833 w 702"/>
                    <a:gd name="T63" fmla="*/ 84944 h 860"/>
                    <a:gd name="T64" fmla="*/ 141964 w 702"/>
                    <a:gd name="T65" fmla="*/ 105999 h 860"/>
                    <a:gd name="T66" fmla="*/ 17694720 60000 65536"/>
                    <a:gd name="T67" fmla="*/ 0 60000 65536"/>
                    <a:gd name="T68" fmla="*/ 5898240 60000 65536"/>
                    <a:gd name="T69" fmla="*/ 1179648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702"/>
                    <a:gd name="T100" fmla="*/ 0 h 860"/>
                    <a:gd name="T101" fmla="*/ 702 w 702"/>
                    <a:gd name="T102" fmla="*/ 860 h 860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D9FA1"/>
                    </a:gs>
                    <a:gs pos="100000">
                      <a:srgbClr val="211F26"/>
                    </a:gs>
                  </a:gsLst>
                  <a:lin ang="270000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</p:grpSp>
          <p:sp>
            <p:nvSpPr>
              <p:cNvPr id="30" name="Tekstvak 36">
                <a:extLst>
                  <a:ext uri="{FF2B5EF4-FFF2-40B4-BE49-F238E27FC236}">
                    <a16:creationId xmlns:a16="http://schemas.microsoft.com/office/drawing/2014/main" id="{F793F6D0-66C6-627E-0958-9B4368D630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225601" y="4917487"/>
                <a:ext cx="627799" cy="322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0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76" name="INSTRUCTION">
            <a:extLst>
              <a:ext uri="{FF2B5EF4-FFF2-40B4-BE49-F238E27FC236}">
                <a16:creationId xmlns:a16="http://schemas.microsoft.com/office/drawing/2014/main" id="{14F58A53-35A4-23BE-5D07-B93E1B0D3757}"/>
              </a:ext>
            </a:extLst>
          </p:cNvPr>
          <p:cNvGrpSpPr>
            <a:grpSpLocks/>
          </p:cNvGrpSpPr>
          <p:nvPr/>
        </p:nvGrpSpPr>
        <p:grpSpPr bwMode="auto">
          <a:xfrm>
            <a:off x="-3786188" y="0"/>
            <a:ext cx="3694113" cy="6640513"/>
            <a:chOff x="-3786164" y="0"/>
            <a:chExt cx="3693380" cy="6640345"/>
          </a:xfrm>
        </p:grpSpPr>
        <p:sp>
          <p:nvSpPr>
            <p:cNvPr id="77" name="Rechthoek 83">
              <a:extLst>
                <a:ext uri="{FF2B5EF4-FFF2-40B4-BE49-F238E27FC236}">
                  <a16:creationId xmlns:a16="http://schemas.microsoft.com/office/drawing/2014/main" id="{63AFEB52-F343-D64F-28EB-7C994519CE0E}"/>
                </a:ext>
              </a:extLst>
            </p:cNvPr>
            <p:cNvSpPr/>
            <p:nvPr/>
          </p:nvSpPr>
          <p:spPr>
            <a:xfrm>
              <a:off x="-3786164" y="0"/>
              <a:ext cx="3593387" cy="5991073"/>
            </a:xfrm>
            <a:prstGeom prst="rect">
              <a:avLst/>
            </a:prstGeom>
            <a:solidFill>
              <a:srgbClr val="FFFFFF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Insert/edit an image</a:t>
              </a:r>
            </a:p>
          </p:txBody>
        </p:sp>
        <p:sp>
          <p:nvSpPr>
            <p:cNvPr id="78" name="Ovaal 84">
              <a:extLst>
                <a:ext uri="{FF2B5EF4-FFF2-40B4-BE49-F238E27FC236}">
                  <a16:creationId xmlns:a16="http://schemas.microsoft.com/office/drawing/2014/main" id="{843C20C4-FA52-E173-96E7-4EC5398EF0E2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465319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79" name="Rechthoek 85">
              <a:extLst>
                <a:ext uri="{FF2B5EF4-FFF2-40B4-BE49-F238E27FC236}">
                  <a16:creationId xmlns:a16="http://schemas.microsoft.com/office/drawing/2014/main" id="{5B84F738-4B9B-48BC-9DF7-5A85CA715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465319"/>
              <a:ext cx="2962701" cy="668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‘Slidebuilder’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‘Images’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0" name="Ovaal 86">
              <a:extLst>
                <a:ext uri="{FF2B5EF4-FFF2-40B4-BE49-F238E27FC236}">
                  <a16:creationId xmlns:a16="http://schemas.microsoft.com/office/drawing/2014/main" id="{2D561FE9-888F-9664-06CB-79B7FA42C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2633938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1" name="Rechthoek 87">
              <a:extLst>
                <a:ext uri="{FF2B5EF4-FFF2-40B4-BE49-F238E27FC236}">
                  <a16:creationId xmlns:a16="http://schemas.microsoft.com/office/drawing/2014/main" id="{D55A4348-8108-C648-CC11-FD034161CA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633938"/>
              <a:ext cx="3126342" cy="4627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2" name="Ovaal 88">
              <a:extLst>
                <a:ext uri="{FF2B5EF4-FFF2-40B4-BE49-F238E27FC236}">
                  <a16:creationId xmlns:a16="http://schemas.microsoft.com/office/drawing/2014/main" id="{BDBC35B1-A2A4-10F3-84A3-F26F7B3156D9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4226365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83" name="Rechthoek 89">
              <a:extLst>
                <a:ext uri="{FF2B5EF4-FFF2-40B4-BE49-F238E27FC236}">
                  <a16:creationId xmlns:a16="http://schemas.microsoft.com/office/drawing/2014/main" id="{9B1C536D-82A8-702F-BD1F-D1B14A40F2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4226365"/>
              <a:ext cx="2944678" cy="8209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84" name="Rechthoek 90">
              <a:extLst>
                <a:ext uri="{FF2B5EF4-FFF2-40B4-BE49-F238E27FC236}">
                  <a16:creationId xmlns:a16="http://schemas.microsoft.com/office/drawing/2014/main" id="{BD11A7E0-F5FA-9EC1-6880-096E257F8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6839" y="3200262"/>
              <a:ext cx="1239213" cy="719916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12701">
              <a:solidFill>
                <a:srgbClr val="D3D3D3"/>
              </a:solidFill>
              <a:miter lim="800000"/>
              <a:headEnd/>
              <a:tailEnd/>
            </a:ln>
          </p:spPr>
          <p:txBody>
            <a:bodyPr lIns="71999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/>
              <a:endParaRPr lang="en-GB" altLang="en-NL" sz="1000" i="1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85" name="Groep 91">
              <a:extLst>
                <a:ext uri="{FF2B5EF4-FFF2-40B4-BE49-F238E27FC236}">
                  <a16:creationId xmlns:a16="http://schemas.microsoft.com/office/drawing/2014/main" id="{A4E7512A-E4FC-1035-88AA-96773B04C8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2485814" y="3479785"/>
              <a:ext cx="1222991" cy="563928"/>
              <a:chOff x="-2485814" y="3479785"/>
              <a:chExt cx="1222991" cy="563928"/>
            </a:xfrm>
          </p:grpSpPr>
          <p:sp>
            <p:nvSpPr>
              <p:cNvPr id="124" name="Rechthoek 130">
                <a:extLst>
                  <a:ext uri="{FF2B5EF4-FFF2-40B4-BE49-F238E27FC236}">
                    <a16:creationId xmlns:a16="http://schemas.microsoft.com/office/drawing/2014/main" id="{22210C6B-01A0-0DCD-7F16-B4A6B1FEE4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485814" y="3479785"/>
                <a:ext cx="1176476" cy="504849"/>
              </a:xfrm>
              <a:prstGeom prst="rect">
                <a:avLst/>
              </a:prstGeom>
              <a:solidFill>
                <a:srgbClr val="FFFFFF"/>
              </a:solidFill>
              <a:ln w="12701">
                <a:solidFill>
                  <a:srgbClr val="D1D1D1"/>
                </a:solidFill>
                <a:miter lim="800000"/>
                <a:headEnd/>
                <a:tailEnd/>
              </a:ln>
            </p:spPr>
            <p:txBody>
              <a:bodyPr lIns="107999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altLang="en-NL" sz="80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5" name="Rechthoek 131">
                <a:extLst>
                  <a:ext uri="{FF2B5EF4-FFF2-40B4-BE49-F238E27FC236}">
                    <a16:creationId xmlns:a16="http://schemas.microsoft.com/office/drawing/2014/main" id="{2D2395A3-3F11-CF48-7ED0-33384348EF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479587" y="3733412"/>
                <a:ext cx="1164003" cy="24670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/>
                <a:endPara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26" name="Groep 132">
                <a:extLst>
                  <a:ext uri="{FF2B5EF4-FFF2-40B4-BE49-F238E27FC236}">
                    <a16:creationId xmlns:a16="http://schemas.microsoft.com/office/drawing/2014/main" id="{5646E008-D142-E69B-CEC3-A5A1EF0C3F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403866" y="3541123"/>
                <a:ext cx="155950" cy="131920"/>
                <a:chOff x="-2403866" y="3541123"/>
                <a:chExt cx="155950" cy="131920"/>
              </a:xfrm>
            </p:grpSpPr>
            <p:sp>
              <p:nvSpPr>
                <p:cNvPr id="139" name="Rechthoek: afgeronde hoeken 145">
                  <a:extLst>
                    <a:ext uri="{FF2B5EF4-FFF2-40B4-BE49-F238E27FC236}">
                      <a16:creationId xmlns:a16="http://schemas.microsoft.com/office/drawing/2014/main" id="{6971DE6E-4D7C-4771-3D80-A198D22014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2403866" y="3541123"/>
                  <a:ext cx="155950" cy="131920"/>
                </a:xfrm>
                <a:custGeom>
                  <a:avLst/>
                  <a:gdLst>
                    <a:gd name="T0" fmla="*/ 77975 w 155950"/>
                    <a:gd name="T1" fmla="*/ 0 h 131920"/>
                    <a:gd name="T2" fmla="*/ 155950 w 155950"/>
                    <a:gd name="T3" fmla="*/ 65960 h 131920"/>
                    <a:gd name="T4" fmla="*/ 77975 w 155950"/>
                    <a:gd name="T5" fmla="*/ 131920 h 131920"/>
                    <a:gd name="T6" fmla="*/ 0 w 155950"/>
                    <a:gd name="T7" fmla="*/ 65960 h 131920"/>
                    <a:gd name="T8" fmla="*/ 17694720 60000 65536"/>
                    <a:gd name="T9" fmla="*/ 0 60000 65536"/>
                    <a:gd name="T10" fmla="*/ 5898240 60000 65536"/>
                    <a:gd name="T11" fmla="*/ 11796480 60000 65536"/>
                    <a:gd name="T12" fmla="*/ 1125 w 155950"/>
                    <a:gd name="T13" fmla="*/ 1125 h 131920"/>
                    <a:gd name="T14" fmla="*/ 154825 w 155950"/>
                    <a:gd name="T15" fmla="*/ 130795 h 13192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5950" h="131920">
                      <a:moveTo>
                        <a:pt x="3842" y="0"/>
                      </a:moveTo>
                      <a:lnTo>
                        <a:pt x="3842" y="0"/>
                      </a:lnTo>
                      <a:cubicBezTo>
                        <a:pt x="1720" y="0"/>
                        <a:pt x="0" y="1720"/>
                        <a:pt x="0" y="3841"/>
                      </a:cubicBezTo>
                      <a:lnTo>
                        <a:pt x="0" y="128078"/>
                      </a:lnTo>
                      <a:lnTo>
                        <a:pt x="0" y="128077"/>
                      </a:lnTo>
                      <a:cubicBezTo>
                        <a:pt x="0" y="130199"/>
                        <a:pt x="1720" y="131919"/>
                        <a:pt x="3841" y="131919"/>
                      </a:cubicBezTo>
                      <a:lnTo>
                        <a:pt x="152108" y="131920"/>
                      </a:lnTo>
                      <a:lnTo>
                        <a:pt x="152108" y="131919"/>
                      </a:lnTo>
                      <a:cubicBezTo>
                        <a:pt x="154229" y="131919"/>
                        <a:pt x="155950" y="130199"/>
                        <a:pt x="155950" y="128078"/>
                      </a:cubicBezTo>
                      <a:lnTo>
                        <a:pt x="155950" y="3842"/>
                      </a:lnTo>
                      <a:cubicBezTo>
                        <a:pt x="155950" y="1720"/>
                        <a:pt x="154229" y="0"/>
                        <a:pt x="152108" y="0"/>
                      </a:cubicBezTo>
                      <a:lnTo>
                        <a:pt x="384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701" cap="flat">
                  <a:solidFill>
                    <a:srgbClr val="81818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lIns="107999" tIns="0" rIns="0" bIns="0" anchor="ctr"/>
                <a:lstStyle/>
                <a:p>
                  <a:endParaRPr lang="en-NL"/>
                </a:p>
              </p:txBody>
            </p:sp>
            <p:sp>
              <p:nvSpPr>
                <p:cNvPr id="140" name="Rechthoek 146">
                  <a:extLst>
                    <a:ext uri="{FF2B5EF4-FFF2-40B4-BE49-F238E27FC236}">
                      <a16:creationId xmlns:a16="http://schemas.microsoft.com/office/drawing/2014/main" id="{0B10FB3C-CE43-9C20-CA02-BFCE40171E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82167" y="3559228"/>
                  <a:ext cx="117582" cy="1601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1" name="Rechthoek 147">
                  <a:extLst>
                    <a:ext uri="{FF2B5EF4-FFF2-40B4-BE49-F238E27FC236}">
                      <a16:creationId xmlns:a16="http://schemas.microsoft.com/office/drawing/2014/main" id="{2FE83986-258F-AA90-68F9-24D922820D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82158" y="3586349"/>
                  <a:ext cx="45756" cy="69997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2" name="Rechthoek 148">
                  <a:extLst>
                    <a:ext uri="{FF2B5EF4-FFF2-40B4-BE49-F238E27FC236}">
                      <a16:creationId xmlns:a16="http://schemas.microsoft.com/office/drawing/2014/main" id="{A9F706F6-CE72-CE99-D6D8-40AE6340A0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22210" y="3590355"/>
                  <a:ext cx="52111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3" name="Rechthoek 149">
                  <a:extLst>
                    <a:ext uri="{FF2B5EF4-FFF2-40B4-BE49-F238E27FC236}">
                      <a16:creationId xmlns:a16="http://schemas.microsoft.com/office/drawing/2014/main" id="{A0E48B75-D904-2441-9939-86BB27C48F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22210" y="3618408"/>
                  <a:ext cx="26746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4" name="Rechthoek 150">
                  <a:extLst>
                    <a:ext uri="{FF2B5EF4-FFF2-40B4-BE49-F238E27FC236}">
                      <a16:creationId xmlns:a16="http://schemas.microsoft.com/office/drawing/2014/main" id="{E2B03656-7A6E-0994-C956-CE2B4F83E1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22210" y="3646462"/>
                  <a:ext cx="26746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7" name="Groep 133">
                <a:extLst>
                  <a:ext uri="{FF2B5EF4-FFF2-40B4-BE49-F238E27FC236}">
                    <a16:creationId xmlns:a16="http://schemas.microsoft.com/office/drawing/2014/main" id="{CBDC21E8-893D-8E20-5CA5-1269BE43CD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423425" y="3770784"/>
                <a:ext cx="166741" cy="218962"/>
                <a:chOff x="-2423425" y="3770784"/>
                <a:chExt cx="166741" cy="218962"/>
              </a:xfrm>
            </p:grpSpPr>
            <p:grpSp>
              <p:nvGrpSpPr>
                <p:cNvPr id="131" name="Groep 137">
                  <a:extLst>
                    <a:ext uri="{FF2B5EF4-FFF2-40B4-BE49-F238E27FC236}">
                      <a16:creationId xmlns:a16="http://schemas.microsoft.com/office/drawing/2014/main" id="{7A94EC90-E961-C629-8B40-D027A527C70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2400482" y="3792473"/>
                  <a:ext cx="143798" cy="121642"/>
                  <a:chOff x="-2400482" y="3792473"/>
                  <a:chExt cx="143798" cy="121642"/>
                </a:xfrm>
              </p:grpSpPr>
              <p:sp>
                <p:nvSpPr>
                  <p:cNvPr id="133" name="Rechthoek: afgeronde hoeken 139">
                    <a:extLst>
                      <a:ext uri="{FF2B5EF4-FFF2-40B4-BE49-F238E27FC236}">
                        <a16:creationId xmlns:a16="http://schemas.microsoft.com/office/drawing/2014/main" id="{CE9EF10D-F01E-18E6-4596-0265A4E50A7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2400482" y="3792473"/>
                    <a:ext cx="143798" cy="121642"/>
                  </a:xfrm>
                  <a:custGeom>
                    <a:avLst/>
                    <a:gdLst>
                      <a:gd name="T0" fmla="*/ 71899 w 143798"/>
                      <a:gd name="T1" fmla="*/ 0 h 121642"/>
                      <a:gd name="T2" fmla="*/ 143798 w 143798"/>
                      <a:gd name="T3" fmla="*/ 60821 h 121642"/>
                      <a:gd name="T4" fmla="*/ 71899 w 143798"/>
                      <a:gd name="T5" fmla="*/ 121642 h 121642"/>
                      <a:gd name="T6" fmla="*/ 0 w 143798"/>
                      <a:gd name="T7" fmla="*/ 60821 h 121642"/>
                      <a:gd name="T8" fmla="*/ 17694720 60000 65536"/>
                      <a:gd name="T9" fmla="*/ 0 60000 65536"/>
                      <a:gd name="T10" fmla="*/ 5898240 60000 65536"/>
                      <a:gd name="T11" fmla="*/ 11796480 60000 65536"/>
                      <a:gd name="T12" fmla="*/ 1038 w 143798"/>
                      <a:gd name="T13" fmla="*/ 1038 h 121642"/>
                      <a:gd name="T14" fmla="*/ 142760 w 143798"/>
                      <a:gd name="T15" fmla="*/ 120604 h 121642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43798" h="121642">
                        <a:moveTo>
                          <a:pt x="3542" y="0"/>
                        </a:moveTo>
                        <a:lnTo>
                          <a:pt x="3542" y="0"/>
                        </a:lnTo>
                        <a:cubicBezTo>
                          <a:pt x="1585" y="0"/>
                          <a:pt x="0" y="1585"/>
                          <a:pt x="0" y="3541"/>
                        </a:cubicBezTo>
                        <a:lnTo>
                          <a:pt x="0" y="118100"/>
                        </a:lnTo>
                        <a:lnTo>
                          <a:pt x="0" y="118099"/>
                        </a:lnTo>
                        <a:cubicBezTo>
                          <a:pt x="0" y="120056"/>
                          <a:pt x="1585" y="121641"/>
                          <a:pt x="3541" y="121641"/>
                        </a:cubicBezTo>
                        <a:lnTo>
                          <a:pt x="140256" y="121642"/>
                        </a:lnTo>
                        <a:lnTo>
                          <a:pt x="140256" y="121641"/>
                        </a:lnTo>
                        <a:cubicBezTo>
                          <a:pt x="142212" y="121641"/>
                          <a:pt x="143798" y="120056"/>
                          <a:pt x="143798" y="118100"/>
                        </a:cubicBezTo>
                        <a:lnTo>
                          <a:pt x="143798" y="3542"/>
                        </a:lnTo>
                        <a:cubicBezTo>
                          <a:pt x="143798" y="1585"/>
                          <a:pt x="142212" y="0"/>
                          <a:pt x="140256" y="0"/>
                        </a:cubicBezTo>
                        <a:lnTo>
                          <a:pt x="354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2701" cap="flat">
                    <a:solidFill>
                      <a:srgbClr val="818181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lIns="107999" tIns="0" rIns="0" bIns="0" anchor="ctr"/>
                  <a:lstStyle/>
                  <a:p>
                    <a:endParaRPr lang="en-NL"/>
                  </a:p>
                </p:txBody>
              </p:sp>
              <p:sp>
                <p:nvSpPr>
                  <p:cNvPr id="134" name="Rechthoek 140">
                    <a:extLst>
                      <a:ext uri="{FF2B5EF4-FFF2-40B4-BE49-F238E27FC236}">
                        <a16:creationId xmlns:a16="http://schemas.microsoft.com/office/drawing/2014/main" id="{B4E3AEF0-9F7A-DB5F-AA11-6786BB45D68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80466" y="3809170"/>
                    <a:ext cx="108420" cy="14767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5" name="Rechthoek 141">
                    <a:extLst>
                      <a:ext uri="{FF2B5EF4-FFF2-40B4-BE49-F238E27FC236}">
                        <a16:creationId xmlns:a16="http://schemas.microsoft.com/office/drawing/2014/main" id="{12CC5C80-FF39-0FCA-2D8D-4781C1E2E3B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80466" y="3834179"/>
                    <a:ext cx="42190" cy="64538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6" name="Rechthoek 142">
                    <a:extLst>
                      <a:ext uri="{FF2B5EF4-FFF2-40B4-BE49-F238E27FC236}">
                        <a16:creationId xmlns:a16="http://schemas.microsoft.com/office/drawing/2014/main" id="{7F06C37F-C90A-2DC1-FEBA-424B5270B68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25182" y="3837873"/>
                    <a:ext cx="4805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7" name="Rechthoek 143">
                    <a:extLst>
                      <a:ext uri="{FF2B5EF4-FFF2-40B4-BE49-F238E27FC236}">
                        <a16:creationId xmlns:a16="http://schemas.microsoft.com/office/drawing/2014/main" id="{26F92831-4977-464E-6250-D2D1D0D8A9D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25182" y="3863742"/>
                    <a:ext cx="2466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8" name="Rechthoek 144">
                    <a:extLst>
                      <a:ext uri="{FF2B5EF4-FFF2-40B4-BE49-F238E27FC236}">
                        <a16:creationId xmlns:a16="http://schemas.microsoft.com/office/drawing/2014/main" id="{077DBC89-2428-A273-7664-F5D7B05807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25182" y="3889610"/>
                    <a:ext cx="2466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2" name="Boog 138">
                  <a:extLst>
                    <a:ext uri="{FF2B5EF4-FFF2-40B4-BE49-F238E27FC236}">
                      <a16:creationId xmlns:a16="http://schemas.microsoft.com/office/drawing/2014/main" id="{36BD6EF3-A18E-C681-8E57-2A59ABFD98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-3962915">
                  <a:off x="-2486866" y="3834225"/>
                  <a:ext cx="218962" cy="92080"/>
                </a:xfrm>
                <a:custGeom>
                  <a:avLst/>
                  <a:gdLst>
                    <a:gd name="T0" fmla="*/ 109481 w 218962"/>
                    <a:gd name="T1" fmla="*/ 0 h 92080"/>
                    <a:gd name="T2" fmla="*/ 218962 w 218962"/>
                    <a:gd name="T3" fmla="*/ 46040 h 92080"/>
                    <a:gd name="T4" fmla="*/ 109481 w 218962"/>
                    <a:gd name="T5" fmla="*/ 92080 h 92080"/>
                    <a:gd name="T6" fmla="*/ 0 w 218962"/>
                    <a:gd name="T7" fmla="*/ 46040 h 92080"/>
                    <a:gd name="T8" fmla="*/ 105456 w 218962"/>
                    <a:gd name="T9" fmla="*/ 31 h 92080"/>
                    <a:gd name="T10" fmla="*/ 109481 w 218962"/>
                    <a:gd name="T11" fmla="*/ 46040 h 92080"/>
                    <a:gd name="T12" fmla="*/ 188429 w 218962"/>
                    <a:gd name="T13" fmla="*/ 77937 h 92080"/>
                    <a:gd name="T14" fmla="*/ 17694720 60000 65536"/>
                    <a:gd name="T15" fmla="*/ 0 60000 65536"/>
                    <a:gd name="T16" fmla="*/ 5898240 60000 65536"/>
                    <a:gd name="T17" fmla="*/ 11796480 60000 65536"/>
                    <a:gd name="T18" fmla="*/ 11796480 60000 65536"/>
                    <a:gd name="T19" fmla="*/ 11796480 60000 65536"/>
                    <a:gd name="T20" fmla="*/ 5898240 60000 65536"/>
                    <a:gd name="T21" fmla="*/ 105456 w 218962"/>
                    <a:gd name="T22" fmla="*/ 0 h 92080"/>
                    <a:gd name="T23" fmla="*/ 218962 w 218962"/>
                    <a:gd name="T24" fmla="*/ 77937 h 9208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18962" h="92080" stroke="0">
                      <a:moveTo>
                        <a:pt x="105456" y="31"/>
                      </a:moveTo>
                      <a:lnTo>
                        <a:pt x="105456" y="31"/>
                      </a:lnTo>
                      <a:cubicBezTo>
                        <a:pt x="106797" y="10"/>
                        <a:pt x="108138" y="0"/>
                        <a:pt x="109481" y="0"/>
                      </a:cubicBezTo>
                      <a:cubicBezTo>
                        <a:pt x="169945" y="0"/>
                        <a:pt x="218962" y="20612"/>
                        <a:pt x="218962" y="46040"/>
                      </a:cubicBezTo>
                      <a:cubicBezTo>
                        <a:pt x="218962" y="57931"/>
                        <a:pt x="208020" y="69361"/>
                        <a:pt x="188429" y="77936"/>
                      </a:cubicBezTo>
                      <a:lnTo>
                        <a:pt x="109481" y="46040"/>
                      </a:lnTo>
                      <a:lnTo>
                        <a:pt x="105456" y="31"/>
                      </a:lnTo>
                      <a:close/>
                    </a:path>
                    <a:path w="218962" h="92080" fill="none">
                      <a:moveTo>
                        <a:pt x="105456" y="31"/>
                      </a:moveTo>
                      <a:lnTo>
                        <a:pt x="105456" y="31"/>
                      </a:lnTo>
                      <a:cubicBezTo>
                        <a:pt x="106797" y="10"/>
                        <a:pt x="108138" y="0"/>
                        <a:pt x="109481" y="0"/>
                      </a:cubicBezTo>
                      <a:cubicBezTo>
                        <a:pt x="169945" y="0"/>
                        <a:pt x="218962" y="20612"/>
                        <a:pt x="218962" y="46040"/>
                      </a:cubicBezTo>
                      <a:cubicBezTo>
                        <a:pt x="218962" y="57931"/>
                        <a:pt x="208020" y="69361"/>
                        <a:pt x="188429" y="77936"/>
                      </a:cubicBezTo>
                    </a:path>
                  </a:pathLst>
                </a:custGeom>
                <a:noFill/>
                <a:ln w="19046" cap="flat">
                  <a:solidFill>
                    <a:srgbClr val="4D82B8"/>
                  </a:solidFill>
                  <a:prstDash val="solid"/>
                  <a:round/>
                  <a:headEnd type="arrow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 anchorCtr="1"/>
                <a:lstStyle/>
                <a:p>
                  <a:endParaRPr lang="en-NL"/>
                </a:p>
              </p:txBody>
            </p:sp>
          </p:grpSp>
          <p:sp>
            <p:nvSpPr>
              <p:cNvPr id="128" name="Tekstvak 134">
                <a:extLst>
                  <a:ext uri="{FF2B5EF4-FFF2-40B4-BE49-F238E27FC236}">
                    <a16:creationId xmlns:a16="http://schemas.microsoft.com/office/drawing/2014/main" id="{35838AB1-92F8-C362-1FAC-C73821273C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245455" y="3541123"/>
                <a:ext cx="896112" cy="1347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29" name="Tekstvak 135">
                <a:extLst>
                  <a:ext uri="{FF2B5EF4-FFF2-40B4-BE49-F238E27FC236}">
                    <a16:creationId xmlns:a16="http://schemas.microsoft.com/office/drawing/2014/main" id="{C055CFC2-D922-8E20-32DE-C53580685E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258888" y="3793552"/>
                <a:ext cx="909544" cy="1264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0" name="Vrije vorm: vorm 136">
                <a:extLst>
                  <a:ext uri="{FF2B5EF4-FFF2-40B4-BE49-F238E27FC236}">
                    <a16:creationId xmlns:a16="http://schemas.microsoft.com/office/drawing/2014/main" id="{8A81764B-039C-B7BC-2F65-A4A8C477B1F1}"/>
                  </a:ext>
                </a:extLst>
              </p:cNvPr>
              <p:cNvSpPr/>
              <p:nvPr/>
            </p:nvSpPr>
            <p:spPr>
              <a:xfrm>
                <a:off x="-1360946" y="3863877"/>
                <a:ext cx="98405" cy="17938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880280"/>
                  <a:gd name="f7" fmla="val 1624084"/>
                  <a:gd name="f8" fmla="val 1262418"/>
                  <a:gd name="f9" fmla="val 313898"/>
                  <a:gd name="f10" fmla="val 996287"/>
                  <a:gd name="f11" fmla="val 620973"/>
                  <a:gd name="f12" fmla="val 839337"/>
                  <a:gd name="f13" fmla="val 1480782"/>
                  <a:gd name="f14" fmla="val 498144"/>
                  <a:gd name="f15" fmla="val 900753"/>
                  <a:gd name="f16" fmla="val 893929"/>
                  <a:gd name="f17" fmla="+- 0 0 -90"/>
                  <a:gd name="f18" fmla="*/ f3 1 880280"/>
                  <a:gd name="f19" fmla="*/ f4 1 1624084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880280"/>
                  <a:gd name="f28" fmla="*/ f24 1 1624084"/>
                  <a:gd name="f29" fmla="*/ 0 f25 1"/>
                  <a:gd name="f30" fmla="*/ 0 f24 1"/>
                  <a:gd name="f31" fmla="*/ 1262418 f24 1"/>
                  <a:gd name="f32" fmla="*/ 620973 f25 1"/>
                  <a:gd name="f33" fmla="*/ 1624084 f24 1"/>
                  <a:gd name="f34" fmla="*/ 839337 f25 1"/>
                  <a:gd name="f35" fmla="*/ 1480782 f24 1"/>
                  <a:gd name="f36" fmla="*/ 900753 f24 1"/>
                  <a:gd name="f37" fmla="*/ 880280 f25 1"/>
                  <a:gd name="f38" fmla="*/ 893929 f24 1"/>
                  <a:gd name="f39" fmla="*/ 313898 f25 1"/>
                  <a:gd name="f40" fmla="*/ 996287 f24 1"/>
                  <a:gd name="f41" fmla="*/ 498144 f25 1"/>
                  <a:gd name="f42" fmla="+- f26 0 f1"/>
                  <a:gd name="f43" fmla="*/ f29 1 880280"/>
                  <a:gd name="f44" fmla="*/ f30 1 1624084"/>
                  <a:gd name="f45" fmla="*/ f31 1 1624084"/>
                  <a:gd name="f46" fmla="*/ f32 1 880280"/>
                  <a:gd name="f47" fmla="*/ f33 1 1624084"/>
                  <a:gd name="f48" fmla="*/ f34 1 880280"/>
                  <a:gd name="f49" fmla="*/ f35 1 1624084"/>
                  <a:gd name="f50" fmla="*/ f36 1 1624084"/>
                  <a:gd name="f51" fmla="*/ f37 1 880280"/>
                  <a:gd name="f52" fmla="*/ f38 1 1624084"/>
                  <a:gd name="f53" fmla="*/ f39 1 880280"/>
                  <a:gd name="f54" fmla="*/ f40 1 1624084"/>
                  <a:gd name="f55" fmla="*/ f41 1 880280"/>
                  <a:gd name="f56" fmla="*/ f20 1 f27"/>
                  <a:gd name="f57" fmla="*/ f21 1 f27"/>
                  <a:gd name="f58" fmla="*/ f20 1 f28"/>
                  <a:gd name="f59" fmla="*/ f22 1 f28"/>
                  <a:gd name="f60" fmla="*/ f43 1 f27"/>
                  <a:gd name="f61" fmla="*/ f44 1 f28"/>
                  <a:gd name="f62" fmla="*/ f45 1 f28"/>
                  <a:gd name="f63" fmla="*/ f53 1 f27"/>
                  <a:gd name="f64" fmla="*/ f54 1 f28"/>
                  <a:gd name="f65" fmla="*/ f46 1 f27"/>
                  <a:gd name="f66" fmla="*/ f47 1 f28"/>
                  <a:gd name="f67" fmla="*/ f48 1 f27"/>
                  <a:gd name="f68" fmla="*/ f49 1 f28"/>
                  <a:gd name="f69" fmla="*/ f55 1 f27"/>
                  <a:gd name="f70" fmla="*/ f50 1 f28"/>
                  <a:gd name="f71" fmla="*/ f51 1 f27"/>
                  <a:gd name="f72" fmla="*/ f52 1 f28"/>
                  <a:gd name="f73" fmla="*/ f56 f18 1"/>
                  <a:gd name="f74" fmla="*/ f57 f18 1"/>
                  <a:gd name="f75" fmla="*/ f59 f19 1"/>
                  <a:gd name="f76" fmla="*/ f58 f19 1"/>
                  <a:gd name="f77" fmla="*/ f60 f18 1"/>
                  <a:gd name="f78" fmla="*/ f61 f19 1"/>
                  <a:gd name="f79" fmla="*/ f62 f19 1"/>
                  <a:gd name="f80" fmla="*/ f63 f18 1"/>
                  <a:gd name="f81" fmla="*/ f64 f19 1"/>
                  <a:gd name="f82" fmla="*/ f65 f18 1"/>
                  <a:gd name="f83" fmla="*/ f66 f19 1"/>
                  <a:gd name="f84" fmla="*/ f67 f18 1"/>
                  <a:gd name="f85" fmla="*/ f68 f19 1"/>
                  <a:gd name="f86" fmla="*/ f69 f18 1"/>
                  <a:gd name="f87" fmla="*/ f70 f19 1"/>
                  <a:gd name="f88" fmla="*/ f71 f18 1"/>
                  <a:gd name="f89" fmla="*/ f72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42">
                    <a:pos x="f77" y="f78"/>
                  </a:cxn>
                  <a:cxn ang="f42">
                    <a:pos x="f77" y="f79"/>
                  </a:cxn>
                  <a:cxn ang="f42">
                    <a:pos x="f80" y="f81"/>
                  </a:cxn>
                  <a:cxn ang="f42">
                    <a:pos x="f82" y="f83"/>
                  </a:cxn>
                  <a:cxn ang="f42">
                    <a:pos x="f84" y="f85"/>
                  </a:cxn>
                  <a:cxn ang="f42">
                    <a:pos x="f86" y="f87"/>
                  </a:cxn>
                  <a:cxn ang="f42">
                    <a:pos x="f88" y="f89"/>
                  </a:cxn>
                  <a:cxn ang="f42">
                    <a:pos x="f77" y="f78"/>
                  </a:cxn>
                </a:cxnLst>
                <a:rect l="f73" t="f76" r="f74" b="f75"/>
                <a:pathLst>
                  <a:path w="880280" h="1624084">
                    <a:moveTo>
                      <a:pt x="f5" y="f5"/>
                    </a:moveTo>
                    <a:lnTo>
                      <a:pt x="f5" y="f8"/>
                    </a:lnTo>
                    <a:lnTo>
                      <a:pt x="f9" y="f10"/>
                    </a:lnTo>
                    <a:lnTo>
                      <a:pt x="f11" y="f7"/>
                    </a:lnTo>
                    <a:lnTo>
                      <a:pt x="f12" y="f13"/>
                    </a:lnTo>
                    <a:lnTo>
                      <a:pt x="f14" y="f15"/>
                    </a:lnTo>
                    <a:lnTo>
                      <a:pt x="f6" y="f16"/>
                    </a:lnTo>
                    <a:lnTo>
                      <a:pt x="f5" y="f5"/>
                    </a:lnTo>
                    <a:close/>
                  </a:path>
                </a:pathLst>
              </a:custGeom>
              <a:solidFill>
                <a:srgbClr val="FFFFFF"/>
              </a:solidFill>
              <a:ln w="12701" cap="flat">
                <a:solidFill>
                  <a:srgbClr val="000000"/>
                </a:solidFill>
                <a:prstDash val="solid"/>
                <a:miter/>
              </a:ln>
            </p:spPr>
            <p:txBody>
              <a:bodyPr lIns="179999" tIns="179999" rIns="179999" bIns="179999" anchor="ctr" anchorCtr="1"/>
              <a:lstStyle/>
              <a:p>
                <a:pPr algn="ctr"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600" cap="all">
                  <a:solidFill>
                    <a:srgbClr val="FFFFFF"/>
                  </a:solidFill>
                  <a:latin typeface="Calibri" pitchFamily="34"/>
                  <a:cs typeface="Calibri" pitchFamily="34"/>
                </a:endParaRPr>
              </a:p>
            </p:txBody>
          </p:sp>
        </p:grpSp>
        <p:grpSp>
          <p:nvGrpSpPr>
            <p:cNvPr id="86" name="Groep 92">
              <a:extLst>
                <a:ext uri="{FF2B5EF4-FFF2-40B4-BE49-F238E27FC236}">
                  <a16:creationId xmlns:a16="http://schemas.microsoft.com/office/drawing/2014/main" id="{E73F536A-E5CA-CD61-2D53-F8FE1999E7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786164" y="5680655"/>
              <a:ext cx="3693380" cy="959690"/>
              <a:chOff x="-3786164" y="5680655"/>
              <a:chExt cx="3693380" cy="959690"/>
            </a:xfrm>
          </p:grpSpPr>
          <p:sp>
            <p:nvSpPr>
              <p:cNvPr id="114" name="Rechthoek 120">
                <a:extLst>
                  <a:ext uri="{FF2B5EF4-FFF2-40B4-BE49-F238E27FC236}">
                    <a16:creationId xmlns:a16="http://schemas.microsoft.com/office/drawing/2014/main" id="{494DF360-B2FE-4848-AA23-F48592D5BB62}"/>
                  </a:ext>
                </a:extLst>
              </p:cNvPr>
              <p:cNvSpPr/>
              <p:nvPr/>
            </p:nvSpPr>
            <p:spPr>
              <a:xfrm>
                <a:off x="-3786164" y="5811691"/>
                <a:ext cx="3593387" cy="828654"/>
              </a:xfrm>
              <a:prstGeom prst="rect">
                <a:avLst/>
              </a:prstGeom>
              <a:solidFill>
                <a:srgbClr val="ECECEC"/>
              </a:solidFill>
              <a:ln w="6345" cap="flat">
                <a:solidFill>
                  <a:srgbClr val="ECECEC"/>
                </a:solidFill>
                <a:prstDash val="solid"/>
                <a:miter/>
              </a:ln>
            </p:spPr>
            <p:txBody>
              <a:bodyPr lIns="179999" tIns="143999" rIns="179999" bIns="143999" anchor="ctr"/>
              <a:lstStyle/>
              <a:p>
                <a:pPr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Want to know more?</a:t>
                </a:r>
                <a:b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</a:b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Go to the tab</a:t>
                </a: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 'SLIDEBUILDER’ </a:t>
                </a: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and click</a:t>
                </a:r>
                <a:b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</a:b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on the button </a:t>
                </a: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‘Inspiration'</a:t>
                </a:r>
              </a:p>
            </p:txBody>
          </p:sp>
          <p:grpSp>
            <p:nvGrpSpPr>
              <p:cNvPr id="115" name="ICOON_info">
                <a:extLst>
                  <a:ext uri="{FF2B5EF4-FFF2-40B4-BE49-F238E27FC236}">
                    <a16:creationId xmlns:a16="http://schemas.microsoft.com/office/drawing/2014/main" id="{E7A23441-49F5-13E1-5C96-F302C9B469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76467" y="5680655"/>
                <a:ext cx="283683" cy="283683"/>
                <a:chOff x="-376467" y="5680655"/>
                <a:chExt cx="283683" cy="283683"/>
              </a:xfrm>
            </p:grpSpPr>
            <p:sp>
              <p:nvSpPr>
                <p:cNvPr id="122" name="Ovaal 128">
                  <a:extLst>
                    <a:ext uri="{FF2B5EF4-FFF2-40B4-BE49-F238E27FC236}">
                      <a16:creationId xmlns:a16="http://schemas.microsoft.com/office/drawing/2014/main" id="{3FC64D5E-A5EE-96BE-D394-13AE9947AC92}"/>
                    </a:ext>
                  </a:extLst>
                </p:cNvPr>
                <p:cNvSpPr/>
                <p:nvPr/>
              </p:nvSpPr>
              <p:spPr>
                <a:xfrm>
                  <a:off x="-356257" y="5698981"/>
                  <a:ext cx="244427" cy="246057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211F26"/>
                </a:solidFill>
                <a:ln>
                  <a:noFill/>
                  <a:prstDash val="solid"/>
                </a:ln>
              </p:spPr>
              <p:txBody>
                <a:bodyPr lIns="179999" tIns="179999" rIns="179999" bIns="179999" anchor="ctr" anchorCtr="1"/>
                <a:lstStyle/>
                <a:p>
                  <a:pPr algn="ctr" eaLnBrk="1" fontAlgn="auto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600" cap="all">
                    <a:solidFill>
                      <a:srgbClr val="FFFFFF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sp>
              <p:nvSpPr>
                <p:cNvPr id="123" name="Graphic 163" descr="Informatie">
                  <a:extLst>
                    <a:ext uri="{FF2B5EF4-FFF2-40B4-BE49-F238E27FC236}">
                      <a16:creationId xmlns:a16="http://schemas.microsoft.com/office/drawing/2014/main" id="{52E3F944-5516-7419-9EEC-FCDF43E8DA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376467" y="5680655"/>
                  <a:ext cx="283683" cy="283683"/>
                </a:xfrm>
                <a:custGeom>
                  <a:avLst/>
                  <a:gdLst>
                    <a:gd name="T0" fmla="*/ 141842 w 291719"/>
                    <a:gd name="T1" fmla="*/ 0 h 291719"/>
                    <a:gd name="T2" fmla="*/ 283683 w 291719"/>
                    <a:gd name="T3" fmla="*/ 141842 h 291719"/>
                    <a:gd name="T4" fmla="*/ 141842 w 291719"/>
                    <a:gd name="T5" fmla="*/ 283683 h 291719"/>
                    <a:gd name="T6" fmla="*/ 0 w 291719"/>
                    <a:gd name="T7" fmla="*/ 141842 h 291719"/>
                    <a:gd name="T8" fmla="*/ 141842 w 291719"/>
                    <a:gd name="T9" fmla="*/ 0 h 291719"/>
                    <a:gd name="T10" fmla="*/ 0 w 291719"/>
                    <a:gd name="T11" fmla="*/ 141842 h 291719"/>
                    <a:gd name="T12" fmla="*/ 141842 w 291719"/>
                    <a:gd name="T13" fmla="*/ 283684 h 291719"/>
                    <a:gd name="T14" fmla="*/ 283684 w 291719"/>
                    <a:gd name="T15" fmla="*/ 141842 h 291719"/>
                    <a:gd name="T16" fmla="*/ 141842 w 291719"/>
                    <a:gd name="T17" fmla="*/ 0 h 291719"/>
                    <a:gd name="T18" fmla="*/ 134376 w 291719"/>
                    <a:gd name="T19" fmla="*/ 37327 h 291719"/>
                    <a:gd name="T20" fmla="*/ 153040 w 291719"/>
                    <a:gd name="T21" fmla="*/ 55990 h 291719"/>
                    <a:gd name="T22" fmla="*/ 134376 w 291719"/>
                    <a:gd name="T23" fmla="*/ 74653 h 291719"/>
                    <a:gd name="T24" fmla="*/ 115713 w 291719"/>
                    <a:gd name="T25" fmla="*/ 55990 h 291719"/>
                    <a:gd name="T26" fmla="*/ 134376 w 291719"/>
                    <a:gd name="T27" fmla="*/ 37327 h 291719"/>
                    <a:gd name="T28" fmla="*/ 179169 w 291719"/>
                    <a:gd name="T29" fmla="*/ 246357 h 291719"/>
                    <a:gd name="T30" fmla="*/ 104515 w 291719"/>
                    <a:gd name="T31" fmla="*/ 246357 h 291719"/>
                    <a:gd name="T32" fmla="*/ 104515 w 291719"/>
                    <a:gd name="T33" fmla="*/ 223961 h 291719"/>
                    <a:gd name="T34" fmla="*/ 130644 w 291719"/>
                    <a:gd name="T35" fmla="*/ 223961 h 291719"/>
                    <a:gd name="T36" fmla="*/ 130644 w 291719"/>
                    <a:gd name="T37" fmla="*/ 111981 h 291719"/>
                    <a:gd name="T38" fmla="*/ 108248 w 291719"/>
                    <a:gd name="T39" fmla="*/ 111981 h 291719"/>
                    <a:gd name="T40" fmla="*/ 108248 w 291719"/>
                    <a:gd name="T41" fmla="*/ 89584 h 291719"/>
                    <a:gd name="T42" fmla="*/ 153040 w 291719"/>
                    <a:gd name="T43" fmla="*/ 89584 h 291719"/>
                    <a:gd name="T44" fmla="*/ 153040 w 291719"/>
                    <a:gd name="T45" fmla="*/ 111981 h 291719"/>
                    <a:gd name="T46" fmla="*/ 153040 w 291719"/>
                    <a:gd name="T47" fmla="*/ 223961 h 291719"/>
                    <a:gd name="T48" fmla="*/ 179169 w 291719"/>
                    <a:gd name="T49" fmla="*/ 223961 h 291719"/>
                    <a:gd name="T50" fmla="*/ 179169 w 291719"/>
                    <a:gd name="T51" fmla="*/ 246357 h 291719"/>
                    <a:gd name="T52" fmla="*/ 17694720 60000 65536"/>
                    <a:gd name="T53" fmla="*/ 0 60000 65536"/>
                    <a:gd name="T54" fmla="*/ 5898240 60000 65536"/>
                    <a:gd name="T55" fmla="*/ 1179648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w 291719"/>
                    <a:gd name="T79" fmla="*/ 0 h 291719"/>
                    <a:gd name="T80" fmla="*/ 291719 w 291719"/>
                    <a:gd name="T81" fmla="*/ 291719 h 291719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T78" t="T79" r="T80" b="T81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NL"/>
                </a:p>
              </p:txBody>
            </p:sp>
          </p:grpSp>
          <p:grpSp>
            <p:nvGrpSpPr>
              <p:cNvPr id="116" name="Groep 122">
                <a:extLst>
                  <a:ext uri="{FF2B5EF4-FFF2-40B4-BE49-F238E27FC236}">
                    <a16:creationId xmlns:a16="http://schemas.microsoft.com/office/drawing/2014/main" id="{D7DC7A6C-2288-2F61-C110-0C37619E56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938165" y="5938003"/>
                <a:ext cx="627799" cy="576684"/>
                <a:chOff x="-938165" y="5938003"/>
                <a:chExt cx="627799" cy="576684"/>
              </a:xfrm>
            </p:grpSpPr>
            <p:grpSp>
              <p:nvGrpSpPr>
                <p:cNvPr id="117" name="Inspireren">
                  <a:extLst>
                    <a:ext uri="{FF2B5EF4-FFF2-40B4-BE49-F238E27FC236}">
                      <a16:creationId xmlns:a16="http://schemas.microsoft.com/office/drawing/2014/main" id="{40EDA236-3306-8A4F-17F6-618C974084D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715847" y="5938003"/>
                  <a:ext cx="169776" cy="242380"/>
                  <a:chOff x="-715847" y="5938003"/>
                  <a:chExt cx="169776" cy="242380"/>
                </a:xfrm>
              </p:grpSpPr>
              <p:sp>
                <p:nvSpPr>
                  <p:cNvPr id="119" name="Freeform 12">
                    <a:extLst>
                      <a:ext uri="{FF2B5EF4-FFF2-40B4-BE49-F238E27FC236}">
                        <a16:creationId xmlns:a16="http://schemas.microsoft.com/office/drawing/2014/main" id="{C6F1FEF6-9FFF-22F9-EA91-28ADA021002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665646" y="6024826"/>
                    <a:ext cx="68726" cy="62051"/>
                  </a:xfrm>
                  <a:custGeom>
                    <a:avLst/>
                    <a:gdLst>
                      <a:gd name="T0" fmla="*/ 34363 w 319"/>
                      <a:gd name="T1" fmla="*/ 0 h 288"/>
                      <a:gd name="T2" fmla="*/ 68726 w 319"/>
                      <a:gd name="T3" fmla="*/ 31026 h 288"/>
                      <a:gd name="T4" fmla="*/ 34363 w 319"/>
                      <a:gd name="T5" fmla="*/ 62051 h 288"/>
                      <a:gd name="T6" fmla="*/ 0 w 319"/>
                      <a:gd name="T7" fmla="*/ 31026 h 288"/>
                      <a:gd name="T8" fmla="*/ 47397 w 319"/>
                      <a:gd name="T9" fmla="*/ 62051 h 288"/>
                      <a:gd name="T10" fmla="*/ 23052 w 319"/>
                      <a:gd name="T11" fmla="*/ 62051 h 288"/>
                      <a:gd name="T12" fmla="*/ 0 w 319"/>
                      <a:gd name="T13" fmla="*/ 0 h 288"/>
                      <a:gd name="T14" fmla="*/ 68726 w 319"/>
                      <a:gd name="T15" fmla="*/ 0 h 288"/>
                      <a:gd name="T16" fmla="*/ 47397 w 319"/>
                      <a:gd name="T17" fmla="*/ 62051 h 288"/>
                      <a:gd name="T18" fmla="*/ 17694720 60000 65536"/>
                      <a:gd name="T19" fmla="*/ 0 60000 65536"/>
                      <a:gd name="T20" fmla="*/ 5898240 60000 65536"/>
                      <a:gd name="T21" fmla="*/ 1179648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319"/>
                      <a:gd name="T28" fmla="*/ 0 h 288"/>
                      <a:gd name="T29" fmla="*/ 319 w 319"/>
                      <a:gd name="T30" fmla="*/ 288 h 288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  <p:sp>
                <p:nvSpPr>
                  <p:cNvPr id="120" name="Freeform 13">
                    <a:extLst>
                      <a:ext uri="{FF2B5EF4-FFF2-40B4-BE49-F238E27FC236}">
                        <a16:creationId xmlns:a16="http://schemas.microsoft.com/office/drawing/2014/main" id="{60157BF9-B0CC-041D-EF55-DE656B3669A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661120" y="6156252"/>
                    <a:ext cx="60761" cy="24131"/>
                  </a:xfrm>
                  <a:custGeom>
                    <a:avLst/>
                    <a:gdLst>
                      <a:gd name="T0" fmla="*/ 30381 w 251"/>
                      <a:gd name="T1" fmla="*/ 0 h 100"/>
                      <a:gd name="T2" fmla="*/ 60761 w 251"/>
                      <a:gd name="T3" fmla="*/ 12066 h 100"/>
                      <a:gd name="T4" fmla="*/ 30381 w 251"/>
                      <a:gd name="T5" fmla="*/ 24131 h 100"/>
                      <a:gd name="T6" fmla="*/ 0 w 251"/>
                      <a:gd name="T7" fmla="*/ 12066 h 100"/>
                      <a:gd name="T8" fmla="*/ 55435 w 251"/>
                      <a:gd name="T9" fmla="*/ 16892 h 100"/>
                      <a:gd name="T10" fmla="*/ 55435 w 251"/>
                      <a:gd name="T11" fmla="*/ 16650 h 100"/>
                      <a:gd name="T12" fmla="*/ 60761 w 251"/>
                      <a:gd name="T13" fmla="*/ 0 h 100"/>
                      <a:gd name="T14" fmla="*/ 0 w 251"/>
                      <a:gd name="T15" fmla="*/ 0 h 100"/>
                      <a:gd name="T16" fmla="*/ 5326 w 251"/>
                      <a:gd name="T17" fmla="*/ 16650 h 100"/>
                      <a:gd name="T18" fmla="*/ 15251 w 251"/>
                      <a:gd name="T19" fmla="*/ 24131 h 100"/>
                      <a:gd name="T20" fmla="*/ 45510 w 251"/>
                      <a:gd name="T21" fmla="*/ 24131 h 100"/>
                      <a:gd name="T22" fmla="*/ 55435 w 251"/>
                      <a:gd name="T23" fmla="*/ 17133 h 100"/>
                      <a:gd name="T24" fmla="*/ 55435 w 251"/>
                      <a:gd name="T25" fmla="*/ 17133 h 100"/>
                      <a:gd name="T26" fmla="*/ 55435 w 251"/>
                      <a:gd name="T27" fmla="*/ 16892 h 100"/>
                      <a:gd name="T28" fmla="*/ 17694720 60000 65536"/>
                      <a:gd name="T29" fmla="*/ 0 60000 65536"/>
                      <a:gd name="T30" fmla="*/ 5898240 60000 65536"/>
                      <a:gd name="T31" fmla="*/ 1179648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251"/>
                      <a:gd name="T43" fmla="*/ 0 h 100"/>
                      <a:gd name="T44" fmla="*/ 251 w 251"/>
                      <a:gd name="T45" fmla="*/ 100 h 100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  <p:sp>
                <p:nvSpPr>
                  <p:cNvPr id="121" name="Freeform 14">
                    <a:extLst>
                      <a:ext uri="{FF2B5EF4-FFF2-40B4-BE49-F238E27FC236}">
                        <a16:creationId xmlns:a16="http://schemas.microsoft.com/office/drawing/2014/main" id="{65E1561A-8DE5-804F-6E6E-1AC44975727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715847" y="5938003"/>
                    <a:ext cx="169776" cy="208126"/>
                  </a:xfrm>
                  <a:custGeom>
                    <a:avLst/>
                    <a:gdLst>
                      <a:gd name="T0" fmla="*/ 84888 w 702"/>
                      <a:gd name="T1" fmla="*/ 0 h 860"/>
                      <a:gd name="T2" fmla="*/ 169776 w 702"/>
                      <a:gd name="T3" fmla="*/ 104063 h 860"/>
                      <a:gd name="T4" fmla="*/ 84888 w 702"/>
                      <a:gd name="T5" fmla="*/ 208126 h 860"/>
                      <a:gd name="T6" fmla="*/ 0 w 702"/>
                      <a:gd name="T7" fmla="*/ 104063 h 860"/>
                      <a:gd name="T8" fmla="*/ 84888 w 702"/>
                      <a:gd name="T9" fmla="*/ 0 h 860"/>
                      <a:gd name="T10" fmla="*/ 0 w 702"/>
                      <a:gd name="T11" fmla="*/ 84944 h 860"/>
                      <a:gd name="T12" fmla="*/ 32407 w 702"/>
                      <a:gd name="T13" fmla="*/ 151738 h 860"/>
                      <a:gd name="T14" fmla="*/ 39905 w 702"/>
                      <a:gd name="T15" fmla="*/ 173761 h 860"/>
                      <a:gd name="T16" fmla="*/ 64331 w 702"/>
                      <a:gd name="T17" fmla="*/ 173761 h 860"/>
                      <a:gd name="T18" fmla="*/ 64331 w 702"/>
                      <a:gd name="T19" fmla="*/ 173761 h 860"/>
                      <a:gd name="T20" fmla="*/ 104961 w 702"/>
                      <a:gd name="T21" fmla="*/ 173761 h 860"/>
                      <a:gd name="T22" fmla="*/ 101334 w 702"/>
                      <a:gd name="T23" fmla="*/ 183925 h 860"/>
                      <a:gd name="T24" fmla="*/ 68684 w 702"/>
                      <a:gd name="T25" fmla="*/ 183925 h 860"/>
                      <a:gd name="T26" fmla="*/ 68684 w 702"/>
                      <a:gd name="T27" fmla="*/ 183925 h 860"/>
                      <a:gd name="T28" fmla="*/ 43290 w 702"/>
                      <a:gd name="T29" fmla="*/ 183925 h 860"/>
                      <a:gd name="T30" fmla="*/ 51271 w 702"/>
                      <a:gd name="T31" fmla="*/ 208126 h 860"/>
                      <a:gd name="T32" fmla="*/ 51271 w 702"/>
                      <a:gd name="T33" fmla="*/ 208126 h 860"/>
                      <a:gd name="T34" fmla="*/ 52239 w 702"/>
                      <a:gd name="T35" fmla="*/ 208126 h 860"/>
                      <a:gd name="T36" fmla="*/ 118021 w 702"/>
                      <a:gd name="T37" fmla="*/ 208126 h 860"/>
                      <a:gd name="T38" fmla="*/ 118746 w 702"/>
                      <a:gd name="T39" fmla="*/ 208126 h 860"/>
                      <a:gd name="T40" fmla="*/ 137852 w 702"/>
                      <a:gd name="T41" fmla="*/ 151254 h 860"/>
                      <a:gd name="T42" fmla="*/ 169776 w 702"/>
                      <a:gd name="T43" fmla="*/ 84944 h 860"/>
                      <a:gd name="T44" fmla="*/ 84888 w 702"/>
                      <a:gd name="T45" fmla="*/ 0 h 860"/>
                      <a:gd name="T46" fmla="*/ 141964 w 702"/>
                      <a:gd name="T47" fmla="*/ 105999 h 860"/>
                      <a:gd name="T48" fmla="*/ 117295 w 702"/>
                      <a:gd name="T49" fmla="*/ 136250 h 860"/>
                      <a:gd name="T50" fmla="*/ 109798 w 702"/>
                      <a:gd name="T51" fmla="*/ 159241 h 860"/>
                      <a:gd name="T52" fmla="*/ 60462 w 702"/>
                      <a:gd name="T53" fmla="*/ 159241 h 860"/>
                      <a:gd name="T54" fmla="*/ 52964 w 702"/>
                      <a:gd name="T55" fmla="*/ 136734 h 860"/>
                      <a:gd name="T56" fmla="*/ 27812 w 702"/>
                      <a:gd name="T57" fmla="*/ 106241 h 860"/>
                      <a:gd name="T58" fmla="*/ 23943 w 702"/>
                      <a:gd name="T59" fmla="*/ 84944 h 860"/>
                      <a:gd name="T60" fmla="*/ 84888 w 702"/>
                      <a:gd name="T61" fmla="*/ 23959 h 860"/>
                      <a:gd name="T62" fmla="*/ 145833 w 702"/>
                      <a:gd name="T63" fmla="*/ 84944 h 860"/>
                      <a:gd name="T64" fmla="*/ 141964 w 702"/>
                      <a:gd name="T65" fmla="*/ 105999 h 860"/>
                      <a:gd name="T66" fmla="*/ 17694720 60000 65536"/>
                      <a:gd name="T67" fmla="*/ 0 60000 65536"/>
                      <a:gd name="T68" fmla="*/ 5898240 60000 65536"/>
                      <a:gd name="T69" fmla="*/ 1179648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w 702"/>
                      <a:gd name="T100" fmla="*/ 0 h 860"/>
                      <a:gd name="T101" fmla="*/ 702 w 702"/>
                      <a:gd name="T102" fmla="*/ 860 h 860"/>
                    </a:gdLst>
                    <a:ahLst/>
                    <a:cxnLst>
                      <a:cxn ang="T66">
                        <a:pos x="T0" y="T1"/>
                      </a:cxn>
                      <a:cxn ang="T67">
                        <a:pos x="T2" y="T3"/>
                      </a:cxn>
                      <a:cxn ang="T68">
                        <a:pos x="T4" y="T5"/>
                      </a:cxn>
                      <a:cxn ang="T69">
                        <a:pos x="T6" y="T7"/>
                      </a:cxn>
                      <a:cxn ang="T70">
                        <a:pos x="T8" y="T9"/>
                      </a:cxn>
                      <a:cxn ang="T71">
                        <a:pos x="T10" y="T11"/>
                      </a:cxn>
                      <a:cxn ang="T72">
                        <a:pos x="T12" y="T13"/>
                      </a:cxn>
                      <a:cxn ang="T73">
                        <a:pos x="T14" y="T15"/>
                      </a:cxn>
                      <a:cxn ang="T74">
                        <a:pos x="T16" y="T17"/>
                      </a:cxn>
                      <a:cxn ang="T75">
                        <a:pos x="T18" y="T19"/>
                      </a:cxn>
                      <a:cxn ang="T76">
                        <a:pos x="T20" y="T21"/>
                      </a:cxn>
                      <a:cxn ang="T77">
                        <a:pos x="T22" y="T23"/>
                      </a:cxn>
                      <a:cxn ang="T78">
                        <a:pos x="T24" y="T25"/>
                      </a:cxn>
                      <a:cxn ang="T79">
                        <a:pos x="T26" y="T27"/>
                      </a:cxn>
                      <a:cxn ang="T80">
                        <a:pos x="T28" y="T29"/>
                      </a:cxn>
                      <a:cxn ang="T81">
                        <a:pos x="T30" y="T31"/>
                      </a:cxn>
                      <a:cxn ang="T82">
                        <a:pos x="T32" y="T33"/>
                      </a:cxn>
                      <a:cxn ang="T83">
                        <a:pos x="T34" y="T35"/>
                      </a:cxn>
                      <a:cxn ang="T84">
                        <a:pos x="T36" y="T37"/>
                      </a:cxn>
                      <a:cxn ang="T85">
                        <a:pos x="T38" y="T39"/>
                      </a:cxn>
                      <a:cxn ang="T86">
                        <a:pos x="T40" y="T41"/>
                      </a:cxn>
                      <a:cxn ang="T87">
                        <a:pos x="T42" y="T43"/>
                      </a:cxn>
                      <a:cxn ang="T88">
                        <a:pos x="T44" y="T45"/>
                      </a:cxn>
                      <a:cxn ang="T89">
                        <a:pos x="T46" y="T47"/>
                      </a:cxn>
                      <a:cxn ang="T90">
                        <a:pos x="T48" y="T49"/>
                      </a:cxn>
                      <a:cxn ang="T91">
                        <a:pos x="T50" y="T51"/>
                      </a:cxn>
                      <a:cxn ang="T92">
                        <a:pos x="T52" y="T53"/>
                      </a:cxn>
                      <a:cxn ang="T93">
                        <a:pos x="T54" y="T55"/>
                      </a:cxn>
                      <a:cxn ang="T94">
                        <a:pos x="T56" y="T57"/>
                      </a:cxn>
                      <a:cxn ang="T95">
                        <a:pos x="T58" y="T59"/>
                      </a:cxn>
                      <a:cxn ang="T96">
                        <a:pos x="T60" y="T61"/>
                      </a:cxn>
                      <a:cxn ang="T97">
                        <a:pos x="T62" y="T63"/>
                      </a:cxn>
                      <a:cxn ang="T98">
                        <a:pos x="T64" y="T65"/>
                      </a:cxn>
                    </a:cxnLst>
                    <a:rect l="T99" t="T100" r="T101" b="T102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</p:grpSp>
            <p:sp>
              <p:nvSpPr>
                <p:cNvPr id="118" name="Tekstvak 124">
                  <a:extLst>
                    <a:ext uri="{FF2B5EF4-FFF2-40B4-BE49-F238E27FC236}">
                      <a16:creationId xmlns:a16="http://schemas.microsoft.com/office/drawing/2014/main" id="{7D7927EB-B1C1-2790-231B-748D66894DD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-938165" y="6192453"/>
                  <a:ext cx="627799" cy="3222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 anchorCtr="1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altLang="en-NL" sz="100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87" name="Groep 93">
              <a:extLst>
                <a:ext uri="{FF2B5EF4-FFF2-40B4-BE49-F238E27FC236}">
                  <a16:creationId xmlns:a16="http://schemas.microsoft.com/office/drawing/2014/main" id="{B355EE1C-F884-5100-EF0D-272C8A98AE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426805" y="5129582"/>
              <a:ext cx="514285" cy="506541"/>
              <a:chOff x="-3426805" y="5129582"/>
              <a:chExt cx="514285" cy="506541"/>
            </a:xfrm>
          </p:grpSpPr>
          <p:grpSp>
            <p:nvGrpSpPr>
              <p:cNvPr id="98" name="Groep 104">
                <a:extLst>
                  <a:ext uri="{FF2B5EF4-FFF2-40B4-BE49-F238E27FC236}">
                    <a16:creationId xmlns:a16="http://schemas.microsoft.com/office/drawing/2014/main" id="{FF414DB2-1D02-0EF7-588F-0B23796317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321695" y="5129582"/>
                <a:ext cx="319089" cy="306324"/>
                <a:chOff x="-3321695" y="5129582"/>
                <a:chExt cx="319089" cy="306324"/>
              </a:xfrm>
            </p:grpSpPr>
            <p:grpSp>
              <p:nvGrpSpPr>
                <p:cNvPr id="101" name="Groep 107">
                  <a:extLst>
                    <a:ext uri="{FF2B5EF4-FFF2-40B4-BE49-F238E27FC236}">
                      <a16:creationId xmlns:a16="http://schemas.microsoft.com/office/drawing/2014/main" id="{B6DFFD61-AA5D-C370-8CC8-03F6A15D367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321695" y="5129582"/>
                  <a:ext cx="282064" cy="270561"/>
                  <a:chOff x="-3321695" y="5129582"/>
                  <a:chExt cx="282064" cy="270561"/>
                </a:xfrm>
              </p:grpSpPr>
              <p:grpSp>
                <p:nvGrpSpPr>
                  <p:cNvPr id="108" name="Groep 114">
                    <a:extLst>
                      <a:ext uri="{FF2B5EF4-FFF2-40B4-BE49-F238E27FC236}">
                        <a16:creationId xmlns:a16="http://schemas.microsoft.com/office/drawing/2014/main" id="{126D2E4C-9C4D-981F-24E7-30C3759B614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-3321695" y="5129582"/>
                    <a:ext cx="282064" cy="270561"/>
                    <a:chOff x="-3321695" y="5129582"/>
                    <a:chExt cx="282064" cy="270561"/>
                  </a:xfrm>
                </p:grpSpPr>
                <p:sp>
                  <p:nvSpPr>
                    <p:cNvPr id="111" name="Rechthoek 117">
                      <a:extLst>
                        <a:ext uri="{FF2B5EF4-FFF2-40B4-BE49-F238E27FC236}">
                          <a16:creationId xmlns:a16="http://schemas.microsoft.com/office/drawing/2014/main" id="{F3BAA450-2D58-1AF6-1090-91A2F364C5F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3321695" y="5129582"/>
                      <a:ext cx="282064" cy="270561"/>
                    </a:xfrm>
                    <a:prstGeom prst="rect">
                      <a:avLst/>
                    </a:prstGeom>
                    <a:noFill/>
                    <a:ln w="12701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lIns="107999" tIns="0" rIns="0" bIns="0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altLang="en-NL" sz="8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2" name="Rechthoek 118">
                      <a:extLst>
                        <a:ext uri="{FF2B5EF4-FFF2-40B4-BE49-F238E27FC236}">
                          <a16:creationId xmlns:a16="http://schemas.microsoft.com/office/drawing/2014/main" id="{11CA553E-2CA4-0DF0-3D54-6AA30FF0CE8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3321695" y="5129582"/>
                      <a:ext cx="166237" cy="163814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12701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</p:spPr>
                  <p:txBody>
                    <a:bodyPr lIns="107999" tIns="0" rIns="0" bIns="0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altLang="en-NL" sz="8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3" name="Ovaal 119">
                      <a:extLst>
                        <a:ext uri="{FF2B5EF4-FFF2-40B4-BE49-F238E27FC236}">
                          <a16:creationId xmlns:a16="http://schemas.microsoft.com/office/drawing/2014/main" id="{826E97E8-2AF0-708D-091D-F06EE55E2F3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3220425" y="5150275"/>
                      <a:ext cx="45866" cy="45866"/>
                    </a:xfrm>
                    <a:custGeom>
                      <a:avLst/>
                      <a:gdLst>
                        <a:gd name="T0" fmla="*/ 22933 w 45866"/>
                        <a:gd name="T1" fmla="*/ 0 h 45866"/>
                        <a:gd name="T2" fmla="*/ 45866 w 45866"/>
                        <a:gd name="T3" fmla="*/ 22933 h 45866"/>
                        <a:gd name="T4" fmla="*/ 22933 w 45866"/>
                        <a:gd name="T5" fmla="*/ 45866 h 45866"/>
                        <a:gd name="T6" fmla="*/ 0 w 45866"/>
                        <a:gd name="T7" fmla="*/ 22933 h 45866"/>
                        <a:gd name="T8" fmla="*/ 6717 w 45866"/>
                        <a:gd name="T9" fmla="*/ 6717 h 45866"/>
                        <a:gd name="T10" fmla="*/ 6717 w 45866"/>
                        <a:gd name="T11" fmla="*/ 39149 h 45866"/>
                        <a:gd name="T12" fmla="*/ 39149 w 45866"/>
                        <a:gd name="T13" fmla="*/ 39149 h 45866"/>
                        <a:gd name="T14" fmla="*/ 39149 w 45866"/>
                        <a:gd name="T15" fmla="*/ 6717 h 45866"/>
                        <a:gd name="T16" fmla="*/ 17694720 60000 65536"/>
                        <a:gd name="T17" fmla="*/ 0 60000 65536"/>
                        <a:gd name="T18" fmla="*/ 5898240 60000 65536"/>
                        <a:gd name="T19" fmla="*/ 11796480 60000 65536"/>
                        <a:gd name="T20" fmla="*/ 17694720 60000 65536"/>
                        <a:gd name="T21" fmla="*/ 5898240 60000 65536"/>
                        <a:gd name="T22" fmla="*/ 5898240 60000 65536"/>
                        <a:gd name="T23" fmla="*/ 17694720 60000 65536"/>
                        <a:gd name="T24" fmla="*/ 6717 w 45866"/>
                        <a:gd name="T25" fmla="*/ 6717 h 45866"/>
                        <a:gd name="T26" fmla="*/ 39149 w 45866"/>
                        <a:gd name="T27" fmla="*/ 39149 h 4586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45866" h="45866">
                          <a:moveTo>
                            <a:pt x="0" y="22933"/>
                          </a:moveTo>
                          <a:lnTo>
                            <a:pt x="0" y="22932"/>
                          </a:lnTo>
                          <a:cubicBezTo>
                            <a:pt x="0" y="35598"/>
                            <a:pt x="10267" y="45866"/>
                            <a:pt x="22933" y="45866"/>
                          </a:cubicBezTo>
                          <a:cubicBezTo>
                            <a:pt x="35598" y="45866"/>
                            <a:pt x="45866" y="35598"/>
                            <a:pt x="45866" y="22933"/>
                          </a:cubicBezTo>
                          <a:cubicBezTo>
                            <a:pt x="45866" y="10267"/>
                            <a:pt x="35598" y="0"/>
                            <a:pt x="22933" y="0"/>
                          </a:cubicBezTo>
                          <a:cubicBezTo>
                            <a:pt x="10267" y="-1"/>
                            <a:pt x="0" y="10267"/>
                            <a:pt x="0" y="22932"/>
                          </a:cubicBezTo>
                          <a:close/>
                        </a:path>
                      </a:pathLst>
                    </a:custGeom>
                    <a:solidFill>
                      <a:srgbClr val="ECC67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tIns="0" rIns="0" bIns="0" anchor="ctr"/>
                    <a:lstStyle/>
                    <a:p>
                      <a:endParaRPr lang="en-NL"/>
                    </a:p>
                  </p:txBody>
                </p:sp>
              </p:grpSp>
              <p:pic>
                <p:nvPicPr>
                  <p:cNvPr id="109" name="Afbeelding 115">
                    <a:extLst>
                      <a:ext uri="{FF2B5EF4-FFF2-40B4-BE49-F238E27FC236}">
                        <a16:creationId xmlns:a16="http://schemas.microsoft.com/office/drawing/2014/main" id="{E0A4347D-C3D7-F3D9-F054-963291353DD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3313822" y="5196224"/>
                    <a:ext cx="110157" cy="8909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110" name="Afbeelding 116">
                    <a:extLst>
                      <a:ext uri="{FF2B5EF4-FFF2-40B4-BE49-F238E27FC236}">
                        <a16:creationId xmlns:a16="http://schemas.microsoft.com/office/drawing/2014/main" id="{538476B3-52D2-8F7B-424B-76BC1D6A738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3270424" y="5211650"/>
                    <a:ext cx="110157" cy="708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grpSp>
              <p:nvGrpSpPr>
                <p:cNvPr id="102" name="Groep 108">
                  <a:extLst>
                    <a:ext uri="{FF2B5EF4-FFF2-40B4-BE49-F238E27FC236}">
                      <a16:creationId xmlns:a16="http://schemas.microsoft.com/office/drawing/2014/main" id="{608998DA-C21B-FEE7-800D-360D1D1BB4B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102203" y="5335871"/>
                  <a:ext cx="99597" cy="100035"/>
                  <a:chOff x="-3102203" y="5335871"/>
                  <a:chExt cx="99597" cy="100035"/>
                </a:xfrm>
              </p:grpSpPr>
              <p:sp>
                <p:nvSpPr>
                  <p:cNvPr id="106" name="Rechthoek 112">
                    <a:extLst>
                      <a:ext uri="{FF2B5EF4-FFF2-40B4-BE49-F238E27FC236}">
                        <a16:creationId xmlns:a16="http://schemas.microsoft.com/office/drawing/2014/main" id="{E62E2730-B0AD-F1BB-3E47-03563D5648B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102202" y="5335871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7" name="Rechthoek 113">
                    <a:extLst>
                      <a:ext uri="{FF2B5EF4-FFF2-40B4-BE49-F238E27FC236}">
                        <a16:creationId xmlns:a16="http://schemas.microsoft.com/office/drawing/2014/main" id="{2A31E1C0-E0AF-D376-74C7-2EFAF9ED6F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13">
                    <a:off x="-3142308" y="5376415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03" name="Groep 109">
                  <a:extLst>
                    <a:ext uri="{FF2B5EF4-FFF2-40B4-BE49-F238E27FC236}">
                      <a16:creationId xmlns:a16="http://schemas.microsoft.com/office/drawing/2014/main" id="{D75861F4-3E60-4B48-8CF4-EDD70D80B15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130969" y="5308806"/>
                  <a:ext cx="99597" cy="100024"/>
                  <a:chOff x="-3130969" y="5308806"/>
                  <a:chExt cx="99597" cy="100024"/>
                </a:xfrm>
              </p:grpSpPr>
              <p:sp>
                <p:nvSpPr>
                  <p:cNvPr id="104" name="Rechthoek 110">
                    <a:extLst>
                      <a:ext uri="{FF2B5EF4-FFF2-40B4-BE49-F238E27FC236}">
                        <a16:creationId xmlns:a16="http://schemas.microsoft.com/office/drawing/2014/main" id="{67FED64D-90DF-5CB0-2283-10AF5F7B82E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0799991">
                    <a:off x="-3130969" y="5389445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5" name="Rechthoek 111">
                    <a:extLst>
                      <a:ext uri="{FF2B5EF4-FFF2-40B4-BE49-F238E27FC236}">
                        <a16:creationId xmlns:a16="http://schemas.microsoft.com/office/drawing/2014/main" id="{97395FFE-03CB-AA3D-F7F9-53DE4132441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399996">
                    <a:off x="-3090862" y="5348911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99" name="Rechthoek 105">
                <a:extLst>
                  <a:ext uri="{FF2B5EF4-FFF2-40B4-BE49-F238E27FC236}">
                    <a16:creationId xmlns:a16="http://schemas.microsoft.com/office/drawing/2014/main" id="{569F3B4F-63E3-2C7E-5E42-AAE61C339B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426805" y="5461967"/>
                <a:ext cx="514285" cy="1100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0" name="Gelijkbenige driehoek 106">
                <a:extLst>
                  <a:ext uri="{FF2B5EF4-FFF2-40B4-BE49-F238E27FC236}">
                    <a16:creationId xmlns:a16="http://schemas.microsoft.com/office/drawing/2014/main" id="{EA603F13-9F2F-B74A-3E48-E322AB68A3B2}"/>
                  </a:ext>
                </a:extLst>
              </p:cNvPr>
              <p:cNvSpPr>
                <a:spLocks/>
              </p:cNvSpPr>
              <p:nvPr/>
            </p:nvSpPr>
            <p:spPr bwMode="auto">
              <a:xfrm rot="10799991">
                <a:off x="-3199339" y="5601193"/>
                <a:ext cx="59335" cy="34930"/>
              </a:xfrm>
              <a:custGeom>
                <a:avLst/>
                <a:gdLst>
                  <a:gd name="T0" fmla="*/ 29668 w 59335"/>
                  <a:gd name="T1" fmla="*/ 0 h 34930"/>
                  <a:gd name="T2" fmla="*/ 59335 w 59335"/>
                  <a:gd name="T3" fmla="*/ 17465 h 34930"/>
                  <a:gd name="T4" fmla="*/ 29668 w 59335"/>
                  <a:gd name="T5" fmla="*/ 34930 h 34930"/>
                  <a:gd name="T6" fmla="*/ 0 w 59335"/>
                  <a:gd name="T7" fmla="*/ 17465 h 34930"/>
                  <a:gd name="T8" fmla="*/ 29667 w 59335"/>
                  <a:gd name="T9" fmla="*/ 0 h 34930"/>
                  <a:gd name="T10" fmla="*/ 14834 w 59335"/>
                  <a:gd name="T11" fmla="*/ 17465 h 34930"/>
                  <a:gd name="T12" fmla="*/ 0 w 59335"/>
                  <a:gd name="T13" fmla="*/ 34930 h 34930"/>
                  <a:gd name="T14" fmla="*/ 29667 w 59335"/>
                  <a:gd name="T15" fmla="*/ 34930 h 34930"/>
                  <a:gd name="T16" fmla="*/ 59335 w 59335"/>
                  <a:gd name="T17" fmla="*/ 34930 h 34930"/>
                  <a:gd name="T18" fmla="*/ 44501 w 59335"/>
                  <a:gd name="T19" fmla="*/ 17465 h 34930"/>
                  <a:gd name="T20" fmla="*/ 17694720 60000 65536"/>
                  <a:gd name="T21" fmla="*/ 0 60000 65536"/>
                  <a:gd name="T22" fmla="*/ 5898240 60000 65536"/>
                  <a:gd name="T23" fmla="*/ 11796480 60000 65536"/>
                  <a:gd name="T24" fmla="*/ 17694720 60000 65536"/>
                  <a:gd name="T25" fmla="*/ 11796480 60000 65536"/>
                  <a:gd name="T26" fmla="*/ 5898240 60000 65536"/>
                  <a:gd name="T27" fmla="*/ 5898240 60000 65536"/>
                  <a:gd name="T28" fmla="*/ 5898240 60000 65536"/>
                  <a:gd name="T29" fmla="*/ 0 60000 65536"/>
                  <a:gd name="T30" fmla="*/ 14834 w 59335"/>
                  <a:gd name="T31" fmla="*/ 17465 h 34930"/>
                  <a:gd name="T32" fmla="*/ 44501 w 59335"/>
                  <a:gd name="T33" fmla="*/ 34930 h 349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9335" h="34930">
                    <a:moveTo>
                      <a:pt x="0" y="34930"/>
                    </a:moveTo>
                    <a:lnTo>
                      <a:pt x="29667" y="0"/>
                    </a:lnTo>
                    <a:lnTo>
                      <a:pt x="59335" y="34930"/>
                    </a:lnTo>
                    <a:lnTo>
                      <a:pt x="0" y="34930"/>
                    </a:lnTo>
                    <a:close/>
                  </a:path>
                </a:pathLst>
              </a:custGeom>
              <a:solidFill>
                <a:srgbClr val="8181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/>
              <a:p>
                <a:endParaRPr lang="en-NL"/>
              </a:p>
            </p:txBody>
          </p:sp>
        </p:grpSp>
        <p:sp>
          <p:nvSpPr>
            <p:cNvPr id="88" name="Ovaal 94">
              <a:extLst>
                <a:ext uri="{FF2B5EF4-FFF2-40B4-BE49-F238E27FC236}">
                  <a16:creationId xmlns:a16="http://schemas.microsoft.com/office/drawing/2014/main" id="{39F7F537-4C1B-FC3C-DF64-B8D765A37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1811179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9" name="Rechthoek 95">
              <a:extLst>
                <a:ext uri="{FF2B5EF4-FFF2-40B4-BE49-F238E27FC236}">
                  <a16:creationId xmlns:a16="http://schemas.microsoft.com/office/drawing/2014/main" id="{666B9910-4A91-04BA-1F81-CE2A10B10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1811188"/>
              <a:ext cx="2944678" cy="326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0" name="Rechthoek 96">
              <a:extLst>
                <a:ext uri="{FF2B5EF4-FFF2-40B4-BE49-F238E27FC236}">
                  <a16:creationId xmlns:a16="http://schemas.microsoft.com/office/drawing/2014/main" id="{0ADE6EFB-2404-23B6-06C5-3B40022F89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245757"/>
              <a:ext cx="825502" cy="209553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1" name="Groep 97">
              <a:extLst>
                <a:ext uri="{FF2B5EF4-FFF2-40B4-BE49-F238E27FC236}">
                  <a16:creationId xmlns:a16="http://schemas.microsoft.com/office/drawing/2014/main" id="{1B81CE7C-1B80-3940-0D57-4CD709EE16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365485" y="1226978"/>
              <a:ext cx="446940" cy="406486"/>
              <a:chOff x="-3365485" y="1226978"/>
              <a:chExt cx="446940" cy="406486"/>
            </a:xfrm>
          </p:grpSpPr>
          <p:grpSp>
            <p:nvGrpSpPr>
              <p:cNvPr id="92" name="Groep 98">
                <a:extLst>
                  <a:ext uri="{FF2B5EF4-FFF2-40B4-BE49-F238E27FC236}">
                    <a16:creationId xmlns:a16="http://schemas.microsoft.com/office/drawing/2014/main" id="{0B83157F-0CCE-7FA2-F299-0939939EA2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285311" y="1226978"/>
                <a:ext cx="284168" cy="246686"/>
                <a:chOff x="-3285311" y="1226978"/>
                <a:chExt cx="284168" cy="246686"/>
              </a:xfrm>
            </p:grpSpPr>
            <p:sp>
              <p:nvSpPr>
                <p:cNvPr id="94" name="Vrije vorm: vorm 100">
                  <a:extLst>
                    <a:ext uri="{FF2B5EF4-FFF2-40B4-BE49-F238E27FC236}">
                      <a16:creationId xmlns:a16="http://schemas.microsoft.com/office/drawing/2014/main" id="{0A4DDD4A-2CEF-3361-832A-313C80DA6F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3236719" y="1287612"/>
                  <a:ext cx="47978" cy="47868"/>
                </a:xfrm>
                <a:custGeom>
                  <a:avLst/>
                  <a:gdLst>
                    <a:gd name="T0" fmla="*/ 23989 w 371475"/>
                    <a:gd name="T1" fmla="*/ 0 h 371475"/>
                    <a:gd name="T2" fmla="*/ 47978 w 371475"/>
                    <a:gd name="T3" fmla="*/ 23934 h 371475"/>
                    <a:gd name="T4" fmla="*/ 23989 w 371475"/>
                    <a:gd name="T5" fmla="*/ 47868 h 371475"/>
                    <a:gd name="T6" fmla="*/ 0 w 371475"/>
                    <a:gd name="T7" fmla="*/ 23934 h 371475"/>
                    <a:gd name="T8" fmla="*/ 47670 w 371475"/>
                    <a:gd name="T9" fmla="*/ 24241 h 371475"/>
                    <a:gd name="T10" fmla="*/ 24297 w 371475"/>
                    <a:gd name="T11" fmla="*/ 47561 h 371475"/>
                    <a:gd name="T12" fmla="*/ 923 w 371475"/>
                    <a:gd name="T13" fmla="*/ 24241 h 371475"/>
                    <a:gd name="T14" fmla="*/ 24297 w 371475"/>
                    <a:gd name="T15" fmla="*/ 921 h 371475"/>
                    <a:gd name="T16" fmla="*/ 47670 w 371475"/>
                    <a:gd name="T17" fmla="*/ 24241 h 371475"/>
                    <a:gd name="T18" fmla="*/ 17694720 60000 65536"/>
                    <a:gd name="T19" fmla="*/ 0 60000 65536"/>
                    <a:gd name="T20" fmla="*/ 5898240 60000 65536"/>
                    <a:gd name="T21" fmla="*/ 1179648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71475"/>
                    <a:gd name="T28" fmla="*/ 0 h 371475"/>
                    <a:gd name="T29" fmla="*/ 371475 w 371475"/>
                    <a:gd name="T30" fmla="*/ 371475 h 371475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NL"/>
                </a:p>
              </p:txBody>
            </p:sp>
            <p:grpSp>
              <p:nvGrpSpPr>
                <p:cNvPr id="95" name="Groep 101">
                  <a:extLst>
                    <a:ext uri="{FF2B5EF4-FFF2-40B4-BE49-F238E27FC236}">
                      <a16:creationId xmlns:a16="http://schemas.microsoft.com/office/drawing/2014/main" id="{268264D1-B66A-36F5-9B5E-7B01EBD4F65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285311" y="1226978"/>
                  <a:ext cx="284168" cy="246686"/>
                  <a:chOff x="-3285311" y="1226978"/>
                  <a:chExt cx="284168" cy="246686"/>
                </a:xfrm>
              </p:grpSpPr>
              <p:sp>
                <p:nvSpPr>
                  <p:cNvPr id="96" name="Vrije vorm: vorm 102">
                    <a:extLst>
                      <a:ext uri="{FF2B5EF4-FFF2-40B4-BE49-F238E27FC236}">
                        <a16:creationId xmlns:a16="http://schemas.microsoft.com/office/drawing/2014/main" id="{46A3A20E-A102-8763-8097-CE807EC12C3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3285311" y="1226978"/>
                    <a:ext cx="284168" cy="246686"/>
                  </a:xfrm>
                  <a:custGeom>
                    <a:avLst/>
                    <a:gdLst>
                      <a:gd name="T0" fmla="*/ 142084 w 2200275"/>
                      <a:gd name="T1" fmla="*/ 0 h 1914525"/>
                      <a:gd name="T2" fmla="*/ 284168 w 2200275"/>
                      <a:gd name="T3" fmla="*/ 123343 h 1914525"/>
                      <a:gd name="T4" fmla="*/ 142084 w 2200275"/>
                      <a:gd name="T5" fmla="*/ 246686 h 1914525"/>
                      <a:gd name="T6" fmla="*/ 0 w 2200275"/>
                      <a:gd name="T7" fmla="*/ 123343 h 1914525"/>
                      <a:gd name="T8" fmla="*/ 923 w 2200275"/>
                      <a:gd name="T9" fmla="*/ 921 h 1914525"/>
                      <a:gd name="T10" fmla="*/ 923 w 2200275"/>
                      <a:gd name="T11" fmla="*/ 31603 h 1914525"/>
                      <a:gd name="T12" fmla="*/ 55911 w 2200275"/>
                      <a:gd name="T13" fmla="*/ 31603 h 1914525"/>
                      <a:gd name="T14" fmla="*/ 55911 w 2200275"/>
                      <a:gd name="T15" fmla="*/ 31603 h 1914525"/>
                      <a:gd name="T16" fmla="*/ 253106 w 2200275"/>
                      <a:gd name="T17" fmla="*/ 31603 h 1914525"/>
                      <a:gd name="T18" fmla="*/ 253106 w 2200275"/>
                      <a:gd name="T19" fmla="*/ 215697 h 1914525"/>
                      <a:gd name="T20" fmla="*/ 31677 w 2200275"/>
                      <a:gd name="T21" fmla="*/ 215697 h 1914525"/>
                      <a:gd name="T22" fmla="*/ 31677 w 2200275"/>
                      <a:gd name="T23" fmla="*/ 45103 h 1914525"/>
                      <a:gd name="T24" fmla="*/ 923 w 2200275"/>
                      <a:gd name="T25" fmla="*/ 45103 h 1914525"/>
                      <a:gd name="T26" fmla="*/ 923 w 2200275"/>
                      <a:gd name="T27" fmla="*/ 246379 h 1914525"/>
                      <a:gd name="T28" fmla="*/ 283860 w 2200275"/>
                      <a:gd name="T29" fmla="*/ 246379 h 1914525"/>
                      <a:gd name="T30" fmla="*/ 283860 w 2200275"/>
                      <a:gd name="T31" fmla="*/ 921 h 1914525"/>
                      <a:gd name="T32" fmla="*/ 17694720 60000 65536"/>
                      <a:gd name="T33" fmla="*/ 0 60000 65536"/>
                      <a:gd name="T34" fmla="*/ 5898240 60000 65536"/>
                      <a:gd name="T35" fmla="*/ 1179648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2200275"/>
                      <a:gd name="T49" fmla="*/ 0 h 1914525"/>
                      <a:gd name="T50" fmla="*/ 2200275 w 2200275"/>
                      <a:gd name="T51" fmla="*/ 1914525 h 191452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lnTo>
                          <a:pt x="714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NL"/>
                  </a:p>
                </p:txBody>
              </p:sp>
              <p:sp>
                <p:nvSpPr>
                  <p:cNvPr id="97" name="Vrije vorm: vorm 103">
                    <a:extLst>
                      <a:ext uri="{FF2B5EF4-FFF2-40B4-BE49-F238E27FC236}">
                        <a16:creationId xmlns:a16="http://schemas.microsoft.com/office/drawing/2014/main" id="{480ACDFA-5BEB-487F-2504-3058C1286AE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3236847" y="1303321"/>
                    <a:ext cx="185751" cy="114144"/>
                  </a:xfrm>
                  <a:custGeom>
                    <a:avLst/>
                    <a:gdLst>
                      <a:gd name="T0" fmla="*/ 92876 w 1438275"/>
                      <a:gd name="T1" fmla="*/ 0 h 885825"/>
                      <a:gd name="T2" fmla="*/ 185751 w 1438275"/>
                      <a:gd name="T3" fmla="*/ 57072 h 885825"/>
                      <a:gd name="T4" fmla="*/ 92876 w 1438275"/>
                      <a:gd name="T5" fmla="*/ 114144 h 885825"/>
                      <a:gd name="T6" fmla="*/ 0 w 1438275"/>
                      <a:gd name="T7" fmla="*/ 57072 h 885825"/>
                      <a:gd name="T8" fmla="*/ 138206 w 1438275"/>
                      <a:gd name="T9" fmla="*/ 921 h 885825"/>
                      <a:gd name="T10" fmla="*/ 103516 w 1438275"/>
                      <a:gd name="T11" fmla="*/ 35532 h 885825"/>
                      <a:gd name="T12" fmla="*/ 85556 w 1438275"/>
                      <a:gd name="T13" fmla="*/ 17735 h 885825"/>
                      <a:gd name="T14" fmla="*/ 923 w 1438275"/>
                      <a:gd name="T15" fmla="*/ 101073 h 885825"/>
                      <a:gd name="T16" fmla="*/ 13962 w 1438275"/>
                      <a:gd name="T17" fmla="*/ 114083 h 885825"/>
                      <a:gd name="T18" fmla="*/ 85556 w 1438275"/>
                      <a:gd name="T19" fmla="*/ 43632 h 885825"/>
                      <a:gd name="T20" fmla="*/ 119877 w 1438275"/>
                      <a:gd name="T21" fmla="*/ 77998 h 885825"/>
                      <a:gd name="T22" fmla="*/ 132916 w 1438275"/>
                      <a:gd name="T23" fmla="*/ 64866 h 885825"/>
                      <a:gd name="T24" fmla="*/ 116556 w 1438275"/>
                      <a:gd name="T25" fmla="*/ 48542 h 885825"/>
                      <a:gd name="T26" fmla="*/ 138206 w 1438275"/>
                      <a:gd name="T27" fmla="*/ 26940 h 885825"/>
                      <a:gd name="T28" fmla="*/ 172773 w 1438275"/>
                      <a:gd name="T29" fmla="*/ 61920 h 885825"/>
                      <a:gd name="T30" fmla="*/ 185812 w 1438275"/>
                      <a:gd name="T31" fmla="*/ 48787 h 885825"/>
                      <a:gd name="T32" fmla="*/ 17694720 60000 65536"/>
                      <a:gd name="T33" fmla="*/ 0 60000 65536"/>
                      <a:gd name="T34" fmla="*/ 5898240 60000 65536"/>
                      <a:gd name="T35" fmla="*/ 1179648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1438275"/>
                      <a:gd name="T49" fmla="*/ 0 h 885825"/>
                      <a:gd name="T50" fmla="*/ 1438275 w 1438275"/>
                      <a:gd name="T51" fmla="*/ 885825 h 88582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lnTo>
                          <a:pt x="107013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NL"/>
                  </a:p>
                </p:txBody>
              </p:sp>
            </p:grpSp>
          </p:grpSp>
          <p:sp>
            <p:nvSpPr>
              <p:cNvPr id="93" name="Tekstvak 99">
                <a:extLst>
                  <a:ext uri="{FF2B5EF4-FFF2-40B4-BE49-F238E27FC236}">
                    <a16:creationId xmlns:a16="http://schemas.microsoft.com/office/drawing/2014/main" id="{EFFD5C7E-E106-850F-8B2F-23A580A92D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365485" y="1489959"/>
                <a:ext cx="446940" cy="1435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8004" rIns="0" bIns="0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0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  <p:sp>
        <p:nvSpPr>
          <p:cNvPr id="2" name="Tijdelijke aanduiding voor tekst 18"/>
          <p:cNvSpPr txBox="1">
            <a:spLocks noGrp="1" noMove="1" noResize="1"/>
          </p:cNvSpPr>
          <p:nvPr>
            <p:ph type="body" idx="4294967295"/>
          </p:nvPr>
        </p:nvSpPr>
        <p:spPr>
          <a:xfrm>
            <a:off x="720364" y="6216740"/>
            <a:ext cx="961198" cy="381597"/>
          </a:xfr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54400637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(M) + text | dark mode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INSTRUCTION">
            <a:extLst>
              <a:ext uri="{FF2B5EF4-FFF2-40B4-BE49-F238E27FC236}">
                <a16:creationId xmlns:a16="http://schemas.microsoft.com/office/drawing/2014/main" id="{BDE313C1-4B76-A77B-3A10-FADD428D9E9D}"/>
              </a:ext>
            </a:extLst>
          </p:cNvPr>
          <p:cNvGrpSpPr>
            <a:grpSpLocks/>
          </p:cNvGrpSpPr>
          <p:nvPr/>
        </p:nvGrpSpPr>
        <p:grpSpPr bwMode="auto">
          <a:xfrm>
            <a:off x="12377738" y="0"/>
            <a:ext cx="3692525" cy="5359400"/>
            <a:chOff x="12377592" y="0"/>
            <a:chExt cx="3693389" cy="5359343"/>
          </a:xfrm>
        </p:grpSpPr>
        <p:sp>
          <p:nvSpPr>
            <p:cNvPr id="4" name="Rechthoek 6">
              <a:extLst>
                <a:ext uri="{FF2B5EF4-FFF2-40B4-BE49-F238E27FC236}">
                  <a16:creationId xmlns:a16="http://schemas.microsoft.com/office/drawing/2014/main" id="{364480BE-D06B-9947-4930-D6CBBBE694E3}"/>
                </a:ext>
              </a:extLst>
            </p:cNvPr>
            <p:cNvSpPr/>
            <p:nvPr/>
          </p:nvSpPr>
          <p:spPr>
            <a:xfrm>
              <a:off x="12377592" y="0"/>
              <a:ext cx="3593353" cy="4641801"/>
            </a:xfrm>
            <a:prstGeom prst="rect">
              <a:avLst/>
            </a:prstGeom>
            <a:solidFill>
              <a:srgbClr val="FFFFFF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Choosing text levels</a:t>
              </a:r>
            </a:p>
          </p:txBody>
        </p:sp>
        <p:sp>
          <p:nvSpPr>
            <p:cNvPr id="5" name="Rechthoek 9">
              <a:extLst>
                <a:ext uri="{FF2B5EF4-FFF2-40B4-BE49-F238E27FC236}">
                  <a16:creationId xmlns:a16="http://schemas.microsoft.com/office/drawing/2014/main" id="{F6792F33-4B78-232A-2876-5090655FDA6C}"/>
                </a:ext>
              </a:extLst>
            </p:cNvPr>
            <p:cNvSpPr/>
            <p:nvPr/>
          </p:nvSpPr>
          <p:spPr>
            <a:xfrm>
              <a:off x="12377592" y="1708132"/>
              <a:ext cx="3593353" cy="2835245"/>
            </a:xfrm>
            <a:prstGeom prst="rect">
              <a:avLst/>
            </a:prstGeom>
            <a:solidFill>
              <a:srgbClr val="00A6D6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 </a:t>
              </a:r>
            </a:p>
          </p:txBody>
        </p:sp>
        <p:sp>
          <p:nvSpPr>
            <p:cNvPr id="6" name="Ovaal 10">
              <a:extLst>
                <a:ext uri="{FF2B5EF4-FFF2-40B4-BE49-F238E27FC236}">
                  <a16:creationId xmlns:a16="http://schemas.microsoft.com/office/drawing/2014/main" id="{F31FE761-2040-F7E0-522B-9616B69ED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1837486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7" name="Rechthoek 11">
              <a:extLst>
                <a:ext uri="{FF2B5EF4-FFF2-40B4-BE49-F238E27FC236}">
                  <a16:creationId xmlns:a16="http://schemas.microsoft.com/office/drawing/2014/main" id="{D7E45A5D-48DC-592D-04F4-08B850514D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1837486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57188" indent="-357188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FFFFFF"/>
                </a:buClr>
                <a:buSzPct val="100000"/>
                <a:buFont typeface="Calibri" panose="020F0502020204030204" pitchFamily="34" charset="0"/>
                <a:buChar char="•"/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8" name="Ovaal 12">
              <a:extLst>
                <a:ext uri="{FF2B5EF4-FFF2-40B4-BE49-F238E27FC236}">
                  <a16:creationId xmlns:a16="http://schemas.microsoft.com/office/drawing/2014/main" id="{6772DB01-4AD0-D8AD-FF13-4EF74D2AE0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2128768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" name="Rechthoek 13">
              <a:extLst>
                <a:ext uri="{FF2B5EF4-FFF2-40B4-BE49-F238E27FC236}">
                  <a16:creationId xmlns:a16="http://schemas.microsoft.com/office/drawing/2014/main" id="{A0C10896-E109-45CB-4FB5-6331CA750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59850" y="1196117"/>
              <a:ext cx="3229048" cy="459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0" name="Rechthoek 14">
              <a:extLst>
                <a:ext uri="{FF2B5EF4-FFF2-40B4-BE49-F238E27FC236}">
                  <a16:creationId xmlns:a16="http://schemas.microsoft.com/office/drawing/2014/main" id="{90B33BF0-19A9-4C06-F9A9-75B248B09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2128869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715963" indent="-357188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FFFFFF"/>
                </a:buClr>
                <a:buSzPct val="100000"/>
                <a:buFont typeface="Calibri" panose="020F0502020204030204" pitchFamily="34" charset="0"/>
                <a:buChar char="•"/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1" name="Ovaal 15">
              <a:extLst>
                <a:ext uri="{FF2B5EF4-FFF2-40B4-BE49-F238E27FC236}">
                  <a16:creationId xmlns:a16="http://schemas.microsoft.com/office/drawing/2014/main" id="{6058FA8B-185D-4C56-3062-9AE2134DD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2420051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2" name="Rechthoek 16">
              <a:extLst>
                <a:ext uri="{FF2B5EF4-FFF2-40B4-BE49-F238E27FC236}">
                  <a16:creationId xmlns:a16="http://schemas.microsoft.com/office/drawing/2014/main" id="{ADA27045-863B-1078-1A59-A2E2C00EC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2420261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3" name="Ovaal 17">
              <a:extLst>
                <a:ext uri="{FF2B5EF4-FFF2-40B4-BE49-F238E27FC236}">
                  <a16:creationId xmlns:a16="http://schemas.microsoft.com/office/drawing/2014/main" id="{0F94CC78-4D11-9ABE-E02F-64CF6AC55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2711333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4" name="Rechthoek 20">
              <a:extLst>
                <a:ext uri="{FF2B5EF4-FFF2-40B4-BE49-F238E27FC236}">
                  <a16:creationId xmlns:a16="http://schemas.microsoft.com/office/drawing/2014/main" id="{6F190CF8-7D02-3C4D-1D42-3C04FED88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2711653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2400" b="1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15" name="Ovaal 21">
              <a:extLst>
                <a:ext uri="{FF2B5EF4-FFF2-40B4-BE49-F238E27FC236}">
                  <a16:creationId xmlns:a16="http://schemas.microsoft.com/office/drawing/2014/main" id="{25A000AE-55FA-315F-0E44-E076BCF8A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3002624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6" name="Rechthoek 22">
              <a:extLst>
                <a:ext uri="{FF2B5EF4-FFF2-40B4-BE49-F238E27FC236}">
                  <a16:creationId xmlns:a16="http://schemas.microsoft.com/office/drawing/2014/main" id="{D16B45E6-3494-8722-AC52-0211F3B1D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3003035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17" name="Ovaal 23">
              <a:extLst>
                <a:ext uri="{FF2B5EF4-FFF2-40B4-BE49-F238E27FC236}">
                  <a16:creationId xmlns:a16="http://schemas.microsoft.com/office/drawing/2014/main" id="{DAA10647-B4B9-BB84-6B1F-E5A0D157E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3293906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8" name="Rechthoek 24">
              <a:extLst>
                <a:ext uri="{FF2B5EF4-FFF2-40B4-BE49-F238E27FC236}">
                  <a16:creationId xmlns:a16="http://schemas.microsoft.com/office/drawing/2014/main" id="{9F2CABB1-2BD1-4E5A-3CA7-2EBA2E1A2B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3585819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57188" indent="-357188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FFFFFF"/>
                </a:buClr>
                <a:buSzPct val="100000"/>
                <a:buFont typeface="Arial" panose="020B0604020202020204" pitchFamily="34" charset="0"/>
                <a:buAutoNum type="arabicPeriod"/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19" name="Ovaal 25">
              <a:extLst>
                <a:ext uri="{FF2B5EF4-FFF2-40B4-BE49-F238E27FC236}">
                  <a16:creationId xmlns:a16="http://schemas.microsoft.com/office/drawing/2014/main" id="{4E97D274-AFF6-BF46-57CA-6D37655530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3585188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0" name="Rechthoek 26">
              <a:extLst>
                <a:ext uri="{FF2B5EF4-FFF2-40B4-BE49-F238E27FC236}">
                  <a16:creationId xmlns:a16="http://schemas.microsoft.com/office/drawing/2014/main" id="{B7489D2E-5CF1-FF54-1851-202685ED75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38203" y="3877211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42900" indent="-3429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FFFFFF"/>
                </a:buClr>
                <a:buSzPct val="100000"/>
                <a:buFont typeface="Arial" panose="020B0604020202020204" pitchFamily="34" charset="0"/>
                <a:buAutoNum type="alphaLcPeriod"/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1" name="Ovaal 27">
              <a:extLst>
                <a:ext uri="{FF2B5EF4-FFF2-40B4-BE49-F238E27FC236}">
                  <a16:creationId xmlns:a16="http://schemas.microsoft.com/office/drawing/2014/main" id="{FF9FDDD3-9D59-B9FA-AD35-E86F72C8C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3876470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2" name="Rechthoek 28">
              <a:extLst>
                <a:ext uri="{FF2B5EF4-FFF2-40B4-BE49-F238E27FC236}">
                  <a16:creationId xmlns:a16="http://schemas.microsoft.com/office/drawing/2014/main" id="{B5A81408-2D46-8F36-2E71-F023A73D9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4168594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 i="1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3" name="Ovaal 29">
              <a:extLst>
                <a:ext uri="{FF2B5EF4-FFF2-40B4-BE49-F238E27FC236}">
                  <a16:creationId xmlns:a16="http://schemas.microsoft.com/office/drawing/2014/main" id="{68A3C545-AC1D-BF95-D1CF-7F32AE45A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4168594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4" name="Rechthoek 30">
              <a:extLst>
                <a:ext uri="{FF2B5EF4-FFF2-40B4-BE49-F238E27FC236}">
                  <a16:creationId xmlns:a16="http://schemas.microsoft.com/office/drawing/2014/main" id="{30E8EB43-A41E-7036-0EA4-39FB789FF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3294427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25" name="Rechthoek 31">
              <a:extLst>
                <a:ext uri="{FF2B5EF4-FFF2-40B4-BE49-F238E27FC236}">
                  <a16:creationId xmlns:a16="http://schemas.microsoft.com/office/drawing/2014/main" id="{4AC20523-58B9-D834-FAA4-0CA6F76C61D3}"/>
                </a:ext>
              </a:extLst>
            </p:cNvPr>
            <p:cNvSpPr/>
            <p:nvPr/>
          </p:nvSpPr>
          <p:spPr>
            <a:xfrm>
              <a:off x="12377592" y="4530677"/>
              <a:ext cx="3593353" cy="828666"/>
            </a:xfrm>
            <a:prstGeom prst="rect">
              <a:avLst/>
            </a:prstGeom>
            <a:solidFill>
              <a:srgbClr val="ECECEC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 anchor="ctr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Want to know more?</a:t>
              </a:r>
              <a:b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</a:b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Go to the tab</a:t>
              </a: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 'SLIDEBUILDER’ </a:t>
              </a: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and click</a:t>
              </a:r>
              <a:b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</a:b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on the button </a:t>
              </a: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‘Inspiration'</a:t>
              </a:r>
            </a:p>
          </p:txBody>
        </p:sp>
        <p:grpSp>
          <p:nvGrpSpPr>
            <p:cNvPr id="26" name="ICOON_info">
              <a:extLst>
                <a:ext uri="{FF2B5EF4-FFF2-40B4-BE49-F238E27FC236}">
                  <a16:creationId xmlns:a16="http://schemas.microsoft.com/office/drawing/2014/main" id="{616533C5-85F9-8E64-6FB0-E85369385A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87298" y="4400184"/>
              <a:ext cx="283683" cy="283683"/>
              <a:chOff x="15787298" y="4400184"/>
              <a:chExt cx="283683" cy="283683"/>
            </a:xfrm>
          </p:grpSpPr>
          <p:sp>
            <p:nvSpPr>
              <p:cNvPr id="74" name="Ovaal 80">
                <a:extLst>
                  <a:ext uri="{FF2B5EF4-FFF2-40B4-BE49-F238E27FC236}">
                    <a16:creationId xmlns:a16="http://schemas.microsoft.com/office/drawing/2014/main" id="{8EC920E4-1C77-0365-23B3-B0A0D3D898F3}"/>
                  </a:ext>
                </a:extLst>
              </p:cNvPr>
              <p:cNvSpPr/>
              <p:nvPr/>
            </p:nvSpPr>
            <p:spPr>
              <a:xfrm>
                <a:off x="15807395" y="4419553"/>
                <a:ext cx="244532" cy="244472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211F26"/>
              </a:solidFill>
              <a:ln>
                <a:noFill/>
                <a:prstDash val="solid"/>
              </a:ln>
            </p:spPr>
            <p:txBody>
              <a:bodyPr lIns="179999" tIns="179999" rIns="179999" bIns="179999" anchor="ctr" anchorCtr="1"/>
              <a:lstStyle/>
              <a:p>
                <a:pPr algn="ctr"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600" cap="all">
                  <a:solidFill>
                    <a:srgbClr val="FFFFFF"/>
                  </a:solidFill>
                  <a:latin typeface="Calibri" pitchFamily="34"/>
                  <a:cs typeface="Calibri" pitchFamily="34"/>
                </a:endParaRPr>
              </a:p>
            </p:txBody>
          </p:sp>
          <p:sp>
            <p:nvSpPr>
              <p:cNvPr id="75" name="Graphic 163" descr="Informatie">
                <a:extLst>
                  <a:ext uri="{FF2B5EF4-FFF2-40B4-BE49-F238E27FC236}">
                    <a16:creationId xmlns:a16="http://schemas.microsoft.com/office/drawing/2014/main" id="{32D27B89-7374-69F9-0DAB-7B9BBCE04D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87298" y="4400184"/>
                <a:ext cx="283683" cy="283683"/>
              </a:xfrm>
              <a:custGeom>
                <a:avLst/>
                <a:gdLst>
                  <a:gd name="T0" fmla="*/ 141842 w 291719"/>
                  <a:gd name="T1" fmla="*/ 0 h 291719"/>
                  <a:gd name="T2" fmla="*/ 283683 w 291719"/>
                  <a:gd name="T3" fmla="*/ 141842 h 291719"/>
                  <a:gd name="T4" fmla="*/ 141842 w 291719"/>
                  <a:gd name="T5" fmla="*/ 283683 h 291719"/>
                  <a:gd name="T6" fmla="*/ 0 w 291719"/>
                  <a:gd name="T7" fmla="*/ 141842 h 291719"/>
                  <a:gd name="T8" fmla="*/ 141842 w 291719"/>
                  <a:gd name="T9" fmla="*/ 0 h 291719"/>
                  <a:gd name="T10" fmla="*/ 0 w 291719"/>
                  <a:gd name="T11" fmla="*/ 141842 h 291719"/>
                  <a:gd name="T12" fmla="*/ 141842 w 291719"/>
                  <a:gd name="T13" fmla="*/ 283684 h 291719"/>
                  <a:gd name="T14" fmla="*/ 283684 w 291719"/>
                  <a:gd name="T15" fmla="*/ 141842 h 291719"/>
                  <a:gd name="T16" fmla="*/ 141842 w 291719"/>
                  <a:gd name="T17" fmla="*/ 0 h 291719"/>
                  <a:gd name="T18" fmla="*/ 134376 w 291719"/>
                  <a:gd name="T19" fmla="*/ 37327 h 291719"/>
                  <a:gd name="T20" fmla="*/ 153040 w 291719"/>
                  <a:gd name="T21" fmla="*/ 55990 h 291719"/>
                  <a:gd name="T22" fmla="*/ 134376 w 291719"/>
                  <a:gd name="T23" fmla="*/ 74653 h 291719"/>
                  <a:gd name="T24" fmla="*/ 115713 w 291719"/>
                  <a:gd name="T25" fmla="*/ 55990 h 291719"/>
                  <a:gd name="T26" fmla="*/ 134376 w 291719"/>
                  <a:gd name="T27" fmla="*/ 37327 h 291719"/>
                  <a:gd name="T28" fmla="*/ 179169 w 291719"/>
                  <a:gd name="T29" fmla="*/ 246357 h 291719"/>
                  <a:gd name="T30" fmla="*/ 104515 w 291719"/>
                  <a:gd name="T31" fmla="*/ 246357 h 291719"/>
                  <a:gd name="T32" fmla="*/ 104515 w 291719"/>
                  <a:gd name="T33" fmla="*/ 223961 h 291719"/>
                  <a:gd name="T34" fmla="*/ 130644 w 291719"/>
                  <a:gd name="T35" fmla="*/ 223961 h 291719"/>
                  <a:gd name="T36" fmla="*/ 130644 w 291719"/>
                  <a:gd name="T37" fmla="*/ 111981 h 291719"/>
                  <a:gd name="T38" fmla="*/ 108248 w 291719"/>
                  <a:gd name="T39" fmla="*/ 111981 h 291719"/>
                  <a:gd name="T40" fmla="*/ 108248 w 291719"/>
                  <a:gd name="T41" fmla="*/ 89584 h 291719"/>
                  <a:gd name="T42" fmla="*/ 153040 w 291719"/>
                  <a:gd name="T43" fmla="*/ 89584 h 291719"/>
                  <a:gd name="T44" fmla="*/ 153040 w 291719"/>
                  <a:gd name="T45" fmla="*/ 111981 h 291719"/>
                  <a:gd name="T46" fmla="*/ 153040 w 291719"/>
                  <a:gd name="T47" fmla="*/ 223961 h 291719"/>
                  <a:gd name="T48" fmla="*/ 179169 w 291719"/>
                  <a:gd name="T49" fmla="*/ 223961 h 291719"/>
                  <a:gd name="T50" fmla="*/ 179169 w 291719"/>
                  <a:gd name="T51" fmla="*/ 246357 h 291719"/>
                  <a:gd name="T52" fmla="*/ 17694720 60000 65536"/>
                  <a:gd name="T53" fmla="*/ 0 60000 65536"/>
                  <a:gd name="T54" fmla="*/ 5898240 60000 65536"/>
                  <a:gd name="T55" fmla="*/ 1179648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291719"/>
                  <a:gd name="T79" fmla="*/ 0 h 291719"/>
                  <a:gd name="T80" fmla="*/ 291719 w 291719"/>
                  <a:gd name="T81" fmla="*/ 291719 h 29171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NL"/>
              </a:p>
            </p:txBody>
          </p:sp>
        </p:grpSp>
        <p:grpSp>
          <p:nvGrpSpPr>
            <p:cNvPr id="27" name="VOORBEELD">
              <a:extLst>
                <a:ext uri="{FF2B5EF4-FFF2-40B4-BE49-F238E27FC236}">
                  <a16:creationId xmlns:a16="http://schemas.microsoft.com/office/drawing/2014/main" id="{BE08DB96-9B9C-62CC-9B3E-1E3A961B66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58863" y="458672"/>
              <a:ext cx="3234315" cy="558871"/>
              <a:chOff x="12558863" y="458672"/>
              <a:chExt cx="3234315" cy="558871"/>
            </a:xfrm>
          </p:grpSpPr>
          <p:sp>
            <p:nvSpPr>
              <p:cNvPr id="34" name="Rechthoek 40">
                <a:extLst>
                  <a:ext uri="{FF2B5EF4-FFF2-40B4-BE49-F238E27FC236}">
                    <a16:creationId xmlns:a16="http://schemas.microsoft.com/office/drawing/2014/main" id="{151FD89F-30BE-73FD-7022-CCF0429167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59850" y="458672"/>
                <a:ext cx="393457" cy="184059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8004" rIns="0" bIns="0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/>
                <a:r>
                  <a:rPr lang="en-GB" altLang="en-NL" sz="9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35" name="Rechthoek 41">
                <a:extLst>
                  <a:ext uri="{FF2B5EF4-FFF2-40B4-BE49-F238E27FC236}">
                    <a16:creationId xmlns:a16="http://schemas.microsoft.com/office/drawing/2014/main" id="{0EA84E17-66D6-8A3C-E446-FAF5757574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4843" y="621343"/>
                <a:ext cx="383782" cy="27166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/>
                <a:endPara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6" name="Groep 42">
                <a:extLst>
                  <a:ext uri="{FF2B5EF4-FFF2-40B4-BE49-F238E27FC236}">
                    <a16:creationId xmlns:a16="http://schemas.microsoft.com/office/drawing/2014/main" id="{FCA381E7-E0A1-533A-8BC8-4CF9FAFAA6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77789" y="830869"/>
                <a:ext cx="139418" cy="109563"/>
                <a:chOff x="12777789" y="830869"/>
                <a:chExt cx="139418" cy="109563"/>
              </a:xfrm>
            </p:grpSpPr>
            <p:grpSp>
              <p:nvGrpSpPr>
                <p:cNvPr id="67" name="Groep 73">
                  <a:extLst>
                    <a:ext uri="{FF2B5EF4-FFF2-40B4-BE49-F238E27FC236}">
                      <a16:creationId xmlns:a16="http://schemas.microsoft.com/office/drawing/2014/main" id="{EEEB2D17-9933-BA31-42E5-06AEE924757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777789" y="830869"/>
                  <a:ext cx="139418" cy="109563"/>
                  <a:chOff x="12777789" y="830869"/>
                  <a:chExt cx="139418" cy="109563"/>
                </a:xfrm>
              </p:grpSpPr>
              <p:cxnSp>
                <p:nvCxnSpPr>
                  <p:cNvPr id="69" name="Rechte verbindingslijn 75">
                    <a:extLst>
                      <a:ext uri="{FF2B5EF4-FFF2-40B4-BE49-F238E27FC236}">
                        <a16:creationId xmlns:a16="http://schemas.microsoft.com/office/drawing/2014/main" id="{7FC2B6BF-9DAB-1E21-C87B-D56D4BDF7CCE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777789" y="830869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0" name="Rechte verbindingslijn 76">
                    <a:extLst>
                      <a:ext uri="{FF2B5EF4-FFF2-40B4-BE49-F238E27FC236}">
                        <a16:creationId xmlns:a16="http://schemas.microsoft.com/office/drawing/2014/main" id="{A364F81C-4D2A-07B1-F29E-24C0C175FCB8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777789" y="940432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1" name="Rechte verbindingslijn 77">
                    <a:extLst>
                      <a:ext uri="{FF2B5EF4-FFF2-40B4-BE49-F238E27FC236}">
                        <a16:creationId xmlns:a16="http://schemas.microsoft.com/office/drawing/2014/main" id="{F02D01EB-0738-9BC9-E7BC-C16B60A2599E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854443" y="913046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2" name="Rechte verbindingslijn 78">
                    <a:extLst>
                      <a:ext uri="{FF2B5EF4-FFF2-40B4-BE49-F238E27FC236}">
                        <a16:creationId xmlns:a16="http://schemas.microsoft.com/office/drawing/2014/main" id="{93736F5B-413A-3459-49F6-C176E1BB0F86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854443" y="885651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3" name="Rechte verbindingslijn 79">
                    <a:extLst>
                      <a:ext uri="{FF2B5EF4-FFF2-40B4-BE49-F238E27FC236}">
                        <a16:creationId xmlns:a16="http://schemas.microsoft.com/office/drawing/2014/main" id="{53252751-E0AF-7F68-FB57-6A5708BCB3DD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854443" y="858264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68" name="Pijl: rechts 74">
                  <a:extLst>
                    <a:ext uri="{FF2B5EF4-FFF2-40B4-BE49-F238E27FC236}">
                      <a16:creationId xmlns:a16="http://schemas.microsoft.com/office/drawing/2014/main" id="{2E994899-EA46-8615-31A2-73DCF1425E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777789" y="857039"/>
                  <a:ext cx="58411" cy="56116"/>
                </a:xfrm>
                <a:custGeom>
                  <a:avLst/>
                  <a:gdLst>
                    <a:gd name="T0" fmla="*/ 29206 w 21600"/>
                    <a:gd name="T1" fmla="*/ 0 h 21600"/>
                    <a:gd name="T2" fmla="*/ 58411 w 21600"/>
                    <a:gd name="T3" fmla="*/ 28058 h 21600"/>
                    <a:gd name="T4" fmla="*/ 29206 w 21600"/>
                    <a:gd name="T5" fmla="*/ 56116 h 21600"/>
                    <a:gd name="T6" fmla="*/ 0 w 21600"/>
                    <a:gd name="T7" fmla="*/ 28058 h 21600"/>
                    <a:gd name="T8" fmla="*/ 22705 w 21600"/>
                    <a:gd name="T9" fmla="*/ 0 h 21600"/>
                    <a:gd name="T10" fmla="*/ 22705 w 21600"/>
                    <a:gd name="T11" fmla="*/ 56116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  <p:grpSp>
            <p:nvGrpSpPr>
              <p:cNvPr id="37" name="Groep 43">
                <a:extLst>
                  <a:ext uri="{FF2B5EF4-FFF2-40B4-BE49-F238E27FC236}">
                    <a16:creationId xmlns:a16="http://schemas.microsoft.com/office/drawing/2014/main" id="{4EA524D1-1D42-DB1F-E28D-0FB56D9ACF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558863" y="830869"/>
                <a:ext cx="139418" cy="109563"/>
                <a:chOff x="12558863" y="830869"/>
                <a:chExt cx="139418" cy="109563"/>
              </a:xfrm>
            </p:grpSpPr>
            <p:grpSp>
              <p:nvGrpSpPr>
                <p:cNvPr id="60" name="Groep 66">
                  <a:extLst>
                    <a:ext uri="{FF2B5EF4-FFF2-40B4-BE49-F238E27FC236}">
                      <a16:creationId xmlns:a16="http://schemas.microsoft.com/office/drawing/2014/main" id="{91524D78-4D77-8CBD-1A1C-F3622DD86F5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58863" y="830869"/>
                  <a:ext cx="139418" cy="109563"/>
                  <a:chOff x="12558863" y="830869"/>
                  <a:chExt cx="139418" cy="109563"/>
                </a:xfrm>
              </p:grpSpPr>
              <p:cxnSp>
                <p:nvCxnSpPr>
                  <p:cNvPr id="62" name="Rechte verbindingslijn 68">
                    <a:extLst>
                      <a:ext uri="{FF2B5EF4-FFF2-40B4-BE49-F238E27FC236}">
                        <a16:creationId xmlns:a16="http://schemas.microsoft.com/office/drawing/2014/main" id="{58CBB811-70F2-6FB8-EE2F-33F0591C0F29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558863" y="830869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3" name="Rechte verbindingslijn 69">
                    <a:extLst>
                      <a:ext uri="{FF2B5EF4-FFF2-40B4-BE49-F238E27FC236}">
                        <a16:creationId xmlns:a16="http://schemas.microsoft.com/office/drawing/2014/main" id="{6169FFBF-42AF-6296-0328-757D3BDF07A2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558863" y="940432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4" name="Rechte verbindingslijn 70">
                    <a:extLst>
                      <a:ext uri="{FF2B5EF4-FFF2-40B4-BE49-F238E27FC236}">
                        <a16:creationId xmlns:a16="http://schemas.microsoft.com/office/drawing/2014/main" id="{E119E535-A75D-6DB9-388E-43FC3257F72F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635517" y="913046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5" name="Rechte verbindingslijn 71">
                    <a:extLst>
                      <a:ext uri="{FF2B5EF4-FFF2-40B4-BE49-F238E27FC236}">
                        <a16:creationId xmlns:a16="http://schemas.microsoft.com/office/drawing/2014/main" id="{E99F196C-FA6B-AAA6-7822-1710C555E605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635517" y="885651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6" name="Rechte verbindingslijn 72">
                    <a:extLst>
                      <a:ext uri="{FF2B5EF4-FFF2-40B4-BE49-F238E27FC236}">
                        <a16:creationId xmlns:a16="http://schemas.microsoft.com/office/drawing/2014/main" id="{67CD9875-7771-C8EB-04A9-A1727EEDCB80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635517" y="858264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61" name="Pijl: rechts 67">
                  <a:extLst>
                    <a:ext uri="{FF2B5EF4-FFF2-40B4-BE49-F238E27FC236}">
                      <a16:creationId xmlns:a16="http://schemas.microsoft.com/office/drawing/2014/main" id="{E09DEE25-E894-A4A1-D1CD-BB7CC89220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2558863" y="857039"/>
                  <a:ext cx="58411" cy="56116"/>
                </a:xfrm>
                <a:custGeom>
                  <a:avLst/>
                  <a:gdLst>
                    <a:gd name="T0" fmla="*/ 29206 w 21600"/>
                    <a:gd name="T1" fmla="*/ 0 h 21600"/>
                    <a:gd name="T2" fmla="*/ 58411 w 21600"/>
                    <a:gd name="T3" fmla="*/ 28058 h 21600"/>
                    <a:gd name="T4" fmla="*/ 29206 w 21600"/>
                    <a:gd name="T5" fmla="*/ 56116 h 21600"/>
                    <a:gd name="T6" fmla="*/ 0 w 21600"/>
                    <a:gd name="T7" fmla="*/ 28058 h 21600"/>
                    <a:gd name="T8" fmla="*/ 22705 w 21600"/>
                    <a:gd name="T9" fmla="*/ 0 h 21600"/>
                    <a:gd name="T10" fmla="*/ 22705 w 21600"/>
                    <a:gd name="T11" fmla="*/ 56116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  <p:cxnSp>
            <p:nvCxnSpPr>
              <p:cNvPr id="38" name="Rechte verbindingslijn 44">
                <a:extLst>
                  <a:ext uri="{FF2B5EF4-FFF2-40B4-BE49-F238E27FC236}">
                    <a16:creationId xmlns:a16="http://schemas.microsoft.com/office/drawing/2014/main" id="{CFBEFECA-D37A-0C19-549B-29C9B172DAE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12704079" y="588169"/>
                <a:ext cx="547680" cy="219072"/>
              </a:xfrm>
              <a:prstGeom prst="straightConnector1">
                <a:avLst/>
              </a:prstGeom>
              <a:noFill/>
              <a:ln w="19046" cap="rnd">
                <a:solidFill>
                  <a:srgbClr val="00A6D6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9" name="Rechte verbindingslijn 45">
                <a:extLst>
                  <a:ext uri="{FF2B5EF4-FFF2-40B4-BE49-F238E27FC236}">
                    <a16:creationId xmlns:a16="http://schemas.microsoft.com/office/drawing/2014/main" id="{F5C40807-189C-850B-58BF-079D8F60D0E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2939820" y="828675"/>
                <a:ext cx="319089" cy="0"/>
              </a:xfrm>
              <a:prstGeom prst="straightConnector1">
                <a:avLst/>
              </a:prstGeom>
              <a:noFill/>
              <a:ln w="19046" cap="rnd">
                <a:solidFill>
                  <a:srgbClr val="00A6D6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0" name="Rechthoek 46">
                <a:extLst>
                  <a:ext uri="{FF2B5EF4-FFF2-40B4-BE49-F238E27FC236}">
                    <a16:creationId xmlns:a16="http://schemas.microsoft.com/office/drawing/2014/main" id="{4B166DE8-D442-2D32-B729-F8B694A2D4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132" y="512182"/>
                <a:ext cx="2189046" cy="1510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1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1" name="Rechthoek 47">
                <a:extLst>
                  <a:ext uri="{FF2B5EF4-FFF2-40B4-BE49-F238E27FC236}">
                    <a16:creationId xmlns:a16="http://schemas.microsoft.com/office/drawing/2014/main" id="{45C5342D-E9B7-7958-6274-7E7AD96895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132" y="819558"/>
                <a:ext cx="2189046" cy="142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1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2" name="Groep 48">
                <a:extLst>
                  <a:ext uri="{FF2B5EF4-FFF2-40B4-BE49-F238E27FC236}">
                    <a16:creationId xmlns:a16="http://schemas.microsoft.com/office/drawing/2014/main" id="{45F1E960-1909-BF0D-F0B6-EDBBED94D7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247269" y="769165"/>
                <a:ext cx="268742" cy="248378"/>
                <a:chOff x="13247269" y="769165"/>
                <a:chExt cx="268742" cy="248378"/>
              </a:xfrm>
            </p:grpSpPr>
            <p:sp>
              <p:nvSpPr>
                <p:cNvPr id="52" name="Rechthoek 58">
                  <a:extLst>
                    <a:ext uri="{FF2B5EF4-FFF2-40B4-BE49-F238E27FC236}">
                      <a16:creationId xmlns:a16="http://schemas.microsoft.com/office/drawing/2014/main" id="{135F5B58-2B93-C3E6-0753-6964AF6F924E}"/>
                    </a:ext>
                  </a:extLst>
                </p:cNvPr>
                <p:cNvSpPr/>
                <p:nvPr/>
              </p:nvSpPr>
              <p:spPr>
                <a:xfrm>
                  <a:off x="13247745" y="769930"/>
                  <a:ext cx="268350" cy="247647"/>
                </a:xfrm>
                <a:prstGeom prst="rect">
                  <a:avLst/>
                </a:prstGeom>
                <a:solidFill>
                  <a:srgbClr val="FFFFFF"/>
                </a:solidFill>
                <a:ln w="3172" cap="flat">
                  <a:solidFill>
                    <a:srgbClr val="DADADA"/>
                  </a:solidFill>
                  <a:prstDash val="solid"/>
                  <a:miter/>
                </a:ln>
              </p:spPr>
              <p:txBody>
                <a:bodyPr lIns="0" tIns="0" rIns="0" bIns="0" anchor="ctr" anchorCtr="1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050">
                    <a:solidFill>
                      <a:srgbClr val="211F26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grpSp>
              <p:nvGrpSpPr>
                <p:cNvPr id="53" name="Groep 59">
                  <a:extLst>
                    <a:ext uri="{FF2B5EF4-FFF2-40B4-BE49-F238E27FC236}">
                      <a16:creationId xmlns:a16="http://schemas.microsoft.com/office/drawing/2014/main" id="{57EDBD73-0BF1-0BB9-0643-3F0C6F8083B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297287" y="827074"/>
                  <a:ext cx="168697" cy="132570"/>
                  <a:chOff x="13297287" y="827074"/>
                  <a:chExt cx="168697" cy="132570"/>
                </a:xfrm>
              </p:grpSpPr>
              <p:cxnSp>
                <p:nvCxnSpPr>
                  <p:cNvPr id="55" name="Rechte verbindingslijn 61">
                    <a:extLst>
                      <a:ext uri="{FF2B5EF4-FFF2-40B4-BE49-F238E27FC236}">
                        <a16:creationId xmlns:a16="http://schemas.microsoft.com/office/drawing/2014/main" id="{0B320331-7009-125D-1F38-8581C175F597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297287" y="827074"/>
                    <a:ext cx="168697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6" name="Rechte verbindingslijn 62">
                    <a:extLst>
                      <a:ext uri="{FF2B5EF4-FFF2-40B4-BE49-F238E27FC236}">
                        <a16:creationId xmlns:a16="http://schemas.microsoft.com/office/drawing/2014/main" id="{C3F5E8A9-892D-1A02-8AD5-492CC2164A70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297287" y="959644"/>
                    <a:ext cx="168697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7" name="Rechte verbindingslijn 63">
                    <a:extLst>
                      <a:ext uri="{FF2B5EF4-FFF2-40B4-BE49-F238E27FC236}">
                        <a16:creationId xmlns:a16="http://schemas.microsoft.com/office/drawing/2014/main" id="{2195EE48-8795-0DAC-DFCB-DF83EDF058F8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926506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8" name="Rechte verbindingslijn 64">
                    <a:extLst>
                      <a:ext uri="{FF2B5EF4-FFF2-40B4-BE49-F238E27FC236}">
                        <a16:creationId xmlns:a16="http://schemas.microsoft.com/office/drawing/2014/main" id="{737736B2-48E0-72F7-BDD8-E3A4DDF63BBB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893359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9" name="Rechte verbindingslijn 65">
                    <a:extLst>
                      <a:ext uri="{FF2B5EF4-FFF2-40B4-BE49-F238E27FC236}">
                        <a16:creationId xmlns:a16="http://schemas.microsoft.com/office/drawing/2014/main" id="{BD45C03F-FF83-E03D-E73D-0426817108AA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860212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54" name="Pijl: rechts 60">
                  <a:extLst>
                    <a:ext uri="{FF2B5EF4-FFF2-40B4-BE49-F238E27FC236}">
                      <a16:creationId xmlns:a16="http://schemas.microsoft.com/office/drawing/2014/main" id="{AC1EC9DF-FE35-7C70-9846-AE8CCFA836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297287" y="858740"/>
                  <a:ext cx="70673" cy="67903"/>
                </a:xfrm>
                <a:custGeom>
                  <a:avLst/>
                  <a:gdLst>
                    <a:gd name="T0" fmla="*/ 35337 w 21600"/>
                    <a:gd name="T1" fmla="*/ 0 h 21600"/>
                    <a:gd name="T2" fmla="*/ 70673 w 21600"/>
                    <a:gd name="T3" fmla="*/ 33952 h 21600"/>
                    <a:gd name="T4" fmla="*/ 35337 w 21600"/>
                    <a:gd name="T5" fmla="*/ 67903 h 21600"/>
                    <a:gd name="T6" fmla="*/ 0 w 21600"/>
                    <a:gd name="T7" fmla="*/ 33952 h 21600"/>
                    <a:gd name="T8" fmla="*/ 27471 w 21600"/>
                    <a:gd name="T9" fmla="*/ 0 h 21600"/>
                    <a:gd name="T10" fmla="*/ 27471 w 21600"/>
                    <a:gd name="T11" fmla="*/ 67903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  <p:grpSp>
            <p:nvGrpSpPr>
              <p:cNvPr id="43" name="Groep 49">
                <a:extLst>
                  <a:ext uri="{FF2B5EF4-FFF2-40B4-BE49-F238E27FC236}">
                    <a16:creationId xmlns:a16="http://schemas.microsoft.com/office/drawing/2014/main" id="{08C8B3D3-5730-33AE-7727-A68F38EAD7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247269" y="460171"/>
                <a:ext cx="268742" cy="248378"/>
                <a:chOff x="13247269" y="460171"/>
                <a:chExt cx="268742" cy="248378"/>
              </a:xfrm>
            </p:grpSpPr>
            <p:sp>
              <p:nvSpPr>
                <p:cNvPr id="44" name="Rechthoek 50">
                  <a:extLst>
                    <a:ext uri="{FF2B5EF4-FFF2-40B4-BE49-F238E27FC236}">
                      <a16:creationId xmlns:a16="http://schemas.microsoft.com/office/drawing/2014/main" id="{01B85339-3620-7D93-437D-57E30E860CFA}"/>
                    </a:ext>
                  </a:extLst>
                </p:cNvPr>
                <p:cNvSpPr/>
                <p:nvPr/>
              </p:nvSpPr>
              <p:spPr>
                <a:xfrm>
                  <a:off x="13247745" y="460370"/>
                  <a:ext cx="268350" cy="247647"/>
                </a:xfrm>
                <a:prstGeom prst="rect">
                  <a:avLst/>
                </a:prstGeom>
                <a:solidFill>
                  <a:srgbClr val="FFFFFF"/>
                </a:solidFill>
                <a:ln w="3172" cap="flat">
                  <a:solidFill>
                    <a:srgbClr val="DADADA"/>
                  </a:solidFill>
                  <a:prstDash val="solid"/>
                  <a:miter/>
                </a:ln>
              </p:spPr>
              <p:txBody>
                <a:bodyPr lIns="0" tIns="0" rIns="0" bIns="0" anchor="ctr" anchorCtr="1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050">
                    <a:solidFill>
                      <a:srgbClr val="211F26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grpSp>
              <p:nvGrpSpPr>
                <p:cNvPr id="45" name="Groep 51">
                  <a:extLst>
                    <a:ext uri="{FF2B5EF4-FFF2-40B4-BE49-F238E27FC236}">
                      <a16:creationId xmlns:a16="http://schemas.microsoft.com/office/drawing/2014/main" id="{E0133018-3EF8-0534-48CD-73E9C0DAA40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297287" y="518071"/>
                  <a:ext cx="168697" cy="132579"/>
                  <a:chOff x="13297287" y="518071"/>
                  <a:chExt cx="168697" cy="132579"/>
                </a:xfrm>
              </p:grpSpPr>
              <p:cxnSp>
                <p:nvCxnSpPr>
                  <p:cNvPr id="47" name="Rechte verbindingslijn 53">
                    <a:extLst>
                      <a:ext uri="{FF2B5EF4-FFF2-40B4-BE49-F238E27FC236}">
                        <a16:creationId xmlns:a16="http://schemas.microsoft.com/office/drawing/2014/main" id="{D0DEC007-78A0-05E6-F767-CDFBA336BD5D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297287" y="518071"/>
                    <a:ext cx="168697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48" name="Rechte verbindingslijn 54">
                    <a:extLst>
                      <a:ext uri="{FF2B5EF4-FFF2-40B4-BE49-F238E27FC236}">
                        <a16:creationId xmlns:a16="http://schemas.microsoft.com/office/drawing/2014/main" id="{8F95515E-D02F-5F78-97B8-0FDD9B787ACC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297287" y="650650"/>
                    <a:ext cx="168697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49" name="Rechte verbindingslijn 55">
                    <a:extLst>
                      <a:ext uri="{FF2B5EF4-FFF2-40B4-BE49-F238E27FC236}">
                        <a16:creationId xmlns:a16="http://schemas.microsoft.com/office/drawing/2014/main" id="{7D66F8D8-A37E-D942-64BB-57DDBA91133A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617503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0" name="Rechte verbindingslijn 56">
                    <a:extLst>
                      <a:ext uri="{FF2B5EF4-FFF2-40B4-BE49-F238E27FC236}">
                        <a16:creationId xmlns:a16="http://schemas.microsoft.com/office/drawing/2014/main" id="{B9359509-58F5-F6B4-5B9A-ECA188E81CE4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584365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1" name="Rechte verbindingslijn 57">
                    <a:extLst>
                      <a:ext uri="{FF2B5EF4-FFF2-40B4-BE49-F238E27FC236}">
                        <a16:creationId xmlns:a16="http://schemas.microsoft.com/office/drawing/2014/main" id="{0F9ABFE7-217D-FE67-D4F7-B23599AE7295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551218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46" name="Pijl: rechts 52">
                  <a:extLst>
                    <a:ext uri="{FF2B5EF4-FFF2-40B4-BE49-F238E27FC236}">
                      <a16:creationId xmlns:a16="http://schemas.microsoft.com/office/drawing/2014/main" id="{401A0213-EEEA-AA95-3868-C14EF71DDF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3297287" y="549737"/>
                  <a:ext cx="70673" cy="67903"/>
                </a:xfrm>
                <a:custGeom>
                  <a:avLst/>
                  <a:gdLst>
                    <a:gd name="T0" fmla="*/ 35337 w 21600"/>
                    <a:gd name="T1" fmla="*/ 0 h 21600"/>
                    <a:gd name="T2" fmla="*/ 70673 w 21600"/>
                    <a:gd name="T3" fmla="*/ 33952 h 21600"/>
                    <a:gd name="T4" fmla="*/ 35337 w 21600"/>
                    <a:gd name="T5" fmla="*/ 67903 h 21600"/>
                    <a:gd name="T6" fmla="*/ 0 w 21600"/>
                    <a:gd name="T7" fmla="*/ 33952 h 21600"/>
                    <a:gd name="T8" fmla="*/ 27471 w 21600"/>
                    <a:gd name="T9" fmla="*/ 0 h 21600"/>
                    <a:gd name="T10" fmla="*/ 27471 w 21600"/>
                    <a:gd name="T11" fmla="*/ 67903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</p:grpSp>
        <p:grpSp>
          <p:nvGrpSpPr>
            <p:cNvPr id="28" name="Groep 34">
              <a:extLst>
                <a:ext uri="{FF2B5EF4-FFF2-40B4-BE49-F238E27FC236}">
                  <a16:creationId xmlns:a16="http://schemas.microsoft.com/office/drawing/2014/main" id="{C727873D-F981-FED4-1C9C-3E10264DC9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25601" y="4663037"/>
              <a:ext cx="627799" cy="576684"/>
              <a:chOff x="15225601" y="4663037"/>
              <a:chExt cx="627799" cy="576684"/>
            </a:xfrm>
          </p:grpSpPr>
          <p:grpSp>
            <p:nvGrpSpPr>
              <p:cNvPr id="29" name="Inspireren">
                <a:extLst>
                  <a:ext uri="{FF2B5EF4-FFF2-40B4-BE49-F238E27FC236}">
                    <a16:creationId xmlns:a16="http://schemas.microsoft.com/office/drawing/2014/main" id="{9074B9A1-84A5-14F2-3C85-679F1950AD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447919" y="4663037"/>
                <a:ext cx="169776" cy="242380"/>
                <a:chOff x="15447919" y="4663037"/>
                <a:chExt cx="169776" cy="242380"/>
              </a:xfrm>
            </p:grpSpPr>
            <p:sp>
              <p:nvSpPr>
                <p:cNvPr id="31" name="Freeform 12">
                  <a:extLst>
                    <a:ext uri="{FF2B5EF4-FFF2-40B4-BE49-F238E27FC236}">
                      <a16:creationId xmlns:a16="http://schemas.microsoft.com/office/drawing/2014/main" id="{0417E12A-0F21-39FF-B90C-522F923758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98119" y="4749869"/>
                  <a:ext cx="68726" cy="62051"/>
                </a:xfrm>
                <a:custGeom>
                  <a:avLst/>
                  <a:gdLst>
                    <a:gd name="T0" fmla="*/ 34363 w 319"/>
                    <a:gd name="T1" fmla="*/ 0 h 288"/>
                    <a:gd name="T2" fmla="*/ 68726 w 319"/>
                    <a:gd name="T3" fmla="*/ 31026 h 288"/>
                    <a:gd name="T4" fmla="*/ 34363 w 319"/>
                    <a:gd name="T5" fmla="*/ 62051 h 288"/>
                    <a:gd name="T6" fmla="*/ 0 w 319"/>
                    <a:gd name="T7" fmla="*/ 31026 h 288"/>
                    <a:gd name="T8" fmla="*/ 47397 w 319"/>
                    <a:gd name="T9" fmla="*/ 62051 h 288"/>
                    <a:gd name="T10" fmla="*/ 23052 w 319"/>
                    <a:gd name="T11" fmla="*/ 62051 h 288"/>
                    <a:gd name="T12" fmla="*/ 0 w 319"/>
                    <a:gd name="T13" fmla="*/ 0 h 288"/>
                    <a:gd name="T14" fmla="*/ 68726 w 319"/>
                    <a:gd name="T15" fmla="*/ 0 h 288"/>
                    <a:gd name="T16" fmla="*/ 47397 w 319"/>
                    <a:gd name="T17" fmla="*/ 62051 h 288"/>
                    <a:gd name="T18" fmla="*/ 17694720 60000 65536"/>
                    <a:gd name="T19" fmla="*/ 0 60000 65536"/>
                    <a:gd name="T20" fmla="*/ 5898240 60000 65536"/>
                    <a:gd name="T21" fmla="*/ 1179648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19"/>
                    <a:gd name="T28" fmla="*/ 0 h 288"/>
                    <a:gd name="T29" fmla="*/ 319 w 319"/>
                    <a:gd name="T30" fmla="*/ 288 h 288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  <p:sp>
              <p:nvSpPr>
                <p:cNvPr id="32" name="Freeform 13">
                  <a:extLst>
                    <a:ext uri="{FF2B5EF4-FFF2-40B4-BE49-F238E27FC236}">
                      <a16:creationId xmlns:a16="http://schemas.microsoft.com/office/drawing/2014/main" id="{F94C9250-3842-5DDD-90FF-AD6D9FEDA7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502637" y="4881286"/>
                  <a:ext cx="60761" cy="24131"/>
                </a:xfrm>
                <a:custGeom>
                  <a:avLst/>
                  <a:gdLst>
                    <a:gd name="T0" fmla="*/ 30381 w 251"/>
                    <a:gd name="T1" fmla="*/ 0 h 100"/>
                    <a:gd name="T2" fmla="*/ 60761 w 251"/>
                    <a:gd name="T3" fmla="*/ 12066 h 100"/>
                    <a:gd name="T4" fmla="*/ 30381 w 251"/>
                    <a:gd name="T5" fmla="*/ 24131 h 100"/>
                    <a:gd name="T6" fmla="*/ 0 w 251"/>
                    <a:gd name="T7" fmla="*/ 12066 h 100"/>
                    <a:gd name="T8" fmla="*/ 55435 w 251"/>
                    <a:gd name="T9" fmla="*/ 16892 h 100"/>
                    <a:gd name="T10" fmla="*/ 55435 w 251"/>
                    <a:gd name="T11" fmla="*/ 16650 h 100"/>
                    <a:gd name="T12" fmla="*/ 60761 w 251"/>
                    <a:gd name="T13" fmla="*/ 0 h 100"/>
                    <a:gd name="T14" fmla="*/ 0 w 251"/>
                    <a:gd name="T15" fmla="*/ 0 h 100"/>
                    <a:gd name="T16" fmla="*/ 5326 w 251"/>
                    <a:gd name="T17" fmla="*/ 16650 h 100"/>
                    <a:gd name="T18" fmla="*/ 15251 w 251"/>
                    <a:gd name="T19" fmla="*/ 24131 h 100"/>
                    <a:gd name="T20" fmla="*/ 45510 w 251"/>
                    <a:gd name="T21" fmla="*/ 24131 h 100"/>
                    <a:gd name="T22" fmla="*/ 55435 w 251"/>
                    <a:gd name="T23" fmla="*/ 17133 h 100"/>
                    <a:gd name="T24" fmla="*/ 55435 w 251"/>
                    <a:gd name="T25" fmla="*/ 17133 h 100"/>
                    <a:gd name="T26" fmla="*/ 55435 w 251"/>
                    <a:gd name="T27" fmla="*/ 16892 h 100"/>
                    <a:gd name="T28" fmla="*/ 17694720 60000 65536"/>
                    <a:gd name="T29" fmla="*/ 0 60000 65536"/>
                    <a:gd name="T30" fmla="*/ 5898240 60000 65536"/>
                    <a:gd name="T31" fmla="*/ 1179648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251"/>
                    <a:gd name="T43" fmla="*/ 0 h 100"/>
                    <a:gd name="T44" fmla="*/ 251 w 251"/>
                    <a:gd name="T45" fmla="*/ 100 h 100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D9FA1"/>
                    </a:gs>
                    <a:gs pos="100000">
                      <a:srgbClr val="211F26"/>
                    </a:gs>
                  </a:gsLst>
                  <a:lin ang="270000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  <p:sp>
              <p:nvSpPr>
                <p:cNvPr id="33" name="Freeform 14">
                  <a:extLst>
                    <a:ext uri="{FF2B5EF4-FFF2-40B4-BE49-F238E27FC236}">
                      <a16:creationId xmlns:a16="http://schemas.microsoft.com/office/drawing/2014/main" id="{68B2358A-EF1A-C05C-9B02-CDB84416ED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47919" y="4663037"/>
                  <a:ext cx="169776" cy="208126"/>
                </a:xfrm>
                <a:custGeom>
                  <a:avLst/>
                  <a:gdLst>
                    <a:gd name="T0" fmla="*/ 84888 w 702"/>
                    <a:gd name="T1" fmla="*/ 0 h 860"/>
                    <a:gd name="T2" fmla="*/ 169776 w 702"/>
                    <a:gd name="T3" fmla="*/ 104063 h 860"/>
                    <a:gd name="T4" fmla="*/ 84888 w 702"/>
                    <a:gd name="T5" fmla="*/ 208126 h 860"/>
                    <a:gd name="T6" fmla="*/ 0 w 702"/>
                    <a:gd name="T7" fmla="*/ 104063 h 860"/>
                    <a:gd name="T8" fmla="*/ 84888 w 702"/>
                    <a:gd name="T9" fmla="*/ 0 h 860"/>
                    <a:gd name="T10" fmla="*/ 0 w 702"/>
                    <a:gd name="T11" fmla="*/ 84944 h 860"/>
                    <a:gd name="T12" fmla="*/ 32407 w 702"/>
                    <a:gd name="T13" fmla="*/ 151738 h 860"/>
                    <a:gd name="T14" fmla="*/ 39905 w 702"/>
                    <a:gd name="T15" fmla="*/ 173761 h 860"/>
                    <a:gd name="T16" fmla="*/ 64331 w 702"/>
                    <a:gd name="T17" fmla="*/ 173761 h 860"/>
                    <a:gd name="T18" fmla="*/ 64331 w 702"/>
                    <a:gd name="T19" fmla="*/ 173761 h 860"/>
                    <a:gd name="T20" fmla="*/ 104961 w 702"/>
                    <a:gd name="T21" fmla="*/ 173761 h 860"/>
                    <a:gd name="T22" fmla="*/ 101334 w 702"/>
                    <a:gd name="T23" fmla="*/ 183925 h 860"/>
                    <a:gd name="T24" fmla="*/ 68684 w 702"/>
                    <a:gd name="T25" fmla="*/ 183925 h 860"/>
                    <a:gd name="T26" fmla="*/ 68684 w 702"/>
                    <a:gd name="T27" fmla="*/ 183925 h 860"/>
                    <a:gd name="T28" fmla="*/ 43290 w 702"/>
                    <a:gd name="T29" fmla="*/ 183925 h 860"/>
                    <a:gd name="T30" fmla="*/ 51271 w 702"/>
                    <a:gd name="T31" fmla="*/ 208126 h 860"/>
                    <a:gd name="T32" fmla="*/ 51271 w 702"/>
                    <a:gd name="T33" fmla="*/ 208126 h 860"/>
                    <a:gd name="T34" fmla="*/ 52239 w 702"/>
                    <a:gd name="T35" fmla="*/ 208126 h 860"/>
                    <a:gd name="T36" fmla="*/ 118021 w 702"/>
                    <a:gd name="T37" fmla="*/ 208126 h 860"/>
                    <a:gd name="T38" fmla="*/ 118746 w 702"/>
                    <a:gd name="T39" fmla="*/ 208126 h 860"/>
                    <a:gd name="T40" fmla="*/ 137852 w 702"/>
                    <a:gd name="T41" fmla="*/ 151254 h 860"/>
                    <a:gd name="T42" fmla="*/ 169776 w 702"/>
                    <a:gd name="T43" fmla="*/ 84944 h 860"/>
                    <a:gd name="T44" fmla="*/ 84888 w 702"/>
                    <a:gd name="T45" fmla="*/ 0 h 860"/>
                    <a:gd name="T46" fmla="*/ 141964 w 702"/>
                    <a:gd name="T47" fmla="*/ 105999 h 860"/>
                    <a:gd name="T48" fmla="*/ 117295 w 702"/>
                    <a:gd name="T49" fmla="*/ 136250 h 860"/>
                    <a:gd name="T50" fmla="*/ 109798 w 702"/>
                    <a:gd name="T51" fmla="*/ 159241 h 860"/>
                    <a:gd name="T52" fmla="*/ 60462 w 702"/>
                    <a:gd name="T53" fmla="*/ 159241 h 860"/>
                    <a:gd name="T54" fmla="*/ 52964 w 702"/>
                    <a:gd name="T55" fmla="*/ 136734 h 860"/>
                    <a:gd name="T56" fmla="*/ 27812 w 702"/>
                    <a:gd name="T57" fmla="*/ 106241 h 860"/>
                    <a:gd name="T58" fmla="*/ 23943 w 702"/>
                    <a:gd name="T59" fmla="*/ 84944 h 860"/>
                    <a:gd name="T60" fmla="*/ 84888 w 702"/>
                    <a:gd name="T61" fmla="*/ 23959 h 860"/>
                    <a:gd name="T62" fmla="*/ 145833 w 702"/>
                    <a:gd name="T63" fmla="*/ 84944 h 860"/>
                    <a:gd name="T64" fmla="*/ 141964 w 702"/>
                    <a:gd name="T65" fmla="*/ 105999 h 860"/>
                    <a:gd name="T66" fmla="*/ 17694720 60000 65536"/>
                    <a:gd name="T67" fmla="*/ 0 60000 65536"/>
                    <a:gd name="T68" fmla="*/ 5898240 60000 65536"/>
                    <a:gd name="T69" fmla="*/ 1179648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702"/>
                    <a:gd name="T100" fmla="*/ 0 h 860"/>
                    <a:gd name="T101" fmla="*/ 702 w 702"/>
                    <a:gd name="T102" fmla="*/ 860 h 860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D9FA1"/>
                    </a:gs>
                    <a:gs pos="100000">
                      <a:srgbClr val="211F26"/>
                    </a:gs>
                  </a:gsLst>
                  <a:lin ang="270000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</p:grpSp>
          <p:sp>
            <p:nvSpPr>
              <p:cNvPr id="30" name="Tekstvak 36">
                <a:extLst>
                  <a:ext uri="{FF2B5EF4-FFF2-40B4-BE49-F238E27FC236}">
                    <a16:creationId xmlns:a16="http://schemas.microsoft.com/office/drawing/2014/main" id="{CCA53590-14CF-66C9-7F1A-7E59FF7C79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225601" y="4917487"/>
                <a:ext cx="627799" cy="322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0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76" name="INSTRUCTION">
            <a:extLst>
              <a:ext uri="{FF2B5EF4-FFF2-40B4-BE49-F238E27FC236}">
                <a16:creationId xmlns:a16="http://schemas.microsoft.com/office/drawing/2014/main" id="{343E82A4-D6BC-D464-DC21-073F52B085C7}"/>
              </a:ext>
            </a:extLst>
          </p:cNvPr>
          <p:cNvGrpSpPr>
            <a:grpSpLocks/>
          </p:cNvGrpSpPr>
          <p:nvPr/>
        </p:nvGrpSpPr>
        <p:grpSpPr bwMode="auto">
          <a:xfrm>
            <a:off x="-3786188" y="0"/>
            <a:ext cx="3694113" cy="6640513"/>
            <a:chOff x="-3786164" y="0"/>
            <a:chExt cx="3693380" cy="6640345"/>
          </a:xfrm>
        </p:grpSpPr>
        <p:sp>
          <p:nvSpPr>
            <p:cNvPr id="77" name="Rechthoek 83">
              <a:extLst>
                <a:ext uri="{FF2B5EF4-FFF2-40B4-BE49-F238E27FC236}">
                  <a16:creationId xmlns:a16="http://schemas.microsoft.com/office/drawing/2014/main" id="{FFB3A5E5-CE8F-A416-78A5-37D8418072C3}"/>
                </a:ext>
              </a:extLst>
            </p:cNvPr>
            <p:cNvSpPr/>
            <p:nvPr/>
          </p:nvSpPr>
          <p:spPr>
            <a:xfrm>
              <a:off x="-3786164" y="0"/>
              <a:ext cx="3593387" cy="5991073"/>
            </a:xfrm>
            <a:prstGeom prst="rect">
              <a:avLst/>
            </a:prstGeom>
            <a:solidFill>
              <a:srgbClr val="FFFFFF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Insert/edit an image</a:t>
              </a:r>
            </a:p>
          </p:txBody>
        </p:sp>
        <p:sp>
          <p:nvSpPr>
            <p:cNvPr id="78" name="Ovaal 84">
              <a:extLst>
                <a:ext uri="{FF2B5EF4-FFF2-40B4-BE49-F238E27FC236}">
                  <a16:creationId xmlns:a16="http://schemas.microsoft.com/office/drawing/2014/main" id="{AE85CB35-C23E-074B-501A-839509E4CAD5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465319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79" name="Rechthoek 85">
              <a:extLst>
                <a:ext uri="{FF2B5EF4-FFF2-40B4-BE49-F238E27FC236}">
                  <a16:creationId xmlns:a16="http://schemas.microsoft.com/office/drawing/2014/main" id="{4028F232-5338-5002-0272-0E911227C5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465319"/>
              <a:ext cx="2962701" cy="668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‘Slidebuilder’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‘Images’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0" name="Ovaal 86">
              <a:extLst>
                <a:ext uri="{FF2B5EF4-FFF2-40B4-BE49-F238E27FC236}">
                  <a16:creationId xmlns:a16="http://schemas.microsoft.com/office/drawing/2014/main" id="{E7685D25-1454-3729-F9F7-ED641E446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2633938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1" name="Rechthoek 87">
              <a:extLst>
                <a:ext uri="{FF2B5EF4-FFF2-40B4-BE49-F238E27FC236}">
                  <a16:creationId xmlns:a16="http://schemas.microsoft.com/office/drawing/2014/main" id="{5A564E9C-8A6F-F659-1047-536317422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633938"/>
              <a:ext cx="3126342" cy="4627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2" name="Ovaal 88">
              <a:extLst>
                <a:ext uri="{FF2B5EF4-FFF2-40B4-BE49-F238E27FC236}">
                  <a16:creationId xmlns:a16="http://schemas.microsoft.com/office/drawing/2014/main" id="{2B144FA2-FA42-B899-1865-FA67D4AF9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4226365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83" name="Rechthoek 89">
              <a:extLst>
                <a:ext uri="{FF2B5EF4-FFF2-40B4-BE49-F238E27FC236}">
                  <a16:creationId xmlns:a16="http://schemas.microsoft.com/office/drawing/2014/main" id="{D4167CDE-9C22-4217-001A-1DCD90E6D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4226365"/>
              <a:ext cx="2944678" cy="8209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84" name="Rechthoek 90">
              <a:extLst>
                <a:ext uri="{FF2B5EF4-FFF2-40B4-BE49-F238E27FC236}">
                  <a16:creationId xmlns:a16="http://schemas.microsoft.com/office/drawing/2014/main" id="{DD93F51A-81A0-DAEC-5310-76876F46C4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6839" y="3200262"/>
              <a:ext cx="1239213" cy="719916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12701">
              <a:solidFill>
                <a:srgbClr val="D3D3D3"/>
              </a:solidFill>
              <a:miter lim="800000"/>
              <a:headEnd/>
              <a:tailEnd/>
            </a:ln>
          </p:spPr>
          <p:txBody>
            <a:bodyPr lIns="71999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/>
              <a:endParaRPr lang="en-GB" altLang="en-NL" sz="1000" i="1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85" name="Groep 91">
              <a:extLst>
                <a:ext uri="{FF2B5EF4-FFF2-40B4-BE49-F238E27FC236}">
                  <a16:creationId xmlns:a16="http://schemas.microsoft.com/office/drawing/2014/main" id="{9A325065-6FA0-0024-BF8D-0E9C79723F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2485814" y="3479785"/>
              <a:ext cx="1222991" cy="563928"/>
              <a:chOff x="-2485814" y="3479785"/>
              <a:chExt cx="1222991" cy="563928"/>
            </a:xfrm>
          </p:grpSpPr>
          <p:sp>
            <p:nvSpPr>
              <p:cNvPr id="124" name="Rechthoek 130">
                <a:extLst>
                  <a:ext uri="{FF2B5EF4-FFF2-40B4-BE49-F238E27FC236}">
                    <a16:creationId xmlns:a16="http://schemas.microsoft.com/office/drawing/2014/main" id="{60795621-FA8B-B33E-5428-8B2848528E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485814" y="3479785"/>
                <a:ext cx="1176476" cy="504849"/>
              </a:xfrm>
              <a:prstGeom prst="rect">
                <a:avLst/>
              </a:prstGeom>
              <a:solidFill>
                <a:srgbClr val="FFFFFF"/>
              </a:solidFill>
              <a:ln w="12701">
                <a:solidFill>
                  <a:srgbClr val="D1D1D1"/>
                </a:solidFill>
                <a:miter lim="800000"/>
                <a:headEnd/>
                <a:tailEnd/>
              </a:ln>
            </p:spPr>
            <p:txBody>
              <a:bodyPr lIns="107999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altLang="en-NL" sz="80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5" name="Rechthoek 131">
                <a:extLst>
                  <a:ext uri="{FF2B5EF4-FFF2-40B4-BE49-F238E27FC236}">
                    <a16:creationId xmlns:a16="http://schemas.microsoft.com/office/drawing/2014/main" id="{2ABEF8EB-3AF1-7341-89FC-68E44AE194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479587" y="3733412"/>
                <a:ext cx="1164003" cy="24670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/>
                <a:endPara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26" name="Groep 132">
                <a:extLst>
                  <a:ext uri="{FF2B5EF4-FFF2-40B4-BE49-F238E27FC236}">
                    <a16:creationId xmlns:a16="http://schemas.microsoft.com/office/drawing/2014/main" id="{70C870F9-C80C-327A-B8A3-787411EF56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403866" y="3541123"/>
                <a:ext cx="155950" cy="131920"/>
                <a:chOff x="-2403866" y="3541123"/>
                <a:chExt cx="155950" cy="131920"/>
              </a:xfrm>
            </p:grpSpPr>
            <p:sp>
              <p:nvSpPr>
                <p:cNvPr id="139" name="Rechthoek: afgeronde hoeken 145">
                  <a:extLst>
                    <a:ext uri="{FF2B5EF4-FFF2-40B4-BE49-F238E27FC236}">
                      <a16:creationId xmlns:a16="http://schemas.microsoft.com/office/drawing/2014/main" id="{50AD24C3-D529-A167-15F0-7D171D5041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2403866" y="3541123"/>
                  <a:ext cx="155950" cy="131920"/>
                </a:xfrm>
                <a:custGeom>
                  <a:avLst/>
                  <a:gdLst>
                    <a:gd name="T0" fmla="*/ 77975 w 155950"/>
                    <a:gd name="T1" fmla="*/ 0 h 131920"/>
                    <a:gd name="T2" fmla="*/ 155950 w 155950"/>
                    <a:gd name="T3" fmla="*/ 65960 h 131920"/>
                    <a:gd name="T4" fmla="*/ 77975 w 155950"/>
                    <a:gd name="T5" fmla="*/ 131920 h 131920"/>
                    <a:gd name="T6" fmla="*/ 0 w 155950"/>
                    <a:gd name="T7" fmla="*/ 65960 h 131920"/>
                    <a:gd name="T8" fmla="*/ 17694720 60000 65536"/>
                    <a:gd name="T9" fmla="*/ 0 60000 65536"/>
                    <a:gd name="T10" fmla="*/ 5898240 60000 65536"/>
                    <a:gd name="T11" fmla="*/ 11796480 60000 65536"/>
                    <a:gd name="T12" fmla="*/ 1125 w 155950"/>
                    <a:gd name="T13" fmla="*/ 1125 h 131920"/>
                    <a:gd name="T14" fmla="*/ 154825 w 155950"/>
                    <a:gd name="T15" fmla="*/ 130795 h 13192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5950" h="131920">
                      <a:moveTo>
                        <a:pt x="3842" y="0"/>
                      </a:moveTo>
                      <a:lnTo>
                        <a:pt x="3842" y="0"/>
                      </a:lnTo>
                      <a:cubicBezTo>
                        <a:pt x="1720" y="0"/>
                        <a:pt x="0" y="1720"/>
                        <a:pt x="0" y="3841"/>
                      </a:cubicBezTo>
                      <a:lnTo>
                        <a:pt x="0" y="128078"/>
                      </a:lnTo>
                      <a:lnTo>
                        <a:pt x="0" y="128077"/>
                      </a:lnTo>
                      <a:cubicBezTo>
                        <a:pt x="0" y="130199"/>
                        <a:pt x="1720" y="131919"/>
                        <a:pt x="3841" y="131919"/>
                      </a:cubicBezTo>
                      <a:lnTo>
                        <a:pt x="152108" y="131920"/>
                      </a:lnTo>
                      <a:lnTo>
                        <a:pt x="152108" y="131919"/>
                      </a:lnTo>
                      <a:cubicBezTo>
                        <a:pt x="154229" y="131919"/>
                        <a:pt x="155950" y="130199"/>
                        <a:pt x="155950" y="128078"/>
                      </a:cubicBezTo>
                      <a:lnTo>
                        <a:pt x="155950" y="3842"/>
                      </a:lnTo>
                      <a:cubicBezTo>
                        <a:pt x="155950" y="1720"/>
                        <a:pt x="154229" y="0"/>
                        <a:pt x="152108" y="0"/>
                      </a:cubicBezTo>
                      <a:lnTo>
                        <a:pt x="384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701" cap="flat">
                  <a:solidFill>
                    <a:srgbClr val="81818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lIns="107999" tIns="0" rIns="0" bIns="0" anchor="ctr"/>
                <a:lstStyle/>
                <a:p>
                  <a:endParaRPr lang="en-NL"/>
                </a:p>
              </p:txBody>
            </p:sp>
            <p:sp>
              <p:nvSpPr>
                <p:cNvPr id="140" name="Rechthoek 146">
                  <a:extLst>
                    <a:ext uri="{FF2B5EF4-FFF2-40B4-BE49-F238E27FC236}">
                      <a16:creationId xmlns:a16="http://schemas.microsoft.com/office/drawing/2014/main" id="{428305D6-C5A0-FE8D-C3B4-770DDC3868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82167" y="3559228"/>
                  <a:ext cx="117582" cy="1601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1" name="Rechthoek 147">
                  <a:extLst>
                    <a:ext uri="{FF2B5EF4-FFF2-40B4-BE49-F238E27FC236}">
                      <a16:creationId xmlns:a16="http://schemas.microsoft.com/office/drawing/2014/main" id="{1FD1B3EB-7014-1B29-2F8A-CD9E454597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82158" y="3586349"/>
                  <a:ext cx="45756" cy="69997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2" name="Rechthoek 148">
                  <a:extLst>
                    <a:ext uri="{FF2B5EF4-FFF2-40B4-BE49-F238E27FC236}">
                      <a16:creationId xmlns:a16="http://schemas.microsoft.com/office/drawing/2014/main" id="{6FABBAA7-68ED-8AD3-8270-E3DD2FE70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22210" y="3590355"/>
                  <a:ext cx="52111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3" name="Rechthoek 149">
                  <a:extLst>
                    <a:ext uri="{FF2B5EF4-FFF2-40B4-BE49-F238E27FC236}">
                      <a16:creationId xmlns:a16="http://schemas.microsoft.com/office/drawing/2014/main" id="{7554D87F-E0FC-D71B-E287-AE3B9EF0E2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22210" y="3618408"/>
                  <a:ext cx="26746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4" name="Rechthoek 150">
                  <a:extLst>
                    <a:ext uri="{FF2B5EF4-FFF2-40B4-BE49-F238E27FC236}">
                      <a16:creationId xmlns:a16="http://schemas.microsoft.com/office/drawing/2014/main" id="{D34AE322-B62B-CB87-1C57-A125C5AFBF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22210" y="3646462"/>
                  <a:ext cx="26746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7" name="Groep 133">
                <a:extLst>
                  <a:ext uri="{FF2B5EF4-FFF2-40B4-BE49-F238E27FC236}">
                    <a16:creationId xmlns:a16="http://schemas.microsoft.com/office/drawing/2014/main" id="{330B93FE-F0B2-3B22-F824-59971E78CA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423425" y="3770784"/>
                <a:ext cx="166741" cy="218962"/>
                <a:chOff x="-2423425" y="3770784"/>
                <a:chExt cx="166741" cy="218962"/>
              </a:xfrm>
            </p:grpSpPr>
            <p:grpSp>
              <p:nvGrpSpPr>
                <p:cNvPr id="131" name="Groep 137">
                  <a:extLst>
                    <a:ext uri="{FF2B5EF4-FFF2-40B4-BE49-F238E27FC236}">
                      <a16:creationId xmlns:a16="http://schemas.microsoft.com/office/drawing/2014/main" id="{3B4D106A-40D8-E734-C72D-FC6889658CB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2400482" y="3792473"/>
                  <a:ext cx="143798" cy="121642"/>
                  <a:chOff x="-2400482" y="3792473"/>
                  <a:chExt cx="143798" cy="121642"/>
                </a:xfrm>
              </p:grpSpPr>
              <p:sp>
                <p:nvSpPr>
                  <p:cNvPr id="133" name="Rechthoek: afgeronde hoeken 139">
                    <a:extLst>
                      <a:ext uri="{FF2B5EF4-FFF2-40B4-BE49-F238E27FC236}">
                        <a16:creationId xmlns:a16="http://schemas.microsoft.com/office/drawing/2014/main" id="{07C76B94-E86F-2F10-03AA-6563B9721DD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2400482" y="3792473"/>
                    <a:ext cx="143798" cy="121642"/>
                  </a:xfrm>
                  <a:custGeom>
                    <a:avLst/>
                    <a:gdLst>
                      <a:gd name="T0" fmla="*/ 71899 w 143798"/>
                      <a:gd name="T1" fmla="*/ 0 h 121642"/>
                      <a:gd name="T2" fmla="*/ 143798 w 143798"/>
                      <a:gd name="T3" fmla="*/ 60821 h 121642"/>
                      <a:gd name="T4" fmla="*/ 71899 w 143798"/>
                      <a:gd name="T5" fmla="*/ 121642 h 121642"/>
                      <a:gd name="T6" fmla="*/ 0 w 143798"/>
                      <a:gd name="T7" fmla="*/ 60821 h 121642"/>
                      <a:gd name="T8" fmla="*/ 17694720 60000 65536"/>
                      <a:gd name="T9" fmla="*/ 0 60000 65536"/>
                      <a:gd name="T10" fmla="*/ 5898240 60000 65536"/>
                      <a:gd name="T11" fmla="*/ 11796480 60000 65536"/>
                      <a:gd name="T12" fmla="*/ 1038 w 143798"/>
                      <a:gd name="T13" fmla="*/ 1038 h 121642"/>
                      <a:gd name="T14" fmla="*/ 142760 w 143798"/>
                      <a:gd name="T15" fmla="*/ 120604 h 121642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43798" h="121642">
                        <a:moveTo>
                          <a:pt x="3542" y="0"/>
                        </a:moveTo>
                        <a:lnTo>
                          <a:pt x="3542" y="0"/>
                        </a:lnTo>
                        <a:cubicBezTo>
                          <a:pt x="1585" y="0"/>
                          <a:pt x="0" y="1585"/>
                          <a:pt x="0" y="3541"/>
                        </a:cubicBezTo>
                        <a:lnTo>
                          <a:pt x="0" y="118100"/>
                        </a:lnTo>
                        <a:lnTo>
                          <a:pt x="0" y="118099"/>
                        </a:lnTo>
                        <a:cubicBezTo>
                          <a:pt x="0" y="120056"/>
                          <a:pt x="1585" y="121641"/>
                          <a:pt x="3541" y="121641"/>
                        </a:cubicBezTo>
                        <a:lnTo>
                          <a:pt x="140256" y="121642"/>
                        </a:lnTo>
                        <a:lnTo>
                          <a:pt x="140256" y="121641"/>
                        </a:lnTo>
                        <a:cubicBezTo>
                          <a:pt x="142212" y="121641"/>
                          <a:pt x="143798" y="120056"/>
                          <a:pt x="143798" y="118100"/>
                        </a:cubicBezTo>
                        <a:lnTo>
                          <a:pt x="143798" y="3542"/>
                        </a:lnTo>
                        <a:cubicBezTo>
                          <a:pt x="143798" y="1585"/>
                          <a:pt x="142212" y="0"/>
                          <a:pt x="140256" y="0"/>
                        </a:cubicBezTo>
                        <a:lnTo>
                          <a:pt x="354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2701" cap="flat">
                    <a:solidFill>
                      <a:srgbClr val="818181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lIns="107999" tIns="0" rIns="0" bIns="0" anchor="ctr"/>
                  <a:lstStyle/>
                  <a:p>
                    <a:endParaRPr lang="en-NL"/>
                  </a:p>
                </p:txBody>
              </p:sp>
              <p:sp>
                <p:nvSpPr>
                  <p:cNvPr id="134" name="Rechthoek 140">
                    <a:extLst>
                      <a:ext uri="{FF2B5EF4-FFF2-40B4-BE49-F238E27FC236}">
                        <a16:creationId xmlns:a16="http://schemas.microsoft.com/office/drawing/2014/main" id="{E7D7E359-56EF-4D08-B795-2A7D85925A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80466" y="3809170"/>
                    <a:ext cx="108420" cy="14767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5" name="Rechthoek 141">
                    <a:extLst>
                      <a:ext uri="{FF2B5EF4-FFF2-40B4-BE49-F238E27FC236}">
                        <a16:creationId xmlns:a16="http://schemas.microsoft.com/office/drawing/2014/main" id="{E7C853F6-4EEA-6E0F-653C-AC89E990FF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80466" y="3834179"/>
                    <a:ext cx="42190" cy="64538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6" name="Rechthoek 142">
                    <a:extLst>
                      <a:ext uri="{FF2B5EF4-FFF2-40B4-BE49-F238E27FC236}">
                        <a16:creationId xmlns:a16="http://schemas.microsoft.com/office/drawing/2014/main" id="{9946CC2B-9875-E57D-8953-2CB7EC7E55F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25182" y="3837873"/>
                    <a:ext cx="4805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7" name="Rechthoek 143">
                    <a:extLst>
                      <a:ext uri="{FF2B5EF4-FFF2-40B4-BE49-F238E27FC236}">
                        <a16:creationId xmlns:a16="http://schemas.microsoft.com/office/drawing/2014/main" id="{9B3FF304-8F6C-7C8B-61C8-91EF95425FD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25182" y="3863742"/>
                    <a:ext cx="2466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8" name="Rechthoek 144">
                    <a:extLst>
                      <a:ext uri="{FF2B5EF4-FFF2-40B4-BE49-F238E27FC236}">
                        <a16:creationId xmlns:a16="http://schemas.microsoft.com/office/drawing/2014/main" id="{5F57B313-DB7F-4AE0-552D-D76B726AD45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25182" y="3889610"/>
                    <a:ext cx="2466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2" name="Boog 138">
                  <a:extLst>
                    <a:ext uri="{FF2B5EF4-FFF2-40B4-BE49-F238E27FC236}">
                      <a16:creationId xmlns:a16="http://schemas.microsoft.com/office/drawing/2014/main" id="{CE22F3F9-C190-AFB8-5F0B-FA7799F812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-3962915">
                  <a:off x="-2486866" y="3834225"/>
                  <a:ext cx="218962" cy="92080"/>
                </a:xfrm>
                <a:custGeom>
                  <a:avLst/>
                  <a:gdLst>
                    <a:gd name="T0" fmla="*/ 109481 w 218962"/>
                    <a:gd name="T1" fmla="*/ 0 h 92080"/>
                    <a:gd name="T2" fmla="*/ 218962 w 218962"/>
                    <a:gd name="T3" fmla="*/ 46040 h 92080"/>
                    <a:gd name="T4" fmla="*/ 109481 w 218962"/>
                    <a:gd name="T5" fmla="*/ 92080 h 92080"/>
                    <a:gd name="T6" fmla="*/ 0 w 218962"/>
                    <a:gd name="T7" fmla="*/ 46040 h 92080"/>
                    <a:gd name="T8" fmla="*/ 105456 w 218962"/>
                    <a:gd name="T9" fmla="*/ 31 h 92080"/>
                    <a:gd name="T10" fmla="*/ 109481 w 218962"/>
                    <a:gd name="T11" fmla="*/ 46040 h 92080"/>
                    <a:gd name="T12" fmla="*/ 188429 w 218962"/>
                    <a:gd name="T13" fmla="*/ 77937 h 92080"/>
                    <a:gd name="T14" fmla="*/ 17694720 60000 65536"/>
                    <a:gd name="T15" fmla="*/ 0 60000 65536"/>
                    <a:gd name="T16" fmla="*/ 5898240 60000 65536"/>
                    <a:gd name="T17" fmla="*/ 11796480 60000 65536"/>
                    <a:gd name="T18" fmla="*/ 11796480 60000 65536"/>
                    <a:gd name="T19" fmla="*/ 11796480 60000 65536"/>
                    <a:gd name="T20" fmla="*/ 5898240 60000 65536"/>
                    <a:gd name="T21" fmla="*/ 105456 w 218962"/>
                    <a:gd name="T22" fmla="*/ 0 h 92080"/>
                    <a:gd name="T23" fmla="*/ 218962 w 218962"/>
                    <a:gd name="T24" fmla="*/ 77937 h 9208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18962" h="92080" stroke="0">
                      <a:moveTo>
                        <a:pt x="105456" y="31"/>
                      </a:moveTo>
                      <a:lnTo>
                        <a:pt x="105456" y="31"/>
                      </a:lnTo>
                      <a:cubicBezTo>
                        <a:pt x="106797" y="10"/>
                        <a:pt x="108138" y="0"/>
                        <a:pt x="109481" y="0"/>
                      </a:cubicBezTo>
                      <a:cubicBezTo>
                        <a:pt x="169945" y="0"/>
                        <a:pt x="218962" y="20612"/>
                        <a:pt x="218962" y="46040"/>
                      </a:cubicBezTo>
                      <a:cubicBezTo>
                        <a:pt x="218962" y="57931"/>
                        <a:pt x="208020" y="69361"/>
                        <a:pt x="188429" y="77936"/>
                      </a:cubicBezTo>
                      <a:lnTo>
                        <a:pt x="109481" y="46040"/>
                      </a:lnTo>
                      <a:lnTo>
                        <a:pt x="105456" y="31"/>
                      </a:lnTo>
                      <a:close/>
                    </a:path>
                    <a:path w="218962" h="92080" fill="none">
                      <a:moveTo>
                        <a:pt x="105456" y="31"/>
                      </a:moveTo>
                      <a:lnTo>
                        <a:pt x="105456" y="31"/>
                      </a:lnTo>
                      <a:cubicBezTo>
                        <a:pt x="106797" y="10"/>
                        <a:pt x="108138" y="0"/>
                        <a:pt x="109481" y="0"/>
                      </a:cubicBezTo>
                      <a:cubicBezTo>
                        <a:pt x="169945" y="0"/>
                        <a:pt x="218962" y="20612"/>
                        <a:pt x="218962" y="46040"/>
                      </a:cubicBezTo>
                      <a:cubicBezTo>
                        <a:pt x="218962" y="57931"/>
                        <a:pt x="208020" y="69361"/>
                        <a:pt x="188429" y="77936"/>
                      </a:cubicBezTo>
                    </a:path>
                  </a:pathLst>
                </a:custGeom>
                <a:noFill/>
                <a:ln w="19046" cap="flat">
                  <a:solidFill>
                    <a:srgbClr val="4D82B8"/>
                  </a:solidFill>
                  <a:prstDash val="solid"/>
                  <a:round/>
                  <a:headEnd type="arrow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 anchorCtr="1"/>
                <a:lstStyle/>
                <a:p>
                  <a:endParaRPr lang="en-NL"/>
                </a:p>
              </p:txBody>
            </p:sp>
          </p:grpSp>
          <p:sp>
            <p:nvSpPr>
              <p:cNvPr id="128" name="Tekstvak 134">
                <a:extLst>
                  <a:ext uri="{FF2B5EF4-FFF2-40B4-BE49-F238E27FC236}">
                    <a16:creationId xmlns:a16="http://schemas.microsoft.com/office/drawing/2014/main" id="{01EFAB20-EE1F-DC59-BAA0-411081CF6A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245455" y="3541123"/>
                <a:ext cx="896112" cy="1347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29" name="Tekstvak 135">
                <a:extLst>
                  <a:ext uri="{FF2B5EF4-FFF2-40B4-BE49-F238E27FC236}">
                    <a16:creationId xmlns:a16="http://schemas.microsoft.com/office/drawing/2014/main" id="{2FB4CD0F-6BBE-125D-B7DB-3E0F065F9A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258888" y="3793552"/>
                <a:ext cx="909544" cy="1264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0" name="Vrije vorm: vorm 136">
                <a:extLst>
                  <a:ext uri="{FF2B5EF4-FFF2-40B4-BE49-F238E27FC236}">
                    <a16:creationId xmlns:a16="http://schemas.microsoft.com/office/drawing/2014/main" id="{1D04F29E-C8B4-CC88-3138-9736C5E0182A}"/>
                  </a:ext>
                </a:extLst>
              </p:cNvPr>
              <p:cNvSpPr/>
              <p:nvPr/>
            </p:nvSpPr>
            <p:spPr>
              <a:xfrm>
                <a:off x="-1360946" y="3863877"/>
                <a:ext cx="98405" cy="17938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880280"/>
                  <a:gd name="f7" fmla="val 1624084"/>
                  <a:gd name="f8" fmla="val 1262418"/>
                  <a:gd name="f9" fmla="val 313898"/>
                  <a:gd name="f10" fmla="val 996287"/>
                  <a:gd name="f11" fmla="val 620973"/>
                  <a:gd name="f12" fmla="val 839337"/>
                  <a:gd name="f13" fmla="val 1480782"/>
                  <a:gd name="f14" fmla="val 498144"/>
                  <a:gd name="f15" fmla="val 900753"/>
                  <a:gd name="f16" fmla="val 893929"/>
                  <a:gd name="f17" fmla="+- 0 0 -90"/>
                  <a:gd name="f18" fmla="*/ f3 1 880280"/>
                  <a:gd name="f19" fmla="*/ f4 1 1624084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880280"/>
                  <a:gd name="f28" fmla="*/ f24 1 1624084"/>
                  <a:gd name="f29" fmla="*/ 0 f25 1"/>
                  <a:gd name="f30" fmla="*/ 0 f24 1"/>
                  <a:gd name="f31" fmla="*/ 1262418 f24 1"/>
                  <a:gd name="f32" fmla="*/ 620973 f25 1"/>
                  <a:gd name="f33" fmla="*/ 1624084 f24 1"/>
                  <a:gd name="f34" fmla="*/ 839337 f25 1"/>
                  <a:gd name="f35" fmla="*/ 1480782 f24 1"/>
                  <a:gd name="f36" fmla="*/ 900753 f24 1"/>
                  <a:gd name="f37" fmla="*/ 880280 f25 1"/>
                  <a:gd name="f38" fmla="*/ 893929 f24 1"/>
                  <a:gd name="f39" fmla="*/ 313898 f25 1"/>
                  <a:gd name="f40" fmla="*/ 996287 f24 1"/>
                  <a:gd name="f41" fmla="*/ 498144 f25 1"/>
                  <a:gd name="f42" fmla="+- f26 0 f1"/>
                  <a:gd name="f43" fmla="*/ f29 1 880280"/>
                  <a:gd name="f44" fmla="*/ f30 1 1624084"/>
                  <a:gd name="f45" fmla="*/ f31 1 1624084"/>
                  <a:gd name="f46" fmla="*/ f32 1 880280"/>
                  <a:gd name="f47" fmla="*/ f33 1 1624084"/>
                  <a:gd name="f48" fmla="*/ f34 1 880280"/>
                  <a:gd name="f49" fmla="*/ f35 1 1624084"/>
                  <a:gd name="f50" fmla="*/ f36 1 1624084"/>
                  <a:gd name="f51" fmla="*/ f37 1 880280"/>
                  <a:gd name="f52" fmla="*/ f38 1 1624084"/>
                  <a:gd name="f53" fmla="*/ f39 1 880280"/>
                  <a:gd name="f54" fmla="*/ f40 1 1624084"/>
                  <a:gd name="f55" fmla="*/ f41 1 880280"/>
                  <a:gd name="f56" fmla="*/ f20 1 f27"/>
                  <a:gd name="f57" fmla="*/ f21 1 f27"/>
                  <a:gd name="f58" fmla="*/ f20 1 f28"/>
                  <a:gd name="f59" fmla="*/ f22 1 f28"/>
                  <a:gd name="f60" fmla="*/ f43 1 f27"/>
                  <a:gd name="f61" fmla="*/ f44 1 f28"/>
                  <a:gd name="f62" fmla="*/ f45 1 f28"/>
                  <a:gd name="f63" fmla="*/ f53 1 f27"/>
                  <a:gd name="f64" fmla="*/ f54 1 f28"/>
                  <a:gd name="f65" fmla="*/ f46 1 f27"/>
                  <a:gd name="f66" fmla="*/ f47 1 f28"/>
                  <a:gd name="f67" fmla="*/ f48 1 f27"/>
                  <a:gd name="f68" fmla="*/ f49 1 f28"/>
                  <a:gd name="f69" fmla="*/ f55 1 f27"/>
                  <a:gd name="f70" fmla="*/ f50 1 f28"/>
                  <a:gd name="f71" fmla="*/ f51 1 f27"/>
                  <a:gd name="f72" fmla="*/ f52 1 f28"/>
                  <a:gd name="f73" fmla="*/ f56 f18 1"/>
                  <a:gd name="f74" fmla="*/ f57 f18 1"/>
                  <a:gd name="f75" fmla="*/ f59 f19 1"/>
                  <a:gd name="f76" fmla="*/ f58 f19 1"/>
                  <a:gd name="f77" fmla="*/ f60 f18 1"/>
                  <a:gd name="f78" fmla="*/ f61 f19 1"/>
                  <a:gd name="f79" fmla="*/ f62 f19 1"/>
                  <a:gd name="f80" fmla="*/ f63 f18 1"/>
                  <a:gd name="f81" fmla="*/ f64 f19 1"/>
                  <a:gd name="f82" fmla="*/ f65 f18 1"/>
                  <a:gd name="f83" fmla="*/ f66 f19 1"/>
                  <a:gd name="f84" fmla="*/ f67 f18 1"/>
                  <a:gd name="f85" fmla="*/ f68 f19 1"/>
                  <a:gd name="f86" fmla="*/ f69 f18 1"/>
                  <a:gd name="f87" fmla="*/ f70 f19 1"/>
                  <a:gd name="f88" fmla="*/ f71 f18 1"/>
                  <a:gd name="f89" fmla="*/ f72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42">
                    <a:pos x="f77" y="f78"/>
                  </a:cxn>
                  <a:cxn ang="f42">
                    <a:pos x="f77" y="f79"/>
                  </a:cxn>
                  <a:cxn ang="f42">
                    <a:pos x="f80" y="f81"/>
                  </a:cxn>
                  <a:cxn ang="f42">
                    <a:pos x="f82" y="f83"/>
                  </a:cxn>
                  <a:cxn ang="f42">
                    <a:pos x="f84" y="f85"/>
                  </a:cxn>
                  <a:cxn ang="f42">
                    <a:pos x="f86" y="f87"/>
                  </a:cxn>
                  <a:cxn ang="f42">
                    <a:pos x="f88" y="f89"/>
                  </a:cxn>
                  <a:cxn ang="f42">
                    <a:pos x="f77" y="f78"/>
                  </a:cxn>
                </a:cxnLst>
                <a:rect l="f73" t="f76" r="f74" b="f75"/>
                <a:pathLst>
                  <a:path w="880280" h="1624084">
                    <a:moveTo>
                      <a:pt x="f5" y="f5"/>
                    </a:moveTo>
                    <a:lnTo>
                      <a:pt x="f5" y="f8"/>
                    </a:lnTo>
                    <a:lnTo>
                      <a:pt x="f9" y="f10"/>
                    </a:lnTo>
                    <a:lnTo>
                      <a:pt x="f11" y="f7"/>
                    </a:lnTo>
                    <a:lnTo>
                      <a:pt x="f12" y="f13"/>
                    </a:lnTo>
                    <a:lnTo>
                      <a:pt x="f14" y="f15"/>
                    </a:lnTo>
                    <a:lnTo>
                      <a:pt x="f6" y="f16"/>
                    </a:lnTo>
                    <a:lnTo>
                      <a:pt x="f5" y="f5"/>
                    </a:lnTo>
                    <a:close/>
                  </a:path>
                </a:pathLst>
              </a:custGeom>
              <a:solidFill>
                <a:srgbClr val="FFFFFF"/>
              </a:solidFill>
              <a:ln w="12701" cap="flat">
                <a:solidFill>
                  <a:srgbClr val="000000"/>
                </a:solidFill>
                <a:prstDash val="solid"/>
                <a:miter/>
              </a:ln>
            </p:spPr>
            <p:txBody>
              <a:bodyPr lIns="179999" tIns="179999" rIns="179999" bIns="179999" anchor="ctr" anchorCtr="1"/>
              <a:lstStyle/>
              <a:p>
                <a:pPr algn="ctr"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600" cap="all">
                  <a:solidFill>
                    <a:srgbClr val="FFFFFF"/>
                  </a:solidFill>
                  <a:latin typeface="Calibri" pitchFamily="34"/>
                  <a:cs typeface="Calibri" pitchFamily="34"/>
                </a:endParaRPr>
              </a:p>
            </p:txBody>
          </p:sp>
        </p:grpSp>
        <p:grpSp>
          <p:nvGrpSpPr>
            <p:cNvPr id="86" name="Groep 92">
              <a:extLst>
                <a:ext uri="{FF2B5EF4-FFF2-40B4-BE49-F238E27FC236}">
                  <a16:creationId xmlns:a16="http://schemas.microsoft.com/office/drawing/2014/main" id="{29B690F2-744E-FCD7-D035-490E8E9E9C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786164" y="5680655"/>
              <a:ext cx="3693380" cy="959690"/>
              <a:chOff x="-3786164" y="5680655"/>
              <a:chExt cx="3693380" cy="959690"/>
            </a:xfrm>
          </p:grpSpPr>
          <p:sp>
            <p:nvSpPr>
              <p:cNvPr id="114" name="Rechthoek 120">
                <a:extLst>
                  <a:ext uri="{FF2B5EF4-FFF2-40B4-BE49-F238E27FC236}">
                    <a16:creationId xmlns:a16="http://schemas.microsoft.com/office/drawing/2014/main" id="{7EF184CB-9233-87E4-366F-08E2A05C58C4}"/>
                  </a:ext>
                </a:extLst>
              </p:cNvPr>
              <p:cNvSpPr/>
              <p:nvPr/>
            </p:nvSpPr>
            <p:spPr>
              <a:xfrm>
                <a:off x="-3786164" y="5811691"/>
                <a:ext cx="3593387" cy="828654"/>
              </a:xfrm>
              <a:prstGeom prst="rect">
                <a:avLst/>
              </a:prstGeom>
              <a:solidFill>
                <a:srgbClr val="ECECEC"/>
              </a:solidFill>
              <a:ln w="6345" cap="flat">
                <a:solidFill>
                  <a:srgbClr val="ECECEC"/>
                </a:solidFill>
                <a:prstDash val="solid"/>
                <a:miter/>
              </a:ln>
            </p:spPr>
            <p:txBody>
              <a:bodyPr lIns="179999" tIns="143999" rIns="179999" bIns="143999" anchor="ctr"/>
              <a:lstStyle/>
              <a:p>
                <a:pPr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Want to know more?</a:t>
                </a:r>
                <a:b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</a:b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Go to the tab</a:t>
                </a: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 'SLIDEBUILDER’ </a:t>
                </a: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and click</a:t>
                </a:r>
                <a:b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</a:b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on the button </a:t>
                </a: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‘Inspiration'</a:t>
                </a:r>
              </a:p>
            </p:txBody>
          </p:sp>
          <p:grpSp>
            <p:nvGrpSpPr>
              <p:cNvPr id="115" name="ICOON_info">
                <a:extLst>
                  <a:ext uri="{FF2B5EF4-FFF2-40B4-BE49-F238E27FC236}">
                    <a16:creationId xmlns:a16="http://schemas.microsoft.com/office/drawing/2014/main" id="{1F4E5E03-B430-228E-1B79-C39811A0AE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76467" y="5680655"/>
                <a:ext cx="283683" cy="283683"/>
                <a:chOff x="-376467" y="5680655"/>
                <a:chExt cx="283683" cy="283683"/>
              </a:xfrm>
            </p:grpSpPr>
            <p:sp>
              <p:nvSpPr>
                <p:cNvPr id="122" name="Ovaal 128">
                  <a:extLst>
                    <a:ext uri="{FF2B5EF4-FFF2-40B4-BE49-F238E27FC236}">
                      <a16:creationId xmlns:a16="http://schemas.microsoft.com/office/drawing/2014/main" id="{6D98A43D-0941-3D39-5AFF-54B1D846ABB8}"/>
                    </a:ext>
                  </a:extLst>
                </p:cNvPr>
                <p:cNvSpPr/>
                <p:nvPr/>
              </p:nvSpPr>
              <p:spPr>
                <a:xfrm>
                  <a:off x="-356257" y="5698981"/>
                  <a:ext cx="244427" cy="246057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211F26"/>
                </a:solidFill>
                <a:ln>
                  <a:noFill/>
                  <a:prstDash val="solid"/>
                </a:ln>
              </p:spPr>
              <p:txBody>
                <a:bodyPr lIns="179999" tIns="179999" rIns="179999" bIns="179999" anchor="ctr" anchorCtr="1"/>
                <a:lstStyle/>
                <a:p>
                  <a:pPr algn="ctr" eaLnBrk="1" fontAlgn="auto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600" cap="all">
                    <a:solidFill>
                      <a:srgbClr val="FFFFFF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sp>
              <p:nvSpPr>
                <p:cNvPr id="123" name="Graphic 163" descr="Informatie">
                  <a:extLst>
                    <a:ext uri="{FF2B5EF4-FFF2-40B4-BE49-F238E27FC236}">
                      <a16:creationId xmlns:a16="http://schemas.microsoft.com/office/drawing/2014/main" id="{A87412A9-610F-78D4-5C87-BE6CAF6C7F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376467" y="5680655"/>
                  <a:ext cx="283683" cy="283683"/>
                </a:xfrm>
                <a:custGeom>
                  <a:avLst/>
                  <a:gdLst>
                    <a:gd name="T0" fmla="*/ 141842 w 291719"/>
                    <a:gd name="T1" fmla="*/ 0 h 291719"/>
                    <a:gd name="T2" fmla="*/ 283683 w 291719"/>
                    <a:gd name="T3" fmla="*/ 141842 h 291719"/>
                    <a:gd name="T4" fmla="*/ 141842 w 291719"/>
                    <a:gd name="T5" fmla="*/ 283683 h 291719"/>
                    <a:gd name="T6" fmla="*/ 0 w 291719"/>
                    <a:gd name="T7" fmla="*/ 141842 h 291719"/>
                    <a:gd name="T8" fmla="*/ 141842 w 291719"/>
                    <a:gd name="T9" fmla="*/ 0 h 291719"/>
                    <a:gd name="T10" fmla="*/ 0 w 291719"/>
                    <a:gd name="T11" fmla="*/ 141842 h 291719"/>
                    <a:gd name="T12" fmla="*/ 141842 w 291719"/>
                    <a:gd name="T13" fmla="*/ 283684 h 291719"/>
                    <a:gd name="T14" fmla="*/ 283684 w 291719"/>
                    <a:gd name="T15" fmla="*/ 141842 h 291719"/>
                    <a:gd name="T16" fmla="*/ 141842 w 291719"/>
                    <a:gd name="T17" fmla="*/ 0 h 291719"/>
                    <a:gd name="T18" fmla="*/ 134376 w 291719"/>
                    <a:gd name="T19" fmla="*/ 37327 h 291719"/>
                    <a:gd name="T20" fmla="*/ 153040 w 291719"/>
                    <a:gd name="T21" fmla="*/ 55990 h 291719"/>
                    <a:gd name="T22" fmla="*/ 134376 w 291719"/>
                    <a:gd name="T23" fmla="*/ 74653 h 291719"/>
                    <a:gd name="T24" fmla="*/ 115713 w 291719"/>
                    <a:gd name="T25" fmla="*/ 55990 h 291719"/>
                    <a:gd name="T26" fmla="*/ 134376 w 291719"/>
                    <a:gd name="T27" fmla="*/ 37327 h 291719"/>
                    <a:gd name="T28" fmla="*/ 179169 w 291719"/>
                    <a:gd name="T29" fmla="*/ 246357 h 291719"/>
                    <a:gd name="T30" fmla="*/ 104515 w 291719"/>
                    <a:gd name="T31" fmla="*/ 246357 h 291719"/>
                    <a:gd name="T32" fmla="*/ 104515 w 291719"/>
                    <a:gd name="T33" fmla="*/ 223961 h 291719"/>
                    <a:gd name="T34" fmla="*/ 130644 w 291719"/>
                    <a:gd name="T35" fmla="*/ 223961 h 291719"/>
                    <a:gd name="T36" fmla="*/ 130644 w 291719"/>
                    <a:gd name="T37" fmla="*/ 111981 h 291719"/>
                    <a:gd name="T38" fmla="*/ 108248 w 291719"/>
                    <a:gd name="T39" fmla="*/ 111981 h 291719"/>
                    <a:gd name="T40" fmla="*/ 108248 w 291719"/>
                    <a:gd name="T41" fmla="*/ 89584 h 291719"/>
                    <a:gd name="T42" fmla="*/ 153040 w 291719"/>
                    <a:gd name="T43" fmla="*/ 89584 h 291719"/>
                    <a:gd name="T44" fmla="*/ 153040 w 291719"/>
                    <a:gd name="T45" fmla="*/ 111981 h 291719"/>
                    <a:gd name="T46" fmla="*/ 153040 w 291719"/>
                    <a:gd name="T47" fmla="*/ 223961 h 291719"/>
                    <a:gd name="T48" fmla="*/ 179169 w 291719"/>
                    <a:gd name="T49" fmla="*/ 223961 h 291719"/>
                    <a:gd name="T50" fmla="*/ 179169 w 291719"/>
                    <a:gd name="T51" fmla="*/ 246357 h 291719"/>
                    <a:gd name="T52" fmla="*/ 17694720 60000 65536"/>
                    <a:gd name="T53" fmla="*/ 0 60000 65536"/>
                    <a:gd name="T54" fmla="*/ 5898240 60000 65536"/>
                    <a:gd name="T55" fmla="*/ 1179648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w 291719"/>
                    <a:gd name="T79" fmla="*/ 0 h 291719"/>
                    <a:gd name="T80" fmla="*/ 291719 w 291719"/>
                    <a:gd name="T81" fmla="*/ 291719 h 291719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T78" t="T79" r="T80" b="T81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NL"/>
                </a:p>
              </p:txBody>
            </p:sp>
          </p:grpSp>
          <p:grpSp>
            <p:nvGrpSpPr>
              <p:cNvPr id="116" name="Groep 122">
                <a:extLst>
                  <a:ext uri="{FF2B5EF4-FFF2-40B4-BE49-F238E27FC236}">
                    <a16:creationId xmlns:a16="http://schemas.microsoft.com/office/drawing/2014/main" id="{F257A205-11D6-037B-3BFA-EEBF9CA617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938165" y="5938003"/>
                <a:ext cx="627799" cy="576684"/>
                <a:chOff x="-938165" y="5938003"/>
                <a:chExt cx="627799" cy="576684"/>
              </a:xfrm>
            </p:grpSpPr>
            <p:grpSp>
              <p:nvGrpSpPr>
                <p:cNvPr id="117" name="Inspireren">
                  <a:extLst>
                    <a:ext uri="{FF2B5EF4-FFF2-40B4-BE49-F238E27FC236}">
                      <a16:creationId xmlns:a16="http://schemas.microsoft.com/office/drawing/2014/main" id="{10BC8C55-D814-4B66-71F5-444B6ED4FC0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715847" y="5938003"/>
                  <a:ext cx="169776" cy="242380"/>
                  <a:chOff x="-715847" y="5938003"/>
                  <a:chExt cx="169776" cy="242380"/>
                </a:xfrm>
              </p:grpSpPr>
              <p:sp>
                <p:nvSpPr>
                  <p:cNvPr id="119" name="Freeform 12">
                    <a:extLst>
                      <a:ext uri="{FF2B5EF4-FFF2-40B4-BE49-F238E27FC236}">
                        <a16:creationId xmlns:a16="http://schemas.microsoft.com/office/drawing/2014/main" id="{DB13F4ED-10E7-49D0-3EA3-5802399DECE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665646" y="6024826"/>
                    <a:ext cx="68726" cy="62051"/>
                  </a:xfrm>
                  <a:custGeom>
                    <a:avLst/>
                    <a:gdLst>
                      <a:gd name="T0" fmla="*/ 34363 w 319"/>
                      <a:gd name="T1" fmla="*/ 0 h 288"/>
                      <a:gd name="T2" fmla="*/ 68726 w 319"/>
                      <a:gd name="T3" fmla="*/ 31026 h 288"/>
                      <a:gd name="T4" fmla="*/ 34363 w 319"/>
                      <a:gd name="T5" fmla="*/ 62051 h 288"/>
                      <a:gd name="T6" fmla="*/ 0 w 319"/>
                      <a:gd name="T7" fmla="*/ 31026 h 288"/>
                      <a:gd name="T8" fmla="*/ 47397 w 319"/>
                      <a:gd name="T9" fmla="*/ 62051 h 288"/>
                      <a:gd name="T10" fmla="*/ 23052 w 319"/>
                      <a:gd name="T11" fmla="*/ 62051 h 288"/>
                      <a:gd name="T12" fmla="*/ 0 w 319"/>
                      <a:gd name="T13" fmla="*/ 0 h 288"/>
                      <a:gd name="T14" fmla="*/ 68726 w 319"/>
                      <a:gd name="T15" fmla="*/ 0 h 288"/>
                      <a:gd name="T16" fmla="*/ 47397 w 319"/>
                      <a:gd name="T17" fmla="*/ 62051 h 288"/>
                      <a:gd name="T18" fmla="*/ 17694720 60000 65536"/>
                      <a:gd name="T19" fmla="*/ 0 60000 65536"/>
                      <a:gd name="T20" fmla="*/ 5898240 60000 65536"/>
                      <a:gd name="T21" fmla="*/ 1179648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319"/>
                      <a:gd name="T28" fmla="*/ 0 h 288"/>
                      <a:gd name="T29" fmla="*/ 319 w 319"/>
                      <a:gd name="T30" fmla="*/ 288 h 288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  <p:sp>
                <p:nvSpPr>
                  <p:cNvPr id="120" name="Freeform 13">
                    <a:extLst>
                      <a:ext uri="{FF2B5EF4-FFF2-40B4-BE49-F238E27FC236}">
                        <a16:creationId xmlns:a16="http://schemas.microsoft.com/office/drawing/2014/main" id="{FFC5B8A3-22C3-E766-72FC-4F69D0B4818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661120" y="6156252"/>
                    <a:ext cx="60761" cy="24131"/>
                  </a:xfrm>
                  <a:custGeom>
                    <a:avLst/>
                    <a:gdLst>
                      <a:gd name="T0" fmla="*/ 30381 w 251"/>
                      <a:gd name="T1" fmla="*/ 0 h 100"/>
                      <a:gd name="T2" fmla="*/ 60761 w 251"/>
                      <a:gd name="T3" fmla="*/ 12066 h 100"/>
                      <a:gd name="T4" fmla="*/ 30381 w 251"/>
                      <a:gd name="T5" fmla="*/ 24131 h 100"/>
                      <a:gd name="T6" fmla="*/ 0 w 251"/>
                      <a:gd name="T7" fmla="*/ 12066 h 100"/>
                      <a:gd name="T8" fmla="*/ 55435 w 251"/>
                      <a:gd name="T9" fmla="*/ 16892 h 100"/>
                      <a:gd name="T10" fmla="*/ 55435 w 251"/>
                      <a:gd name="T11" fmla="*/ 16650 h 100"/>
                      <a:gd name="T12" fmla="*/ 60761 w 251"/>
                      <a:gd name="T13" fmla="*/ 0 h 100"/>
                      <a:gd name="T14" fmla="*/ 0 w 251"/>
                      <a:gd name="T15" fmla="*/ 0 h 100"/>
                      <a:gd name="T16" fmla="*/ 5326 w 251"/>
                      <a:gd name="T17" fmla="*/ 16650 h 100"/>
                      <a:gd name="T18" fmla="*/ 15251 w 251"/>
                      <a:gd name="T19" fmla="*/ 24131 h 100"/>
                      <a:gd name="T20" fmla="*/ 45510 w 251"/>
                      <a:gd name="T21" fmla="*/ 24131 h 100"/>
                      <a:gd name="T22" fmla="*/ 55435 w 251"/>
                      <a:gd name="T23" fmla="*/ 17133 h 100"/>
                      <a:gd name="T24" fmla="*/ 55435 w 251"/>
                      <a:gd name="T25" fmla="*/ 17133 h 100"/>
                      <a:gd name="T26" fmla="*/ 55435 w 251"/>
                      <a:gd name="T27" fmla="*/ 16892 h 100"/>
                      <a:gd name="T28" fmla="*/ 17694720 60000 65536"/>
                      <a:gd name="T29" fmla="*/ 0 60000 65536"/>
                      <a:gd name="T30" fmla="*/ 5898240 60000 65536"/>
                      <a:gd name="T31" fmla="*/ 1179648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251"/>
                      <a:gd name="T43" fmla="*/ 0 h 100"/>
                      <a:gd name="T44" fmla="*/ 251 w 251"/>
                      <a:gd name="T45" fmla="*/ 100 h 100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  <p:sp>
                <p:nvSpPr>
                  <p:cNvPr id="121" name="Freeform 14">
                    <a:extLst>
                      <a:ext uri="{FF2B5EF4-FFF2-40B4-BE49-F238E27FC236}">
                        <a16:creationId xmlns:a16="http://schemas.microsoft.com/office/drawing/2014/main" id="{93277DEA-0C62-0D80-341D-1F04D7F936C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715847" y="5938003"/>
                    <a:ext cx="169776" cy="208126"/>
                  </a:xfrm>
                  <a:custGeom>
                    <a:avLst/>
                    <a:gdLst>
                      <a:gd name="T0" fmla="*/ 84888 w 702"/>
                      <a:gd name="T1" fmla="*/ 0 h 860"/>
                      <a:gd name="T2" fmla="*/ 169776 w 702"/>
                      <a:gd name="T3" fmla="*/ 104063 h 860"/>
                      <a:gd name="T4" fmla="*/ 84888 w 702"/>
                      <a:gd name="T5" fmla="*/ 208126 h 860"/>
                      <a:gd name="T6" fmla="*/ 0 w 702"/>
                      <a:gd name="T7" fmla="*/ 104063 h 860"/>
                      <a:gd name="T8" fmla="*/ 84888 w 702"/>
                      <a:gd name="T9" fmla="*/ 0 h 860"/>
                      <a:gd name="T10" fmla="*/ 0 w 702"/>
                      <a:gd name="T11" fmla="*/ 84944 h 860"/>
                      <a:gd name="T12" fmla="*/ 32407 w 702"/>
                      <a:gd name="T13" fmla="*/ 151738 h 860"/>
                      <a:gd name="T14" fmla="*/ 39905 w 702"/>
                      <a:gd name="T15" fmla="*/ 173761 h 860"/>
                      <a:gd name="T16" fmla="*/ 64331 w 702"/>
                      <a:gd name="T17" fmla="*/ 173761 h 860"/>
                      <a:gd name="T18" fmla="*/ 64331 w 702"/>
                      <a:gd name="T19" fmla="*/ 173761 h 860"/>
                      <a:gd name="T20" fmla="*/ 104961 w 702"/>
                      <a:gd name="T21" fmla="*/ 173761 h 860"/>
                      <a:gd name="T22" fmla="*/ 101334 w 702"/>
                      <a:gd name="T23" fmla="*/ 183925 h 860"/>
                      <a:gd name="T24" fmla="*/ 68684 w 702"/>
                      <a:gd name="T25" fmla="*/ 183925 h 860"/>
                      <a:gd name="T26" fmla="*/ 68684 w 702"/>
                      <a:gd name="T27" fmla="*/ 183925 h 860"/>
                      <a:gd name="T28" fmla="*/ 43290 w 702"/>
                      <a:gd name="T29" fmla="*/ 183925 h 860"/>
                      <a:gd name="T30" fmla="*/ 51271 w 702"/>
                      <a:gd name="T31" fmla="*/ 208126 h 860"/>
                      <a:gd name="T32" fmla="*/ 51271 w 702"/>
                      <a:gd name="T33" fmla="*/ 208126 h 860"/>
                      <a:gd name="T34" fmla="*/ 52239 w 702"/>
                      <a:gd name="T35" fmla="*/ 208126 h 860"/>
                      <a:gd name="T36" fmla="*/ 118021 w 702"/>
                      <a:gd name="T37" fmla="*/ 208126 h 860"/>
                      <a:gd name="T38" fmla="*/ 118746 w 702"/>
                      <a:gd name="T39" fmla="*/ 208126 h 860"/>
                      <a:gd name="T40" fmla="*/ 137852 w 702"/>
                      <a:gd name="T41" fmla="*/ 151254 h 860"/>
                      <a:gd name="T42" fmla="*/ 169776 w 702"/>
                      <a:gd name="T43" fmla="*/ 84944 h 860"/>
                      <a:gd name="T44" fmla="*/ 84888 w 702"/>
                      <a:gd name="T45" fmla="*/ 0 h 860"/>
                      <a:gd name="T46" fmla="*/ 141964 w 702"/>
                      <a:gd name="T47" fmla="*/ 105999 h 860"/>
                      <a:gd name="T48" fmla="*/ 117295 w 702"/>
                      <a:gd name="T49" fmla="*/ 136250 h 860"/>
                      <a:gd name="T50" fmla="*/ 109798 w 702"/>
                      <a:gd name="T51" fmla="*/ 159241 h 860"/>
                      <a:gd name="T52" fmla="*/ 60462 w 702"/>
                      <a:gd name="T53" fmla="*/ 159241 h 860"/>
                      <a:gd name="T54" fmla="*/ 52964 w 702"/>
                      <a:gd name="T55" fmla="*/ 136734 h 860"/>
                      <a:gd name="T56" fmla="*/ 27812 w 702"/>
                      <a:gd name="T57" fmla="*/ 106241 h 860"/>
                      <a:gd name="T58" fmla="*/ 23943 w 702"/>
                      <a:gd name="T59" fmla="*/ 84944 h 860"/>
                      <a:gd name="T60" fmla="*/ 84888 w 702"/>
                      <a:gd name="T61" fmla="*/ 23959 h 860"/>
                      <a:gd name="T62" fmla="*/ 145833 w 702"/>
                      <a:gd name="T63" fmla="*/ 84944 h 860"/>
                      <a:gd name="T64" fmla="*/ 141964 w 702"/>
                      <a:gd name="T65" fmla="*/ 105999 h 860"/>
                      <a:gd name="T66" fmla="*/ 17694720 60000 65536"/>
                      <a:gd name="T67" fmla="*/ 0 60000 65536"/>
                      <a:gd name="T68" fmla="*/ 5898240 60000 65536"/>
                      <a:gd name="T69" fmla="*/ 1179648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w 702"/>
                      <a:gd name="T100" fmla="*/ 0 h 860"/>
                      <a:gd name="T101" fmla="*/ 702 w 702"/>
                      <a:gd name="T102" fmla="*/ 860 h 860"/>
                    </a:gdLst>
                    <a:ahLst/>
                    <a:cxnLst>
                      <a:cxn ang="T66">
                        <a:pos x="T0" y="T1"/>
                      </a:cxn>
                      <a:cxn ang="T67">
                        <a:pos x="T2" y="T3"/>
                      </a:cxn>
                      <a:cxn ang="T68">
                        <a:pos x="T4" y="T5"/>
                      </a:cxn>
                      <a:cxn ang="T69">
                        <a:pos x="T6" y="T7"/>
                      </a:cxn>
                      <a:cxn ang="T70">
                        <a:pos x="T8" y="T9"/>
                      </a:cxn>
                      <a:cxn ang="T71">
                        <a:pos x="T10" y="T11"/>
                      </a:cxn>
                      <a:cxn ang="T72">
                        <a:pos x="T12" y="T13"/>
                      </a:cxn>
                      <a:cxn ang="T73">
                        <a:pos x="T14" y="T15"/>
                      </a:cxn>
                      <a:cxn ang="T74">
                        <a:pos x="T16" y="T17"/>
                      </a:cxn>
                      <a:cxn ang="T75">
                        <a:pos x="T18" y="T19"/>
                      </a:cxn>
                      <a:cxn ang="T76">
                        <a:pos x="T20" y="T21"/>
                      </a:cxn>
                      <a:cxn ang="T77">
                        <a:pos x="T22" y="T23"/>
                      </a:cxn>
                      <a:cxn ang="T78">
                        <a:pos x="T24" y="T25"/>
                      </a:cxn>
                      <a:cxn ang="T79">
                        <a:pos x="T26" y="T27"/>
                      </a:cxn>
                      <a:cxn ang="T80">
                        <a:pos x="T28" y="T29"/>
                      </a:cxn>
                      <a:cxn ang="T81">
                        <a:pos x="T30" y="T31"/>
                      </a:cxn>
                      <a:cxn ang="T82">
                        <a:pos x="T32" y="T33"/>
                      </a:cxn>
                      <a:cxn ang="T83">
                        <a:pos x="T34" y="T35"/>
                      </a:cxn>
                      <a:cxn ang="T84">
                        <a:pos x="T36" y="T37"/>
                      </a:cxn>
                      <a:cxn ang="T85">
                        <a:pos x="T38" y="T39"/>
                      </a:cxn>
                      <a:cxn ang="T86">
                        <a:pos x="T40" y="T41"/>
                      </a:cxn>
                      <a:cxn ang="T87">
                        <a:pos x="T42" y="T43"/>
                      </a:cxn>
                      <a:cxn ang="T88">
                        <a:pos x="T44" y="T45"/>
                      </a:cxn>
                      <a:cxn ang="T89">
                        <a:pos x="T46" y="T47"/>
                      </a:cxn>
                      <a:cxn ang="T90">
                        <a:pos x="T48" y="T49"/>
                      </a:cxn>
                      <a:cxn ang="T91">
                        <a:pos x="T50" y="T51"/>
                      </a:cxn>
                      <a:cxn ang="T92">
                        <a:pos x="T52" y="T53"/>
                      </a:cxn>
                      <a:cxn ang="T93">
                        <a:pos x="T54" y="T55"/>
                      </a:cxn>
                      <a:cxn ang="T94">
                        <a:pos x="T56" y="T57"/>
                      </a:cxn>
                      <a:cxn ang="T95">
                        <a:pos x="T58" y="T59"/>
                      </a:cxn>
                      <a:cxn ang="T96">
                        <a:pos x="T60" y="T61"/>
                      </a:cxn>
                      <a:cxn ang="T97">
                        <a:pos x="T62" y="T63"/>
                      </a:cxn>
                      <a:cxn ang="T98">
                        <a:pos x="T64" y="T65"/>
                      </a:cxn>
                    </a:cxnLst>
                    <a:rect l="T99" t="T100" r="T101" b="T102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</p:grpSp>
            <p:sp>
              <p:nvSpPr>
                <p:cNvPr id="118" name="Tekstvak 124">
                  <a:extLst>
                    <a:ext uri="{FF2B5EF4-FFF2-40B4-BE49-F238E27FC236}">
                      <a16:creationId xmlns:a16="http://schemas.microsoft.com/office/drawing/2014/main" id="{5B7F4627-8741-F81B-134E-FA930CE8AC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-938165" y="6192453"/>
                  <a:ext cx="627799" cy="3222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 anchorCtr="1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altLang="en-NL" sz="100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87" name="Groep 93">
              <a:extLst>
                <a:ext uri="{FF2B5EF4-FFF2-40B4-BE49-F238E27FC236}">
                  <a16:creationId xmlns:a16="http://schemas.microsoft.com/office/drawing/2014/main" id="{92BC4320-5908-6032-1264-711ECF229F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426805" y="5129582"/>
              <a:ext cx="514285" cy="506541"/>
              <a:chOff x="-3426805" y="5129582"/>
              <a:chExt cx="514285" cy="506541"/>
            </a:xfrm>
          </p:grpSpPr>
          <p:grpSp>
            <p:nvGrpSpPr>
              <p:cNvPr id="98" name="Groep 104">
                <a:extLst>
                  <a:ext uri="{FF2B5EF4-FFF2-40B4-BE49-F238E27FC236}">
                    <a16:creationId xmlns:a16="http://schemas.microsoft.com/office/drawing/2014/main" id="{64A2217D-F9B0-96EF-A8A9-06ED7ED003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321695" y="5129582"/>
                <a:ext cx="319089" cy="306324"/>
                <a:chOff x="-3321695" y="5129582"/>
                <a:chExt cx="319089" cy="306324"/>
              </a:xfrm>
            </p:grpSpPr>
            <p:grpSp>
              <p:nvGrpSpPr>
                <p:cNvPr id="101" name="Groep 107">
                  <a:extLst>
                    <a:ext uri="{FF2B5EF4-FFF2-40B4-BE49-F238E27FC236}">
                      <a16:creationId xmlns:a16="http://schemas.microsoft.com/office/drawing/2014/main" id="{E85DB38F-127F-E704-BBC9-DB486CB5A26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321695" y="5129582"/>
                  <a:ext cx="282064" cy="270561"/>
                  <a:chOff x="-3321695" y="5129582"/>
                  <a:chExt cx="282064" cy="270561"/>
                </a:xfrm>
              </p:grpSpPr>
              <p:grpSp>
                <p:nvGrpSpPr>
                  <p:cNvPr id="108" name="Groep 114">
                    <a:extLst>
                      <a:ext uri="{FF2B5EF4-FFF2-40B4-BE49-F238E27FC236}">
                        <a16:creationId xmlns:a16="http://schemas.microsoft.com/office/drawing/2014/main" id="{B91DAFEC-DF11-7296-4E82-EEC4D3DE9EB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-3321695" y="5129582"/>
                    <a:ext cx="282064" cy="270561"/>
                    <a:chOff x="-3321695" y="5129582"/>
                    <a:chExt cx="282064" cy="270561"/>
                  </a:xfrm>
                </p:grpSpPr>
                <p:sp>
                  <p:nvSpPr>
                    <p:cNvPr id="111" name="Rechthoek 117">
                      <a:extLst>
                        <a:ext uri="{FF2B5EF4-FFF2-40B4-BE49-F238E27FC236}">
                          <a16:creationId xmlns:a16="http://schemas.microsoft.com/office/drawing/2014/main" id="{7D916CA8-BA83-20E7-E310-F256A25196D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3321695" y="5129582"/>
                      <a:ext cx="282064" cy="270561"/>
                    </a:xfrm>
                    <a:prstGeom prst="rect">
                      <a:avLst/>
                    </a:prstGeom>
                    <a:noFill/>
                    <a:ln w="12701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lIns="107999" tIns="0" rIns="0" bIns="0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altLang="en-NL" sz="8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2" name="Rechthoek 118">
                      <a:extLst>
                        <a:ext uri="{FF2B5EF4-FFF2-40B4-BE49-F238E27FC236}">
                          <a16:creationId xmlns:a16="http://schemas.microsoft.com/office/drawing/2014/main" id="{D55CBD4E-9F70-4B11-CA92-AD4F6E35BBC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3321695" y="5129582"/>
                      <a:ext cx="166237" cy="163814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12701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</p:spPr>
                  <p:txBody>
                    <a:bodyPr lIns="107999" tIns="0" rIns="0" bIns="0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altLang="en-NL" sz="8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3" name="Ovaal 119">
                      <a:extLst>
                        <a:ext uri="{FF2B5EF4-FFF2-40B4-BE49-F238E27FC236}">
                          <a16:creationId xmlns:a16="http://schemas.microsoft.com/office/drawing/2014/main" id="{F55CA64A-12EA-C907-ABE9-E115F63BDB2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3220425" y="5150275"/>
                      <a:ext cx="45866" cy="45866"/>
                    </a:xfrm>
                    <a:custGeom>
                      <a:avLst/>
                      <a:gdLst>
                        <a:gd name="T0" fmla="*/ 22933 w 45866"/>
                        <a:gd name="T1" fmla="*/ 0 h 45866"/>
                        <a:gd name="T2" fmla="*/ 45866 w 45866"/>
                        <a:gd name="T3" fmla="*/ 22933 h 45866"/>
                        <a:gd name="T4" fmla="*/ 22933 w 45866"/>
                        <a:gd name="T5" fmla="*/ 45866 h 45866"/>
                        <a:gd name="T6" fmla="*/ 0 w 45866"/>
                        <a:gd name="T7" fmla="*/ 22933 h 45866"/>
                        <a:gd name="T8" fmla="*/ 6717 w 45866"/>
                        <a:gd name="T9" fmla="*/ 6717 h 45866"/>
                        <a:gd name="T10" fmla="*/ 6717 w 45866"/>
                        <a:gd name="T11" fmla="*/ 39149 h 45866"/>
                        <a:gd name="T12" fmla="*/ 39149 w 45866"/>
                        <a:gd name="T13" fmla="*/ 39149 h 45866"/>
                        <a:gd name="T14" fmla="*/ 39149 w 45866"/>
                        <a:gd name="T15" fmla="*/ 6717 h 45866"/>
                        <a:gd name="T16" fmla="*/ 17694720 60000 65536"/>
                        <a:gd name="T17" fmla="*/ 0 60000 65536"/>
                        <a:gd name="T18" fmla="*/ 5898240 60000 65536"/>
                        <a:gd name="T19" fmla="*/ 11796480 60000 65536"/>
                        <a:gd name="T20" fmla="*/ 17694720 60000 65536"/>
                        <a:gd name="T21" fmla="*/ 5898240 60000 65536"/>
                        <a:gd name="T22" fmla="*/ 5898240 60000 65536"/>
                        <a:gd name="T23" fmla="*/ 17694720 60000 65536"/>
                        <a:gd name="T24" fmla="*/ 6717 w 45866"/>
                        <a:gd name="T25" fmla="*/ 6717 h 45866"/>
                        <a:gd name="T26" fmla="*/ 39149 w 45866"/>
                        <a:gd name="T27" fmla="*/ 39149 h 4586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45866" h="45866">
                          <a:moveTo>
                            <a:pt x="0" y="22933"/>
                          </a:moveTo>
                          <a:lnTo>
                            <a:pt x="0" y="22932"/>
                          </a:lnTo>
                          <a:cubicBezTo>
                            <a:pt x="0" y="35598"/>
                            <a:pt x="10267" y="45866"/>
                            <a:pt x="22933" y="45866"/>
                          </a:cubicBezTo>
                          <a:cubicBezTo>
                            <a:pt x="35598" y="45866"/>
                            <a:pt x="45866" y="35598"/>
                            <a:pt x="45866" y="22933"/>
                          </a:cubicBezTo>
                          <a:cubicBezTo>
                            <a:pt x="45866" y="10267"/>
                            <a:pt x="35598" y="0"/>
                            <a:pt x="22933" y="0"/>
                          </a:cubicBezTo>
                          <a:cubicBezTo>
                            <a:pt x="10267" y="-1"/>
                            <a:pt x="0" y="10267"/>
                            <a:pt x="0" y="22932"/>
                          </a:cubicBezTo>
                          <a:close/>
                        </a:path>
                      </a:pathLst>
                    </a:custGeom>
                    <a:solidFill>
                      <a:srgbClr val="ECC67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tIns="0" rIns="0" bIns="0" anchor="ctr"/>
                    <a:lstStyle/>
                    <a:p>
                      <a:endParaRPr lang="en-NL"/>
                    </a:p>
                  </p:txBody>
                </p:sp>
              </p:grpSp>
              <p:pic>
                <p:nvPicPr>
                  <p:cNvPr id="109" name="Afbeelding 115">
                    <a:extLst>
                      <a:ext uri="{FF2B5EF4-FFF2-40B4-BE49-F238E27FC236}">
                        <a16:creationId xmlns:a16="http://schemas.microsoft.com/office/drawing/2014/main" id="{D0BBF029-63D5-B93D-DEF6-0799DF5C2CD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3313822" y="5196224"/>
                    <a:ext cx="110157" cy="8909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110" name="Afbeelding 116">
                    <a:extLst>
                      <a:ext uri="{FF2B5EF4-FFF2-40B4-BE49-F238E27FC236}">
                        <a16:creationId xmlns:a16="http://schemas.microsoft.com/office/drawing/2014/main" id="{9C1E8225-DA0F-9F48-F471-1065DB14AC9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3270424" y="5211650"/>
                    <a:ext cx="110157" cy="708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grpSp>
              <p:nvGrpSpPr>
                <p:cNvPr id="102" name="Groep 108">
                  <a:extLst>
                    <a:ext uri="{FF2B5EF4-FFF2-40B4-BE49-F238E27FC236}">
                      <a16:creationId xmlns:a16="http://schemas.microsoft.com/office/drawing/2014/main" id="{92100D48-75FF-FA07-DB3E-A5A05D8E2DD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102203" y="5335871"/>
                  <a:ext cx="99597" cy="100035"/>
                  <a:chOff x="-3102203" y="5335871"/>
                  <a:chExt cx="99597" cy="100035"/>
                </a:xfrm>
              </p:grpSpPr>
              <p:sp>
                <p:nvSpPr>
                  <p:cNvPr id="106" name="Rechthoek 112">
                    <a:extLst>
                      <a:ext uri="{FF2B5EF4-FFF2-40B4-BE49-F238E27FC236}">
                        <a16:creationId xmlns:a16="http://schemas.microsoft.com/office/drawing/2014/main" id="{92EE938F-C3A8-865A-1165-D782A25DA2A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102202" y="5335871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7" name="Rechthoek 113">
                    <a:extLst>
                      <a:ext uri="{FF2B5EF4-FFF2-40B4-BE49-F238E27FC236}">
                        <a16:creationId xmlns:a16="http://schemas.microsoft.com/office/drawing/2014/main" id="{C49E2D41-2313-0C5E-CA8E-72628E5D0B5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13">
                    <a:off x="-3142308" y="5376415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03" name="Groep 109">
                  <a:extLst>
                    <a:ext uri="{FF2B5EF4-FFF2-40B4-BE49-F238E27FC236}">
                      <a16:creationId xmlns:a16="http://schemas.microsoft.com/office/drawing/2014/main" id="{BA580F0C-030B-1CDA-46FF-E0EBE8DA486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130969" y="5308806"/>
                  <a:ext cx="99597" cy="100024"/>
                  <a:chOff x="-3130969" y="5308806"/>
                  <a:chExt cx="99597" cy="100024"/>
                </a:xfrm>
              </p:grpSpPr>
              <p:sp>
                <p:nvSpPr>
                  <p:cNvPr id="104" name="Rechthoek 110">
                    <a:extLst>
                      <a:ext uri="{FF2B5EF4-FFF2-40B4-BE49-F238E27FC236}">
                        <a16:creationId xmlns:a16="http://schemas.microsoft.com/office/drawing/2014/main" id="{32F3690B-BA64-EAE5-F898-8729A999021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0799991">
                    <a:off x="-3130969" y="5389445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5" name="Rechthoek 111">
                    <a:extLst>
                      <a:ext uri="{FF2B5EF4-FFF2-40B4-BE49-F238E27FC236}">
                        <a16:creationId xmlns:a16="http://schemas.microsoft.com/office/drawing/2014/main" id="{1171B1A4-7F21-C71A-276F-90FA35561AE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399996">
                    <a:off x="-3090862" y="5348911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99" name="Rechthoek 105">
                <a:extLst>
                  <a:ext uri="{FF2B5EF4-FFF2-40B4-BE49-F238E27FC236}">
                    <a16:creationId xmlns:a16="http://schemas.microsoft.com/office/drawing/2014/main" id="{E9CD75E7-D02B-07F0-E789-5931D8ABE9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426805" y="5461967"/>
                <a:ext cx="514285" cy="1100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0" name="Gelijkbenige driehoek 106">
                <a:extLst>
                  <a:ext uri="{FF2B5EF4-FFF2-40B4-BE49-F238E27FC236}">
                    <a16:creationId xmlns:a16="http://schemas.microsoft.com/office/drawing/2014/main" id="{8D57ADDE-D939-7FB5-4780-1144C085A489}"/>
                  </a:ext>
                </a:extLst>
              </p:cNvPr>
              <p:cNvSpPr>
                <a:spLocks/>
              </p:cNvSpPr>
              <p:nvPr/>
            </p:nvSpPr>
            <p:spPr bwMode="auto">
              <a:xfrm rot="10799991">
                <a:off x="-3199339" y="5601193"/>
                <a:ext cx="59335" cy="34930"/>
              </a:xfrm>
              <a:custGeom>
                <a:avLst/>
                <a:gdLst>
                  <a:gd name="T0" fmla="*/ 29668 w 59335"/>
                  <a:gd name="T1" fmla="*/ 0 h 34930"/>
                  <a:gd name="T2" fmla="*/ 59335 w 59335"/>
                  <a:gd name="T3" fmla="*/ 17465 h 34930"/>
                  <a:gd name="T4" fmla="*/ 29668 w 59335"/>
                  <a:gd name="T5" fmla="*/ 34930 h 34930"/>
                  <a:gd name="T6" fmla="*/ 0 w 59335"/>
                  <a:gd name="T7" fmla="*/ 17465 h 34930"/>
                  <a:gd name="T8" fmla="*/ 29667 w 59335"/>
                  <a:gd name="T9" fmla="*/ 0 h 34930"/>
                  <a:gd name="T10" fmla="*/ 14834 w 59335"/>
                  <a:gd name="T11" fmla="*/ 17465 h 34930"/>
                  <a:gd name="T12" fmla="*/ 0 w 59335"/>
                  <a:gd name="T13" fmla="*/ 34930 h 34930"/>
                  <a:gd name="T14" fmla="*/ 29667 w 59335"/>
                  <a:gd name="T15" fmla="*/ 34930 h 34930"/>
                  <a:gd name="T16" fmla="*/ 59335 w 59335"/>
                  <a:gd name="T17" fmla="*/ 34930 h 34930"/>
                  <a:gd name="T18" fmla="*/ 44501 w 59335"/>
                  <a:gd name="T19" fmla="*/ 17465 h 34930"/>
                  <a:gd name="T20" fmla="*/ 17694720 60000 65536"/>
                  <a:gd name="T21" fmla="*/ 0 60000 65536"/>
                  <a:gd name="T22" fmla="*/ 5898240 60000 65536"/>
                  <a:gd name="T23" fmla="*/ 11796480 60000 65536"/>
                  <a:gd name="T24" fmla="*/ 17694720 60000 65536"/>
                  <a:gd name="T25" fmla="*/ 11796480 60000 65536"/>
                  <a:gd name="T26" fmla="*/ 5898240 60000 65536"/>
                  <a:gd name="T27" fmla="*/ 5898240 60000 65536"/>
                  <a:gd name="T28" fmla="*/ 5898240 60000 65536"/>
                  <a:gd name="T29" fmla="*/ 0 60000 65536"/>
                  <a:gd name="T30" fmla="*/ 14834 w 59335"/>
                  <a:gd name="T31" fmla="*/ 17465 h 34930"/>
                  <a:gd name="T32" fmla="*/ 44501 w 59335"/>
                  <a:gd name="T33" fmla="*/ 34930 h 349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9335" h="34930">
                    <a:moveTo>
                      <a:pt x="0" y="34930"/>
                    </a:moveTo>
                    <a:lnTo>
                      <a:pt x="29667" y="0"/>
                    </a:lnTo>
                    <a:lnTo>
                      <a:pt x="59335" y="34930"/>
                    </a:lnTo>
                    <a:lnTo>
                      <a:pt x="0" y="34930"/>
                    </a:lnTo>
                    <a:close/>
                  </a:path>
                </a:pathLst>
              </a:custGeom>
              <a:solidFill>
                <a:srgbClr val="8181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/>
              <a:p>
                <a:endParaRPr lang="en-NL"/>
              </a:p>
            </p:txBody>
          </p:sp>
        </p:grpSp>
        <p:sp>
          <p:nvSpPr>
            <p:cNvPr id="88" name="Ovaal 94">
              <a:extLst>
                <a:ext uri="{FF2B5EF4-FFF2-40B4-BE49-F238E27FC236}">
                  <a16:creationId xmlns:a16="http://schemas.microsoft.com/office/drawing/2014/main" id="{A05F463A-9DC9-099F-1908-BB2AA65C8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1811179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9" name="Rechthoek 95">
              <a:extLst>
                <a:ext uri="{FF2B5EF4-FFF2-40B4-BE49-F238E27FC236}">
                  <a16:creationId xmlns:a16="http://schemas.microsoft.com/office/drawing/2014/main" id="{BCB18126-0DD2-9A4D-08B8-10B6E4A36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1811188"/>
              <a:ext cx="2944678" cy="326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0" name="Rechthoek 96">
              <a:extLst>
                <a:ext uri="{FF2B5EF4-FFF2-40B4-BE49-F238E27FC236}">
                  <a16:creationId xmlns:a16="http://schemas.microsoft.com/office/drawing/2014/main" id="{B896239B-5630-1ABB-E633-CE3B77506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245757"/>
              <a:ext cx="825502" cy="209553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1" name="Groep 97">
              <a:extLst>
                <a:ext uri="{FF2B5EF4-FFF2-40B4-BE49-F238E27FC236}">
                  <a16:creationId xmlns:a16="http://schemas.microsoft.com/office/drawing/2014/main" id="{8990D5C0-14E4-43F5-FAC7-EDEF4A089E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365485" y="1226978"/>
              <a:ext cx="446940" cy="406486"/>
              <a:chOff x="-3365485" y="1226978"/>
              <a:chExt cx="446940" cy="406486"/>
            </a:xfrm>
          </p:grpSpPr>
          <p:grpSp>
            <p:nvGrpSpPr>
              <p:cNvPr id="92" name="Groep 98">
                <a:extLst>
                  <a:ext uri="{FF2B5EF4-FFF2-40B4-BE49-F238E27FC236}">
                    <a16:creationId xmlns:a16="http://schemas.microsoft.com/office/drawing/2014/main" id="{012EDC83-1325-7077-C852-D815864EC6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285311" y="1226978"/>
                <a:ext cx="284168" cy="246686"/>
                <a:chOff x="-3285311" y="1226978"/>
                <a:chExt cx="284168" cy="246686"/>
              </a:xfrm>
            </p:grpSpPr>
            <p:sp>
              <p:nvSpPr>
                <p:cNvPr id="94" name="Vrije vorm: vorm 100">
                  <a:extLst>
                    <a:ext uri="{FF2B5EF4-FFF2-40B4-BE49-F238E27FC236}">
                      <a16:creationId xmlns:a16="http://schemas.microsoft.com/office/drawing/2014/main" id="{E834AAC4-C73E-0157-8DDA-956E2A9435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3236719" y="1287612"/>
                  <a:ext cx="47978" cy="47868"/>
                </a:xfrm>
                <a:custGeom>
                  <a:avLst/>
                  <a:gdLst>
                    <a:gd name="T0" fmla="*/ 23989 w 371475"/>
                    <a:gd name="T1" fmla="*/ 0 h 371475"/>
                    <a:gd name="T2" fmla="*/ 47978 w 371475"/>
                    <a:gd name="T3" fmla="*/ 23934 h 371475"/>
                    <a:gd name="T4" fmla="*/ 23989 w 371475"/>
                    <a:gd name="T5" fmla="*/ 47868 h 371475"/>
                    <a:gd name="T6" fmla="*/ 0 w 371475"/>
                    <a:gd name="T7" fmla="*/ 23934 h 371475"/>
                    <a:gd name="T8" fmla="*/ 47670 w 371475"/>
                    <a:gd name="T9" fmla="*/ 24241 h 371475"/>
                    <a:gd name="T10" fmla="*/ 24297 w 371475"/>
                    <a:gd name="T11" fmla="*/ 47561 h 371475"/>
                    <a:gd name="T12" fmla="*/ 923 w 371475"/>
                    <a:gd name="T13" fmla="*/ 24241 h 371475"/>
                    <a:gd name="T14" fmla="*/ 24297 w 371475"/>
                    <a:gd name="T15" fmla="*/ 921 h 371475"/>
                    <a:gd name="T16" fmla="*/ 47670 w 371475"/>
                    <a:gd name="T17" fmla="*/ 24241 h 371475"/>
                    <a:gd name="T18" fmla="*/ 17694720 60000 65536"/>
                    <a:gd name="T19" fmla="*/ 0 60000 65536"/>
                    <a:gd name="T20" fmla="*/ 5898240 60000 65536"/>
                    <a:gd name="T21" fmla="*/ 1179648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71475"/>
                    <a:gd name="T28" fmla="*/ 0 h 371475"/>
                    <a:gd name="T29" fmla="*/ 371475 w 371475"/>
                    <a:gd name="T30" fmla="*/ 371475 h 371475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NL"/>
                </a:p>
              </p:txBody>
            </p:sp>
            <p:grpSp>
              <p:nvGrpSpPr>
                <p:cNvPr id="95" name="Groep 101">
                  <a:extLst>
                    <a:ext uri="{FF2B5EF4-FFF2-40B4-BE49-F238E27FC236}">
                      <a16:creationId xmlns:a16="http://schemas.microsoft.com/office/drawing/2014/main" id="{F3DC0E1E-CB74-08C8-2544-039C6FDA610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285311" y="1226978"/>
                  <a:ext cx="284168" cy="246686"/>
                  <a:chOff x="-3285311" y="1226978"/>
                  <a:chExt cx="284168" cy="246686"/>
                </a:xfrm>
              </p:grpSpPr>
              <p:sp>
                <p:nvSpPr>
                  <p:cNvPr id="96" name="Vrije vorm: vorm 102">
                    <a:extLst>
                      <a:ext uri="{FF2B5EF4-FFF2-40B4-BE49-F238E27FC236}">
                        <a16:creationId xmlns:a16="http://schemas.microsoft.com/office/drawing/2014/main" id="{9EFFCD5E-02A1-7008-0FB8-8E533945067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3285311" y="1226978"/>
                    <a:ext cx="284168" cy="246686"/>
                  </a:xfrm>
                  <a:custGeom>
                    <a:avLst/>
                    <a:gdLst>
                      <a:gd name="T0" fmla="*/ 142084 w 2200275"/>
                      <a:gd name="T1" fmla="*/ 0 h 1914525"/>
                      <a:gd name="T2" fmla="*/ 284168 w 2200275"/>
                      <a:gd name="T3" fmla="*/ 123343 h 1914525"/>
                      <a:gd name="T4" fmla="*/ 142084 w 2200275"/>
                      <a:gd name="T5" fmla="*/ 246686 h 1914525"/>
                      <a:gd name="T6" fmla="*/ 0 w 2200275"/>
                      <a:gd name="T7" fmla="*/ 123343 h 1914525"/>
                      <a:gd name="T8" fmla="*/ 923 w 2200275"/>
                      <a:gd name="T9" fmla="*/ 921 h 1914525"/>
                      <a:gd name="T10" fmla="*/ 923 w 2200275"/>
                      <a:gd name="T11" fmla="*/ 31603 h 1914525"/>
                      <a:gd name="T12" fmla="*/ 55911 w 2200275"/>
                      <a:gd name="T13" fmla="*/ 31603 h 1914525"/>
                      <a:gd name="T14" fmla="*/ 55911 w 2200275"/>
                      <a:gd name="T15" fmla="*/ 31603 h 1914525"/>
                      <a:gd name="T16" fmla="*/ 253106 w 2200275"/>
                      <a:gd name="T17" fmla="*/ 31603 h 1914525"/>
                      <a:gd name="T18" fmla="*/ 253106 w 2200275"/>
                      <a:gd name="T19" fmla="*/ 215697 h 1914525"/>
                      <a:gd name="T20" fmla="*/ 31677 w 2200275"/>
                      <a:gd name="T21" fmla="*/ 215697 h 1914525"/>
                      <a:gd name="T22" fmla="*/ 31677 w 2200275"/>
                      <a:gd name="T23" fmla="*/ 45103 h 1914525"/>
                      <a:gd name="T24" fmla="*/ 923 w 2200275"/>
                      <a:gd name="T25" fmla="*/ 45103 h 1914525"/>
                      <a:gd name="T26" fmla="*/ 923 w 2200275"/>
                      <a:gd name="T27" fmla="*/ 246379 h 1914525"/>
                      <a:gd name="T28" fmla="*/ 283860 w 2200275"/>
                      <a:gd name="T29" fmla="*/ 246379 h 1914525"/>
                      <a:gd name="T30" fmla="*/ 283860 w 2200275"/>
                      <a:gd name="T31" fmla="*/ 921 h 1914525"/>
                      <a:gd name="T32" fmla="*/ 17694720 60000 65536"/>
                      <a:gd name="T33" fmla="*/ 0 60000 65536"/>
                      <a:gd name="T34" fmla="*/ 5898240 60000 65536"/>
                      <a:gd name="T35" fmla="*/ 1179648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2200275"/>
                      <a:gd name="T49" fmla="*/ 0 h 1914525"/>
                      <a:gd name="T50" fmla="*/ 2200275 w 2200275"/>
                      <a:gd name="T51" fmla="*/ 1914525 h 191452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lnTo>
                          <a:pt x="714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NL"/>
                  </a:p>
                </p:txBody>
              </p:sp>
              <p:sp>
                <p:nvSpPr>
                  <p:cNvPr id="97" name="Vrije vorm: vorm 103">
                    <a:extLst>
                      <a:ext uri="{FF2B5EF4-FFF2-40B4-BE49-F238E27FC236}">
                        <a16:creationId xmlns:a16="http://schemas.microsoft.com/office/drawing/2014/main" id="{05A774C8-CC11-63A8-405D-15E2F7A8699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3236847" y="1303321"/>
                    <a:ext cx="185751" cy="114144"/>
                  </a:xfrm>
                  <a:custGeom>
                    <a:avLst/>
                    <a:gdLst>
                      <a:gd name="T0" fmla="*/ 92876 w 1438275"/>
                      <a:gd name="T1" fmla="*/ 0 h 885825"/>
                      <a:gd name="T2" fmla="*/ 185751 w 1438275"/>
                      <a:gd name="T3" fmla="*/ 57072 h 885825"/>
                      <a:gd name="T4" fmla="*/ 92876 w 1438275"/>
                      <a:gd name="T5" fmla="*/ 114144 h 885825"/>
                      <a:gd name="T6" fmla="*/ 0 w 1438275"/>
                      <a:gd name="T7" fmla="*/ 57072 h 885825"/>
                      <a:gd name="T8" fmla="*/ 138206 w 1438275"/>
                      <a:gd name="T9" fmla="*/ 921 h 885825"/>
                      <a:gd name="T10" fmla="*/ 103516 w 1438275"/>
                      <a:gd name="T11" fmla="*/ 35532 h 885825"/>
                      <a:gd name="T12" fmla="*/ 85556 w 1438275"/>
                      <a:gd name="T13" fmla="*/ 17735 h 885825"/>
                      <a:gd name="T14" fmla="*/ 923 w 1438275"/>
                      <a:gd name="T15" fmla="*/ 101073 h 885825"/>
                      <a:gd name="T16" fmla="*/ 13962 w 1438275"/>
                      <a:gd name="T17" fmla="*/ 114083 h 885825"/>
                      <a:gd name="T18" fmla="*/ 85556 w 1438275"/>
                      <a:gd name="T19" fmla="*/ 43632 h 885825"/>
                      <a:gd name="T20" fmla="*/ 119877 w 1438275"/>
                      <a:gd name="T21" fmla="*/ 77998 h 885825"/>
                      <a:gd name="T22" fmla="*/ 132916 w 1438275"/>
                      <a:gd name="T23" fmla="*/ 64866 h 885825"/>
                      <a:gd name="T24" fmla="*/ 116556 w 1438275"/>
                      <a:gd name="T25" fmla="*/ 48542 h 885825"/>
                      <a:gd name="T26" fmla="*/ 138206 w 1438275"/>
                      <a:gd name="T27" fmla="*/ 26940 h 885825"/>
                      <a:gd name="T28" fmla="*/ 172773 w 1438275"/>
                      <a:gd name="T29" fmla="*/ 61920 h 885825"/>
                      <a:gd name="T30" fmla="*/ 185812 w 1438275"/>
                      <a:gd name="T31" fmla="*/ 48787 h 885825"/>
                      <a:gd name="T32" fmla="*/ 17694720 60000 65536"/>
                      <a:gd name="T33" fmla="*/ 0 60000 65536"/>
                      <a:gd name="T34" fmla="*/ 5898240 60000 65536"/>
                      <a:gd name="T35" fmla="*/ 1179648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1438275"/>
                      <a:gd name="T49" fmla="*/ 0 h 885825"/>
                      <a:gd name="T50" fmla="*/ 1438275 w 1438275"/>
                      <a:gd name="T51" fmla="*/ 885825 h 88582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lnTo>
                          <a:pt x="107013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NL"/>
                  </a:p>
                </p:txBody>
              </p:sp>
            </p:grpSp>
          </p:grpSp>
          <p:sp>
            <p:nvSpPr>
              <p:cNvPr id="93" name="Tekstvak 99">
                <a:extLst>
                  <a:ext uri="{FF2B5EF4-FFF2-40B4-BE49-F238E27FC236}">
                    <a16:creationId xmlns:a16="http://schemas.microsoft.com/office/drawing/2014/main" id="{13001DEA-6632-BB74-CBF9-A5AA5C3448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365485" y="1489959"/>
                <a:ext cx="446940" cy="1435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8004" rIns="0" bIns="0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0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  <p:sp>
        <p:nvSpPr>
          <p:cNvPr id="2" name="Tijdelijke aanduiding voor tekst 18"/>
          <p:cNvSpPr txBox="1">
            <a:spLocks noGrp="1" noMove="1" noResize="1"/>
          </p:cNvSpPr>
          <p:nvPr>
            <p:ph type="body" idx="4294967295"/>
          </p:nvPr>
        </p:nvSpPr>
        <p:spPr>
          <a:xfrm>
            <a:off x="720364" y="6216740"/>
            <a:ext cx="961198" cy="381597"/>
          </a:xfr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6617879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(L) + text |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INSTRUCTION">
            <a:extLst>
              <a:ext uri="{FF2B5EF4-FFF2-40B4-BE49-F238E27FC236}">
                <a16:creationId xmlns:a16="http://schemas.microsoft.com/office/drawing/2014/main" id="{92059020-6CD7-0660-B599-346158863AE5}"/>
              </a:ext>
            </a:extLst>
          </p:cNvPr>
          <p:cNvGrpSpPr>
            <a:grpSpLocks/>
          </p:cNvGrpSpPr>
          <p:nvPr/>
        </p:nvGrpSpPr>
        <p:grpSpPr bwMode="auto">
          <a:xfrm>
            <a:off x="12377738" y="0"/>
            <a:ext cx="3692525" cy="5359400"/>
            <a:chOff x="12377592" y="0"/>
            <a:chExt cx="3693389" cy="5359343"/>
          </a:xfrm>
        </p:grpSpPr>
        <p:sp>
          <p:nvSpPr>
            <p:cNvPr id="4" name="Rechthoek 6">
              <a:extLst>
                <a:ext uri="{FF2B5EF4-FFF2-40B4-BE49-F238E27FC236}">
                  <a16:creationId xmlns:a16="http://schemas.microsoft.com/office/drawing/2014/main" id="{1D6FCFF0-11FF-5F5F-207D-993FA133FF09}"/>
                </a:ext>
              </a:extLst>
            </p:cNvPr>
            <p:cNvSpPr/>
            <p:nvPr/>
          </p:nvSpPr>
          <p:spPr>
            <a:xfrm>
              <a:off x="12377592" y="0"/>
              <a:ext cx="3593353" cy="4641801"/>
            </a:xfrm>
            <a:prstGeom prst="rect">
              <a:avLst/>
            </a:prstGeom>
            <a:solidFill>
              <a:srgbClr val="FFFFFF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Choosing text levels</a:t>
              </a:r>
            </a:p>
          </p:txBody>
        </p:sp>
        <p:sp>
          <p:nvSpPr>
            <p:cNvPr id="5" name="Ovaal 9">
              <a:extLst>
                <a:ext uri="{FF2B5EF4-FFF2-40B4-BE49-F238E27FC236}">
                  <a16:creationId xmlns:a16="http://schemas.microsoft.com/office/drawing/2014/main" id="{63C9D0F0-AB58-B852-37E9-72A2039CF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1837486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6" name="Rechthoek 10">
              <a:extLst>
                <a:ext uri="{FF2B5EF4-FFF2-40B4-BE49-F238E27FC236}">
                  <a16:creationId xmlns:a16="http://schemas.microsoft.com/office/drawing/2014/main" id="{DB7ADB65-F5FD-DD8A-0E52-4C3F25069B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1837486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57188" indent="-357188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00A6D6"/>
                </a:buClr>
                <a:buSzPct val="100000"/>
                <a:buFont typeface="Calibri" panose="020F0502020204030204" pitchFamily="34" charset="0"/>
                <a:buChar char="•"/>
              </a:pPr>
              <a:r>
                <a:rPr lang="en-GB" altLang="en-NL" sz="1400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7" name="Ovaal 11">
              <a:extLst>
                <a:ext uri="{FF2B5EF4-FFF2-40B4-BE49-F238E27FC236}">
                  <a16:creationId xmlns:a16="http://schemas.microsoft.com/office/drawing/2014/main" id="{537E5ACE-888D-EBDA-75A1-44A4C14B32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2128768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" name="Rechthoek 12">
              <a:extLst>
                <a:ext uri="{FF2B5EF4-FFF2-40B4-BE49-F238E27FC236}">
                  <a16:creationId xmlns:a16="http://schemas.microsoft.com/office/drawing/2014/main" id="{B4AE622C-6BA3-81D8-921A-BCCB8DDE7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59850" y="1196117"/>
              <a:ext cx="3229048" cy="459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9" name="Rechthoek 13">
              <a:extLst>
                <a:ext uri="{FF2B5EF4-FFF2-40B4-BE49-F238E27FC236}">
                  <a16:creationId xmlns:a16="http://schemas.microsoft.com/office/drawing/2014/main" id="{D6F87735-0E98-4629-FCCC-69DA04DFD6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2128869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715963" indent="-357188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00A6D6"/>
                </a:buClr>
                <a:buSzPct val="100000"/>
                <a:buFont typeface="Calibri" panose="020F0502020204030204" pitchFamily="34" charset="0"/>
                <a:buChar char="•"/>
              </a:pPr>
              <a:r>
                <a:rPr lang="en-GB" altLang="en-NL" sz="1400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0" name="Ovaal 14">
              <a:extLst>
                <a:ext uri="{FF2B5EF4-FFF2-40B4-BE49-F238E27FC236}">
                  <a16:creationId xmlns:a16="http://schemas.microsoft.com/office/drawing/2014/main" id="{A3B8A835-6D5A-CAE4-9AEE-F3A82CDCF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2420051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1" name="Rechthoek 15">
              <a:extLst>
                <a:ext uri="{FF2B5EF4-FFF2-40B4-BE49-F238E27FC236}">
                  <a16:creationId xmlns:a16="http://schemas.microsoft.com/office/drawing/2014/main" id="{75B93B5C-6185-178A-08FF-14E88B375E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2420261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400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2" name="Ovaal 16">
              <a:extLst>
                <a:ext uri="{FF2B5EF4-FFF2-40B4-BE49-F238E27FC236}">
                  <a16:creationId xmlns:a16="http://schemas.microsoft.com/office/drawing/2014/main" id="{FC35A8A5-D60E-1AE5-7D9C-08D1EE8F39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2711333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3" name="Rechthoek 17">
              <a:extLst>
                <a:ext uri="{FF2B5EF4-FFF2-40B4-BE49-F238E27FC236}">
                  <a16:creationId xmlns:a16="http://schemas.microsoft.com/office/drawing/2014/main" id="{24D48EC2-AABE-C4F5-8B8D-6E3A2D18E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2711653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2400" b="1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14" name="Ovaal 20">
              <a:extLst>
                <a:ext uri="{FF2B5EF4-FFF2-40B4-BE49-F238E27FC236}">
                  <a16:creationId xmlns:a16="http://schemas.microsoft.com/office/drawing/2014/main" id="{D72EC391-8495-9EE1-39D8-D2427F438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3002624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5" name="Rechthoek 21">
              <a:extLst>
                <a:ext uri="{FF2B5EF4-FFF2-40B4-BE49-F238E27FC236}">
                  <a16:creationId xmlns:a16="http://schemas.microsoft.com/office/drawing/2014/main" id="{70D8E899-267A-64FD-6623-950BAF340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3003035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>
                  <a:solidFill>
                    <a:srgbClr val="00A6D6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16" name="Ovaal 22">
              <a:extLst>
                <a:ext uri="{FF2B5EF4-FFF2-40B4-BE49-F238E27FC236}">
                  <a16:creationId xmlns:a16="http://schemas.microsoft.com/office/drawing/2014/main" id="{C4930B15-0A67-46C5-2C10-4087CA3D0E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3293906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7" name="Rechthoek 23">
              <a:extLst>
                <a:ext uri="{FF2B5EF4-FFF2-40B4-BE49-F238E27FC236}">
                  <a16:creationId xmlns:a16="http://schemas.microsoft.com/office/drawing/2014/main" id="{0B5DB66E-785A-0E4C-C727-5320C3067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3585819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57188" indent="-357188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00A6D6"/>
                </a:buClr>
                <a:buSzPct val="100000"/>
                <a:buFont typeface="Arial" panose="020B0604020202020204" pitchFamily="34" charset="0"/>
                <a:buAutoNum type="arabicPeriod"/>
              </a:pPr>
              <a:r>
                <a:rPr lang="en-GB" altLang="en-NL" sz="1400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18" name="Ovaal 24">
              <a:extLst>
                <a:ext uri="{FF2B5EF4-FFF2-40B4-BE49-F238E27FC236}">
                  <a16:creationId xmlns:a16="http://schemas.microsoft.com/office/drawing/2014/main" id="{3EB84896-D6AE-567A-3C25-85492A75C7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3585188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9" name="Rechthoek 25">
              <a:extLst>
                <a:ext uri="{FF2B5EF4-FFF2-40B4-BE49-F238E27FC236}">
                  <a16:creationId xmlns:a16="http://schemas.microsoft.com/office/drawing/2014/main" id="{D13302AC-B2F6-FAA8-40BC-878302B1A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38203" y="3877211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42900" indent="-3429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00A6D6"/>
                </a:buClr>
                <a:buSzPct val="100000"/>
                <a:buFont typeface="Arial" panose="020B0604020202020204" pitchFamily="34" charset="0"/>
                <a:buAutoNum type="alphaLcPeriod"/>
              </a:pPr>
              <a:r>
                <a:rPr lang="en-GB" altLang="en-NL" sz="1400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0" name="Ovaal 26">
              <a:extLst>
                <a:ext uri="{FF2B5EF4-FFF2-40B4-BE49-F238E27FC236}">
                  <a16:creationId xmlns:a16="http://schemas.microsoft.com/office/drawing/2014/main" id="{9039F651-3537-AC74-DC22-D95A889A4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3876470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1" name="Rechthoek 27">
              <a:extLst>
                <a:ext uri="{FF2B5EF4-FFF2-40B4-BE49-F238E27FC236}">
                  <a16:creationId xmlns:a16="http://schemas.microsoft.com/office/drawing/2014/main" id="{F09D7AA5-6C0F-2F79-5FA2-CB0B79FFC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4168594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 i="1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2" name="Ovaal 28">
              <a:extLst>
                <a:ext uri="{FF2B5EF4-FFF2-40B4-BE49-F238E27FC236}">
                  <a16:creationId xmlns:a16="http://schemas.microsoft.com/office/drawing/2014/main" id="{D166C2F8-BFDD-62B9-FE55-48860C93BA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4168594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3" name="Rechthoek 29">
              <a:extLst>
                <a:ext uri="{FF2B5EF4-FFF2-40B4-BE49-F238E27FC236}">
                  <a16:creationId xmlns:a16="http://schemas.microsoft.com/office/drawing/2014/main" id="{9C7B66EE-5624-484B-DDCD-21825CD105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3294427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400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24" name="Rechthoek 30">
              <a:extLst>
                <a:ext uri="{FF2B5EF4-FFF2-40B4-BE49-F238E27FC236}">
                  <a16:creationId xmlns:a16="http://schemas.microsoft.com/office/drawing/2014/main" id="{F7FE8D37-68AF-2F96-8D05-5B5E220BA7CD}"/>
                </a:ext>
              </a:extLst>
            </p:cNvPr>
            <p:cNvSpPr/>
            <p:nvPr/>
          </p:nvSpPr>
          <p:spPr>
            <a:xfrm>
              <a:off x="12377592" y="4530677"/>
              <a:ext cx="3593353" cy="828666"/>
            </a:xfrm>
            <a:prstGeom prst="rect">
              <a:avLst/>
            </a:prstGeom>
            <a:solidFill>
              <a:srgbClr val="ECECEC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 anchor="ctr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Want to know more?</a:t>
              </a:r>
              <a:b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</a:b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Go to the tab</a:t>
              </a: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 'SLIDEBUILDER’ </a:t>
              </a: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and click</a:t>
              </a:r>
              <a:b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</a:b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on the button </a:t>
              </a: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‘Inspiration'</a:t>
              </a:r>
            </a:p>
          </p:txBody>
        </p:sp>
        <p:grpSp>
          <p:nvGrpSpPr>
            <p:cNvPr id="25" name="ICOON_info">
              <a:extLst>
                <a:ext uri="{FF2B5EF4-FFF2-40B4-BE49-F238E27FC236}">
                  <a16:creationId xmlns:a16="http://schemas.microsoft.com/office/drawing/2014/main" id="{6B9F1790-16DF-8471-E999-53D218CB85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87298" y="4400184"/>
              <a:ext cx="283683" cy="283683"/>
              <a:chOff x="15787298" y="4400184"/>
              <a:chExt cx="283683" cy="283683"/>
            </a:xfrm>
          </p:grpSpPr>
          <p:sp>
            <p:nvSpPr>
              <p:cNvPr id="73" name="Ovaal 79">
                <a:extLst>
                  <a:ext uri="{FF2B5EF4-FFF2-40B4-BE49-F238E27FC236}">
                    <a16:creationId xmlns:a16="http://schemas.microsoft.com/office/drawing/2014/main" id="{3C68A193-45CC-21E0-B8E6-DE6A1DB5E776}"/>
                  </a:ext>
                </a:extLst>
              </p:cNvPr>
              <p:cNvSpPr/>
              <p:nvPr/>
            </p:nvSpPr>
            <p:spPr>
              <a:xfrm>
                <a:off x="15807395" y="4419553"/>
                <a:ext cx="244532" cy="244472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211F26"/>
              </a:solidFill>
              <a:ln>
                <a:noFill/>
                <a:prstDash val="solid"/>
              </a:ln>
            </p:spPr>
            <p:txBody>
              <a:bodyPr lIns="179999" tIns="179999" rIns="179999" bIns="179999" anchor="ctr" anchorCtr="1"/>
              <a:lstStyle/>
              <a:p>
                <a:pPr algn="ctr"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600" cap="all">
                  <a:solidFill>
                    <a:srgbClr val="FFFFFF"/>
                  </a:solidFill>
                  <a:latin typeface="Calibri" pitchFamily="34"/>
                  <a:cs typeface="Calibri" pitchFamily="34"/>
                </a:endParaRPr>
              </a:p>
            </p:txBody>
          </p:sp>
          <p:sp>
            <p:nvSpPr>
              <p:cNvPr id="74" name="Graphic 163" descr="Informatie">
                <a:extLst>
                  <a:ext uri="{FF2B5EF4-FFF2-40B4-BE49-F238E27FC236}">
                    <a16:creationId xmlns:a16="http://schemas.microsoft.com/office/drawing/2014/main" id="{7E982CE3-7AEF-D9B3-C13F-5C6AA46732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87298" y="4400184"/>
                <a:ext cx="283683" cy="283683"/>
              </a:xfrm>
              <a:custGeom>
                <a:avLst/>
                <a:gdLst>
                  <a:gd name="T0" fmla="*/ 141842 w 291719"/>
                  <a:gd name="T1" fmla="*/ 0 h 291719"/>
                  <a:gd name="T2" fmla="*/ 283683 w 291719"/>
                  <a:gd name="T3" fmla="*/ 141842 h 291719"/>
                  <a:gd name="T4" fmla="*/ 141842 w 291719"/>
                  <a:gd name="T5" fmla="*/ 283683 h 291719"/>
                  <a:gd name="T6" fmla="*/ 0 w 291719"/>
                  <a:gd name="T7" fmla="*/ 141842 h 291719"/>
                  <a:gd name="T8" fmla="*/ 141842 w 291719"/>
                  <a:gd name="T9" fmla="*/ 0 h 291719"/>
                  <a:gd name="T10" fmla="*/ 0 w 291719"/>
                  <a:gd name="T11" fmla="*/ 141842 h 291719"/>
                  <a:gd name="T12" fmla="*/ 141842 w 291719"/>
                  <a:gd name="T13" fmla="*/ 283684 h 291719"/>
                  <a:gd name="T14" fmla="*/ 283684 w 291719"/>
                  <a:gd name="T15" fmla="*/ 141842 h 291719"/>
                  <a:gd name="T16" fmla="*/ 141842 w 291719"/>
                  <a:gd name="T17" fmla="*/ 0 h 291719"/>
                  <a:gd name="T18" fmla="*/ 134376 w 291719"/>
                  <a:gd name="T19" fmla="*/ 37327 h 291719"/>
                  <a:gd name="T20" fmla="*/ 153040 w 291719"/>
                  <a:gd name="T21" fmla="*/ 55990 h 291719"/>
                  <a:gd name="T22" fmla="*/ 134376 w 291719"/>
                  <a:gd name="T23" fmla="*/ 74653 h 291719"/>
                  <a:gd name="T24" fmla="*/ 115713 w 291719"/>
                  <a:gd name="T25" fmla="*/ 55990 h 291719"/>
                  <a:gd name="T26" fmla="*/ 134376 w 291719"/>
                  <a:gd name="T27" fmla="*/ 37327 h 291719"/>
                  <a:gd name="T28" fmla="*/ 179169 w 291719"/>
                  <a:gd name="T29" fmla="*/ 246357 h 291719"/>
                  <a:gd name="T30" fmla="*/ 104515 w 291719"/>
                  <a:gd name="T31" fmla="*/ 246357 h 291719"/>
                  <a:gd name="T32" fmla="*/ 104515 w 291719"/>
                  <a:gd name="T33" fmla="*/ 223961 h 291719"/>
                  <a:gd name="T34" fmla="*/ 130644 w 291719"/>
                  <a:gd name="T35" fmla="*/ 223961 h 291719"/>
                  <a:gd name="T36" fmla="*/ 130644 w 291719"/>
                  <a:gd name="T37" fmla="*/ 111981 h 291719"/>
                  <a:gd name="T38" fmla="*/ 108248 w 291719"/>
                  <a:gd name="T39" fmla="*/ 111981 h 291719"/>
                  <a:gd name="T40" fmla="*/ 108248 w 291719"/>
                  <a:gd name="T41" fmla="*/ 89584 h 291719"/>
                  <a:gd name="T42" fmla="*/ 153040 w 291719"/>
                  <a:gd name="T43" fmla="*/ 89584 h 291719"/>
                  <a:gd name="T44" fmla="*/ 153040 w 291719"/>
                  <a:gd name="T45" fmla="*/ 111981 h 291719"/>
                  <a:gd name="T46" fmla="*/ 153040 w 291719"/>
                  <a:gd name="T47" fmla="*/ 223961 h 291719"/>
                  <a:gd name="T48" fmla="*/ 179169 w 291719"/>
                  <a:gd name="T49" fmla="*/ 223961 h 291719"/>
                  <a:gd name="T50" fmla="*/ 179169 w 291719"/>
                  <a:gd name="T51" fmla="*/ 246357 h 291719"/>
                  <a:gd name="T52" fmla="*/ 17694720 60000 65536"/>
                  <a:gd name="T53" fmla="*/ 0 60000 65536"/>
                  <a:gd name="T54" fmla="*/ 5898240 60000 65536"/>
                  <a:gd name="T55" fmla="*/ 1179648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291719"/>
                  <a:gd name="T79" fmla="*/ 0 h 291719"/>
                  <a:gd name="T80" fmla="*/ 291719 w 291719"/>
                  <a:gd name="T81" fmla="*/ 291719 h 29171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NL"/>
              </a:p>
            </p:txBody>
          </p:sp>
        </p:grpSp>
        <p:grpSp>
          <p:nvGrpSpPr>
            <p:cNvPr id="26" name="VOORBEELD">
              <a:extLst>
                <a:ext uri="{FF2B5EF4-FFF2-40B4-BE49-F238E27FC236}">
                  <a16:creationId xmlns:a16="http://schemas.microsoft.com/office/drawing/2014/main" id="{02CAD52C-7C11-A031-966D-9B83F6ECCD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58863" y="458672"/>
              <a:ext cx="3234315" cy="558871"/>
              <a:chOff x="12558863" y="458672"/>
              <a:chExt cx="3234315" cy="558871"/>
            </a:xfrm>
          </p:grpSpPr>
          <p:sp>
            <p:nvSpPr>
              <p:cNvPr id="33" name="Rechthoek 39">
                <a:extLst>
                  <a:ext uri="{FF2B5EF4-FFF2-40B4-BE49-F238E27FC236}">
                    <a16:creationId xmlns:a16="http://schemas.microsoft.com/office/drawing/2014/main" id="{3C338F2A-1101-5D63-39BA-6251B41FA2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59850" y="458672"/>
                <a:ext cx="393457" cy="184059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8004" rIns="0" bIns="0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/>
                <a:r>
                  <a:rPr lang="en-GB" altLang="en-NL" sz="9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34" name="Rechthoek 40">
                <a:extLst>
                  <a:ext uri="{FF2B5EF4-FFF2-40B4-BE49-F238E27FC236}">
                    <a16:creationId xmlns:a16="http://schemas.microsoft.com/office/drawing/2014/main" id="{07ADCDBF-55C9-B981-F6AD-CEE7E3CCD3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4843" y="621343"/>
                <a:ext cx="383782" cy="27166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/>
                <a:endPara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5" name="Groep 41">
                <a:extLst>
                  <a:ext uri="{FF2B5EF4-FFF2-40B4-BE49-F238E27FC236}">
                    <a16:creationId xmlns:a16="http://schemas.microsoft.com/office/drawing/2014/main" id="{95FC9B4A-F78F-4FBA-BAC7-5EAEE0583C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77789" y="830869"/>
                <a:ext cx="139418" cy="109563"/>
                <a:chOff x="12777789" y="830869"/>
                <a:chExt cx="139418" cy="109563"/>
              </a:xfrm>
            </p:grpSpPr>
            <p:grpSp>
              <p:nvGrpSpPr>
                <p:cNvPr id="66" name="Groep 72">
                  <a:extLst>
                    <a:ext uri="{FF2B5EF4-FFF2-40B4-BE49-F238E27FC236}">
                      <a16:creationId xmlns:a16="http://schemas.microsoft.com/office/drawing/2014/main" id="{8460AE40-0A84-6E88-9C48-FBAE61E0291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777789" y="830869"/>
                  <a:ext cx="139418" cy="109563"/>
                  <a:chOff x="12777789" y="830869"/>
                  <a:chExt cx="139418" cy="109563"/>
                </a:xfrm>
              </p:grpSpPr>
              <p:cxnSp>
                <p:nvCxnSpPr>
                  <p:cNvPr id="68" name="Rechte verbindingslijn 74">
                    <a:extLst>
                      <a:ext uri="{FF2B5EF4-FFF2-40B4-BE49-F238E27FC236}">
                        <a16:creationId xmlns:a16="http://schemas.microsoft.com/office/drawing/2014/main" id="{B6CCAE06-F619-3871-94B9-773EC89E4B9E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777789" y="830869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9" name="Rechte verbindingslijn 75">
                    <a:extLst>
                      <a:ext uri="{FF2B5EF4-FFF2-40B4-BE49-F238E27FC236}">
                        <a16:creationId xmlns:a16="http://schemas.microsoft.com/office/drawing/2014/main" id="{D6887F1C-68A5-0527-0B89-3B3DA550899B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777789" y="940432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0" name="Rechte verbindingslijn 76">
                    <a:extLst>
                      <a:ext uri="{FF2B5EF4-FFF2-40B4-BE49-F238E27FC236}">
                        <a16:creationId xmlns:a16="http://schemas.microsoft.com/office/drawing/2014/main" id="{CA938383-C4C9-B01B-E55C-BF3F1264BFDB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854443" y="913046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1" name="Rechte verbindingslijn 77">
                    <a:extLst>
                      <a:ext uri="{FF2B5EF4-FFF2-40B4-BE49-F238E27FC236}">
                        <a16:creationId xmlns:a16="http://schemas.microsoft.com/office/drawing/2014/main" id="{048BDCFE-632B-02B3-8B2B-9D21CB94A136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854443" y="885651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2" name="Rechte verbindingslijn 78">
                    <a:extLst>
                      <a:ext uri="{FF2B5EF4-FFF2-40B4-BE49-F238E27FC236}">
                        <a16:creationId xmlns:a16="http://schemas.microsoft.com/office/drawing/2014/main" id="{30F12AC4-37BC-7B38-CDA2-78E9ACE6CF44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854443" y="858264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67" name="Pijl: rechts 73">
                  <a:extLst>
                    <a:ext uri="{FF2B5EF4-FFF2-40B4-BE49-F238E27FC236}">
                      <a16:creationId xmlns:a16="http://schemas.microsoft.com/office/drawing/2014/main" id="{C951E6A3-05C7-FB7D-CB61-3B4DEADEA7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777789" y="857039"/>
                  <a:ext cx="58411" cy="56116"/>
                </a:xfrm>
                <a:custGeom>
                  <a:avLst/>
                  <a:gdLst>
                    <a:gd name="T0" fmla="*/ 29206 w 21600"/>
                    <a:gd name="T1" fmla="*/ 0 h 21600"/>
                    <a:gd name="T2" fmla="*/ 58411 w 21600"/>
                    <a:gd name="T3" fmla="*/ 28058 h 21600"/>
                    <a:gd name="T4" fmla="*/ 29206 w 21600"/>
                    <a:gd name="T5" fmla="*/ 56116 h 21600"/>
                    <a:gd name="T6" fmla="*/ 0 w 21600"/>
                    <a:gd name="T7" fmla="*/ 28058 h 21600"/>
                    <a:gd name="T8" fmla="*/ 22705 w 21600"/>
                    <a:gd name="T9" fmla="*/ 0 h 21600"/>
                    <a:gd name="T10" fmla="*/ 22705 w 21600"/>
                    <a:gd name="T11" fmla="*/ 56116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  <p:grpSp>
            <p:nvGrpSpPr>
              <p:cNvPr id="36" name="Groep 42">
                <a:extLst>
                  <a:ext uri="{FF2B5EF4-FFF2-40B4-BE49-F238E27FC236}">
                    <a16:creationId xmlns:a16="http://schemas.microsoft.com/office/drawing/2014/main" id="{D7EAB4E5-39AD-A01B-0137-D7F9F3BF61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558863" y="830869"/>
                <a:ext cx="139418" cy="109563"/>
                <a:chOff x="12558863" y="830869"/>
                <a:chExt cx="139418" cy="109563"/>
              </a:xfrm>
            </p:grpSpPr>
            <p:grpSp>
              <p:nvGrpSpPr>
                <p:cNvPr id="59" name="Groep 65">
                  <a:extLst>
                    <a:ext uri="{FF2B5EF4-FFF2-40B4-BE49-F238E27FC236}">
                      <a16:creationId xmlns:a16="http://schemas.microsoft.com/office/drawing/2014/main" id="{E9523411-03C6-A9F2-DEDD-39D84661C08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58863" y="830869"/>
                  <a:ext cx="139418" cy="109563"/>
                  <a:chOff x="12558863" y="830869"/>
                  <a:chExt cx="139418" cy="109563"/>
                </a:xfrm>
              </p:grpSpPr>
              <p:cxnSp>
                <p:nvCxnSpPr>
                  <p:cNvPr id="61" name="Rechte verbindingslijn 67">
                    <a:extLst>
                      <a:ext uri="{FF2B5EF4-FFF2-40B4-BE49-F238E27FC236}">
                        <a16:creationId xmlns:a16="http://schemas.microsoft.com/office/drawing/2014/main" id="{D151F9EF-CE6C-8DF9-FBEF-650006DA615B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558863" y="830869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2" name="Rechte verbindingslijn 68">
                    <a:extLst>
                      <a:ext uri="{FF2B5EF4-FFF2-40B4-BE49-F238E27FC236}">
                        <a16:creationId xmlns:a16="http://schemas.microsoft.com/office/drawing/2014/main" id="{6EEA62D2-0D18-B291-1AC7-9392852F4D42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558863" y="940432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3" name="Rechte verbindingslijn 69">
                    <a:extLst>
                      <a:ext uri="{FF2B5EF4-FFF2-40B4-BE49-F238E27FC236}">
                        <a16:creationId xmlns:a16="http://schemas.microsoft.com/office/drawing/2014/main" id="{105125F2-B4D9-1FCB-C8F2-07B25024D234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635517" y="913046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4" name="Rechte verbindingslijn 70">
                    <a:extLst>
                      <a:ext uri="{FF2B5EF4-FFF2-40B4-BE49-F238E27FC236}">
                        <a16:creationId xmlns:a16="http://schemas.microsoft.com/office/drawing/2014/main" id="{7BB9DE7E-32D6-5B28-B8AC-13D3E540E978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635517" y="885651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5" name="Rechte verbindingslijn 71">
                    <a:extLst>
                      <a:ext uri="{FF2B5EF4-FFF2-40B4-BE49-F238E27FC236}">
                        <a16:creationId xmlns:a16="http://schemas.microsoft.com/office/drawing/2014/main" id="{9346F7A5-2DAB-AC7E-35B4-04E7E27F9BDE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635517" y="858264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60" name="Pijl: rechts 66">
                  <a:extLst>
                    <a:ext uri="{FF2B5EF4-FFF2-40B4-BE49-F238E27FC236}">
                      <a16:creationId xmlns:a16="http://schemas.microsoft.com/office/drawing/2014/main" id="{F3222CF3-9E97-525F-B133-0E457A21D0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2558863" y="857039"/>
                  <a:ext cx="58411" cy="56116"/>
                </a:xfrm>
                <a:custGeom>
                  <a:avLst/>
                  <a:gdLst>
                    <a:gd name="T0" fmla="*/ 29206 w 21600"/>
                    <a:gd name="T1" fmla="*/ 0 h 21600"/>
                    <a:gd name="T2" fmla="*/ 58411 w 21600"/>
                    <a:gd name="T3" fmla="*/ 28058 h 21600"/>
                    <a:gd name="T4" fmla="*/ 29206 w 21600"/>
                    <a:gd name="T5" fmla="*/ 56116 h 21600"/>
                    <a:gd name="T6" fmla="*/ 0 w 21600"/>
                    <a:gd name="T7" fmla="*/ 28058 h 21600"/>
                    <a:gd name="T8" fmla="*/ 22705 w 21600"/>
                    <a:gd name="T9" fmla="*/ 0 h 21600"/>
                    <a:gd name="T10" fmla="*/ 22705 w 21600"/>
                    <a:gd name="T11" fmla="*/ 56116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  <p:cxnSp>
            <p:nvCxnSpPr>
              <p:cNvPr id="37" name="Rechte verbindingslijn 43">
                <a:extLst>
                  <a:ext uri="{FF2B5EF4-FFF2-40B4-BE49-F238E27FC236}">
                    <a16:creationId xmlns:a16="http://schemas.microsoft.com/office/drawing/2014/main" id="{D4F0FBEB-0661-C951-7447-FC61E3F97B1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12704079" y="588169"/>
                <a:ext cx="547680" cy="219072"/>
              </a:xfrm>
              <a:prstGeom prst="straightConnector1">
                <a:avLst/>
              </a:prstGeom>
              <a:noFill/>
              <a:ln w="19046" cap="rnd">
                <a:solidFill>
                  <a:srgbClr val="00A6D6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8" name="Rechte verbindingslijn 44">
                <a:extLst>
                  <a:ext uri="{FF2B5EF4-FFF2-40B4-BE49-F238E27FC236}">
                    <a16:creationId xmlns:a16="http://schemas.microsoft.com/office/drawing/2014/main" id="{D4C0D117-E417-58CD-258C-8EF63E72ED5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2939820" y="828675"/>
                <a:ext cx="319089" cy="0"/>
              </a:xfrm>
              <a:prstGeom prst="straightConnector1">
                <a:avLst/>
              </a:prstGeom>
              <a:noFill/>
              <a:ln w="19046" cap="rnd">
                <a:solidFill>
                  <a:srgbClr val="00A6D6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9" name="Rechthoek 45">
                <a:extLst>
                  <a:ext uri="{FF2B5EF4-FFF2-40B4-BE49-F238E27FC236}">
                    <a16:creationId xmlns:a16="http://schemas.microsoft.com/office/drawing/2014/main" id="{44E91B4C-E2F7-5CE9-2CF9-94994C8DCD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132" y="512182"/>
                <a:ext cx="2189046" cy="1510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1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0" name="Rechthoek 46">
                <a:extLst>
                  <a:ext uri="{FF2B5EF4-FFF2-40B4-BE49-F238E27FC236}">
                    <a16:creationId xmlns:a16="http://schemas.microsoft.com/office/drawing/2014/main" id="{C7237CAE-AADD-E79A-8965-D0F100217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132" y="819558"/>
                <a:ext cx="2189046" cy="142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1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1" name="Groep 47">
                <a:extLst>
                  <a:ext uri="{FF2B5EF4-FFF2-40B4-BE49-F238E27FC236}">
                    <a16:creationId xmlns:a16="http://schemas.microsoft.com/office/drawing/2014/main" id="{34598B53-0F2C-BFFF-C8E2-C1A7ED23EA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247269" y="769165"/>
                <a:ext cx="268742" cy="248378"/>
                <a:chOff x="13247269" y="769165"/>
                <a:chExt cx="268742" cy="248378"/>
              </a:xfrm>
            </p:grpSpPr>
            <p:sp>
              <p:nvSpPr>
                <p:cNvPr id="51" name="Rechthoek 57">
                  <a:extLst>
                    <a:ext uri="{FF2B5EF4-FFF2-40B4-BE49-F238E27FC236}">
                      <a16:creationId xmlns:a16="http://schemas.microsoft.com/office/drawing/2014/main" id="{A3C17B9F-F7D9-EBE7-C253-D1DE3AE4B020}"/>
                    </a:ext>
                  </a:extLst>
                </p:cNvPr>
                <p:cNvSpPr/>
                <p:nvPr/>
              </p:nvSpPr>
              <p:spPr>
                <a:xfrm>
                  <a:off x="13247745" y="769930"/>
                  <a:ext cx="268350" cy="247647"/>
                </a:xfrm>
                <a:prstGeom prst="rect">
                  <a:avLst/>
                </a:prstGeom>
                <a:solidFill>
                  <a:srgbClr val="FFFFFF"/>
                </a:solidFill>
                <a:ln w="3172" cap="flat">
                  <a:solidFill>
                    <a:srgbClr val="DADADA"/>
                  </a:solidFill>
                  <a:prstDash val="solid"/>
                  <a:miter/>
                </a:ln>
              </p:spPr>
              <p:txBody>
                <a:bodyPr lIns="0" tIns="0" rIns="0" bIns="0" anchor="ctr" anchorCtr="1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050">
                    <a:solidFill>
                      <a:srgbClr val="211F26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grpSp>
              <p:nvGrpSpPr>
                <p:cNvPr id="52" name="Groep 58">
                  <a:extLst>
                    <a:ext uri="{FF2B5EF4-FFF2-40B4-BE49-F238E27FC236}">
                      <a16:creationId xmlns:a16="http://schemas.microsoft.com/office/drawing/2014/main" id="{BC59EFD1-7850-2FDE-9C4C-D16E9389FBE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297287" y="827074"/>
                  <a:ext cx="168697" cy="132570"/>
                  <a:chOff x="13297287" y="827074"/>
                  <a:chExt cx="168697" cy="132570"/>
                </a:xfrm>
              </p:grpSpPr>
              <p:cxnSp>
                <p:nvCxnSpPr>
                  <p:cNvPr id="54" name="Rechte verbindingslijn 60">
                    <a:extLst>
                      <a:ext uri="{FF2B5EF4-FFF2-40B4-BE49-F238E27FC236}">
                        <a16:creationId xmlns:a16="http://schemas.microsoft.com/office/drawing/2014/main" id="{2DD8A849-EAB0-B53C-9812-68D664CC9385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297287" y="827074"/>
                    <a:ext cx="168697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5" name="Rechte verbindingslijn 61">
                    <a:extLst>
                      <a:ext uri="{FF2B5EF4-FFF2-40B4-BE49-F238E27FC236}">
                        <a16:creationId xmlns:a16="http://schemas.microsoft.com/office/drawing/2014/main" id="{39799543-E8DB-E28F-6BE5-7249D179862B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297287" y="959644"/>
                    <a:ext cx="168697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6" name="Rechte verbindingslijn 62">
                    <a:extLst>
                      <a:ext uri="{FF2B5EF4-FFF2-40B4-BE49-F238E27FC236}">
                        <a16:creationId xmlns:a16="http://schemas.microsoft.com/office/drawing/2014/main" id="{47A90120-2FC9-A992-C923-115477A944C8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926506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7" name="Rechte verbindingslijn 63">
                    <a:extLst>
                      <a:ext uri="{FF2B5EF4-FFF2-40B4-BE49-F238E27FC236}">
                        <a16:creationId xmlns:a16="http://schemas.microsoft.com/office/drawing/2014/main" id="{896CFACC-B111-CDBD-9E42-12E96911D39A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893359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8" name="Rechte verbindingslijn 64">
                    <a:extLst>
                      <a:ext uri="{FF2B5EF4-FFF2-40B4-BE49-F238E27FC236}">
                        <a16:creationId xmlns:a16="http://schemas.microsoft.com/office/drawing/2014/main" id="{AA09197A-492F-C13D-472F-2A61B62AFAEB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860212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53" name="Pijl: rechts 59">
                  <a:extLst>
                    <a:ext uri="{FF2B5EF4-FFF2-40B4-BE49-F238E27FC236}">
                      <a16:creationId xmlns:a16="http://schemas.microsoft.com/office/drawing/2014/main" id="{104874E5-315E-840B-740A-EC6A167D7F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297287" y="858740"/>
                  <a:ext cx="70673" cy="67903"/>
                </a:xfrm>
                <a:custGeom>
                  <a:avLst/>
                  <a:gdLst>
                    <a:gd name="T0" fmla="*/ 35337 w 21600"/>
                    <a:gd name="T1" fmla="*/ 0 h 21600"/>
                    <a:gd name="T2" fmla="*/ 70673 w 21600"/>
                    <a:gd name="T3" fmla="*/ 33952 h 21600"/>
                    <a:gd name="T4" fmla="*/ 35337 w 21600"/>
                    <a:gd name="T5" fmla="*/ 67903 h 21600"/>
                    <a:gd name="T6" fmla="*/ 0 w 21600"/>
                    <a:gd name="T7" fmla="*/ 33952 h 21600"/>
                    <a:gd name="T8" fmla="*/ 27471 w 21600"/>
                    <a:gd name="T9" fmla="*/ 0 h 21600"/>
                    <a:gd name="T10" fmla="*/ 27471 w 21600"/>
                    <a:gd name="T11" fmla="*/ 67903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  <p:grpSp>
            <p:nvGrpSpPr>
              <p:cNvPr id="42" name="Groep 48">
                <a:extLst>
                  <a:ext uri="{FF2B5EF4-FFF2-40B4-BE49-F238E27FC236}">
                    <a16:creationId xmlns:a16="http://schemas.microsoft.com/office/drawing/2014/main" id="{6063F8E4-4EA9-3C85-AFF3-809290A7BA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247269" y="460171"/>
                <a:ext cx="268742" cy="248378"/>
                <a:chOff x="13247269" y="460171"/>
                <a:chExt cx="268742" cy="248378"/>
              </a:xfrm>
            </p:grpSpPr>
            <p:sp>
              <p:nvSpPr>
                <p:cNvPr id="43" name="Rechthoek 49">
                  <a:extLst>
                    <a:ext uri="{FF2B5EF4-FFF2-40B4-BE49-F238E27FC236}">
                      <a16:creationId xmlns:a16="http://schemas.microsoft.com/office/drawing/2014/main" id="{A26F506E-4A60-BB8D-CD1F-D2E9AEBFCF02}"/>
                    </a:ext>
                  </a:extLst>
                </p:cNvPr>
                <p:cNvSpPr/>
                <p:nvPr/>
              </p:nvSpPr>
              <p:spPr>
                <a:xfrm>
                  <a:off x="13247745" y="460370"/>
                  <a:ext cx="268350" cy="247647"/>
                </a:xfrm>
                <a:prstGeom prst="rect">
                  <a:avLst/>
                </a:prstGeom>
                <a:solidFill>
                  <a:srgbClr val="FFFFFF"/>
                </a:solidFill>
                <a:ln w="3172" cap="flat">
                  <a:solidFill>
                    <a:srgbClr val="DADADA"/>
                  </a:solidFill>
                  <a:prstDash val="solid"/>
                  <a:miter/>
                </a:ln>
              </p:spPr>
              <p:txBody>
                <a:bodyPr lIns="0" tIns="0" rIns="0" bIns="0" anchor="ctr" anchorCtr="1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050">
                    <a:solidFill>
                      <a:srgbClr val="211F26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grpSp>
              <p:nvGrpSpPr>
                <p:cNvPr id="44" name="Groep 50">
                  <a:extLst>
                    <a:ext uri="{FF2B5EF4-FFF2-40B4-BE49-F238E27FC236}">
                      <a16:creationId xmlns:a16="http://schemas.microsoft.com/office/drawing/2014/main" id="{D54DCC22-BF2F-46CA-6930-682FC41083E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297287" y="518071"/>
                  <a:ext cx="168697" cy="132579"/>
                  <a:chOff x="13297287" y="518071"/>
                  <a:chExt cx="168697" cy="132579"/>
                </a:xfrm>
              </p:grpSpPr>
              <p:cxnSp>
                <p:nvCxnSpPr>
                  <p:cNvPr id="46" name="Rechte verbindingslijn 52">
                    <a:extLst>
                      <a:ext uri="{FF2B5EF4-FFF2-40B4-BE49-F238E27FC236}">
                        <a16:creationId xmlns:a16="http://schemas.microsoft.com/office/drawing/2014/main" id="{EE00C930-8498-2558-DBE4-4ED9667B9D12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297287" y="518071"/>
                    <a:ext cx="168697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47" name="Rechte verbindingslijn 53">
                    <a:extLst>
                      <a:ext uri="{FF2B5EF4-FFF2-40B4-BE49-F238E27FC236}">
                        <a16:creationId xmlns:a16="http://schemas.microsoft.com/office/drawing/2014/main" id="{3740EB2F-C66A-6975-AF64-D5BB312AE83C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297287" y="650650"/>
                    <a:ext cx="168697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48" name="Rechte verbindingslijn 54">
                    <a:extLst>
                      <a:ext uri="{FF2B5EF4-FFF2-40B4-BE49-F238E27FC236}">
                        <a16:creationId xmlns:a16="http://schemas.microsoft.com/office/drawing/2014/main" id="{4210A2B0-5499-FC52-64C7-CE1773B2C83D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617503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49" name="Rechte verbindingslijn 55">
                    <a:extLst>
                      <a:ext uri="{FF2B5EF4-FFF2-40B4-BE49-F238E27FC236}">
                        <a16:creationId xmlns:a16="http://schemas.microsoft.com/office/drawing/2014/main" id="{D0AA7AFE-A6B6-76E8-AFF6-D33EFDDD7F5D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584365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0" name="Rechte verbindingslijn 56">
                    <a:extLst>
                      <a:ext uri="{FF2B5EF4-FFF2-40B4-BE49-F238E27FC236}">
                        <a16:creationId xmlns:a16="http://schemas.microsoft.com/office/drawing/2014/main" id="{BDD7197B-70A0-8D2A-C956-203C1BCE2175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551218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45" name="Pijl: rechts 51">
                  <a:extLst>
                    <a:ext uri="{FF2B5EF4-FFF2-40B4-BE49-F238E27FC236}">
                      <a16:creationId xmlns:a16="http://schemas.microsoft.com/office/drawing/2014/main" id="{82EB22B2-4CD4-C81A-19BC-8C63425F52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3297287" y="549737"/>
                  <a:ext cx="70673" cy="67903"/>
                </a:xfrm>
                <a:custGeom>
                  <a:avLst/>
                  <a:gdLst>
                    <a:gd name="T0" fmla="*/ 35337 w 21600"/>
                    <a:gd name="T1" fmla="*/ 0 h 21600"/>
                    <a:gd name="T2" fmla="*/ 70673 w 21600"/>
                    <a:gd name="T3" fmla="*/ 33952 h 21600"/>
                    <a:gd name="T4" fmla="*/ 35337 w 21600"/>
                    <a:gd name="T5" fmla="*/ 67903 h 21600"/>
                    <a:gd name="T6" fmla="*/ 0 w 21600"/>
                    <a:gd name="T7" fmla="*/ 33952 h 21600"/>
                    <a:gd name="T8" fmla="*/ 27471 w 21600"/>
                    <a:gd name="T9" fmla="*/ 0 h 21600"/>
                    <a:gd name="T10" fmla="*/ 27471 w 21600"/>
                    <a:gd name="T11" fmla="*/ 67903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</p:grpSp>
        <p:grpSp>
          <p:nvGrpSpPr>
            <p:cNvPr id="27" name="Groep 33">
              <a:extLst>
                <a:ext uri="{FF2B5EF4-FFF2-40B4-BE49-F238E27FC236}">
                  <a16:creationId xmlns:a16="http://schemas.microsoft.com/office/drawing/2014/main" id="{0DB7131D-112A-192C-06D7-578F441359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25601" y="4663037"/>
              <a:ext cx="627799" cy="576684"/>
              <a:chOff x="15225601" y="4663037"/>
              <a:chExt cx="627799" cy="576684"/>
            </a:xfrm>
          </p:grpSpPr>
          <p:grpSp>
            <p:nvGrpSpPr>
              <p:cNvPr id="28" name="Inspireren">
                <a:extLst>
                  <a:ext uri="{FF2B5EF4-FFF2-40B4-BE49-F238E27FC236}">
                    <a16:creationId xmlns:a16="http://schemas.microsoft.com/office/drawing/2014/main" id="{9F071B3D-F4D6-7459-DCB5-A98C502372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447919" y="4663037"/>
                <a:ext cx="169776" cy="242380"/>
                <a:chOff x="15447919" y="4663037"/>
                <a:chExt cx="169776" cy="242380"/>
              </a:xfrm>
            </p:grpSpPr>
            <p:sp>
              <p:nvSpPr>
                <p:cNvPr id="30" name="Freeform 12">
                  <a:extLst>
                    <a:ext uri="{FF2B5EF4-FFF2-40B4-BE49-F238E27FC236}">
                      <a16:creationId xmlns:a16="http://schemas.microsoft.com/office/drawing/2014/main" id="{F8C8345C-B841-48C1-957D-DB788BF6CE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98119" y="4749869"/>
                  <a:ext cx="68726" cy="62051"/>
                </a:xfrm>
                <a:custGeom>
                  <a:avLst/>
                  <a:gdLst>
                    <a:gd name="T0" fmla="*/ 34363 w 319"/>
                    <a:gd name="T1" fmla="*/ 0 h 288"/>
                    <a:gd name="T2" fmla="*/ 68726 w 319"/>
                    <a:gd name="T3" fmla="*/ 31026 h 288"/>
                    <a:gd name="T4" fmla="*/ 34363 w 319"/>
                    <a:gd name="T5" fmla="*/ 62051 h 288"/>
                    <a:gd name="T6" fmla="*/ 0 w 319"/>
                    <a:gd name="T7" fmla="*/ 31026 h 288"/>
                    <a:gd name="T8" fmla="*/ 47397 w 319"/>
                    <a:gd name="T9" fmla="*/ 62051 h 288"/>
                    <a:gd name="T10" fmla="*/ 23052 w 319"/>
                    <a:gd name="T11" fmla="*/ 62051 h 288"/>
                    <a:gd name="T12" fmla="*/ 0 w 319"/>
                    <a:gd name="T13" fmla="*/ 0 h 288"/>
                    <a:gd name="T14" fmla="*/ 68726 w 319"/>
                    <a:gd name="T15" fmla="*/ 0 h 288"/>
                    <a:gd name="T16" fmla="*/ 47397 w 319"/>
                    <a:gd name="T17" fmla="*/ 62051 h 288"/>
                    <a:gd name="T18" fmla="*/ 17694720 60000 65536"/>
                    <a:gd name="T19" fmla="*/ 0 60000 65536"/>
                    <a:gd name="T20" fmla="*/ 5898240 60000 65536"/>
                    <a:gd name="T21" fmla="*/ 1179648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19"/>
                    <a:gd name="T28" fmla="*/ 0 h 288"/>
                    <a:gd name="T29" fmla="*/ 319 w 319"/>
                    <a:gd name="T30" fmla="*/ 288 h 288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  <p:sp>
              <p:nvSpPr>
                <p:cNvPr id="31" name="Freeform 13">
                  <a:extLst>
                    <a:ext uri="{FF2B5EF4-FFF2-40B4-BE49-F238E27FC236}">
                      <a16:creationId xmlns:a16="http://schemas.microsoft.com/office/drawing/2014/main" id="{5CBDBA06-101C-264C-9848-1470D77E27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502637" y="4881286"/>
                  <a:ext cx="60761" cy="24131"/>
                </a:xfrm>
                <a:custGeom>
                  <a:avLst/>
                  <a:gdLst>
                    <a:gd name="T0" fmla="*/ 30381 w 251"/>
                    <a:gd name="T1" fmla="*/ 0 h 100"/>
                    <a:gd name="T2" fmla="*/ 60761 w 251"/>
                    <a:gd name="T3" fmla="*/ 12066 h 100"/>
                    <a:gd name="T4" fmla="*/ 30381 w 251"/>
                    <a:gd name="T5" fmla="*/ 24131 h 100"/>
                    <a:gd name="T6" fmla="*/ 0 w 251"/>
                    <a:gd name="T7" fmla="*/ 12066 h 100"/>
                    <a:gd name="T8" fmla="*/ 55435 w 251"/>
                    <a:gd name="T9" fmla="*/ 16892 h 100"/>
                    <a:gd name="T10" fmla="*/ 55435 w 251"/>
                    <a:gd name="T11" fmla="*/ 16650 h 100"/>
                    <a:gd name="T12" fmla="*/ 60761 w 251"/>
                    <a:gd name="T13" fmla="*/ 0 h 100"/>
                    <a:gd name="T14" fmla="*/ 0 w 251"/>
                    <a:gd name="T15" fmla="*/ 0 h 100"/>
                    <a:gd name="T16" fmla="*/ 5326 w 251"/>
                    <a:gd name="T17" fmla="*/ 16650 h 100"/>
                    <a:gd name="T18" fmla="*/ 15251 w 251"/>
                    <a:gd name="T19" fmla="*/ 24131 h 100"/>
                    <a:gd name="T20" fmla="*/ 45510 w 251"/>
                    <a:gd name="T21" fmla="*/ 24131 h 100"/>
                    <a:gd name="T22" fmla="*/ 55435 w 251"/>
                    <a:gd name="T23" fmla="*/ 17133 h 100"/>
                    <a:gd name="T24" fmla="*/ 55435 w 251"/>
                    <a:gd name="T25" fmla="*/ 17133 h 100"/>
                    <a:gd name="T26" fmla="*/ 55435 w 251"/>
                    <a:gd name="T27" fmla="*/ 16892 h 100"/>
                    <a:gd name="T28" fmla="*/ 17694720 60000 65536"/>
                    <a:gd name="T29" fmla="*/ 0 60000 65536"/>
                    <a:gd name="T30" fmla="*/ 5898240 60000 65536"/>
                    <a:gd name="T31" fmla="*/ 1179648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251"/>
                    <a:gd name="T43" fmla="*/ 0 h 100"/>
                    <a:gd name="T44" fmla="*/ 251 w 251"/>
                    <a:gd name="T45" fmla="*/ 100 h 100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D9FA1"/>
                    </a:gs>
                    <a:gs pos="100000">
                      <a:srgbClr val="211F26"/>
                    </a:gs>
                  </a:gsLst>
                  <a:lin ang="270000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  <p:sp>
              <p:nvSpPr>
                <p:cNvPr id="32" name="Freeform 14">
                  <a:extLst>
                    <a:ext uri="{FF2B5EF4-FFF2-40B4-BE49-F238E27FC236}">
                      <a16:creationId xmlns:a16="http://schemas.microsoft.com/office/drawing/2014/main" id="{66264FD2-1E83-2ABB-E493-3DEF17152E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47919" y="4663037"/>
                  <a:ext cx="169776" cy="208126"/>
                </a:xfrm>
                <a:custGeom>
                  <a:avLst/>
                  <a:gdLst>
                    <a:gd name="T0" fmla="*/ 84888 w 702"/>
                    <a:gd name="T1" fmla="*/ 0 h 860"/>
                    <a:gd name="T2" fmla="*/ 169776 w 702"/>
                    <a:gd name="T3" fmla="*/ 104063 h 860"/>
                    <a:gd name="T4" fmla="*/ 84888 w 702"/>
                    <a:gd name="T5" fmla="*/ 208126 h 860"/>
                    <a:gd name="T6" fmla="*/ 0 w 702"/>
                    <a:gd name="T7" fmla="*/ 104063 h 860"/>
                    <a:gd name="T8" fmla="*/ 84888 w 702"/>
                    <a:gd name="T9" fmla="*/ 0 h 860"/>
                    <a:gd name="T10" fmla="*/ 0 w 702"/>
                    <a:gd name="T11" fmla="*/ 84944 h 860"/>
                    <a:gd name="T12" fmla="*/ 32407 w 702"/>
                    <a:gd name="T13" fmla="*/ 151738 h 860"/>
                    <a:gd name="T14" fmla="*/ 39905 w 702"/>
                    <a:gd name="T15" fmla="*/ 173761 h 860"/>
                    <a:gd name="T16" fmla="*/ 64331 w 702"/>
                    <a:gd name="T17" fmla="*/ 173761 h 860"/>
                    <a:gd name="T18" fmla="*/ 64331 w 702"/>
                    <a:gd name="T19" fmla="*/ 173761 h 860"/>
                    <a:gd name="T20" fmla="*/ 104961 w 702"/>
                    <a:gd name="T21" fmla="*/ 173761 h 860"/>
                    <a:gd name="T22" fmla="*/ 101334 w 702"/>
                    <a:gd name="T23" fmla="*/ 183925 h 860"/>
                    <a:gd name="T24" fmla="*/ 68684 w 702"/>
                    <a:gd name="T25" fmla="*/ 183925 h 860"/>
                    <a:gd name="T26" fmla="*/ 68684 w 702"/>
                    <a:gd name="T27" fmla="*/ 183925 h 860"/>
                    <a:gd name="T28" fmla="*/ 43290 w 702"/>
                    <a:gd name="T29" fmla="*/ 183925 h 860"/>
                    <a:gd name="T30" fmla="*/ 51271 w 702"/>
                    <a:gd name="T31" fmla="*/ 208126 h 860"/>
                    <a:gd name="T32" fmla="*/ 51271 w 702"/>
                    <a:gd name="T33" fmla="*/ 208126 h 860"/>
                    <a:gd name="T34" fmla="*/ 52239 w 702"/>
                    <a:gd name="T35" fmla="*/ 208126 h 860"/>
                    <a:gd name="T36" fmla="*/ 118021 w 702"/>
                    <a:gd name="T37" fmla="*/ 208126 h 860"/>
                    <a:gd name="T38" fmla="*/ 118746 w 702"/>
                    <a:gd name="T39" fmla="*/ 208126 h 860"/>
                    <a:gd name="T40" fmla="*/ 137852 w 702"/>
                    <a:gd name="T41" fmla="*/ 151254 h 860"/>
                    <a:gd name="T42" fmla="*/ 169776 w 702"/>
                    <a:gd name="T43" fmla="*/ 84944 h 860"/>
                    <a:gd name="T44" fmla="*/ 84888 w 702"/>
                    <a:gd name="T45" fmla="*/ 0 h 860"/>
                    <a:gd name="T46" fmla="*/ 141964 w 702"/>
                    <a:gd name="T47" fmla="*/ 105999 h 860"/>
                    <a:gd name="T48" fmla="*/ 117295 w 702"/>
                    <a:gd name="T49" fmla="*/ 136250 h 860"/>
                    <a:gd name="T50" fmla="*/ 109798 w 702"/>
                    <a:gd name="T51" fmla="*/ 159241 h 860"/>
                    <a:gd name="T52" fmla="*/ 60462 w 702"/>
                    <a:gd name="T53" fmla="*/ 159241 h 860"/>
                    <a:gd name="T54" fmla="*/ 52964 w 702"/>
                    <a:gd name="T55" fmla="*/ 136734 h 860"/>
                    <a:gd name="T56" fmla="*/ 27812 w 702"/>
                    <a:gd name="T57" fmla="*/ 106241 h 860"/>
                    <a:gd name="T58" fmla="*/ 23943 w 702"/>
                    <a:gd name="T59" fmla="*/ 84944 h 860"/>
                    <a:gd name="T60" fmla="*/ 84888 w 702"/>
                    <a:gd name="T61" fmla="*/ 23959 h 860"/>
                    <a:gd name="T62" fmla="*/ 145833 w 702"/>
                    <a:gd name="T63" fmla="*/ 84944 h 860"/>
                    <a:gd name="T64" fmla="*/ 141964 w 702"/>
                    <a:gd name="T65" fmla="*/ 105999 h 860"/>
                    <a:gd name="T66" fmla="*/ 17694720 60000 65536"/>
                    <a:gd name="T67" fmla="*/ 0 60000 65536"/>
                    <a:gd name="T68" fmla="*/ 5898240 60000 65536"/>
                    <a:gd name="T69" fmla="*/ 1179648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702"/>
                    <a:gd name="T100" fmla="*/ 0 h 860"/>
                    <a:gd name="T101" fmla="*/ 702 w 702"/>
                    <a:gd name="T102" fmla="*/ 860 h 860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D9FA1"/>
                    </a:gs>
                    <a:gs pos="100000">
                      <a:srgbClr val="211F26"/>
                    </a:gs>
                  </a:gsLst>
                  <a:lin ang="270000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</p:grpSp>
          <p:sp>
            <p:nvSpPr>
              <p:cNvPr id="29" name="Tekstvak 35">
                <a:extLst>
                  <a:ext uri="{FF2B5EF4-FFF2-40B4-BE49-F238E27FC236}">
                    <a16:creationId xmlns:a16="http://schemas.microsoft.com/office/drawing/2014/main" id="{A3F4C761-B7D0-B521-53E7-3C8D4D7F4E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225601" y="4917487"/>
                <a:ext cx="627799" cy="322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0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75" name="INSTRUCTION">
            <a:extLst>
              <a:ext uri="{FF2B5EF4-FFF2-40B4-BE49-F238E27FC236}">
                <a16:creationId xmlns:a16="http://schemas.microsoft.com/office/drawing/2014/main" id="{C7BB4EC9-5274-CC71-F650-305906D67520}"/>
              </a:ext>
            </a:extLst>
          </p:cNvPr>
          <p:cNvGrpSpPr>
            <a:grpSpLocks/>
          </p:cNvGrpSpPr>
          <p:nvPr/>
        </p:nvGrpSpPr>
        <p:grpSpPr bwMode="auto">
          <a:xfrm>
            <a:off x="-3786188" y="0"/>
            <a:ext cx="3694113" cy="6640513"/>
            <a:chOff x="-3786164" y="0"/>
            <a:chExt cx="3693380" cy="6640345"/>
          </a:xfrm>
        </p:grpSpPr>
        <p:sp>
          <p:nvSpPr>
            <p:cNvPr id="76" name="Rechthoek 82">
              <a:extLst>
                <a:ext uri="{FF2B5EF4-FFF2-40B4-BE49-F238E27FC236}">
                  <a16:creationId xmlns:a16="http://schemas.microsoft.com/office/drawing/2014/main" id="{543357FC-4BA2-7034-C166-31D0C9778B47}"/>
                </a:ext>
              </a:extLst>
            </p:cNvPr>
            <p:cNvSpPr/>
            <p:nvPr/>
          </p:nvSpPr>
          <p:spPr>
            <a:xfrm>
              <a:off x="-3786164" y="0"/>
              <a:ext cx="3593387" cy="5991073"/>
            </a:xfrm>
            <a:prstGeom prst="rect">
              <a:avLst/>
            </a:prstGeom>
            <a:solidFill>
              <a:srgbClr val="FFFFFF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Insert/edit an image</a:t>
              </a:r>
            </a:p>
          </p:txBody>
        </p:sp>
        <p:sp>
          <p:nvSpPr>
            <p:cNvPr id="77" name="Ovaal 83">
              <a:extLst>
                <a:ext uri="{FF2B5EF4-FFF2-40B4-BE49-F238E27FC236}">
                  <a16:creationId xmlns:a16="http://schemas.microsoft.com/office/drawing/2014/main" id="{5129D055-41C4-0AB3-7742-681402492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465319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78" name="Rechthoek 84">
              <a:extLst>
                <a:ext uri="{FF2B5EF4-FFF2-40B4-BE49-F238E27FC236}">
                  <a16:creationId xmlns:a16="http://schemas.microsoft.com/office/drawing/2014/main" id="{52CCFBE1-8525-FD1F-5ED9-0E674D500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465319"/>
              <a:ext cx="2962701" cy="668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‘Slidebuilder’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‘Images’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79" name="Ovaal 85">
              <a:extLst>
                <a:ext uri="{FF2B5EF4-FFF2-40B4-BE49-F238E27FC236}">
                  <a16:creationId xmlns:a16="http://schemas.microsoft.com/office/drawing/2014/main" id="{83816D67-CF01-994F-108C-C5543247E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2633938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0" name="Rechthoek 86">
              <a:extLst>
                <a:ext uri="{FF2B5EF4-FFF2-40B4-BE49-F238E27FC236}">
                  <a16:creationId xmlns:a16="http://schemas.microsoft.com/office/drawing/2014/main" id="{A9C7EBEE-535A-B218-1018-60B5E3354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633938"/>
              <a:ext cx="3126342" cy="4627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1" name="Ovaal 87">
              <a:extLst>
                <a:ext uri="{FF2B5EF4-FFF2-40B4-BE49-F238E27FC236}">
                  <a16:creationId xmlns:a16="http://schemas.microsoft.com/office/drawing/2014/main" id="{34B34641-5119-C685-376B-3CE04578F424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4226365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82" name="Rechthoek 88">
              <a:extLst>
                <a:ext uri="{FF2B5EF4-FFF2-40B4-BE49-F238E27FC236}">
                  <a16:creationId xmlns:a16="http://schemas.microsoft.com/office/drawing/2014/main" id="{F180E71D-647F-AF67-C8C3-719F96D3C5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4226365"/>
              <a:ext cx="2944678" cy="8209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83" name="Rechthoek 89">
              <a:extLst>
                <a:ext uri="{FF2B5EF4-FFF2-40B4-BE49-F238E27FC236}">
                  <a16:creationId xmlns:a16="http://schemas.microsoft.com/office/drawing/2014/main" id="{78BF68CF-B3B5-0F4B-7C08-25F9618A4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6839" y="3200262"/>
              <a:ext cx="1239213" cy="719916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12701">
              <a:solidFill>
                <a:srgbClr val="D3D3D3"/>
              </a:solidFill>
              <a:miter lim="800000"/>
              <a:headEnd/>
              <a:tailEnd/>
            </a:ln>
          </p:spPr>
          <p:txBody>
            <a:bodyPr lIns="71999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/>
              <a:endParaRPr lang="en-GB" altLang="en-NL" sz="1000" i="1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84" name="Groep 90">
              <a:extLst>
                <a:ext uri="{FF2B5EF4-FFF2-40B4-BE49-F238E27FC236}">
                  <a16:creationId xmlns:a16="http://schemas.microsoft.com/office/drawing/2014/main" id="{1B5056EC-DE1B-D366-EA47-772BF7E043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2485814" y="3479785"/>
              <a:ext cx="1222991" cy="563928"/>
              <a:chOff x="-2485814" y="3479785"/>
              <a:chExt cx="1222991" cy="563928"/>
            </a:xfrm>
          </p:grpSpPr>
          <p:sp>
            <p:nvSpPr>
              <p:cNvPr id="123" name="Rechthoek 129">
                <a:extLst>
                  <a:ext uri="{FF2B5EF4-FFF2-40B4-BE49-F238E27FC236}">
                    <a16:creationId xmlns:a16="http://schemas.microsoft.com/office/drawing/2014/main" id="{7B06AA57-E426-0FD8-4A61-01260DE6C8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485814" y="3479785"/>
                <a:ext cx="1176476" cy="504849"/>
              </a:xfrm>
              <a:prstGeom prst="rect">
                <a:avLst/>
              </a:prstGeom>
              <a:solidFill>
                <a:srgbClr val="FFFFFF"/>
              </a:solidFill>
              <a:ln w="12701">
                <a:solidFill>
                  <a:srgbClr val="D1D1D1"/>
                </a:solidFill>
                <a:miter lim="800000"/>
                <a:headEnd/>
                <a:tailEnd/>
              </a:ln>
            </p:spPr>
            <p:txBody>
              <a:bodyPr lIns="107999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altLang="en-NL" sz="80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4" name="Rechthoek 130">
                <a:extLst>
                  <a:ext uri="{FF2B5EF4-FFF2-40B4-BE49-F238E27FC236}">
                    <a16:creationId xmlns:a16="http://schemas.microsoft.com/office/drawing/2014/main" id="{3E6F2BB0-C398-C618-3DA1-9BB10B5A7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479587" y="3733412"/>
                <a:ext cx="1164003" cy="24670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/>
                <a:endPara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25" name="Groep 131">
                <a:extLst>
                  <a:ext uri="{FF2B5EF4-FFF2-40B4-BE49-F238E27FC236}">
                    <a16:creationId xmlns:a16="http://schemas.microsoft.com/office/drawing/2014/main" id="{D713C371-68AB-14F3-840D-65B3CE8E88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403866" y="3541123"/>
                <a:ext cx="155950" cy="131920"/>
                <a:chOff x="-2403866" y="3541123"/>
                <a:chExt cx="155950" cy="131920"/>
              </a:xfrm>
            </p:grpSpPr>
            <p:sp>
              <p:nvSpPr>
                <p:cNvPr id="138" name="Rechthoek: afgeronde hoeken 144">
                  <a:extLst>
                    <a:ext uri="{FF2B5EF4-FFF2-40B4-BE49-F238E27FC236}">
                      <a16:creationId xmlns:a16="http://schemas.microsoft.com/office/drawing/2014/main" id="{B35739DF-D662-F0F3-2085-93155ACE4D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2403866" y="3541123"/>
                  <a:ext cx="155950" cy="131920"/>
                </a:xfrm>
                <a:custGeom>
                  <a:avLst/>
                  <a:gdLst>
                    <a:gd name="T0" fmla="*/ 77975 w 155950"/>
                    <a:gd name="T1" fmla="*/ 0 h 131920"/>
                    <a:gd name="T2" fmla="*/ 155950 w 155950"/>
                    <a:gd name="T3" fmla="*/ 65960 h 131920"/>
                    <a:gd name="T4" fmla="*/ 77975 w 155950"/>
                    <a:gd name="T5" fmla="*/ 131920 h 131920"/>
                    <a:gd name="T6" fmla="*/ 0 w 155950"/>
                    <a:gd name="T7" fmla="*/ 65960 h 131920"/>
                    <a:gd name="T8" fmla="*/ 17694720 60000 65536"/>
                    <a:gd name="T9" fmla="*/ 0 60000 65536"/>
                    <a:gd name="T10" fmla="*/ 5898240 60000 65536"/>
                    <a:gd name="T11" fmla="*/ 11796480 60000 65536"/>
                    <a:gd name="T12" fmla="*/ 1125 w 155950"/>
                    <a:gd name="T13" fmla="*/ 1125 h 131920"/>
                    <a:gd name="T14" fmla="*/ 154825 w 155950"/>
                    <a:gd name="T15" fmla="*/ 130795 h 13192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5950" h="131920">
                      <a:moveTo>
                        <a:pt x="3842" y="0"/>
                      </a:moveTo>
                      <a:lnTo>
                        <a:pt x="3842" y="0"/>
                      </a:lnTo>
                      <a:cubicBezTo>
                        <a:pt x="1720" y="0"/>
                        <a:pt x="0" y="1720"/>
                        <a:pt x="0" y="3841"/>
                      </a:cubicBezTo>
                      <a:lnTo>
                        <a:pt x="0" y="128078"/>
                      </a:lnTo>
                      <a:lnTo>
                        <a:pt x="0" y="128077"/>
                      </a:lnTo>
                      <a:cubicBezTo>
                        <a:pt x="0" y="130199"/>
                        <a:pt x="1720" y="131919"/>
                        <a:pt x="3841" y="131919"/>
                      </a:cubicBezTo>
                      <a:lnTo>
                        <a:pt x="152108" y="131920"/>
                      </a:lnTo>
                      <a:lnTo>
                        <a:pt x="152108" y="131919"/>
                      </a:lnTo>
                      <a:cubicBezTo>
                        <a:pt x="154229" y="131919"/>
                        <a:pt x="155950" y="130199"/>
                        <a:pt x="155950" y="128078"/>
                      </a:cubicBezTo>
                      <a:lnTo>
                        <a:pt x="155950" y="3842"/>
                      </a:lnTo>
                      <a:cubicBezTo>
                        <a:pt x="155950" y="1720"/>
                        <a:pt x="154229" y="0"/>
                        <a:pt x="152108" y="0"/>
                      </a:cubicBezTo>
                      <a:lnTo>
                        <a:pt x="384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701" cap="flat">
                  <a:solidFill>
                    <a:srgbClr val="81818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lIns="107999" tIns="0" rIns="0" bIns="0" anchor="ctr"/>
                <a:lstStyle/>
                <a:p>
                  <a:endParaRPr lang="en-NL"/>
                </a:p>
              </p:txBody>
            </p:sp>
            <p:sp>
              <p:nvSpPr>
                <p:cNvPr id="139" name="Rechthoek 145">
                  <a:extLst>
                    <a:ext uri="{FF2B5EF4-FFF2-40B4-BE49-F238E27FC236}">
                      <a16:creationId xmlns:a16="http://schemas.microsoft.com/office/drawing/2014/main" id="{B698C13C-E8E7-EB7A-1553-CFAA48972A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82167" y="3559228"/>
                  <a:ext cx="117582" cy="1601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0" name="Rechthoek 146">
                  <a:extLst>
                    <a:ext uri="{FF2B5EF4-FFF2-40B4-BE49-F238E27FC236}">
                      <a16:creationId xmlns:a16="http://schemas.microsoft.com/office/drawing/2014/main" id="{C950831B-1B32-4025-CE80-760461CF5B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82158" y="3586349"/>
                  <a:ext cx="45756" cy="69997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1" name="Rechthoek 147">
                  <a:extLst>
                    <a:ext uri="{FF2B5EF4-FFF2-40B4-BE49-F238E27FC236}">
                      <a16:creationId xmlns:a16="http://schemas.microsoft.com/office/drawing/2014/main" id="{5B80E400-97EA-F996-F1DE-0EFC63452B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22210" y="3590355"/>
                  <a:ext cx="52111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2" name="Rechthoek 148">
                  <a:extLst>
                    <a:ext uri="{FF2B5EF4-FFF2-40B4-BE49-F238E27FC236}">
                      <a16:creationId xmlns:a16="http://schemas.microsoft.com/office/drawing/2014/main" id="{98BD07A4-0CF7-7B60-F3DD-C1D0375DE0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22210" y="3618408"/>
                  <a:ext cx="26746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3" name="Rechthoek 149">
                  <a:extLst>
                    <a:ext uri="{FF2B5EF4-FFF2-40B4-BE49-F238E27FC236}">
                      <a16:creationId xmlns:a16="http://schemas.microsoft.com/office/drawing/2014/main" id="{11796F4D-9ACB-A1E5-B66B-AA5E4047D2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22210" y="3646462"/>
                  <a:ext cx="26746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6" name="Groep 132">
                <a:extLst>
                  <a:ext uri="{FF2B5EF4-FFF2-40B4-BE49-F238E27FC236}">
                    <a16:creationId xmlns:a16="http://schemas.microsoft.com/office/drawing/2014/main" id="{A240F4F6-A853-01D4-49C3-F92711D065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423425" y="3770784"/>
                <a:ext cx="166741" cy="218962"/>
                <a:chOff x="-2423425" y="3770784"/>
                <a:chExt cx="166741" cy="218962"/>
              </a:xfrm>
            </p:grpSpPr>
            <p:grpSp>
              <p:nvGrpSpPr>
                <p:cNvPr id="130" name="Groep 136">
                  <a:extLst>
                    <a:ext uri="{FF2B5EF4-FFF2-40B4-BE49-F238E27FC236}">
                      <a16:creationId xmlns:a16="http://schemas.microsoft.com/office/drawing/2014/main" id="{71606AC6-AE7B-0CEF-7CEC-0F9F2AC7061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2400482" y="3792473"/>
                  <a:ext cx="143798" cy="121642"/>
                  <a:chOff x="-2400482" y="3792473"/>
                  <a:chExt cx="143798" cy="121642"/>
                </a:xfrm>
              </p:grpSpPr>
              <p:sp>
                <p:nvSpPr>
                  <p:cNvPr id="132" name="Rechthoek: afgeronde hoeken 138">
                    <a:extLst>
                      <a:ext uri="{FF2B5EF4-FFF2-40B4-BE49-F238E27FC236}">
                        <a16:creationId xmlns:a16="http://schemas.microsoft.com/office/drawing/2014/main" id="{969FFE2A-6844-7AB6-3BD7-AF34ADAEC06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2400482" y="3792473"/>
                    <a:ext cx="143798" cy="121642"/>
                  </a:xfrm>
                  <a:custGeom>
                    <a:avLst/>
                    <a:gdLst>
                      <a:gd name="T0" fmla="*/ 71899 w 143798"/>
                      <a:gd name="T1" fmla="*/ 0 h 121642"/>
                      <a:gd name="T2" fmla="*/ 143798 w 143798"/>
                      <a:gd name="T3" fmla="*/ 60821 h 121642"/>
                      <a:gd name="T4" fmla="*/ 71899 w 143798"/>
                      <a:gd name="T5" fmla="*/ 121642 h 121642"/>
                      <a:gd name="T6" fmla="*/ 0 w 143798"/>
                      <a:gd name="T7" fmla="*/ 60821 h 121642"/>
                      <a:gd name="T8" fmla="*/ 17694720 60000 65536"/>
                      <a:gd name="T9" fmla="*/ 0 60000 65536"/>
                      <a:gd name="T10" fmla="*/ 5898240 60000 65536"/>
                      <a:gd name="T11" fmla="*/ 11796480 60000 65536"/>
                      <a:gd name="T12" fmla="*/ 1038 w 143798"/>
                      <a:gd name="T13" fmla="*/ 1038 h 121642"/>
                      <a:gd name="T14" fmla="*/ 142760 w 143798"/>
                      <a:gd name="T15" fmla="*/ 120604 h 121642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43798" h="121642">
                        <a:moveTo>
                          <a:pt x="3542" y="0"/>
                        </a:moveTo>
                        <a:lnTo>
                          <a:pt x="3542" y="0"/>
                        </a:lnTo>
                        <a:cubicBezTo>
                          <a:pt x="1585" y="0"/>
                          <a:pt x="0" y="1585"/>
                          <a:pt x="0" y="3541"/>
                        </a:cubicBezTo>
                        <a:lnTo>
                          <a:pt x="0" y="118100"/>
                        </a:lnTo>
                        <a:lnTo>
                          <a:pt x="0" y="118099"/>
                        </a:lnTo>
                        <a:cubicBezTo>
                          <a:pt x="0" y="120056"/>
                          <a:pt x="1585" y="121641"/>
                          <a:pt x="3541" y="121641"/>
                        </a:cubicBezTo>
                        <a:lnTo>
                          <a:pt x="140256" y="121642"/>
                        </a:lnTo>
                        <a:lnTo>
                          <a:pt x="140256" y="121641"/>
                        </a:lnTo>
                        <a:cubicBezTo>
                          <a:pt x="142212" y="121641"/>
                          <a:pt x="143798" y="120056"/>
                          <a:pt x="143798" y="118100"/>
                        </a:cubicBezTo>
                        <a:lnTo>
                          <a:pt x="143798" y="3542"/>
                        </a:lnTo>
                        <a:cubicBezTo>
                          <a:pt x="143798" y="1585"/>
                          <a:pt x="142212" y="0"/>
                          <a:pt x="140256" y="0"/>
                        </a:cubicBezTo>
                        <a:lnTo>
                          <a:pt x="354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2701" cap="flat">
                    <a:solidFill>
                      <a:srgbClr val="818181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lIns="107999" tIns="0" rIns="0" bIns="0" anchor="ctr"/>
                  <a:lstStyle/>
                  <a:p>
                    <a:endParaRPr lang="en-NL"/>
                  </a:p>
                </p:txBody>
              </p:sp>
              <p:sp>
                <p:nvSpPr>
                  <p:cNvPr id="133" name="Rechthoek 139">
                    <a:extLst>
                      <a:ext uri="{FF2B5EF4-FFF2-40B4-BE49-F238E27FC236}">
                        <a16:creationId xmlns:a16="http://schemas.microsoft.com/office/drawing/2014/main" id="{F121D10F-4634-6189-D9E2-51E2231B034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80466" y="3809170"/>
                    <a:ext cx="108420" cy="14767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4" name="Rechthoek 140">
                    <a:extLst>
                      <a:ext uri="{FF2B5EF4-FFF2-40B4-BE49-F238E27FC236}">
                        <a16:creationId xmlns:a16="http://schemas.microsoft.com/office/drawing/2014/main" id="{655BA972-4F0E-A76E-80E4-5C185DDA319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80466" y="3834179"/>
                    <a:ext cx="42190" cy="64538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5" name="Rechthoek 141">
                    <a:extLst>
                      <a:ext uri="{FF2B5EF4-FFF2-40B4-BE49-F238E27FC236}">
                        <a16:creationId xmlns:a16="http://schemas.microsoft.com/office/drawing/2014/main" id="{93CC5FF3-C450-C2E7-9410-F7274FAB6CC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25182" y="3837873"/>
                    <a:ext cx="4805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6" name="Rechthoek 142">
                    <a:extLst>
                      <a:ext uri="{FF2B5EF4-FFF2-40B4-BE49-F238E27FC236}">
                        <a16:creationId xmlns:a16="http://schemas.microsoft.com/office/drawing/2014/main" id="{685A2F76-81CA-705B-26E3-70168AC6533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25182" y="3863742"/>
                    <a:ext cx="2466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7" name="Rechthoek 143">
                    <a:extLst>
                      <a:ext uri="{FF2B5EF4-FFF2-40B4-BE49-F238E27FC236}">
                        <a16:creationId xmlns:a16="http://schemas.microsoft.com/office/drawing/2014/main" id="{928679A2-6870-7951-4159-9240DF65CD1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25182" y="3889610"/>
                    <a:ext cx="2466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1" name="Boog 137">
                  <a:extLst>
                    <a:ext uri="{FF2B5EF4-FFF2-40B4-BE49-F238E27FC236}">
                      <a16:creationId xmlns:a16="http://schemas.microsoft.com/office/drawing/2014/main" id="{59D973FE-E2FC-8062-FBBF-3EFB5CA5F1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-3962915">
                  <a:off x="-2486866" y="3834225"/>
                  <a:ext cx="218962" cy="92080"/>
                </a:xfrm>
                <a:custGeom>
                  <a:avLst/>
                  <a:gdLst>
                    <a:gd name="T0" fmla="*/ 109481 w 218962"/>
                    <a:gd name="T1" fmla="*/ 0 h 92080"/>
                    <a:gd name="T2" fmla="*/ 218962 w 218962"/>
                    <a:gd name="T3" fmla="*/ 46040 h 92080"/>
                    <a:gd name="T4" fmla="*/ 109481 w 218962"/>
                    <a:gd name="T5" fmla="*/ 92080 h 92080"/>
                    <a:gd name="T6" fmla="*/ 0 w 218962"/>
                    <a:gd name="T7" fmla="*/ 46040 h 92080"/>
                    <a:gd name="T8" fmla="*/ 105456 w 218962"/>
                    <a:gd name="T9" fmla="*/ 31 h 92080"/>
                    <a:gd name="T10" fmla="*/ 109481 w 218962"/>
                    <a:gd name="T11" fmla="*/ 46040 h 92080"/>
                    <a:gd name="T12" fmla="*/ 188429 w 218962"/>
                    <a:gd name="T13" fmla="*/ 77937 h 92080"/>
                    <a:gd name="T14" fmla="*/ 17694720 60000 65536"/>
                    <a:gd name="T15" fmla="*/ 0 60000 65536"/>
                    <a:gd name="T16" fmla="*/ 5898240 60000 65536"/>
                    <a:gd name="T17" fmla="*/ 11796480 60000 65536"/>
                    <a:gd name="T18" fmla="*/ 11796480 60000 65536"/>
                    <a:gd name="T19" fmla="*/ 11796480 60000 65536"/>
                    <a:gd name="T20" fmla="*/ 5898240 60000 65536"/>
                    <a:gd name="T21" fmla="*/ 105456 w 218962"/>
                    <a:gd name="T22" fmla="*/ 0 h 92080"/>
                    <a:gd name="T23" fmla="*/ 218962 w 218962"/>
                    <a:gd name="T24" fmla="*/ 77937 h 9208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18962" h="92080" stroke="0">
                      <a:moveTo>
                        <a:pt x="105456" y="31"/>
                      </a:moveTo>
                      <a:lnTo>
                        <a:pt x="105456" y="31"/>
                      </a:lnTo>
                      <a:cubicBezTo>
                        <a:pt x="106797" y="10"/>
                        <a:pt x="108138" y="0"/>
                        <a:pt x="109481" y="0"/>
                      </a:cubicBezTo>
                      <a:cubicBezTo>
                        <a:pt x="169945" y="0"/>
                        <a:pt x="218962" y="20612"/>
                        <a:pt x="218962" y="46040"/>
                      </a:cubicBezTo>
                      <a:cubicBezTo>
                        <a:pt x="218962" y="57931"/>
                        <a:pt x="208020" y="69361"/>
                        <a:pt x="188429" y="77936"/>
                      </a:cubicBezTo>
                      <a:lnTo>
                        <a:pt x="109481" y="46040"/>
                      </a:lnTo>
                      <a:lnTo>
                        <a:pt x="105456" y="31"/>
                      </a:lnTo>
                      <a:close/>
                    </a:path>
                    <a:path w="218962" h="92080" fill="none">
                      <a:moveTo>
                        <a:pt x="105456" y="31"/>
                      </a:moveTo>
                      <a:lnTo>
                        <a:pt x="105456" y="31"/>
                      </a:lnTo>
                      <a:cubicBezTo>
                        <a:pt x="106797" y="10"/>
                        <a:pt x="108138" y="0"/>
                        <a:pt x="109481" y="0"/>
                      </a:cubicBezTo>
                      <a:cubicBezTo>
                        <a:pt x="169945" y="0"/>
                        <a:pt x="218962" y="20612"/>
                        <a:pt x="218962" y="46040"/>
                      </a:cubicBezTo>
                      <a:cubicBezTo>
                        <a:pt x="218962" y="57931"/>
                        <a:pt x="208020" y="69361"/>
                        <a:pt x="188429" y="77936"/>
                      </a:cubicBezTo>
                    </a:path>
                  </a:pathLst>
                </a:custGeom>
                <a:noFill/>
                <a:ln w="19046" cap="flat">
                  <a:solidFill>
                    <a:srgbClr val="4D82B8"/>
                  </a:solidFill>
                  <a:prstDash val="solid"/>
                  <a:round/>
                  <a:headEnd type="arrow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 anchorCtr="1"/>
                <a:lstStyle/>
                <a:p>
                  <a:endParaRPr lang="en-NL"/>
                </a:p>
              </p:txBody>
            </p:sp>
          </p:grpSp>
          <p:sp>
            <p:nvSpPr>
              <p:cNvPr id="127" name="Tekstvak 133">
                <a:extLst>
                  <a:ext uri="{FF2B5EF4-FFF2-40B4-BE49-F238E27FC236}">
                    <a16:creationId xmlns:a16="http://schemas.microsoft.com/office/drawing/2014/main" id="{037AFB2F-A264-0119-A180-16608680FA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245455" y="3541123"/>
                <a:ext cx="896112" cy="1347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28" name="Tekstvak 134">
                <a:extLst>
                  <a:ext uri="{FF2B5EF4-FFF2-40B4-BE49-F238E27FC236}">
                    <a16:creationId xmlns:a16="http://schemas.microsoft.com/office/drawing/2014/main" id="{A13B6342-F2C6-FC3F-EEA0-5B4D6EAE0B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258888" y="3793552"/>
                <a:ext cx="909544" cy="1264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29" name="Vrije vorm: vorm 135">
                <a:extLst>
                  <a:ext uri="{FF2B5EF4-FFF2-40B4-BE49-F238E27FC236}">
                    <a16:creationId xmlns:a16="http://schemas.microsoft.com/office/drawing/2014/main" id="{9E3A5608-4C51-EF11-240F-4BCF63CD9658}"/>
                  </a:ext>
                </a:extLst>
              </p:cNvPr>
              <p:cNvSpPr/>
              <p:nvPr/>
            </p:nvSpPr>
            <p:spPr>
              <a:xfrm>
                <a:off x="-1360946" y="3863877"/>
                <a:ext cx="98405" cy="17938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880280"/>
                  <a:gd name="f7" fmla="val 1624084"/>
                  <a:gd name="f8" fmla="val 1262418"/>
                  <a:gd name="f9" fmla="val 313898"/>
                  <a:gd name="f10" fmla="val 996287"/>
                  <a:gd name="f11" fmla="val 620973"/>
                  <a:gd name="f12" fmla="val 839337"/>
                  <a:gd name="f13" fmla="val 1480782"/>
                  <a:gd name="f14" fmla="val 498144"/>
                  <a:gd name="f15" fmla="val 900753"/>
                  <a:gd name="f16" fmla="val 893929"/>
                  <a:gd name="f17" fmla="+- 0 0 -90"/>
                  <a:gd name="f18" fmla="*/ f3 1 880280"/>
                  <a:gd name="f19" fmla="*/ f4 1 1624084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880280"/>
                  <a:gd name="f28" fmla="*/ f24 1 1624084"/>
                  <a:gd name="f29" fmla="*/ 0 f25 1"/>
                  <a:gd name="f30" fmla="*/ 0 f24 1"/>
                  <a:gd name="f31" fmla="*/ 1262418 f24 1"/>
                  <a:gd name="f32" fmla="*/ 620973 f25 1"/>
                  <a:gd name="f33" fmla="*/ 1624084 f24 1"/>
                  <a:gd name="f34" fmla="*/ 839337 f25 1"/>
                  <a:gd name="f35" fmla="*/ 1480782 f24 1"/>
                  <a:gd name="f36" fmla="*/ 900753 f24 1"/>
                  <a:gd name="f37" fmla="*/ 880280 f25 1"/>
                  <a:gd name="f38" fmla="*/ 893929 f24 1"/>
                  <a:gd name="f39" fmla="*/ 313898 f25 1"/>
                  <a:gd name="f40" fmla="*/ 996287 f24 1"/>
                  <a:gd name="f41" fmla="*/ 498144 f25 1"/>
                  <a:gd name="f42" fmla="+- f26 0 f1"/>
                  <a:gd name="f43" fmla="*/ f29 1 880280"/>
                  <a:gd name="f44" fmla="*/ f30 1 1624084"/>
                  <a:gd name="f45" fmla="*/ f31 1 1624084"/>
                  <a:gd name="f46" fmla="*/ f32 1 880280"/>
                  <a:gd name="f47" fmla="*/ f33 1 1624084"/>
                  <a:gd name="f48" fmla="*/ f34 1 880280"/>
                  <a:gd name="f49" fmla="*/ f35 1 1624084"/>
                  <a:gd name="f50" fmla="*/ f36 1 1624084"/>
                  <a:gd name="f51" fmla="*/ f37 1 880280"/>
                  <a:gd name="f52" fmla="*/ f38 1 1624084"/>
                  <a:gd name="f53" fmla="*/ f39 1 880280"/>
                  <a:gd name="f54" fmla="*/ f40 1 1624084"/>
                  <a:gd name="f55" fmla="*/ f41 1 880280"/>
                  <a:gd name="f56" fmla="*/ f20 1 f27"/>
                  <a:gd name="f57" fmla="*/ f21 1 f27"/>
                  <a:gd name="f58" fmla="*/ f20 1 f28"/>
                  <a:gd name="f59" fmla="*/ f22 1 f28"/>
                  <a:gd name="f60" fmla="*/ f43 1 f27"/>
                  <a:gd name="f61" fmla="*/ f44 1 f28"/>
                  <a:gd name="f62" fmla="*/ f45 1 f28"/>
                  <a:gd name="f63" fmla="*/ f53 1 f27"/>
                  <a:gd name="f64" fmla="*/ f54 1 f28"/>
                  <a:gd name="f65" fmla="*/ f46 1 f27"/>
                  <a:gd name="f66" fmla="*/ f47 1 f28"/>
                  <a:gd name="f67" fmla="*/ f48 1 f27"/>
                  <a:gd name="f68" fmla="*/ f49 1 f28"/>
                  <a:gd name="f69" fmla="*/ f55 1 f27"/>
                  <a:gd name="f70" fmla="*/ f50 1 f28"/>
                  <a:gd name="f71" fmla="*/ f51 1 f27"/>
                  <a:gd name="f72" fmla="*/ f52 1 f28"/>
                  <a:gd name="f73" fmla="*/ f56 f18 1"/>
                  <a:gd name="f74" fmla="*/ f57 f18 1"/>
                  <a:gd name="f75" fmla="*/ f59 f19 1"/>
                  <a:gd name="f76" fmla="*/ f58 f19 1"/>
                  <a:gd name="f77" fmla="*/ f60 f18 1"/>
                  <a:gd name="f78" fmla="*/ f61 f19 1"/>
                  <a:gd name="f79" fmla="*/ f62 f19 1"/>
                  <a:gd name="f80" fmla="*/ f63 f18 1"/>
                  <a:gd name="f81" fmla="*/ f64 f19 1"/>
                  <a:gd name="f82" fmla="*/ f65 f18 1"/>
                  <a:gd name="f83" fmla="*/ f66 f19 1"/>
                  <a:gd name="f84" fmla="*/ f67 f18 1"/>
                  <a:gd name="f85" fmla="*/ f68 f19 1"/>
                  <a:gd name="f86" fmla="*/ f69 f18 1"/>
                  <a:gd name="f87" fmla="*/ f70 f19 1"/>
                  <a:gd name="f88" fmla="*/ f71 f18 1"/>
                  <a:gd name="f89" fmla="*/ f72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42">
                    <a:pos x="f77" y="f78"/>
                  </a:cxn>
                  <a:cxn ang="f42">
                    <a:pos x="f77" y="f79"/>
                  </a:cxn>
                  <a:cxn ang="f42">
                    <a:pos x="f80" y="f81"/>
                  </a:cxn>
                  <a:cxn ang="f42">
                    <a:pos x="f82" y="f83"/>
                  </a:cxn>
                  <a:cxn ang="f42">
                    <a:pos x="f84" y="f85"/>
                  </a:cxn>
                  <a:cxn ang="f42">
                    <a:pos x="f86" y="f87"/>
                  </a:cxn>
                  <a:cxn ang="f42">
                    <a:pos x="f88" y="f89"/>
                  </a:cxn>
                  <a:cxn ang="f42">
                    <a:pos x="f77" y="f78"/>
                  </a:cxn>
                </a:cxnLst>
                <a:rect l="f73" t="f76" r="f74" b="f75"/>
                <a:pathLst>
                  <a:path w="880280" h="1624084">
                    <a:moveTo>
                      <a:pt x="f5" y="f5"/>
                    </a:moveTo>
                    <a:lnTo>
                      <a:pt x="f5" y="f8"/>
                    </a:lnTo>
                    <a:lnTo>
                      <a:pt x="f9" y="f10"/>
                    </a:lnTo>
                    <a:lnTo>
                      <a:pt x="f11" y="f7"/>
                    </a:lnTo>
                    <a:lnTo>
                      <a:pt x="f12" y="f13"/>
                    </a:lnTo>
                    <a:lnTo>
                      <a:pt x="f14" y="f15"/>
                    </a:lnTo>
                    <a:lnTo>
                      <a:pt x="f6" y="f16"/>
                    </a:lnTo>
                    <a:lnTo>
                      <a:pt x="f5" y="f5"/>
                    </a:lnTo>
                    <a:close/>
                  </a:path>
                </a:pathLst>
              </a:custGeom>
              <a:solidFill>
                <a:srgbClr val="FFFFFF"/>
              </a:solidFill>
              <a:ln w="12701" cap="flat">
                <a:solidFill>
                  <a:srgbClr val="000000"/>
                </a:solidFill>
                <a:prstDash val="solid"/>
                <a:miter/>
              </a:ln>
            </p:spPr>
            <p:txBody>
              <a:bodyPr lIns="179999" tIns="179999" rIns="179999" bIns="179999" anchor="ctr" anchorCtr="1"/>
              <a:lstStyle/>
              <a:p>
                <a:pPr algn="ctr"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600" cap="all">
                  <a:solidFill>
                    <a:srgbClr val="FFFFFF"/>
                  </a:solidFill>
                  <a:latin typeface="Calibri" pitchFamily="34"/>
                  <a:cs typeface="Calibri" pitchFamily="34"/>
                </a:endParaRPr>
              </a:p>
            </p:txBody>
          </p:sp>
        </p:grpSp>
        <p:grpSp>
          <p:nvGrpSpPr>
            <p:cNvPr id="85" name="Groep 91">
              <a:extLst>
                <a:ext uri="{FF2B5EF4-FFF2-40B4-BE49-F238E27FC236}">
                  <a16:creationId xmlns:a16="http://schemas.microsoft.com/office/drawing/2014/main" id="{21AAB795-FBB6-E326-1876-5EDEFD2247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786164" y="5680655"/>
              <a:ext cx="3693380" cy="959690"/>
              <a:chOff x="-3786164" y="5680655"/>
              <a:chExt cx="3693380" cy="959690"/>
            </a:xfrm>
          </p:grpSpPr>
          <p:sp>
            <p:nvSpPr>
              <p:cNvPr id="113" name="Rechthoek 119">
                <a:extLst>
                  <a:ext uri="{FF2B5EF4-FFF2-40B4-BE49-F238E27FC236}">
                    <a16:creationId xmlns:a16="http://schemas.microsoft.com/office/drawing/2014/main" id="{AB60E763-4C11-D72C-A0E4-A9DC6DCDAACA}"/>
                  </a:ext>
                </a:extLst>
              </p:cNvPr>
              <p:cNvSpPr/>
              <p:nvPr/>
            </p:nvSpPr>
            <p:spPr>
              <a:xfrm>
                <a:off x="-3786164" y="5811691"/>
                <a:ext cx="3593387" cy="828654"/>
              </a:xfrm>
              <a:prstGeom prst="rect">
                <a:avLst/>
              </a:prstGeom>
              <a:solidFill>
                <a:srgbClr val="ECECEC"/>
              </a:solidFill>
              <a:ln w="6345" cap="flat">
                <a:solidFill>
                  <a:srgbClr val="ECECEC"/>
                </a:solidFill>
                <a:prstDash val="solid"/>
                <a:miter/>
              </a:ln>
            </p:spPr>
            <p:txBody>
              <a:bodyPr lIns="179999" tIns="143999" rIns="179999" bIns="143999" anchor="ctr"/>
              <a:lstStyle/>
              <a:p>
                <a:pPr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Want to know more?</a:t>
                </a:r>
                <a:b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</a:b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Go to the tab</a:t>
                </a: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 'SLIDEBUILDER’ </a:t>
                </a: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and click</a:t>
                </a:r>
                <a:b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</a:b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on the button </a:t>
                </a: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‘Inspiration'</a:t>
                </a:r>
              </a:p>
            </p:txBody>
          </p:sp>
          <p:grpSp>
            <p:nvGrpSpPr>
              <p:cNvPr id="114" name="ICOON_info">
                <a:extLst>
                  <a:ext uri="{FF2B5EF4-FFF2-40B4-BE49-F238E27FC236}">
                    <a16:creationId xmlns:a16="http://schemas.microsoft.com/office/drawing/2014/main" id="{1ACAAD70-6630-961C-35AD-AB629ED034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76467" y="5680655"/>
                <a:ext cx="283683" cy="283683"/>
                <a:chOff x="-376467" y="5680655"/>
                <a:chExt cx="283683" cy="283683"/>
              </a:xfrm>
            </p:grpSpPr>
            <p:sp>
              <p:nvSpPr>
                <p:cNvPr id="121" name="Ovaal 127">
                  <a:extLst>
                    <a:ext uri="{FF2B5EF4-FFF2-40B4-BE49-F238E27FC236}">
                      <a16:creationId xmlns:a16="http://schemas.microsoft.com/office/drawing/2014/main" id="{3F363D81-2D2A-20A9-3BE5-117E04C85D8A}"/>
                    </a:ext>
                  </a:extLst>
                </p:cNvPr>
                <p:cNvSpPr/>
                <p:nvPr/>
              </p:nvSpPr>
              <p:spPr>
                <a:xfrm>
                  <a:off x="-356257" y="5698981"/>
                  <a:ext cx="244427" cy="246057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211F26"/>
                </a:solidFill>
                <a:ln>
                  <a:noFill/>
                  <a:prstDash val="solid"/>
                </a:ln>
              </p:spPr>
              <p:txBody>
                <a:bodyPr lIns="179999" tIns="179999" rIns="179999" bIns="179999" anchor="ctr" anchorCtr="1"/>
                <a:lstStyle/>
                <a:p>
                  <a:pPr algn="ctr" eaLnBrk="1" fontAlgn="auto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600" cap="all">
                    <a:solidFill>
                      <a:srgbClr val="FFFFFF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sp>
              <p:nvSpPr>
                <p:cNvPr id="122" name="Graphic 163" descr="Informatie">
                  <a:extLst>
                    <a:ext uri="{FF2B5EF4-FFF2-40B4-BE49-F238E27FC236}">
                      <a16:creationId xmlns:a16="http://schemas.microsoft.com/office/drawing/2014/main" id="{BF00BF65-63EC-C89C-1637-936E47895A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376467" y="5680655"/>
                  <a:ext cx="283683" cy="283683"/>
                </a:xfrm>
                <a:custGeom>
                  <a:avLst/>
                  <a:gdLst>
                    <a:gd name="T0" fmla="*/ 141842 w 291719"/>
                    <a:gd name="T1" fmla="*/ 0 h 291719"/>
                    <a:gd name="T2" fmla="*/ 283683 w 291719"/>
                    <a:gd name="T3" fmla="*/ 141842 h 291719"/>
                    <a:gd name="T4" fmla="*/ 141842 w 291719"/>
                    <a:gd name="T5" fmla="*/ 283683 h 291719"/>
                    <a:gd name="T6" fmla="*/ 0 w 291719"/>
                    <a:gd name="T7" fmla="*/ 141842 h 291719"/>
                    <a:gd name="T8" fmla="*/ 141842 w 291719"/>
                    <a:gd name="T9" fmla="*/ 0 h 291719"/>
                    <a:gd name="T10" fmla="*/ 0 w 291719"/>
                    <a:gd name="T11" fmla="*/ 141842 h 291719"/>
                    <a:gd name="T12" fmla="*/ 141842 w 291719"/>
                    <a:gd name="T13" fmla="*/ 283684 h 291719"/>
                    <a:gd name="T14" fmla="*/ 283684 w 291719"/>
                    <a:gd name="T15" fmla="*/ 141842 h 291719"/>
                    <a:gd name="T16" fmla="*/ 141842 w 291719"/>
                    <a:gd name="T17" fmla="*/ 0 h 291719"/>
                    <a:gd name="T18" fmla="*/ 134376 w 291719"/>
                    <a:gd name="T19" fmla="*/ 37327 h 291719"/>
                    <a:gd name="T20" fmla="*/ 153040 w 291719"/>
                    <a:gd name="T21" fmla="*/ 55990 h 291719"/>
                    <a:gd name="T22" fmla="*/ 134376 w 291719"/>
                    <a:gd name="T23" fmla="*/ 74653 h 291719"/>
                    <a:gd name="T24" fmla="*/ 115713 w 291719"/>
                    <a:gd name="T25" fmla="*/ 55990 h 291719"/>
                    <a:gd name="T26" fmla="*/ 134376 w 291719"/>
                    <a:gd name="T27" fmla="*/ 37327 h 291719"/>
                    <a:gd name="T28" fmla="*/ 179169 w 291719"/>
                    <a:gd name="T29" fmla="*/ 246357 h 291719"/>
                    <a:gd name="T30" fmla="*/ 104515 w 291719"/>
                    <a:gd name="T31" fmla="*/ 246357 h 291719"/>
                    <a:gd name="T32" fmla="*/ 104515 w 291719"/>
                    <a:gd name="T33" fmla="*/ 223961 h 291719"/>
                    <a:gd name="T34" fmla="*/ 130644 w 291719"/>
                    <a:gd name="T35" fmla="*/ 223961 h 291719"/>
                    <a:gd name="T36" fmla="*/ 130644 w 291719"/>
                    <a:gd name="T37" fmla="*/ 111981 h 291719"/>
                    <a:gd name="T38" fmla="*/ 108248 w 291719"/>
                    <a:gd name="T39" fmla="*/ 111981 h 291719"/>
                    <a:gd name="T40" fmla="*/ 108248 w 291719"/>
                    <a:gd name="T41" fmla="*/ 89584 h 291719"/>
                    <a:gd name="T42" fmla="*/ 153040 w 291719"/>
                    <a:gd name="T43" fmla="*/ 89584 h 291719"/>
                    <a:gd name="T44" fmla="*/ 153040 w 291719"/>
                    <a:gd name="T45" fmla="*/ 111981 h 291719"/>
                    <a:gd name="T46" fmla="*/ 153040 w 291719"/>
                    <a:gd name="T47" fmla="*/ 223961 h 291719"/>
                    <a:gd name="T48" fmla="*/ 179169 w 291719"/>
                    <a:gd name="T49" fmla="*/ 223961 h 291719"/>
                    <a:gd name="T50" fmla="*/ 179169 w 291719"/>
                    <a:gd name="T51" fmla="*/ 246357 h 291719"/>
                    <a:gd name="T52" fmla="*/ 17694720 60000 65536"/>
                    <a:gd name="T53" fmla="*/ 0 60000 65536"/>
                    <a:gd name="T54" fmla="*/ 5898240 60000 65536"/>
                    <a:gd name="T55" fmla="*/ 1179648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w 291719"/>
                    <a:gd name="T79" fmla="*/ 0 h 291719"/>
                    <a:gd name="T80" fmla="*/ 291719 w 291719"/>
                    <a:gd name="T81" fmla="*/ 291719 h 291719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T78" t="T79" r="T80" b="T81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NL"/>
                </a:p>
              </p:txBody>
            </p:sp>
          </p:grpSp>
          <p:grpSp>
            <p:nvGrpSpPr>
              <p:cNvPr id="115" name="Groep 121">
                <a:extLst>
                  <a:ext uri="{FF2B5EF4-FFF2-40B4-BE49-F238E27FC236}">
                    <a16:creationId xmlns:a16="http://schemas.microsoft.com/office/drawing/2014/main" id="{7C32310B-5E57-BC02-FFB2-7F6E3F2624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938165" y="5938003"/>
                <a:ext cx="627799" cy="576684"/>
                <a:chOff x="-938165" y="5938003"/>
                <a:chExt cx="627799" cy="576684"/>
              </a:xfrm>
            </p:grpSpPr>
            <p:grpSp>
              <p:nvGrpSpPr>
                <p:cNvPr id="116" name="Inspireren">
                  <a:extLst>
                    <a:ext uri="{FF2B5EF4-FFF2-40B4-BE49-F238E27FC236}">
                      <a16:creationId xmlns:a16="http://schemas.microsoft.com/office/drawing/2014/main" id="{84864F89-1282-62A8-8324-E3EBE9478CC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715847" y="5938003"/>
                  <a:ext cx="169776" cy="242380"/>
                  <a:chOff x="-715847" y="5938003"/>
                  <a:chExt cx="169776" cy="242380"/>
                </a:xfrm>
              </p:grpSpPr>
              <p:sp>
                <p:nvSpPr>
                  <p:cNvPr id="118" name="Freeform 12">
                    <a:extLst>
                      <a:ext uri="{FF2B5EF4-FFF2-40B4-BE49-F238E27FC236}">
                        <a16:creationId xmlns:a16="http://schemas.microsoft.com/office/drawing/2014/main" id="{F681DE49-0460-C789-3048-36237EB8069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665646" y="6024826"/>
                    <a:ext cx="68726" cy="62051"/>
                  </a:xfrm>
                  <a:custGeom>
                    <a:avLst/>
                    <a:gdLst>
                      <a:gd name="T0" fmla="*/ 34363 w 319"/>
                      <a:gd name="T1" fmla="*/ 0 h 288"/>
                      <a:gd name="T2" fmla="*/ 68726 w 319"/>
                      <a:gd name="T3" fmla="*/ 31026 h 288"/>
                      <a:gd name="T4" fmla="*/ 34363 w 319"/>
                      <a:gd name="T5" fmla="*/ 62051 h 288"/>
                      <a:gd name="T6" fmla="*/ 0 w 319"/>
                      <a:gd name="T7" fmla="*/ 31026 h 288"/>
                      <a:gd name="T8" fmla="*/ 47397 w 319"/>
                      <a:gd name="T9" fmla="*/ 62051 h 288"/>
                      <a:gd name="T10" fmla="*/ 23052 w 319"/>
                      <a:gd name="T11" fmla="*/ 62051 h 288"/>
                      <a:gd name="T12" fmla="*/ 0 w 319"/>
                      <a:gd name="T13" fmla="*/ 0 h 288"/>
                      <a:gd name="T14" fmla="*/ 68726 w 319"/>
                      <a:gd name="T15" fmla="*/ 0 h 288"/>
                      <a:gd name="T16" fmla="*/ 47397 w 319"/>
                      <a:gd name="T17" fmla="*/ 62051 h 288"/>
                      <a:gd name="T18" fmla="*/ 17694720 60000 65536"/>
                      <a:gd name="T19" fmla="*/ 0 60000 65536"/>
                      <a:gd name="T20" fmla="*/ 5898240 60000 65536"/>
                      <a:gd name="T21" fmla="*/ 1179648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319"/>
                      <a:gd name="T28" fmla="*/ 0 h 288"/>
                      <a:gd name="T29" fmla="*/ 319 w 319"/>
                      <a:gd name="T30" fmla="*/ 288 h 288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  <p:sp>
                <p:nvSpPr>
                  <p:cNvPr id="119" name="Freeform 13">
                    <a:extLst>
                      <a:ext uri="{FF2B5EF4-FFF2-40B4-BE49-F238E27FC236}">
                        <a16:creationId xmlns:a16="http://schemas.microsoft.com/office/drawing/2014/main" id="{F029A4FF-B21F-1DD3-93F6-9794089817E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661120" y="6156252"/>
                    <a:ext cx="60761" cy="24131"/>
                  </a:xfrm>
                  <a:custGeom>
                    <a:avLst/>
                    <a:gdLst>
                      <a:gd name="T0" fmla="*/ 30381 w 251"/>
                      <a:gd name="T1" fmla="*/ 0 h 100"/>
                      <a:gd name="T2" fmla="*/ 60761 w 251"/>
                      <a:gd name="T3" fmla="*/ 12066 h 100"/>
                      <a:gd name="T4" fmla="*/ 30381 w 251"/>
                      <a:gd name="T5" fmla="*/ 24131 h 100"/>
                      <a:gd name="T6" fmla="*/ 0 w 251"/>
                      <a:gd name="T7" fmla="*/ 12066 h 100"/>
                      <a:gd name="T8" fmla="*/ 55435 w 251"/>
                      <a:gd name="T9" fmla="*/ 16892 h 100"/>
                      <a:gd name="T10" fmla="*/ 55435 w 251"/>
                      <a:gd name="T11" fmla="*/ 16650 h 100"/>
                      <a:gd name="T12" fmla="*/ 60761 w 251"/>
                      <a:gd name="T13" fmla="*/ 0 h 100"/>
                      <a:gd name="T14" fmla="*/ 0 w 251"/>
                      <a:gd name="T15" fmla="*/ 0 h 100"/>
                      <a:gd name="T16" fmla="*/ 5326 w 251"/>
                      <a:gd name="T17" fmla="*/ 16650 h 100"/>
                      <a:gd name="T18" fmla="*/ 15251 w 251"/>
                      <a:gd name="T19" fmla="*/ 24131 h 100"/>
                      <a:gd name="T20" fmla="*/ 45510 w 251"/>
                      <a:gd name="T21" fmla="*/ 24131 h 100"/>
                      <a:gd name="T22" fmla="*/ 55435 w 251"/>
                      <a:gd name="T23" fmla="*/ 17133 h 100"/>
                      <a:gd name="T24" fmla="*/ 55435 w 251"/>
                      <a:gd name="T25" fmla="*/ 17133 h 100"/>
                      <a:gd name="T26" fmla="*/ 55435 w 251"/>
                      <a:gd name="T27" fmla="*/ 16892 h 100"/>
                      <a:gd name="T28" fmla="*/ 17694720 60000 65536"/>
                      <a:gd name="T29" fmla="*/ 0 60000 65536"/>
                      <a:gd name="T30" fmla="*/ 5898240 60000 65536"/>
                      <a:gd name="T31" fmla="*/ 1179648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251"/>
                      <a:gd name="T43" fmla="*/ 0 h 100"/>
                      <a:gd name="T44" fmla="*/ 251 w 251"/>
                      <a:gd name="T45" fmla="*/ 100 h 100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  <p:sp>
                <p:nvSpPr>
                  <p:cNvPr id="120" name="Freeform 14">
                    <a:extLst>
                      <a:ext uri="{FF2B5EF4-FFF2-40B4-BE49-F238E27FC236}">
                        <a16:creationId xmlns:a16="http://schemas.microsoft.com/office/drawing/2014/main" id="{E795AC33-8B4D-539B-1612-BA64401DB0D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715847" y="5938003"/>
                    <a:ext cx="169776" cy="208126"/>
                  </a:xfrm>
                  <a:custGeom>
                    <a:avLst/>
                    <a:gdLst>
                      <a:gd name="T0" fmla="*/ 84888 w 702"/>
                      <a:gd name="T1" fmla="*/ 0 h 860"/>
                      <a:gd name="T2" fmla="*/ 169776 w 702"/>
                      <a:gd name="T3" fmla="*/ 104063 h 860"/>
                      <a:gd name="T4" fmla="*/ 84888 w 702"/>
                      <a:gd name="T5" fmla="*/ 208126 h 860"/>
                      <a:gd name="T6" fmla="*/ 0 w 702"/>
                      <a:gd name="T7" fmla="*/ 104063 h 860"/>
                      <a:gd name="T8" fmla="*/ 84888 w 702"/>
                      <a:gd name="T9" fmla="*/ 0 h 860"/>
                      <a:gd name="T10" fmla="*/ 0 w 702"/>
                      <a:gd name="T11" fmla="*/ 84944 h 860"/>
                      <a:gd name="T12" fmla="*/ 32407 w 702"/>
                      <a:gd name="T13" fmla="*/ 151738 h 860"/>
                      <a:gd name="T14" fmla="*/ 39905 w 702"/>
                      <a:gd name="T15" fmla="*/ 173761 h 860"/>
                      <a:gd name="T16" fmla="*/ 64331 w 702"/>
                      <a:gd name="T17" fmla="*/ 173761 h 860"/>
                      <a:gd name="T18" fmla="*/ 64331 w 702"/>
                      <a:gd name="T19" fmla="*/ 173761 h 860"/>
                      <a:gd name="T20" fmla="*/ 104961 w 702"/>
                      <a:gd name="T21" fmla="*/ 173761 h 860"/>
                      <a:gd name="T22" fmla="*/ 101334 w 702"/>
                      <a:gd name="T23" fmla="*/ 183925 h 860"/>
                      <a:gd name="T24" fmla="*/ 68684 w 702"/>
                      <a:gd name="T25" fmla="*/ 183925 h 860"/>
                      <a:gd name="T26" fmla="*/ 68684 w 702"/>
                      <a:gd name="T27" fmla="*/ 183925 h 860"/>
                      <a:gd name="T28" fmla="*/ 43290 w 702"/>
                      <a:gd name="T29" fmla="*/ 183925 h 860"/>
                      <a:gd name="T30" fmla="*/ 51271 w 702"/>
                      <a:gd name="T31" fmla="*/ 208126 h 860"/>
                      <a:gd name="T32" fmla="*/ 51271 w 702"/>
                      <a:gd name="T33" fmla="*/ 208126 h 860"/>
                      <a:gd name="T34" fmla="*/ 52239 w 702"/>
                      <a:gd name="T35" fmla="*/ 208126 h 860"/>
                      <a:gd name="T36" fmla="*/ 118021 w 702"/>
                      <a:gd name="T37" fmla="*/ 208126 h 860"/>
                      <a:gd name="T38" fmla="*/ 118746 w 702"/>
                      <a:gd name="T39" fmla="*/ 208126 h 860"/>
                      <a:gd name="T40" fmla="*/ 137852 w 702"/>
                      <a:gd name="T41" fmla="*/ 151254 h 860"/>
                      <a:gd name="T42" fmla="*/ 169776 w 702"/>
                      <a:gd name="T43" fmla="*/ 84944 h 860"/>
                      <a:gd name="T44" fmla="*/ 84888 w 702"/>
                      <a:gd name="T45" fmla="*/ 0 h 860"/>
                      <a:gd name="T46" fmla="*/ 141964 w 702"/>
                      <a:gd name="T47" fmla="*/ 105999 h 860"/>
                      <a:gd name="T48" fmla="*/ 117295 w 702"/>
                      <a:gd name="T49" fmla="*/ 136250 h 860"/>
                      <a:gd name="T50" fmla="*/ 109798 w 702"/>
                      <a:gd name="T51" fmla="*/ 159241 h 860"/>
                      <a:gd name="T52" fmla="*/ 60462 w 702"/>
                      <a:gd name="T53" fmla="*/ 159241 h 860"/>
                      <a:gd name="T54" fmla="*/ 52964 w 702"/>
                      <a:gd name="T55" fmla="*/ 136734 h 860"/>
                      <a:gd name="T56" fmla="*/ 27812 w 702"/>
                      <a:gd name="T57" fmla="*/ 106241 h 860"/>
                      <a:gd name="T58" fmla="*/ 23943 w 702"/>
                      <a:gd name="T59" fmla="*/ 84944 h 860"/>
                      <a:gd name="T60" fmla="*/ 84888 w 702"/>
                      <a:gd name="T61" fmla="*/ 23959 h 860"/>
                      <a:gd name="T62" fmla="*/ 145833 w 702"/>
                      <a:gd name="T63" fmla="*/ 84944 h 860"/>
                      <a:gd name="T64" fmla="*/ 141964 w 702"/>
                      <a:gd name="T65" fmla="*/ 105999 h 860"/>
                      <a:gd name="T66" fmla="*/ 17694720 60000 65536"/>
                      <a:gd name="T67" fmla="*/ 0 60000 65536"/>
                      <a:gd name="T68" fmla="*/ 5898240 60000 65536"/>
                      <a:gd name="T69" fmla="*/ 1179648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w 702"/>
                      <a:gd name="T100" fmla="*/ 0 h 860"/>
                      <a:gd name="T101" fmla="*/ 702 w 702"/>
                      <a:gd name="T102" fmla="*/ 860 h 860"/>
                    </a:gdLst>
                    <a:ahLst/>
                    <a:cxnLst>
                      <a:cxn ang="T66">
                        <a:pos x="T0" y="T1"/>
                      </a:cxn>
                      <a:cxn ang="T67">
                        <a:pos x="T2" y="T3"/>
                      </a:cxn>
                      <a:cxn ang="T68">
                        <a:pos x="T4" y="T5"/>
                      </a:cxn>
                      <a:cxn ang="T69">
                        <a:pos x="T6" y="T7"/>
                      </a:cxn>
                      <a:cxn ang="T70">
                        <a:pos x="T8" y="T9"/>
                      </a:cxn>
                      <a:cxn ang="T71">
                        <a:pos x="T10" y="T11"/>
                      </a:cxn>
                      <a:cxn ang="T72">
                        <a:pos x="T12" y="T13"/>
                      </a:cxn>
                      <a:cxn ang="T73">
                        <a:pos x="T14" y="T15"/>
                      </a:cxn>
                      <a:cxn ang="T74">
                        <a:pos x="T16" y="T17"/>
                      </a:cxn>
                      <a:cxn ang="T75">
                        <a:pos x="T18" y="T19"/>
                      </a:cxn>
                      <a:cxn ang="T76">
                        <a:pos x="T20" y="T21"/>
                      </a:cxn>
                      <a:cxn ang="T77">
                        <a:pos x="T22" y="T23"/>
                      </a:cxn>
                      <a:cxn ang="T78">
                        <a:pos x="T24" y="T25"/>
                      </a:cxn>
                      <a:cxn ang="T79">
                        <a:pos x="T26" y="T27"/>
                      </a:cxn>
                      <a:cxn ang="T80">
                        <a:pos x="T28" y="T29"/>
                      </a:cxn>
                      <a:cxn ang="T81">
                        <a:pos x="T30" y="T31"/>
                      </a:cxn>
                      <a:cxn ang="T82">
                        <a:pos x="T32" y="T33"/>
                      </a:cxn>
                      <a:cxn ang="T83">
                        <a:pos x="T34" y="T35"/>
                      </a:cxn>
                      <a:cxn ang="T84">
                        <a:pos x="T36" y="T37"/>
                      </a:cxn>
                      <a:cxn ang="T85">
                        <a:pos x="T38" y="T39"/>
                      </a:cxn>
                      <a:cxn ang="T86">
                        <a:pos x="T40" y="T41"/>
                      </a:cxn>
                      <a:cxn ang="T87">
                        <a:pos x="T42" y="T43"/>
                      </a:cxn>
                      <a:cxn ang="T88">
                        <a:pos x="T44" y="T45"/>
                      </a:cxn>
                      <a:cxn ang="T89">
                        <a:pos x="T46" y="T47"/>
                      </a:cxn>
                      <a:cxn ang="T90">
                        <a:pos x="T48" y="T49"/>
                      </a:cxn>
                      <a:cxn ang="T91">
                        <a:pos x="T50" y="T51"/>
                      </a:cxn>
                      <a:cxn ang="T92">
                        <a:pos x="T52" y="T53"/>
                      </a:cxn>
                      <a:cxn ang="T93">
                        <a:pos x="T54" y="T55"/>
                      </a:cxn>
                      <a:cxn ang="T94">
                        <a:pos x="T56" y="T57"/>
                      </a:cxn>
                      <a:cxn ang="T95">
                        <a:pos x="T58" y="T59"/>
                      </a:cxn>
                      <a:cxn ang="T96">
                        <a:pos x="T60" y="T61"/>
                      </a:cxn>
                      <a:cxn ang="T97">
                        <a:pos x="T62" y="T63"/>
                      </a:cxn>
                      <a:cxn ang="T98">
                        <a:pos x="T64" y="T65"/>
                      </a:cxn>
                    </a:cxnLst>
                    <a:rect l="T99" t="T100" r="T101" b="T102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</p:grpSp>
            <p:sp>
              <p:nvSpPr>
                <p:cNvPr id="117" name="Tekstvak 123">
                  <a:extLst>
                    <a:ext uri="{FF2B5EF4-FFF2-40B4-BE49-F238E27FC236}">
                      <a16:creationId xmlns:a16="http://schemas.microsoft.com/office/drawing/2014/main" id="{E16A94BC-FDAB-6A76-3293-ED8F7AD0B45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-938165" y="6192453"/>
                  <a:ext cx="627799" cy="3222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 anchorCtr="1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altLang="en-NL" sz="100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86" name="Groep 92">
              <a:extLst>
                <a:ext uri="{FF2B5EF4-FFF2-40B4-BE49-F238E27FC236}">
                  <a16:creationId xmlns:a16="http://schemas.microsoft.com/office/drawing/2014/main" id="{4B478749-5B5E-E4A8-05B3-A3F935FD26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426805" y="5129582"/>
              <a:ext cx="514285" cy="506541"/>
              <a:chOff x="-3426805" y="5129582"/>
              <a:chExt cx="514285" cy="506541"/>
            </a:xfrm>
          </p:grpSpPr>
          <p:grpSp>
            <p:nvGrpSpPr>
              <p:cNvPr id="97" name="Groep 103">
                <a:extLst>
                  <a:ext uri="{FF2B5EF4-FFF2-40B4-BE49-F238E27FC236}">
                    <a16:creationId xmlns:a16="http://schemas.microsoft.com/office/drawing/2014/main" id="{4104913B-B2BE-4515-4C33-3430142C72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321695" y="5129582"/>
                <a:ext cx="319089" cy="306324"/>
                <a:chOff x="-3321695" y="5129582"/>
                <a:chExt cx="319089" cy="306324"/>
              </a:xfrm>
            </p:grpSpPr>
            <p:grpSp>
              <p:nvGrpSpPr>
                <p:cNvPr id="100" name="Groep 106">
                  <a:extLst>
                    <a:ext uri="{FF2B5EF4-FFF2-40B4-BE49-F238E27FC236}">
                      <a16:creationId xmlns:a16="http://schemas.microsoft.com/office/drawing/2014/main" id="{A8B6C2DE-9146-A101-3E33-EF9B1D689D0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321695" y="5129582"/>
                  <a:ext cx="282064" cy="270561"/>
                  <a:chOff x="-3321695" y="5129582"/>
                  <a:chExt cx="282064" cy="270561"/>
                </a:xfrm>
              </p:grpSpPr>
              <p:grpSp>
                <p:nvGrpSpPr>
                  <p:cNvPr id="107" name="Groep 113">
                    <a:extLst>
                      <a:ext uri="{FF2B5EF4-FFF2-40B4-BE49-F238E27FC236}">
                        <a16:creationId xmlns:a16="http://schemas.microsoft.com/office/drawing/2014/main" id="{3CA60BFB-F27D-DE12-A7AB-CE0B670D766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-3321695" y="5129582"/>
                    <a:ext cx="282064" cy="270561"/>
                    <a:chOff x="-3321695" y="5129582"/>
                    <a:chExt cx="282064" cy="270561"/>
                  </a:xfrm>
                </p:grpSpPr>
                <p:sp>
                  <p:nvSpPr>
                    <p:cNvPr id="110" name="Rechthoek 116">
                      <a:extLst>
                        <a:ext uri="{FF2B5EF4-FFF2-40B4-BE49-F238E27FC236}">
                          <a16:creationId xmlns:a16="http://schemas.microsoft.com/office/drawing/2014/main" id="{A9B0D366-8CED-E38F-9712-6AF20F95A2D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3321695" y="5129582"/>
                      <a:ext cx="282064" cy="270561"/>
                    </a:xfrm>
                    <a:prstGeom prst="rect">
                      <a:avLst/>
                    </a:prstGeom>
                    <a:noFill/>
                    <a:ln w="12701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lIns="107999" tIns="0" rIns="0" bIns="0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altLang="en-NL" sz="8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1" name="Rechthoek 117">
                      <a:extLst>
                        <a:ext uri="{FF2B5EF4-FFF2-40B4-BE49-F238E27FC236}">
                          <a16:creationId xmlns:a16="http://schemas.microsoft.com/office/drawing/2014/main" id="{A7FD2A6E-74AA-8049-8B92-80E018F0CEA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3321695" y="5129582"/>
                      <a:ext cx="166237" cy="163814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12701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</p:spPr>
                  <p:txBody>
                    <a:bodyPr lIns="107999" tIns="0" rIns="0" bIns="0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altLang="en-NL" sz="8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2" name="Ovaal 118">
                      <a:extLst>
                        <a:ext uri="{FF2B5EF4-FFF2-40B4-BE49-F238E27FC236}">
                          <a16:creationId xmlns:a16="http://schemas.microsoft.com/office/drawing/2014/main" id="{8E97AF9A-DC94-A0F9-EB3C-978006B98DB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3220425" y="5150275"/>
                      <a:ext cx="45866" cy="45866"/>
                    </a:xfrm>
                    <a:custGeom>
                      <a:avLst/>
                      <a:gdLst>
                        <a:gd name="T0" fmla="*/ 22933 w 45866"/>
                        <a:gd name="T1" fmla="*/ 0 h 45866"/>
                        <a:gd name="T2" fmla="*/ 45866 w 45866"/>
                        <a:gd name="T3" fmla="*/ 22933 h 45866"/>
                        <a:gd name="T4" fmla="*/ 22933 w 45866"/>
                        <a:gd name="T5" fmla="*/ 45866 h 45866"/>
                        <a:gd name="T6" fmla="*/ 0 w 45866"/>
                        <a:gd name="T7" fmla="*/ 22933 h 45866"/>
                        <a:gd name="T8" fmla="*/ 6717 w 45866"/>
                        <a:gd name="T9" fmla="*/ 6717 h 45866"/>
                        <a:gd name="T10" fmla="*/ 6717 w 45866"/>
                        <a:gd name="T11" fmla="*/ 39149 h 45866"/>
                        <a:gd name="T12" fmla="*/ 39149 w 45866"/>
                        <a:gd name="T13" fmla="*/ 39149 h 45866"/>
                        <a:gd name="T14" fmla="*/ 39149 w 45866"/>
                        <a:gd name="T15" fmla="*/ 6717 h 45866"/>
                        <a:gd name="T16" fmla="*/ 17694720 60000 65536"/>
                        <a:gd name="T17" fmla="*/ 0 60000 65536"/>
                        <a:gd name="T18" fmla="*/ 5898240 60000 65536"/>
                        <a:gd name="T19" fmla="*/ 11796480 60000 65536"/>
                        <a:gd name="T20" fmla="*/ 17694720 60000 65536"/>
                        <a:gd name="T21" fmla="*/ 5898240 60000 65536"/>
                        <a:gd name="T22" fmla="*/ 5898240 60000 65536"/>
                        <a:gd name="T23" fmla="*/ 17694720 60000 65536"/>
                        <a:gd name="T24" fmla="*/ 6717 w 45866"/>
                        <a:gd name="T25" fmla="*/ 6717 h 45866"/>
                        <a:gd name="T26" fmla="*/ 39149 w 45866"/>
                        <a:gd name="T27" fmla="*/ 39149 h 4586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45866" h="45866">
                          <a:moveTo>
                            <a:pt x="0" y="22933"/>
                          </a:moveTo>
                          <a:lnTo>
                            <a:pt x="0" y="22932"/>
                          </a:lnTo>
                          <a:cubicBezTo>
                            <a:pt x="0" y="35598"/>
                            <a:pt x="10267" y="45866"/>
                            <a:pt x="22933" y="45866"/>
                          </a:cubicBezTo>
                          <a:cubicBezTo>
                            <a:pt x="35598" y="45866"/>
                            <a:pt x="45866" y="35598"/>
                            <a:pt x="45866" y="22933"/>
                          </a:cubicBezTo>
                          <a:cubicBezTo>
                            <a:pt x="45866" y="10267"/>
                            <a:pt x="35598" y="0"/>
                            <a:pt x="22933" y="0"/>
                          </a:cubicBezTo>
                          <a:cubicBezTo>
                            <a:pt x="10267" y="-1"/>
                            <a:pt x="0" y="10267"/>
                            <a:pt x="0" y="22932"/>
                          </a:cubicBezTo>
                          <a:close/>
                        </a:path>
                      </a:pathLst>
                    </a:custGeom>
                    <a:solidFill>
                      <a:srgbClr val="ECC67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tIns="0" rIns="0" bIns="0" anchor="ctr"/>
                    <a:lstStyle/>
                    <a:p>
                      <a:endParaRPr lang="en-NL"/>
                    </a:p>
                  </p:txBody>
                </p:sp>
              </p:grpSp>
              <p:pic>
                <p:nvPicPr>
                  <p:cNvPr id="108" name="Afbeelding 114">
                    <a:extLst>
                      <a:ext uri="{FF2B5EF4-FFF2-40B4-BE49-F238E27FC236}">
                        <a16:creationId xmlns:a16="http://schemas.microsoft.com/office/drawing/2014/main" id="{59703FC3-9988-6F27-55AE-DE8202E6CCF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3313822" y="5196224"/>
                    <a:ext cx="110157" cy="8909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109" name="Afbeelding 115">
                    <a:extLst>
                      <a:ext uri="{FF2B5EF4-FFF2-40B4-BE49-F238E27FC236}">
                        <a16:creationId xmlns:a16="http://schemas.microsoft.com/office/drawing/2014/main" id="{A098EA8C-070B-386C-DFC0-FDB005B2877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3270424" y="5211650"/>
                    <a:ext cx="110157" cy="708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grpSp>
              <p:nvGrpSpPr>
                <p:cNvPr id="101" name="Groep 107">
                  <a:extLst>
                    <a:ext uri="{FF2B5EF4-FFF2-40B4-BE49-F238E27FC236}">
                      <a16:creationId xmlns:a16="http://schemas.microsoft.com/office/drawing/2014/main" id="{108D196A-E53A-4D3D-954F-A183CDC0364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102203" y="5335871"/>
                  <a:ext cx="99597" cy="100035"/>
                  <a:chOff x="-3102203" y="5335871"/>
                  <a:chExt cx="99597" cy="100035"/>
                </a:xfrm>
              </p:grpSpPr>
              <p:sp>
                <p:nvSpPr>
                  <p:cNvPr id="105" name="Rechthoek 111">
                    <a:extLst>
                      <a:ext uri="{FF2B5EF4-FFF2-40B4-BE49-F238E27FC236}">
                        <a16:creationId xmlns:a16="http://schemas.microsoft.com/office/drawing/2014/main" id="{D3C9BFD1-ED10-59E6-4187-60488FAF9D9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102202" y="5335871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6" name="Rechthoek 112">
                    <a:extLst>
                      <a:ext uri="{FF2B5EF4-FFF2-40B4-BE49-F238E27FC236}">
                        <a16:creationId xmlns:a16="http://schemas.microsoft.com/office/drawing/2014/main" id="{B5BB0357-4EB6-4A7F-F3CD-273E08C3A5E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13">
                    <a:off x="-3142308" y="5376415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02" name="Groep 108">
                  <a:extLst>
                    <a:ext uri="{FF2B5EF4-FFF2-40B4-BE49-F238E27FC236}">
                      <a16:creationId xmlns:a16="http://schemas.microsoft.com/office/drawing/2014/main" id="{F36862BE-B78E-8285-E1D2-71D0B41835C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130969" y="5308806"/>
                  <a:ext cx="99597" cy="100024"/>
                  <a:chOff x="-3130969" y="5308806"/>
                  <a:chExt cx="99597" cy="100024"/>
                </a:xfrm>
              </p:grpSpPr>
              <p:sp>
                <p:nvSpPr>
                  <p:cNvPr id="103" name="Rechthoek 109">
                    <a:extLst>
                      <a:ext uri="{FF2B5EF4-FFF2-40B4-BE49-F238E27FC236}">
                        <a16:creationId xmlns:a16="http://schemas.microsoft.com/office/drawing/2014/main" id="{4D1DF2C6-6E46-BD2A-62F7-3BE091FF3D0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0799991">
                    <a:off x="-3130969" y="5389445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4" name="Rechthoek 110">
                    <a:extLst>
                      <a:ext uri="{FF2B5EF4-FFF2-40B4-BE49-F238E27FC236}">
                        <a16:creationId xmlns:a16="http://schemas.microsoft.com/office/drawing/2014/main" id="{8DA9048D-73E6-7823-1818-3E6618A8D06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399996">
                    <a:off x="-3090862" y="5348911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98" name="Rechthoek 104">
                <a:extLst>
                  <a:ext uri="{FF2B5EF4-FFF2-40B4-BE49-F238E27FC236}">
                    <a16:creationId xmlns:a16="http://schemas.microsoft.com/office/drawing/2014/main" id="{35177DDA-3946-6621-1760-1DB7C9C942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426805" y="5461967"/>
                <a:ext cx="514285" cy="1100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99" name="Gelijkbenige driehoek 105">
                <a:extLst>
                  <a:ext uri="{FF2B5EF4-FFF2-40B4-BE49-F238E27FC236}">
                    <a16:creationId xmlns:a16="http://schemas.microsoft.com/office/drawing/2014/main" id="{93F7070E-B1F9-D90B-164A-1F1C45BEFF99}"/>
                  </a:ext>
                </a:extLst>
              </p:cNvPr>
              <p:cNvSpPr>
                <a:spLocks/>
              </p:cNvSpPr>
              <p:nvPr/>
            </p:nvSpPr>
            <p:spPr bwMode="auto">
              <a:xfrm rot="10799991">
                <a:off x="-3199339" y="5601193"/>
                <a:ext cx="59335" cy="34930"/>
              </a:xfrm>
              <a:custGeom>
                <a:avLst/>
                <a:gdLst>
                  <a:gd name="T0" fmla="*/ 29668 w 59335"/>
                  <a:gd name="T1" fmla="*/ 0 h 34930"/>
                  <a:gd name="T2" fmla="*/ 59335 w 59335"/>
                  <a:gd name="T3" fmla="*/ 17465 h 34930"/>
                  <a:gd name="T4" fmla="*/ 29668 w 59335"/>
                  <a:gd name="T5" fmla="*/ 34930 h 34930"/>
                  <a:gd name="T6" fmla="*/ 0 w 59335"/>
                  <a:gd name="T7" fmla="*/ 17465 h 34930"/>
                  <a:gd name="T8" fmla="*/ 29667 w 59335"/>
                  <a:gd name="T9" fmla="*/ 0 h 34930"/>
                  <a:gd name="T10" fmla="*/ 14834 w 59335"/>
                  <a:gd name="T11" fmla="*/ 17465 h 34930"/>
                  <a:gd name="T12" fmla="*/ 0 w 59335"/>
                  <a:gd name="T13" fmla="*/ 34930 h 34930"/>
                  <a:gd name="T14" fmla="*/ 29667 w 59335"/>
                  <a:gd name="T15" fmla="*/ 34930 h 34930"/>
                  <a:gd name="T16" fmla="*/ 59335 w 59335"/>
                  <a:gd name="T17" fmla="*/ 34930 h 34930"/>
                  <a:gd name="T18" fmla="*/ 44501 w 59335"/>
                  <a:gd name="T19" fmla="*/ 17465 h 34930"/>
                  <a:gd name="T20" fmla="*/ 17694720 60000 65536"/>
                  <a:gd name="T21" fmla="*/ 0 60000 65536"/>
                  <a:gd name="T22" fmla="*/ 5898240 60000 65536"/>
                  <a:gd name="T23" fmla="*/ 11796480 60000 65536"/>
                  <a:gd name="T24" fmla="*/ 17694720 60000 65536"/>
                  <a:gd name="T25" fmla="*/ 11796480 60000 65536"/>
                  <a:gd name="T26" fmla="*/ 5898240 60000 65536"/>
                  <a:gd name="T27" fmla="*/ 5898240 60000 65536"/>
                  <a:gd name="T28" fmla="*/ 5898240 60000 65536"/>
                  <a:gd name="T29" fmla="*/ 0 60000 65536"/>
                  <a:gd name="T30" fmla="*/ 14834 w 59335"/>
                  <a:gd name="T31" fmla="*/ 17465 h 34930"/>
                  <a:gd name="T32" fmla="*/ 44501 w 59335"/>
                  <a:gd name="T33" fmla="*/ 34930 h 349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9335" h="34930">
                    <a:moveTo>
                      <a:pt x="0" y="34930"/>
                    </a:moveTo>
                    <a:lnTo>
                      <a:pt x="29667" y="0"/>
                    </a:lnTo>
                    <a:lnTo>
                      <a:pt x="59335" y="34930"/>
                    </a:lnTo>
                    <a:lnTo>
                      <a:pt x="0" y="34930"/>
                    </a:lnTo>
                    <a:close/>
                  </a:path>
                </a:pathLst>
              </a:custGeom>
              <a:solidFill>
                <a:srgbClr val="8181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/>
              <a:p>
                <a:endParaRPr lang="en-NL"/>
              </a:p>
            </p:txBody>
          </p:sp>
        </p:grpSp>
        <p:sp>
          <p:nvSpPr>
            <p:cNvPr id="87" name="Ovaal 93">
              <a:extLst>
                <a:ext uri="{FF2B5EF4-FFF2-40B4-BE49-F238E27FC236}">
                  <a16:creationId xmlns:a16="http://schemas.microsoft.com/office/drawing/2014/main" id="{4DB95AD0-90F1-CA86-EF1B-8F66E5A44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1811179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8" name="Rechthoek 94">
              <a:extLst>
                <a:ext uri="{FF2B5EF4-FFF2-40B4-BE49-F238E27FC236}">
                  <a16:creationId xmlns:a16="http://schemas.microsoft.com/office/drawing/2014/main" id="{22804FA4-5E56-07C8-7D48-1DB770107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1811188"/>
              <a:ext cx="2944678" cy="326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9" name="Rechthoek 95">
              <a:extLst>
                <a:ext uri="{FF2B5EF4-FFF2-40B4-BE49-F238E27FC236}">
                  <a16:creationId xmlns:a16="http://schemas.microsoft.com/office/drawing/2014/main" id="{F8C9A6D9-3A5C-5519-5A9C-F685EA291E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245757"/>
              <a:ext cx="825502" cy="209553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0" name="Groep 96">
              <a:extLst>
                <a:ext uri="{FF2B5EF4-FFF2-40B4-BE49-F238E27FC236}">
                  <a16:creationId xmlns:a16="http://schemas.microsoft.com/office/drawing/2014/main" id="{766F3406-E98D-C371-D649-6245C2C9D2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365485" y="1226978"/>
              <a:ext cx="446940" cy="406486"/>
              <a:chOff x="-3365485" y="1226978"/>
              <a:chExt cx="446940" cy="406486"/>
            </a:xfrm>
          </p:grpSpPr>
          <p:grpSp>
            <p:nvGrpSpPr>
              <p:cNvPr id="91" name="Groep 97">
                <a:extLst>
                  <a:ext uri="{FF2B5EF4-FFF2-40B4-BE49-F238E27FC236}">
                    <a16:creationId xmlns:a16="http://schemas.microsoft.com/office/drawing/2014/main" id="{5F66654B-6299-23DE-1E03-3D09C78AF9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285311" y="1226978"/>
                <a:ext cx="284168" cy="246686"/>
                <a:chOff x="-3285311" y="1226978"/>
                <a:chExt cx="284168" cy="246686"/>
              </a:xfrm>
            </p:grpSpPr>
            <p:sp>
              <p:nvSpPr>
                <p:cNvPr id="93" name="Vrije vorm: vorm 99">
                  <a:extLst>
                    <a:ext uri="{FF2B5EF4-FFF2-40B4-BE49-F238E27FC236}">
                      <a16:creationId xmlns:a16="http://schemas.microsoft.com/office/drawing/2014/main" id="{1EB4B387-9E90-C3DA-99C0-3D75BE5870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3236719" y="1287612"/>
                  <a:ext cx="47978" cy="47868"/>
                </a:xfrm>
                <a:custGeom>
                  <a:avLst/>
                  <a:gdLst>
                    <a:gd name="T0" fmla="*/ 23989 w 371475"/>
                    <a:gd name="T1" fmla="*/ 0 h 371475"/>
                    <a:gd name="T2" fmla="*/ 47978 w 371475"/>
                    <a:gd name="T3" fmla="*/ 23934 h 371475"/>
                    <a:gd name="T4" fmla="*/ 23989 w 371475"/>
                    <a:gd name="T5" fmla="*/ 47868 h 371475"/>
                    <a:gd name="T6" fmla="*/ 0 w 371475"/>
                    <a:gd name="T7" fmla="*/ 23934 h 371475"/>
                    <a:gd name="T8" fmla="*/ 47670 w 371475"/>
                    <a:gd name="T9" fmla="*/ 24241 h 371475"/>
                    <a:gd name="T10" fmla="*/ 24297 w 371475"/>
                    <a:gd name="T11" fmla="*/ 47561 h 371475"/>
                    <a:gd name="T12" fmla="*/ 923 w 371475"/>
                    <a:gd name="T13" fmla="*/ 24241 h 371475"/>
                    <a:gd name="T14" fmla="*/ 24297 w 371475"/>
                    <a:gd name="T15" fmla="*/ 921 h 371475"/>
                    <a:gd name="T16" fmla="*/ 47670 w 371475"/>
                    <a:gd name="T17" fmla="*/ 24241 h 371475"/>
                    <a:gd name="T18" fmla="*/ 17694720 60000 65536"/>
                    <a:gd name="T19" fmla="*/ 0 60000 65536"/>
                    <a:gd name="T20" fmla="*/ 5898240 60000 65536"/>
                    <a:gd name="T21" fmla="*/ 1179648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71475"/>
                    <a:gd name="T28" fmla="*/ 0 h 371475"/>
                    <a:gd name="T29" fmla="*/ 371475 w 371475"/>
                    <a:gd name="T30" fmla="*/ 371475 h 371475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NL"/>
                </a:p>
              </p:txBody>
            </p:sp>
            <p:grpSp>
              <p:nvGrpSpPr>
                <p:cNvPr id="94" name="Groep 100">
                  <a:extLst>
                    <a:ext uri="{FF2B5EF4-FFF2-40B4-BE49-F238E27FC236}">
                      <a16:creationId xmlns:a16="http://schemas.microsoft.com/office/drawing/2014/main" id="{F524B170-EF31-5A52-5441-01603FAAE9F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285311" y="1226978"/>
                  <a:ext cx="284168" cy="246686"/>
                  <a:chOff x="-3285311" y="1226978"/>
                  <a:chExt cx="284168" cy="246686"/>
                </a:xfrm>
              </p:grpSpPr>
              <p:sp>
                <p:nvSpPr>
                  <p:cNvPr id="95" name="Vrije vorm: vorm 101">
                    <a:extLst>
                      <a:ext uri="{FF2B5EF4-FFF2-40B4-BE49-F238E27FC236}">
                        <a16:creationId xmlns:a16="http://schemas.microsoft.com/office/drawing/2014/main" id="{51496256-8BDB-BDB4-A4C9-038D4D20794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3285311" y="1226978"/>
                    <a:ext cx="284168" cy="246686"/>
                  </a:xfrm>
                  <a:custGeom>
                    <a:avLst/>
                    <a:gdLst>
                      <a:gd name="T0" fmla="*/ 142084 w 2200275"/>
                      <a:gd name="T1" fmla="*/ 0 h 1914525"/>
                      <a:gd name="T2" fmla="*/ 284168 w 2200275"/>
                      <a:gd name="T3" fmla="*/ 123343 h 1914525"/>
                      <a:gd name="T4" fmla="*/ 142084 w 2200275"/>
                      <a:gd name="T5" fmla="*/ 246686 h 1914525"/>
                      <a:gd name="T6" fmla="*/ 0 w 2200275"/>
                      <a:gd name="T7" fmla="*/ 123343 h 1914525"/>
                      <a:gd name="T8" fmla="*/ 923 w 2200275"/>
                      <a:gd name="T9" fmla="*/ 921 h 1914525"/>
                      <a:gd name="T10" fmla="*/ 923 w 2200275"/>
                      <a:gd name="T11" fmla="*/ 31603 h 1914525"/>
                      <a:gd name="T12" fmla="*/ 55911 w 2200275"/>
                      <a:gd name="T13" fmla="*/ 31603 h 1914525"/>
                      <a:gd name="T14" fmla="*/ 55911 w 2200275"/>
                      <a:gd name="T15" fmla="*/ 31603 h 1914525"/>
                      <a:gd name="T16" fmla="*/ 253106 w 2200275"/>
                      <a:gd name="T17" fmla="*/ 31603 h 1914525"/>
                      <a:gd name="T18" fmla="*/ 253106 w 2200275"/>
                      <a:gd name="T19" fmla="*/ 215697 h 1914525"/>
                      <a:gd name="T20" fmla="*/ 31677 w 2200275"/>
                      <a:gd name="T21" fmla="*/ 215697 h 1914525"/>
                      <a:gd name="T22" fmla="*/ 31677 w 2200275"/>
                      <a:gd name="T23" fmla="*/ 45103 h 1914525"/>
                      <a:gd name="T24" fmla="*/ 923 w 2200275"/>
                      <a:gd name="T25" fmla="*/ 45103 h 1914525"/>
                      <a:gd name="T26" fmla="*/ 923 w 2200275"/>
                      <a:gd name="T27" fmla="*/ 246379 h 1914525"/>
                      <a:gd name="T28" fmla="*/ 283860 w 2200275"/>
                      <a:gd name="T29" fmla="*/ 246379 h 1914525"/>
                      <a:gd name="T30" fmla="*/ 283860 w 2200275"/>
                      <a:gd name="T31" fmla="*/ 921 h 1914525"/>
                      <a:gd name="T32" fmla="*/ 17694720 60000 65536"/>
                      <a:gd name="T33" fmla="*/ 0 60000 65536"/>
                      <a:gd name="T34" fmla="*/ 5898240 60000 65536"/>
                      <a:gd name="T35" fmla="*/ 1179648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2200275"/>
                      <a:gd name="T49" fmla="*/ 0 h 1914525"/>
                      <a:gd name="T50" fmla="*/ 2200275 w 2200275"/>
                      <a:gd name="T51" fmla="*/ 1914525 h 191452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lnTo>
                          <a:pt x="714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NL"/>
                  </a:p>
                </p:txBody>
              </p:sp>
              <p:sp>
                <p:nvSpPr>
                  <p:cNvPr id="96" name="Vrije vorm: vorm 102">
                    <a:extLst>
                      <a:ext uri="{FF2B5EF4-FFF2-40B4-BE49-F238E27FC236}">
                        <a16:creationId xmlns:a16="http://schemas.microsoft.com/office/drawing/2014/main" id="{AB055427-58A5-BC3B-97DA-08C172C5B67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3236847" y="1303321"/>
                    <a:ext cx="185751" cy="114144"/>
                  </a:xfrm>
                  <a:custGeom>
                    <a:avLst/>
                    <a:gdLst>
                      <a:gd name="T0" fmla="*/ 92876 w 1438275"/>
                      <a:gd name="T1" fmla="*/ 0 h 885825"/>
                      <a:gd name="T2" fmla="*/ 185751 w 1438275"/>
                      <a:gd name="T3" fmla="*/ 57072 h 885825"/>
                      <a:gd name="T4" fmla="*/ 92876 w 1438275"/>
                      <a:gd name="T5" fmla="*/ 114144 h 885825"/>
                      <a:gd name="T6" fmla="*/ 0 w 1438275"/>
                      <a:gd name="T7" fmla="*/ 57072 h 885825"/>
                      <a:gd name="T8" fmla="*/ 138206 w 1438275"/>
                      <a:gd name="T9" fmla="*/ 921 h 885825"/>
                      <a:gd name="T10" fmla="*/ 103516 w 1438275"/>
                      <a:gd name="T11" fmla="*/ 35532 h 885825"/>
                      <a:gd name="T12" fmla="*/ 85556 w 1438275"/>
                      <a:gd name="T13" fmla="*/ 17735 h 885825"/>
                      <a:gd name="T14" fmla="*/ 923 w 1438275"/>
                      <a:gd name="T15" fmla="*/ 101073 h 885825"/>
                      <a:gd name="T16" fmla="*/ 13962 w 1438275"/>
                      <a:gd name="T17" fmla="*/ 114083 h 885825"/>
                      <a:gd name="T18" fmla="*/ 85556 w 1438275"/>
                      <a:gd name="T19" fmla="*/ 43632 h 885825"/>
                      <a:gd name="T20" fmla="*/ 119877 w 1438275"/>
                      <a:gd name="T21" fmla="*/ 77998 h 885825"/>
                      <a:gd name="T22" fmla="*/ 132916 w 1438275"/>
                      <a:gd name="T23" fmla="*/ 64866 h 885825"/>
                      <a:gd name="T24" fmla="*/ 116556 w 1438275"/>
                      <a:gd name="T25" fmla="*/ 48542 h 885825"/>
                      <a:gd name="T26" fmla="*/ 138206 w 1438275"/>
                      <a:gd name="T27" fmla="*/ 26940 h 885825"/>
                      <a:gd name="T28" fmla="*/ 172773 w 1438275"/>
                      <a:gd name="T29" fmla="*/ 61920 h 885825"/>
                      <a:gd name="T30" fmla="*/ 185812 w 1438275"/>
                      <a:gd name="T31" fmla="*/ 48787 h 885825"/>
                      <a:gd name="T32" fmla="*/ 17694720 60000 65536"/>
                      <a:gd name="T33" fmla="*/ 0 60000 65536"/>
                      <a:gd name="T34" fmla="*/ 5898240 60000 65536"/>
                      <a:gd name="T35" fmla="*/ 1179648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1438275"/>
                      <a:gd name="T49" fmla="*/ 0 h 885825"/>
                      <a:gd name="T50" fmla="*/ 1438275 w 1438275"/>
                      <a:gd name="T51" fmla="*/ 885825 h 88582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lnTo>
                          <a:pt x="107013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NL"/>
                  </a:p>
                </p:txBody>
              </p:sp>
            </p:grpSp>
          </p:grpSp>
          <p:sp>
            <p:nvSpPr>
              <p:cNvPr id="92" name="Tekstvak 98">
                <a:extLst>
                  <a:ext uri="{FF2B5EF4-FFF2-40B4-BE49-F238E27FC236}">
                    <a16:creationId xmlns:a16="http://schemas.microsoft.com/office/drawing/2014/main" id="{F1FA07B2-399F-92A8-743C-5FA6619291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365485" y="1489959"/>
                <a:ext cx="446940" cy="1435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8004" rIns="0" bIns="0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0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  <p:sp>
        <p:nvSpPr>
          <p:cNvPr id="2" name="Tijdelijke aanduiding voor tekst 18"/>
          <p:cNvSpPr txBox="1">
            <a:spLocks noGrp="1" noMove="1" noResize="1"/>
          </p:cNvSpPr>
          <p:nvPr>
            <p:ph type="body" idx="4294967295"/>
          </p:nvPr>
        </p:nvSpPr>
        <p:spPr>
          <a:xfrm>
            <a:off x="720364" y="6216740"/>
            <a:ext cx="961198" cy="381597"/>
          </a:xfr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27432866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(L) + text | blue mode">
    <p:bg>
      <p:bgPr>
        <a:solidFill>
          <a:srgbClr val="00A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INSTRUCTION">
            <a:extLst>
              <a:ext uri="{FF2B5EF4-FFF2-40B4-BE49-F238E27FC236}">
                <a16:creationId xmlns:a16="http://schemas.microsoft.com/office/drawing/2014/main" id="{F747BD11-6EEC-4520-83CA-65D9A93F6A36}"/>
              </a:ext>
            </a:extLst>
          </p:cNvPr>
          <p:cNvGrpSpPr>
            <a:grpSpLocks/>
          </p:cNvGrpSpPr>
          <p:nvPr/>
        </p:nvGrpSpPr>
        <p:grpSpPr bwMode="auto">
          <a:xfrm>
            <a:off x="12377738" y="0"/>
            <a:ext cx="3692525" cy="5359400"/>
            <a:chOff x="12377592" y="0"/>
            <a:chExt cx="3693389" cy="5359343"/>
          </a:xfrm>
        </p:grpSpPr>
        <p:sp>
          <p:nvSpPr>
            <p:cNvPr id="4" name="Rechthoek 6">
              <a:extLst>
                <a:ext uri="{FF2B5EF4-FFF2-40B4-BE49-F238E27FC236}">
                  <a16:creationId xmlns:a16="http://schemas.microsoft.com/office/drawing/2014/main" id="{CF4C1302-0EDB-2591-1BEF-4B4DB651BE2B}"/>
                </a:ext>
              </a:extLst>
            </p:cNvPr>
            <p:cNvSpPr/>
            <p:nvPr/>
          </p:nvSpPr>
          <p:spPr>
            <a:xfrm>
              <a:off x="12377592" y="0"/>
              <a:ext cx="3593353" cy="4641801"/>
            </a:xfrm>
            <a:prstGeom prst="rect">
              <a:avLst/>
            </a:prstGeom>
            <a:solidFill>
              <a:srgbClr val="FFFFFF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Choosing text levels</a:t>
              </a:r>
            </a:p>
          </p:txBody>
        </p:sp>
        <p:sp>
          <p:nvSpPr>
            <p:cNvPr id="5" name="Rechthoek 9">
              <a:extLst>
                <a:ext uri="{FF2B5EF4-FFF2-40B4-BE49-F238E27FC236}">
                  <a16:creationId xmlns:a16="http://schemas.microsoft.com/office/drawing/2014/main" id="{D2C6D921-9C24-1DA9-71C8-E811FA24602C}"/>
                </a:ext>
              </a:extLst>
            </p:cNvPr>
            <p:cNvSpPr/>
            <p:nvPr/>
          </p:nvSpPr>
          <p:spPr>
            <a:xfrm>
              <a:off x="12377592" y="1708132"/>
              <a:ext cx="3593353" cy="2835245"/>
            </a:xfrm>
            <a:prstGeom prst="rect">
              <a:avLst/>
            </a:prstGeom>
            <a:solidFill>
              <a:srgbClr val="00A6D6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 </a:t>
              </a:r>
            </a:p>
          </p:txBody>
        </p:sp>
        <p:sp>
          <p:nvSpPr>
            <p:cNvPr id="6" name="Ovaal 10">
              <a:extLst>
                <a:ext uri="{FF2B5EF4-FFF2-40B4-BE49-F238E27FC236}">
                  <a16:creationId xmlns:a16="http://schemas.microsoft.com/office/drawing/2014/main" id="{BBF18E2E-4787-DB07-9BF3-FF381A15D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1837486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7" name="Rechthoek 11">
              <a:extLst>
                <a:ext uri="{FF2B5EF4-FFF2-40B4-BE49-F238E27FC236}">
                  <a16:creationId xmlns:a16="http://schemas.microsoft.com/office/drawing/2014/main" id="{C09EB31B-40FE-FF6F-BF5A-471CD8B4CA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1837486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57188" indent="-357188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FFFFFF"/>
                </a:buClr>
                <a:buSzPct val="100000"/>
                <a:buFont typeface="Calibri" panose="020F0502020204030204" pitchFamily="34" charset="0"/>
                <a:buChar char="•"/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8" name="Ovaal 12">
              <a:extLst>
                <a:ext uri="{FF2B5EF4-FFF2-40B4-BE49-F238E27FC236}">
                  <a16:creationId xmlns:a16="http://schemas.microsoft.com/office/drawing/2014/main" id="{B651DEF2-C30A-0CF8-7463-A5B1393A4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2128768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" name="Rechthoek 13">
              <a:extLst>
                <a:ext uri="{FF2B5EF4-FFF2-40B4-BE49-F238E27FC236}">
                  <a16:creationId xmlns:a16="http://schemas.microsoft.com/office/drawing/2014/main" id="{33DC383A-9C63-E027-F10A-2A13827AB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59850" y="1196117"/>
              <a:ext cx="3229048" cy="459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0" name="Rechthoek 14">
              <a:extLst>
                <a:ext uri="{FF2B5EF4-FFF2-40B4-BE49-F238E27FC236}">
                  <a16:creationId xmlns:a16="http://schemas.microsoft.com/office/drawing/2014/main" id="{B4FB6BFB-2603-81B1-4B53-FBB846609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2128869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715963" indent="-357188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FFFFFF"/>
                </a:buClr>
                <a:buSzPct val="100000"/>
                <a:buFont typeface="Calibri" panose="020F0502020204030204" pitchFamily="34" charset="0"/>
                <a:buChar char="•"/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1" name="Ovaal 15">
              <a:extLst>
                <a:ext uri="{FF2B5EF4-FFF2-40B4-BE49-F238E27FC236}">
                  <a16:creationId xmlns:a16="http://schemas.microsoft.com/office/drawing/2014/main" id="{A61E50FD-0A2C-C830-A684-8F16C7563F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2420051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2" name="Rechthoek 16">
              <a:extLst>
                <a:ext uri="{FF2B5EF4-FFF2-40B4-BE49-F238E27FC236}">
                  <a16:creationId xmlns:a16="http://schemas.microsoft.com/office/drawing/2014/main" id="{CB611BEE-AC52-095E-C16C-6FAB4547FC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2420261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3" name="Ovaal 17">
              <a:extLst>
                <a:ext uri="{FF2B5EF4-FFF2-40B4-BE49-F238E27FC236}">
                  <a16:creationId xmlns:a16="http://schemas.microsoft.com/office/drawing/2014/main" id="{9BBD583D-02E2-8711-A1DE-2956CC267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2711333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4" name="Rechthoek 20">
              <a:extLst>
                <a:ext uri="{FF2B5EF4-FFF2-40B4-BE49-F238E27FC236}">
                  <a16:creationId xmlns:a16="http://schemas.microsoft.com/office/drawing/2014/main" id="{8B6D0906-A0FA-D7A3-D9E1-2054149858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2711653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2400" b="1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15" name="Ovaal 21">
              <a:extLst>
                <a:ext uri="{FF2B5EF4-FFF2-40B4-BE49-F238E27FC236}">
                  <a16:creationId xmlns:a16="http://schemas.microsoft.com/office/drawing/2014/main" id="{0BDBBD27-55CC-AB72-3CE6-AA5FAEEDC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3002624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6" name="Rechthoek 22">
              <a:extLst>
                <a:ext uri="{FF2B5EF4-FFF2-40B4-BE49-F238E27FC236}">
                  <a16:creationId xmlns:a16="http://schemas.microsoft.com/office/drawing/2014/main" id="{A3669CEF-3858-4B2C-E7ED-63D7E90CA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3003035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17" name="Ovaal 23">
              <a:extLst>
                <a:ext uri="{FF2B5EF4-FFF2-40B4-BE49-F238E27FC236}">
                  <a16:creationId xmlns:a16="http://schemas.microsoft.com/office/drawing/2014/main" id="{F96834ED-90D5-F6B0-DBCB-91055903A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3293906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8" name="Rechthoek 24">
              <a:extLst>
                <a:ext uri="{FF2B5EF4-FFF2-40B4-BE49-F238E27FC236}">
                  <a16:creationId xmlns:a16="http://schemas.microsoft.com/office/drawing/2014/main" id="{AC2988C4-99FC-1B55-291B-DF698801B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3585819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57188" indent="-357188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FFFFFF"/>
                </a:buClr>
                <a:buSzPct val="100000"/>
                <a:buFont typeface="Arial" panose="020B0604020202020204" pitchFamily="34" charset="0"/>
                <a:buAutoNum type="arabicPeriod"/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19" name="Ovaal 25">
              <a:extLst>
                <a:ext uri="{FF2B5EF4-FFF2-40B4-BE49-F238E27FC236}">
                  <a16:creationId xmlns:a16="http://schemas.microsoft.com/office/drawing/2014/main" id="{C79443D1-1088-A1A2-B986-8F7422B21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3585188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0" name="Rechthoek 26">
              <a:extLst>
                <a:ext uri="{FF2B5EF4-FFF2-40B4-BE49-F238E27FC236}">
                  <a16:creationId xmlns:a16="http://schemas.microsoft.com/office/drawing/2014/main" id="{133931C9-B372-FA38-AF7F-5DA2E3032E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38203" y="3877211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42900" indent="-3429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FFFFFF"/>
                </a:buClr>
                <a:buSzPct val="100000"/>
                <a:buFont typeface="Arial" panose="020B0604020202020204" pitchFamily="34" charset="0"/>
                <a:buAutoNum type="alphaLcPeriod"/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1" name="Ovaal 27">
              <a:extLst>
                <a:ext uri="{FF2B5EF4-FFF2-40B4-BE49-F238E27FC236}">
                  <a16:creationId xmlns:a16="http://schemas.microsoft.com/office/drawing/2014/main" id="{668CD365-4688-4003-F509-3A0771DC4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3876470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2" name="Rechthoek 28">
              <a:extLst>
                <a:ext uri="{FF2B5EF4-FFF2-40B4-BE49-F238E27FC236}">
                  <a16:creationId xmlns:a16="http://schemas.microsoft.com/office/drawing/2014/main" id="{2EC687A3-C158-AA60-4020-5CFBFB201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4168594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 i="1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23" name="Ovaal 29">
              <a:extLst>
                <a:ext uri="{FF2B5EF4-FFF2-40B4-BE49-F238E27FC236}">
                  <a16:creationId xmlns:a16="http://schemas.microsoft.com/office/drawing/2014/main" id="{761F856B-63BF-6FDE-E906-6FFAC0B14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9850" y="4168594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4" name="Rechthoek 30">
              <a:extLst>
                <a:ext uri="{FF2B5EF4-FFF2-40B4-BE49-F238E27FC236}">
                  <a16:creationId xmlns:a16="http://schemas.microsoft.com/office/drawing/2014/main" id="{2DDD7680-2ACC-4A0F-D6BD-8C783B248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4613" y="3294427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25" name="Rechthoek 31">
              <a:extLst>
                <a:ext uri="{FF2B5EF4-FFF2-40B4-BE49-F238E27FC236}">
                  <a16:creationId xmlns:a16="http://schemas.microsoft.com/office/drawing/2014/main" id="{85B2FCB2-2544-6ABE-69C5-F3979656E63C}"/>
                </a:ext>
              </a:extLst>
            </p:cNvPr>
            <p:cNvSpPr/>
            <p:nvPr/>
          </p:nvSpPr>
          <p:spPr>
            <a:xfrm>
              <a:off x="12377592" y="4530677"/>
              <a:ext cx="3593353" cy="828666"/>
            </a:xfrm>
            <a:prstGeom prst="rect">
              <a:avLst/>
            </a:prstGeom>
            <a:solidFill>
              <a:srgbClr val="ECECEC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 anchor="ctr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Want to know more?</a:t>
              </a:r>
              <a:b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</a:b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Go to the tab</a:t>
              </a: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 'SLIDEBUILDER’ </a:t>
              </a: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and click</a:t>
              </a:r>
              <a:b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</a:b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on the button </a:t>
              </a: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‘Inspiration'</a:t>
              </a:r>
            </a:p>
          </p:txBody>
        </p:sp>
        <p:grpSp>
          <p:nvGrpSpPr>
            <p:cNvPr id="26" name="ICOON_info">
              <a:extLst>
                <a:ext uri="{FF2B5EF4-FFF2-40B4-BE49-F238E27FC236}">
                  <a16:creationId xmlns:a16="http://schemas.microsoft.com/office/drawing/2014/main" id="{34E1002A-57BF-160E-EACE-69A5A2FC30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87298" y="4400184"/>
              <a:ext cx="283683" cy="283683"/>
              <a:chOff x="15787298" y="4400184"/>
              <a:chExt cx="283683" cy="283683"/>
            </a:xfrm>
          </p:grpSpPr>
          <p:sp>
            <p:nvSpPr>
              <p:cNvPr id="74" name="Ovaal 80">
                <a:extLst>
                  <a:ext uri="{FF2B5EF4-FFF2-40B4-BE49-F238E27FC236}">
                    <a16:creationId xmlns:a16="http://schemas.microsoft.com/office/drawing/2014/main" id="{FC04CBC4-F20C-8777-7C46-3AD9BE929E88}"/>
                  </a:ext>
                </a:extLst>
              </p:cNvPr>
              <p:cNvSpPr/>
              <p:nvPr/>
            </p:nvSpPr>
            <p:spPr>
              <a:xfrm>
                <a:off x="15807395" y="4419553"/>
                <a:ext cx="244532" cy="244472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211F26"/>
              </a:solidFill>
              <a:ln>
                <a:noFill/>
                <a:prstDash val="solid"/>
              </a:ln>
            </p:spPr>
            <p:txBody>
              <a:bodyPr lIns="179999" tIns="179999" rIns="179999" bIns="179999" anchor="ctr" anchorCtr="1"/>
              <a:lstStyle/>
              <a:p>
                <a:pPr algn="ctr"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600" cap="all">
                  <a:solidFill>
                    <a:srgbClr val="FFFFFF"/>
                  </a:solidFill>
                  <a:latin typeface="Calibri" pitchFamily="34"/>
                  <a:cs typeface="Calibri" pitchFamily="34"/>
                </a:endParaRPr>
              </a:p>
            </p:txBody>
          </p:sp>
          <p:sp>
            <p:nvSpPr>
              <p:cNvPr id="75" name="Graphic 163" descr="Informatie">
                <a:extLst>
                  <a:ext uri="{FF2B5EF4-FFF2-40B4-BE49-F238E27FC236}">
                    <a16:creationId xmlns:a16="http://schemas.microsoft.com/office/drawing/2014/main" id="{F53D742B-61B4-3273-A348-8CA373634D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87298" y="4400184"/>
                <a:ext cx="283683" cy="283683"/>
              </a:xfrm>
              <a:custGeom>
                <a:avLst/>
                <a:gdLst>
                  <a:gd name="T0" fmla="*/ 141842 w 291719"/>
                  <a:gd name="T1" fmla="*/ 0 h 291719"/>
                  <a:gd name="T2" fmla="*/ 283683 w 291719"/>
                  <a:gd name="T3" fmla="*/ 141842 h 291719"/>
                  <a:gd name="T4" fmla="*/ 141842 w 291719"/>
                  <a:gd name="T5" fmla="*/ 283683 h 291719"/>
                  <a:gd name="T6" fmla="*/ 0 w 291719"/>
                  <a:gd name="T7" fmla="*/ 141842 h 291719"/>
                  <a:gd name="T8" fmla="*/ 141842 w 291719"/>
                  <a:gd name="T9" fmla="*/ 0 h 291719"/>
                  <a:gd name="T10" fmla="*/ 0 w 291719"/>
                  <a:gd name="T11" fmla="*/ 141842 h 291719"/>
                  <a:gd name="T12" fmla="*/ 141842 w 291719"/>
                  <a:gd name="T13" fmla="*/ 283684 h 291719"/>
                  <a:gd name="T14" fmla="*/ 283684 w 291719"/>
                  <a:gd name="T15" fmla="*/ 141842 h 291719"/>
                  <a:gd name="T16" fmla="*/ 141842 w 291719"/>
                  <a:gd name="T17" fmla="*/ 0 h 291719"/>
                  <a:gd name="T18" fmla="*/ 134376 w 291719"/>
                  <a:gd name="T19" fmla="*/ 37327 h 291719"/>
                  <a:gd name="T20" fmla="*/ 153040 w 291719"/>
                  <a:gd name="T21" fmla="*/ 55990 h 291719"/>
                  <a:gd name="T22" fmla="*/ 134376 w 291719"/>
                  <a:gd name="T23" fmla="*/ 74653 h 291719"/>
                  <a:gd name="T24" fmla="*/ 115713 w 291719"/>
                  <a:gd name="T25" fmla="*/ 55990 h 291719"/>
                  <a:gd name="T26" fmla="*/ 134376 w 291719"/>
                  <a:gd name="T27" fmla="*/ 37327 h 291719"/>
                  <a:gd name="T28" fmla="*/ 179169 w 291719"/>
                  <a:gd name="T29" fmla="*/ 246357 h 291719"/>
                  <a:gd name="T30" fmla="*/ 104515 w 291719"/>
                  <a:gd name="T31" fmla="*/ 246357 h 291719"/>
                  <a:gd name="T32" fmla="*/ 104515 w 291719"/>
                  <a:gd name="T33" fmla="*/ 223961 h 291719"/>
                  <a:gd name="T34" fmla="*/ 130644 w 291719"/>
                  <a:gd name="T35" fmla="*/ 223961 h 291719"/>
                  <a:gd name="T36" fmla="*/ 130644 w 291719"/>
                  <a:gd name="T37" fmla="*/ 111981 h 291719"/>
                  <a:gd name="T38" fmla="*/ 108248 w 291719"/>
                  <a:gd name="T39" fmla="*/ 111981 h 291719"/>
                  <a:gd name="T40" fmla="*/ 108248 w 291719"/>
                  <a:gd name="T41" fmla="*/ 89584 h 291719"/>
                  <a:gd name="T42" fmla="*/ 153040 w 291719"/>
                  <a:gd name="T43" fmla="*/ 89584 h 291719"/>
                  <a:gd name="T44" fmla="*/ 153040 w 291719"/>
                  <a:gd name="T45" fmla="*/ 111981 h 291719"/>
                  <a:gd name="T46" fmla="*/ 153040 w 291719"/>
                  <a:gd name="T47" fmla="*/ 223961 h 291719"/>
                  <a:gd name="T48" fmla="*/ 179169 w 291719"/>
                  <a:gd name="T49" fmla="*/ 223961 h 291719"/>
                  <a:gd name="T50" fmla="*/ 179169 w 291719"/>
                  <a:gd name="T51" fmla="*/ 246357 h 291719"/>
                  <a:gd name="T52" fmla="*/ 17694720 60000 65536"/>
                  <a:gd name="T53" fmla="*/ 0 60000 65536"/>
                  <a:gd name="T54" fmla="*/ 5898240 60000 65536"/>
                  <a:gd name="T55" fmla="*/ 1179648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291719"/>
                  <a:gd name="T79" fmla="*/ 0 h 291719"/>
                  <a:gd name="T80" fmla="*/ 291719 w 291719"/>
                  <a:gd name="T81" fmla="*/ 291719 h 29171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NL"/>
              </a:p>
            </p:txBody>
          </p:sp>
        </p:grpSp>
        <p:grpSp>
          <p:nvGrpSpPr>
            <p:cNvPr id="27" name="VOORBEELD">
              <a:extLst>
                <a:ext uri="{FF2B5EF4-FFF2-40B4-BE49-F238E27FC236}">
                  <a16:creationId xmlns:a16="http://schemas.microsoft.com/office/drawing/2014/main" id="{44523BF0-3A18-0E66-EEFB-B46629D4BD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58863" y="458672"/>
              <a:ext cx="3234315" cy="558871"/>
              <a:chOff x="12558863" y="458672"/>
              <a:chExt cx="3234315" cy="558871"/>
            </a:xfrm>
          </p:grpSpPr>
          <p:sp>
            <p:nvSpPr>
              <p:cNvPr id="34" name="Rechthoek 40">
                <a:extLst>
                  <a:ext uri="{FF2B5EF4-FFF2-40B4-BE49-F238E27FC236}">
                    <a16:creationId xmlns:a16="http://schemas.microsoft.com/office/drawing/2014/main" id="{C950EF1A-92D4-6C68-94C9-9971E68C05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59850" y="458672"/>
                <a:ext cx="393457" cy="184059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8004" rIns="0" bIns="0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/>
                <a:r>
                  <a:rPr lang="en-GB" altLang="en-NL" sz="9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35" name="Rechthoek 41">
                <a:extLst>
                  <a:ext uri="{FF2B5EF4-FFF2-40B4-BE49-F238E27FC236}">
                    <a16:creationId xmlns:a16="http://schemas.microsoft.com/office/drawing/2014/main" id="{BB1EF3D4-8554-2F2E-8FCA-F8B685DAC9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4843" y="621343"/>
                <a:ext cx="383782" cy="27166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/>
                <a:endPara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6" name="Groep 42">
                <a:extLst>
                  <a:ext uri="{FF2B5EF4-FFF2-40B4-BE49-F238E27FC236}">
                    <a16:creationId xmlns:a16="http://schemas.microsoft.com/office/drawing/2014/main" id="{BD45F0C2-649D-017C-ECE7-654A40DB5C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77789" y="830869"/>
                <a:ext cx="139418" cy="109563"/>
                <a:chOff x="12777789" y="830869"/>
                <a:chExt cx="139418" cy="109563"/>
              </a:xfrm>
            </p:grpSpPr>
            <p:grpSp>
              <p:nvGrpSpPr>
                <p:cNvPr id="67" name="Groep 73">
                  <a:extLst>
                    <a:ext uri="{FF2B5EF4-FFF2-40B4-BE49-F238E27FC236}">
                      <a16:creationId xmlns:a16="http://schemas.microsoft.com/office/drawing/2014/main" id="{63A62512-4E5C-629C-F665-642E6DA76E8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777789" y="830869"/>
                  <a:ext cx="139418" cy="109563"/>
                  <a:chOff x="12777789" y="830869"/>
                  <a:chExt cx="139418" cy="109563"/>
                </a:xfrm>
              </p:grpSpPr>
              <p:cxnSp>
                <p:nvCxnSpPr>
                  <p:cNvPr id="69" name="Rechte verbindingslijn 75">
                    <a:extLst>
                      <a:ext uri="{FF2B5EF4-FFF2-40B4-BE49-F238E27FC236}">
                        <a16:creationId xmlns:a16="http://schemas.microsoft.com/office/drawing/2014/main" id="{ADF36A37-429E-407F-05B8-E066A71FB93E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777789" y="830869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0" name="Rechte verbindingslijn 76">
                    <a:extLst>
                      <a:ext uri="{FF2B5EF4-FFF2-40B4-BE49-F238E27FC236}">
                        <a16:creationId xmlns:a16="http://schemas.microsoft.com/office/drawing/2014/main" id="{42FB6C5A-AD66-E3FC-A449-DE7EB8B4D193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777789" y="940432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1" name="Rechte verbindingslijn 77">
                    <a:extLst>
                      <a:ext uri="{FF2B5EF4-FFF2-40B4-BE49-F238E27FC236}">
                        <a16:creationId xmlns:a16="http://schemas.microsoft.com/office/drawing/2014/main" id="{8CE4E868-2C09-61AE-8B62-51314F422CE2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854443" y="913046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2" name="Rechte verbindingslijn 78">
                    <a:extLst>
                      <a:ext uri="{FF2B5EF4-FFF2-40B4-BE49-F238E27FC236}">
                        <a16:creationId xmlns:a16="http://schemas.microsoft.com/office/drawing/2014/main" id="{F2C12F27-1EBD-00F1-3481-8EA96DB61BAD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854443" y="885651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3" name="Rechte verbindingslijn 79">
                    <a:extLst>
                      <a:ext uri="{FF2B5EF4-FFF2-40B4-BE49-F238E27FC236}">
                        <a16:creationId xmlns:a16="http://schemas.microsoft.com/office/drawing/2014/main" id="{9B049ED1-0269-EB6B-E672-A040FC50FF8A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854443" y="858264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68" name="Pijl: rechts 74">
                  <a:extLst>
                    <a:ext uri="{FF2B5EF4-FFF2-40B4-BE49-F238E27FC236}">
                      <a16:creationId xmlns:a16="http://schemas.microsoft.com/office/drawing/2014/main" id="{7F56C331-5321-8299-0911-4778DF9A96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777789" y="857039"/>
                  <a:ext cx="58411" cy="56116"/>
                </a:xfrm>
                <a:custGeom>
                  <a:avLst/>
                  <a:gdLst>
                    <a:gd name="T0" fmla="*/ 29206 w 21600"/>
                    <a:gd name="T1" fmla="*/ 0 h 21600"/>
                    <a:gd name="T2" fmla="*/ 58411 w 21600"/>
                    <a:gd name="T3" fmla="*/ 28058 h 21600"/>
                    <a:gd name="T4" fmla="*/ 29206 w 21600"/>
                    <a:gd name="T5" fmla="*/ 56116 h 21600"/>
                    <a:gd name="T6" fmla="*/ 0 w 21600"/>
                    <a:gd name="T7" fmla="*/ 28058 h 21600"/>
                    <a:gd name="T8" fmla="*/ 22705 w 21600"/>
                    <a:gd name="T9" fmla="*/ 0 h 21600"/>
                    <a:gd name="T10" fmla="*/ 22705 w 21600"/>
                    <a:gd name="T11" fmla="*/ 56116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  <p:grpSp>
            <p:nvGrpSpPr>
              <p:cNvPr id="37" name="Groep 43">
                <a:extLst>
                  <a:ext uri="{FF2B5EF4-FFF2-40B4-BE49-F238E27FC236}">
                    <a16:creationId xmlns:a16="http://schemas.microsoft.com/office/drawing/2014/main" id="{F253F0E1-809D-1C74-F5ED-8F1987059B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558863" y="830869"/>
                <a:ext cx="139418" cy="109563"/>
                <a:chOff x="12558863" y="830869"/>
                <a:chExt cx="139418" cy="109563"/>
              </a:xfrm>
            </p:grpSpPr>
            <p:grpSp>
              <p:nvGrpSpPr>
                <p:cNvPr id="60" name="Groep 66">
                  <a:extLst>
                    <a:ext uri="{FF2B5EF4-FFF2-40B4-BE49-F238E27FC236}">
                      <a16:creationId xmlns:a16="http://schemas.microsoft.com/office/drawing/2014/main" id="{050F1531-6016-CE7B-D669-085ECE44DE9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58863" y="830869"/>
                  <a:ext cx="139418" cy="109563"/>
                  <a:chOff x="12558863" y="830869"/>
                  <a:chExt cx="139418" cy="109563"/>
                </a:xfrm>
              </p:grpSpPr>
              <p:cxnSp>
                <p:nvCxnSpPr>
                  <p:cNvPr id="62" name="Rechte verbindingslijn 68">
                    <a:extLst>
                      <a:ext uri="{FF2B5EF4-FFF2-40B4-BE49-F238E27FC236}">
                        <a16:creationId xmlns:a16="http://schemas.microsoft.com/office/drawing/2014/main" id="{12BC2C9B-567B-5013-F2FD-0A41859BFBD0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558863" y="830869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3" name="Rechte verbindingslijn 69">
                    <a:extLst>
                      <a:ext uri="{FF2B5EF4-FFF2-40B4-BE49-F238E27FC236}">
                        <a16:creationId xmlns:a16="http://schemas.microsoft.com/office/drawing/2014/main" id="{A6F2E022-A72F-640A-4ED5-EEC16512D174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558863" y="940432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4" name="Rechte verbindingslijn 70">
                    <a:extLst>
                      <a:ext uri="{FF2B5EF4-FFF2-40B4-BE49-F238E27FC236}">
                        <a16:creationId xmlns:a16="http://schemas.microsoft.com/office/drawing/2014/main" id="{3AB189AF-9B49-8435-E80A-80A0E46A23CC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635517" y="913046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5" name="Rechte verbindingslijn 71">
                    <a:extLst>
                      <a:ext uri="{FF2B5EF4-FFF2-40B4-BE49-F238E27FC236}">
                        <a16:creationId xmlns:a16="http://schemas.microsoft.com/office/drawing/2014/main" id="{B6B2CA4F-0F91-9B46-DD72-81DD1E65B318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635517" y="885651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6" name="Rechte verbindingslijn 72">
                    <a:extLst>
                      <a:ext uri="{FF2B5EF4-FFF2-40B4-BE49-F238E27FC236}">
                        <a16:creationId xmlns:a16="http://schemas.microsoft.com/office/drawing/2014/main" id="{EFB253DB-26FB-E93A-D12E-8A6D26FDBA8D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2635517" y="858264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61" name="Pijl: rechts 67">
                  <a:extLst>
                    <a:ext uri="{FF2B5EF4-FFF2-40B4-BE49-F238E27FC236}">
                      <a16:creationId xmlns:a16="http://schemas.microsoft.com/office/drawing/2014/main" id="{21DA6CA6-5C92-BBFF-92C7-8C56F6D1FC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2558863" y="857039"/>
                  <a:ext cx="58411" cy="56116"/>
                </a:xfrm>
                <a:custGeom>
                  <a:avLst/>
                  <a:gdLst>
                    <a:gd name="T0" fmla="*/ 29206 w 21600"/>
                    <a:gd name="T1" fmla="*/ 0 h 21600"/>
                    <a:gd name="T2" fmla="*/ 58411 w 21600"/>
                    <a:gd name="T3" fmla="*/ 28058 h 21600"/>
                    <a:gd name="T4" fmla="*/ 29206 w 21600"/>
                    <a:gd name="T5" fmla="*/ 56116 h 21600"/>
                    <a:gd name="T6" fmla="*/ 0 w 21600"/>
                    <a:gd name="T7" fmla="*/ 28058 h 21600"/>
                    <a:gd name="T8" fmla="*/ 22705 w 21600"/>
                    <a:gd name="T9" fmla="*/ 0 h 21600"/>
                    <a:gd name="T10" fmla="*/ 22705 w 21600"/>
                    <a:gd name="T11" fmla="*/ 56116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  <p:cxnSp>
            <p:nvCxnSpPr>
              <p:cNvPr id="38" name="Rechte verbindingslijn 44">
                <a:extLst>
                  <a:ext uri="{FF2B5EF4-FFF2-40B4-BE49-F238E27FC236}">
                    <a16:creationId xmlns:a16="http://schemas.microsoft.com/office/drawing/2014/main" id="{FBB2574D-5AFA-66F1-C241-491921F3BE5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12704079" y="588169"/>
                <a:ext cx="547680" cy="219072"/>
              </a:xfrm>
              <a:prstGeom prst="straightConnector1">
                <a:avLst/>
              </a:prstGeom>
              <a:noFill/>
              <a:ln w="19046" cap="rnd">
                <a:solidFill>
                  <a:srgbClr val="00A6D6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9" name="Rechte verbindingslijn 45">
                <a:extLst>
                  <a:ext uri="{FF2B5EF4-FFF2-40B4-BE49-F238E27FC236}">
                    <a16:creationId xmlns:a16="http://schemas.microsoft.com/office/drawing/2014/main" id="{AA8F5AEF-D080-CE42-8B27-49C42AD2CD5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2939820" y="828675"/>
                <a:ext cx="319089" cy="0"/>
              </a:xfrm>
              <a:prstGeom prst="straightConnector1">
                <a:avLst/>
              </a:prstGeom>
              <a:noFill/>
              <a:ln w="19046" cap="rnd">
                <a:solidFill>
                  <a:srgbClr val="00A6D6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0" name="Rechthoek 46">
                <a:extLst>
                  <a:ext uri="{FF2B5EF4-FFF2-40B4-BE49-F238E27FC236}">
                    <a16:creationId xmlns:a16="http://schemas.microsoft.com/office/drawing/2014/main" id="{1965DEEB-3DAC-232D-4D83-28DA2F84BF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132" y="512182"/>
                <a:ext cx="2189046" cy="1510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1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1" name="Rechthoek 47">
                <a:extLst>
                  <a:ext uri="{FF2B5EF4-FFF2-40B4-BE49-F238E27FC236}">
                    <a16:creationId xmlns:a16="http://schemas.microsoft.com/office/drawing/2014/main" id="{8CFF60FE-6388-612F-9FA9-E676621EE4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04132" y="819558"/>
                <a:ext cx="2189046" cy="142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1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42" name="Groep 48">
                <a:extLst>
                  <a:ext uri="{FF2B5EF4-FFF2-40B4-BE49-F238E27FC236}">
                    <a16:creationId xmlns:a16="http://schemas.microsoft.com/office/drawing/2014/main" id="{2F7CB328-5EA8-FCDB-16AE-580FEADC8B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247269" y="769165"/>
                <a:ext cx="268742" cy="248378"/>
                <a:chOff x="13247269" y="769165"/>
                <a:chExt cx="268742" cy="248378"/>
              </a:xfrm>
            </p:grpSpPr>
            <p:sp>
              <p:nvSpPr>
                <p:cNvPr id="52" name="Rechthoek 58">
                  <a:extLst>
                    <a:ext uri="{FF2B5EF4-FFF2-40B4-BE49-F238E27FC236}">
                      <a16:creationId xmlns:a16="http://schemas.microsoft.com/office/drawing/2014/main" id="{1114F998-E44C-BFA7-98FA-3D97F570884E}"/>
                    </a:ext>
                  </a:extLst>
                </p:cNvPr>
                <p:cNvSpPr/>
                <p:nvPr/>
              </p:nvSpPr>
              <p:spPr>
                <a:xfrm>
                  <a:off x="13247745" y="769930"/>
                  <a:ext cx="268350" cy="247647"/>
                </a:xfrm>
                <a:prstGeom prst="rect">
                  <a:avLst/>
                </a:prstGeom>
                <a:solidFill>
                  <a:srgbClr val="FFFFFF"/>
                </a:solidFill>
                <a:ln w="3172" cap="flat">
                  <a:solidFill>
                    <a:srgbClr val="DADADA"/>
                  </a:solidFill>
                  <a:prstDash val="solid"/>
                  <a:miter/>
                </a:ln>
              </p:spPr>
              <p:txBody>
                <a:bodyPr lIns="0" tIns="0" rIns="0" bIns="0" anchor="ctr" anchorCtr="1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050">
                    <a:solidFill>
                      <a:srgbClr val="211F26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grpSp>
              <p:nvGrpSpPr>
                <p:cNvPr id="53" name="Groep 59">
                  <a:extLst>
                    <a:ext uri="{FF2B5EF4-FFF2-40B4-BE49-F238E27FC236}">
                      <a16:creationId xmlns:a16="http://schemas.microsoft.com/office/drawing/2014/main" id="{C6A1007A-CA9F-B944-E353-8BCD9EF78BC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297287" y="827074"/>
                  <a:ext cx="168697" cy="132570"/>
                  <a:chOff x="13297287" y="827074"/>
                  <a:chExt cx="168697" cy="132570"/>
                </a:xfrm>
              </p:grpSpPr>
              <p:cxnSp>
                <p:nvCxnSpPr>
                  <p:cNvPr id="55" name="Rechte verbindingslijn 61">
                    <a:extLst>
                      <a:ext uri="{FF2B5EF4-FFF2-40B4-BE49-F238E27FC236}">
                        <a16:creationId xmlns:a16="http://schemas.microsoft.com/office/drawing/2014/main" id="{9B79BA52-9914-2AD5-9E37-A13B7F1BB238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297287" y="827074"/>
                    <a:ext cx="168697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6" name="Rechte verbindingslijn 62">
                    <a:extLst>
                      <a:ext uri="{FF2B5EF4-FFF2-40B4-BE49-F238E27FC236}">
                        <a16:creationId xmlns:a16="http://schemas.microsoft.com/office/drawing/2014/main" id="{1B727DB1-5E37-6FDC-06B1-AB1FA82351FF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297287" y="959644"/>
                    <a:ext cx="168697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7" name="Rechte verbindingslijn 63">
                    <a:extLst>
                      <a:ext uri="{FF2B5EF4-FFF2-40B4-BE49-F238E27FC236}">
                        <a16:creationId xmlns:a16="http://schemas.microsoft.com/office/drawing/2014/main" id="{CFB196BE-B88D-D89A-D9C8-4D54CCCC5BE5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926506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8" name="Rechte verbindingslijn 64">
                    <a:extLst>
                      <a:ext uri="{FF2B5EF4-FFF2-40B4-BE49-F238E27FC236}">
                        <a16:creationId xmlns:a16="http://schemas.microsoft.com/office/drawing/2014/main" id="{B78EF683-F16B-F7F4-598E-5883815B81FF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893359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9" name="Rechte verbindingslijn 65">
                    <a:extLst>
                      <a:ext uri="{FF2B5EF4-FFF2-40B4-BE49-F238E27FC236}">
                        <a16:creationId xmlns:a16="http://schemas.microsoft.com/office/drawing/2014/main" id="{B43E5690-8090-15EF-87FC-21A7A243FF06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860212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54" name="Pijl: rechts 60">
                  <a:extLst>
                    <a:ext uri="{FF2B5EF4-FFF2-40B4-BE49-F238E27FC236}">
                      <a16:creationId xmlns:a16="http://schemas.microsoft.com/office/drawing/2014/main" id="{BEFA27F9-F02B-E2D1-03A7-D361D952D9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297287" y="858740"/>
                  <a:ext cx="70673" cy="67903"/>
                </a:xfrm>
                <a:custGeom>
                  <a:avLst/>
                  <a:gdLst>
                    <a:gd name="T0" fmla="*/ 35337 w 21600"/>
                    <a:gd name="T1" fmla="*/ 0 h 21600"/>
                    <a:gd name="T2" fmla="*/ 70673 w 21600"/>
                    <a:gd name="T3" fmla="*/ 33952 h 21600"/>
                    <a:gd name="T4" fmla="*/ 35337 w 21600"/>
                    <a:gd name="T5" fmla="*/ 67903 h 21600"/>
                    <a:gd name="T6" fmla="*/ 0 w 21600"/>
                    <a:gd name="T7" fmla="*/ 33952 h 21600"/>
                    <a:gd name="T8" fmla="*/ 27471 w 21600"/>
                    <a:gd name="T9" fmla="*/ 0 h 21600"/>
                    <a:gd name="T10" fmla="*/ 27471 w 21600"/>
                    <a:gd name="T11" fmla="*/ 67903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  <p:grpSp>
            <p:nvGrpSpPr>
              <p:cNvPr id="43" name="Groep 49">
                <a:extLst>
                  <a:ext uri="{FF2B5EF4-FFF2-40B4-BE49-F238E27FC236}">
                    <a16:creationId xmlns:a16="http://schemas.microsoft.com/office/drawing/2014/main" id="{40180C20-6B19-4A36-BA6D-4F11287F84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247269" y="460171"/>
                <a:ext cx="268742" cy="248378"/>
                <a:chOff x="13247269" y="460171"/>
                <a:chExt cx="268742" cy="248378"/>
              </a:xfrm>
            </p:grpSpPr>
            <p:sp>
              <p:nvSpPr>
                <p:cNvPr id="44" name="Rechthoek 50">
                  <a:extLst>
                    <a:ext uri="{FF2B5EF4-FFF2-40B4-BE49-F238E27FC236}">
                      <a16:creationId xmlns:a16="http://schemas.microsoft.com/office/drawing/2014/main" id="{CAD0BBA8-27C2-CE13-7BD9-403BD0F20273}"/>
                    </a:ext>
                  </a:extLst>
                </p:cNvPr>
                <p:cNvSpPr/>
                <p:nvPr/>
              </p:nvSpPr>
              <p:spPr>
                <a:xfrm>
                  <a:off x="13247745" y="460370"/>
                  <a:ext cx="268350" cy="247647"/>
                </a:xfrm>
                <a:prstGeom prst="rect">
                  <a:avLst/>
                </a:prstGeom>
                <a:solidFill>
                  <a:srgbClr val="FFFFFF"/>
                </a:solidFill>
                <a:ln w="3172" cap="flat">
                  <a:solidFill>
                    <a:srgbClr val="DADADA"/>
                  </a:solidFill>
                  <a:prstDash val="solid"/>
                  <a:miter/>
                </a:ln>
              </p:spPr>
              <p:txBody>
                <a:bodyPr lIns="0" tIns="0" rIns="0" bIns="0" anchor="ctr" anchorCtr="1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050">
                    <a:solidFill>
                      <a:srgbClr val="211F26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grpSp>
              <p:nvGrpSpPr>
                <p:cNvPr id="45" name="Groep 51">
                  <a:extLst>
                    <a:ext uri="{FF2B5EF4-FFF2-40B4-BE49-F238E27FC236}">
                      <a16:creationId xmlns:a16="http://schemas.microsoft.com/office/drawing/2014/main" id="{8463233F-7C96-2446-2806-F75FEB01A7E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297287" y="518071"/>
                  <a:ext cx="168697" cy="132579"/>
                  <a:chOff x="13297287" y="518071"/>
                  <a:chExt cx="168697" cy="132579"/>
                </a:xfrm>
              </p:grpSpPr>
              <p:cxnSp>
                <p:nvCxnSpPr>
                  <p:cNvPr id="47" name="Rechte verbindingslijn 53">
                    <a:extLst>
                      <a:ext uri="{FF2B5EF4-FFF2-40B4-BE49-F238E27FC236}">
                        <a16:creationId xmlns:a16="http://schemas.microsoft.com/office/drawing/2014/main" id="{45B82486-6A6A-3383-8F8C-35CB623CE74A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297287" y="518071"/>
                    <a:ext cx="168697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48" name="Rechte verbindingslijn 54">
                    <a:extLst>
                      <a:ext uri="{FF2B5EF4-FFF2-40B4-BE49-F238E27FC236}">
                        <a16:creationId xmlns:a16="http://schemas.microsoft.com/office/drawing/2014/main" id="{34AAD8B4-51F8-F01B-E377-893BA664E2DD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297287" y="650650"/>
                    <a:ext cx="168697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49" name="Rechte verbindingslijn 55">
                    <a:extLst>
                      <a:ext uri="{FF2B5EF4-FFF2-40B4-BE49-F238E27FC236}">
                        <a16:creationId xmlns:a16="http://schemas.microsoft.com/office/drawing/2014/main" id="{EF33ACB6-1D0C-C867-95C6-3546DE952DA6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617503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0" name="Rechte verbindingslijn 56">
                    <a:extLst>
                      <a:ext uri="{FF2B5EF4-FFF2-40B4-BE49-F238E27FC236}">
                        <a16:creationId xmlns:a16="http://schemas.microsoft.com/office/drawing/2014/main" id="{58ADCB76-109C-226E-7A59-58D4DAC29C72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584365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1" name="Rechte verbindingslijn 57">
                    <a:extLst>
                      <a:ext uri="{FF2B5EF4-FFF2-40B4-BE49-F238E27FC236}">
                        <a16:creationId xmlns:a16="http://schemas.microsoft.com/office/drawing/2014/main" id="{8EFD89A3-D70C-6BE1-E6E3-47AC17FDE016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390043" y="551218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46" name="Pijl: rechts 52">
                  <a:extLst>
                    <a:ext uri="{FF2B5EF4-FFF2-40B4-BE49-F238E27FC236}">
                      <a16:creationId xmlns:a16="http://schemas.microsoft.com/office/drawing/2014/main" id="{745CB982-F85F-CE7D-A77B-378D00C555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3297287" y="549737"/>
                  <a:ext cx="70673" cy="67903"/>
                </a:xfrm>
                <a:custGeom>
                  <a:avLst/>
                  <a:gdLst>
                    <a:gd name="T0" fmla="*/ 35337 w 21600"/>
                    <a:gd name="T1" fmla="*/ 0 h 21600"/>
                    <a:gd name="T2" fmla="*/ 70673 w 21600"/>
                    <a:gd name="T3" fmla="*/ 33952 h 21600"/>
                    <a:gd name="T4" fmla="*/ 35337 w 21600"/>
                    <a:gd name="T5" fmla="*/ 67903 h 21600"/>
                    <a:gd name="T6" fmla="*/ 0 w 21600"/>
                    <a:gd name="T7" fmla="*/ 33952 h 21600"/>
                    <a:gd name="T8" fmla="*/ 27471 w 21600"/>
                    <a:gd name="T9" fmla="*/ 0 h 21600"/>
                    <a:gd name="T10" fmla="*/ 27471 w 21600"/>
                    <a:gd name="T11" fmla="*/ 67903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</p:grpSp>
        <p:grpSp>
          <p:nvGrpSpPr>
            <p:cNvPr id="28" name="Groep 34">
              <a:extLst>
                <a:ext uri="{FF2B5EF4-FFF2-40B4-BE49-F238E27FC236}">
                  <a16:creationId xmlns:a16="http://schemas.microsoft.com/office/drawing/2014/main" id="{7C1E4363-5F53-1620-984C-3769D235B9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25601" y="4663037"/>
              <a:ext cx="627799" cy="576684"/>
              <a:chOff x="15225601" y="4663037"/>
              <a:chExt cx="627799" cy="576684"/>
            </a:xfrm>
          </p:grpSpPr>
          <p:grpSp>
            <p:nvGrpSpPr>
              <p:cNvPr id="29" name="Inspireren">
                <a:extLst>
                  <a:ext uri="{FF2B5EF4-FFF2-40B4-BE49-F238E27FC236}">
                    <a16:creationId xmlns:a16="http://schemas.microsoft.com/office/drawing/2014/main" id="{5D78CA7A-0A40-AD65-4C7E-CB39BBB5FE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447919" y="4663037"/>
                <a:ext cx="169776" cy="242380"/>
                <a:chOff x="15447919" y="4663037"/>
                <a:chExt cx="169776" cy="242380"/>
              </a:xfrm>
            </p:grpSpPr>
            <p:sp>
              <p:nvSpPr>
                <p:cNvPr id="31" name="Freeform 12">
                  <a:extLst>
                    <a:ext uri="{FF2B5EF4-FFF2-40B4-BE49-F238E27FC236}">
                      <a16:creationId xmlns:a16="http://schemas.microsoft.com/office/drawing/2014/main" id="{2FCDA138-BBEE-C673-B4FB-C017A0C6A0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98119" y="4749869"/>
                  <a:ext cx="68726" cy="62051"/>
                </a:xfrm>
                <a:custGeom>
                  <a:avLst/>
                  <a:gdLst>
                    <a:gd name="T0" fmla="*/ 34363 w 319"/>
                    <a:gd name="T1" fmla="*/ 0 h 288"/>
                    <a:gd name="T2" fmla="*/ 68726 w 319"/>
                    <a:gd name="T3" fmla="*/ 31026 h 288"/>
                    <a:gd name="T4" fmla="*/ 34363 w 319"/>
                    <a:gd name="T5" fmla="*/ 62051 h 288"/>
                    <a:gd name="T6" fmla="*/ 0 w 319"/>
                    <a:gd name="T7" fmla="*/ 31026 h 288"/>
                    <a:gd name="T8" fmla="*/ 47397 w 319"/>
                    <a:gd name="T9" fmla="*/ 62051 h 288"/>
                    <a:gd name="T10" fmla="*/ 23052 w 319"/>
                    <a:gd name="T11" fmla="*/ 62051 h 288"/>
                    <a:gd name="T12" fmla="*/ 0 w 319"/>
                    <a:gd name="T13" fmla="*/ 0 h 288"/>
                    <a:gd name="T14" fmla="*/ 68726 w 319"/>
                    <a:gd name="T15" fmla="*/ 0 h 288"/>
                    <a:gd name="T16" fmla="*/ 47397 w 319"/>
                    <a:gd name="T17" fmla="*/ 62051 h 288"/>
                    <a:gd name="T18" fmla="*/ 17694720 60000 65536"/>
                    <a:gd name="T19" fmla="*/ 0 60000 65536"/>
                    <a:gd name="T20" fmla="*/ 5898240 60000 65536"/>
                    <a:gd name="T21" fmla="*/ 1179648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19"/>
                    <a:gd name="T28" fmla="*/ 0 h 288"/>
                    <a:gd name="T29" fmla="*/ 319 w 319"/>
                    <a:gd name="T30" fmla="*/ 288 h 288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  <p:sp>
              <p:nvSpPr>
                <p:cNvPr id="32" name="Freeform 13">
                  <a:extLst>
                    <a:ext uri="{FF2B5EF4-FFF2-40B4-BE49-F238E27FC236}">
                      <a16:creationId xmlns:a16="http://schemas.microsoft.com/office/drawing/2014/main" id="{08BCA162-E448-176E-A848-7BF7DBFD30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502637" y="4881286"/>
                  <a:ext cx="60761" cy="24131"/>
                </a:xfrm>
                <a:custGeom>
                  <a:avLst/>
                  <a:gdLst>
                    <a:gd name="T0" fmla="*/ 30381 w 251"/>
                    <a:gd name="T1" fmla="*/ 0 h 100"/>
                    <a:gd name="T2" fmla="*/ 60761 w 251"/>
                    <a:gd name="T3" fmla="*/ 12066 h 100"/>
                    <a:gd name="T4" fmla="*/ 30381 w 251"/>
                    <a:gd name="T5" fmla="*/ 24131 h 100"/>
                    <a:gd name="T6" fmla="*/ 0 w 251"/>
                    <a:gd name="T7" fmla="*/ 12066 h 100"/>
                    <a:gd name="T8" fmla="*/ 55435 w 251"/>
                    <a:gd name="T9" fmla="*/ 16892 h 100"/>
                    <a:gd name="T10" fmla="*/ 55435 w 251"/>
                    <a:gd name="T11" fmla="*/ 16650 h 100"/>
                    <a:gd name="T12" fmla="*/ 60761 w 251"/>
                    <a:gd name="T13" fmla="*/ 0 h 100"/>
                    <a:gd name="T14" fmla="*/ 0 w 251"/>
                    <a:gd name="T15" fmla="*/ 0 h 100"/>
                    <a:gd name="T16" fmla="*/ 5326 w 251"/>
                    <a:gd name="T17" fmla="*/ 16650 h 100"/>
                    <a:gd name="T18" fmla="*/ 15251 w 251"/>
                    <a:gd name="T19" fmla="*/ 24131 h 100"/>
                    <a:gd name="T20" fmla="*/ 45510 w 251"/>
                    <a:gd name="T21" fmla="*/ 24131 h 100"/>
                    <a:gd name="T22" fmla="*/ 55435 w 251"/>
                    <a:gd name="T23" fmla="*/ 17133 h 100"/>
                    <a:gd name="T24" fmla="*/ 55435 w 251"/>
                    <a:gd name="T25" fmla="*/ 17133 h 100"/>
                    <a:gd name="T26" fmla="*/ 55435 w 251"/>
                    <a:gd name="T27" fmla="*/ 16892 h 100"/>
                    <a:gd name="T28" fmla="*/ 17694720 60000 65536"/>
                    <a:gd name="T29" fmla="*/ 0 60000 65536"/>
                    <a:gd name="T30" fmla="*/ 5898240 60000 65536"/>
                    <a:gd name="T31" fmla="*/ 1179648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251"/>
                    <a:gd name="T43" fmla="*/ 0 h 100"/>
                    <a:gd name="T44" fmla="*/ 251 w 251"/>
                    <a:gd name="T45" fmla="*/ 100 h 100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D9FA1"/>
                    </a:gs>
                    <a:gs pos="100000">
                      <a:srgbClr val="211F26"/>
                    </a:gs>
                  </a:gsLst>
                  <a:lin ang="270000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  <p:sp>
              <p:nvSpPr>
                <p:cNvPr id="33" name="Freeform 14">
                  <a:extLst>
                    <a:ext uri="{FF2B5EF4-FFF2-40B4-BE49-F238E27FC236}">
                      <a16:creationId xmlns:a16="http://schemas.microsoft.com/office/drawing/2014/main" id="{A2FAFB5D-844E-D438-7B86-C9458700D8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47919" y="4663037"/>
                  <a:ext cx="169776" cy="208126"/>
                </a:xfrm>
                <a:custGeom>
                  <a:avLst/>
                  <a:gdLst>
                    <a:gd name="T0" fmla="*/ 84888 w 702"/>
                    <a:gd name="T1" fmla="*/ 0 h 860"/>
                    <a:gd name="T2" fmla="*/ 169776 w 702"/>
                    <a:gd name="T3" fmla="*/ 104063 h 860"/>
                    <a:gd name="T4" fmla="*/ 84888 w 702"/>
                    <a:gd name="T5" fmla="*/ 208126 h 860"/>
                    <a:gd name="T6" fmla="*/ 0 w 702"/>
                    <a:gd name="T7" fmla="*/ 104063 h 860"/>
                    <a:gd name="T8" fmla="*/ 84888 w 702"/>
                    <a:gd name="T9" fmla="*/ 0 h 860"/>
                    <a:gd name="T10" fmla="*/ 0 w 702"/>
                    <a:gd name="T11" fmla="*/ 84944 h 860"/>
                    <a:gd name="T12" fmla="*/ 32407 w 702"/>
                    <a:gd name="T13" fmla="*/ 151738 h 860"/>
                    <a:gd name="T14" fmla="*/ 39905 w 702"/>
                    <a:gd name="T15" fmla="*/ 173761 h 860"/>
                    <a:gd name="T16" fmla="*/ 64331 w 702"/>
                    <a:gd name="T17" fmla="*/ 173761 h 860"/>
                    <a:gd name="T18" fmla="*/ 64331 w 702"/>
                    <a:gd name="T19" fmla="*/ 173761 h 860"/>
                    <a:gd name="T20" fmla="*/ 104961 w 702"/>
                    <a:gd name="T21" fmla="*/ 173761 h 860"/>
                    <a:gd name="T22" fmla="*/ 101334 w 702"/>
                    <a:gd name="T23" fmla="*/ 183925 h 860"/>
                    <a:gd name="T24" fmla="*/ 68684 w 702"/>
                    <a:gd name="T25" fmla="*/ 183925 h 860"/>
                    <a:gd name="T26" fmla="*/ 68684 w 702"/>
                    <a:gd name="T27" fmla="*/ 183925 h 860"/>
                    <a:gd name="T28" fmla="*/ 43290 w 702"/>
                    <a:gd name="T29" fmla="*/ 183925 h 860"/>
                    <a:gd name="T30" fmla="*/ 51271 w 702"/>
                    <a:gd name="T31" fmla="*/ 208126 h 860"/>
                    <a:gd name="T32" fmla="*/ 51271 w 702"/>
                    <a:gd name="T33" fmla="*/ 208126 h 860"/>
                    <a:gd name="T34" fmla="*/ 52239 w 702"/>
                    <a:gd name="T35" fmla="*/ 208126 h 860"/>
                    <a:gd name="T36" fmla="*/ 118021 w 702"/>
                    <a:gd name="T37" fmla="*/ 208126 h 860"/>
                    <a:gd name="T38" fmla="*/ 118746 w 702"/>
                    <a:gd name="T39" fmla="*/ 208126 h 860"/>
                    <a:gd name="T40" fmla="*/ 137852 w 702"/>
                    <a:gd name="T41" fmla="*/ 151254 h 860"/>
                    <a:gd name="T42" fmla="*/ 169776 w 702"/>
                    <a:gd name="T43" fmla="*/ 84944 h 860"/>
                    <a:gd name="T44" fmla="*/ 84888 w 702"/>
                    <a:gd name="T45" fmla="*/ 0 h 860"/>
                    <a:gd name="T46" fmla="*/ 141964 w 702"/>
                    <a:gd name="T47" fmla="*/ 105999 h 860"/>
                    <a:gd name="T48" fmla="*/ 117295 w 702"/>
                    <a:gd name="T49" fmla="*/ 136250 h 860"/>
                    <a:gd name="T50" fmla="*/ 109798 w 702"/>
                    <a:gd name="T51" fmla="*/ 159241 h 860"/>
                    <a:gd name="T52" fmla="*/ 60462 w 702"/>
                    <a:gd name="T53" fmla="*/ 159241 h 860"/>
                    <a:gd name="T54" fmla="*/ 52964 w 702"/>
                    <a:gd name="T55" fmla="*/ 136734 h 860"/>
                    <a:gd name="T56" fmla="*/ 27812 w 702"/>
                    <a:gd name="T57" fmla="*/ 106241 h 860"/>
                    <a:gd name="T58" fmla="*/ 23943 w 702"/>
                    <a:gd name="T59" fmla="*/ 84944 h 860"/>
                    <a:gd name="T60" fmla="*/ 84888 w 702"/>
                    <a:gd name="T61" fmla="*/ 23959 h 860"/>
                    <a:gd name="T62" fmla="*/ 145833 w 702"/>
                    <a:gd name="T63" fmla="*/ 84944 h 860"/>
                    <a:gd name="T64" fmla="*/ 141964 w 702"/>
                    <a:gd name="T65" fmla="*/ 105999 h 860"/>
                    <a:gd name="T66" fmla="*/ 17694720 60000 65536"/>
                    <a:gd name="T67" fmla="*/ 0 60000 65536"/>
                    <a:gd name="T68" fmla="*/ 5898240 60000 65536"/>
                    <a:gd name="T69" fmla="*/ 1179648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702"/>
                    <a:gd name="T100" fmla="*/ 0 h 860"/>
                    <a:gd name="T101" fmla="*/ 702 w 702"/>
                    <a:gd name="T102" fmla="*/ 860 h 860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D9FA1"/>
                    </a:gs>
                    <a:gs pos="100000">
                      <a:srgbClr val="211F26"/>
                    </a:gs>
                  </a:gsLst>
                  <a:lin ang="270000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</p:grpSp>
          <p:sp>
            <p:nvSpPr>
              <p:cNvPr id="30" name="Tekstvak 36">
                <a:extLst>
                  <a:ext uri="{FF2B5EF4-FFF2-40B4-BE49-F238E27FC236}">
                    <a16:creationId xmlns:a16="http://schemas.microsoft.com/office/drawing/2014/main" id="{39465F8F-CD25-5126-EC3C-29AB25DE40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225601" y="4917487"/>
                <a:ext cx="627799" cy="322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0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76" name="INSTRUCTION">
            <a:extLst>
              <a:ext uri="{FF2B5EF4-FFF2-40B4-BE49-F238E27FC236}">
                <a16:creationId xmlns:a16="http://schemas.microsoft.com/office/drawing/2014/main" id="{3A477EEF-9C59-40D7-172F-0C2F1A75FB98}"/>
              </a:ext>
            </a:extLst>
          </p:cNvPr>
          <p:cNvGrpSpPr>
            <a:grpSpLocks/>
          </p:cNvGrpSpPr>
          <p:nvPr/>
        </p:nvGrpSpPr>
        <p:grpSpPr bwMode="auto">
          <a:xfrm>
            <a:off x="-3786188" y="0"/>
            <a:ext cx="3694113" cy="6640513"/>
            <a:chOff x="-3786164" y="0"/>
            <a:chExt cx="3693380" cy="6640345"/>
          </a:xfrm>
        </p:grpSpPr>
        <p:sp>
          <p:nvSpPr>
            <p:cNvPr id="77" name="Rechthoek 83">
              <a:extLst>
                <a:ext uri="{FF2B5EF4-FFF2-40B4-BE49-F238E27FC236}">
                  <a16:creationId xmlns:a16="http://schemas.microsoft.com/office/drawing/2014/main" id="{CE2BE854-27F6-5F70-DEE4-BEA6C801D72A}"/>
                </a:ext>
              </a:extLst>
            </p:cNvPr>
            <p:cNvSpPr/>
            <p:nvPr/>
          </p:nvSpPr>
          <p:spPr>
            <a:xfrm>
              <a:off x="-3786164" y="0"/>
              <a:ext cx="3593387" cy="5991073"/>
            </a:xfrm>
            <a:prstGeom prst="rect">
              <a:avLst/>
            </a:prstGeom>
            <a:solidFill>
              <a:srgbClr val="FFFFFF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Insert/edit an image</a:t>
              </a:r>
            </a:p>
          </p:txBody>
        </p:sp>
        <p:sp>
          <p:nvSpPr>
            <p:cNvPr id="78" name="Ovaal 84">
              <a:extLst>
                <a:ext uri="{FF2B5EF4-FFF2-40B4-BE49-F238E27FC236}">
                  <a16:creationId xmlns:a16="http://schemas.microsoft.com/office/drawing/2014/main" id="{4E39602D-7FD4-D205-A880-76672F30F7BD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465319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79" name="Rechthoek 85">
              <a:extLst>
                <a:ext uri="{FF2B5EF4-FFF2-40B4-BE49-F238E27FC236}">
                  <a16:creationId xmlns:a16="http://schemas.microsoft.com/office/drawing/2014/main" id="{3786D392-CC6C-D30F-EC19-8F3551E9C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465319"/>
              <a:ext cx="2962701" cy="668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‘Slidebuilder’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‘Images’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0" name="Ovaal 86">
              <a:extLst>
                <a:ext uri="{FF2B5EF4-FFF2-40B4-BE49-F238E27FC236}">
                  <a16:creationId xmlns:a16="http://schemas.microsoft.com/office/drawing/2014/main" id="{35F2BAD9-D834-93DE-AD06-338D926E8B9A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2633938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1" name="Rechthoek 87">
              <a:extLst>
                <a:ext uri="{FF2B5EF4-FFF2-40B4-BE49-F238E27FC236}">
                  <a16:creationId xmlns:a16="http://schemas.microsoft.com/office/drawing/2014/main" id="{93A72903-F3BF-ADBD-0E6B-150BD25DE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633938"/>
              <a:ext cx="3126342" cy="4627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2" name="Ovaal 88">
              <a:extLst>
                <a:ext uri="{FF2B5EF4-FFF2-40B4-BE49-F238E27FC236}">
                  <a16:creationId xmlns:a16="http://schemas.microsoft.com/office/drawing/2014/main" id="{37B220DC-07AA-D0D4-7FCC-4A1CE0CC1434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4226365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83" name="Rechthoek 89">
              <a:extLst>
                <a:ext uri="{FF2B5EF4-FFF2-40B4-BE49-F238E27FC236}">
                  <a16:creationId xmlns:a16="http://schemas.microsoft.com/office/drawing/2014/main" id="{3EA778DA-EB21-06FF-58C9-D6DAE41EE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4226365"/>
              <a:ext cx="2944678" cy="8209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84" name="Rechthoek 90">
              <a:extLst>
                <a:ext uri="{FF2B5EF4-FFF2-40B4-BE49-F238E27FC236}">
                  <a16:creationId xmlns:a16="http://schemas.microsoft.com/office/drawing/2014/main" id="{57E1F1A3-74EA-EAFB-EA57-A2C9D539C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6839" y="3200262"/>
              <a:ext cx="1239213" cy="719916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12701">
              <a:solidFill>
                <a:srgbClr val="D3D3D3"/>
              </a:solidFill>
              <a:miter lim="800000"/>
              <a:headEnd/>
              <a:tailEnd/>
            </a:ln>
          </p:spPr>
          <p:txBody>
            <a:bodyPr lIns="71999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/>
              <a:endParaRPr lang="en-GB" altLang="en-NL" sz="1000" i="1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85" name="Groep 91">
              <a:extLst>
                <a:ext uri="{FF2B5EF4-FFF2-40B4-BE49-F238E27FC236}">
                  <a16:creationId xmlns:a16="http://schemas.microsoft.com/office/drawing/2014/main" id="{726BF4E4-714E-9553-DA2A-25AEABFDB4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2485814" y="3479785"/>
              <a:ext cx="1222991" cy="563928"/>
              <a:chOff x="-2485814" y="3479785"/>
              <a:chExt cx="1222991" cy="563928"/>
            </a:xfrm>
          </p:grpSpPr>
          <p:sp>
            <p:nvSpPr>
              <p:cNvPr id="124" name="Rechthoek 130">
                <a:extLst>
                  <a:ext uri="{FF2B5EF4-FFF2-40B4-BE49-F238E27FC236}">
                    <a16:creationId xmlns:a16="http://schemas.microsoft.com/office/drawing/2014/main" id="{6075F830-28FB-5508-CDF4-071FD0C449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485814" y="3479785"/>
                <a:ext cx="1176476" cy="504849"/>
              </a:xfrm>
              <a:prstGeom prst="rect">
                <a:avLst/>
              </a:prstGeom>
              <a:solidFill>
                <a:srgbClr val="FFFFFF"/>
              </a:solidFill>
              <a:ln w="12701">
                <a:solidFill>
                  <a:srgbClr val="D1D1D1"/>
                </a:solidFill>
                <a:miter lim="800000"/>
                <a:headEnd/>
                <a:tailEnd/>
              </a:ln>
            </p:spPr>
            <p:txBody>
              <a:bodyPr lIns="107999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altLang="en-NL" sz="80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5" name="Rechthoek 131">
                <a:extLst>
                  <a:ext uri="{FF2B5EF4-FFF2-40B4-BE49-F238E27FC236}">
                    <a16:creationId xmlns:a16="http://schemas.microsoft.com/office/drawing/2014/main" id="{43D44F7D-594A-457D-E964-9296FC7EEF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479587" y="3733412"/>
                <a:ext cx="1164003" cy="24670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/>
                <a:endPara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26" name="Groep 132">
                <a:extLst>
                  <a:ext uri="{FF2B5EF4-FFF2-40B4-BE49-F238E27FC236}">
                    <a16:creationId xmlns:a16="http://schemas.microsoft.com/office/drawing/2014/main" id="{6F846A9E-78AD-9D12-8AC9-FB2479060F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403866" y="3541123"/>
                <a:ext cx="155950" cy="131920"/>
                <a:chOff x="-2403866" y="3541123"/>
                <a:chExt cx="155950" cy="131920"/>
              </a:xfrm>
            </p:grpSpPr>
            <p:sp>
              <p:nvSpPr>
                <p:cNvPr id="139" name="Rechthoek: afgeronde hoeken 145">
                  <a:extLst>
                    <a:ext uri="{FF2B5EF4-FFF2-40B4-BE49-F238E27FC236}">
                      <a16:creationId xmlns:a16="http://schemas.microsoft.com/office/drawing/2014/main" id="{A945236E-2BC5-1232-920B-96179F50F9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2403866" y="3541123"/>
                  <a:ext cx="155950" cy="131920"/>
                </a:xfrm>
                <a:custGeom>
                  <a:avLst/>
                  <a:gdLst>
                    <a:gd name="T0" fmla="*/ 77975 w 155950"/>
                    <a:gd name="T1" fmla="*/ 0 h 131920"/>
                    <a:gd name="T2" fmla="*/ 155950 w 155950"/>
                    <a:gd name="T3" fmla="*/ 65960 h 131920"/>
                    <a:gd name="T4" fmla="*/ 77975 w 155950"/>
                    <a:gd name="T5" fmla="*/ 131920 h 131920"/>
                    <a:gd name="T6" fmla="*/ 0 w 155950"/>
                    <a:gd name="T7" fmla="*/ 65960 h 131920"/>
                    <a:gd name="T8" fmla="*/ 17694720 60000 65536"/>
                    <a:gd name="T9" fmla="*/ 0 60000 65536"/>
                    <a:gd name="T10" fmla="*/ 5898240 60000 65536"/>
                    <a:gd name="T11" fmla="*/ 11796480 60000 65536"/>
                    <a:gd name="T12" fmla="*/ 1125 w 155950"/>
                    <a:gd name="T13" fmla="*/ 1125 h 131920"/>
                    <a:gd name="T14" fmla="*/ 154825 w 155950"/>
                    <a:gd name="T15" fmla="*/ 130795 h 13192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5950" h="131920">
                      <a:moveTo>
                        <a:pt x="3842" y="0"/>
                      </a:moveTo>
                      <a:lnTo>
                        <a:pt x="3842" y="0"/>
                      </a:lnTo>
                      <a:cubicBezTo>
                        <a:pt x="1720" y="0"/>
                        <a:pt x="0" y="1720"/>
                        <a:pt x="0" y="3841"/>
                      </a:cubicBezTo>
                      <a:lnTo>
                        <a:pt x="0" y="128078"/>
                      </a:lnTo>
                      <a:lnTo>
                        <a:pt x="0" y="128077"/>
                      </a:lnTo>
                      <a:cubicBezTo>
                        <a:pt x="0" y="130199"/>
                        <a:pt x="1720" y="131919"/>
                        <a:pt x="3841" y="131919"/>
                      </a:cubicBezTo>
                      <a:lnTo>
                        <a:pt x="152108" y="131920"/>
                      </a:lnTo>
                      <a:lnTo>
                        <a:pt x="152108" y="131919"/>
                      </a:lnTo>
                      <a:cubicBezTo>
                        <a:pt x="154229" y="131919"/>
                        <a:pt x="155950" y="130199"/>
                        <a:pt x="155950" y="128078"/>
                      </a:cubicBezTo>
                      <a:lnTo>
                        <a:pt x="155950" y="3842"/>
                      </a:lnTo>
                      <a:cubicBezTo>
                        <a:pt x="155950" y="1720"/>
                        <a:pt x="154229" y="0"/>
                        <a:pt x="152108" y="0"/>
                      </a:cubicBezTo>
                      <a:lnTo>
                        <a:pt x="384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701" cap="flat">
                  <a:solidFill>
                    <a:srgbClr val="81818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lIns="107999" tIns="0" rIns="0" bIns="0" anchor="ctr"/>
                <a:lstStyle/>
                <a:p>
                  <a:endParaRPr lang="en-NL"/>
                </a:p>
              </p:txBody>
            </p:sp>
            <p:sp>
              <p:nvSpPr>
                <p:cNvPr id="140" name="Rechthoek 146">
                  <a:extLst>
                    <a:ext uri="{FF2B5EF4-FFF2-40B4-BE49-F238E27FC236}">
                      <a16:creationId xmlns:a16="http://schemas.microsoft.com/office/drawing/2014/main" id="{6D3C8174-9A53-6239-5942-52F46B0693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82167" y="3559228"/>
                  <a:ext cx="117582" cy="1601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1" name="Rechthoek 147">
                  <a:extLst>
                    <a:ext uri="{FF2B5EF4-FFF2-40B4-BE49-F238E27FC236}">
                      <a16:creationId xmlns:a16="http://schemas.microsoft.com/office/drawing/2014/main" id="{F996CF19-DE41-33EC-2396-DAB136623B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82158" y="3586349"/>
                  <a:ext cx="45756" cy="69997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2" name="Rechthoek 148">
                  <a:extLst>
                    <a:ext uri="{FF2B5EF4-FFF2-40B4-BE49-F238E27FC236}">
                      <a16:creationId xmlns:a16="http://schemas.microsoft.com/office/drawing/2014/main" id="{35BB78CD-42A2-AAA9-C360-D2EA1ED17F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22210" y="3590355"/>
                  <a:ext cx="52111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3" name="Rechthoek 149">
                  <a:extLst>
                    <a:ext uri="{FF2B5EF4-FFF2-40B4-BE49-F238E27FC236}">
                      <a16:creationId xmlns:a16="http://schemas.microsoft.com/office/drawing/2014/main" id="{3088093E-38F0-8A3F-1DE1-67C2829EB3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22210" y="3618408"/>
                  <a:ext cx="26746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4" name="Rechthoek 150">
                  <a:extLst>
                    <a:ext uri="{FF2B5EF4-FFF2-40B4-BE49-F238E27FC236}">
                      <a16:creationId xmlns:a16="http://schemas.microsoft.com/office/drawing/2014/main" id="{3EB77EA4-FC5B-ABD2-6445-86FEDD099A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22210" y="3646462"/>
                  <a:ext cx="26746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7" name="Groep 133">
                <a:extLst>
                  <a:ext uri="{FF2B5EF4-FFF2-40B4-BE49-F238E27FC236}">
                    <a16:creationId xmlns:a16="http://schemas.microsoft.com/office/drawing/2014/main" id="{B12DEF00-1B65-3E76-3945-1B81D0BE80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423425" y="3770784"/>
                <a:ext cx="166741" cy="218962"/>
                <a:chOff x="-2423425" y="3770784"/>
                <a:chExt cx="166741" cy="218962"/>
              </a:xfrm>
            </p:grpSpPr>
            <p:grpSp>
              <p:nvGrpSpPr>
                <p:cNvPr id="131" name="Groep 137">
                  <a:extLst>
                    <a:ext uri="{FF2B5EF4-FFF2-40B4-BE49-F238E27FC236}">
                      <a16:creationId xmlns:a16="http://schemas.microsoft.com/office/drawing/2014/main" id="{5DB467B1-0B3D-ACBF-0982-074CCC9BA65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2400482" y="3792473"/>
                  <a:ext cx="143798" cy="121642"/>
                  <a:chOff x="-2400482" y="3792473"/>
                  <a:chExt cx="143798" cy="121642"/>
                </a:xfrm>
              </p:grpSpPr>
              <p:sp>
                <p:nvSpPr>
                  <p:cNvPr id="133" name="Rechthoek: afgeronde hoeken 139">
                    <a:extLst>
                      <a:ext uri="{FF2B5EF4-FFF2-40B4-BE49-F238E27FC236}">
                        <a16:creationId xmlns:a16="http://schemas.microsoft.com/office/drawing/2014/main" id="{954B0DD0-4C25-8241-30D9-7BFEE5D73AD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2400482" y="3792473"/>
                    <a:ext cx="143798" cy="121642"/>
                  </a:xfrm>
                  <a:custGeom>
                    <a:avLst/>
                    <a:gdLst>
                      <a:gd name="T0" fmla="*/ 71899 w 143798"/>
                      <a:gd name="T1" fmla="*/ 0 h 121642"/>
                      <a:gd name="T2" fmla="*/ 143798 w 143798"/>
                      <a:gd name="T3" fmla="*/ 60821 h 121642"/>
                      <a:gd name="T4" fmla="*/ 71899 w 143798"/>
                      <a:gd name="T5" fmla="*/ 121642 h 121642"/>
                      <a:gd name="T6" fmla="*/ 0 w 143798"/>
                      <a:gd name="T7" fmla="*/ 60821 h 121642"/>
                      <a:gd name="T8" fmla="*/ 17694720 60000 65536"/>
                      <a:gd name="T9" fmla="*/ 0 60000 65536"/>
                      <a:gd name="T10" fmla="*/ 5898240 60000 65536"/>
                      <a:gd name="T11" fmla="*/ 11796480 60000 65536"/>
                      <a:gd name="T12" fmla="*/ 1038 w 143798"/>
                      <a:gd name="T13" fmla="*/ 1038 h 121642"/>
                      <a:gd name="T14" fmla="*/ 142760 w 143798"/>
                      <a:gd name="T15" fmla="*/ 120604 h 121642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43798" h="121642">
                        <a:moveTo>
                          <a:pt x="3542" y="0"/>
                        </a:moveTo>
                        <a:lnTo>
                          <a:pt x="3542" y="0"/>
                        </a:lnTo>
                        <a:cubicBezTo>
                          <a:pt x="1585" y="0"/>
                          <a:pt x="0" y="1585"/>
                          <a:pt x="0" y="3541"/>
                        </a:cubicBezTo>
                        <a:lnTo>
                          <a:pt x="0" y="118100"/>
                        </a:lnTo>
                        <a:lnTo>
                          <a:pt x="0" y="118099"/>
                        </a:lnTo>
                        <a:cubicBezTo>
                          <a:pt x="0" y="120056"/>
                          <a:pt x="1585" y="121641"/>
                          <a:pt x="3541" y="121641"/>
                        </a:cubicBezTo>
                        <a:lnTo>
                          <a:pt x="140256" y="121642"/>
                        </a:lnTo>
                        <a:lnTo>
                          <a:pt x="140256" y="121641"/>
                        </a:lnTo>
                        <a:cubicBezTo>
                          <a:pt x="142212" y="121641"/>
                          <a:pt x="143798" y="120056"/>
                          <a:pt x="143798" y="118100"/>
                        </a:cubicBezTo>
                        <a:lnTo>
                          <a:pt x="143798" y="3542"/>
                        </a:lnTo>
                        <a:cubicBezTo>
                          <a:pt x="143798" y="1585"/>
                          <a:pt x="142212" y="0"/>
                          <a:pt x="140256" y="0"/>
                        </a:cubicBezTo>
                        <a:lnTo>
                          <a:pt x="354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2701" cap="flat">
                    <a:solidFill>
                      <a:srgbClr val="818181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lIns="107999" tIns="0" rIns="0" bIns="0" anchor="ctr"/>
                  <a:lstStyle/>
                  <a:p>
                    <a:endParaRPr lang="en-NL"/>
                  </a:p>
                </p:txBody>
              </p:sp>
              <p:sp>
                <p:nvSpPr>
                  <p:cNvPr id="134" name="Rechthoek 140">
                    <a:extLst>
                      <a:ext uri="{FF2B5EF4-FFF2-40B4-BE49-F238E27FC236}">
                        <a16:creationId xmlns:a16="http://schemas.microsoft.com/office/drawing/2014/main" id="{EC1ED06A-348D-D55E-6AAE-6D287753E05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80466" y="3809170"/>
                    <a:ext cx="108420" cy="14767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5" name="Rechthoek 141">
                    <a:extLst>
                      <a:ext uri="{FF2B5EF4-FFF2-40B4-BE49-F238E27FC236}">
                        <a16:creationId xmlns:a16="http://schemas.microsoft.com/office/drawing/2014/main" id="{1759A476-C1E0-CC80-BA00-7215819ECE6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80466" y="3834179"/>
                    <a:ext cx="42190" cy="64538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6" name="Rechthoek 142">
                    <a:extLst>
                      <a:ext uri="{FF2B5EF4-FFF2-40B4-BE49-F238E27FC236}">
                        <a16:creationId xmlns:a16="http://schemas.microsoft.com/office/drawing/2014/main" id="{2B5381DA-B4C2-FE14-075D-7BF25A123F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25182" y="3837873"/>
                    <a:ext cx="4805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7" name="Rechthoek 143">
                    <a:extLst>
                      <a:ext uri="{FF2B5EF4-FFF2-40B4-BE49-F238E27FC236}">
                        <a16:creationId xmlns:a16="http://schemas.microsoft.com/office/drawing/2014/main" id="{24E8EF77-9FF9-7723-38B5-383BDEAE35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25182" y="3863742"/>
                    <a:ext cx="2466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8" name="Rechthoek 144">
                    <a:extLst>
                      <a:ext uri="{FF2B5EF4-FFF2-40B4-BE49-F238E27FC236}">
                        <a16:creationId xmlns:a16="http://schemas.microsoft.com/office/drawing/2014/main" id="{1F0E31B6-C353-37C9-D9F2-8355E506AA3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25182" y="3889610"/>
                    <a:ext cx="2466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2" name="Boog 138">
                  <a:extLst>
                    <a:ext uri="{FF2B5EF4-FFF2-40B4-BE49-F238E27FC236}">
                      <a16:creationId xmlns:a16="http://schemas.microsoft.com/office/drawing/2014/main" id="{5122E391-54D0-07AF-1F6E-1A1BD973D7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-3962915">
                  <a:off x="-2486866" y="3834225"/>
                  <a:ext cx="218962" cy="92080"/>
                </a:xfrm>
                <a:custGeom>
                  <a:avLst/>
                  <a:gdLst>
                    <a:gd name="T0" fmla="*/ 109481 w 218962"/>
                    <a:gd name="T1" fmla="*/ 0 h 92080"/>
                    <a:gd name="T2" fmla="*/ 218962 w 218962"/>
                    <a:gd name="T3" fmla="*/ 46040 h 92080"/>
                    <a:gd name="T4" fmla="*/ 109481 w 218962"/>
                    <a:gd name="T5" fmla="*/ 92080 h 92080"/>
                    <a:gd name="T6" fmla="*/ 0 w 218962"/>
                    <a:gd name="T7" fmla="*/ 46040 h 92080"/>
                    <a:gd name="T8" fmla="*/ 105456 w 218962"/>
                    <a:gd name="T9" fmla="*/ 31 h 92080"/>
                    <a:gd name="T10" fmla="*/ 109481 w 218962"/>
                    <a:gd name="T11" fmla="*/ 46040 h 92080"/>
                    <a:gd name="T12" fmla="*/ 188429 w 218962"/>
                    <a:gd name="T13" fmla="*/ 77937 h 92080"/>
                    <a:gd name="T14" fmla="*/ 17694720 60000 65536"/>
                    <a:gd name="T15" fmla="*/ 0 60000 65536"/>
                    <a:gd name="T16" fmla="*/ 5898240 60000 65536"/>
                    <a:gd name="T17" fmla="*/ 11796480 60000 65536"/>
                    <a:gd name="T18" fmla="*/ 11796480 60000 65536"/>
                    <a:gd name="T19" fmla="*/ 11796480 60000 65536"/>
                    <a:gd name="T20" fmla="*/ 5898240 60000 65536"/>
                    <a:gd name="T21" fmla="*/ 105456 w 218962"/>
                    <a:gd name="T22" fmla="*/ 0 h 92080"/>
                    <a:gd name="T23" fmla="*/ 218962 w 218962"/>
                    <a:gd name="T24" fmla="*/ 77937 h 9208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18962" h="92080" stroke="0">
                      <a:moveTo>
                        <a:pt x="105456" y="31"/>
                      </a:moveTo>
                      <a:lnTo>
                        <a:pt x="105456" y="31"/>
                      </a:lnTo>
                      <a:cubicBezTo>
                        <a:pt x="106797" y="10"/>
                        <a:pt x="108138" y="0"/>
                        <a:pt x="109481" y="0"/>
                      </a:cubicBezTo>
                      <a:cubicBezTo>
                        <a:pt x="169945" y="0"/>
                        <a:pt x="218962" y="20612"/>
                        <a:pt x="218962" y="46040"/>
                      </a:cubicBezTo>
                      <a:cubicBezTo>
                        <a:pt x="218962" y="57931"/>
                        <a:pt x="208020" y="69361"/>
                        <a:pt x="188429" y="77936"/>
                      </a:cubicBezTo>
                      <a:lnTo>
                        <a:pt x="109481" y="46040"/>
                      </a:lnTo>
                      <a:lnTo>
                        <a:pt x="105456" y="31"/>
                      </a:lnTo>
                      <a:close/>
                    </a:path>
                    <a:path w="218962" h="92080" fill="none">
                      <a:moveTo>
                        <a:pt x="105456" y="31"/>
                      </a:moveTo>
                      <a:lnTo>
                        <a:pt x="105456" y="31"/>
                      </a:lnTo>
                      <a:cubicBezTo>
                        <a:pt x="106797" y="10"/>
                        <a:pt x="108138" y="0"/>
                        <a:pt x="109481" y="0"/>
                      </a:cubicBezTo>
                      <a:cubicBezTo>
                        <a:pt x="169945" y="0"/>
                        <a:pt x="218962" y="20612"/>
                        <a:pt x="218962" y="46040"/>
                      </a:cubicBezTo>
                      <a:cubicBezTo>
                        <a:pt x="218962" y="57931"/>
                        <a:pt x="208020" y="69361"/>
                        <a:pt x="188429" y="77936"/>
                      </a:cubicBezTo>
                    </a:path>
                  </a:pathLst>
                </a:custGeom>
                <a:noFill/>
                <a:ln w="19046" cap="flat">
                  <a:solidFill>
                    <a:srgbClr val="4D82B8"/>
                  </a:solidFill>
                  <a:prstDash val="solid"/>
                  <a:round/>
                  <a:headEnd type="arrow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 anchorCtr="1"/>
                <a:lstStyle/>
                <a:p>
                  <a:endParaRPr lang="en-NL"/>
                </a:p>
              </p:txBody>
            </p:sp>
          </p:grpSp>
          <p:sp>
            <p:nvSpPr>
              <p:cNvPr id="128" name="Tekstvak 134">
                <a:extLst>
                  <a:ext uri="{FF2B5EF4-FFF2-40B4-BE49-F238E27FC236}">
                    <a16:creationId xmlns:a16="http://schemas.microsoft.com/office/drawing/2014/main" id="{A6BEAFCA-ADDB-CA61-9FE5-925DE92BF7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245455" y="3541123"/>
                <a:ext cx="896112" cy="1347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129" name="Tekstvak 135">
                <a:extLst>
                  <a:ext uri="{FF2B5EF4-FFF2-40B4-BE49-F238E27FC236}">
                    <a16:creationId xmlns:a16="http://schemas.microsoft.com/office/drawing/2014/main" id="{1CBA1F78-431C-3AB6-CE2C-F553EDEB8B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258888" y="3793552"/>
                <a:ext cx="909544" cy="1264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130" name="Vrije vorm: vorm 136">
                <a:extLst>
                  <a:ext uri="{FF2B5EF4-FFF2-40B4-BE49-F238E27FC236}">
                    <a16:creationId xmlns:a16="http://schemas.microsoft.com/office/drawing/2014/main" id="{8448AC2B-4D10-127C-5DF2-4F921948FC57}"/>
                  </a:ext>
                </a:extLst>
              </p:cNvPr>
              <p:cNvSpPr/>
              <p:nvPr/>
            </p:nvSpPr>
            <p:spPr>
              <a:xfrm>
                <a:off x="-1360946" y="3863877"/>
                <a:ext cx="98405" cy="17938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880280"/>
                  <a:gd name="f7" fmla="val 1624084"/>
                  <a:gd name="f8" fmla="val 1262418"/>
                  <a:gd name="f9" fmla="val 313898"/>
                  <a:gd name="f10" fmla="val 996287"/>
                  <a:gd name="f11" fmla="val 620973"/>
                  <a:gd name="f12" fmla="val 839337"/>
                  <a:gd name="f13" fmla="val 1480782"/>
                  <a:gd name="f14" fmla="val 498144"/>
                  <a:gd name="f15" fmla="val 900753"/>
                  <a:gd name="f16" fmla="val 893929"/>
                  <a:gd name="f17" fmla="+- 0 0 -90"/>
                  <a:gd name="f18" fmla="*/ f3 1 880280"/>
                  <a:gd name="f19" fmla="*/ f4 1 1624084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880280"/>
                  <a:gd name="f28" fmla="*/ f24 1 1624084"/>
                  <a:gd name="f29" fmla="*/ 0 f25 1"/>
                  <a:gd name="f30" fmla="*/ 0 f24 1"/>
                  <a:gd name="f31" fmla="*/ 1262418 f24 1"/>
                  <a:gd name="f32" fmla="*/ 620973 f25 1"/>
                  <a:gd name="f33" fmla="*/ 1624084 f24 1"/>
                  <a:gd name="f34" fmla="*/ 839337 f25 1"/>
                  <a:gd name="f35" fmla="*/ 1480782 f24 1"/>
                  <a:gd name="f36" fmla="*/ 900753 f24 1"/>
                  <a:gd name="f37" fmla="*/ 880280 f25 1"/>
                  <a:gd name="f38" fmla="*/ 893929 f24 1"/>
                  <a:gd name="f39" fmla="*/ 313898 f25 1"/>
                  <a:gd name="f40" fmla="*/ 996287 f24 1"/>
                  <a:gd name="f41" fmla="*/ 498144 f25 1"/>
                  <a:gd name="f42" fmla="+- f26 0 f1"/>
                  <a:gd name="f43" fmla="*/ f29 1 880280"/>
                  <a:gd name="f44" fmla="*/ f30 1 1624084"/>
                  <a:gd name="f45" fmla="*/ f31 1 1624084"/>
                  <a:gd name="f46" fmla="*/ f32 1 880280"/>
                  <a:gd name="f47" fmla="*/ f33 1 1624084"/>
                  <a:gd name="f48" fmla="*/ f34 1 880280"/>
                  <a:gd name="f49" fmla="*/ f35 1 1624084"/>
                  <a:gd name="f50" fmla="*/ f36 1 1624084"/>
                  <a:gd name="f51" fmla="*/ f37 1 880280"/>
                  <a:gd name="f52" fmla="*/ f38 1 1624084"/>
                  <a:gd name="f53" fmla="*/ f39 1 880280"/>
                  <a:gd name="f54" fmla="*/ f40 1 1624084"/>
                  <a:gd name="f55" fmla="*/ f41 1 880280"/>
                  <a:gd name="f56" fmla="*/ f20 1 f27"/>
                  <a:gd name="f57" fmla="*/ f21 1 f27"/>
                  <a:gd name="f58" fmla="*/ f20 1 f28"/>
                  <a:gd name="f59" fmla="*/ f22 1 f28"/>
                  <a:gd name="f60" fmla="*/ f43 1 f27"/>
                  <a:gd name="f61" fmla="*/ f44 1 f28"/>
                  <a:gd name="f62" fmla="*/ f45 1 f28"/>
                  <a:gd name="f63" fmla="*/ f53 1 f27"/>
                  <a:gd name="f64" fmla="*/ f54 1 f28"/>
                  <a:gd name="f65" fmla="*/ f46 1 f27"/>
                  <a:gd name="f66" fmla="*/ f47 1 f28"/>
                  <a:gd name="f67" fmla="*/ f48 1 f27"/>
                  <a:gd name="f68" fmla="*/ f49 1 f28"/>
                  <a:gd name="f69" fmla="*/ f55 1 f27"/>
                  <a:gd name="f70" fmla="*/ f50 1 f28"/>
                  <a:gd name="f71" fmla="*/ f51 1 f27"/>
                  <a:gd name="f72" fmla="*/ f52 1 f28"/>
                  <a:gd name="f73" fmla="*/ f56 f18 1"/>
                  <a:gd name="f74" fmla="*/ f57 f18 1"/>
                  <a:gd name="f75" fmla="*/ f59 f19 1"/>
                  <a:gd name="f76" fmla="*/ f58 f19 1"/>
                  <a:gd name="f77" fmla="*/ f60 f18 1"/>
                  <a:gd name="f78" fmla="*/ f61 f19 1"/>
                  <a:gd name="f79" fmla="*/ f62 f19 1"/>
                  <a:gd name="f80" fmla="*/ f63 f18 1"/>
                  <a:gd name="f81" fmla="*/ f64 f19 1"/>
                  <a:gd name="f82" fmla="*/ f65 f18 1"/>
                  <a:gd name="f83" fmla="*/ f66 f19 1"/>
                  <a:gd name="f84" fmla="*/ f67 f18 1"/>
                  <a:gd name="f85" fmla="*/ f68 f19 1"/>
                  <a:gd name="f86" fmla="*/ f69 f18 1"/>
                  <a:gd name="f87" fmla="*/ f70 f19 1"/>
                  <a:gd name="f88" fmla="*/ f71 f18 1"/>
                  <a:gd name="f89" fmla="*/ f72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42">
                    <a:pos x="f77" y="f78"/>
                  </a:cxn>
                  <a:cxn ang="f42">
                    <a:pos x="f77" y="f79"/>
                  </a:cxn>
                  <a:cxn ang="f42">
                    <a:pos x="f80" y="f81"/>
                  </a:cxn>
                  <a:cxn ang="f42">
                    <a:pos x="f82" y="f83"/>
                  </a:cxn>
                  <a:cxn ang="f42">
                    <a:pos x="f84" y="f85"/>
                  </a:cxn>
                  <a:cxn ang="f42">
                    <a:pos x="f86" y="f87"/>
                  </a:cxn>
                  <a:cxn ang="f42">
                    <a:pos x="f88" y="f89"/>
                  </a:cxn>
                  <a:cxn ang="f42">
                    <a:pos x="f77" y="f78"/>
                  </a:cxn>
                </a:cxnLst>
                <a:rect l="f73" t="f76" r="f74" b="f75"/>
                <a:pathLst>
                  <a:path w="880280" h="1624084">
                    <a:moveTo>
                      <a:pt x="f5" y="f5"/>
                    </a:moveTo>
                    <a:lnTo>
                      <a:pt x="f5" y="f8"/>
                    </a:lnTo>
                    <a:lnTo>
                      <a:pt x="f9" y="f10"/>
                    </a:lnTo>
                    <a:lnTo>
                      <a:pt x="f11" y="f7"/>
                    </a:lnTo>
                    <a:lnTo>
                      <a:pt x="f12" y="f13"/>
                    </a:lnTo>
                    <a:lnTo>
                      <a:pt x="f14" y="f15"/>
                    </a:lnTo>
                    <a:lnTo>
                      <a:pt x="f6" y="f16"/>
                    </a:lnTo>
                    <a:lnTo>
                      <a:pt x="f5" y="f5"/>
                    </a:lnTo>
                    <a:close/>
                  </a:path>
                </a:pathLst>
              </a:custGeom>
              <a:solidFill>
                <a:srgbClr val="FFFFFF"/>
              </a:solidFill>
              <a:ln w="12701" cap="flat">
                <a:solidFill>
                  <a:srgbClr val="000000"/>
                </a:solidFill>
                <a:prstDash val="solid"/>
                <a:miter/>
              </a:ln>
            </p:spPr>
            <p:txBody>
              <a:bodyPr lIns="179999" tIns="179999" rIns="179999" bIns="179999" anchor="ctr" anchorCtr="1"/>
              <a:lstStyle/>
              <a:p>
                <a:pPr algn="ctr"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600" cap="all">
                  <a:solidFill>
                    <a:srgbClr val="FFFFFF"/>
                  </a:solidFill>
                  <a:latin typeface="Calibri" pitchFamily="34"/>
                  <a:cs typeface="Calibri" pitchFamily="34"/>
                </a:endParaRPr>
              </a:p>
            </p:txBody>
          </p:sp>
        </p:grpSp>
        <p:grpSp>
          <p:nvGrpSpPr>
            <p:cNvPr id="86" name="Groep 92">
              <a:extLst>
                <a:ext uri="{FF2B5EF4-FFF2-40B4-BE49-F238E27FC236}">
                  <a16:creationId xmlns:a16="http://schemas.microsoft.com/office/drawing/2014/main" id="{196297D6-EE34-D69C-CF61-E236D25427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786164" y="5680655"/>
              <a:ext cx="3693380" cy="959690"/>
              <a:chOff x="-3786164" y="5680655"/>
              <a:chExt cx="3693380" cy="959690"/>
            </a:xfrm>
          </p:grpSpPr>
          <p:sp>
            <p:nvSpPr>
              <p:cNvPr id="114" name="Rechthoek 120">
                <a:extLst>
                  <a:ext uri="{FF2B5EF4-FFF2-40B4-BE49-F238E27FC236}">
                    <a16:creationId xmlns:a16="http://schemas.microsoft.com/office/drawing/2014/main" id="{B33403A8-5AD5-2253-9275-915B9C8991C7}"/>
                  </a:ext>
                </a:extLst>
              </p:cNvPr>
              <p:cNvSpPr/>
              <p:nvPr/>
            </p:nvSpPr>
            <p:spPr>
              <a:xfrm>
                <a:off x="-3786164" y="5811691"/>
                <a:ext cx="3593387" cy="828654"/>
              </a:xfrm>
              <a:prstGeom prst="rect">
                <a:avLst/>
              </a:prstGeom>
              <a:solidFill>
                <a:srgbClr val="ECECEC"/>
              </a:solidFill>
              <a:ln w="6345" cap="flat">
                <a:solidFill>
                  <a:srgbClr val="ECECEC"/>
                </a:solidFill>
                <a:prstDash val="solid"/>
                <a:miter/>
              </a:ln>
            </p:spPr>
            <p:txBody>
              <a:bodyPr lIns="179999" tIns="143999" rIns="179999" bIns="143999" anchor="ctr"/>
              <a:lstStyle/>
              <a:p>
                <a:pPr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Want to know more?</a:t>
                </a:r>
                <a:b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</a:b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Go to the tab</a:t>
                </a: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 'SLIDEBUILDER’ </a:t>
                </a: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and click</a:t>
                </a:r>
                <a:b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</a:b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on the button </a:t>
                </a: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‘Inspiration'</a:t>
                </a:r>
              </a:p>
            </p:txBody>
          </p:sp>
          <p:grpSp>
            <p:nvGrpSpPr>
              <p:cNvPr id="115" name="ICOON_info">
                <a:extLst>
                  <a:ext uri="{FF2B5EF4-FFF2-40B4-BE49-F238E27FC236}">
                    <a16:creationId xmlns:a16="http://schemas.microsoft.com/office/drawing/2014/main" id="{E1C7141B-2A2F-7F70-CF2E-2274C425BE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76467" y="5680655"/>
                <a:ext cx="283683" cy="283683"/>
                <a:chOff x="-376467" y="5680655"/>
                <a:chExt cx="283683" cy="283683"/>
              </a:xfrm>
            </p:grpSpPr>
            <p:sp>
              <p:nvSpPr>
                <p:cNvPr id="122" name="Ovaal 128">
                  <a:extLst>
                    <a:ext uri="{FF2B5EF4-FFF2-40B4-BE49-F238E27FC236}">
                      <a16:creationId xmlns:a16="http://schemas.microsoft.com/office/drawing/2014/main" id="{E3AA040C-C616-1B77-E5F3-23FCDA2B9346}"/>
                    </a:ext>
                  </a:extLst>
                </p:cNvPr>
                <p:cNvSpPr/>
                <p:nvPr/>
              </p:nvSpPr>
              <p:spPr>
                <a:xfrm>
                  <a:off x="-356257" y="5698981"/>
                  <a:ext cx="244427" cy="246057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211F26"/>
                </a:solidFill>
                <a:ln>
                  <a:noFill/>
                  <a:prstDash val="solid"/>
                </a:ln>
              </p:spPr>
              <p:txBody>
                <a:bodyPr lIns="179999" tIns="179999" rIns="179999" bIns="179999" anchor="ctr" anchorCtr="1"/>
                <a:lstStyle/>
                <a:p>
                  <a:pPr algn="ctr" eaLnBrk="1" fontAlgn="auto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600" cap="all">
                    <a:solidFill>
                      <a:srgbClr val="FFFFFF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sp>
              <p:nvSpPr>
                <p:cNvPr id="123" name="Graphic 163" descr="Informatie">
                  <a:extLst>
                    <a:ext uri="{FF2B5EF4-FFF2-40B4-BE49-F238E27FC236}">
                      <a16:creationId xmlns:a16="http://schemas.microsoft.com/office/drawing/2014/main" id="{90E5AD87-0862-B360-731E-C78B9752BB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376467" y="5680655"/>
                  <a:ext cx="283683" cy="283683"/>
                </a:xfrm>
                <a:custGeom>
                  <a:avLst/>
                  <a:gdLst>
                    <a:gd name="T0" fmla="*/ 141842 w 291719"/>
                    <a:gd name="T1" fmla="*/ 0 h 291719"/>
                    <a:gd name="T2" fmla="*/ 283683 w 291719"/>
                    <a:gd name="T3" fmla="*/ 141842 h 291719"/>
                    <a:gd name="T4" fmla="*/ 141842 w 291719"/>
                    <a:gd name="T5" fmla="*/ 283683 h 291719"/>
                    <a:gd name="T6" fmla="*/ 0 w 291719"/>
                    <a:gd name="T7" fmla="*/ 141842 h 291719"/>
                    <a:gd name="T8" fmla="*/ 141842 w 291719"/>
                    <a:gd name="T9" fmla="*/ 0 h 291719"/>
                    <a:gd name="T10" fmla="*/ 0 w 291719"/>
                    <a:gd name="T11" fmla="*/ 141842 h 291719"/>
                    <a:gd name="T12" fmla="*/ 141842 w 291719"/>
                    <a:gd name="T13" fmla="*/ 283684 h 291719"/>
                    <a:gd name="T14" fmla="*/ 283684 w 291719"/>
                    <a:gd name="T15" fmla="*/ 141842 h 291719"/>
                    <a:gd name="T16" fmla="*/ 141842 w 291719"/>
                    <a:gd name="T17" fmla="*/ 0 h 291719"/>
                    <a:gd name="T18" fmla="*/ 134376 w 291719"/>
                    <a:gd name="T19" fmla="*/ 37327 h 291719"/>
                    <a:gd name="T20" fmla="*/ 153040 w 291719"/>
                    <a:gd name="T21" fmla="*/ 55990 h 291719"/>
                    <a:gd name="T22" fmla="*/ 134376 w 291719"/>
                    <a:gd name="T23" fmla="*/ 74653 h 291719"/>
                    <a:gd name="T24" fmla="*/ 115713 w 291719"/>
                    <a:gd name="T25" fmla="*/ 55990 h 291719"/>
                    <a:gd name="T26" fmla="*/ 134376 w 291719"/>
                    <a:gd name="T27" fmla="*/ 37327 h 291719"/>
                    <a:gd name="T28" fmla="*/ 179169 w 291719"/>
                    <a:gd name="T29" fmla="*/ 246357 h 291719"/>
                    <a:gd name="T30" fmla="*/ 104515 w 291719"/>
                    <a:gd name="T31" fmla="*/ 246357 h 291719"/>
                    <a:gd name="T32" fmla="*/ 104515 w 291719"/>
                    <a:gd name="T33" fmla="*/ 223961 h 291719"/>
                    <a:gd name="T34" fmla="*/ 130644 w 291719"/>
                    <a:gd name="T35" fmla="*/ 223961 h 291719"/>
                    <a:gd name="T36" fmla="*/ 130644 w 291719"/>
                    <a:gd name="T37" fmla="*/ 111981 h 291719"/>
                    <a:gd name="T38" fmla="*/ 108248 w 291719"/>
                    <a:gd name="T39" fmla="*/ 111981 h 291719"/>
                    <a:gd name="T40" fmla="*/ 108248 w 291719"/>
                    <a:gd name="T41" fmla="*/ 89584 h 291719"/>
                    <a:gd name="T42" fmla="*/ 153040 w 291719"/>
                    <a:gd name="T43" fmla="*/ 89584 h 291719"/>
                    <a:gd name="T44" fmla="*/ 153040 w 291719"/>
                    <a:gd name="T45" fmla="*/ 111981 h 291719"/>
                    <a:gd name="T46" fmla="*/ 153040 w 291719"/>
                    <a:gd name="T47" fmla="*/ 223961 h 291719"/>
                    <a:gd name="T48" fmla="*/ 179169 w 291719"/>
                    <a:gd name="T49" fmla="*/ 223961 h 291719"/>
                    <a:gd name="T50" fmla="*/ 179169 w 291719"/>
                    <a:gd name="T51" fmla="*/ 246357 h 291719"/>
                    <a:gd name="T52" fmla="*/ 17694720 60000 65536"/>
                    <a:gd name="T53" fmla="*/ 0 60000 65536"/>
                    <a:gd name="T54" fmla="*/ 5898240 60000 65536"/>
                    <a:gd name="T55" fmla="*/ 1179648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w 291719"/>
                    <a:gd name="T79" fmla="*/ 0 h 291719"/>
                    <a:gd name="T80" fmla="*/ 291719 w 291719"/>
                    <a:gd name="T81" fmla="*/ 291719 h 291719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T78" t="T79" r="T80" b="T81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NL"/>
                </a:p>
              </p:txBody>
            </p:sp>
          </p:grpSp>
          <p:grpSp>
            <p:nvGrpSpPr>
              <p:cNvPr id="116" name="Groep 122">
                <a:extLst>
                  <a:ext uri="{FF2B5EF4-FFF2-40B4-BE49-F238E27FC236}">
                    <a16:creationId xmlns:a16="http://schemas.microsoft.com/office/drawing/2014/main" id="{E226CFC2-B657-2D62-0C84-632054094B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938165" y="5938003"/>
                <a:ext cx="627799" cy="576684"/>
                <a:chOff x="-938165" y="5938003"/>
                <a:chExt cx="627799" cy="576684"/>
              </a:xfrm>
            </p:grpSpPr>
            <p:grpSp>
              <p:nvGrpSpPr>
                <p:cNvPr id="117" name="Inspireren">
                  <a:extLst>
                    <a:ext uri="{FF2B5EF4-FFF2-40B4-BE49-F238E27FC236}">
                      <a16:creationId xmlns:a16="http://schemas.microsoft.com/office/drawing/2014/main" id="{F9DFEAB7-CDF2-2E14-A6B8-4BFF4BE0E23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715847" y="5938003"/>
                  <a:ext cx="169776" cy="242380"/>
                  <a:chOff x="-715847" y="5938003"/>
                  <a:chExt cx="169776" cy="242380"/>
                </a:xfrm>
              </p:grpSpPr>
              <p:sp>
                <p:nvSpPr>
                  <p:cNvPr id="119" name="Freeform 12">
                    <a:extLst>
                      <a:ext uri="{FF2B5EF4-FFF2-40B4-BE49-F238E27FC236}">
                        <a16:creationId xmlns:a16="http://schemas.microsoft.com/office/drawing/2014/main" id="{BED7F40B-66E4-5BF2-CD94-96A0A5161C8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665646" y="6024826"/>
                    <a:ext cx="68726" cy="62051"/>
                  </a:xfrm>
                  <a:custGeom>
                    <a:avLst/>
                    <a:gdLst>
                      <a:gd name="T0" fmla="*/ 34363 w 319"/>
                      <a:gd name="T1" fmla="*/ 0 h 288"/>
                      <a:gd name="T2" fmla="*/ 68726 w 319"/>
                      <a:gd name="T3" fmla="*/ 31026 h 288"/>
                      <a:gd name="T4" fmla="*/ 34363 w 319"/>
                      <a:gd name="T5" fmla="*/ 62051 h 288"/>
                      <a:gd name="T6" fmla="*/ 0 w 319"/>
                      <a:gd name="T7" fmla="*/ 31026 h 288"/>
                      <a:gd name="T8" fmla="*/ 47397 w 319"/>
                      <a:gd name="T9" fmla="*/ 62051 h 288"/>
                      <a:gd name="T10" fmla="*/ 23052 w 319"/>
                      <a:gd name="T11" fmla="*/ 62051 h 288"/>
                      <a:gd name="T12" fmla="*/ 0 w 319"/>
                      <a:gd name="T13" fmla="*/ 0 h 288"/>
                      <a:gd name="T14" fmla="*/ 68726 w 319"/>
                      <a:gd name="T15" fmla="*/ 0 h 288"/>
                      <a:gd name="T16" fmla="*/ 47397 w 319"/>
                      <a:gd name="T17" fmla="*/ 62051 h 288"/>
                      <a:gd name="T18" fmla="*/ 17694720 60000 65536"/>
                      <a:gd name="T19" fmla="*/ 0 60000 65536"/>
                      <a:gd name="T20" fmla="*/ 5898240 60000 65536"/>
                      <a:gd name="T21" fmla="*/ 1179648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319"/>
                      <a:gd name="T28" fmla="*/ 0 h 288"/>
                      <a:gd name="T29" fmla="*/ 319 w 319"/>
                      <a:gd name="T30" fmla="*/ 288 h 288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  <p:sp>
                <p:nvSpPr>
                  <p:cNvPr id="120" name="Freeform 13">
                    <a:extLst>
                      <a:ext uri="{FF2B5EF4-FFF2-40B4-BE49-F238E27FC236}">
                        <a16:creationId xmlns:a16="http://schemas.microsoft.com/office/drawing/2014/main" id="{FD05407D-F61B-8CCA-0BD4-8D1C8EA6165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661120" y="6156252"/>
                    <a:ext cx="60761" cy="24131"/>
                  </a:xfrm>
                  <a:custGeom>
                    <a:avLst/>
                    <a:gdLst>
                      <a:gd name="T0" fmla="*/ 30381 w 251"/>
                      <a:gd name="T1" fmla="*/ 0 h 100"/>
                      <a:gd name="T2" fmla="*/ 60761 w 251"/>
                      <a:gd name="T3" fmla="*/ 12066 h 100"/>
                      <a:gd name="T4" fmla="*/ 30381 w 251"/>
                      <a:gd name="T5" fmla="*/ 24131 h 100"/>
                      <a:gd name="T6" fmla="*/ 0 w 251"/>
                      <a:gd name="T7" fmla="*/ 12066 h 100"/>
                      <a:gd name="T8" fmla="*/ 55435 w 251"/>
                      <a:gd name="T9" fmla="*/ 16892 h 100"/>
                      <a:gd name="T10" fmla="*/ 55435 w 251"/>
                      <a:gd name="T11" fmla="*/ 16650 h 100"/>
                      <a:gd name="T12" fmla="*/ 60761 w 251"/>
                      <a:gd name="T13" fmla="*/ 0 h 100"/>
                      <a:gd name="T14" fmla="*/ 0 w 251"/>
                      <a:gd name="T15" fmla="*/ 0 h 100"/>
                      <a:gd name="T16" fmla="*/ 5326 w 251"/>
                      <a:gd name="T17" fmla="*/ 16650 h 100"/>
                      <a:gd name="T18" fmla="*/ 15251 w 251"/>
                      <a:gd name="T19" fmla="*/ 24131 h 100"/>
                      <a:gd name="T20" fmla="*/ 45510 w 251"/>
                      <a:gd name="T21" fmla="*/ 24131 h 100"/>
                      <a:gd name="T22" fmla="*/ 55435 w 251"/>
                      <a:gd name="T23" fmla="*/ 17133 h 100"/>
                      <a:gd name="T24" fmla="*/ 55435 w 251"/>
                      <a:gd name="T25" fmla="*/ 17133 h 100"/>
                      <a:gd name="T26" fmla="*/ 55435 w 251"/>
                      <a:gd name="T27" fmla="*/ 16892 h 100"/>
                      <a:gd name="T28" fmla="*/ 17694720 60000 65536"/>
                      <a:gd name="T29" fmla="*/ 0 60000 65536"/>
                      <a:gd name="T30" fmla="*/ 5898240 60000 65536"/>
                      <a:gd name="T31" fmla="*/ 1179648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251"/>
                      <a:gd name="T43" fmla="*/ 0 h 100"/>
                      <a:gd name="T44" fmla="*/ 251 w 251"/>
                      <a:gd name="T45" fmla="*/ 100 h 100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  <p:sp>
                <p:nvSpPr>
                  <p:cNvPr id="121" name="Freeform 14">
                    <a:extLst>
                      <a:ext uri="{FF2B5EF4-FFF2-40B4-BE49-F238E27FC236}">
                        <a16:creationId xmlns:a16="http://schemas.microsoft.com/office/drawing/2014/main" id="{31B18428-D8BF-9831-72B9-97159C60DC2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715847" y="5938003"/>
                    <a:ext cx="169776" cy="208126"/>
                  </a:xfrm>
                  <a:custGeom>
                    <a:avLst/>
                    <a:gdLst>
                      <a:gd name="T0" fmla="*/ 84888 w 702"/>
                      <a:gd name="T1" fmla="*/ 0 h 860"/>
                      <a:gd name="T2" fmla="*/ 169776 w 702"/>
                      <a:gd name="T3" fmla="*/ 104063 h 860"/>
                      <a:gd name="T4" fmla="*/ 84888 w 702"/>
                      <a:gd name="T5" fmla="*/ 208126 h 860"/>
                      <a:gd name="T6" fmla="*/ 0 w 702"/>
                      <a:gd name="T7" fmla="*/ 104063 h 860"/>
                      <a:gd name="T8" fmla="*/ 84888 w 702"/>
                      <a:gd name="T9" fmla="*/ 0 h 860"/>
                      <a:gd name="T10" fmla="*/ 0 w 702"/>
                      <a:gd name="T11" fmla="*/ 84944 h 860"/>
                      <a:gd name="T12" fmla="*/ 32407 w 702"/>
                      <a:gd name="T13" fmla="*/ 151738 h 860"/>
                      <a:gd name="T14" fmla="*/ 39905 w 702"/>
                      <a:gd name="T15" fmla="*/ 173761 h 860"/>
                      <a:gd name="T16" fmla="*/ 64331 w 702"/>
                      <a:gd name="T17" fmla="*/ 173761 h 860"/>
                      <a:gd name="T18" fmla="*/ 64331 w 702"/>
                      <a:gd name="T19" fmla="*/ 173761 h 860"/>
                      <a:gd name="T20" fmla="*/ 104961 w 702"/>
                      <a:gd name="T21" fmla="*/ 173761 h 860"/>
                      <a:gd name="T22" fmla="*/ 101334 w 702"/>
                      <a:gd name="T23" fmla="*/ 183925 h 860"/>
                      <a:gd name="T24" fmla="*/ 68684 w 702"/>
                      <a:gd name="T25" fmla="*/ 183925 h 860"/>
                      <a:gd name="T26" fmla="*/ 68684 w 702"/>
                      <a:gd name="T27" fmla="*/ 183925 h 860"/>
                      <a:gd name="T28" fmla="*/ 43290 w 702"/>
                      <a:gd name="T29" fmla="*/ 183925 h 860"/>
                      <a:gd name="T30" fmla="*/ 51271 w 702"/>
                      <a:gd name="T31" fmla="*/ 208126 h 860"/>
                      <a:gd name="T32" fmla="*/ 51271 w 702"/>
                      <a:gd name="T33" fmla="*/ 208126 h 860"/>
                      <a:gd name="T34" fmla="*/ 52239 w 702"/>
                      <a:gd name="T35" fmla="*/ 208126 h 860"/>
                      <a:gd name="T36" fmla="*/ 118021 w 702"/>
                      <a:gd name="T37" fmla="*/ 208126 h 860"/>
                      <a:gd name="T38" fmla="*/ 118746 w 702"/>
                      <a:gd name="T39" fmla="*/ 208126 h 860"/>
                      <a:gd name="T40" fmla="*/ 137852 w 702"/>
                      <a:gd name="T41" fmla="*/ 151254 h 860"/>
                      <a:gd name="T42" fmla="*/ 169776 w 702"/>
                      <a:gd name="T43" fmla="*/ 84944 h 860"/>
                      <a:gd name="T44" fmla="*/ 84888 w 702"/>
                      <a:gd name="T45" fmla="*/ 0 h 860"/>
                      <a:gd name="T46" fmla="*/ 141964 w 702"/>
                      <a:gd name="T47" fmla="*/ 105999 h 860"/>
                      <a:gd name="T48" fmla="*/ 117295 w 702"/>
                      <a:gd name="T49" fmla="*/ 136250 h 860"/>
                      <a:gd name="T50" fmla="*/ 109798 w 702"/>
                      <a:gd name="T51" fmla="*/ 159241 h 860"/>
                      <a:gd name="T52" fmla="*/ 60462 w 702"/>
                      <a:gd name="T53" fmla="*/ 159241 h 860"/>
                      <a:gd name="T54" fmla="*/ 52964 w 702"/>
                      <a:gd name="T55" fmla="*/ 136734 h 860"/>
                      <a:gd name="T56" fmla="*/ 27812 w 702"/>
                      <a:gd name="T57" fmla="*/ 106241 h 860"/>
                      <a:gd name="T58" fmla="*/ 23943 w 702"/>
                      <a:gd name="T59" fmla="*/ 84944 h 860"/>
                      <a:gd name="T60" fmla="*/ 84888 w 702"/>
                      <a:gd name="T61" fmla="*/ 23959 h 860"/>
                      <a:gd name="T62" fmla="*/ 145833 w 702"/>
                      <a:gd name="T63" fmla="*/ 84944 h 860"/>
                      <a:gd name="T64" fmla="*/ 141964 w 702"/>
                      <a:gd name="T65" fmla="*/ 105999 h 860"/>
                      <a:gd name="T66" fmla="*/ 17694720 60000 65536"/>
                      <a:gd name="T67" fmla="*/ 0 60000 65536"/>
                      <a:gd name="T68" fmla="*/ 5898240 60000 65536"/>
                      <a:gd name="T69" fmla="*/ 1179648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w 702"/>
                      <a:gd name="T100" fmla="*/ 0 h 860"/>
                      <a:gd name="T101" fmla="*/ 702 w 702"/>
                      <a:gd name="T102" fmla="*/ 860 h 860"/>
                    </a:gdLst>
                    <a:ahLst/>
                    <a:cxnLst>
                      <a:cxn ang="T66">
                        <a:pos x="T0" y="T1"/>
                      </a:cxn>
                      <a:cxn ang="T67">
                        <a:pos x="T2" y="T3"/>
                      </a:cxn>
                      <a:cxn ang="T68">
                        <a:pos x="T4" y="T5"/>
                      </a:cxn>
                      <a:cxn ang="T69">
                        <a:pos x="T6" y="T7"/>
                      </a:cxn>
                      <a:cxn ang="T70">
                        <a:pos x="T8" y="T9"/>
                      </a:cxn>
                      <a:cxn ang="T71">
                        <a:pos x="T10" y="T11"/>
                      </a:cxn>
                      <a:cxn ang="T72">
                        <a:pos x="T12" y="T13"/>
                      </a:cxn>
                      <a:cxn ang="T73">
                        <a:pos x="T14" y="T15"/>
                      </a:cxn>
                      <a:cxn ang="T74">
                        <a:pos x="T16" y="T17"/>
                      </a:cxn>
                      <a:cxn ang="T75">
                        <a:pos x="T18" y="T19"/>
                      </a:cxn>
                      <a:cxn ang="T76">
                        <a:pos x="T20" y="T21"/>
                      </a:cxn>
                      <a:cxn ang="T77">
                        <a:pos x="T22" y="T23"/>
                      </a:cxn>
                      <a:cxn ang="T78">
                        <a:pos x="T24" y="T25"/>
                      </a:cxn>
                      <a:cxn ang="T79">
                        <a:pos x="T26" y="T27"/>
                      </a:cxn>
                      <a:cxn ang="T80">
                        <a:pos x="T28" y="T29"/>
                      </a:cxn>
                      <a:cxn ang="T81">
                        <a:pos x="T30" y="T31"/>
                      </a:cxn>
                      <a:cxn ang="T82">
                        <a:pos x="T32" y="T33"/>
                      </a:cxn>
                      <a:cxn ang="T83">
                        <a:pos x="T34" y="T35"/>
                      </a:cxn>
                      <a:cxn ang="T84">
                        <a:pos x="T36" y="T37"/>
                      </a:cxn>
                      <a:cxn ang="T85">
                        <a:pos x="T38" y="T39"/>
                      </a:cxn>
                      <a:cxn ang="T86">
                        <a:pos x="T40" y="T41"/>
                      </a:cxn>
                      <a:cxn ang="T87">
                        <a:pos x="T42" y="T43"/>
                      </a:cxn>
                      <a:cxn ang="T88">
                        <a:pos x="T44" y="T45"/>
                      </a:cxn>
                      <a:cxn ang="T89">
                        <a:pos x="T46" y="T47"/>
                      </a:cxn>
                      <a:cxn ang="T90">
                        <a:pos x="T48" y="T49"/>
                      </a:cxn>
                      <a:cxn ang="T91">
                        <a:pos x="T50" y="T51"/>
                      </a:cxn>
                      <a:cxn ang="T92">
                        <a:pos x="T52" y="T53"/>
                      </a:cxn>
                      <a:cxn ang="T93">
                        <a:pos x="T54" y="T55"/>
                      </a:cxn>
                      <a:cxn ang="T94">
                        <a:pos x="T56" y="T57"/>
                      </a:cxn>
                      <a:cxn ang="T95">
                        <a:pos x="T58" y="T59"/>
                      </a:cxn>
                      <a:cxn ang="T96">
                        <a:pos x="T60" y="T61"/>
                      </a:cxn>
                      <a:cxn ang="T97">
                        <a:pos x="T62" y="T63"/>
                      </a:cxn>
                      <a:cxn ang="T98">
                        <a:pos x="T64" y="T65"/>
                      </a:cxn>
                    </a:cxnLst>
                    <a:rect l="T99" t="T100" r="T101" b="T102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</p:grpSp>
            <p:sp>
              <p:nvSpPr>
                <p:cNvPr id="118" name="Tekstvak 124">
                  <a:extLst>
                    <a:ext uri="{FF2B5EF4-FFF2-40B4-BE49-F238E27FC236}">
                      <a16:creationId xmlns:a16="http://schemas.microsoft.com/office/drawing/2014/main" id="{BAD6635F-894F-BB10-43CE-21CD4D5C011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-938165" y="6192453"/>
                  <a:ext cx="627799" cy="3222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 anchorCtr="1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altLang="en-NL" sz="100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87" name="Groep 93">
              <a:extLst>
                <a:ext uri="{FF2B5EF4-FFF2-40B4-BE49-F238E27FC236}">
                  <a16:creationId xmlns:a16="http://schemas.microsoft.com/office/drawing/2014/main" id="{0B0B1E2A-E14D-5854-AAC6-ED4B3F08A7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426805" y="5129582"/>
              <a:ext cx="514285" cy="506541"/>
              <a:chOff x="-3426805" y="5129582"/>
              <a:chExt cx="514285" cy="506541"/>
            </a:xfrm>
          </p:grpSpPr>
          <p:grpSp>
            <p:nvGrpSpPr>
              <p:cNvPr id="98" name="Groep 104">
                <a:extLst>
                  <a:ext uri="{FF2B5EF4-FFF2-40B4-BE49-F238E27FC236}">
                    <a16:creationId xmlns:a16="http://schemas.microsoft.com/office/drawing/2014/main" id="{5569EE42-36AB-19FE-EA68-23DE875323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321695" y="5129582"/>
                <a:ext cx="319089" cy="306324"/>
                <a:chOff x="-3321695" y="5129582"/>
                <a:chExt cx="319089" cy="306324"/>
              </a:xfrm>
            </p:grpSpPr>
            <p:grpSp>
              <p:nvGrpSpPr>
                <p:cNvPr id="101" name="Groep 107">
                  <a:extLst>
                    <a:ext uri="{FF2B5EF4-FFF2-40B4-BE49-F238E27FC236}">
                      <a16:creationId xmlns:a16="http://schemas.microsoft.com/office/drawing/2014/main" id="{0851634E-FD2E-768C-383A-384C21AD8D0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321695" y="5129582"/>
                  <a:ext cx="282064" cy="270561"/>
                  <a:chOff x="-3321695" y="5129582"/>
                  <a:chExt cx="282064" cy="270561"/>
                </a:xfrm>
              </p:grpSpPr>
              <p:grpSp>
                <p:nvGrpSpPr>
                  <p:cNvPr id="108" name="Groep 114">
                    <a:extLst>
                      <a:ext uri="{FF2B5EF4-FFF2-40B4-BE49-F238E27FC236}">
                        <a16:creationId xmlns:a16="http://schemas.microsoft.com/office/drawing/2014/main" id="{3B07C736-B11A-C2B6-08B0-B4DCEDB0144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-3321695" y="5129582"/>
                    <a:ext cx="282064" cy="270561"/>
                    <a:chOff x="-3321695" y="5129582"/>
                    <a:chExt cx="282064" cy="270561"/>
                  </a:xfrm>
                </p:grpSpPr>
                <p:sp>
                  <p:nvSpPr>
                    <p:cNvPr id="111" name="Rechthoek 117">
                      <a:extLst>
                        <a:ext uri="{FF2B5EF4-FFF2-40B4-BE49-F238E27FC236}">
                          <a16:creationId xmlns:a16="http://schemas.microsoft.com/office/drawing/2014/main" id="{8F377395-C6F9-D15C-0E8E-CCE9B635DBC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3321695" y="5129582"/>
                      <a:ext cx="282064" cy="270561"/>
                    </a:xfrm>
                    <a:prstGeom prst="rect">
                      <a:avLst/>
                    </a:prstGeom>
                    <a:noFill/>
                    <a:ln w="12701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lIns="107999" tIns="0" rIns="0" bIns="0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altLang="en-NL" sz="8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2" name="Rechthoek 118">
                      <a:extLst>
                        <a:ext uri="{FF2B5EF4-FFF2-40B4-BE49-F238E27FC236}">
                          <a16:creationId xmlns:a16="http://schemas.microsoft.com/office/drawing/2014/main" id="{1BA7D23C-1147-6F22-8E6F-5CDF7C7514D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3321695" y="5129582"/>
                      <a:ext cx="166237" cy="163814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12701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</p:spPr>
                  <p:txBody>
                    <a:bodyPr lIns="107999" tIns="0" rIns="0" bIns="0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altLang="en-NL" sz="8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3" name="Ovaal 119">
                      <a:extLst>
                        <a:ext uri="{FF2B5EF4-FFF2-40B4-BE49-F238E27FC236}">
                          <a16:creationId xmlns:a16="http://schemas.microsoft.com/office/drawing/2014/main" id="{3E604D79-E0B9-B61E-E2DC-20809992ED8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3220425" y="5150275"/>
                      <a:ext cx="45866" cy="45866"/>
                    </a:xfrm>
                    <a:custGeom>
                      <a:avLst/>
                      <a:gdLst>
                        <a:gd name="T0" fmla="*/ 22933 w 45866"/>
                        <a:gd name="T1" fmla="*/ 0 h 45866"/>
                        <a:gd name="T2" fmla="*/ 45866 w 45866"/>
                        <a:gd name="T3" fmla="*/ 22933 h 45866"/>
                        <a:gd name="T4" fmla="*/ 22933 w 45866"/>
                        <a:gd name="T5" fmla="*/ 45866 h 45866"/>
                        <a:gd name="T6" fmla="*/ 0 w 45866"/>
                        <a:gd name="T7" fmla="*/ 22933 h 45866"/>
                        <a:gd name="T8" fmla="*/ 6717 w 45866"/>
                        <a:gd name="T9" fmla="*/ 6717 h 45866"/>
                        <a:gd name="T10" fmla="*/ 6717 w 45866"/>
                        <a:gd name="T11" fmla="*/ 39149 h 45866"/>
                        <a:gd name="T12" fmla="*/ 39149 w 45866"/>
                        <a:gd name="T13" fmla="*/ 39149 h 45866"/>
                        <a:gd name="T14" fmla="*/ 39149 w 45866"/>
                        <a:gd name="T15" fmla="*/ 6717 h 45866"/>
                        <a:gd name="T16" fmla="*/ 17694720 60000 65536"/>
                        <a:gd name="T17" fmla="*/ 0 60000 65536"/>
                        <a:gd name="T18" fmla="*/ 5898240 60000 65536"/>
                        <a:gd name="T19" fmla="*/ 11796480 60000 65536"/>
                        <a:gd name="T20" fmla="*/ 17694720 60000 65536"/>
                        <a:gd name="T21" fmla="*/ 5898240 60000 65536"/>
                        <a:gd name="T22" fmla="*/ 5898240 60000 65536"/>
                        <a:gd name="T23" fmla="*/ 17694720 60000 65536"/>
                        <a:gd name="T24" fmla="*/ 6717 w 45866"/>
                        <a:gd name="T25" fmla="*/ 6717 h 45866"/>
                        <a:gd name="T26" fmla="*/ 39149 w 45866"/>
                        <a:gd name="T27" fmla="*/ 39149 h 4586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45866" h="45866">
                          <a:moveTo>
                            <a:pt x="0" y="22933"/>
                          </a:moveTo>
                          <a:lnTo>
                            <a:pt x="0" y="22932"/>
                          </a:lnTo>
                          <a:cubicBezTo>
                            <a:pt x="0" y="35598"/>
                            <a:pt x="10267" y="45866"/>
                            <a:pt x="22933" y="45866"/>
                          </a:cubicBezTo>
                          <a:cubicBezTo>
                            <a:pt x="35598" y="45866"/>
                            <a:pt x="45866" y="35598"/>
                            <a:pt x="45866" y="22933"/>
                          </a:cubicBezTo>
                          <a:cubicBezTo>
                            <a:pt x="45866" y="10267"/>
                            <a:pt x="35598" y="0"/>
                            <a:pt x="22933" y="0"/>
                          </a:cubicBezTo>
                          <a:cubicBezTo>
                            <a:pt x="10267" y="-1"/>
                            <a:pt x="0" y="10267"/>
                            <a:pt x="0" y="22932"/>
                          </a:cubicBezTo>
                          <a:close/>
                        </a:path>
                      </a:pathLst>
                    </a:custGeom>
                    <a:solidFill>
                      <a:srgbClr val="ECC67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tIns="0" rIns="0" bIns="0" anchor="ctr"/>
                    <a:lstStyle/>
                    <a:p>
                      <a:endParaRPr lang="en-NL"/>
                    </a:p>
                  </p:txBody>
                </p:sp>
              </p:grpSp>
              <p:pic>
                <p:nvPicPr>
                  <p:cNvPr id="109" name="Afbeelding 115">
                    <a:extLst>
                      <a:ext uri="{FF2B5EF4-FFF2-40B4-BE49-F238E27FC236}">
                        <a16:creationId xmlns:a16="http://schemas.microsoft.com/office/drawing/2014/main" id="{88A3DE3B-69AB-3654-D51F-41D122198B7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3313822" y="5196224"/>
                    <a:ext cx="110157" cy="8909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110" name="Afbeelding 116">
                    <a:extLst>
                      <a:ext uri="{FF2B5EF4-FFF2-40B4-BE49-F238E27FC236}">
                        <a16:creationId xmlns:a16="http://schemas.microsoft.com/office/drawing/2014/main" id="{31A09764-0C4B-1B73-C10C-D5761D1E58B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3270424" y="5211650"/>
                    <a:ext cx="110157" cy="708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grpSp>
              <p:nvGrpSpPr>
                <p:cNvPr id="102" name="Groep 108">
                  <a:extLst>
                    <a:ext uri="{FF2B5EF4-FFF2-40B4-BE49-F238E27FC236}">
                      <a16:creationId xmlns:a16="http://schemas.microsoft.com/office/drawing/2014/main" id="{8D196B97-0041-9EBB-C234-30B09D4F574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102203" y="5335871"/>
                  <a:ext cx="99597" cy="100035"/>
                  <a:chOff x="-3102203" y="5335871"/>
                  <a:chExt cx="99597" cy="100035"/>
                </a:xfrm>
              </p:grpSpPr>
              <p:sp>
                <p:nvSpPr>
                  <p:cNvPr id="106" name="Rechthoek 112">
                    <a:extLst>
                      <a:ext uri="{FF2B5EF4-FFF2-40B4-BE49-F238E27FC236}">
                        <a16:creationId xmlns:a16="http://schemas.microsoft.com/office/drawing/2014/main" id="{4BE6377D-3758-28ED-4414-4CCD8657F34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102202" y="5335871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7" name="Rechthoek 113">
                    <a:extLst>
                      <a:ext uri="{FF2B5EF4-FFF2-40B4-BE49-F238E27FC236}">
                        <a16:creationId xmlns:a16="http://schemas.microsoft.com/office/drawing/2014/main" id="{2149DB38-E58B-E4D8-AF3F-510F4F9C240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13">
                    <a:off x="-3142308" y="5376415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03" name="Groep 109">
                  <a:extLst>
                    <a:ext uri="{FF2B5EF4-FFF2-40B4-BE49-F238E27FC236}">
                      <a16:creationId xmlns:a16="http://schemas.microsoft.com/office/drawing/2014/main" id="{3BD05F89-790E-88A9-AB40-C3E7BB47612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130969" y="5308806"/>
                  <a:ext cx="99597" cy="100024"/>
                  <a:chOff x="-3130969" y="5308806"/>
                  <a:chExt cx="99597" cy="100024"/>
                </a:xfrm>
              </p:grpSpPr>
              <p:sp>
                <p:nvSpPr>
                  <p:cNvPr id="104" name="Rechthoek 110">
                    <a:extLst>
                      <a:ext uri="{FF2B5EF4-FFF2-40B4-BE49-F238E27FC236}">
                        <a16:creationId xmlns:a16="http://schemas.microsoft.com/office/drawing/2014/main" id="{361FB7C9-9FCC-6B35-6B55-FD31911BA25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0799991">
                    <a:off x="-3130969" y="5389445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5" name="Rechthoek 111">
                    <a:extLst>
                      <a:ext uri="{FF2B5EF4-FFF2-40B4-BE49-F238E27FC236}">
                        <a16:creationId xmlns:a16="http://schemas.microsoft.com/office/drawing/2014/main" id="{2C5C8F9B-4F38-4511-1F7D-4CD054464C5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399996">
                    <a:off x="-3090862" y="5348911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99" name="Rechthoek 105">
                <a:extLst>
                  <a:ext uri="{FF2B5EF4-FFF2-40B4-BE49-F238E27FC236}">
                    <a16:creationId xmlns:a16="http://schemas.microsoft.com/office/drawing/2014/main" id="{30473DC7-A930-FCD4-2FC1-27CB31444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426805" y="5461967"/>
                <a:ext cx="514285" cy="1100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00" name="Gelijkbenige driehoek 106">
                <a:extLst>
                  <a:ext uri="{FF2B5EF4-FFF2-40B4-BE49-F238E27FC236}">
                    <a16:creationId xmlns:a16="http://schemas.microsoft.com/office/drawing/2014/main" id="{7FF636CA-F5FE-969A-EF67-758413268F52}"/>
                  </a:ext>
                </a:extLst>
              </p:cNvPr>
              <p:cNvSpPr>
                <a:spLocks/>
              </p:cNvSpPr>
              <p:nvPr/>
            </p:nvSpPr>
            <p:spPr bwMode="auto">
              <a:xfrm rot="10799991">
                <a:off x="-3199339" y="5601193"/>
                <a:ext cx="59335" cy="34930"/>
              </a:xfrm>
              <a:custGeom>
                <a:avLst/>
                <a:gdLst>
                  <a:gd name="T0" fmla="*/ 29668 w 59335"/>
                  <a:gd name="T1" fmla="*/ 0 h 34930"/>
                  <a:gd name="T2" fmla="*/ 59335 w 59335"/>
                  <a:gd name="T3" fmla="*/ 17465 h 34930"/>
                  <a:gd name="T4" fmla="*/ 29668 w 59335"/>
                  <a:gd name="T5" fmla="*/ 34930 h 34930"/>
                  <a:gd name="T6" fmla="*/ 0 w 59335"/>
                  <a:gd name="T7" fmla="*/ 17465 h 34930"/>
                  <a:gd name="T8" fmla="*/ 29667 w 59335"/>
                  <a:gd name="T9" fmla="*/ 0 h 34930"/>
                  <a:gd name="T10" fmla="*/ 14834 w 59335"/>
                  <a:gd name="T11" fmla="*/ 17465 h 34930"/>
                  <a:gd name="T12" fmla="*/ 0 w 59335"/>
                  <a:gd name="T13" fmla="*/ 34930 h 34930"/>
                  <a:gd name="T14" fmla="*/ 29667 w 59335"/>
                  <a:gd name="T15" fmla="*/ 34930 h 34930"/>
                  <a:gd name="T16" fmla="*/ 59335 w 59335"/>
                  <a:gd name="T17" fmla="*/ 34930 h 34930"/>
                  <a:gd name="T18" fmla="*/ 44501 w 59335"/>
                  <a:gd name="T19" fmla="*/ 17465 h 34930"/>
                  <a:gd name="T20" fmla="*/ 17694720 60000 65536"/>
                  <a:gd name="T21" fmla="*/ 0 60000 65536"/>
                  <a:gd name="T22" fmla="*/ 5898240 60000 65536"/>
                  <a:gd name="T23" fmla="*/ 11796480 60000 65536"/>
                  <a:gd name="T24" fmla="*/ 17694720 60000 65536"/>
                  <a:gd name="T25" fmla="*/ 11796480 60000 65536"/>
                  <a:gd name="T26" fmla="*/ 5898240 60000 65536"/>
                  <a:gd name="T27" fmla="*/ 5898240 60000 65536"/>
                  <a:gd name="T28" fmla="*/ 5898240 60000 65536"/>
                  <a:gd name="T29" fmla="*/ 0 60000 65536"/>
                  <a:gd name="T30" fmla="*/ 14834 w 59335"/>
                  <a:gd name="T31" fmla="*/ 17465 h 34930"/>
                  <a:gd name="T32" fmla="*/ 44501 w 59335"/>
                  <a:gd name="T33" fmla="*/ 34930 h 349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9335" h="34930">
                    <a:moveTo>
                      <a:pt x="0" y="34930"/>
                    </a:moveTo>
                    <a:lnTo>
                      <a:pt x="29667" y="0"/>
                    </a:lnTo>
                    <a:lnTo>
                      <a:pt x="59335" y="34930"/>
                    </a:lnTo>
                    <a:lnTo>
                      <a:pt x="0" y="34930"/>
                    </a:lnTo>
                    <a:close/>
                  </a:path>
                </a:pathLst>
              </a:custGeom>
              <a:solidFill>
                <a:srgbClr val="8181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/>
              <a:p>
                <a:endParaRPr lang="en-NL"/>
              </a:p>
            </p:txBody>
          </p:sp>
        </p:grpSp>
        <p:sp>
          <p:nvSpPr>
            <p:cNvPr id="88" name="Ovaal 94">
              <a:extLst>
                <a:ext uri="{FF2B5EF4-FFF2-40B4-BE49-F238E27FC236}">
                  <a16:creationId xmlns:a16="http://schemas.microsoft.com/office/drawing/2014/main" id="{0AA0D8A7-8C0B-263A-913E-A146D79CF052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1811179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9" name="Rechthoek 95">
              <a:extLst>
                <a:ext uri="{FF2B5EF4-FFF2-40B4-BE49-F238E27FC236}">
                  <a16:creationId xmlns:a16="http://schemas.microsoft.com/office/drawing/2014/main" id="{5BDF43C9-2402-2D63-3101-3B4CF4540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1811188"/>
              <a:ext cx="2944678" cy="326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0" name="Rechthoek 96">
              <a:extLst>
                <a:ext uri="{FF2B5EF4-FFF2-40B4-BE49-F238E27FC236}">
                  <a16:creationId xmlns:a16="http://schemas.microsoft.com/office/drawing/2014/main" id="{4601396C-2B93-C997-21A0-D8ADEA2DB1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245757"/>
              <a:ext cx="825502" cy="209553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91" name="Groep 97">
              <a:extLst>
                <a:ext uri="{FF2B5EF4-FFF2-40B4-BE49-F238E27FC236}">
                  <a16:creationId xmlns:a16="http://schemas.microsoft.com/office/drawing/2014/main" id="{7125021E-9CFA-F79A-8555-908654D72F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365485" y="1226978"/>
              <a:ext cx="446940" cy="406486"/>
              <a:chOff x="-3365485" y="1226978"/>
              <a:chExt cx="446940" cy="406486"/>
            </a:xfrm>
          </p:grpSpPr>
          <p:grpSp>
            <p:nvGrpSpPr>
              <p:cNvPr id="92" name="Groep 98">
                <a:extLst>
                  <a:ext uri="{FF2B5EF4-FFF2-40B4-BE49-F238E27FC236}">
                    <a16:creationId xmlns:a16="http://schemas.microsoft.com/office/drawing/2014/main" id="{BA9470FE-2ACB-F7FF-DFE4-D0443FB330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285311" y="1226978"/>
                <a:ext cx="284168" cy="246686"/>
                <a:chOff x="-3285311" y="1226978"/>
                <a:chExt cx="284168" cy="246686"/>
              </a:xfrm>
            </p:grpSpPr>
            <p:sp>
              <p:nvSpPr>
                <p:cNvPr id="94" name="Vrije vorm: vorm 100">
                  <a:extLst>
                    <a:ext uri="{FF2B5EF4-FFF2-40B4-BE49-F238E27FC236}">
                      <a16:creationId xmlns:a16="http://schemas.microsoft.com/office/drawing/2014/main" id="{23D75D04-9A0A-0690-F8BD-4954C5141D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3236719" y="1287612"/>
                  <a:ext cx="47978" cy="47868"/>
                </a:xfrm>
                <a:custGeom>
                  <a:avLst/>
                  <a:gdLst>
                    <a:gd name="T0" fmla="*/ 23989 w 371475"/>
                    <a:gd name="T1" fmla="*/ 0 h 371475"/>
                    <a:gd name="T2" fmla="*/ 47978 w 371475"/>
                    <a:gd name="T3" fmla="*/ 23934 h 371475"/>
                    <a:gd name="T4" fmla="*/ 23989 w 371475"/>
                    <a:gd name="T5" fmla="*/ 47868 h 371475"/>
                    <a:gd name="T6" fmla="*/ 0 w 371475"/>
                    <a:gd name="T7" fmla="*/ 23934 h 371475"/>
                    <a:gd name="T8" fmla="*/ 47670 w 371475"/>
                    <a:gd name="T9" fmla="*/ 24241 h 371475"/>
                    <a:gd name="T10" fmla="*/ 24297 w 371475"/>
                    <a:gd name="T11" fmla="*/ 47561 h 371475"/>
                    <a:gd name="T12" fmla="*/ 923 w 371475"/>
                    <a:gd name="T13" fmla="*/ 24241 h 371475"/>
                    <a:gd name="T14" fmla="*/ 24297 w 371475"/>
                    <a:gd name="T15" fmla="*/ 921 h 371475"/>
                    <a:gd name="T16" fmla="*/ 47670 w 371475"/>
                    <a:gd name="T17" fmla="*/ 24241 h 371475"/>
                    <a:gd name="T18" fmla="*/ 17694720 60000 65536"/>
                    <a:gd name="T19" fmla="*/ 0 60000 65536"/>
                    <a:gd name="T20" fmla="*/ 5898240 60000 65536"/>
                    <a:gd name="T21" fmla="*/ 1179648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71475"/>
                    <a:gd name="T28" fmla="*/ 0 h 371475"/>
                    <a:gd name="T29" fmla="*/ 371475 w 371475"/>
                    <a:gd name="T30" fmla="*/ 371475 h 371475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NL"/>
                </a:p>
              </p:txBody>
            </p:sp>
            <p:grpSp>
              <p:nvGrpSpPr>
                <p:cNvPr id="95" name="Groep 101">
                  <a:extLst>
                    <a:ext uri="{FF2B5EF4-FFF2-40B4-BE49-F238E27FC236}">
                      <a16:creationId xmlns:a16="http://schemas.microsoft.com/office/drawing/2014/main" id="{D5163C68-BFFA-FF75-3802-9089A9B4E94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285311" y="1226978"/>
                  <a:ext cx="284168" cy="246686"/>
                  <a:chOff x="-3285311" y="1226978"/>
                  <a:chExt cx="284168" cy="246686"/>
                </a:xfrm>
              </p:grpSpPr>
              <p:sp>
                <p:nvSpPr>
                  <p:cNvPr id="96" name="Vrije vorm: vorm 102">
                    <a:extLst>
                      <a:ext uri="{FF2B5EF4-FFF2-40B4-BE49-F238E27FC236}">
                        <a16:creationId xmlns:a16="http://schemas.microsoft.com/office/drawing/2014/main" id="{B4306E74-3653-A0AB-E4F5-67817ED5215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3285311" y="1226978"/>
                    <a:ext cx="284168" cy="246686"/>
                  </a:xfrm>
                  <a:custGeom>
                    <a:avLst/>
                    <a:gdLst>
                      <a:gd name="T0" fmla="*/ 142084 w 2200275"/>
                      <a:gd name="T1" fmla="*/ 0 h 1914525"/>
                      <a:gd name="T2" fmla="*/ 284168 w 2200275"/>
                      <a:gd name="T3" fmla="*/ 123343 h 1914525"/>
                      <a:gd name="T4" fmla="*/ 142084 w 2200275"/>
                      <a:gd name="T5" fmla="*/ 246686 h 1914525"/>
                      <a:gd name="T6" fmla="*/ 0 w 2200275"/>
                      <a:gd name="T7" fmla="*/ 123343 h 1914525"/>
                      <a:gd name="T8" fmla="*/ 923 w 2200275"/>
                      <a:gd name="T9" fmla="*/ 921 h 1914525"/>
                      <a:gd name="T10" fmla="*/ 923 w 2200275"/>
                      <a:gd name="T11" fmla="*/ 31603 h 1914525"/>
                      <a:gd name="T12" fmla="*/ 55911 w 2200275"/>
                      <a:gd name="T13" fmla="*/ 31603 h 1914525"/>
                      <a:gd name="T14" fmla="*/ 55911 w 2200275"/>
                      <a:gd name="T15" fmla="*/ 31603 h 1914525"/>
                      <a:gd name="T16" fmla="*/ 253106 w 2200275"/>
                      <a:gd name="T17" fmla="*/ 31603 h 1914525"/>
                      <a:gd name="T18" fmla="*/ 253106 w 2200275"/>
                      <a:gd name="T19" fmla="*/ 215697 h 1914525"/>
                      <a:gd name="T20" fmla="*/ 31677 w 2200275"/>
                      <a:gd name="T21" fmla="*/ 215697 h 1914525"/>
                      <a:gd name="T22" fmla="*/ 31677 w 2200275"/>
                      <a:gd name="T23" fmla="*/ 45103 h 1914525"/>
                      <a:gd name="T24" fmla="*/ 923 w 2200275"/>
                      <a:gd name="T25" fmla="*/ 45103 h 1914525"/>
                      <a:gd name="T26" fmla="*/ 923 w 2200275"/>
                      <a:gd name="T27" fmla="*/ 246379 h 1914525"/>
                      <a:gd name="T28" fmla="*/ 283860 w 2200275"/>
                      <a:gd name="T29" fmla="*/ 246379 h 1914525"/>
                      <a:gd name="T30" fmla="*/ 283860 w 2200275"/>
                      <a:gd name="T31" fmla="*/ 921 h 1914525"/>
                      <a:gd name="T32" fmla="*/ 17694720 60000 65536"/>
                      <a:gd name="T33" fmla="*/ 0 60000 65536"/>
                      <a:gd name="T34" fmla="*/ 5898240 60000 65536"/>
                      <a:gd name="T35" fmla="*/ 1179648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2200275"/>
                      <a:gd name="T49" fmla="*/ 0 h 1914525"/>
                      <a:gd name="T50" fmla="*/ 2200275 w 2200275"/>
                      <a:gd name="T51" fmla="*/ 1914525 h 191452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lnTo>
                          <a:pt x="714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NL"/>
                  </a:p>
                </p:txBody>
              </p:sp>
              <p:sp>
                <p:nvSpPr>
                  <p:cNvPr id="97" name="Vrije vorm: vorm 103">
                    <a:extLst>
                      <a:ext uri="{FF2B5EF4-FFF2-40B4-BE49-F238E27FC236}">
                        <a16:creationId xmlns:a16="http://schemas.microsoft.com/office/drawing/2014/main" id="{C2B2ED93-6D97-07D7-7E91-9D41ABEA0FB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3236847" y="1303321"/>
                    <a:ext cx="185751" cy="114144"/>
                  </a:xfrm>
                  <a:custGeom>
                    <a:avLst/>
                    <a:gdLst>
                      <a:gd name="T0" fmla="*/ 92876 w 1438275"/>
                      <a:gd name="T1" fmla="*/ 0 h 885825"/>
                      <a:gd name="T2" fmla="*/ 185751 w 1438275"/>
                      <a:gd name="T3" fmla="*/ 57072 h 885825"/>
                      <a:gd name="T4" fmla="*/ 92876 w 1438275"/>
                      <a:gd name="T5" fmla="*/ 114144 h 885825"/>
                      <a:gd name="T6" fmla="*/ 0 w 1438275"/>
                      <a:gd name="T7" fmla="*/ 57072 h 885825"/>
                      <a:gd name="T8" fmla="*/ 138206 w 1438275"/>
                      <a:gd name="T9" fmla="*/ 921 h 885825"/>
                      <a:gd name="T10" fmla="*/ 103516 w 1438275"/>
                      <a:gd name="T11" fmla="*/ 35532 h 885825"/>
                      <a:gd name="T12" fmla="*/ 85556 w 1438275"/>
                      <a:gd name="T13" fmla="*/ 17735 h 885825"/>
                      <a:gd name="T14" fmla="*/ 923 w 1438275"/>
                      <a:gd name="T15" fmla="*/ 101073 h 885825"/>
                      <a:gd name="T16" fmla="*/ 13962 w 1438275"/>
                      <a:gd name="T17" fmla="*/ 114083 h 885825"/>
                      <a:gd name="T18" fmla="*/ 85556 w 1438275"/>
                      <a:gd name="T19" fmla="*/ 43632 h 885825"/>
                      <a:gd name="T20" fmla="*/ 119877 w 1438275"/>
                      <a:gd name="T21" fmla="*/ 77998 h 885825"/>
                      <a:gd name="T22" fmla="*/ 132916 w 1438275"/>
                      <a:gd name="T23" fmla="*/ 64866 h 885825"/>
                      <a:gd name="T24" fmla="*/ 116556 w 1438275"/>
                      <a:gd name="T25" fmla="*/ 48542 h 885825"/>
                      <a:gd name="T26" fmla="*/ 138206 w 1438275"/>
                      <a:gd name="T27" fmla="*/ 26940 h 885825"/>
                      <a:gd name="T28" fmla="*/ 172773 w 1438275"/>
                      <a:gd name="T29" fmla="*/ 61920 h 885825"/>
                      <a:gd name="T30" fmla="*/ 185812 w 1438275"/>
                      <a:gd name="T31" fmla="*/ 48787 h 885825"/>
                      <a:gd name="T32" fmla="*/ 17694720 60000 65536"/>
                      <a:gd name="T33" fmla="*/ 0 60000 65536"/>
                      <a:gd name="T34" fmla="*/ 5898240 60000 65536"/>
                      <a:gd name="T35" fmla="*/ 1179648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1438275"/>
                      <a:gd name="T49" fmla="*/ 0 h 885825"/>
                      <a:gd name="T50" fmla="*/ 1438275 w 1438275"/>
                      <a:gd name="T51" fmla="*/ 885825 h 88582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lnTo>
                          <a:pt x="107013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NL"/>
                  </a:p>
                </p:txBody>
              </p:sp>
            </p:grpSp>
          </p:grpSp>
          <p:sp>
            <p:nvSpPr>
              <p:cNvPr id="93" name="Tekstvak 99">
                <a:extLst>
                  <a:ext uri="{FF2B5EF4-FFF2-40B4-BE49-F238E27FC236}">
                    <a16:creationId xmlns:a16="http://schemas.microsoft.com/office/drawing/2014/main" id="{523E067A-9EFB-CD16-08B0-8C37213F59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365485" y="1489959"/>
                <a:ext cx="446940" cy="1435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8004" rIns="0" bIns="0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0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  <p:sp>
        <p:nvSpPr>
          <p:cNvPr id="2" name="Tijdelijke aanduiding voor tekst 18"/>
          <p:cNvSpPr txBox="1">
            <a:spLocks noGrp="1" noMove="1" noResize="1"/>
          </p:cNvSpPr>
          <p:nvPr>
            <p:ph type="body" idx="4294967295"/>
          </p:nvPr>
        </p:nvSpPr>
        <p:spPr>
          <a:xfrm>
            <a:off x="720364" y="6216740"/>
            <a:ext cx="961198" cy="381597"/>
          </a:xfr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42688497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(L) + text | dark mode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INSTRUCTION">
            <a:extLst>
              <a:ext uri="{FF2B5EF4-FFF2-40B4-BE49-F238E27FC236}">
                <a16:creationId xmlns:a16="http://schemas.microsoft.com/office/drawing/2014/main" id="{9103D833-D4DD-E747-0744-3797493C2474}"/>
              </a:ext>
            </a:extLst>
          </p:cNvPr>
          <p:cNvGrpSpPr>
            <a:grpSpLocks/>
          </p:cNvGrpSpPr>
          <p:nvPr/>
        </p:nvGrpSpPr>
        <p:grpSpPr bwMode="auto">
          <a:xfrm>
            <a:off x="-3786188" y="0"/>
            <a:ext cx="3694113" cy="6640513"/>
            <a:chOff x="-3786164" y="0"/>
            <a:chExt cx="3693380" cy="6640345"/>
          </a:xfrm>
        </p:grpSpPr>
        <p:sp>
          <p:nvSpPr>
            <p:cNvPr id="4" name="Rechthoek 6">
              <a:extLst>
                <a:ext uri="{FF2B5EF4-FFF2-40B4-BE49-F238E27FC236}">
                  <a16:creationId xmlns:a16="http://schemas.microsoft.com/office/drawing/2014/main" id="{A5383A90-FA22-D488-8118-47EE45AA3E2B}"/>
                </a:ext>
              </a:extLst>
            </p:cNvPr>
            <p:cNvSpPr/>
            <p:nvPr/>
          </p:nvSpPr>
          <p:spPr>
            <a:xfrm>
              <a:off x="-3786164" y="0"/>
              <a:ext cx="3593387" cy="5991073"/>
            </a:xfrm>
            <a:prstGeom prst="rect">
              <a:avLst/>
            </a:prstGeom>
            <a:solidFill>
              <a:srgbClr val="FFFFFF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Insert/edit an image</a:t>
              </a:r>
            </a:p>
          </p:txBody>
        </p:sp>
        <p:sp>
          <p:nvSpPr>
            <p:cNvPr id="5" name="Ovaal 9">
              <a:extLst>
                <a:ext uri="{FF2B5EF4-FFF2-40B4-BE49-F238E27FC236}">
                  <a16:creationId xmlns:a16="http://schemas.microsoft.com/office/drawing/2014/main" id="{93513142-1694-7089-48A3-19F6C8D9C5D9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465319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6" name="Rechthoek 10">
              <a:extLst>
                <a:ext uri="{FF2B5EF4-FFF2-40B4-BE49-F238E27FC236}">
                  <a16:creationId xmlns:a16="http://schemas.microsoft.com/office/drawing/2014/main" id="{FD84FD83-2416-0EAA-364F-CAECE39E9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465319"/>
              <a:ext cx="2962701" cy="668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‘Slidebuilder’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‘Images’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7" name="Ovaal 11">
              <a:extLst>
                <a:ext uri="{FF2B5EF4-FFF2-40B4-BE49-F238E27FC236}">
                  <a16:creationId xmlns:a16="http://schemas.microsoft.com/office/drawing/2014/main" id="{F1E8FF94-1D59-E694-A8AA-21F035971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2633938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" name="Rechthoek 12">
              <a:extLst>
                <a:ext uri="{FF2B5EF4-FFF2-40B4-BE49-F238E27FC236}">
                  <a16:creationId xmlns:a16="http://schemas.microsoft.com/office/drawing/2014/main" id="{C0CD2AC8-474F-FAC3-25BE-B7E88A714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633938"/>
              <a:ext cx="3126342" cy="4627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" name="Ovaal 13">
              <a:extLst>
                <a:ext uri="{FF2B5EF4-FFF2-40B4-BE49-F238E27FC236}">
                  <a16:creationId xmlns:a16="http://schemas.microsoft.com/office/drawing/2014/main" id="{7A5B35D2-858E-0D9B-2EBA-CAF755AEEBA2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4226365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0" name="Rechthoek 14">
              <a:extLst>
                <a:ext uri="{FF2B5EF4-FFF2-40B4-BE49-F238E27FC236}">
                  <a16:creationId xmlns:a16="http://schemas.microsoft.com/office/drawing/2014/main" id="{4F10F9F9-B08F-6E47-7AC2-5CF9A566E8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4226365"/>
              <a:ext cx="2944678" cy="8209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1" name="Rechthoek 15">
              <a:extLst>
                <a:ext uri="{FF2B5EF4-FFF2-40B4-BE49-F238E27FC236}">
                  <a16:creationId xmlns:a16="http://schemas.microsoft.com/office/drawing/2014/main" id="{13B02827-16D7-9016-86FF-4E12A190D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6839" y="3200262"/>
              <a:ext cx="1239213" cy="719916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12701">
              <a:solidFill>
                <a:srgbClr val="D3D3D3"/>
              </a:solidFill>
              <a:miter lim="800000"/>
              <a:headEnd/>
              <a:tailEnd/>
            </a:ln>
          </p:spPr>
          <p:txBody>
            <a:bodyPr lIns="71999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/>
              <a:endParaRPr lang="en-GB" altLang="en-NL" sz="1000" i="1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2" name="Groep 16">
              <a:extLst>
                <a:ext uri="{FF2B5EF4-FFF2-40B4-BE49-F238E27FC236}">
                  <a16:creationId xmlns:a16="http://schemas.microsoft.com/office/drawing/2014/main" id="{FACC31AF-9752-76EB-4629-8A71DEE859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2485814" y="3479785"/>
              <a:ext cx="1222991" cy="563928"/>
              <a:chOff x="-2485814" y="3479785"/>
              <a:chExt cx="1222991" cy="563928"/>
            </a:xfrm>
          </p:grpSpPr>
          <p:sp>
            <p:nvSpPr>
              <p:cNvPr id="51" name="Rechthoek 57">
                <a:extLst>
                  <a:ext uri="{FF2B5EF4-FFF2-40B4-BE49-F238E27FC236}">
                    <a16:creationId xmlns:a16="http://schemas.microsoft.com/office/drawing/2014/main" id="{FE434A2E-A2CB-9CE2-92A6-6CDAA30345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485814" y="3479785"/>
                <a:ext cx="1176476" cy="504849"/>
              </a:xfrm>
              <a:prstGeom prst="rect">
                <a:avLst/>
              </a:prstGeom>
              <a:solidFill>
                <a:srgbClr val="FFFFFF"/>
              </a:solidFill>
              <a:ln w="12701">
                <a:solidFill>
                  <a:srgbClr val="D1D1D1"/>
                </a:solidFill>
                <a:miter lim="800000"/>
                <a:headEnd/>
                <a:tailEnd/>
              </a:ln>
            </p:spPr>
            <p:txBody>
              <a:bodyPr lIns="107999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altLang="en-NL" sz="80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" name="Rechthoek 58">
                <a:extLst>
                  <a:ext uri="{FF2B5EF4-FFF2-40B4-BE49-F238E27FC236}">
                    <a16:creationId xmlns:a16="http://schemas.microsoft.com/office/drawing/2014/main" id="{F55E47B4-2B15-0434-2A7B-A7243AB6C5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479587" y="3733412"/>
                <a:ext cx="1164003" cy="24670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/>
                <a:endPara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3" name="Groep 59">
                <a:extLst>
                  <a:ext uri="{FF2B5EF4-FFF2-40B4-BE49-F238E27FC236}">
                    <a16:creationId xmlns:a16="http://schemas.microsoft.com/office/drawing/2014/main" id="{EDE07C65-15B1-003C-FE98-A25B2CECF5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403866" y="3541123"/>
                <a:ext cx="155950" cy="131920"/>
                <a:chOff x="-2403866" y="3541123"/>
                <a:chExt cx="155950" cy="131920"/>
              </a:xfrm>
            </p:grpSpPr>
            <p:sp>
              <p:nvSpPr>
                <p:cNvPr id="66" name="Rechthoek: afgeronde hoeken 72">
                  <a:extLst>
                    <a:ext uri="{FF2B5EF4-FFF2-40B4-BE49-F238E27FC236}">
                      <a16:creationId xmlns:a16="http://schemas.microsoft.com/office/drawing/2014/main" id="{28F9E2EA-0D77-0FB9-FEBB-8E7915A20B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2403866" y="3541123"/>
                  <a:ext cx="155950" cy="131920"/>
                </a:xfrm>
                <a:custGeom>
                  <a:avLst/>
                  <a:gdLst>
                    <a:gd name="T0" fmla="*/ 77975 w 155950"/>
                    <a:gd name="T1" fmla="*/ 0 h 131920"/>
                    <a:gd name="T2" fmla="*/ 155950 w 155950"/>
                    <a:gd name="T3" fmla="*/ 65960 h 131920"/>
                    <a:gd name="T4" fmla="*/ 77975 w 155950"/>
                    <a:gd name="T5" fmla="*/ 131920 h 131920"/>
                    <a:gd name="T6" fmla="*/ 0 w 155950"/>
                    <a:gd name="T7" fmla="*/ 65960 h 131920"/>
                    <a:gd name="T8" fmla="*/ 17694720 60000 65536"/>
                    <a:gd name="T9" fmla="*/ 0 60000 65536"/>
                    <a:gd name="T10" fmla="*/ 5898240 60000 65536"/>
                    <a:gd name="T11" fmla="*/ 11796480 60000 65536"/>
                    <a:gd name="T12" fmla="*/ 1125 w 155950"/>
                    <a:gd name="T13" fmla="*/ 1125 h 131920"/>
                    <a:gd name="T14" fmla="*/ 154825 w 155950"/>
                    <a:gd name="T15" fmla="*/ 130795 h 13192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5950" h="131920">
                      <a:moveTo>
                        <a:pt x="3842" y="0"/>
                      </a:moveTo>
                      <a:lnTo>
                        <a:pt x="3842" y="0"/>
                      </a:lnTo>
                      <a:cubicBezTo>
                        <a:pt x="1720" y="0"/>
                        <a:pt x="0" y="1720"/>
                        <a:pt x="0" y="3841"/>
                      </a:cubicBezTo>
                      <a:lnTo>
                        <a:pt x="0" y="128078"/>
                      </a:lnTo>
                      <a:lnTo>
                        <a:pt x="0" y="128077"/>
                      </a:lnTo>
                      <a:cubicBezTo>
                        <a:pt x="0" y="130199"/>
                        <a:pt x="1720" y="131919"/>
                        <a:pt x="3841" y="131919"/>
                      </a:cubicBezTo>
                      <a:lnTo>
                        <a:pt x="152108" y="131920"/>
                      </a:lnTo>
                      <a:lnTo>
                        <a:pt x="152108" y="131919"/>
                      </a:lnTo>
                      <a:cubicBezTo>
                        <a:pt x="154229" y="131919"/>
                        <a:pt x="155950" y="130199"/>
                        <a:pt x="155950" y="128078"/>
                      </a:cubicBezTo>
                      <a:lnTo>
                        <a:pt x="155950" y="3842"/>
                      </a:lnTo>
                      <a:cubicBezTo>
                        <a:pt x="155950" y="1720"/>
                        <a:pt x="154229" y="0"/>
                        <a:pt x="152108" y="0"/>
                      </a:cubicBezTo>
                      <a:lnTo>
                        <a:pt x="384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701" cap="flat">
                  <a:solidFill>
                    <a:srgbClr val="81818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lIns="107999" tIns="0" rIns="0" bIns="0" anchor="ctr"/>
                <a:lstStyle/>
                <a:p>
                  <a:endParaRPr lang="en-NL"/>
                </a:p>
              </p:txBody>
            </p:sp>
            <p:sp>
              <p:nvSpPr>
                <p:cNvPr id="67" name="Rechthoek 73">
                  <a:extLst>
                    <a:ext uri="{FF2B5EF4-FFF2-40B4-BE49-F238E27FC236}">
                      <a16:creationId xmlns:a16="http://schemas.microsoft.com/office/drawing/2014/main" id="{55CE2540-603B-72EA-2C6C-B9EFE92AD4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82167" y="3559228"/>
                  <a:ext cx="117582" cy="1601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8" name="Rechthoek 74">
                  <a:extLst>
                    <a:ext uri="{FF2B5EF4-FFF2-40B4-BE49-F238E27FC236}">
                      <a16:creationId xmlns:a16="http://schemas.microsoft.com/office/drawing/2014/main" id="{30602533-A191-78FD-EF4A-6202D43C77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82158" y="3586349"/>
                  <a:ext cx="45756" cy="69997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9" name="Rechthoek 75">
                  <a:extLst>
                    <a:ext uri="{FF2B5EF4-FFF2-40B4-BE49-F238E27FC236}">
                      <a16:creationId xmlns:a16="http://schemas.microsoft.com/office/drawing/2014/main" id="{244B448D-F542-CB6D-73C9-624D06F385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22210" y="3590355"/>
                  <a:ext cx="52111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0" name="Rechthoek 76">
                  <a:extLst>
                    <a:ext uri="{FF2B5EF4-FFF2-40B4-BE49-F238E27FC236}">
                      <a16:creationId xmlns:a16="http://schemas.microsoft.com/office/drawing/2014/main" id="{5AEDBAA3-6CC2-FD97-9CB8-A1B2098B7E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22210" y="3618408"/>
                  <a:ext cx="26746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1" name="Rechthoek 77">
                  <a:extLst>
                    <a:ext uri="{FF2B5EF4-FFF2-40B4-BE49-F238E27FC236}">
                      <a16:creationId xmlns:a16="http://schemas.microsoft.com/office/drawing/2014/main" id="{58A9C331-F5A9-7145-FFB9-AD9EBBCC13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22210" y="3646462"/>
                  <a:ext cx="26746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4" name="Groep 60">
                <a:extLst>
                  <a:ext uri="{FF2B5EF4-FFF2-40B4-BE49-F238E27FC236}">
                    <a16:creationId xmlns:a16="http://schemas.microsoft.com/office/drawing/2014/main" id="{DBCD9904-2030-D9E2-1066-C5C462D6D2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423425" y="3770784"/>
                <a:ext cx="166741" cy="218962"/>
                <a:chOff x="-2423425" y="3770784"/>
                <a:chExt cx="166741" cy="218962"/>
              </a:xfrm>
            </p:grpSpPr>
            <p:grpSp>
              <p:nvGrpSpPr>
                <p:cNvPr id="58" name="Groep 64">
                  <a:extLst>
                    <a:ext uri="{FF2B5EF4-FFF2-40B4-BE49-F238E27FC236}">
                      <a16:creationId xmlns:a16="http://schemas.microsoft.com/office/drawing/2014/main" id="{4FE174E1-9609-696D-A608-EE5941FD2EB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2400482" y="3792473"/>
                  <a:ext cx="143798" cy="121642"/>
                  <a:chOff x="-2400482" y="3792473"/>
                  <a:chExt cx="143798" cy="121642"/>
                </a:xfrm>
              </p:grpSpPr>
              <p:sp>
                <p:nvSpPr>
                  <p:cNvPr id="60" name="Rechthoek: afgeronde hoeken 66">
                    <a:extLst>
                      <a:ext uri="{FF2B5EF4-FFF2-40B4-BE49-F238E27FC236}">
                        <a16:creationId xmlns:a16="http://schemas.microsoft.com/office/drawing/2014/main" id="{93DAC97B-D58F-4C5B-3305-B98AEA22E0B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2400482" y="3792473"/>
                    <a:ext cx="143798" cy="121642"/>
                  </a:xfrm>
                  <a:custGeom>
                    <a:avLst/>
                    <a:gdLst>
                      <a:gd name="T0" fmla="*/ 71899 w 143798"/>
                      <a:gd name="T1" fmla="*/ 0 h 121642"/>
                      <a:gd name="T2" fmla="*/ 143798 w 143798"/>
                      <a:gd name="T3" fmla="*/ 60821 h 121642"/>
                      <a:gd name="T4" fmla="*/ 71899 w 143798"/>
                      <a:gd name="T5" fmla="*/ 121642 h 121642"/>
                      <a:gd name="T6" fmla="*/ 0 w 143798"/>
                      <a:gd name="T7" fmla="*/ 60821 h 121642"/>
                      <a:gd name="T8" fmla="*/ 17694720 60000 65536"/>
                      <a:gd name="T9" fmla="*/ 0 60000 65536"/>
                      <a:gd name="T10" fmla="*/ 5898240 60000 65536"/>
                      <a:gd name="T11" fmla="*/ 11796480 60000 65536"/>
                      <a:gd name="T12" fmla="*/ 1038 w 143798"/>
                      <a:gd name="T13" fmla="*/ 1038 h 121642"/>
                      <a:gd name="T14" fmla="*/ 142760 w 143798"/>
                      <a:gd name="T15" fmla="*/ 120604 h 121642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43798" h="121642">
                        <a:moveTo>
                          <a:pt x="3542" y="0"/>
                        </a:moveTo>
                        <a:lnTo>
                          <a:pt x="3542" y="0"/>
                        </a:lnTo>
                        <a:cubicBezTo>
                          <a:pt x="1585" y="0"/>
                          <a:pt x="0" y="1585"/>
                          <a:pt x="0" y="3541"/>
                        </a:cubicBezTo>
                        <a:lnTo>
                          <a:pt x="0" y="118100"/>
                        </a:lnTo>
                        <a:lnTo>
                          <a:pt x="0" y="118099"/>
                        </a:lnTo>
                        <a:cubicBezTo>
                          <a:pt x="0" y="120056"/>
                          <a:pt x="1585" y="121641"/>
                          <a:pt x="3541" y="121641"/>
                        </a:cubicBezTo>
                        <a:lnTo>
                          <a:pt x="140256" y="121642"/>
                        </a:lnTo>
                        <a:lnTo>
                          <a:pt x="140256" y="121641"/>
                        </a:lnTo>
                        <a:cubicBezTo>
                          <a:pt x="142212" y="121641"/>
                          <a:pt x="143798" y="120056"/>
                          <a:pt x="143798" y="118100"/>
                        </a:cubicBezTo>
                        <a:lnTo>
                          <a:pt x="143798" y="3542"/>
                        </a:lnTo>
                        <a:cubicBezTo>
                          <a:pt x="143798" y="1585"/>
                          <a:pt x="142212" y="0"/>
                          <a:pt x="140256" y="0"/>
                        </a:cubicBezTo>
                        <a:lnTo>
                          <a:pt x="354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2701" cap="flat">
                    <a:solidFill>
                      <a:srgbClr val="818181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lIns="107999" tIns="0" rIns="0" bIns="0" anchor="ctr"/>
                  <a:lstStyle/>
                  <a:p>
                    <a:endParaRPr lang="en-NL"/>
                  </a:p>
                </p:txBody>
              </p:sp>
              <p:sp>
                <p:nvSpPr>
                  <p:cNvPr id="61" name="Rechthoek 67">
                    <a:extLst>
                      <a:ext uri="{FF2B5EF4-FFF2-40B4-BE49-F238E27FC236}">
                        <a16:creationId xmlns:a16="http://schemas.microsoft.com/office/drawing/2014/main" id="{B47D5E62-70E9-8599-245F-CAE00707494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80466" y="3809170"/>
                    <a:ext cx="108420" cy="14767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2" name="Rechthoek 68">
                    <a:extLst>
                      <a:ext uri="{FF2B5EF4-FFF2-40B4-BE49-F238E27FC236}">
                        <a16:creationId xmlns:a16="http://schemas.microsoft.com/office/drawing/2014/main" id="{38E868B3-939D-62CD-C992-46BC5A4B658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80466" y="3834179"/>
                    <a:ext cx="42190" cy="64538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3" name="Rechthoek 69">
                    <a:extLst>
                      <a:ext uri="{FF2B5EF4-FFF2-40B4-BE49-F238E27FC236}">
                        <a16:creationId xmlns:a16="http://schemas.microsoft.com/office/drawing/2014/main" id="{13C62148-FD59-2112-0DB9-DE6039679F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25182" y="3837873"/>
                    <a:ext cx="4805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4" name="Rechthoek 70">
                    <a:extLst>
                      <a:ext uri="{FF2B5EF4-FFF2-40B4-BE49-F238E27FC236}">
                        <a16:creationId xmlns:a16="http://schemas.microsoft.com/office/drawing/2014/main" id="{58975857-7835-F99D-45B3-4205C2C1FD3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25182" y="3863742"/>
                    <a:ext cx="2466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5" name="Rechthoek 71">
                    <a:extLst>
                      <a:ext uri="{FF2B5EF4-FFF2-40B4-BE49-F238E27FC236}">
                        <a16:creationId xmlns:a16="http://schemas.microsoft.com/office/drawing/2014/main" id="{9B160E0E-295A-3B82-7D93-6AAC37E246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25182" y="3889610"/>
                    <a:ext cx="2466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59" name="Boog 65">
                  <a:extLst>
                    <a:ext uri="{FF2B5EF4-FFF2-40B4-BE49-F238E27FC236}">
                      <a16:creationId xmlns:a16="http://schemas.microsoft.com/office/drawing/2014/main" id="{78B3E2EB-CD09-7379-F461-96FFDECE30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-3962915">
                  <a:off x="-2486866" y="3834225"/>
                  <a:ext cx="218962" cy="92080"/>
                </a:xfrm>
                <a:custGeom>
                  <a:avLst/>
                  <a:gdLst>
                    <a:gd name="T0" fmla="*/ 109481 w 218962"/>
                    <a:gd name="T1" fmla="*/ 0 h 92080"/>
                    <a:gd name="T2" fmla="*/ 218962 w 218962"/>
                    <a:gd name="T3" fmla="*/ 46040 h 92080"/>
                    <a:gd name="T4" fmla="*/ 109481 w 218962"/>
                    <a:gd name="T5" fmla="*/ 92080 h 92080"/>
                    <a:gd name="T6" fmla="*/ 0 w 218962"/>
                    <a:gd name="T7" fmla="*/ 46040 h 92080"/>
                    <a:gd name="T8" fmla="*/ 105456 w 218962"/>
                    <a:gd name="T9" fmla="*/ 31 h 92080"/>
                    <a:gd name="T10" fmla="*/ 109481 w 218962"/>
                    <a:gd name="T11" fmla="*/ 46040 h 92080"/>
                    <a:gd name="T12" fmla="*/ 188429 w 218962"/>
                    <a:gd name="T13" fmla="*/ 77937 h 92080"/>
                    <a:gd name="T14" fmla="*/ 17694720 60000 65536"/>
                    <a:gd name="T15" fmla="*/ 0 60000 65536"/>
                    <a:gd name="T16" fmla="*/ 5898240 60000 65536"/>
                    <a:gd name="T17" fmla="*/ 11796480 60000 65536"/>
                    <a:gd name="T18" fmla="*/ 11796480 60000 65536"/>
                    <a:gd name="T19" fmla="*/ 11796480 60000 65536"/>
                    <a:gd name="T20" fmla="*/ 5898240 60000 65536"/>
                    <a:gd name="T21" fmla="*/ 105456 w 218962"/>
                    <a:gd name="T22" fmla="*/ 0 h 92080"/>
                    <a:gd name="T23" fmla="*/ 218962 w 218962"/>
                    <a:gd name="T24" fmla="*/ 77937 h 9208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18962" h="92080" stroke="0">
                      <a:moveTo>
                        <a:pt x="105456" y="31"/>
                      </a:moveTo>
                      <a:lnTo>
                        <a:pt x="105456" y="31"/>
                      </a:lnTo>
                      <a:cubicBezTo>
                        <a:pt x="106797" y="10"/>
                        <a:pt x="108138" y="0"/>
                        <a:pt x="109481" y="0"/>
                      </a:cubicBezTo>
                      <a:cubicBezTo>
                        <a:pt x="169945" y="0"/>
                        <a:pt x="218962" y="20612"/>
                        <a:pt x="218962" y="46040"/>
                      </a:cubicBezTo>
                      <a:cubicBezTo>
                        <a:pt x="218962" y="57931"/>
                        <a:pt x="208020" y="69361"/>
                        <a:pt x="188429" y="77936"/>
                      </a:cubicBezTo>
                      <a:lnTo>
                        <a:pt x="109481" y="46040"/>
                      </a:lnTo>
                      <a:lnTo>
                        <a:pt x="105456" y="31"/>
                      </a:lnTo>
                      <a:close/>
                    </a:path>
                    <a:path w="218962" h="92080" fill="none">
                      <a:moveTo>
                        <a:pt x="105456" y="31"/>
                      </a:moveTo>
                      <a:lnTo>
                        <a:pt x="105456" y="31"/>
                      </a:lnTo>
                      <a:cubicBezTo>
                        <a:pt x="106797" y="10"/>
                        <a:pt x="108138" y="0"/>
                        <a:pt x="109481" y="0"/>
                      </a:cubicBezTo>
                      <a:cubicBezTo>
                        <a:pt x="169945" y="0"/>
                        <a:pt x="218962" y="20612"/>
                        <a:pt x="218962" y="46040"/>
                      </a:cubicBezTo>
                      <a:cubicBezTo>
                        <a:pt x="218962" y="57931"/>
                        <a:pt x="208020" y="69361"/>
                        <a:pt x="188429" y="77936"/>
                      </a:cubicBezTo>
                    </a:path>
                  </a:pathLst>
                </a:custGeom>
                <a:noFill/>
                <a:ln w="19046" cap="flat">
                  <a:solidFill>
                    <a:srgbClr val="4D82B8"/>
                  </a:solidFill>
                  <a:prstDash val="solid"/>
                  <a:round/>
                  <a:headEnd type="arrow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 anchorCtr="1"/>
                <a:lstStyle/>
                <a:p>
                  <a:endParaRPr lang="en-NL"/>
                </a:p>
              </p:txBody>
            </p:sp>
          </p:grpSp>
          <p:sp>
            <p:nvSpPr>
              <p:cNvPr id="55" name="Tekstvak 61">
                <a:extLst>
                  <a:ext uri="{FF2B5EF4-FFF2-40B4-BE49-F238E27FC236}">
                    <a16:creationId xmlns:a16="http://schemas.microsoft.com/office/drawing/2014/main" id="{49DE3AA3-ACBA-EEDF-02A5-CE06594232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245455" y="3541123"/>
                <a:ext cx="896112" cy="1347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56" name="Tekstvak 62">
                <a:extLst>
                  <a:ext uri="{FF2B5EF4-FFF2-40B4-BE49-F238E27FC236}">
                    <a16:creationId xmlns:a16="http://schemas.microsoft.com/office/drawing/2014/main" id="{659923B3-36B1-BEE9-6BC9-D29FBBDF35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258888" y="3793552"/>
                <a:ext cx="909544" cy="1264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57" name="Vrije vorm: vorm 63">
                <a:extLst>
                  <a:ext uri="{FF2B5EF4-FFF2-40B4-BE49-F238E27FC236}">
                    <a16:creationId xmlns:a16="http://schemas.microsoft.com/office/drawing/2014/main" id="{8A5A248E-AB5A-4CF9-56E0-176680C41305}"/>
                  </a:ext>
                </a:extLst>
              </p:cNvPr>
              <p:cNvSpPr/>
              <p:nvPr/>
            </p:nvSpPr>
            <p:spPr>
              <a:xfrm>
                <a:off x="-1360946" y="3863877"/>
                <a:ext cx="98405" cy="17938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880280"/>
                  <a:gd name="f7" fmla="val 1624084"/>
                  <a:gd name="f8" fmla="val 1262418"/>
                  <a:gd name="f9" fmla="val 313898"/>
                  <a:gd name="f10" fmla="val 996287"/>
                  <a:gd name="f11" fmla="val 620973"/>
                  <a:gd name="f12" fmla="val 839337"/>
                  <a:gd name="f13" fmla="val 1480782"/>
                  <a:gd name="f14" fmla="val 498144"/>
                  <a:gd name="f15" fmla="val 900753"/>
                  <a:gd name="f16" fmla="val 893929"/>
                  <a:gd name="f17" fmla="+- 0 0 -90"/>
                  <a:gd name="f18" fmla="*/ f3 1 880280"/>
                  <a:gd name="f19" fmla="*/ f4 1 1624084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880280"/>
                  <a:gd name="f28" fmla="*/ f24 1 1624084"/>
                  <a:gd name="f29" fmla="*/ 0 f25 1"/>
                  <a:gd name="f30" fmla="*/ 0 f24 1"/>
                  <a:gd name="f31" fmla="*/ 1262418 f24 1"/>
                  <a:gd name="f32" fmla="*/ 620973 f25 1"/>
                  <a:gd name="f33" fmla="*/ 1624084 f24 1"/>
                  <a:gd name="f34" fmla="*/ 839337 f25 1"/>
                  <a:gd name="f35" fmla="*/ 1480782 f24 1"/>
                  <a:gd name="f36" fmla="*/ 900753 f24 1"/>
                  <a:gd name="f37" fmla="*/ 880280 f25 1"/>
                  <a:gd name="f38" fmla="*/ 893929 f24 1"/>
                  <a:gd name="f39" fmla="*/ 313898 f25 1"/>
                  <a:gd name="f40" fmla="*/ 996287 f24 1"/>
                  <a:gd name="f41" fmla="*/ 498144 f25 1"/>
                  <a:gd name="f42" fmla="+- f26 0 f1"/>
                  <a:gd name="f43" fmla="*/ f29 1 880280"/>
                  <a:gd name="f44" fmla="*/ f30 1 1624084"/>
                  <a:gd name="f45" fmla="*/ f31 1 1624084"/>
                  <a:gd name="f46" fmla="*/ f32 1 880280"/>
                  <a:gd name="f47" fmla="*/ f33 1 1624084"/>
                  <a:gd name="f48" fmla="*/ f34 1 880280"/>
                  <a:gd name="f49" fmla="*/ f35 1 1624084"/>
                  <a:gd name="f50" fmla="*/ f36 1 1624084"/>
                  <a:gd name="f51" fmla="*/ f37 1 880280"/>
                  <a:gd name="f52" fmla="*/ f38 1 1624084"/>
                  <a:gd name="f53" fmla="*/ f39 1 880280"/>
                  <a:gd name="f54" fmla="*/ f40 1 1624084"/>
                  <a:gd name="f55" fmla="*/ f41 1 880280"/>
                  <a:gd name="f56" fmla="*/ f20 1 f27"/>
                  <a:gd name="f57" fmla="*/ f21 1 f27"/>
                  <a:gd name="f58" fmla="*/ f20 1 f28"/>
                  <a:gd name="f59" fmla="*/ f22 1 f28"/>
                  <a:gd name="f60" fmla="*/ f43 1 f27"/>
                  <a:gd name="f61" fmla="*/ f44 1 f28"/>
                  <a:gd name="f62" fmla="*/ f45 1 f28"/>
                  <a:gd name="f63" fmla="*/ f53 1 f27"/>
                  <a:gd name="f64" fmla="*/ f54 1 f28"/>
                  <a:gd name="f65" fmla="*/ f46 1 f27"/>
                  <a:gd name="f66" fmla="*/ f47 1 f28"/>
                  <a:gd name="f67" fmla="*/ f48 1 f27"/>
                  <a:gd name="f68" fmla="*/ f49 1 f28"/>
                  <a:gd name="f69" fmla="*/ f55 1 f27"/>
                  <a:gd name="f70" fmla="*/ f50 1 f28"/>
                  <a:gd name="f71" fmla="*/ f51 1 f27"/>
                  <a:gd name="f72" fmla="*/ f52 1 f28"/>
                  <a:gd name="f73" fmla="*/ f56 f18 1"/>
                  <a:gd name="f74" fmla="*/ f57 f18 1"/>
                  <a:gd name="f75" fmla="*/ f59 f19 1"/>
                  <a:gd name="f76" fmla="*/ f58 f19 1"/>
                  <a:gd name="f77" fmla="*/ f60 f18 1"/>
                  <a:gd name="f78" fmla="*/ f61 f19 1"/>
                  <a:gd name="f79" fmla="*/ f62 f19 1"/>
                  <a:gd name="f80" fmla="*/ f63 f18 1"/>
                  <a:gd name="f81" fmla="*/ f64 f19 1"/>
                  <a:gd name="f82" fmla="*/ f65 f18 1"/>
                  <a:gd name="f83" fmla="*/ f66 f19 1"/>
                  <a:gd name="f84" fmla="*/ f67 f18 1"/>
                  <a:gd name="f85" fmla="*/ f68 f19 1"/>
                  <a:gd name="f86" fmla="*/ f69 f18 1"/>
                  <a:gd name="f87" fmla="*/ f70 f19 1"/>
                  <a:gd name="f88" fmla="*/ f71 f18 1"/>
                  <a:gd name="f89" fmla="*/ f72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42">
                    <a:pos x="f77" y="f78"/>
                  </a:cxn>
                  <a:cxn ang="f42">
                    <a:pos x="f77" y="f79"/>
                  </a:cxn>
                  <a:cxn ang="f42">
                    <a:pos x="f80" y="f81"/>
                  </a:cxn>
                  <a:cxn ang="f42">
                    <a:pos x="f82" y="f83"/>
                  </a:cxn>
                  <a:cxn ang="f42">
                    <a:pos x="f84" y="f85"/>
                  </a:cxn>
                  <a:cxn ang="f42">
                    <a:pos x="f86" y="f87"/>
                  </a:cxn>
                  <a:cxn ang="f42">
                    <a:pos x="f88" y="f89"/>
                  </a:cxn>
                  <a:cxn ang="f42">
                    <a:pos x="f77" y="f78"/>
                  </a:cxn>
                </a:cxnLst>
                <a:rect l="f73" t="f76" r="f74" b="f75"/>
                <a:pathLst>
                  <a:path w="880280" h="1624084">
                    <a:moveTo>
                      <a:pt x="f5" y="f5"/>
                    </a:moveTo>
                    <a:lnTo>
                      <a:pt x="f5" y="f8"/>
                    </a:lnTo>
                    <a:lnTo>
                      <a:pt x="f9" y="f10"/>
                    </a:lnTo>
                    <a:lnTo>
                      <a:pt x="f11" y="f7"/>
                    </a:lnTo>
                    <a:lnTo>
                      <a:pt x="f12" y="f13"/>
                    </a:lnTo>
                    <a:lnTo>
                      <a:pt x="f14" y="f15"/>
                    </a:lnTo>
                    <a:lnTo>
                      <a:pt x="f6" y="f16"/>
                    </a:lnTo>
                    <a:lnTo>
                      <a:pt x="f5" y="f5"/>
                    </a:lnTo>
                    <a:close/>
                  </a:path>
                </a:pathLst>
              </a:custGeom>
              <a:solidFill>
                <a:srgbClr val="FFFFFF"/>
              </a:solidFill>
              <a:ln w="12701" cap="flat">
                <a:solidFill>
                  <a:srgbClr val="000000"/>
                </a:solidFill>
                <a:prstDash val="solid"/>
                <a:miter/>
              </a:ln>
            </p:spPr>
            <p:txBody>
              <a:bodyPr lIns="179999" tIns="179999" rIns="179999" bIns="179999" anchor="ctr" anchorCtr="1"/>
              <a:lstStyle/>
              <a:p>
                <a:pPr algn="ctr"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600" cap="all">
                  <a:solidFill>
                    <a:srgbClr val="FFFFFF"/>
                  </a:solidFill>
                  <a:latin typeface="Calibri" pitchFamily="34"/>
                  <a:cs typeface="Calibri" pitchFamily="34"/>
                </a:endParaRPr>
              </a:p>
            </p:txBody>
          </p:sp>
        </p:grpSp>
        <p:grpSp>
          <p:nvGrpSpPr>
            <p:cNvPr id="13" name="Groep 17">
              <a:extLst>
                <a:ext uri="{FF2B5EF4-FFF2-40B4-BE49-F238E27FC236}">
                  <a16:creationId xmlns:a16="http://schemas.microsoft.com/office/drawing/2014/main" id="{ABF9797B-2318-CCEE-647D-39918147FB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786164" y="5680655"/>
              <a:ext cx="3693380" cy="959690"/>
              <a:chOff x="-3786164" y="5680655"/>
              <a:chExt cx="3693380" cy="959690"/>
            </a:xfrm>
          </p:grpSpPr>
          <p:sp>
            <p:nvSpPr>
              <p:cNvPr id="41" name="Rechthoek 47">
                <a:extLst>
                  <a:ext uri="{FF2B5EF4-FFF2-40B4-BE49-F238E27FC236}">
                    <a16:creationId xmlns:a16="http://schemas.microsoft.com/office/drawing/2014/main" id="{3523ADF7-4C8B-838F-3B7E-917C071B47DE}"/>
                  </a:ext>
                </a:extLst>
              </p:cNvPr>
              <p:cNvSpPr/>
              <p:nvPr/>
            </p:nvSpPr>
            <p:spPr>
              <a:xfrm>
                <a:off x="-3786164" y="5811691"/>
                <a:ext cx="3593387" cy="828654"/>
              </a:xfrm>
              <a:prstGeom prst="rect">
                <a:avLst/>
              </a:prstGeom>
              <a:solidFill>
                <a:srgbClr val="ECECEC"/>
              </a:solidFill>
              <a:ln w="6345" cap="flat">
                <a:solidFill>
                  <a:srgbClr val="ECECEC"/>
                </a:solidFill>
                <a:prstDash val="solid"/>
                <a:miter/>
              </a:ln>
            </p:spPr>
            <p:txBody>
              <a:bodyPr lIns="179999" tIns="143999" rIns="179999" bIns="143999" anchor="ctr"/>
              <a:lstStyle/>
              <a:p>
                <a:pPr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Want to know more?</a:t>
                </a:r>
                <a:b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</a:b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Go to the tab</a:t>
                </a: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 'SLIDEBUILDER’ </a:t>
                </a: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and click</a:t>
                </a:r>
                <a:b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</a:b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on the button </a:t>
                </a: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‘Inspiration'</a:t>
                </a:r>
              </a:p>
            </p:txBody>
          </p:sp>
          <p:grpSp>
            <p:nvGrpSpPr>
              <p:cNvPr id="42" name="ICOON_info">
                <a:extLst>
                  <a:ext uri="{FF2B5EF4-FFF2-40B4-BE49-F238E27FC236}">
                    <a16:creationId xmlns:a16="http://schemas.microsoft.com/office/drawing/2014/main" id="{24230AC2-E1D3-92E4-26CF-18BD040380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76467" y="5680655"/>
                <a:ext cx="283683" cy="283683"/>
                <a:chOff x="-376467" y="5680655"/>
                <a:chExt cx="283683" cy="283683"/>
              </a:xfrm>
            </p:grpSpPr>
            <p:sp>
              <p:nvSpPr>
                <p:cNvPr id="49" name="Ovaal 55">
                  <a:extLst>
                    <a:ext uri="{FF2B5EF4-FFF2-40B4-BE49-F238E27FC236}">
                      <a16:creationId xmlns:a16="http://schemas.microsoft.com/office/drawing/2014/main" id="{1E00C9F5-E1A1-1B67-B47F-0178FB9E086C}"/>
                    </a:ext>
                  </a:extLst>
                </p:cNvPr>
                <p:cNvSpPr/>
                <p:nvPr/>
              </p:nvSpPr>
              <p:spPr>
                <a:xfrm>
                  <a:off x="-356257" y="5698981"/>
                  <a:ext cx="244427" cy="246057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211F26"/>
                </a:solidFill>
                <a:ln>
                  <a:noFill/>
                  <a:prstDash val="solid"/>
                </a:ln>
              </p:spPr>
              <p:txBody>
                <a:bodyPr lIns="179999" tIns="179999" rIns="179999" bIns="179999" anchor="ctr" anchorCtr="1"/>
                <a:lstStyle/>
                <a:p>
                  <a:pPr algn="ctr" eaLnBrk="1" fontAlgn="auto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600" cap="all">
                    <a:solidFill>
                      <a:srgbClr val="FFFFFF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sp>
              <p:nvSpPr>
                <p:cNvPr id="50" name="Graphic 163" descr="Informatie">
                  <a:extLst>
                    <a:ext uri="{FF2B5EF4-FFF2-40B4-BE49-F238E27FC236}">
                      <a16:creationId xmlns:a16="http://schemas.microsoft.com/office/drawing/2014/main" id="{2E1756D0-24D1-F8D0-8B28-AFC553AF70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376467" y="5680655"/>
                  <a:ext cx="283683" cy="283683"/>
                </a:xfrm>
                <a:custGeom>
                  <a:avLst/>
                  <a:gdLst>
                    <a:gd name="T0" fmla="*/ 141842 w 291719"/>
                    <a:gd name="T1" fmla="*/ 0 h 291719"/>
                    <a:gd name="T2" fmla="*/ 283683 w 291719"/>
                    <a:gd name="T3" fmla="*/ 141842 h 291719"/>
                    <a:gd name="T4" fmla="*/ 141842 w 291719"/>
                    <a:gd name="T5" fmla="*/ 283683 h 291719"/>
                    <a:gd name="T6" fmla="*/ 0 w 291719"/>
                    <a:gd name="T7" fmla="*/ 141842 h 291719"/>
                    <a:gd name="T8" fmla="*/ 141842 w 291719"/>
                    <a:gd name="T9" fmla="*/ 0 h 291719"/>
                    <a:gd name="T10" fmla="*/ 0 w 291719"/>
                    <a:gd name="T11" fmla="*/ 141842 h 291719"/>
                    <a:gd name="T12" fmla="*/ 141842 w 291719"/>
                    <a:gd name="T13" fmla="*/ 283684 h 291719"/>
                    <a:gd name="T14" fmla="*/ 283684 w 291719"/>
                    <a:gd name="T15" fmla="*/ 141842 h 291719"/>
                    <a:gd name="T16" fmla="*/ 141842 w 291719"/>
                    <a:gd name="T17" fmla="*/ 0 h 291719"/>
                    <a:gd name="T18" fmla="*/ 134376 w 291719"/>
                    <a:gd name="T19" fmla="*/ 37327 h 291719"/>
                    <a:gd name="T20" fmla="*/ 153040 w 291719"/>
                    <a:gd name="T21" fmla="*/ 55990 h 291719"/>
                    <a:gd name="T22" fmla="*/ 134376 w 291719"/>
                    <a:gd name="T23" fmla="*/ 74653 h 291719"/>
                    <a:gd name="T24" fmla="*/ 115713 w 291719"/>
                    <a:gd name="T25" fmla="*/ 55990 h 291719"/>
                    <a:gd name="T26" fmla="*/ 134376 w 291719"/>
                    <a:gd name="T27" fmla="*/ 37327 h 291719"/>
                    <a:gd name="T28" fmla="*/ 179169 w 291719"/>
                    <a:gd name="T29" fmla="*/ 246357 h 291719"/>
                    <a:gd name="T30" fmla="*/ 104515 w 291719"/>
                    <a:gd name="T31" fmla="*/ 246357 h 291719"/>
                    <a:gd name="T32" fmla="*/ 104515 w 291719"/>
                    <a:gd name="T33" fmla="*/ 223961 h 291719"/>
                    <a:gd name="T34" fmla="*/ 130644 w 291719"/>
                    <a:gd name="T35" fmla="*/ 223961 h 291719"/>
                    <a:gd name="T36" fmla="*/ 130644 w 291719"/>
                    <a:gd name="T37" fmla="*/ 111981 h 291719"/>
                    <a:gd name="T38" fmla="*/ 108248 w 291719"/>
                    <a:gd name="T39" fmla="*/ 111981 h 291719"/>
                    <a:gd name="T40" fmla="*/ 108248 w 291719"/>
                    <a:gd name="T41" fmla="*/ 89584 h 291719"/>
                    <a:gd name="T42" fmla="*/ 153040 w 291719"/>
                    <a:gd name="T43" fmla="*/ 89584 h 291719"/>
                    <a:gd name="T44" fmla="*/ 153040 w 291719"/>
                    <a:gd name="T45" fmla="*/ 111981 h 291719"/>
                    <a:gd name="T46" fmla="*/ 153040 w 291719"/>
                    <a:gd name="T47" fmla="*/ 223961 h 291719"/>
                    <a:gd name="T48" fmla="*/ 179169 w 291719"/>
                    <a:gd name="T49" fmla="*/ 223961 h 291719"/>
                    <a:gd name="T50" fmla="*/ 179169 w 291719"/>
                    <a:gd name="T51" fmla="*/ 246357 h 291719"/>
                    <a:gd name="T52" fmla="*/ 17694720 60000 65536"/>
                    <a:gd name="T53" fmla="*/ 0 60000 65536"/>
                    <a:gd name="T54" fmla="*/ 5898240 60000 65536"/>
                    <a:gd name="T55" fmla="*/ 1179648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w 291719"/>
                    <a:gd name="T79" fmla="*/ 0 h 291719"/>
                    <a:gd name="T80" fmla="*/ 291719 w 291719"/>
                    <a:gd name="T81" fmla="*/ 291719 h 291719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T78" t="T79" r="T80" b="T81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NL"/>
                </a:p>
              </p:txBody>
            </p:sp>
          </p:grpSp>
          <p:grpSp>
            <p:nvGrpSpPr>
              <p:cNvPr id="43" name="Groep 49">
                <a:extLst>
                  <a:ext uri="{FF2B5EF4-FFF2-40B4-BE49-F238E27FC236}">
                    <a16:creationId xmlns:a16="http://schemas.microsoft.com/office/drawing/2014/main" id="{280FA857-21F2-F32E-5AE5-7666B3F38B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938165" y="5938003"/>
                <a:ext cx="627799" cy="576684"/>
                <a:chOff x="-938165" y="5938003"/>
                <a:chExt cx="627799" cy="576684"/>
              </a:xfrm>
            </p:grpSpPr>
            <p:grpSp>
              <p:nvGrpSpPr>
                <p:cNvPr id="44" name="Inspireren">
                  <a:extLst>
                    <a:ext uri="{FF2B5EF4-FFF2-40B4-BE49-F238E27FC236}">
                      <a16:creationId xmlns:a16="http://schemas.microsoft.com/office/drawing/2014/main" id="{EF11415B-1582-15B3-27A1-8F4785013B5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715847" y="5938003"/>
                  <a:ext cx="169776" cy="242380"/>
                  <a:chOff x="-715847" y="5938003"/>
                  <a:chExt cx="169776" cy="242380"/>
                </a:xfrm>
              </p:grpSpPr>
              <p:sp>
                <p:nvSpPr>
                  <p:cNvPr id="46" name="Freeform 12">
                    <a:extLst>
                      <a:ext uri="{FF2B5EF4-FFF2-40B4-BE49-F238E27FC236}">
                        <a16:creationId xmlns:a16="http://schemas.microsoft.com/office/drawing/2014/main" id="{2204F222-9FAC-52E2-9042-FC166197887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665646" y="6024826"/>
                    <a:ext cx="68726" cy="62051"/>
                  </a:xfrm>
                  <a:custGeom>
                    <a:avLst/>
                    <a:gdLst>
                      <a:gd name="T0" fmla="*/ 34363 w 319"/>
                      <a:gd name="T1" fmla="*/ 0 h 288"/>
                      <a:gd name="T2" fmla="*/ 68726 w 319"/>
                      <a:gd name="T3" fmla="*/ 31026 h 288"/>
                      <a:gd name="T4" fmla="*/ 34363 w 319"/>
                      <a:gd name="T5" fmla="*/ 62051 h 288"/>
                      <a:gd name="T6" fmla="*/ 0 w 319"/>
                      <a:gd name="T7" fmla="*/ 31026 h 288"/>
                      <a:gd name="T8" fmla="*/ 47397 w 319"/>
                      <a:gd name="T9" fmla="*/ 62051 h 288"/>
                      <a:gd name="T10" fmla="*/ 23052 w 319"/>
                      <a:gd name="T11" fmla="*/ 62051 h 288"/>
                      <a:gd name="T12" fmla="*/ 0 w 319"/>
                      <a:gd name="T13" fmla="*/ 0 h 288"/>
                      <a:gd name="T14" fmla="*/ 68726 w 319"/>
                      <a:gd name="T15" fmla="*/ 0 h 288"/>
                      <a:gd name="T16" fmla="*/ 47397 w 319"/>
                      <a:gd name="T17" fmla="*/ 62051 h 288"/>
                      <a:gd name="T18" fmla="*/ 17694720 60000 65536"/>
                      <a:gd name="T19" fmla="*/ 0 60000 65536"/>
                      <a:gd name="T20" fmla="*/ 5898240 60000 65536"/>
                      <a:gd name="T21" fmla="*/ 1179648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319"/>
                      <a:gd name="T28" fmla="*/ 0 h 288"/>
                      <a:gd name="T29" fmla="*/ 319 w 319"/>
                      <a:gd name="T30" fmla="*/ 288 h 288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  <p:sp>
                <p:nvSpPr>
                  <p:cNvPr id="47" name="Freeform 13">
                    <a:extLst>
                      <a:ext uri="{FF2B5EF4-FFF2-40B4-BE49-F238E27FC236}">
                        <a16:creationId xmlns:a16="http://schemas.microsoft.com/office/drawing/2014/main" id="{98149A57-613E-7C30-58E8-EFF9690A748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661120" y="6156252"/>
                    <a:ext cx="60761" cy="24131"/>
                  </a:xfrm>
                  <a:custGeom>
                    <a:avLst/>
                    <a:gdLst>
                      <a:gd name="T0" fmla="*/ 30381 w 251"/>
                      <a:gd name="T1" fmla="*/ 0 h 100"/>
                      <a:gd name="T2" fmla="*/ 60761 w 251"/>
                      <a:gd name="T3" fmla="*/ 12066 h 100"/>
                      <a:gd name="T4" fmla="*/ 30381 w 251"/>
                      <a:gd name="T5" fmla="*/ 24131 h 100"/>
                      <a:gd name="T6" fmla="*/ 0 w 251"/>
                      <a:gd name="T7" fmla="*/ 12066 h 100"/>
                      <a:gd name="T8" fmla="*/ 55435 w 251"/>
                      <a:gd name="T9" fmla="*/ 16892 h 100"/>
                      <a:gd name="T10" fmla="*/ 55435 w 251"/>
                      <a:gd name="T11" fmla="*/ 16650 h 100"/>
                      <a:gd name="T12" fmla="*/ 60761 w 251"/>
                      <a:gd name="T13" fmla="*/ 0 h 100"/>
                      <a:gd name="T14" fmla="*/ 0 w 251"/>
                      <a:gd name="T15" fmla="*/ 0 h 100"/>
                      <a:gd name="T16" fmla="*/ 5326 w 251"/>
                      <a:gd name="T17" fmla="*/ 16650 h 100"/>
                      <a:gd name="T18" fmla="*/ 15251 w 251"/>
                      <a:gd name="T19" fmla="*/ 24131 h 100"/>
                      <a:gd name="T20" fmla="*/ 45510 w 251"/>
                      <a:gd name="T21" fmla="*/ 24131 h 100"/>
                      <a:gd name="T22" fmla="*/ 55435 w 251"/>
                      <a:gd name="T23" fmla="*/ 17133 h 100"/>
                      <a:gd name="T24" fmla="*/ 55435 w 251"/>
                      <a:gd name="T25" fmla="*/ 17133 h 100"/>
                      <a:gd name="T26" fmla="*/ 55435 w 251"/>
                      <a:gd name="T27" fmla="*/ 16892 h 100"/>
                      <a:gd name="T28" fmla="*/ 17694720 60000 65536"/>
                      <a:gd name="T29" fmla="*/ 0 60000 65536"/>
                      <a:gd name="T30" fmla="*/ 5898240 60000 65536"/>
                      <a:gd name="T31" fmla="*/ 1179648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251"/>
                      <a:gd name="T43" fmla="*/ 0 h 100"/>
                      <a:gd name="T44" fmla="*/ 251 w 251"/>
                      <a:gd name="T45" fmla="*/ 100 h 100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  <p:sp>
                <p:nvSpPr>
                  <p:cNvPr id="48" name="Freeform 14">
                    <a:extLst>
                      <a:ext uri="{FF2B5EF4-FFF2-40B4-BE49-F238E27FC236}">
                        <a16:creationId xmlns:a16="http://schemas.microsoft.com/office/drawing/2014/main" id="{7DFEF754-9C24-089A-C63B-652FC3A8A82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715847" y="5938003"/>
                    <a:ext cx="169776" cy="208126"/>
                  </a:xfrm>
                  <a:custGeom>
                    <a:avLst/>
                    <a:gdLst>
                      <a:gd name="T0" fmla="*/ 84888 w 702"/>
                      <a:gd name="T1" fmla="*/ 0 h 860"/>
                      <a:gd name="T2" fmla="*/ 169776 w 702"/>
                      <a:gd name="T3" fmla="*/ 104063 h 860"/>
                      <a:gd name="T4" fmla="*/ 84888 w 702"/>
                      <a:gd name="T5" fmla="*/ 208126 h 860"/>
                      <a:gd name="T6" fmla="*/ 0 w 702"/>
                      <a:gd name="T7" fmla="*/ 104063 h 860"/>
                      <a:gd name="T8" fmla="*/ 84888 w 702"/>
                      <a:gd name="T9" fmla="*/ 0 h 860"/>
                      <a:gd name="T10" fmla="*/ 0 w 702"/>
                      <a:gd name="T11" fmla="*/ 84944 h 860"/>
                      <a:gd name="T12" fmla="*/ 32407 w 702"/>
                      <a:gd name="T13" fmla="*/ 151738 h 860"/>
                      <a:gd name="T14" fmla="*/ 39905 w 702"/>
                      <a:gd name="T15" fmla="*/ 173761 h 860"/>
                      <a:gd name="T16" fmla="*/ 64331 w 702"/>
                      <a:gd name="T17" fmla="*/ 173761 h 860"/>
                      <a:gd name="T18" fmla="*/ 64331 w 702"/>
                      <a:gd name="T19" fmla="*/ 173761 h 860"/>
                      <a:gd name="T20" fmla="*/ 104961 w 702"/>
                      <a:gd name="T21" fmla="*/ 173761 h 860"/>
                      <a:gd name="T22" fmla="*/ 101334 w 702"/>
                      <a:gd name="T23" fmla="*/ 183925 h 860"/>
                      <a:gd name="T24" fmla="*/ 68684 w 702"/>
                      <a:gd name="T25" fmla="*/ 183925 h 860"/>
                      <a:gd name="T26" fmla="*/ 68684 w 702"/>
                      <a:gd name="T27" fmla="*/ 183925 h 860"/>
                      <a:gd name="T28" fmla="*/ 43290 w 702"/>
                      <a:gd name="T29" fmla="*/ 183925 h 860"/>
                      <a:gd name="T30" fmla="*/ 51271 w 702"/>
                      <a:gd name="T31" fmla="*/ 208126 h 860"/>
                      <a:gd name="T32" fmla="*/ 51271 w 702"/>
                      <a:gd name="T33" fmla="*/ 208126 h 860"/>
                      <a:gd name="T34" fmla="*/ 52239 w 702"/>
                      <a:gd name="T35" fmla="*/ 208126 h 860"/>
                      <a:gd name="T36" fmla="*/ 118021 w 702"/>
                      <a:gd name="T37" fmla="*/ 208126 h 860"/>
                      <a:gd name="T38" fmla="*/ 118746 w 702"/>
                      <a:gd name="T39" fmla="*/ 208126 h 860"/>
                      <a:gd name="T40" fmla="*/ 137852 w 702"/>
                      <a:gd name="T41" fmla="*/ 151254 h 860"/>
                      <a:gd name="T42" fmla="*/ 169776 w 702"/>
                      <a:gd name="T43" fmla="*/ 84944 h 860"/>
                      <a:gd name="T44" fmla="*/ 84888 w 702"/>
                      <a:gd name="T45" fmla="*/ 0 h 860"/>
                      <a:gd name="T46" fmla="*/ 141964 w 702"/>
                      <a:gd name="T47" fmla="*/ 105999 h 860"/>
                      <a:gd name="T48" fmla="*/ 117295 w 702"/>
                      <a:gd name="T49" fmla="*/ 136250 h 860"/>
                      <a:gd name="T50" fmla="*/ 109798 w 702"/>
                      <a:gd name="T51" fmla="*/ 159241 h 860"/>
                      <a:gd name="T52" fmla="*/ 60462 w 702"/>
                      <a:gd name="T53" fmla="*/ 159241 h 860"/>
                      <a:gd name="T54" fmla="*/ 52964 w 702"/>
                      <a:gd name="T55" fmla="*/ 136734 h 860"/>
                      <a:gd name="T56" fmla="*/ 27812 w 702"/>
                      <a:gd name="T57" fmla="*/ 106241 h 860"/>
                      <a:gd name="T58" fmla="*/ 23943 w 702"/>
                      <a:gd name="T59" fmla="*/ 84944 h 860"/>
                      <a:gd name="T60" fmla="*/ 84888 w 702"/>
                      <a:gd name="T61" fmla="*/ 23959 h 860"/>
                      <a:gd name="T62" fmla="*/ 145833 w 702"/>
                      <a:gd name="T63" fmla="*/ 84944 h 860"/>
                      <a:gd name="T64" fmla="*/ 141964 w 702"/>
                      <a:gd name="T65" fmla="*/ 105999 h 860"/>
                      <a:gd name="T66" fmla="*/ 17694720 60000 65536"/>
                      <a:gd name="T67" fmla="*/ 0 60000 65536"/>
                      <a:gd name="T68" fmla="*/ 5898240 60000 65536"/>
                      <a:gd name="T69" fmla="*/ 1179648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w 702"/>
                      <a:gd name="T100" fmla="*/ 0 h 860"/>
                      <a:gd name="T101" fmla="*/ 702 w 702"/>
                      <a:gd name="T102" fmla="*/ 860 h 860"/>
                    </a:gdLst>
                    <a:ahLst/>
                    <a:cxnLst>
                      <a:cxn ang="T66">
                        <a:pos x="T0" y="T1"/>
                      </a:cxn>
                      <a:cxn ang="T67">
                        <a:pos x="T2" y="T3"/>
                      </a:cxn>
                      <a:cxn ang="T68">
                        <a:pos x="T4" y="T5"/>
                      </a:cxn>
                      <a:cxn ang="T69">
                        <a:pos x="T6" y="T7"/>
                      </a:cxn>
                      <a:cxn ang="T70">
                        <a:pos x="T8" y="T9"/>
                      </a:cxn>
                      <a:cxn ang="T71">
                        <a:pos x="T10" y="T11"/>
                      </a:cxn>
                      <a:cxn ang="T72">
                        <a:pos x="T12" y="T13"/>
                      </a:cxn>
                      <a:cxn ang="T73">
                        <a:pos x="T14" y="T15"/>
                      </a:cxn>
                      <a:cxn ang="T74">
                        <a:pos x="T16" y="T17"/>
                      </a:cxn>
                      <a:cxn ang="T75">
                        <a:pos x="T18" y="T19"/>
                      </a:cxn>
                      <a:cxn ang="T76">
                        <a:pos x="T20" y="T21"/>
                      </a:cxn>
                      <a:cxn ang="T77">
                        <a:pos x="T22" y="T23"/>
                      </a:cxn>
                      <a:cxn ang="T78">
                        <a:pos x="T24" y="T25"/>
                      </a:cxn>
                      <a:cxn ang="T79">
                        <a:pos x="T26" y="T27"/>
                      </a:cxn>
                      <a:cxn ang="T80">
                        <a:pos x="T28" y="T29"/>
                      </a:cxn>
                      <a:cxn ang="T81">
                        <a:pos x="T30" y="T31"/>
                      </a:cxn>
                      <a:cxn ang="T82">
                        <a:pos x="T32" y="T33"/>
                      </a:cxn>
                      <a:cxn ang="T83">
                        <a:pos x="T34" y="T35"/>
                      </a:cxn>
                      <a:cxn ang="T84">
                        <a:pos x="T36" y="T37"/>
                      </a:cxn>
                      <a:cxn ang="T85">
                        <a:pos x="T38" y="T39"/>
                      </a:cxn>
                      <a:cxn ang="T86">
                        <a:pos x="T40" y="T41"/>
                      </a:cxn>
                      <a:cxn ang="T87">
                        <a:pos x="T42" y="T43"/>
                      </a:cxn>
                      <a:cxn ang="T88">
                        <a:pos x="T44" y="T45"/>
                      </a:cxn>
                      <a:cxn ang="T89">
                        <a:pos x="T46" y="T47"/>
                      </a:cxn>
                      <a:cxn ang="T90">
                        <a:pos x="T48" y="T49"/>
                      </a:cxn>
                      <a:cxn ang="T91">
                        <a:pos x="T50" y="T51"/>
                      </a:cxn>
                      <a:cxn ang="T92">
                        <a:pos x="T52" y="T53"/>
                      </a:cxn>
                      <a:cxn ang="T93">
                        <a:pos x="T54" y="T55"/>
                      </a:cxn>
                      <a:cxn ang="T94">
                        <a:pos x="T56" y="T57"/>
                      </a:cxn>
                      <a:cxn ang="T95">
                        <a:pos x="T58" y="T59"/>
                      </a:cxn>
                      <a:cxn ang="T96">
                        <a:pos x="T60" y="T61"/>
                      </a:cxn>
                      <a:cxn ang="T97">
                        <a:pos x="T62" y="T63"/>
                      </a:cxn>
                      <a:cxn ang="T98">
                        <a:pos x="T64" y="T65"/>
                      </a:cxn>
                    </a:cxnLst>
                    <a:rect l="T99" t="T100" r="T101" b="T102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</p:grpSp>
            <p:sp>
              <p:nvSpPr>
                <p:cNvPr id="45" name="Tekstvak 51">
                  <a:extLst>
                    <a:ext uri="{FF2B5EF4-FFF2-40B4-BE49-F238E27FC236}">
                      <a16:creationId xmlns:a16="http://schemas.microsoft.com/office/drawing/2014/main" id="{50347A7C-C0E0-807E-C323-09FBB7515DD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-938165" y="6192453"/>
                  <a:ext cx="627799" cy="3222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 anchorCtr="1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altLang="en-NL" sz="100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4" name="Groep 20">
              <a:extLst>
                <a:ext uri="{FF2B5EF4-FFF2-40B4-BE49-F238E27FC236}">
                  <a16:creationId xmlns:a16="http://schemas.microsoft.com/office/drawing/2014/main" id="{84771428-72F9-9C56-4FC4-6AB3DC2837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426805" y="5129582"/>
              <a:ext cx="514285" cy="506541"/>
              <a:chOff x="-3426805" y="5129582"/>
              <a:chExt cx="514285" cy="506541"/>
            </a:xfrm>
          </p:grpSpPr>
          <p:grpSp>
            <p:nvGrpSpPr>
              <p:cNvPr id="25" name="Groep 31">
                <a:extLst>
                  <a:ext uri="{FF2B5EF4-FFF2-40B4-BE49-F238E27FC236}">
                    <a16:creationId xmlns:a16="http://schemas.microsoft.com/office/drawing/2014/main" id="{33C51E6A-74FC-DE36-C10C-6F8BE1EDDD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321695" y="5129582"/>
                <a:ext cx="319089" cy="306324"/>
                <a:chOff x="-3321695" y="5129582"/>
                <a:chExt cx="319089" cy="306324"/>
              </a:xfrm>
            </p:grpSpPr>
            <p:grpSp>
              <p:nvGrpSpPr>
                <p:cNvPr id="28" name="Groep 34">
                  <a:extLst>
                    <a:ext uri="{FF2B5EF4-FFF2-40B4-BE49-F238E27FC236}">
                      <a16:creationId xmlns:a16="http://schemas.microsoft.com/office/drawing/2014/main" id="{F8F839C3-C946-984A-D72E-DA3AAE6B1CC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321695" y="5129582"/>
                  <a:ext cx="282064" cy="270561"/>
                  <a:chOff x="-3321695" y="5129582"/>
                  <a:chExt cx="282064" cy="270561"/>
                </a:xfrm>
              </p:grpSpPr>
              <p:grpSp>
                <p:nvGrpSpPr>
                  <p:cNvPr id="35" name="Groep 41">
                    <a:extLst>
                      <a:ext uri="{FF2B5EF4-FFF2-40B4-BE49-F238E27FC236}">
                        <a16:creationId xmlns:a16="http://schemas.microsoft.com/office/drawing/2014/main" id="{D4F58722-2EB1-90E6-0A80-E6FC8247C7D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-3321695" y="5129582"/>
                    <a:ext cx="282064" cy="270561"/>
                    <a:chOff x="-3321695" y="5129582"/>
                    <a:chExt cx="282064" cy="270561"/>
                  </a:xfrm>
                </p:grpSpPr>
                <p:sp>
                  <p:nvSpPr>
                    <p:cNvPr id="38" name="Rechthoek 44">
                      <a:extLst>
                        <a:ext uri="{FF2B5EF4-FFF2-40B4-BE49-F238E27FC236}">
                          <a16:creationId xmlns:a16="http://schemas.microsoft.com/office/drawing/2014/main" id="{24CD224E-3B6A-5E75-FE3C-297C91E770B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3321695" y="5129582"/>
                      <a:ext cx="282064" cy="270561"/>
                    </a:xfrm>
                    <a:prstGeom prst="rect">
                      <a:avLst/>
                    </a:prstGeom>
                    <a:noFill/>
                    <a:ln w="12701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lIns="107999" tIns="0" rIns="0" bIns="0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altLang="en-NL" sz="8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39" name="Rechthoek 45">
                      <a:extLst>
                        <a:ext uri="{FF2B5EF4-FFF2-40B4-BE49-F238E27FC236}">
                          <a16:creationId xmlns:a16="http://schemas.microsoft.com/office/drawing/2014/main" id="{5813269A-84ED-0819-F244-88215104939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3321695" y="5129582"/>
                      <a:ext cx="166237" cy="163814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12701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</p:spPr>
                  <p:txBody>
                    <a:bodyPr lIns="107999" tIns="0" rIns="0" bIns="0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altLang="en-NL" sz="8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0" name="Ovaal 46">
                      <a:extLst>
                        <a:ext uri="{FF2B5EF4-FFF2-40B4-BE49-F238E27FC236}">
                          <a16:creationId xmlns:a16="http://schemas.microsoft.com/office/drawing/2014/main" id="{30B85987-28ED-2875-60F4-6DA2C195A2F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3220425" y="5150275"/>
                      <a:ext cx="45866" cy="45866"/>
                    </a:xfrm>
                    <a:custGeom>
                      <a:avLst/>
                      <a:gdLst>
                        <a:gd name="T0" fmla="*/ 22933 w 45866"/>
                        <a:gd name="T1" fmla="*/ 0 h 45866"/>
                        <a:gd name="T2" fmla="*/ 45866 w 45866"/>
                        <a:gd name="T3" fmla="*/ 22933 h 45866"/>
                        <a:gd name="T4" fmla="*/ 22933 w 45866"/>
                        <a:gd name="T5" fmla="*/ 45866 h 45866"/>
                        <a:gd name="T6" fmla="*/ 0 w 45866"/>
                        <a:gd name="T7" fmla="*/ 22933 h 45866"/>
                        <a:gd name="T8" fmla="*/ 6717 w 45866"/>
                        <a:gd name="T9" fmla="*/ 6717 h 45866"/>
                        <a:gd name="T10" fmla="*/ 6717 w 45866"/>
                        <a:gd name="T11" fmla="*/ 39149 h 45866"/>
                        <a:gd name="T12" fmla="*/ 39149 w 45866"/>
                        <a:gd name="T13" fmla="*/ 39149 h 45866"/>
                        <a:gd name="T14" fmla="*/ 39149 w 45866"/>
                        <a:gd name="T15" fmla="*/ 6717 h 45866"/>
                        <a:gd name="T16" fmla="*/ 17694720 60000 65536"/>
                        <a:gd name="T17" fmla="*/ 0 60000 65536"/>
                        <a:gd name="T18" fmla="*/ 5898240 60000 65536"/>
                        <a:gd name="T19" fmla="*/ 11796480 60000 65536"/>
                        <a:gd name="T20" fmla="*/ 17694720 60000 65536"/>
                        <a:gd name="T21" fmla="*/ 5898240 60000 65536"/>
                        <a:gd name="T22" fmla="*/ 5898240 60000 65536"/>
                        <a:gd name="T23" fmla="*/ 17694720 60000 65536"/>
                        <a:gd name="T24" fmla="*/ 6717 w 45866"/>
                        <a:gd name="T25" fmla="*/ 6717 h 45866"/>
                        <a:gd name="T26" fmla="*/ 39149 w 45866"/>
                        <a:gd name="T27" fmla="*/ 39149 h 4586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45866" h="45866">
                          <a:moveTo>
                            <a:pt x="0" y="22933"/>
                          </a:moveTo>
                          <a:lnTo>
                            <a:pt x="0" y="22932"/>
                          </a:lnTo>
                          <a:cubicBezTo>
                            <a:pt x="0" y="35598"/>
                            <a:pt x="10267" y="45866"/>
                            <a:pt x="22933" y="45866"/>
                          </a:cubicBezTo>
                          <a:cubicBezTo>
                            <a:pt x="35598" y="45866"/>
                            <a:pt x="45866" y="35598"/>
                            <a:pt x="45866" y="22933"/>
                          </a:cubicBezTo>
                          <a:cubicBezTo>
                            <a:pt x="45866" y="10267"/>
                            <a:pt x="35598" y="0"/>
                            <a:pt x="22933" y="0"/>
                          </a:cubicBezTo>
                          <a:cubicBezTo>
                            <a:pt x="10267" y="-1"/>
                            <a:pt x="0" y="10267"/>
                            <a:pt x="0" y="22932"/>
                          </a:cubicBezTo>
                          <a:close/>
                        </a:path>
                      </a:pathLst>
                    </a:custGeom>
                    <a:solidFill>
                      <a:srgbClr val="ECC67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tIns="0" rIns="0" bIns="0" anchor="ctr"/>
                    <a:lstStyle/>
                    <a:p>
                      <a:endParaRPr lang="en-NL"/>
                    </a:p>
                  </p:txBody>
                </p:sp>
              </p:grpSp>
              <p:pic>
                <p:nvPicPr>
                  <p:cNvPr id="36" name="Afbeelding 42">
                    <a:extLst>
                      <a:ext uri="{FF2B5EF4-FFF2-40B4-BE49-F238E27FC236}">
                        <a16:creationId xmlns:a16="http://schemas.microsoft.com/office/drawing/2014/main" id="{CD155CAB-FA44-6569-121B-AD45482400EB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3313822" y="5196224"/>
                    <a:ext cx="110157" cy="8909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37" name="Afbeelding 43">
                    <a:extLst>
                      <a:ext uri="{FF2B5EF4-FFF2-40B4-BE49-F238E27FC236}">
                        <a16:creationId xmlns:a16="http://schemas.microsoft.com/office/drawing/2014/main" id="{181A32E6-46A3-38E6-AB64-1F93E28BABC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3270424" y="5211650"/>
                    <a:ext cx="110157" cy="708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grpSp>
              <p:nvGrpSpPr>
                <p:cNvPr id="29" name="Groep 35">
                  <a:extLst>
                    <a:ext uri="{FF2B5EF4-FFF2-40B4-BE49-F238E27FC236}">
                      <a16:creationId xmlns:a16="http://schemas.microsoft.com/office/drawing/2014/main" id="{A3384163-8614-D510-025C-AA4CF0893C5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102203" y="5335871"/>
                  <a:ext cx="99597" cy="100035"/>
                  <a:chOff x="-3102203" y="5335871"/>
                  <a:chExt cx="99597" cy="100035"/>
                </a:xfrm>
              </p:grpSpPr>
              <p:sp>
                <p:nvSpPr>
                  <p:cNvPr id="33" name="Rechthoek 39">
                    <a:extLst>
                      <a:ext uri="{FF2B5EF4-FFF2-40B4-BE49-F238E27FC236}">
                        <a16:creationId xmlns:a16="http://schemas.microsoft.com/office/drawing/2014/main" id="{799756B5-2A29-96B0-297D-7BB155D57AB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102202" y="5335871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4" name="Rechthoek 40">
                    <a:extLst>
                      <a:ext uri="{FF2B5EF4-FFF2-40B4-BE49-F238E27FC236}">
                        <a16:creationId xmlns:a16="http://schemas.microsoft.com/office/drawing/2014/main" id="{BF947238-2395-A89A-B99F-4CDF8D6303E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13">
                    <a:off x="-3142308" y="5376415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0" name="Groep 36">
                  <a:extLst>
                    <a:ext uri="{FF2B5EF4-FFF2-40B4-BE49-F238E27FC236}">
                      <a16:creationId xmlns:a16="http://schemas.microsoft.com/office/drawing/2014/main" id="{33C18F61-1C21-4F05-82B0-A1B65960D2C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130969" y="5308806"/>
                  <a:ext cx="99597" cy="100024"/>
                  <a:chOff x="-3130969" y="5308806"/>
                  <a:chExt cx="99597" cy="100024"/>
                </a:xfrm>
              </p:grpSpPr>
              <p:sp>
                <p:nvSpPr>
                  <p:cNvPr id="31" name="Rechthoek 37">
                    <a:extLst>
                      <a:ext uri="{FF2B5EF4-FFF2-40B4-BE49-F238E27FC236}">
                        <a16:creationId xmlns:a16="http://schemas.microsoft.com/office/drawing/2014/main" id="{C9DD3A98-0263-5400-E53F-847DC79F486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0799991">
                    <a:off x="-3130969" y="5389445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2" name="Rechthoek 38">
                    <a:extLst>
                      <a:ext uri="{FF2B5EF4-FFF2-40B4-BE49-F238E27FC236}">
                        <a16:creationId xmlns:a16="http://schemas.microsoft.com/office/drawing/2014/main" id="{1D6F1F53-C4EC-E662-DC19-32B7C7B29AD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399996">
                    <a:off x="-3090862" y="5348911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26" name="Rechthoek 32">
                <a:extLst>
                  <a:ext uri="{FF2B5EF4-FFF2-40B4-BE49-F238E27FC236}">
                    <a16:creationId xmlns:a16="http://schemas.microsoft.com/office/drawing/2014/main" id="{22842C29-1D5B-7235-4F99-A8994D88CA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426805" y="5461967"/>
                <a:ext cx="514285" cy="1100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27" name="Gelijkbenige driehoek 33">
                <a:extLst>
                  <a:ext uri="{FF2B5EF4-FFF2-40B4-BE49-F238E27FC236}">
                    <a16:creationId xmlns:a16="http://schemas.microsoft.com/office/drawing/2014/main" id="{AA64F7FE-2E0A-5768-1F00-8AA6082FEC48}"/>
                  </a:ext>
                </a:extLst>
              </p:cNvPr>
              <p:cNvSpPr>
                <a:spLocks/>
              </p:cNvSpPr>
              <p:nvPr/>
            </p:nvSpPr>
            <p:spPr bwMode="auto">
              <a:xfrm rot="10799991">
                <a:off x="-3199339" y="5601193"/>
                <a:ext cx="59335" cy="34930"/>
              </a:xfrm>
              <a:custGeom>
                <a:avLst/>
                <a:gdLst>
                  <a:gd name="T0" fmla="*/ 29668 w 59335"/>
                  <a:gd name="T1" fmla="*/ 0 h 34930"/>
                  <a:gd name="T2" fmla="*/ 59335 w 59335"/>
                  <a:gd name="T3" fmla="*/ 17465 h 34930"/>
                  <a:gd name="T4" fmla="*/ 29668 w 59335"/>
                  <a:gd name="T5" fmla="*/ 34930 h 34930"/>
                  <a:gd name="T6" fmla="*/ 0 w 59335"/>
                  <a:gd name="T7" fmla="*/ 17465 h 34930"/>
                  <a:gd name="T8" fmla="*/ 29667 w 59335"/>
                  <a:gd name="T9" fmla="*/ 0 h 34930"/>
                  <a:gd name="T10" fmla="*/ 14834 w 59335"/>
                  <a:gd name="T11" fmla="*/ 17465 h 34930"/>
                  <a:gd name="T12" fmla="*/ 0 w 59335"/>
                  <a:gd name="T13" fmla="*/ 34930 h 34930"/>
                  <a:gd name="T14" fmla="*/ 29667 w 59335"/>
                  <a:gd name="T15" fmla="*/ 34930 h 34930"/>
                  <a:gd name="T16" fmla="*/ 59335 w 59335"/>
                  <a:gd name="T17" fmla="*/ 34930 h 34930"/>
                  <a:gd name="T18" fmla="*/ 44501 w 59335"/>
                  <a:gd name="T19" fmla="*/ 17465 h 34930"/>
                  <a:gd name="T20" fmla="*/ 17694720 60000 65536"/>
                  <a:gd name="T21" fmla="*/ 0 60000 65536"/>
                  <a:gd name="T22" fmla="*/ 5898240 60000 65536"/>
                  <a:gd name="T23" fmla="*/ 11796480 60000 65536"/>
                  <a:gd name="T24" fmla="*/ 17694720 60000 65536"/>
                  <a:gd name="T25" fmla="*/ 11796480 60000 65536"/>
                  <a:gd name="T26" fmla="*/ 5898240 60000 65536"/>
                  <a:gd name="T27" fmla="*/ 5898240 60000 65536"/>
                  <a:gd name="T28" fmla="*/ 5898240 60000 65536"/>
                  <a:gd name="T29" fmla="*/ 0 60000 65536"/>
                  <a:gd name="T30" fmla="*/ 14834 w 59335"/>
                  <a:gd name="T31" fmla="*/ 17465 h 34930"/>
                  <a:gd name="T32" fmla="*/ 44501 w 59335"/>
                  <a:gd name="T33" fmla="*/ 34930 h 349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9335" h="34930">
                    <a:moveTo>
                      <a:pt x="0" y="34930"/>
                    </a:moveTo>
                    <a:lnTo>
                      <a:pt x="29667" y="0"/>
                    </a:lnTo>
                    <a:lnTo>
                      <a:pt x="59335" y="34930"/>
                    </a:lnTo>
                    <a:lnTo>
                      <a:pt x="0" y="34930"/>
                    </a:lnTo>
                    <a:close/>
                  </a:path>
                </a:pathLst>
              </a:custGeom>
              <a:solidFill>
                <a:srgbClr val="8181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/>
              <a:p>
                <a:endParaRPr lang="en-NL"/>
              </a:p>
            </p:txBody>
          </p:sp>
        </p:grpSp>
        <p:sp>
          <p:nvSpPr>
            <p:cNvPr id="15" name="Ovaal 21">
              <a:extLst>
                <a:ext uri="{FF2B5EF4-FFF2-40B4-BE49-F238E27FC236}">
                  <a16:creationId xmlns:a16="http://schemas.microsoft.com/office/drawing/2014/main" id="{16779DB3-32B4-D455-C3E9-04045EF8578F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1811179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6" name="Rechthoek 22">
              <a:extLst>
                <a:ext uri="{FF2B5EF4-FFF2-40B4-BE49-F238E27FC236}">
                  <a16:creationId xmlns:a16="http://schemas.microsoft.com/office/drawing/2014/main" id="{885D3EFE-F4FB-4FF7-6165-6EE5750EE1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1811188"/>
              <a:ext cx="2944678" cy="326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7" name="Rechthoek 23">
              <a:extLst>
                <a:ext uri="{FF2B5EF4-FFF2-40B4-BE49-F238E27FC236}">
                  <a16:creationId xmlns:a16="http://schemas.microsoft.com/office/drawing/2014/main" id="{71EC2FCF-9CB1-A63E-722E-E18FDEBB6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245757"/>
              <a:ext cx="825502" cy="209553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18" name="Groep 24">
              <a:extLst>
                <a:ext uri="{FF2B5EF4-FFF2-40B4-BE49-F238E27FC236}">
                  <a16:creationId xmlns:a16="http://schemas.microsoft.com/office/drawing/2014/main" id="{5BD5ABCA-2B77-3AE6-8514-107C08CB5A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365485" y="1226978"/>
              <a:ext cx="446940" cy="406486"/>
              <a:chOff x="-3365485" y="1226978"/>
              <a:chExt cx="446940" cy="406486"/>
            </a:xfrm>
          </p:grpSpPr>
          <p:grpSp>
            <p:nvGrpSpPr>
              <p:cNvPr id="19" name="Groep 25">
                <a:extLst>
                  <a:ext uri="{FF2B5EF4-FFF2-40B4-BE49-F238E27FC236}">
                    <a16:creationId xmlns:a16="http://schemas.microsoft.com/office/drawing/2014/main" id="{F1A0107F-CA5B-8B7D-C6FC-65936AFB42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285311" y="1226978"/>
                <a:ext cx="284168" cy="246686"/>
                <a:chOff x="-3285311" y="1226978"/>
                <a:chExt cx="284168" cy="246686"/>
              </a:xfrm>
            </p:grpSpPr>
            <p:sp>
              <p:nvSpPr>
                <p:cNvPr id="21" name="Vrije vorm: vorm 27">
                  <a:extLst>
                    <a:ext uri="{FF2B5EF4-FFF2-40B4-BE49-F238E27FC236}">
                      <a16:creationId xmlns:a16="http://schemas.microsoft.com/office/drawing/2014/main" id="{B93EE402-23F2-5E79-B0B1-23D6B8954D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3236719" y="1287612"/>
                  <a:ext cx="47978" cy="47868"/>
                </a:xfrm>
                <a:custGeom>
                  <a:avLst/>
                  <a:gdLst>
                    <a:gd name="T0" fmla="*/ 23989 w 371475"/>
                    <a:gd name="T1" fmla="*/ 0 h 371475"/>
                    <a:gd name="T2" fmla="*/ 47978 w 371475"/>
                    <a:gd name="T3" fmla="*/ 23934 h 371475"/>
                    <a:gd name="T4" fmla="*/ 23989 w 371475"/>
                    <a:gd name="T5" fmla="*/ 47868 h 371475"/>
                    <a:gd name="T6" fmla="*/ 0 w 371475"/>
                    <a:gd name="T7" fmla="*/ 23934 h 371475"/>
                    <a:gd name="T8" fmla="*/ 47670 w 371475"/>
                    <a:gd name="T9" fmla="*/ 24241 h 371475"/>
                    <a:gd name="T10" fmla="*/ 24297 w 371475"/>
                    <a:gd name="T11" fmla="*/ 47561 h 371475"/>
                    <a:gd name="T12" fmla="*/ 923 w 371475"/>
                    <a:gd name="T13" fmla="*/ 24241 h 371475"/>
                    <a:gd name="T14" fmla="*/ 24297 w 371475"/>
                    <a:gd name="T15" fmla="*/ 921 h 371475"/>
                    <a:gd name="T16" fmla="*/ 47670 w 371475"/>
                    <a:gd name="T17" fmla="*/ 24241 h 371475"/>
                    <a:gd name="T18" fmla="*/ 17694720 60000 65536"/>
                    <a:gd name="T19" fmla="*/ 0 60000 65536"/>
                    <a:gd name="T20" fmla="*/ 5898240 60000 65536"/>
                    <a:gd name="T21" fmla="*/ 1179648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71475"/>
                    <a:gd name="T28" fmla="*/ 0 h 371475"/>
                    <a:gd name="T29" fmla="*/ 371475 w 371475"/>
                    <a:gd name="T30" fmla="*/ 371475 h 371475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NL"/>
                </a:p>
              </p:txBody>
            </p:sp>
            <p:grpSp>
              <p:nvGrpSpPr>
                <p:cNvPr id="22" name="Groep 28">
                  <a:extLst>
                    <a:ext uri="{FF2B5EF4-FFF2-40B4-BE49-F238E27FC236}">
                      <a16:creationId xmlns:a16="http://schemas.microsoft.com/office/drawing/2014/main" id="{324F9727-C15E-220E-4E5E-B0CD436CC23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285311" y="1226978"/>
                  <a:ext cx="284168" cy="246686"/>
                  <a:chOff x="-3285311" y="1226978"/>
                  <a:chExt cx="284168" cy="246686"/>
                </a:xfrm>
              </p:grpSpPr>
              <p:sp>
                <p:nvSpPr>
                  <p:cNvPr id="23" name="Vrije vorm: vorm 29">
                    <a:extLst>
                      <a:ext uri="{FF2B5EF4-FFF2-40B4-BE49-F238E27FC236}">
                        <a16:creationId xmlns:a16="http://schemas.microsoft.com/office/drawing/2014/main" id="{0FCEDD78-23E1-5B7D-3DB8-5CFFBD8EE2E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3285311" y="1226978"/>
                    <a:ext cx="284168" cy="246686"/>
                  </a:xfrm>
                  <a:custGeom>
                    <a:avLst/>
                    <a:gdLst>
                      <a:gd name="T0" fmla="*/ 142084 w 2200275"/>
                      <a:gd name="T1" fmla="*/ 0 h 1914525"/>
                      <a:gd name="T2" fmla="*/ 284168 w 2200275"/>
                      <a:gd name="T3" fmla="*/ 123343 h 1914525"/>
                      <a:gd name="T4" fmla="*/ 142084 w 2200275"/>
                      <a:gd name="T5" fmla="*/ 246686 h 1914525"/>
                      <a:gd name="T6" fmla="*/ 0 w 2200275"/>
                      <a:gd name="T7" fmla="*/ 123343 h 1914525"/>
                      <a:gd name="T8" fmla="*/ 923 w 2200275"/>
                      <a:gd name="T9" fmla="*/ 921 h 1914525"/>
                      <a:gd name="T10" fmla="*/ 923 w 2200275"/>
                      <a:gd name="T11" fmla="*/ 31603 h 1914525"/>
                      <a:gd name="T12" fmla="*/ 55911 w 2200275"/>
                      <a:gd name="T13" fmla="*/ 31603 h 1914525"/>
                      <a:gd name="T14" fmla="*/ 55911 w 2200275"/>
                      <a:gd name="T15" fmla="*/ 31603 h 1914525"/>
                      <a:gd name="T16" fmla="*/ 253106 w 2200275"/>
                      <a:gd name="T17" fmla="*/ 31603 h 1914525"/>
                      <a:gd name="T18" fmla="*/ 253106 w 2200275"/>
                      <a:gd name="T19" fmla="*/ 215697 h 1914525"/>
                      <a:gd name="T20" fmla="*/ 31677 w 2200275"/>
                      <a:gd name="T21" fmla="*/ 215697 h 1914525"/>
                      <a:gd name="T22" fmla="*/ 31677 w 2200275"/>
                      <a:gd name="T23" fmla="*/ 45103 h 1914525"/>
                      <a:gd name="T24" fmla="*/ 923 w 2200275"/>
                      <a:gd name="T25" fmla="*/ 45103 h 1914525"/>
                      <a:gd name="T26" fmla="*/ 923 w 2200275"/>
                      <a:gd name="T27" fmla="*/ 246379 h 1914525"/>
                      <a:gd name="T28" fmla="*/ 283860 w 2200275"/>
                      <a:gd name="T29" fmla="*/ 246379 h 1914525"/>
                      <a:gd name="T30" fmla="*/ 283860 w 2200275"/>
                      <a:gd name="T31" fmla="*/ 921 h 1914525"/>
                      <a:gd name="T32" fmla="*/ 17694720 60000 65536"/>
                      <a:gd name="T33" fmla="*/ 0 60000 65536"/>
                      <a:gd name="T34" fmla="*/ 5898240 60000 65536"/>
                      <a:gd name="T35" fmla="*/ 1179648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2200275"/>
                      <a:gd name="T49" fmla="*/ 0 h 1914525"/>
                      <a:gd name="T50" fmla="*/ 2200275 w 2200275"/>
                      <a:gd name="T51" fmla="*/ 1914525 h 191452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lnTo>
                          <a:pt x="714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NL"/>
                  </a:p>
                </p:txBody>
              </p:sp>
              <p:sp>
                <p:nvSpPr>
                  <p:cNvPr id="24" name="Vrije vorm: vorm 30">
                    <a:extLst>
                      <a:ext uri="{FF2B5EF4-FFF2-40B4-BE49-F238E27FC236}">
                        <a16:creationId xmlns:a16="http://schemas.microsoft.com/office/drawing/2014/main" id="{9276810E-D403-6E9D-8E2A-B03A3CC5A52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3236847" y="1303321"/>
                    <a:ext cx="185751" cy="114144"/>
                  </a:xfrm>
                  <a:custGeom>
                    <a:avLst/>
                    <a:gdLst>
                      <a:gd name="T0" fmla="*/ 92876 w 1438275"/>
                      <a:gd name="T1" fmla="*/ 0 h 885825"/>
                      <a:gd name="T2" fmla="*/ 185751 w 1438275"/>
                      <a:gd name="T3" fmla="*/ 57072 h 885825"/>
                      <a:gd name="T4" fmla="*/ 92876 w 1438275"/>
                      <a:gd name="T5" fmla="*/ 114144 h 885825"/>
                      <a:gd name="T6" fmla="*/ 0 w 1438275"/>
                      <a:gd name="T7" fmla="*/ 57072 h 885825"/>
                      <a:gd name="T8" fmla="*/ 138206 w 1438275"/>
                      <a:gd name="T9" fmla="*/ 921 h 885825"/>
                      <a:gd name="T10" fmla="*/ 103516 w 1438275"/>
                      <a:gd name="T11" fmla="*/ 35532 h 885825"/>
                      <a:gd name="T12" fmla="*/ 85556 w 1438275"/>
                      <a:gd name="T13" fmla="*/ 17735 h 885825"/>
                      <a:gd name="T14" fmla="*/ 923 w 1438275"/>
                      <a:gd name="T15" fmla="*/ 101073 h 885825"/>
                      <a:gd name="T16" fmla="*/ 13962 w 1438275"/>
                      <a:gd name="T17" fmla="*/ 114083 h 885825"/>
                      <a:gd name="T18" fmla="*/ 85556 w 1438275"/>
                      <a:gd name="T19" fmla="*/ 43632 h 885825"/>
                      <a:gd name="T20" fmla="*/ 119877 w 1438275"/>
                      <a:gd name="T21" fmla="*/ 77998 h 885825"/>
                      <a:gd name="T22" fmla="*/ 132916 w 1438275"/>
                      <a:gd name="T23" fmla="*/ 64866 h 885825"/>
                      <a:gd name="T24" fmla="*/ 116556 w 1438275"/>
                      <a:gd name="T25" fmla="*/ 48542 h 885825"/>
                      <a:gd name="T26" fmla="*/ 138206 w 1438275"/>
                      <a:gd name="T27" fmla="*/ 26940 h 885825"/>
                      <a:gd name="T28" fmla="*/ 172773 w 1438275"/>
                      <a:gd name="T29" fmla="*/ 61920 h 885825"/>
                      <a:gd name="T30" fmla="*/ 185812 w 1438275"/>
                      <a:gd name="T31" fmla="*/ 48787 h 885825"/>
                      <a:gd name="T32" fmla="*/ 17694720 60000 65536"/>
                      <a:gd name="T33" fmla="*/ 0 60000 65536"/>
                      <a:gd name="T34" fmla="*/ 5898240 60000 65536"/>
                      <a:gd name="T35" fmla="*/ 1179648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1438275"/>
                      <a:gd name="T49" fmla="*/ 0 h 885825"/>
                      <a:gd name="T50" fmla="*/ 1438275 w 1438275"/>
                      <a:gd name="T51" fmla="*/ 885825 h 88582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lnTo>
                          <a:pt x="107013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NL"/>
                  </a:p>
                </p:txBody>
              </p:sp>
            </p:grpSp>
          </p:grpSp>
          <p:sp>
            <p:nvSpPr>
              <p:cNvPr id="20" name="Tekstvak 26">
                <a:extLst>
                  <a:ext uri="{FF2B5EF4-FFF2-40B4-BE49-F238E27FC236}">
                    <a16:creationId xmlns:a16="http://schemas.microsoft.com/office/drawing/2014/main" id="{C54308C7-37CA-8EE9-673E-FDB094C934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365485" y="1489959"/>
                <a:ext cx="446940" cy="1435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8004" rIns="0" bIns="0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0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  <p:sp>
        <p:nvSpPr>
          <p:cNvPr id="2" name="Tijdelijke aanduiding voor tekst 18"/>
          <p:cNvSpPr txBox="1">
            <a:spLocks noGrp="1" noMove="1" noResize="1"/>
          </p:cNvSpPr>
          <p:nvPr>
            <p:ph type="body" idx="4294967295"/>
          </p:nvPr>
        </p:nvSpPr>
        <p:spPr>
          <a:xfrm>
            <a:off x="720364" y="6216740"/>
            <a:ext cx="961198" cy="381597"/>
          </a:xfr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00834051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rgbClr val="00A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42">
            <a:extLst>
              <a:ext uri="{FF2B5EF4-FFF2-40B4-BE49-F238E27FC236}">
                <a16:creationId xmlns:a16="http://schemas.microsoft.com/office/drawing/2014/main" id="{6F7ACBC0-A43C-8FE3-DC4C-DB442EAA1DC1}"/>
              </a:ext>
            </a:extLst>
          </p:cNvPr>
          <p:cNvSpPr txBox="1"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885C068-6687-44F6-B2CE-448DF16088CA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0329171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+ quote">
    <p:bg>
      <p:bgPr>
        <a:solidFill>
          <a:srgbClr val="00A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INSTRUCTION">
            <a:extLst>
              <a:ext uri="{FF2B5EF4-FFF2-40B4-BE49-F238E27FC236}">
                <a16:creationId xmlns:a16="http://schemas.microsoft.com/office/drawing/2014/main" id="{326226E4-796F-8F88-4D6A-1FFAD6E1A2A2}"/>
              </a:ext>
            </a:extLst>
          </p:cNvPr>
          <p:cNvGrpSpPr>
            <a:grpSpLocks/>
          </p:cNvGrpSpPr>
          <p:nvPr/>
        </p:nvGrpSpPr>
        <p:grpSpPr bwMode="auto">
          <a:xfrm>
            <a:off x="-3786188" y="0"/>
            <a:ext cx="3694113" cy="6640513"/>
            <a:chOff x="-3786164" y="0"/>
            <a:chExt cx="3693380" cy="6640345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7B478303-7A73-128C-A51E-4784132470AF}"/>
                </a:ext>
              </a:extLst>
            </p:cNvPr>
            <p:cNvSpPr/>
            <p:nvPr/>
          </p:nvSpPr>
          <p:spPr>
            <a:xfrm>
              <a:off x="-3786164" y="0"/>
              <a:ext cx="3593387" cy="5991073"/>
            </a:xfrm>
            <a:prstGeom prst="rect">
              <a:avLst/>
            </a:prstGeom>
            <a:solidFill>
              <a:srgbClr val="FFFFFF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Insert/edit an image</a:t>
              </a:r>
            </a:p>
          </p:txBody>
        </p:sp>
        <p:sp>
          <p:nvSpPr>
            <p:cNvPr id="7" name="Ovaal 7">
              <a:extLst>
                <a:ext uri="{FF2B5EF4-FFF2-40B4-BE49-F238E27FC236}">
                  <a16:creationId xmlns:a16="http://schemas.microsoft.com/office/drawing/2014/main" id="{9671FA81-525A-B726-FADE-787E1BD2D1D0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465319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" name="Rechthoek 8">
              <a:extLst>
                <a:ext uri="{FF2B5EF4-FFF2-40B4-BE49-F238E27FC236}">
                  <a16:creationId xmlns:a16="http://schemas.microsoft.com/office/drawing/2014/main" id="{B41C0570-2ED4-1F04-2002-7950186513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465319"/>
              <a:ext cx="2962701" cy="668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‘Slidebuilder’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‘Images’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" name="Ovaal 9">
              <a:extLst>
                <a:ext uri="{FF2B5EF4-FFF2-40B4-BE49-F238E27FC236}">
                  <a16:creationId xmlns:a16="http://schemas.microsoft.com/office/drawing/2014/main" id="{F8532887-C56D-DA25-CD5B-8288CBE9DA85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2633938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0" name="Rechthoek 10">
              <a:extLst>
                <a:ext uri="{FF2B5EF4-FFF2-40B4-BE49-F238E27FC236}">
                  <a16:creationId xmlns:a16="http://schemas.microsoft.com/office/drawing/2014/main" id="{594ED13E-13E7-3667-7820-76AE8BDD4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633938"/>
              <a:ext cx="3126342" cy="4627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1" name="Ovaal 11">
              <a:extLst>
                <a:ext uri="{FF2B5EF4-FFF2-40B4-BE49-F238E27FC236}">
                  <a16:creationId xmlns:a16="http://schemas.microsoft.com/office/drawing/2014/main" id="{3DDA3AAF-F3A7-6994-4566-F8EFCE97B272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4226365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2" name="Rechthoek 12">
              <a:extLst>
                <a:ext uri="{FF2B5EF4-FFF2-40B4-BE49-F238E27FC236}">
                  <a16:creationId xmlns:a16="http://schemas.microsoft.com/office/drawing/2014/main" id="{16A8045A-74FE-6E9F-B4C6-37A0C15BE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4226365"/>
              <a:ext cx="2944678" cy="8209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sp>
          <p:nvSpPr>
            <p:cNvPr id="13" name="Rechthoek 13">
              <a:extLst>
                <a:ext uri="{FF2B5EF4-FFF2-40B4-BE49-F238E27FC236}">
                  <a16:creationId xmlns:a16="http://schemas.microsoft.com/office/drawing/2014/main" id="{89630127-E538-C90B-C8E4-BF816C83C2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6839" y="3200262"/>
              <a:ext cx="1239213" cy="719916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12701">
              <a:solidFill>
                <a:srgbClr val="D3D3D3"/>
              </a:solidFill>
              <a:miter lim="800000"/>
              <a:headEnd/>
              <a:tailEnd/>
            </a:ln>
          </p:spPr>
          <p:txBody>
            <a:bodyPr lIns="71999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/>
              <a:endParaRPr lang="en-GB" altLang="en-NL" sz="1000" i="1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4" name="Groep 14">
              <a:extLst>
                <a:ext uri="{FF2B5EF4-FFF2-40B4-BE49-F238E27FC236}">
                  <a16:creationId xmlns:a16="http://schemas.microsoft.com/office/drawing/2014/main" id="{7C5EDE45-BA5B-C7AF-8BBC-E4737D7673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2485814" y="3479785"/>
              <a:ext cx="1222991" cy="563928"/>
              <a:chOff x="-2485814" y="3479785"/>
              <a:chExt cx="1222991" cy="563928"/>
            </a:xfrm>
          </p:grpSpPr>
          <p:sp>
            <p:nvSpPr>
              <p:cNvPr id="53" name="Rechthoek 68">
                <a:extLst>
                  <a:ext uri="{FF2B5EF4-FFF2-40B4-BE49-F238E27FC236}">
                    <a16:creationId xmlns:a16="http://schemas.microsoft.com/office/drawing/2014/main" id="{510D6CD1-DE67-DEBE-052F-CC2E28363B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485814" y="3479785"/>
                <a:ext cx="1176476" cy="504849"/>
              </a:xfrm>
              <a:prstGeom prst="rect">
                <a:avLst/>
              </a:prstGeom>
              <a:solidFill>
                <a:srgbClr val="FFFFFF"/>
              </a:solidFill>
              <a:ln w="12701">
                <a:solidFill>
                  <a:srgbClr val="D1D1D1"/>
                </a:solidFill>
                <a:miter lim="800000"/>
                <a:headEnd/>
                <a:tailEnd/>
              </a:ln>
            </p:spPr>
            <p:txBody>
              <a:bodyPr lIns="107999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altLang="en-NL" sz="80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4" name="Rechthoek 69">
                <a:extLst>
                  <a:ext uri="{FF2B5EF4-FFF2-40B4-BE49-F238E27FC236}">
                    <a16:creationId xmlns:a16="http://schemas.microsoft.com/office/drawing/2014/main" id="{A2EA0557-B775-1B89-7CEB-D4E1AED82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479587" y="3733412"/>
                <a:ext cx="1164003" cy="24670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/>
                <a:endPara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5" name="Groep 70">
                <a:extLst>
                  <a:ext uri="{FF2B5EF4-FFF2-40B4-BE49-F238E27FC236}">
                    <a16:creationId xmlns:a16="http://schemas.microsoft.com/office/drawing/2014/main" id="{3BA76911-0BA3-EB8C-7728-15D37C377A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403866" y="3541123"/>
                <a:ext cx="155950" cy="131920"/>
                <a:chOff x="-2403866" y="3541123"/>
                <a:chExt cx="155950" cy="131920"/>
              </a:xfrm>
            </p:grpSpPr>
            <p:sp>
              <p:nvSpPr>
                <p:cNvPr id="68" name="Rechthoek: afgeronde hoeken 83">
                  <a:extLst>
                    <a:ext uri="{FF2B5EF4-FFF2-40B4-BE49-F238E27FC236}">
                      <a16:creationId xmlns:a16="http://schemas.microsoft.com/office/drawing/2014/main" id="{508DF293-6055-F2A2-29FE-252E552992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2403866" y="3541123"/>
                  <a:ext cx="155950" cy="131920"/>
                </a:xfrm>
                <a:custGeom>
                  <a:avLst/>
                  <a:gdLst>
                    <a:gd name="T0" fmla="*/ 77975 w 155950"/>
                    <a:gd name="T1" fmla="*/ 0 h 131920"/>
                    <a:gd name="T2" fmla="*/ 155950 w 155950"/>
                    <a:gd name="T3" fmla="*/ 65960 h 131920"/>
                    <a:gd name="T4" fmla="*/ 77975 w 155950"/>
                    <a:gd name="T5" fmla="*/ 131920 h 131920"/>
                    <a:gd name="T6" fmla="*/ 0 w 155950"/>
                    <a:gd name="T7" fmla="*/ 65960 h 131920"/>
                    <a:gd name="T8" fmla="*/ 17694720 60000 65536"/>
                    <a:gd name="T9" fmla="*/ 0 60000 65536"/>
                    <a:gd name="T10" fmla="*/ 5898240 60000 65536"/>
                    <a:gd name="T11" fmla="*/ 11796480 60000 65536"/>
                    <a:gd name="T12" fmla="*/ 1125 w 155950"/>
                    <a:gd name="T13" fmla="*/ 1125 h 131920"/>
                    <a:gd name="T14" fmla="*/ 154825 w 155950"/>
                    <a:gd name="T15" fmla="*/ 130795 h 13192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5950" h="131920">
                      <a:moveTo>
                        <a:pt x="3842" y="0"/>
                      </a:moveTo>
                      <a:lnTo>
                        <a:pt x="3842" y="0"/>
                      </a:lnTo>
                      <a:cubicBezTo>
                        <a:pt x="1720" y="0"/>
                        <a:pt x="0" y="1720"/>
                        <a:pt x="0" y="3841"/>
                      </a:cubicBezTo>
                      <a:lnTo>
                        <a:pt x="0" y="128078"/>
                      </a:lnTo>
                      <a:lnTo>
                        <a:pt x="0" y="128077"/>
                      </a:lnTo>
                      <a:cubicBezTo>
                        <a:pt x="0" y="130199"/>
                        <a:pt x="1720" y="131919"/>
                        <a:pt x="3841" y="131919"/>
                      </a:cubicBezTo>
                      <a:lnTo>
                        <a:pt x="152108" y="131920"/>
                      </a:lnTo>
                      <a:lnTo>
                        <a:pt x="152108" y="131919"/>
                      </a:lnTo>
                      <a:cubicBezTo>
                        <a:pt x="154229" y="131919"/>
                        <a:pt x="155950" y="130199"/>
                        <a:pt x="155950" y="128078"/>
                      </a:cubicBezTo>
                      <a:lnTo>
                        <a:pt x="155950" y="3842"/>
                      </a:lnTo>
                      <a:cubicBezTo>
                        <a:pt x="155950" y="1720"/>
                        <a:pt x="154229" y="0"/>
                        <a:pt x="152108" y="0"/>
                      </a:cubicBezTo>
                      <a:lnTo>
                        <a:pt x="384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701" cap="flat">
                  <a:solidFill>
                    <a:srgbClr val="818181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lIns="107999" tIns="0" rIns="0" bIns="0" anchor="ctr"/>
                <a:lstStyle/>
                <a:p>
                  <a:endParaRPr lang="en-NL"/>
                </a:p>
              </p:txBody>
            </p:sp>
            <p:sp>
              <p:nvSpPr>
                <p:cNvPr id="69" name="Rechthoek 84">
                  <a:extLst>
                    <a:ext uri="{FF2B5EF4-FFF2-40B4-BE49-F238E27FC236}">
                      <a16:creationId xmlns:a16="http://schemas.microsoft.com/office/drawing/2014/main" id="{AE9A59DC-E356-4AE3-E600-93F19976FD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82167" y="3559228"/>
                  <a:ext cx="117582" cy="1601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0" name="Rechthoek 85">
                  <a:extLst>
                    <a:ext uri="{FF2B5EF4-FFF2-40B4-BE49-F238E27FC236}">
                      <a16:creationId xmlns:a16="http://schemas.microsoft.com/office/drawing/2014/main" id="{E02E1E8C-395E-21BE-D510-6D8A6FB040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82158" y="3586349"/>
                  <a:ext cx="45756" cy="69997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1" name="Rechthoek 86">
                  <a:extLst>
                    <a:ext uri="{FF2B5EF4-FFF2-40B4-BE49-F238E27FC236}">
                      <a16:creationId xmlns:a16="http://schemas.microsoft.com/office/drawing/2014/main" id="{AF2C165D-F033-BCF0-CBFD-1AD7079AE4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22210" y="3590355"/>
                  <a:ext cx="52111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2" name="Rechthoek 87">
                  <a:extLst>
                    <a:ext uri="{FF2B5EF4-FFF2-40B4-BE49-F238E27FC236}">
                      <a16:creationId xmlns:a16="http://schemas.microsoft.com/office/drawing/2014/main" id="{1051D80F-F2EF-6135-748B-2E21D18AE9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22210" y="3618408"/>
                  <a:ext cx="26746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3" name="Rechthoek 88">
                  <a:extLst>
                    <a:ext uri="{FF2B5EF4-FFF2-40B4-BE49-F238E27FC236}">
                      <a16:creationId xmlns:a16="http://schemas.microsoft.com/office/drawing/2014/main" id="{B3E4BDB2-8190-3F75-D522-C77CA979E6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322210" y="3646462"/>
                  <a:ext cx="26746" cy="8220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6" name="Groep 71">
                <a:extLst>
                  <a:ext uri="{FF2B5EF4-FFF2-40B4-BE49-F238E27FC236}">
                    <a16:creationId xmlns:a16="http://schemas.microsoft.com/office/drawing/2014/main" id="{7FA8A0D3-51BB-C415-65E0-0C22F22527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423425" y="3770784"/>
                <a:ext cx="166741" cy="218962"/>
                <a:chOff x="-2423425" y="3770784"/>
                <a:chExt cx="166741" cy="218962"/>
              </a:xfrm>
            </p:grpSpPr>
            <p:grpSp>
              <p:nvGrpSpPr>
                <p:cNvPr id="60" name="Groep 75">
                  <a:extLst>
                    <a:ext uri="{FF2B5EF4-FFF2-40B4-BE49-F238E27FC236}">
                      <a16:creationId xmlns:a16="http://schemas.microsoft.com/office/drawing/2014/main" id="{5B59DCED-99B0-6F42-B0E6-C4DD5193CB6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2400482" y="3792473"/>
                  <a:ext cx="143798" cy="121642"/>
                  <a:chOff x="-2400482" y="3792473"/>
                  <a:chExt cx="143798" cy="121642"/>
                </a:xfrm>
              </p:grpSpPr>
              <p:sp>
                <p:nvSpPr>
                  <p:cNvPr id="62" name="Rechthoek: afgeronde hoeken 77">
                    <a:extLst>
                      <a:ext uri="{FF2B5EF4-FFF2-40B4-BE49-F238E27FC236}">
                        <a16:creationId xmlns:a16="http://schemas.microsoft.com/office/drawing/2014/main" id="{D90F0A1D-3FC9-B05A-3865-A8A869DCA1E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2400482" y="3792473"/>
                    <a:ext cx="143798" cy="121642"/>
                  </a:xfrm>
                  <a:custGeom>
                    <a:avLst/>
                    <a:gdLst>
                      <a:gd name="T0" fmla="*/ 71899 w 143798"/>
                      <a:gd name="T1" fmla="*/ 0 h 121642"/>
                      <a:gd name="T2" fmla="*/ 143798 w 143798"/>
                      <a:gd name="T3" fmla="*/ 60821 h 121642"/>
                      <a:gd name="T4" fmla="*/ 71899 w 143798"/>
                      <a:gd name="T5" fmla="*/ 121642 h 121642"/>
                      <a:gd name="T6" fmla="*/ 0 w 143798"/>
                      <a:gd name="T7" fmla="*/ 60821 h 121642"/>
                      <a:gd name="T8" fmla="*/ 17694720 60000 65536"/>
                      <a:gd name="T9" fmla="*/ 0 60000 65536"/>
                      <a:gd name="T10" fmla="*/ 5898240 60000 65536"/>
                      <a:gd name="T11" fmla="*/ 11796480 60000 65536"/>
                      <a:gd name="T12" fmla="*/ 1038 w 143798"/>
                      <a:gd name="T13" fmla="*/ 1038 h 121642"/>
                      <a:gd name="T14" fmla="*/ 142760 w 143798"/>
                      <a:gd name="T15" fmla="*/ 120604 h 121642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43798" h="121642">
                        <a:moveTo>
                          <a:pt x="3542" y="0"/>
                        </a:moveTo>
                        <a:lnTo>
                          <a:pt x="3542" y="0"/>
                        </a:lnTo>
                        <a:cubicBezTo>
                          <a:pt x="1585" y="0"/>
                          <a:pt x="0" y="1585"/>
                          <a:pt x="0" y="3541"/>
                        </a:cubicBezTo>
                        <a:lnTo>
                          <a:pt x="0" y="118100"/>
                        </a:lnTo>
                        <a:lnTo>
                          <a:pt x="0" y="118099"/>
                        </a:lnTo>
                        <a:cubicBezTo>
                          <a:pt x="0" y="120056"/>
                          <a:pt x="1585" y="121641"/>
                          <a:pt x="3541" y="121641"/>
                        </a:cubicBezTo>
                        <a:lnTo>
                          <a:pt x="140256" y="121642"/>
                        </a:lnTo>
                        <a:lnTo>
                          <a:pt x="140256" y="121641"/>
                        </a:lnTo>
                        <a:cubicBezTo>
                          <a:pt x="142212" y="121641"/>
                          <a:pt x="143798" y="120056"/>
                          <a:pt x="143798" y="118100"/>
                        </a:cubicBezTo>
                        <a:lnTo>
                          <a:pt x="143798" y="3542"/>
                        </a:lnTo>
                        <a:cubicBezTo>
                          <a:pt x="143798" y="1585"/>
                          <a:pt x="142212" y="0"/>
                          <a:pt x="140256" y="0"/>
                        </a:cubicBezTo>
                        <a:lnTo>
                          <a:pt x="354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2701" cap="flat">
                    <a:solidFill>
                      <a:srgbClr val="818181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lIns="107999" tIns="0" rIns="0" bIns="0" anchor="ctr"/>
                  <a:lstStyle/>
                  <a:p>
                    <a:endParaRPr lang="en-NL"/>
                  </a:p>
                </p:txBody>
              </p:sp>
              <p:sp>
                <p:nvSpPr>
                  <p:cNvPr id="63" name="Rechthoek 78">
                    <a:extLst>
                      <a:ext uri="{FF2B5EF4-FFF2-40B4-BE49-F238E27FC236}">
                        <a16:creationId xmlns:a16="http://schemas.microsoft.com/office/drawing/2014/main" id="{4B0B0A41-E85E-317D-2425-B3808B51378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80466" y="3809170"/>
                    <a:ext cx="108420" cy="14767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4" name="Rechthoek 79">
                    <a:extLst>
                      <a:ext uri="{FF2B5EF4-FFF2-40B4-BE49-F238E27FC236}">
                        <a16:creationId xmlns:a16="http://schemas.microsoft.com/office/drawing/2014/main" id="{2874E4E1-986D-A3C2-254C-A79A971CEB9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80466" y="3834179"/>
                    <a:ext cx="42190" cy="64538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5" name="Rechthoek 80">
                    <a:extLst>
                      <a:ext uri="{FF2B5EF4-FFF2-40B4-BE49-F238E27FC236}">
                        <a16:creationId xmlns:a16="http://schemas.microsoft.com/office/drawing/2014/main" id="{F728FB45-A377-521F-FF70-DF2C077D98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25182" y="3837873"/>
                    <a:ext cx="4805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6" name="Rechthoek 81">
                    <a:extLst>
                      <a:ext uri="{FF2B5EF4-FFF2-40B4-BE49-F238E27FC236}">
                        <a16:creationId xmlns:a16="http://schemas.microsoft.com/office/drawing/2014/main" id="{D429A567-8682-01B4-5E92-46ABF0A6BF6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25182" y="3863742"/>
                    <a:ext cx="2466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7" name="Rechthoek 82">
                    <a:extLst>
                      <a:ext uri="{FF2B5EF4-FFF2-40B4-BE49-F238E27FC236}">
                        <a16:creationId xmlns:a16="http://schemas.microsoft.com/office/drawing/2014/main" id="{7ED1A21D-A255-22F6-C059-DCB74675BBC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2325182" y="3889610"/>
                    <a:ext cx="24661" cy="7580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1" name="Boog 76">
                  <a:extLst>
                    <a:ext uri="{FF2B5EF4-FFF2-40B4-BE49-F238E27FC236}">
                      <a16:creationId xmlns:a16="http://schemas.microsoft.com/office/drawing/2014/main" id="{24C90FAA-6528-CB82-23F1-33D0472FBC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-3962915">
                  <a:off x="-2486866" y="3834225"/>
                  <a:ext cx="218962" cy="92080"/>
                </a:xfrm>
                <a:custGeom>
                  <a:avLst/>
                  <a:gdLst>
                    <a:gd name="T0" fmla="*/ 109481 w 218962"/>
                    <a:gd name="T1" fmla="*/ 0 h 92080"/>
                    <a:gd name="T2" fmla="*/ 218962 w 218962"/>
                    <a:gd name="T3" fmla="*/ 46040 h 92080"/>
                    <a:gd name="T4" fmla="*/ 109481 w 218962"/>
                    <a:gd name="T5" fmla="*/ 92080 h 92080"/>
                    <a:gd name="T6" fmla="*/ 0 w 218962"/>
                    <a:gd name="T7" fmla="*/ 46040 h 92080"/>
                    <a:gd name="T8" fmla="*/ 105456 w 218962"/>
                    <a:gd name="T9" fmla="*/ 31 h 92080"/>
                    <a:gd name="T10" fmla="*/ 109481 w 218962"/>
                    <a:gd name="T11" fmla="*/ 46040 h 92080"/>
                    <a:gd name="T12" fmla="*/ 188429 w 218962"/>
                    <a:gd name="T13" fmla="*/ 77937 h 92080"/>
                    <a:gd name="T14" fmla="*/ 17694720 60000 65536"/>
                    <a:gd name="T15" fmla="*/ 0 60000 65536"/>
                    <a:gd name="T16" fmla="*/ 5898240 60000 65536"/>
                    <a:gd name="T17" fmla="*/ 11796480 60000 65536"/>
                    <a:gd name="T18" fmla="*/ 11796480 60000 65536"/>
                    <a:gd name="T19" fmla="*/ 11796480 60000 65536"/>
                    <a:gd name="T20" fmla="*/ 5898240 60000 65536"/>
                    <a:gd name="T21" fmla="*/ 105456 w 218962"/>
                    <a:gd name="T22" fmla="*/ 0 h 92080"/>
                    <a:gd name="T23" fmla="*/ 218962 w 218962"/>
                    <a:gd name="T24" fmla="*/ 77937 h 9208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18962" h="92080" stroke="0">
                      <a:moveTo>
                        <a:pt x="105456" y="31"/>
                      </a:moveTo>
                      <a:lnTo>
                        <a:pt x="105456" y="31"/>
                      </a:lnTo>
                      <a:cubicBezTo>
                        <a:pt x="106797" y="10"/>
                        <a:pt x="108138" y="0"/>
                        <a:pt x="109481" y="0"/>
                      </a:cubicBezTo>
                      <a:cubicBezTo>
                        <a:pt x="169945" y="0"/>
                        <a:pt x="218962" y="20612"/>
                        <a:pt x="218962" y="46040"/>
                      </a:cubicBezTo>
                      <a:cubicBezTo>
                        <a:pt x="218962" y="57931"/>
                        <a:pt x="208020" y="69361"/>
                        <a:pt x="188429" y="77936"/>
                      </a:cubicBezTo>
                      <a:lnTo>
                        <a:pt x="109481" y="46040"/>
                      </a:lnTo>
                      <a:lnTo>
                        <a:pt x="105456" y="31"/>
                      </a:lnTo>
                      <a:close/>
                    </a:path>
                    <a:path w="218962" h="92080" fill="none">
                      <a:moveTo>
                        <a:pt x="105456" y="31"/>
                      </a:moveTo>
                      <a:lnTo>
                        <a:pt x="105456" y="31"/>
                      </a:lnTo>
                      <a:cubicBezTo>
                        <a:pt x="106797" y="10"/>
                        <a:pt x="108138" y="0"/>
                        <a:pt x="109481" y="0"/>
                      </a:cubicBezTo>
                      <a:cubicBezTo>
                        <a:pt x="169945" y="0"/>
                        <a:pt x="218962" y="20612"/>
                        <a:pt x="218962" y="46040"/>
                      </a:cubicBezTo>
                      <a:cubicBezTo>
                        <a:pt x="218962" y="57931"/>
                        <a:pt x="208020" y="69361"/>
                        <a:pt x="188429" y="77936"/>
                      </a:cubicBezTo>
                    </a:path>
                  </a:pathLst>
                </a:custGeom>
                <a:noFill/>
                <a:ln w="19046" cap="flat">
                  <a:solidFill>
                    <a:srgbClr val="4D82B8"/>
                  </a:solidFill>
                  <a:prstDash val="solid"/>
                  <a:round/>
                  <a:headEnd type="arrow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 anchorCtr="1"/>
                <a:lstStyle/>
                <a:p>
                  <a:endParaRPr lang="en-NL"/>
                </a:p>
              </p:txBody>
            </p:sp>
          </p:grpSp>
          <p:sp>
            <p:nvSpPr>
              <p:cNvPr id="57" name="Tekstvak 72">
                <a:extLst>
                  <a:ext uri="{FF2B5EF4-FFF2-40B4-BE49-F238E27FC236}">
                    <a16:creationId xmlns:a16="http://schemas.microsoft.com/office/drawing/2014/main" id="{3EFD6232-10BF-0408-EEE1-A858F30950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245455" y="3541123"/>
                <a:ext cx="896112" cy="1347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58" name="Tekstvak 73">
                <a:extLst>
                  <a:ext uri="{FF2B5EF4-FFF2-40B4-BE49-F238E27FC236}">
                    <a16:creationId xmlns:a16="http://schemas.microsoft.com/office/drawing/2014/main" id="{C49EEDD0-6334-B00E-A9E8-A11AB1EE41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258888" y="3793552"/>
                <a:ext cx="909544" cy="1264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defTabSz="12160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59" name="Vrije vorm: vorm 74">
                <a:extLst>
                  <a:ext uri="{FF2B5EF4-FFF2-40B4-BE49-F238E27FC236}">
                    <a16:creationId xmlns:a16="http://schemas.microsoft.com/office/drawing/2014/main" id="{9402AC46-9364-3724-D679-FDECC3B1F2E9}"/>
                  </a:ext>
                </a:extLst>
              </p:cNvPr>
              <p:cNvSpPr/>
              <p:nvPr/>
            </p:nvSpPr>
            <p:spPr>
              <a:xfrm>
                <a:off x="-1360946" y="3863877"/>
                <a:ext cx="98405" cy="17938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880280"/>
                  <a:gd name="f7" fmla="val 1624084"/>
                  <a:gd name="f8" fmla="val 1262418"/>
                  <a:gd name="f9" fmla="val 313898"/>
                  <a:gd name="f10" fmla="val 996287"/>
                  <a:gd name="f11" fmla="val 620973"/>
                  <a:gd name="f12" fmla="val 839337"/>
                  <a:gd name="f13" fmla="val 1480782"/>
                  <a:gd name="f14" fmla="val 498144"/>
                  <a:gd name="f15" fmla="val 900753"/>
                  <a:gd name="f16" fmla="val 893929"/>
                  <a:gd name="f17" fmla="+- 0 0 -90"/>
                  <a:gd name="f18" fmla="*/ f3 1 880280"/>
                  <a:gd name="f19" fmla="*/ f4 1 1624084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880280"/>
                  <a:gd name="f28" fmla="*/ f24 1 1624084"/>
                  <a:gd name="f29" fmla="*/ 0 f25 1"/>
                  <a:gd name="f30" fmla="*/ 0 f24 1"/>
                  <a:gd name="f31" fmla="*/ 1262418 f24 1"/>
                  <a:gd name="f32" fmla="*/ 620973 f25 1"/>
                  <a:gd name="f33" fmla="*/ 1624084 f24 1"/>
                  <a:gd name="f34" fmla="*/ 839337 f25 1"/>
                  <a:gd name="f35" fmla="*/ 1480782 f24 1"/>
                  <a:gd name="f36" fmla="*/ 900753 f24 1"/>
                  <a:gd name="f37" fmla="*/ 880280 f25 1"/>
                  <a:gd name="f38" fmla="*/ 893929 f24 1"/>
                  <a:gd name="f39" fmla="*/ 313898 f25 1"/>
                  <a:gd name="f40" fmla="*/ 996287 f24 1"/>
                  <a:gd name="f41" fmla="*/ 498144 f25 1"/>
                  <a:gd name="f42" fmla="+- f26 0 f1"/>
                  <a:gd name="f43" fmla="*/ f29 1 880280"/>
                  <a:gd name="f44" fmla="*/ f30 1 1624084"/>
                  <a:gd name="f45" fmla="*/ f31 1 1624084"/>
                  <a:gd name="f46" fmla="*/ f32 1 880280"/>
                  <a:gd name="f47" fmla="*/ f33 1 1624084"/>
                  <a:gd name="f48" fmla="*/ f34 1 880280"/>
                  <a:gd name="f49" fmla="*/ f35 1 1624084"/>
                  <a:gd name="f50" fmla="*/ f36 1 1624084"/>
                  <a:gd name="f51" fmla="*/ f37 1 880280"/>
                  <a:gd name="f52" fmla="*/ f38 1 1624084"/>
                  <a:gd name="f53" fmla="*/ f39 1 880280"/>
                  <a:gd name="f54" fmla="*/ f40 1 1624084"/>
                  <a:gd name="f55" fmla="*/ f41 1 880280"/>
                  <a:gd name="f56" fmla="*/ f20 1 f27"/>
                  <a:gd name="f57" fmla="*/ f21 1 f27"/>
                  <a:gd name="f58" fmla="*/ f20 1 f28"/>
                  <a:gd name="f59" fmla="*/ f22 1 f28"/>
                  <a:gd name="f60" fmla="*/ f43 1 f27"/>
                  <a:gd name="f61" fmla="*/ f44 1 f28"/>
                  <a:gd name="f62" fmla="*/ f45 1 f28"/>
                  <a:gd name="f63" fmla="*/ f53 1 f27"/>
                  <a:gd name="f64" fmla="*/ f54 1 f28"/>
                  <a:gd name="f65" fmla="*/ f46 1 f27"/>
                  <a:gd name="f66" fmla="*/ f47 1 f28"/>
                  <a:gd name="f67" fmla="*/ f48 1 f27"/>
                  <a:gd name="f68" fmla="*/ f49 1 f28"/>
                  <a:gd name="f69" fmla="*/ f55 1 f27"/>
                  <a:gd name="f70" fmla="*/ f50 1 f28"/>
                  <a:gd name="f71" fmla="*/ f51 1 f27"/>
                  <a:gd name="f72" fmla="*/ f52 1 f28"/>
                  <a:gd name="f73" fmla="*/ f56 f18 1"/>
                  <a:gd name="f74" fmla="*/ f57 f18 1"/>
                  <a:gd name="f75" fmla="*/ f59 f19 1"/>
                  <a:gd name="f76" fmla="*/ f58 f19 1"/>
                  <a:gd name="f77" fmla="*/ f60 f18 1"/>
                  <a:gd name="f78" fmla="*/ f61 f19 1"/>
                  <a:gd name="f79" fmla="*/ f62 f19 1"/>
                  <a:gd name="f80" fmla="*/ f63 f18 1"/>
                  <a:gd name="f81" fmla="*/ f64 f19 1"/>
                  <a:gd name="f82" fmla="*/ f65 f18 1"/>
                  <a:gd name="f83" fmla="*/ f66 f19 1"/>
                  <a:gd name="f84" fmla="*/ f67 f18 1"/>
                  <a:gd name="f85" fmla="*/ f68 f19 1"/>
                  <a:gd name="f86" fmla="*/ f69 f18 1"/>
                  <a:gd name="f87" fmla="*/ f70 f19 1"/>
                  <a:gd name="f88" fmla="*/ f71 f18 1"/>
                  <a:gd name="f89" fmla="*/ f72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42">
                    <a:pos x="f77" y="f78"/>
                  </a:cxn>
                  <a:cxn ang="f42">
                    <a:pos x="f77" y="f79"/>
                  </a:cxn>
                  <a:cxn ang="f42">
                    <a:pos x="f80" y="f81"/>
                  </a:cxn>
                  <a:cxn ang="f42">
                    <a:pos x="f82" y="f83"/>
                  </a:cxn>
                  <a:cxn ang="f42">
                    <a:pos x="f84" y="f85"/>
                  </a:cxn>
                  <a:cxn ang="f42">
                    <a:pos x="f86" y="f87"/>
                  </a:cxn>
                  <a:cxn ang="f42">
                    <a:pos x="f88" y="f89"/>
                  </a:cxn>
                  <a:cxn ang="f42">
                    <a:pos x="f77" y="f78"/>
                  </a:cxn>
                </a:cxnLst>
                <a:rect l="f73" t="f76" r="f74" b="f75"/>
                <a:pathLst>
                  <a:path w="880280" h="1624084">
                    <a:moveTo>
                      <a:pt x="f5" y="f5"/>
                    </a:moveTo>
                    <a:lnTo>
                      <a:pt x="f5" y="f8"/>
                    </a:lnTo>
                    <a:lnTo>
                      <a:pt x="f9" y="f10"/>
                    </a:lnTo>
                    <a:lnTo>
                      <a:pt x="f11" y="f7"/>
                    </a:lnTo>
                    <a:lnTo>
                      <a:pt x="f12" y="f13"/>
                    </a:lnTo>
                    <a:lnTo>
                      <a:pt x="f14" y="f15"/>
                    </a:lnTo>
                    <a:lnTo>
                      <a:pt x="f6" y="f16"/>
                    </a:lnTo>
                    <a:lnTo>
                      <a:pt x="f5" y="f5"/>
                    </a:lnTo>
                    <a:close/>
                  </a:path>
                </a:pathLst>
              </a:custGeom>
              <a:solidFill>
                <a:srgbClr val="FFFFFF"/>
              </a:solidFill>
              <a:ln w="12701" cap="flat">
                <a:solidFill>
                  <a:srgbClr val="000000"/>
                </a:solidFill>
                <a:prstDash val="solid"/>
                <a:miter/>
              </a:ln>
            </p:spPr>
            <p:txBody>
              <a:bodyPr lIns="179999" tIns="179999" rIns="179999" bIns="179999" anchor="ctr" anchorCtr="1"/>
              <a:lstStyle/>
              <a:p>
                <a:pPr algn="ctr"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600" cap="all">
                  <a:solidFill>
                    <a:srgbClr val="FFFFFF"/>
                  </a:solidFill>
                  <a:latin typeface="Calibri" pitchFamily="34"/>
                  <a:cs typeface="Calibri" pitchFamily="34"/>
                </a:endParaRPr>
              </a:p>
            </p:txBody>
          </p:sp>
        </p:grpSp>
        <p:grpSp>
          <p:nvGrpSpPr>
            <p:cNvPr id="15" name="Groep 15">
              <a:extLst>
                <a:ext uri="{FF2B5EF4-FFF2-40B4-BE49-F238E27FC236}">
                  <a16:creationId xmlns:a16="http://schemas.microsoft.com/office/drawing/2014/main" id="{BC134AB9-D9CE-21D3-C6CF-8D8C8F5820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786164" y="5680655"/>
              <a:ext cx="3693380" cy="959690"/>
              <a:chOff x="-3786164" y="5680655"/>
              <a:chExt cx="3693380" cy="959690"/>
            </a:xfrm>
          </p:grpSpPr>
          <p:sp>
            <p:nvSpPr>
              <p:cNvPr id="43" name="Rechthoek 58">
                <a:extLst>
                  <a:ext uri="{FF2B5EF4-FFF2-40B4-BE49-F238E27FC236}">
                    <a16:creationId xmlns:a16="http://schemas.microsoft.com/office/drawing/2014/main" id="{D7D2E66D-D6A7-70B0-24B1-F9BE87D164D2}"/>
                  </a:ext>
                </a:extLst>
              </p:cNvPr>
              <p:cNvSpPr/>
              <p:nvPr/>
            </p:nvSpPr>
            <p:spPr>
              <a:xfrm>
                <a:off x="-3786164" y="5811691"/>
                <a:ext cx="3593387" cy="828654"/>
              </a:xfrm>
              <a:prstGeom prst="rect">
                <a:avLst/>
              </a:prstGeom>
              <a:solidFill>
                <a:srgbClr val="ECECEC"/>
              </a:solidFill>
              <a:ln w="6345" cap="flat">
                <a:solidFill>
                  <a:srgbClr val="ECECEC"/>
                </a:solidFill>
                <a:prstDash val="solid"/>
                <a:miter/>
              </a:ln>
            </p:spPr>
            <p:txBody>
              <a:bodyPr lIns="179999" tIns="143999" rIns="179999" bIns="143999" anchor="ctr"/>
              <a:lstStyle/>
              <a:p>
                <a:pPr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Want to know more?</a:t>
                </a:r>
                <a:b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</a:b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Go to the tab</a:t>
                </a: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 'SLIDEBUILDER’ </a:t>
                </a: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and click</a:t>
                </a:r>
                <a:b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</a:b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on the button </a:t>
                </a: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‘Inspiration'</a:t>
                </a:r>
              </a:p>
            </p:txBody>
          </p:sp>
          <p:grpSp>
            <p:nvGrpSpPr>
              <p:cNvPr id="44" name="ICOON_info">
                <a:extLst>
                  <a:ext uri="{FF2B5EF4-FFF2-40B4-BE49-F238E27FC236}">
                    <a16:creationId xmlns:a16="http://schemas.microsoft.com/office/drawing/2014/main" id="{C5CC0203-1F4A-EAD8-CFCA-B4B10E5840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76467" y="5680655"/>
                <a:ext cx="283683" cy="283683"/>
                <a:chOff x="-376467" y="5680655"/>
                <a:chExt cx="283683" cy="283683"/>
              </a:xfrm>
            </p:grpSpPr>
            <p:sp>
              <p:nvSpPr>
                <p:cNvPr id="51" name="Ovaal 66">
                  <a:extLst>
                    <a:ext uri="{FF2B5EF4-FFF2-40B4-BE49-F238E27FC236}">
                      <a16:creationId xmlns:a16="http://schemas.microsoft.com/office/drawing/2014/main" id="{C63F64A4-F714-850A-D338-B4DF880FFDBC}"/>
                    </a:ext>
                  </a:extLst>
                </p:cNvPr>
                <p:cNvSpPr/>
                <p:nvPr/>
              </p:nvSpPr>
              <p:spPr>
                <a:xfrm>
                  <a:off x="-356257" y="5698981"/>
                  <a:ext cx="244427" cy="246057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211F26"/>
                </a:solidFill>
                <a:ln>
                  <a:noFill/>
                  <a:prstDash val="solid"/>
                </a:ln>
              </p:spPr>
              <p:txBody>
                <a:bodyPr lIns="179999" tIns="179999" rIns="179999" bIns="179999" anchor="ctr" anchorCtr="1"/>
                <a:lstStyle/>
                <a:p>
                  <a:pPr algn="ctr" eaLnBrk="1" fontAlgn="auto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600" cap="all">
                    <a:solidFill>
                      <a:srgbClr val="FFFFFF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sp>
              <p:nvSpPr>
                <p:cNvPr id="52" name="Graphic 163" descr="Informatie">
                  <a:extLst>
                    <a:ext uri="{FF2B5EF4-FFF2-40B4-BE49-F238E27FC236}">
                      <a16:creationId xmlns:a16="http://schemas.microsoft.com/office/drawing/2014/main" id="{A97EEFF1-2C86-8A67-5CED-27A4774896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376467" y="5680655"/>
                  <a:ext cx="283683" cy="283683"/>
                </a:xfrm>
                <a:custGeom>
                  <a:avLst/>
                  <a:gdLst>
                    <a:gd name="T0" fmla="*/ 141842 w 291719"/>
                    <a:gd name="T1" fmla="*/ 0 h 291719"/>
                    <a:gd name="T2" fmla="*/ 283683 w 291719"/>
                    <a:gd name="T3" fmla="*/ 141842 h 291719"/>
                    <a:gd name="T4" fmla="*/ 141842 w 291719"/>
                    <a:gd name="T5" fmla="*/ 283683 h 291719"/>
                    <a:gd name="T6" fmla="*/ 0 w 291719"/>
                    <a:gd name="T7" fmla="*/ 141842 h 291719"/>
                    <a:gd name="T8" fmla="*/ 141842 w 291719"/>
                    <a:gd name="T9" fmla="*/ 0 h 291719"/>
                    <a:gd name="T10" fmla="*/ 0 w 291719"/>
                    <a:gd name="T11" fmla="*/ 141842 h 291719"/>
                    <a:gd name="T12" fmla="*/ 141842 w 291719"/>
                    <a:gd name="T13" fmla="*/ 283684 h 291719"/>
                    <a:gd name="T14" fmla="*/ 283684 w 291719"/>
                    <a:gd name="T15" fmla="*/ 141842 h 291719"/>
                    <a:gd name="T16" fmla="*/ 141842 w 291719"/>
                    <a:gd name="T17" fmla="*/ 0 h 291719"/>
                    <a:gd name="T18" fmla="*/ 134376 w 291719"/>
                    <a:gd name="T19" fmla="*/ 37327 h 291719"/>
                    <a:gd name="T20" fmla="*/ 153040 w 291719"/>
                    <a:gd name="T21" fmla="*/ 55990 h 291719"/>
                    <a:gd name="T22" fmla="*/ 134376 w 291719"/>
                    <a:gd name="T23" fmla="*/ 74653 h 291719"/>
                    <a:gd name="T24" fmla="*/ 115713 w 291719"/>
                    <a:gd name="T25" fmla="*/ 55990 h 291719"/>
                    <a:gd name="T26" fmla="*/ 134376 w 291719"/>
                    <a:gd name="T27" fmla="*/ 37327 h 291719"/>
                    <a:gd name="T28" fmla="*/ 179169 w 291719"/>
                    <a:gd name="T29" fmla="*/ 246357 h 291719"/>
                    <a:gd name="T30" fmla="*/ 104515 w 291719"/>
                    <a:gd name="T31" fmla="*/ 246357 h 291719"/>
                    <a:gd name="T32" fmla="*/ 104515 w 291719"/>
                    <a:gd name="T33" fmla="*/ 223961 h 291719"/>
                    <a:gd name="T34" fmla="*/ 130644 w 291719"/>
                    <a:gd name="T35" fmla="*/ 223961 h 291719"/>
                    <a:gd name="T36" fmla="*/ 130644 w 291719"/>
                    <a:gd name="T37" fmla="*/ 111981 h 291719"/>
                    <a:gd name="T38" fmla="*/ 108248 w 291719"/>
                    <a:gd name="T39" fmla="*/ 111981 h 291719"/>
                    <a:gd name="T40" fmla="*/ 108248 w 291719"/>
                    <a:gd name="T41" fmla="*/ 89584 h 291719"/>
                    <a:gd name="T42" fmla="*/ 153040 w 291719"/>
                    <a:gd name="T43" fmla="*/ 89584 h 291719"/>
                    <a:gd name="T44" fmla="*/ 153040 w 291719"/>
                    <a:gd name="T45" fmla="*/ 111981 h 291719"/>
                    <a:gd name="T46" fmla="*/ 153040 w 291719"/>
                    <a:gd name="T47" fmla="*/ 223961 h 291719"/>
                    <a:gd name="T48" fmla="*/ 179169 w 291719"/>
                    <a:gd name="T49" fmla="*/ 223961 h 291719"/>
                    <a:gd name="T50" fmla="*/ 179169 w 291719"/>
                    <a:gd name="T51" fmla="*/ 246357 h 291719"/>
                    <a:gd name="T52" fmla="*/ 17694720 60000 65536"/>
                    <a:gd name="T53" fmla="*/ 0 60000 65536"/>
                    <a:gd name="T54" fmla="*/ 5898240 60000 65536"/>
                    <a:gd name="T55" fmla="*/ 1179648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w 291719"/>
                    <a:gd name="T79" fmla="*/ 0 h 291719"/>
                    <a:gd name="T80" fmla="*/ 291719 w 291719"/>
                    <a:gd name="T81" fmla="*/ 291719 h 291719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T78" t="T79" r="T80" b="T81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NL"/>
                </a:p>
              </p:txBody>
            </p:sp>
          </p:grpSp>
          <p:grpSp>
            <p:nvGrpSpPr>
              <p:cNvPr id="45" name="Groep 60">
                <a:extLst>
                  <a:ext uri="{FF2B5EF4-FFF2-40B4-BE49-F238E27FC236}">
                    <a16:creationId xmlns:a16="http://schemas.microsoft.com/office/drawing/2014/main" id="{CCEF000C-56F3-9ECE-E039-4CF26DE62B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938165" y="5938003"/>
                <a:ext cx="627799" cy="576684"/>
                <a:chOff x="-938165" y="5938003"/>
                <a:chExt cx="627799" cy="576684"/>
              </a:xfrm>
            </p:grpSpPr>
            <p:grpSp>
              <p:nvGrpSpPr>
                <p:cNvPr id="46" name="Inspireren">
                  <a:extLst>
                    <a:ext uri="{FF2B5EF4-FFF2-40B4-BE49-F238E27FC236}">
                      <a16:creationId xmlns:a16="http://schemas.microsoft.com/office/drawing/2014/main" id="{29A09F00-D80B-4273-E858-ED999195EA4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715847" y="5938003"/>
                  <a:ext cx="169776" cy="242380"/>
                  <a:chOff x="-715847" y="5938003"/>
                  <a:chExt cx="169776" cy="242380"/>
                </a:xfrm>
              </p:grpSpPr>
              <p:sp>
                <p:nvSpPr>
                  <p:cNvPr id="48" name="Freeform 12">
                    <a:extLst>
                      <a:ext uri="{FF2B5EF4-FFF2-40B4-BE49-F238E27FC236}">
                        <a16:creationId xmlns:a16="http://schemas.microsoft.com/office/drawing/2014/main" id="{71054A73-CDA8-01C6-707F-211C88F6F27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665646" y="6024826"/>
                    <a:ext cx="68726" cy="62051"/>
                  </a:xfrm>
                  <a:custGeom>
                    <a:avLst/>
                    <a:gdLst>
                      <a:gd name="T0" fmla="*/ 34363 w 319"/>
                      <a:gd name="T1" fmla="*/ 0 h 288"/>
                      <a:gd name="T2" fmla="*/ 68726 w 319"/>
                      <a:gd name="T3" fmla="*/ 31026 h 288"/>
                      <a:gd name="T4" fmla="*/ 34363 w 319"/>
                      <a:gd name="T5" fmla="*/ 62051 h 288"/>
                      <a:gd name="T6" fmla="*/ 0 w 319"/>
                      <a:gd name="T7" fmla="*/ 31026 h 288"/>
                      <a:gd name="T8" fmla="*/ 47397 w 319"/>
                      <a:gd name="T9" fmla="*/ 62051 h 288"/>
                      <a:gd name="T10" fmla="*/ 23052 w 319"/>
                      <a:gd name="T11" fmla="*/ 62051 h 288"/>
                      <a:gd name="T12" fmla="*/ 0 w 319"/>
                      <a:gd name="T13" fmla="*/ 0 h 288"/>
                      <a:gd name="T14" fmla="*/ 68726 w 319"/>
                      <a:gd name="T15" fmla="*/ 0 h 288"/>
                      <a:gd name="T16" fmla="*/ 47397 w 319"/>
                      <a:gd name="T17" fmla="*/ 62051 h 288"/>
                      <a:gd name="T18" fmla="*/ 17694720 60000 65536"/>
                      <a:gd name="T19" fmla="*/ 0 60000 65536"/>
                      <a:gd name="T20" fmla="*/ 5898240 60000 65536"/>
                      <a:gd name="T21" fmla="*/ 1179648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319"/>
                      <a:gd name="T28" fmla="*/ 0 h 288"/>
                      <a:gd name="T29" fmla="*/ 319 w 319"/>
                      <a:gd name="T30" fmla="*/ 288 h 288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  <p:sp>
                <p:nvSpPr>
                  <p:cNvPr id="49" name="Freeform 13">
                    <a:extLst>
                      <a:ext uri="{FF2B5EF4-FFF2-40B4-BE49-F238E27FC236}">
                        <a16:creationId xmlns:a16="http://schemas.microsoft.com/office/drawing/2014/main" id="{3974A3FB-2199-4FA5-A82D-68FA4FFA49C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661120" y="6156252"/>
                    <a:ext cx="60761" cy="24131"/>
                  </a:xfrm>
                  <a:custGeom>
                    <a:avLst/>
                    <a:gdLst>
                      <a:gd name="T0" fmla="*/ 30381 w 251"/>
                      <a:gd name="T1" fmla="*/ 0 h 100"/>
                      <a:gd name="T2" fmla="*/ 60761 w 251"/>
                      <a:gd name="T3" fmla="*/ 12066 h 100"/>
                      <a:gd name="T4" fmla="*/ 30381 w 251"/>
                      <a:gd name="T5" fmla="*/ 24131 h 100"/>
                      <a:gd name="T6" fmla="*/ 0 w 251"/>
                      <a:gd name="T7" fmla="*/ 12066 h 100"/>
                      <a:gd name="T8" fmla="*/ 55435 w 251"/>
                      <a:gd name="T9" fmla="*/ 16892 h 100"/>
                      <a:gd name="T10" fmla="*/ 55435 w 251"/>
                      <a:gd name="T11" fmla="*/ 16650 h 100"/>
                      <a:gd name="T12" fmla="*/ 60761 w 251"/>
                      <a:gd name="T13" fmla="*/ 0 h 100"/>
                      <a:gd name="T14" fmla="*/ 0 w 251"/>
                      <a:gd name="T15" fmla="*/ 0 h 100"/>
                      <a:gd name="T16" fmla="*/ 5326 w 251"/>
                      <a:gd name="T17" fmla="*/ 16650 h 100"/>
                      <a:gd name="T18" fmla="*/ 15251 w 251"/>
                      <a:gd name="T19" fmla="*/ 24131 h 100"/>
                      <a:gd name="T20" fmla="*/ 45510 w 251"/>
                      <a:gd name="T21" fmla="*/ 24131 h 100"/>
                      <a:gd name="T22" fmla="*/ 55435 w 251"/>
                      <a:gd name="T23" fmla="*/ 17133 h 100"/>
                      <a:gd name="T24" fmla="*/ 55435 w 251"/>
                      <a:gd name="T25" fmla="*/ 17133 h 100"/>
                      <a:gd name="T26" fmla="*/ 55435 w 251"/>
                      <a:gd name="T27" fmla="*/ 16892 h 100"/>
                      <a:gd name="T28" fmla="*/ 17694720 60000 65536"/>
                      <a:gd name="T29" fmla="*/ 0 60000 65536"/>
                      <a:gd name="T30" fmla="*/ 5898240 60000 65536"/>
                      <a:gd name="T31" fmla="*/ 1179648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251"/>
                      <a:gd name="T43" fmla="*/ 0 h 100"/>
                      <a:gd name="T44" fmla="*/ 251 w 251"/>
                      <a:gd name="T45" fmla="*/ 100 h 100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  <p:sp>
                <p:nvSpPr>
                  <p:cNvPr id="50" name="Freeform 14">
                    <a:extLst>
                      <a:ext uri="{FF2B5EF4-FFF2-40B4-BE49-F238E27FC236}">
                        <a16:creationId xmlns:a16="http://schemas.microsoft.com/office/drawing/2014/main" id="{C3A19306-2B84-01A4-6671-BEF34AE57D9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715847" y="5938003"/>
                    <a:ext cx="169776" cy="208126"/>
                  </a:xfrm>
                  <a:custGeom>
                    <a:avLst/>
                    <a:gdLst>
                      <a:gd name="T0" fmla="*/ 84888 w 702"/>
                      <a:gd name="T1" fmla="*/ 0 h 860"/>
                      <a:gd name="T2" fmla="*/ 169776 w 702"/>
                      <a:gd name="T3" fmla="*/ 104063 h 860"/>
                      <a:gd name="T4" fmla="*/ 84888 w 702"/>
                      <a:gd name="T5" fmla="*/ 208126 h 860"/>
                      <a:gd name="T6" fmla="*/ 0 w 702"/>
                      <a:gd name="T7" fmla="*/ 104063 h 860"/>
                      <a:gd name="T8" fmla="*/ 84888 w 702"/>
                      <a:gd name="T9" fmla="*/ 0 h 860"/>
                      <a:gd name="T10" fmla="*/ 0 w 702"/>
                      <a:gd name="T11" fmla="*/ 84944 h 860"/>
                      <a:gd name="T12" fmla="*/ 32407 w 702"/>
                      <a:gd name="T13" fmla="*/ 151738 h 860"/>
                      <a:gd name="T14" fmla="*/ 39905 w 702"/>
                      <a:gd name="T15" fmla="*/ 173761 h 860"/>
                      <a:gd name="T16" fmla="*/ 64331 w 702"/>
                      <a:gd name="T17" fmla="*/ 173761 h 860"/>
                      <a:gd name="T18" fmla="*/ 64331 w 702"/>
                      <a:gd name="T19" fmla="*/ 173761 h 860"/>
                      <a:gd name="T20" fmla="*/ 104961 w 702"/>
                      <a:gd name="T21" fmla="*/ 173761 h 860"/>
                      <a:gd name="T22" fmla="*/ 101334 w 702"/>
                      <a:gd name="T23" fmla="*/ 183925 h 860"/>
                      <a:gd name="T24" fmla="*/ 68684 w 702"/>
                      <a:gd name="T25" fmla="*/ 183925 h 860"/>
                      <a:gd name="T26" fmla="*/ 68684 w 702"/>
                      <a:gd name="T27" fmla="*/ 183925 h 860"/>
                      <a:gd name="T28" fmla="*/ 43290 w 702"/>
                      <a:gd name="T29" fmla="*/ 183925 h 860"/>
                      <a:gd name="T30" fmla="*/ 51271 w 702"/>
                      <a:gd name="T31" fmla="*/ 208126 h 860"/>
                      <a:gd name="T32" fmla="*/ 51271 w 702"/>
                      <a:gd name="T33" fmla="*/ 208126 h 860"/>
                      <a:gd name="T34" fmla="*/ 52239 w 702"/>
                      <a:gd name="T35" fmla="*/ 208126 h 860"/>
                      <a:gd name="T36" fmla="*/ 118021 w 702"/>
                      <a:gd name="T37" fmla="*/ 208126 h 860"/>
                      <a:gd name="T38" fmla="*/ 118746 w 702"/>
                      <a:gd name="T39" fmla="*/ 208126 h 860"/>
                      <a:gd name="T40" fmla="*/ 137852 w 702"/>
                      <a:gd name="T41" fmla="*/ 151254 h 860"/>
                      <a:gd name="T42" fmla="*/ 169776 w 702"/>
                      <a:gd name="T43" fmla="*/ 84944 h 860"/>
                      <a:gd name="T44" fmla="*/ 84888 w 702"/>
                      <a:gd name="T45" fmla="*/ 0 h 860"/>
                      <a:gd name="T46" fmla="*/ 141964 w 702"/>
                      <a:gd name="T47" fmla="*/ 105999 h 860"/>
                      <a:gd name="T48" fmla="*/ 117295 w 702"/>
                      <a:gd name="T49" fmla="*/ 136250 h 860"/>
                      <a:gd name="T50" fmla="*/ 109798 w 702"/>
                      <a:gd name="T51" fmla="*/ 159241 h 860"/>
                      <a:gd name="T52" fmla="*/ 60462 w 702"/>
                      <a:gd name="T53" fmla="*/ 159241 h 860"/>
                      <a:gd name="T54" fmla="*/ 52964 w 702"/>
                      <a:gd name="T55" fmla="*/ 136734 h 860"/>
                      <a:gd name="T56" fmla="*/ 27812 w 702"/>
                      <a:gd name="T57" fmla="*/ 106241 h 860"/>
                      <a:gd name="T58" fmla="*/ 23943 w 702"/>
                      <a:gd name="T59" fmla="*/ 84944 h 860"/>
                      <a:gd name="T60" fmla="*/ 84888 w 702"/>
                      <a:gd name="T61" fmla="*/ 23959 h 860"/>
                      <a:gd name="T62" fmla="*/ 145833 w 702"/>
                      <a:gd name="T63" fmla="*/ 84944 h 860"/>
                      <a:gd name="T64" fmla="*/ 141964 w 702"/>
                      <a:gd name="T65" fmla="*/ 105999 h 860"/>
                      <a:gd name="T66" fmla="*/ 17694720 60000 65536"/>
                      <a:gd name="T67" fmla="*/ 0 60000 65536"/>
                      <a:gd name="T68" fmla="*/ 5898240 60000 65536"/>
                      <a:gd name="T69" fmla="*/ 1179648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w 702"/>
                      <a:gd name="T100" fmla="*/ 0 h 860"/>
                      <a:gd name="T101" fmla="*/ 702 w 702"/>
                      <a:gd name="T102" fmla="*/ 860 h 860"/>
                    </a:gdLst>
                    <a:ahLst/>
                    <a:cxnLst>
                      <a:cxn ang="T66">
                        <a:pos x="T0" y="T1"/>
                      </a:cxn>
                      <a:cxn ang="T67">
                        <a:pos x="T2" y="T3"/>
                      </a:cxn>
                      <a:cxn ang="T68">
                        <a:pos x="T4" y="T5"/>
                      </a:cxn>
                      <a:cxn ang="T69">
                        <a:pos x="T6" y="T7"/>
                      </a:cxn>
                      <a:cxn ang="T70">
                        <a:pos x="T8" y="T9"/>
                      </a:cxn>
                      <a:cxn ang="T71">
                        <a:pos x="T10" y="T11"/>
                      </a:cxn>
                      <a:cxn ang="T72">
                        <a:pos x="T12" y="T13"/>
                      </a:cxn>
                      <a:cxn ang="T73">
                        <a:pos x="T14" y="T15"/>
                      </a:cxn>
                      <a:cxn ang="T74">
                        <a:pos x="T16" y="T17"/>
                      </a:cxn>
                      <a:cxn ang="T75">
                        <a:pos x="T18" y="T19"/>
                      </a:cxn>
                      <a:cxn ang="T76">
                        <a:pos x="T20" y="T21"/>
                      </a:cxn>
                      <a:cxn ang="T77">
                        <a:pos x="T22" y="T23"/>
                      </a:cxn>
                      <a:cxn ang="T78">
                        <a:pos x="T24" y="T25"/>
                      </a:cxn>
                      <a:cxn ang="T79">
                        <a:pos x="T26" y="T27"/>
                      </a:cxn>
                      <a:cxn ang="T80">
                        <a:pos x="T28" y="T29"/>
                      </a:cxn>
                      <a:cxn ang="T81">
                        <a:pos x="T30" y="T31"/>
                      </a:cxn>
                      <a:cxn ang="T82">
                        <a:pos x="T32" y="T33"/>
                      </a:cxn>
                      <a:cxn ang="T83">
                        <a:pos x="T34" y="T35"/>
                      </a:cxn>
                      <a:cxn ang="T84">
                        <a:pos x="T36" y="T37"/>
                      </a:cxn>
                      <a:cxn ang="T85">
                        <a:pos x="T38" y="T39"/>
                      </a:cxn>
                      <a:cxn ang="T86">
                        <a:pos x="T40" y="T41"/>
                      </a:cxn>
                      <a:cxn ang="T87">
                        <a:pos x="T42" y="T43"/>
                      </a:cxn>
                      <a:cxn ang="T88">
                        <a:pos x="T44" y="T45"/>
                      </a:cxn>
                      <a:cxn ang="T89">
                        <a:pos x="T46" y="T47"/>
                      </a:cxn>
                      <a:cxn ang="T90">
                        <a:pos x="T48" y="T49"/>
                      </a:cxn>
                      <a:cxn ang="T91">
                        <a:pos x="T50" y="T51"/>
                      </a:cxn>
                      <a:cxn ang="T92">
                        <a:pos x="T52" y="T53"/>
                      </a:cxn>
                      <a:cxn ang="T93">
                        <a:pos x="T54" y="T55"/>
                      </a:cxn>
                      <a:cxn ang="T94">
                        <a:pos x="T56" y="T57"/>
                      </a:cxn>
                      <a:cxn ang="T95">
                        <a:pos x="T58" y="T59"/>
                      </a:cxn>
                      <a:cxn ang="T96">
                        <a:pos x="T60" y="T61"/>
                      </a:cxn>
                      <a:cxn ang="T97">
                        <a:pos x="T62" y="T63"/>
                      </a:cxn>
                      <a:cxn ang="T98">
                        <a:pos x="T64" y="T65"/>
                      </a:cxn>
                    </a:cxnLst>
                    <a:rect l="T99" t="T100" r="T101" b="T102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</p:grpSp>
            <p:sp>
              <p:nvSpPr>
                <p:cNvPr id="47" name="Tekstvak 62">
                  <a:extLst>
                    <a:ext uri="{FF2B5EF4-FFF2-40B4-BE49-F238E27FC236}">
                      <a16:creationId xmlns:a16="http://schemas.microsoft.com/office/drawing/2014/main" id="{27BCE77E-DA97-EA4C-3906-7C7A7A1F5F7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-938165" y="6192453"/>
                  <a:ext cx="627799" cy="3222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 anchorCtr="1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altLang="en-NL" sz="100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16" name="Groep 16">
              <a:extLst>
                <a:ext uri="{FF2B5EF4-FFF2-40B4-BE49-F238E27FC236}">
                  <a16:creationId xmlns:a16="http://schemas.microsoft.com/office/drawing/2014/main" id="{C43FC08C-11CD-84DA-A84A-51E83C1FFF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426805" y="5129582"/>
              <a:ext cx="514285" cy="506541"/>
              <a:chOff x="-3426805" y="5129582"/>
              <a:chExt cx="514285" cy="506541"/>
            </a:xfrm>
          </p:grpSpPr>
          <p:grpSp>
            <p:nvGrpSpPr>
              <p:cNvPr id="27" name="Groep 39">
                <a:extLst>
                  <a:ext uri="{FF2B5EF4-FFF2-40B4-BE49-F238E27FC236}">
                    <a16:creationId xmlns:a16="http://schemas.microsoft.com/office/drawing/2014/main" id="{41AA431F-1305-6FE5-CB20-E352160C56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321695" y="5129582"/>
                <a:ext cx="319089" cy="306324"/>
                <a:chOff x="-3321695" y="5129582"/>
                <a:chExt cx="319089" cy="306324"/>
              </a:xfrm>
            </p:grpSpPr>
            <p:grpSp>
              <p:nvGrpSpPr>
                <p:cNvPr id="30" name="Groep 45">
                  <a:extLst>
                    <a:ext uri="{FF2B5EF4-FFF2-40B4-BE49-F238E27FC236}">
                      <a16:creationId xmlns:a16="http://schemas.microsoft.com/office/drawing/2014/main" id="{B11AD07B-B152-8E10-64DD-8FBE1045CB3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321695" y="5129582"/>
                  <a:ext cx="282064" cy="270561"/>
                  <a:chOff x="-3321695" y="5129582"/>
                  <a:chExt cx="282064" cy="270561"/>
                </a:xfrm>
              </p:grpSpPr>
              <p:grpSp>
                <p:nvGrpSpPr>
                  <p:cNvPr id="37" name="Groep 52">
                    <a:extLst>
                      <a:ext uri="{FF2B5EF4-FFF2-40B4-BE49-F238E27FC236}">
                        <a16:creationId xmlns:a16="http://schemas.microsoft.com/office/drawing/2014/main" id="{5EAF61AA-A59F-214D-D8D9-6D1386075F0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-3321695" y="5129582"/>
                    <a:ext cx="282064" cy="270561"/>
                    <a:chOff x="-3321695" y="5129582"/>
                    <a:chExt cx="282064" cy="270561"/>
                  </a:xfrm>
                </p:grpSpPr>
                <p:sp>
                  <p:nvSpPr>
                    <p:cNvPr id="40" name="Rechthoek 55">
                      <a:extLst>
                        <a:ext uri="{FF2B5EF4-FFF2-40B4-BE49-F238E27FC236}">
                          <a16:creationId xmlns:a16="http://schemas.microsoft.com/office/drawing/2014/main" id="{F7C62243-A5A8-5478-2695-146FCAB06A0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3321695" y="5129582"/>
                      <a:ext cx="282064" cy="270561"/>
                    </a:xfrm>
                    <a:prstGeom prst="rect">
                      <a:avLst/>
                    </a:prstGeom>
                    <a:noFill/>
                    <a:ln w="12701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lIns="107999" tIns="0" rIns="0" bIns="0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altLang="en-NL" sz="8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1" name="Rechthoek 56">
                      <a:extLst>
                        <a:ext uri="{FF2B5EF4-FFF2-40B4-BE49-F238E27FC236}">
                          <a16:creationId xmlns:a16="http://schemas.microsoft.com/office/drawing/2014/main" id="{1106A54A-8719-5F8D-3D09-88ECC42D469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3321695" y="5129582"/>
                      <a:ext cx="166237" cy="163814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12701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</p:spPr>
                  <p:txBody>
                    <a:bodyPr lIns="107999" tIns="0" rIns="0" bIns="0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altLang="en-NL" sz="8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2" name="Ovaal 57">
                      <a:extLst>
                        <a:ext uri="{FF2B5EF4-FFF2-40B4-BE49-F238E27FC236}">
                          <a16:creationId xmlns:a16="http://schemas.microsoft.com/office/drawing/2014/main" id="{007F8B07-41A6-5993-0D39-2848D938F6C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3220425" y="5150275"/>
                      <a:ext cx="45866" cy="45866"/>
                    </a:xfrm>
                    <a:custGeom>
                      <a:avLst/>
                      <a:gdLst>
                        <a:gd name="T0" fmla="*/ 22933 w 45866"/>
                        <a:gd name="T1" fmla="*/ 0 h 45866"/>
                        <a:gd name="T2" fmla="*/ 45866 w 45866"/>
                        <a:gd name="T3" fmla="*/ 22933 h 45866"/>
                        <a:gd name="T4" fmla="*/ 22933 w 45866"/>
                        <a:gd name="T5" fmla="*/ 45866 h 45866"/>
                        <a:gd name="T6" fmla="*/ 0 w 45866"/>
                        <a:gd name="T7" fmla="*/ 22933 h 45866"/>
                        <a:gd name="T8" fmla="*/ 6717 w 45866"/>
                        <a:gd name="T9" fmla="*/ 6717 h 45866"/>
                        <a:gd name="T10" fmla="*/ 6717 w 45866"/>
                        <a:gd name="T11" fmla="*/ 39149 h 45866"/>
                        <a:gd name="T12" fmla="*/ 39149 w 45866"/>
                        <a:gd name="T13" fmla="*/ 39149 h 45866"/>
                        <a:gd name="T14" fmla="*/ 39149 w 45866"/>
                        <a:gd name="T15" fmla="*/ 6717 h 45866"/>
                        <a:gd name="T16" fmla="*/ 17694720 60000 65536"/>
                        <a:gd name="T17" fmla="*/ 0 60000 65536"/>
                        <a:gd name="T18" fmla="*/ 5898240 60000 65536"/>
                        <a:gd name="T19" fmla="*/ 11796480 60000 65536"/>
                        <a:gd name="T20" fmla="*/ 17694720 60000 65536"/>
                        <a:gd name="T21" fmla="*/ 5898240 60000 65536"/>
                        <a:gd name="T22" fmla="*/ 5898240 60000 65536"/>
                        <a:gd name="T23" fmla="*/ 17694720 60000 65536"/>
                        <a:gd name="T24" fmla="*/ 6717 w 45866"/>
                        <a:gd name="T25" fmla="*/ 6717 h 45866"/>
                        <a:gd name="T26" fmla="*/ 39149 w 45866"/>
                        <a:gd name="T27" fmla="*/ 39149 h 4586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45866" h="45866">
                          <a:moveTo>
                            <a:pt x="0" y="22933"/>
                          </a:moveTo>
                          <a:lnTo>
                            <a:pt x="0" y="22932"/>
                          </a:lnTo>
                          <a:cubicBezTo>
                            <a:pt x="0" y="35598"/>
                            <a:pt x="10267" y="45866"/>
                            <a:pt x="22933" y="45866"/>
                          </a:cubicBezTo>
                          <a:cubicBezTo>
                            <a:pt x="35598" y="45866"/>
                            <a:pt x="45866" y="35598"/>
                            <a:pt x="45866" y="22933"/>
                          </a:cubicBezTo>
                          <a:cubicBezTo>
                            <a:pt x="45866" y="10267"/>
                            <a:pt x="35598" y="0"/>
                            <a:pt x="22933" y="0"/>
                          </a:cubicBezTo>
                          <a:cubicBezTo>
                            <a:pt x="10267" y="-1"/>
                            <a:pt x="0" y="10267"/>
                            <a:pt x="0" y="22932"/>
                          </a:cubicBezTo>
                          <a:close/>
                        </a:path>
                      </a:pathLst>
                    </a:custGeom>
                    <a:solidFill>
                      <a:srgbClr val="ECC67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tIns="0" rIns="0" bIns="0" anchor="ctr"/>
                    <a:lstStyle/>
                    <a:p>
                      <a:endParaRPr lang="en-NL"/>
                    </a:p>
                  </p:txBody>
                </p:sp>
              </p:grpSp>
              <p:pic>
                <p:nvPicPr>
                  <p:cNvPr id="38" name="Afbeelding 53">
                    <a:extLst>
                      <a:ext uri="{FF2B5EF4-FFF2-40B4-BE49-F238E27FC236}">
                        <a16:creationId xmlns:a16="http://schemas.microsoft.com/office/drawing/2014/main" id="{1F8F3421-A33A-8902-DE60-52F92290DCE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3313822" y="5196224"/>
                    <a:ext cx="110157" cy="8909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39" name="Afbeelding 54">
                    <a:extLst>
                      <a:ext uri="{FF2B5EF4-FFF2-40B4-BE49-F238E27FC236}">
                        <a16:creationId xmlns:a16="http://schemas.microsoft.com/office/drawing/2014/main" id="{538B554B-97BC-7CC9-4CD6-9B4816C3465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3270424" y="5211650"/>
                    <a:ext cx="110157" cy="708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grpSp>
              <p:nvGrpSpPr>
                <p:cNvPr id="31" name="Groep 46">
                  <a:extLst>
                    <a:ext uri="{FF2B5EF4-FFF2-40B4-BE49-F238E27FC236}">
                      <a16:creationId xmlns:a16="http://schemas.microsoft.com/office/drawing/2014/main" id="{1471668B-44C2-7225-9562-5A81D1E0AF7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102203" y="5335871"/>
                  <a:ext cx="99597" cy="100035"/>
                  <a:chOff x="-3102203" y="5335871"/>
                  <a:chExt cx="99597" cy="100035"/>
                </a:xfrm>
              </p:grpSpPr>
              <p:sp>
                <p:nvSpPr>
                  <p:cNvPr id="35" name="Rechthoek 50">
                    <a:extLst>
                      <a:ext uri="{FF2B5EF4-FFF2-40B4-BE49-F238E27FC236}">
                        <a16:creationId xmlns:a16="http://schemas.microsoft.com/office/drawing/2014/main" id="{5FEEB341-FE7C-355E-255F-277F27AF7FC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102202" y="5335871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6" name="Rechthoek 51">
                    <a:extLst>
                      <a:ext uri="{FF2B5EF4-FFF2-40B4-BE49-F238E27FC236}">
                        <a16:creationId xmlns:a16="http://schemas.microsoft.com/office/drawing/2014/main" id="{579C6CFD-9119-1EED-D2B3-22FF582219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13">
                    <a:off x="-3142308" y="5376415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2" name="Groep 47">
                  <a:extLst>
                    <a:ext uri="{FF2B5EF4-FFF2-40B4-BE49-F238E27FC236}">
                      <a16:creationId xmlns:a16="http://schemas.microsoft.com/office/drawing/2014/main" id="{FFAB5278-FF51-B797-B253-868604C42DE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130969" y="5308806"/>
                  <a:ext cx="99597" cy="100024"/>
                  <a:chOff x="-3130969" y="5308806"/>
                  <a:chExt cx="99597" cy="100024"/>
                </a:xfrm>
              </p:grpSpPr>
              <p:sp>
                <p:nvSpPr>
                  <p:cNvPr id="33" name="Rechthoek 48">
                    <a:extLst>
                      <a:ext uri="{FF2B5EF4-FFF2-40B4-BE49-F238E27FC236}">
                        <a16:creationId xmlns:a16="http://schemas.microsoft.com/office/drawing/2014/main" id="{BB8D0DA4-0D1C-C523-39D8-C7ECF0FE863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0799991">
                    <a:off x="-3130969" y="5389445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4" name="Rechthoek 49">
                    <a:extLst>
                      <a:ext uri="{FF2B5EF4-FFF2-40B4-BE49-F238E27FC236}">
                        <a16:creationId xmlns:a16="http://schemas.microsoft.com/office/drawing/2014/main" id="{F6537C07-8D57-0108-B7CA-46B8ACDF226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399996">
                    <a:off x="-3090862" y="5348911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28" name="Rechthoek 43">
                <a:extLst>
                  <a:ext uri="{FF2B5EF4-FFF2-40B4-BE49-F238E27FC236}">
                    <a16:creationId xmlns:a16="http://schemas.microsoft.com/office/drawing/2014/main" id="{6D27BA66-0A96-6D92-BE98-10B659E3F0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426805" y="5461967"/>
                <a:ext cx="514285" cy="1100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29" name="Gelijkbenige driehoek 44">
                <a:extLst>
                  <a:ext uri="{FF2B5EF4-FFF2-40B4-BE49-F238E27FC236}">
                    <a16:creationId xmlns:a16="http://schemas.microsoft.com/office/drawing/2014/main" id="{131803C3-B51C-6E6D-7A64-4397FFCB70FD}"/>
                  </a:ext>
                </a:extLst>
              </p:cNvPr>
              <p:cNvSpPr>
                <a:spLocks/>
              </p:cNvSpPr>
              <p:nvPr/>
            </p:nvSpPr>
            <p:spPr bwMode="auto">
              <a:xfrm rot="10799991">
                <a:off x="-3199339" y="5601193"/>
                <a:ext cx="59335" cy="34930"/>
              </a:xfrm>
              <a:custGeom>
                <a:avLst/>
                <a:gdLst>
                  <a:gd name="T0" fmla="*/ 29668 w 59335"/>
                  <a:gd name="T1" fmla="*/ 0 h 34930"/>
                  <a:gd name="T2" fmla="*/ 59335 w 59335"/>
                  <a:gd name="T3" fmla="*/ 17465 h 34930"/>
                  <a:gd name="T4" fmla="*/ 29668 w 59335"/>
                  <a:gd name="T5" fmla="*/ 34930 h 34930"/>
                  <a:gd name="T6" fmla="*/ 0 w 59335"/>
                  <a:gd name="T7" fmla="*/ 17465 h 34930"/>
                  <a:gd name="T8" fmla="*/ 29667 w 59335"/>
                  <a:gd name="T9" fmla="*/ 0 h 34930"/>
                  <a:gd name="T10" fmla="*/ 14834 w 59335"/>
                  <a:gd name="T11" fmla="*/ 17465 h 34930"/>
                  <a:gd name="T12" fmla="*/ 0 w 59335"/>
                  <a:gd name="T13" fmla="*/ 34930 h 34930"/>
                  <a:gd name="T14" fmla="*/ 29667 w 59335"/>
                  <a:gd name="T15" fmla="*/ 34930 h 34930"/>
                  <a:gd name="T16" fmla="*/ 59335 w 59335"/>
                  <a:gd name="T17" fmla="*/ 34930 h 34930"/>
                  <a:gd name="T18" fmla="*/ 44501 w 59335"/>
                  <a:gd name="T19" fmla="*/ 17465 h 34930"/>
                  <a:gd name="T20" fmla="*/ 17694720 60000 65536"/>
                  <a:gd name="T21" fmla="*/ 0 60000 65536"/>
                  <a:gd name="T22" fmla="*/ 5898240 60000 65536"/>
                  <a:gd name="T23" fmla="*/ 11796480 60000 65536"/>
                  <a:gd name="T24" fmla="*/ 17694720 60000 65536"/>
                  <a:gd name="T25" fmla="*/ 11796480 60000 65536"/>
                  <a:gd name="T26" fmla="*/ 5898240 60000 65536"/>
                  <a:gd name="T27" fmla="*/ 5898240 60000 65536"/>
                  <a:gd name="T28" fmla="*/ 5898240 60000 65536"/>
                  <a:gd name="T29" fmla="*/ 0 60000 65536"/>
                  <a:gd name="T30" fmla="*/ 14834 w 59335"/>
                  <a:gd name="T31" fmla="*/ 17465 h 34930"/>
                  <a:gd name="T32" fmla="*/ 44501 w 59335"/>
                  <a:gd name="T33" fmla="*/ 34930 h 349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9335" h="34930">
                    <a:moveTo>
                      <a:pt x="0" y="34930"/>
                    </a:moveTo>
                    <a:lnTo>
                      <a:pt x="29667" y="0"/>
                    </a:lnTo>
                    <a:lnTo>
                      <a:pt x="59335" y="34930"/>
                    </a:lnTo>
                    <a:lnTo>
                      <a:pt x="0" y="34930"/>
                    </a:lnTo>
                    <a:close/>
                  </a:path>
                </a:pathLst>
              </a:custGeom>
              <a:solidFill>
                <a:srgbClr val="8181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/>
              <a:p>
                <a:endParaRPr lang="en-NL"/>
              </a:p>
            </p:txBody>
          </p:sp>
        </p:grpSp>
        <p:sp>
          <p:nvSpPr>
            <p:cNvPr id="17" name="Ovaal 17">
              <a:extLst>
                <a:ext uri="{FF2B5EF4-FFF2-40B4-BE49-F238E27FC236}">
                  <a16:creationId xmlns:a16="http://schemas.microsoft.com/office/drawing/2014/main" id="{0DFEF648-20C1-8E46-C688-DCD36CCC3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1811179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8" name="Rechthoek 18">
              <a:extLst>
                <a:ext uri="{FF2B5EF4-FFF2-40B4-BE49-F238E27FC236}">
                  <a16:creationId xmlns:a16="http://schemas.microsoft.com/office/drawing/2014/main" id="{FA2EE8A7-ECD9-93DA-F90D-7681C8AC2B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1811188"/>
              <a:ext cx="2944678" cy="326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9" name="Rechthoek 19">
              <a:extLst>
                <a:ext uri="{FF2B5EF4-FFF2-40B4-BE49-F238E27FC236}">
                  <a16:creationId xmlns:a16="http://schemas.microsoft.com/office/drawing/2014/main" id="{1B8267EA-3B74-92EA-6F40-A1CEFCBE1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245757"/>
              <a:ext cx="825502" cy="209553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grpSp>
          <p:nvGrpSpPr>
            <p:cNvPr id="20" name="Groep 20">
              <a:extLst>
                <a:ext uri="{FF2B5EF4-FFF2-40B4-BE49-F238E27FC236}">
                  <a16:creationId xmlns:a16="http://schemas.microsoft.com/office/drawing/2014/main" id="{6FED9453-638C-7B0F-5818-84E7FDF85F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365485" y="1226978"/>
              <a:ext cx="446940" cy="406486"/>
              <a:chOff x="-3365485" y="1226978"/>
              <a:chExt cx="446940" cy="406486"/>
            </a:xfrm>
          </p:grpSpPr>
          <p:grpSp>
            <p:nvGrpSpPr>
              <p:cNvPr id="21" name="Groep 21">
                <a:extLst>
                  <a:ext uri="{FF2B5EF4-FFF2-40B4-BE49-F238E27FC236}">
                    <a16:creationId xmlns:a16="http://schemas.microsoft.com/office/drawing/2014/main" id="{55266DBC-7D89-5C72-236B-327B6AAC8C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285311" y="1226978"/>
                <a:ext cx="284168" cy="246686"/>
                <a:chOff x="-3285311" y="1226978"/>
                <a:chExt cx="284168" cy="246686"/>
              </a:xfrm>
            </p:grpSpPr>
            <p:sp>
              <p:nvSpPr>
                <p:cNvPr id="23" name="Vrije vorm: vorm 23">
                  <a:extLst>
                    <a:ext uri="{FF2B5EF4-FFF2-40B4-BE49-F238E27FC236}">
                      <a16:creationId xmlns:a16="http://schemas.microsoft.com/office/drawing/2014/main" id="{450F5AF2-4751-85CD-8944-DD5156CD55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3236719" y="1287612"/>
                  <a:ext cx="47978" cy="47868"/>
                </a:xfrm>
                <a:custGeom>
                  <a:avLst/>
                  <a:gdLst>
                    <a:gd name="T0" fmla="*/ 23989 w 371475"/>
                    <a:gd name="T1" fmla="*/ 0 h 371475"/>
                    <a:gd name="T2" fmla="*/ 47978 w 371475"/>
                    <a:gd name="T3" fmla="*/ 23934 h 371475"/>
                    <a:gd name="T4" fmla="*/ 23989 w 371475"/>
                    <a:gd name="T5" fmla="*/ 47868 h 371475"/>
                    <a:gd name="T6" fmla="*/ 0 w 371475"/>
                    <a:gd name="T7" fmla="*/ 23934 h 371475"/>
                    <a:gd name="T8" fmla="*/ 47670 w 371475"/>
                    <a:gd name="T9" fmla="*/ 24241 h 371475"/>
                    <a:gd name="T10" fmla="*/ 24297 w 371475"/>
                    <a:gd name="T11" fmla="*/ 47561 h 371475"/>
                    <a:gd name="T12" fmla="*/ 923 w 371475"/>
                    <a:gd name="T13" fmla="*/ 24241 h 371475"/>
                    <a:gd name="T14" fmla="*/ 24297 w 371475"/>
                    <a:gd name="T15" fmla="*/ 921 h 371475"/>
                    <a:gd name="T16" fmla="*/ 47670 w 371475"/>
                    <a:gd name="T17" fmla="*/ 24241 h 371475"/>
                    <a:gd name="T18" fmla="*/ 17694720 60000 65536"/>
                    <a:gd name="T19" fmla="*/ 0 60000 65536"/>
                    <a:gd name="T20" fmla="*/ 5898240 60000 65536"/>
                    <a:gd name="T21" fmla="*/ 1179648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71475"/>
                    <a:gd name="T28" fmla="*/ 0 h 371475"/>
                    <a:gd name="T29" fmla="*/ 371475 w 371475"/>
                    <a:gd name="T30" fmla="*/ 371475 h 371475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NL"/>
                </a:p>
              </p:txBody>
            </p:sp>
            <p:grpSp>
              <p:nvGrpSpPr>
                <p:cNvPr id="24" name="Groep 34">
                  <a:extLst>
                    <a:ext uri="{FF2B5EF4-FFF2-40B4-BE49-F238E27FC236}">
                      <a16:creationId xmlns:a16="http://schemas.microsoft.com/office/drawing/2014/main" id="{C5A3E343-5D6C-9623-D750-64A8A919EF2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285311" y="1226978"/>
                  <a:ext cx="284168" cy="246686"/>
                  <a:chOff x="-3285311" y="1226978"/>
                  <a:chExt cx="284168" cy="246686"/>
                </a:xfrm>
              </p:grpSpPr>
              <p:sp>
                <p:nvSpPr>
                  <p:cNvPr id="25" name="Vrije vorm: vorm 36">
                    <a:extLst>
                      <a:ext uri="{FF2B5EF4-FFF2-40B4-BE49-F238E27FC236}">
                        <a16:creationId xmlns:a16="http://schemas.microsoft.com/office/drawing/2014/main" id="{59693D31-565D-FFED-4E24-90E22AA0C65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3285311" y="1226978"/>
                    <a:ext cx="284168" cy="246686"/>
                  </a:xfrm>
                  <a:custGeom>
                    <a:avLst/>
                    <a:gdLst>
                      <a:gd name="T0" fmla="*/ 142084 w 2200275"/>
                      <a:gd name="T1" fmla="*/ 0 h 1914525"/>
                      <a:gd name="T2" fmla="*/ 284168 w 2200275"/>
                      <a:gd name="T3" fmla="*/ 123343 h 1914525"/>
                      <a:gd name="T4" fmla="*/ 142084 w 2200275"/>
                      <a:gd name="T5" fmla="*/ 246686 h 1914525"/>
                      <a:gd name="T6" fmla="*/ 0 w 2200275"/>
                      <a:gd name="T7" fmla="*/ 123343 h 1914525"/>
                      <a:gd name="T8" fmla="*/ 923 w 2200275"/>
                      <a:gd name="T9" fmla="*/ 921 h 1914525"/>
                      <a:gd name="T10" fmla="*/ 923 w 2200275"/>
                      <a:gd name="T11" fmla="*/ 31603 h 1914525"/>
                      <a:gd name="T12" fmla="*/ 55911 w 2200275"/>
                      <a:gd name="T13" fmla="*/ 31603 h 1914525"/>
                      <a:gd name="T14" fmla="*/ 55911 w 2200275"/>
                      <a:gd name="T15" fmla="*/ 31603 h 1914525"/>
                      <a:gd name="T16" fmla="*/ 253106 w 2200275"/>
                      <a:gd name="T17" fmla="*/ 31603 h 1914525"/>
                      <a:gd name="T18" fmla="*/ 253106 w 2200275"/>
                      <a:gd name="T19" fmla="*/ 215697 h 1914525"/>
                      <a:gd name="T20" fmla="*/ 31677 w 2200275"/>
                      <a:gd name="T21" fmla="*/ 215697 h 1914525"/>
                      <a:gd name="T22" fmla="*/ 31677 w 2200275"/>
                      <a:gd name="T23" fmla="*/ 45103 h 1914525"/>
                      <a:gd name="T24" fmla="*/ 923 w 2200275"/>
                      <a:gd name="T25" fmla="*/ 45103 h 1914525"/>
                      <a:gd name="T26" fmla="*/ 923 w 2200275"/>
                      <a:gd name="T27" fmla="*/ 246379 h 1914525"/>
                      <a:gd name="T28" fmla="*/ 283860 w 2200275"/>
                      <a:gd name="T29" fmla="*/ 246379 h 1914525"/>
                      <a:gd name="T30" fmla="*/ 283860 w 2200275"/>
                      <a:gd name="T31" fmla="*/ 921 h 1914525"/>
                      <a:gd name="T32" fmla="*/ 17694720 60000 65536"/>
                      <a:gd name="T33" fmla="*/ 0 60000 65536"/>
                      <a:gd name="T34" fmla="*/ 5898240 60000 65536"/>
                      <a:gd name="T35" fmla="*/ 1179648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2200275"/>
                      <a:gd name="T49" fmla="*/ 0 h 1914525"/>
                      <a:gd name="T50" fmla="*/ 2200275 w 2200275"/>
                      <a:gd name="T51" fmla="*/ 1914525 h 191452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lnTo>
                          <a:pt x="714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NL"/>
                  </a:p>
                </p:txBody>
              </p:sp>
              <p:sp>
                <p:nvSpPr>
                  <p:cNvPr id="26" name="Vrije vorm: vorm 38">
                    <a:extLst>
                      <a:ext uri="{FF2B5EF4-FFF2-40B4-BE49-F238E27FC236}">
                        <a16:creationId xmlns:a16="http://schemas.microsoft.com/office/drawing/2014/main" id="{ED95F01C-30D7-518D-C328-F64686289BA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3236847" y="1303321"/>
                    <a:ext cx="185751" cy="114144"/>
                  </a:xfrm>
                  <a:custGeom>
                    <a:avLst/>
                    <a:gdLst>
                      <a:gd name="T0" fmla="*/ 92876 w 1438275"/>
                      <a:gd name="T1" fmla="*/ 0 h 885825"/>
                      <a:gd name="T2" fmla="*/ 185751 w 1438275"/>
                      <a:gd name="T3" fmla="*/ 57072 h 885825"/>
                      <a:gd name="T4" fmla="*/ 92876 w 1438275"/>
                      <a:gd name="T5" fmla="*/ 114144 h 885825"/>
                      <a:gd name="T6" fmla="*/ 0 w 1438275"/>
                      <a:gd name="T7" fmla="*/ 57072 h 885825"/>
                      <a:gd name="T8" fmla="*/ 138206 w 1438275"/>
                      <a:gd name="T9" fmla="*/ 921 h 885825"/>
                      <a:gd name="T10" fmla="*/ 103516 w 1438275"/>
                      <a:gd name="T11" fmla="*/ 35532 h 885825"/>
                      <a:gd name="T12" fmla="*/ 85556 w 1438275"/>
                      <a:gd name="T13" fmla="*/ 17735 h 885825"/>
                      <a:gd name="T14" fmla="*/ 923 w 1438275"/>
                      <a:gd name="T15" fmla="*/ 101073 h 885825"/>
                      <a:gd name="T16" fmla="*/ 13962 w 1438275"/>
                      <a:gd name="T17" fmla="*/ 114083 h 885825"/>
                      <a:gd name="T18" fmla="*/ 85556 w 1438275"/>
                      <a:gd name="T19" fmla="*/ 43632 h 885825"/>
                      <a:gd name="T20" fmla="*/ 119877 w 1438275"/>
                      <a:gd name="T21" fmla="*/ 77998 h 885825"/>
                      <a:gd name="T22" fmla="*/ 132916 w 1438275"/>
                      <a:gd name="T23" fmla="*/ 64866 h 885825"/>
                      <a:gd name="T24" fmla="*/ 116556 w 1438275"/>
                      <a:gd name="T25" fmla="*/ 48542 h 885825"/>
                      <a:gd name="T26" fmla="*/ 138206 w 1438275"/>
                      <a:gd name="T27" fmla="*/ 26940 h 885825"/>
                      <a:gd name="T28" fmla="*/ 172773 w 1438275"/>
                      <a:gd name="T29" fmla="*/ 61920 h 885825"/>
                      <a:gd name="T30" fmla="*/ 185812 w 1438275"/>
                      <a:gd name="T31" fmla="*/ 48787 h 885825"/>
                      <a:gd name="T32" fmla="*/ 17694720 60000 65536"/>
                      <a:gd name="T33" fmla="*/ 0 60000 65536"/>
                      <a:gd name="T34" fmla="*/ 5898240 60000 65536"/>
                      <a:gd name="T35" fmla="*/ 1179648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1438275"/>
                      <a:gd name="T49" fmla="*/ 0 h 885825"/>
                      <a:gd name="T50" fmla="*/ 1438275 w 1438275"/>
                      <a:gd name="T51" fmla="*/ 885825 h 88582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lnTo>
                          <a:pt x="107013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NL"/>
                  </a:p>
                </p:txBody>
              </p:sp>
            </p:grpSp>
          </p:grpSp>
          <p:sp>
            <p:nvSpPr>
              <p:cNvPr id="22" name="Tekstvak 22">
                <a:extLst>
                  <a:ext uri="{FF2B5EF4-FFF2-40B4-BE49-F238E27FC236}">
                    <a16:creationId xmlns:a16="http://schemas.microsoft.com/office/drawing/2014/main" id="{DDB9D79A-B660-ABF3-9559-7FE0427C94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365485" y="1489959"/>
                <a:ext cx="446940" cy="1435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8004" rIns="0" bIns="0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0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  <p:sp>
        <p:nvSpPr>
          <p:cNvPr id="3" name="Tijdelijke aanduiding voor afbeelding 16"/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6096003" cy="6858000"/>
          </a:xfrm>
          <a:blipFill>
            <a:blip r:embed="rId4"/>
            <a:tile/>
          </a:blipFill>
        </p:spPr>
        <p:txBody>
          <a:bodyPr bIns="1259997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Select this placeholder, go to the tab ‘Slidebuilder’,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4" name="Tijdelijke aanduiding voor tekst 18"/>
          <p:cNvSpPr txBox="1">
            <a:spLocks noGrp="1"/>
          </p:cNvSpPr>
          <p:nvPr>
            <p:ph type="body" idx="4294967295"/>
          </p:nvPr>
        </p:nvSpPr>
        <p:spPr>
          <a:xfrm>
            <a:off x="0" y="4094326"/>
            <a:ext cx="6096003" cy="2763673"/>
          </a:xfrm>
          <a:gradFill>
            <a:gsLst>
              <a:gs pos="0">
                <a:srgbClr val="000000">
                  <a:alpha val="29000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</p:spPr>
        <p:txBody>
          <a:bodyPr/>
          <a:lstStyle>
            <a:lvl1pPr marL="0" indent="0">
              <a:buNone/>
              <a:defRPr sz="100"/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5" name="Tijdelijke aanduiding voor tekst 18"/>
          <p:cNvSpPr txBox="1">
            <a:spLocks noGrp="1"/>
          </p:cNvSpPr>
          <p:nvPr>
            <p:ph type="body" idx="4294967295"/>
          </p:nvPr>
        </p:nvSpPr>
        <p:spPr>
          <a:xfrm>
            <a:off x="720364" y="6216740"/>
            <a:ext cx="961198" cy="381597"/>
          </a:xfrm>
          <a:blipFill>
            <a:blip r:embed="rId5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74" name="Tijdelijke aanduiding voor dianummer 42">
            <a:extLst>
              <a:ext uri="{FF2B5EF4-FFF2-40B4-BE49-F238E27FC236}">
                <a16:creationId xmlns:a16="http://schemas.microsoft.com/office/drawing/2014/main" id="{826D74D8-ED1F-77CC-F0CF-67098A15396F}"/>
              </a:ext>
            </a:extLst>
          </p:cNvPr>
          <p:cNvSpPr txBox="1"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F6B6AA2-EEBE-49AD-A4A1-8ADECABF0F78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8454183"/>
      </p:ext>
    </p:extLst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ep 9">
            <a:extLst>
              <a:ext uri="{FF2B5EF4-FFF2-40B4-BE49-F238E27FC236}">
                <a16:creationId xmlns:a16="http://schemas.microsoft.com/office/drawing/2014/main" id="{9C85E0B8-9028-B8BF-A258-FB0B6BCA5B14}"/>
              </a:ext>
            </a:extLst>
          </p:cNvPr>
          <p:cNvGrpSpPr>
            <a:grpSpLocks/>
          </p:cNvGrpSpPr>
          <p:nvPr/>
        </p:nvGrpSpPr>
        <p:grpSpPr bwMode="auto">
          <a:xfrm>
            <a:off x="720725" y="6216650"/>
            <a:ext cx="962025" cy="381000"/>
            <a:chOff x="721077" y="6216740"/>
            <a:chExt cx="961207" cy="381597"/>
          </a:xfrm>
        </p:grpSpPr>
        <p:sp>
          <p:nvSpPr>
            <p:cNvPr id="3" name="Vrije vorm: vorm 10">
              <a:extLst>
                <a:ext uri="{FF2B5EF4-FFF2-40B4-BE49-F238E27FC236}">
                  <a16:creationId xmlns:a16="http://schemas.microsoft.com/office/drawing/2014/main" id="{ACD7BBCD-F4E6-736C-1673-B16A00578230}"/>
                </a:ext>
              </a:extLst>
            </p:cNvPr>
            <p:cNvSpPr>
              <a:spLocks noMove="1" noResize="1"/>
            </p:cNvSpPr>
            <p:nvPr/>
          </p:nvSpPr>
          <p:spPr bwMode="auto">
            <a:xfrm>
              <a:off x="911656" y="6405618"/>
              <a:ext cx="177302" cy="192618"/>
            </a:xfrm>
            <a:custGeom>
              <a:avLst/>
              <a:gdLst>
                <a:gd name="T0" fmla="*/ 88651 w 174307"/>
                <a:gd name="T1" fmla="*/ 0 h 186023"/>
                <a:gd name="T2" fmla="*/ 177302 w 174307"/>
                <a:gd name="T3" fmla="*/ 96309 h 186023"/>
                <a:gd name="T4" fmla="*/ 88651 w 174307"/>
                <a:gd name="T5" fmla="*/ 192618 h 186023"/>
                <a:gd name="T6" fmla="*/ 0 w 174307"/>
                <a:gd name="T7" fmla="*/ 96309 h 186023"/>
                <a:gd name="T8" fmla="*/ 88652 w 174307"/>
                <a:gd name="T9" fmla="*/ 156028 h 186023"/>
                <a:gd name="T10" fmla="*/ 125953 w 174307"/>
                <a:gd name="T11" fmla="*/ 116774 h 186023"/>
                <a:gd name="T12" fmla="*/ 125953 w 174307"/>
                <a:gd name="T13" fmla="*/ 0 h 186023"/>
                <a:gd name="T14" fmla="*/ 177302 w 174307"/>
                <a:gd name="T15" fmla="*/ 0 h 186023"/>
                <a:gd name="T16" fmla="*/ 177302 w 174307"/>
                <a:gd name="T17" fmla="*/ 119437 h 186023"/>
                <a:gd name="T18" fmla="*/ 88652 w 174307"/>
                <a:gd name="T19" fmla="*/ 192618 h 186023"/>
                <a:gd name="T20" fmla="*/ 0 w 174307"/>
                <a:gd name="T21" fmla="*/ 119437 h 186023"/>
                <a:gd name="T22" fmla="*/ 0 w 174307"/>
                <a:gd name="T23" fmla="*/ 0 h 186023"/>
                <a:gd name="T24" fmla="*/ 51349 w 174307"/>
                <a:gd name="T25" fmla="*/ 0 h 186023"/>
                <a:gd name="T26" fmla="*/ 51349 w 174307"/>
                <a:gd name="T27" fmla="*/ 116774 h 186023"/>
                <a:gd name="T28" fmla="*/ 88652 w 174307"/>
                <a:gd name="T29" fmla="*/ 156028 h 186023"/>
                <a:gd name="T30" fmla="*/ 17694720 60000 65536"/>
                <a:gd name="T31" fmla="*/ 0 60000 65536"/>
                <a:gd name="T32" fmla="*/ 5898240 60000 65536"/>
                <a:gd name="T33" fmla="*/ 1179648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74307"/>
                <a:gd name="T46" fmla="*/ 0 h 186023"/>
                <a:gd name="T47" fmla="*/ 174307 w 174307"/>
                <a:gd name="T48" fmla="*/ 186023 h 18602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NL"/>
            </a:p>
          </p:txBody>
        </p:sp>
        <p:sp>
          <p:nvSpPr>
            <p:cNvPr id="4" name="Vrije vorm: vorm 11">
              <a:extLst>
                <a:ext uri="{FF2B5EF4-FFF2-40B4-BE49-F238E27FC236}">
                  <a16:creationId xmlns:a16="http://schemas.microsoft.com/office/drawing/2014/main" id="{E03B0316-95B7-781F-D729-307EB89B339A}"/>
                </a:ext>
              </a:extLst>
            </p:cNvPr>
            <p:cNvSpPr>
              <a:spLocks noMove="1" noResize="1"/>
            </p:cNvSpPr>
            <p:nvPr/>
          </p:nvSpPr>
          <p:spPr bwMode="auto">
            <a:xfrm>
              <a:off x="721077" y="6405618"/>
              <a:ext cx="166448" cy="188677"/>
            </a:xfrm>
            <a:custGeom>
              <a:avLst/>
              <a:gdLst>
                <a:gd name="T0" fmla="*/ 83224 w 163639"/>
                <a:gd name="T1" fmla="*/ 0 h 182213"/>
                <a:gd name="T2" fmla="*/ 166448 w 163639"/>
                <a:gd name="T3" fmla="*/ 94339 h 182213"/>
                <a:gd name="T4" fmla="*/ 83224 w 163639"/>
                <a:gd name="T5" fmla="*/ 188677 h 182213"/>
                <a:gd name="T6" fmla="*/ 0 w 163639"/>
                <a:gd name="T7" fmla="*/ 94339 h 182213"/>
                <a:gd name="T8" fmla="*/ 57549 w 163639"/>
                <a:gd name="T9" fmla="*/ 188677 h 182213"/>
                <a:gd name="T10" fmla="*/ 108899 w 163639"/>
                <a:gd name="T11" fmla="*/ 188677 h 182213"/>
                <a:gd name="T12" fmla="*/ 108899 w 163639"/>
                <a:gd name="T13" fmla="*/ 36592 h 182213"/>
                <a:gd name="T14" fmla="*/ 166449 w 163639"/>
                <a:gd name="T15" fmla="*/ 36592 h 182213"/>
                <a:gd name="T16" fmla="*/ 166449 w 163639"/>
                <a:gd name="T17" fmla="*/ 0 h 182213"/>
                <a:gd name="T18" fmla="*/ 0 w 163639"/>
                <a:gd name="T19" fmla="*/ 0 h 182213"/>
                <a:gd name="T20" fmla="*/ 0 w 163639"/>
                <a:gd name="T21" fmla="*/ 36592 h 182213"/>
                <a:gd name="T22" fmla="*/ 57549 w 163639"/>
                <a:gd name="T23" fmla="*/ 36592 h 182213"/>
                <a:gd name="T24" fmla="*/ 17694720 60000 65536"/>
                <a:gd name="T25" fmla="*/ 0 60000 65536"/>
                <a:gd name="T26" fmla="*/ 5898240 60000 65536"/>
                <a:gd name="T27" fmla="*/ 1179648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63639"/>
                <a:gd name="T37" fmla="*/ 0 h 182213"/>
                <a:gd name="T38" fmla="*/ 163639 w 163639"/>
                <a:gd name="T39" fmla="*/ 182213 h 18221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lnTo>
                    <a:pt x="56578" y="1822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NL"/>
            </a:p>
          </p:txBody>
        </p:sp>
        <p:sp>
          <p:nvSpPr>
            <p:cNvPr id="5" name="Vrije vorm: vorm 12">
              <a:extLst>
                <a:ext uri="{FF2B5EF4-FFF2-40B4-BE49-F238E27FC236}">
                  <a16:creationId xmlns:a16="http://schemas.microsoft.com/office/drawing/2014/main" id="{2FFF9317-BDE5-2044-3EF1-C9F157F2EE83}"/>
                </a:ext>
              </a:extLst>
            </p:cNvPr>
            <p:cNvSpPr>
              <a:spLocks noMove="1" noResize="1"/>
            </p:cNvSpPr>
            <p:nvPr/>
          </p:nvSpPr>
          <p:spPr bwMode="auto">
            <a:xfrm>
              <a:off x="771113" y="6216740"/>
              <a:ext cx="175409" cy="176963"/>
            </a:xfrm>
            <a:custGeom>
              <a:avLst/>
              <a:gdLst>
                <a:gd name="T0" fmla="*/ 87705 w 172449"/>
                <a:gd name="T1" fmla="*/ 0 h 170903"/>
                <a:gd name="T2" fmla="*/ 175409 w 172449"/>
                <a:gd name="T3" fmla="*/ 88482 h 170903"/>
                <a:gd name="T4" fmla="*/ 87705 w 172449"/>
                <a:gd name="T5" fmla="*/ 176963 h 170903"/>
                <a:gd name="T6" fmla="*/ 0 w 172449"/>
                <a:gd name="T7" fmla="*/ 88482 h 170903"/>
                <a:gd name="T8" fmla="*/ 130950 w 172449"/>
                <a:gd name="T9" fmla="*/ 96957 h 170903"/>
                <a:gd name="T10" fmla="*/ 105566 w 172449"/>
                <a:gd name="T11" fmla="*/ 80683 h 170903"/>
                <a:gd name="T12" fmla="*/ 173870 w 172449"/>
                <a:gd name="T13" fmla="*/ 10164 h 170903"/>
                <a:gd name="T14" fmla="*/ 173386 w 172449"/>
                <a:gd name="T15" fmla="*/ 6 h 170903"/>
                <a:gd name="T16" fmla="*/ 168735 w 172449"/>
                <a:gd name="T17" fmla="*/ 7206 h 170903"/>
                <a:gd name="T18" fmla="*/ 70300 w 172449"/>
                <a:gd name="T19" fmla="*/ 47051 h 170903"/>
                <a:gd name="T20" fmla="*/ 2093 w 172449"/>
                <a:gd name="T21" fmla="*/ 151596 h 170903"/>
                <a:gd name="T22" fmla="*/ 6453 w 172449"/>
                <a:gd name="T23" fmla="*/ 165108 h 170903"/>
                <a:gd name="T24" fmla="*/ 8584 w 172449"/>
                <a:gd name="T25" fmla="*/ 151400 h 170903"/>
                <a:gd name="T26" fmla="*/ 68363 w 172449"/>
                <a:gd name="T27" fmla="*/ 75949 h 170903"/>
                <a:gd name="T28" fmla="*/ 73885 w 172449"/>
                <a:gd name="T29" fmla="*/ 70623 h 170903"/>
                <a:gd name="T30" fmla="*/ 73401 w 172449"/>
                <a:gd name="T31" fmla="*/ 75752 h 170903"/>
                <a:gd name="T32" fmla="*/ 53345 w 172449"/>
                <a:gd name="T33" fmla="*/ 125164 h 170903"/>
                <a:gd name="T34" fmla="*/ 91130 w 172449"/>
                <a:gd name="T35" fmla="*/ 117570 h 170903"/>
                <a:gd name="T36" fmla="*/ 95296 w 172449"/>
                <a:gd name="T37" fmla="*/ 112342 h 170903"/>
                <a:gd name="T38" fmla="*/ 95587 w 172449"/>
                <a:gd name="T39" fmla="*/ 120134 h 170903"/>
                <a:gd name="T40" fmla="*/ 70494 w 172449"/>
                <a:gd name="T41" fmla="*/ 168264 h 170903"/>
                <a:gd name="T42" fmla="*/ 58189 w 172449"/>
                <a:gd name="T43" fmla="*/ 176352 h 170903"/>
                <a:gd name="T44" fmla="*/ 64777 w 172449"/>
                <a:gd name="T45" fmla="*/ 176747 h 170903"/>
                <a:gd name="T46" fmla="*/ 153718 w 172449"/>
                <a:gd name="T47" fmla="*/ 88179 h 170903"/>
                <a:gd name="T48" fmla="*/ 154009 w 172449"/>
                <a:gd name="T49" fmla="*/ 82754 h 170903"/>
                <a:gd name="T50" fmla="*/ 148873 w 172449"/>
                <a:gd name="T51" fmla="*/ 85812 h 170903"/>
                <a:gd name="T52" fmla="*/ 130950 w 172449"/>
                <a:gd name="T53" fmla="*/ 96957 h 170903"/>
                <a:gd name="T54" fmla="*/ 17694720 60000 65536"/>
                <a:gd name="T55" fmla="*/ 0 60000 65536"/>
                <a:gd name="T56" fmla="*/ 5898240 60000 65536"/>
                <a:gd name="T57" fmla="*/ 1179648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72449"/>
                <a:gd name="T82" fmla="*/ 0 h 170903"/>
                <a:gd name="T83" fmla="*/ 172449 w 172449"/>
                <a:gd name="T84" fmla="*/ 170903 h 170903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NL"/>
            </a:p>
          </p:txBody>
        </p:sp>
        <p:sp>
          <p:nvSpPr>
            <p:cNvPr id="6" name="Vrije vorm: vorm 13">
              <a:extLst>
                <a:ext uri="{FF2B5EF4-FFF2-40B4-BE49-F238E27FC236}">
                  <a16:creationId xmlns:a16="http://schemas.microsoft.com/office/drawing/2014/main" id="{8AC51567-4ED7-1980-BFFA-3A4997F7CA4C}"/>
                </a:ext>
              </a:extLst>
            </p:cNvPr>
            <p:cNvSpPr>
              <a:spLocks noMove="1" noResize="1"/>
            </p:cNvSpPr>
            <p:nvPr/>
          </p:nvSpPr>
          <p:spPr bwMode="auto">
            <a:xfrm>
              <a:off x="1315181" y="6459175"/>
              <a:ext cx="116650" cy="139162"/>
            </a:xfrm>
            <a:custGeom>
              <a:avLst/>
              <a:gdLst>
                <a:gd name="T0" fmla="*/ 58325 w 114680"/>
                <a:gd name="T1" fmla="*/ 0 h 134397"/>
                <a:gd name="T2" fmla="*/ 116650 w 114680"/>
                <a:gd name="T3" fmla="*/ 69581 h 134397"/>
                <a:gd name="T4" fmla="*/ 58325 w 114680"/>
                <a:gd name="T5" fmla="*/ 139162 h 134397"/>
                <a:gd name="T6" fmla="*/ 0 w 114680"/>
                <a:gd name="T7" fmla="*/ 69581 h 134397"/>
                <a:gd name="T8" fmla="*/ 25384 w 114680"/>
                <a:gd name="T9" fmla="*/ 57006 h 134397"/>
                <a:gd name="T10" fmla="*/ 58035 w 114680"/>
                <a:gd name="T11" fmla="*/ 18049 h 134397"/>
                <a:gd name="T12" fmla="*/ 90879 w 114680"/>
                <a:gd name="T13" fmla="*/ 57006 h 134397"/>
                <a:gd name="T14" fmla="*/ 25384 w 114680"/>
                <a:gd name="T15" fmla="*/ 57006 h 134397"/>
                <a:gd name="T16" fmla="*/ 116651 w 114680"/>
                <a:gd name="T17" fmla="*/ 74266 h 134397"/>
                <a:gd name="T18" fmla="*/ 116651 w 114680"/>
                <a:gd name="T19" fmla="*/ 61938 h 134397"/>
                <a:gd name="T20" fmla="*/ 59875 w 114680"/>
                <a:gd name="T21" fmla="*/ 0 h 134397"/>
                <a:gd name="T22" fmla="*/ 0 w 114680"/>
                <a:gd name="T23" fmla="*/ 70617 h 134397"/>
                <a:gd name="T24" fmla="*/ 57841 w 114680"/>
                <a:gd name="T25" fmla="*/ 139163 h 134397"/>
                <a:gd name="T26" fmla="*/ 115101 w 114680"/>
                <a:gd name="T27" fmla="*/ 94485 h 134397"/>
                <a:gd name="T28" fmla="*/ 89426 w 114680"/>
                <a:gd name="T29" fmla="*/ 94485 h 134397"/>
                <a:gd name="T30" fmla="*/ 58132 w 114680"/>
                <a:gd name="T31" fmla="*/ 121114 h 134397"/>
                <a:gd name="T32" fmla="*/ 24900 w 114680"/>
                <a:gd name="T33" fmla="*/ 74364 h 134397"/>
                <a:gd name="T34" fmla="*/ 116651 w 114680"/>
                <a:gd name="T35" fmla="*/ 74364 h 134397"/>
                <a:gd name="T36" fmla="*/ 17694720 60000 65536"/>
                <a:gd name="T37" fmla="*/ 0 60000 65536"/>
                <a:gd name="T38" fmla="*/ 5898240 60000 65536"/>
                <a:gd name="T39" fmla="*/ 1179648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14680"/>
                <a:gd name="T55" fmla="*/ 0 h 134397"/>
                <a:gd name="T56" fmla="*/ 114680 w 114680"/>
                <a:gd name="T57" fmla="*/ 134397 h 134397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lnTo>
                    <a:pt x="114681" y="717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NL"/>
            </a:p>
          </p:txBody>
        </p:sp>
        <p:sp>
          <p:nvSpPr>
            <p:cNvPr id="7" name="Vrije vorm: vorm 14">
              <a:extLst>
                <a:ext uri="{FF2B5EF4-FFF2-40B4-BE49-F238E27FC236}">
                  <a16:creationId xmlns:a16="http://schemas.microsoft.com/office/drawing/2014/main" id="{5F0DB18E-2792-BBBB-F4A4-EB944897FB75}"/>
                </a:ext>
              </a:extLst>
            </p:cNvPr>
            <p:cNvSpPr>
              <a:spLocks noMove="1" noResize="1"/>
            </p:cNvSpPr>
            <p:nvPr/>
          </p:nvSpPr>
          <p:spPr bwMode="auto">
            <a:xfrm>
              <a:off x="1461384" y="6405618"/>
              <a:ext cx="24414" cy="188677"/>
            </a:xfrm>
            <a:custGeom>
              <a:avLst/>
              <a:gdLst>
                <a:gd name="T0" fmla="*/ 12207 w 24003"/>
                <a:gd name="T1" fmla="*/ 0 h 182213"/>
                <a:gd name="T2" fmla="*/ 24414 w 24003"/>
                <a:gd name="T3" fmla="*/ 94339 h 182213"/>
                <a:gd name="T4" fmla="*/ 12207 w 24003"/>
                <a:gd name="T5" fmla="*/ 188677 h 182213"/>
                <a:gd name="T6" fmla="*/ 0 w 24003"/>
                <a:gd name="T7" fmla="*/ 94339 h 182213"/>
                <a:gd name="T8" fmla="*/ 0 w 24003"/>
                <a:gd name="T9" fmla="*/ 0 h 182213"/>
                <a:gd name="T10" fmla="*/ 24414 w 24003"/>
                <a:gd name="T11" fmla="*/ 0 h 182213"/>
                <a:gd name="T12" fmla="*/ 24414 w 24003"/>
                <a:gd name="T13" fmla="*/ 188677 h 182213"/>
                <a:gd name="T14" fmla="*/ 0 w 24003"/>
                <a:gd name="T15" fmla="*/ 188677 h 182213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4003"/>
                <a:gd name="T25" fmla="*/ 0 h 182213"/>
                <a:gd name="T26" fmla="*/ 24003 w 24003"/>
                <a:gd name="T27" fmla="*/ 182213 h 18221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NL"/>
            </a:p>
          </p:txBody>
        </p:sp>
        <p:sp>
          <p:nvSpPr>
            <p:cNvPr id="8" name="Vrije vorm: vorm 15">
              <a:extLst>
                <a:ext uri="{FF2B5EF4-FFF2-40B4-BE49-F238E27FC236}">
                  <a16:creationId xmlns:a16="http://schemas.microsoft.com/office/drawing/2014/main" id="{8DFE51A0-BAA9-BD48-4284-7336E87C51E4}"/>
                </a:ext>
              </a:extLst>
            </p:cNvPr>
            <p:cNvSpPr>
              <a:spLocks noMove="1" noResize="1"/>
            </p:cNvSpPr>
            <p:nvPr/>
          </p:nvSpPr>
          <p:spPr bwMode="auto">
            <a:xfrm>
              <a:off x="1512728" y="6401668"/>
              <a:ext cx="82936" cy="192618"/>
            </a:xfrm>
            <a:custGeom>
              <a:avLst/>
              <a:gdLst>
                <a:gd name="T0" fmla="*/ 41468 w 81533"/>
                <a:gd name="T1" fmla="*/ 0 h 186023"/>
                <a:gd name="T2" fmla="*/ 82936 w 81533"/>
                <a:gd name="T3" fmla="*/ 96309 h 186023"/>
                <a:gd name="T4" fmla="*/ 41468 w 81533"/>
                <a:gd name="T5" fmla="*/ 192618 h 186023"/>
                <a:gd name="T6" fmla="*/ 0 w 81533"/>
                <a:gd name="T7" fmla="*/ 96309 h 186023"/>
                <a:gd name="T8" fmla="*/ 49607 w 81533"/>
                <a:gd name="T9" fmla="*/ 192618 h 186023"/>
                <a:gd name="T10" fmla="*/ 49607 w 81533"/>
                <a:gd name="T11" fmla="*/ 78704 h 186023"/>
                <a:gd name="T12" fmla="*/ 79352 w 81533"/>
                <a:gd name="T13" fmla="*/ 78704 h 186023"/>
                <a:gd name="T14" fmla="*/ 79352 w 81533"/>
                <a:gd name="T15" fmla="*/ 61445 h 186023"/>
                <a:gd name="T16" fmla="*/ 49607 w 81533"/>
                <a:gd name="T17" fmla="*/ 61445 h 186023"/>
                <a:gd name="T18" fmla="*/ 49607 w 81533"/>
                <a:gd name="T19" fmla="*/ 40240 h 186023"/>
                <a:gd name="T20" fmla="*/ 70632 w 81533"/>
                <a:gd name="T21" fmla="*/ 22487 h 186023"/>
                <a:gd name="T22" fmla="*/ 82937 w 81533"/>
                <a:gd name="T23" fmla="*/ 23276 h 186023"/>
                <a:gd name="T24" fmla="*/ 82937 w 81533"/>
                <a:gd name="T25" fmla="*/ 2663 h 186023"/>
                <a:gd name="T26" fmla="*/ 65497 w 81533"/>
                <a:gd name="T27" fmla="*/ 0 h 186023"/>
                <a:gd name="T28" fmla="*/ 25191 w 81533"/>
                <a:gd name="T29" fmla="*/ 36887 h 186023"/>
                <a:gd name="T30" fmla="*/ 25191 w 81533"/>
                <a:gd name="T31" fmla="*/ 61445 h 186023"/>
                <a:gd name="T32" fmla="*/ 0 w 81533"/>
                <a:gd name="T33" fmla="*/ 61445 h 186023"/>
                <a:gd name="T34" fmla="*/ 0 w 81533"/>
                <a:gd name="T35" fmla="*/ 78704 h 186023"/>
                <a:gd name="T36" fmla="*/ 25191 w 81533"/>
                <a:gd name="T37" fmla="*/ 78704 h 186023"/>
                <a:gd name="T38" fmla="*/ 25191 w 81533"/>
                <a:gd name="T39" fmla="*/ 192618 h 186023"/>
                <a:gd name="T40" fmla="*/ 49607 w 81533"/>
                <a:gd name="T41" fmla="*/ 192618 h 186023"/>
                <a:gd name="T42" fmla="*/ 17694720 60000 65536"/>
                <a:gd name="T43" fmla="*/ 0 60000 65536"/>
                <a:gd name="T44" fmla="*/ 5898240 60000 65536"/>
                <a:gd name="T45" fmla="*/ 1179648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81533"/>
                <a:gd name="T64" fmla="*/ 0 h 186023"/>
                <a:gd name="T65" fmla="*/ 81533 w 81533"/>
                <a:gd name="T66" fmla="*/ 186023 h 186023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NL"/>
            </a:p>
          </p:txBody>
        </p:sp>
        <p:sp>
          <p:nvSpPr>
            <p:cNvPr id="9" name="Vrije vorm: vorm 16">
              <a:extLst>
                <a:ext uri="{FF2B5EF4-FFF2-40B4-BE49-F238E27FC236}">
                  <a16:creationId xmlns:a16="http://schemas.microsoft.com/office/drawing/2014/main" id="{8D8FBDBC-7D13-9A53-B7EC-CB160AB0C648}"/>
                </a:ext>
              </a:extLst>
            </p:cNvPr>
            <p:cNvSpPr>
              <a:spLocks noMove="1" noResize="1"/>
            </p:cNvSpPr>
            <p:nvPr/>
          </p:nvSpPr>
          <p:spPr bwMode="auto">
            <a:xfrm>
              <a:off x="1606033" y="6427409"/>
              <a:ext cx="76251" cy="170828"/>
            </a:xfrm>
            <a:custGeom>
              <a:avLst/>
              <a:gdLst>
                <a:gd name="T0" fmla="*/ 38126 w 74961"/>
                <a:gd name="T1" fmla="*/ 0 h 164972"/>
                <a:gd name="T2" fmla="*/ 76251 w 74961"/>
                <a:gd name="T3" fmla="*/ 85414 h 164972"/>
                <a:gd name="T4" fmla="*/ 38126 w 74961"/>
                <a:gd name="T5" fmla="*/ 170828 h 164972"/>
                <a:gd name="T6" fmla="*/ 0 w 74961"/>
                <a:gd name="T7" fmla="*/ 85414 h 164972"/>
                <a:gd name="T8" fmla="*/ 0 w 74961"/>
                <a:gd name="T9" fmla="*/ 35704 h 164972"/>
                <a:gd name="T10" fmla="*/ 0 w 74961"/>
                <a:gd name="T11" fmla="*/ 52965 h 164972"/>
                <a:gd name="T12" fmla="*/ 22091 w 74961"/>
                <a:gd name="T13" fmla="*/ 52965 h 164972"/>
                <a:gd name="T14" fmla="*/ 22091 w 74961"/>
                <a:gd name="T15" fmla="*/ 136604 h 164972"/>
                <a:gd name="T16" fmla="*/ 58618 w 74961"/>
                <a:gd name="T17" fmla="*/ 170829 h 164972"/>
                <a:gd name="T18" fmla="*/ 75283 w 74961"/>
                <a:gd name="T19" fmla="*/ 169251 h 164972"/>
                <a:gd name="T20" fmla="*/ 75283 w 74961"/>
                <a:gd name="T21" fmla="*/ 150215 h 164972"/>
                <a:gd name="T22" fmla="*/ 62397 w 74961"/>
                <a:gd name="T23" fmla="*/ 151793 h 164972"/>
                <a:gd name="T24" fmla="*/ 46507 w 74961"/>
                <a:gd name="T25" fmla="*/ 137985 h 164972"/>
                <a:gd name="T26" fmla="*/ 46507 w 74961"/>
                <a:gd name="T27" fmla="*/ 53064 h 164972"/>
                <a:gd name="T28" fmla="*/ 76252 w 74961"/>
                <a:gd name="T29" fmla="*/ 53064 h 164972"/>
                <a:gd name="T30" fmla="*/ 76252 w 74961"/>
                <a:gd name="T31" fmla="*/ 35803 h 164972"/>
                <a:gd name="T32" fmla="*/ 46507 w 74961"/>
                <a:gd name="T33" fmla="*/ 35803 h 164972"/>
                <a:gd name="T34" fmla="*/ 46507 w 74961"/>
                <a:gd name="T35" fmla="*/ 0 h 164972"/>
                <a:gd name="T36" fmla="*/ 22091 w 74961"/>
                <a:gd name="T37" fmla="*/ 7792 h 164972"/>
                <a:gd name="T38" fmla="*/ 22091 w 74961"/>
                <a:gd name="T39" fmla="*/ 35803 h 164972"/>
                <a:gd name="T40" fmla="*/ 0 w 74961"/>
                <a:gd name="T41" fmla="*/ 35704 h 164972"/>
                <a:gd name="T42" fmla="*/ 17694720 60000 65536"/>
                <a:gd name="T43" fmla="*/ 0 60000 65536"/>
                <a:gd name="T44" fmla="*/ 5898240 60000 65536"/>
                <a:gd name="T45" fmla="*/ 1179648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74961"/>
                <a:gd name="T64" fmla="*/ 0 h 164972"/>
                <a:gd name="T65" fmla="*/ 74961 w 74961"/>
                <a:gd name="T66" fmla="*/ 164972 h 16497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NL"/>
            </a:p>
          </p:txBody>
        </p:sp>
        <p:sp>
          <p:nvSpPr>
            <p:cNvPr id="10" name="Vrije vorm: vorm 18">
              <a:extLst>
                <a:ext uri="{FF2B5EF4-FFF2-40B4-BE49-F238E27FC236}">
                  <a16:creationId xmlns:a16="http://schemas.microsoft.com/office/drawing/2014/main" id="{ABFDC931-0FE2-CBD4-42D0-6E9CA9DAE760}"/>
                </a:ext>
              </a:extLst>
            </p:cNvPr>
            <p:cNvSpPr>
              <a:spLocks noMove="1" noResize="1"/>
            </p:cNvSpPr>
            <p:nvPr/>
          </p:nvSpPr>
          <p:spPr bwMode="auto">
            <a:xfrm>
              <a:off x="1140302" y="6405518"/>
              <a:ext cx="151241" cy="188777"/>
            </a:xfrm>
            <a:custGeom>
              <a:avLst/>
              <a:gdLst>
                <a:gd name="T0" fmla="*/ 75621 w 148685"/>
                <a:gd name="T1" fmla="*/ 0 h 182308"/>
                <a:gd name="T2" fmla="*/ 151241 w 148685"/>
                <a:gd name="T3" fmla="*/ 94389 h 182308"/>
                <a:gd name="T4" fmla="*/ 75621 w 148685"/>
                <a:gd name="T5" fmla="*/ 188777 h 182308"/>
                <a:gd name="T6" fmla="*/ 0 w 148685"/>
                <a:gd name="T7" fmla="*/ 94389 h 182308"/>
                <a:gd name="T8" fmla="*/ 0 w 148685"/>
                <a:gd name="T9" fmla="*/ 188778 h 182308"/>
                <a:gd name="T10" fmla="*/ 63655 w 148685"/>
                <a:gd name="T11" fmla="*/ 188778 h 182308"/>
                <a:gd name="T12" fmla="*/ 151241 w 148685"/>
                <a:gd name="T13" fmla="*/ 94389 h 182308"/>
                <a:gd name="T14" fmla="*/ 63655 w 148685"/>
                <a:gd name="T15" fmla="*/ 0 h 182308"/>
                <a:gd name="T16" fmla="*/ 0 w 148685"/>
                <a:gd name="T17" fmla="*/ 0 h 182308"/>
                <a:gd name="T18" fmla="*/ 0 w 148685"/>
                <a:gd name="T19" fmla="*/ 188778 h 182308"/>
                <a:gd name="T20" fmla="*/ 25675 w 148685"/>
                <a:gd name="T21" fmla="*/ 22586 h 182308"/>
                <a:gd name="T22" fmla="*/ 63655 w 148685"/>
                <a:gd name="T23" fmla="*/ 22586 h 182308"/>
                <a:gd name="T24" fmla="*/ 124307 w 148685"/>
                <a:gd name="T25" fmla="*/ 94488 h 182308"/>
                <a:gd name="T26" fmla="*/ 63655 w 148685"/>
                <a:gd name="T27" fmla="*/ 166389 h 182308"/>
                <a:gd name="T28" fmla="*/ 25675 w 148685"/>
                <a:gd name="T29" fmla="*/ 166389 h 182308"/>
                <a:gd name="T30" fmla="*/ 25675 w 148685"/>
                <a:gd name="T31" fmla="*/ 22586 h 182308"/>
                <a:gd name="T32" fmla="*/ 17694720 60000 65536"/>
                <a:gd name="T33" fmla="*/ 0 60000 65536"/>
                <a:gd name="T34" fmla="*/ 5898240 60000 65536"/>
                <a:gd name="T35" fmla="*/ 1179648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48685"/>
                <a:gd name="T49" fmla="*/ 0 h 182308"/>
                <a:gd name="T50" fmla="*/ 148685 w 148685"/>
                <a:gd name="T51" fmla="*/ 182308 h 18230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NL"/>
            </a:p>
          </p:txBody>
        </p:sp>
      </p:grpSp>
      <p:grpSp>
        <p:nvGrpSpPr>
          <p:cNvPr id="11" name="INSTRUCTION">
            <a:extLst>
              <a:ext uri="{FF2B5EF4-FFF2-40B4-BE49-F238E27FC236}">
                <a16:creationId xmlns:a16="http://schemas.microsoft.com/office/drawing/2014/main" id="{13958695-FE5C-1A5F-72F0-AC17B3CABFD5}"/>
              </a:ext>
            </a:extLst>
          </p:cNvPr>
          <p:cNvGrpSpPr>
            <a:grpSpLocks/>
          </p:cNvGrpSpPr>
          <p:nvPr/>
        </p:nvGrpSpPr>
        <p:grpSpPr bwMode="auto">
          <a:xfrm>
            <a:off x="-3786188" y="0"/>
            <a:ext cx="3692525" cy="5359400"/>
            <a:chOff x="-3786438" y="0"/>
            <a:chExt cx="3693389" cy="5359343"/>
          </a:xfrm>
        </p:grpSpPr>
        <p:sp>
          <p:nvSpPr>
            <p:cNvPr id="12" name="Rechthoek 8">
              <a:extLst>
                <a:ext uri="{FF2B5EF4-FFF2-40B4-BE49-F238E27FC236}">
                  <a16:creationId xmlns:a16="http://schemas.microsoft.com/office/drawing/2014/main" id="{9351BAF8-E102-3633-5B62-4641B50F6397}"/>
                </a:ext>
              </a:extLst>
            </p:cNvPr>
            <p:cNvSpPr/>
            <p:nvPr/>
          </p:nvSpPr>
          <p:spPr>
            <a:xfrm>
              <a:off x="-3786438" y="0"/>
              <a:ext cx="3593354" cy="4641801"/>
            </a:xfrm>
            <a:prstGeom prst="rect">
              <a:avLst/>
            </a:prstGeom>
            <a:solidFill>
              <a:srgbClr val="FFFFFF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Choosing text levels</a:t>
              </a:r>
            </a:p>
          </p:txBody>
        </p:sp>
        <p:sp>
          <p:nvSpPr>
            <p:cNvPr id="13" name="Rechthoek 19">
              <a:extLst>
                <a:ext uri="{FF2B5EF4-FFF2-40B4-BE49-F238E27FC236}">
                  <a16:creationId xmlns:a16="http://schemas.microsoft.com/office/drawing/2014/main" id="{0495C129-61CE-75AC-BF06-CC8534FBBB18}"/>
                </a:ext>
              </a:extLst>
            </p:cNvPr>
            <p:cNvSpPr/>
            <p:nvPr/>
          </p:nvSpPr>
          <p:spPr>
            <a:xfrm>
              <a:off x="-3786438" y="1708132"/>
              <a:ext cx="3593354" cy="2835245"/>
            </a:xfrm>
            <a:prstGeom prst="rect">
              <a:avLst/>
            </a:prstGeom>
            <a:solidFill>
              <a:srgbClr val="00A6D6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 </a:t>
              </a:r>
            </a:p>
          </p:txBody>
        </p:sp>
        <p:sp>
          <p:nvSpPr>
            <p:cNvPr id="14" name="Ovaal 20">
              <a:extLst>
                <a:ext uri="{FF2B5EF4-FFF2-40B4-BE49-F238E27FC236}">
                  <a16:creationId xmlns:a16="http://schemas.microsoft.com/office/drawing/2014/main" id="{10C16CED-ADBE-9E5F-C7F3-E59C442F4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4180" y="1837486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" name="Rechthoek 21">
              <a:extLst>
                <a:ext uri="{FF2B5EF4-FFF2-40B4-BE49-F238E27FC236}">
                  <a16:creationId xmlns:a16="http://schemas.microsoft.com/office/drawing/2014/main" id="{B7561F07-4603-DD4B-EB44-4B20834EF7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1837486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57188" indent="-357188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FFFFFF"/>
                </a:buClr>
                <a:buSzPct val="100000"/>
                <a:buFont typeface="Calibri" panose="020F0502020204030204" pitchFamily="34" charset="0"/>
                <a:buChar char="•"/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6" name="Ovaal 22">
              <a:extLst>
                <a:ext uri="{FF2B5EF4-FFF2-40B4-BE49-F238E27FC236}">
                  <a16:creationId xmlns:a16="http://schemas.microsoft.com/office/drawing/2014/main" id="{3F94524C-F3C2-0069-C8CE-2B93148A0CC0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4180" y="2128768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7" name="Rechthoek 23">
              <a:extLst>
                <a:ext uri="{FF2B5EF4-FFF2-40B4-BE49-F238E27FC236}">
                  <a16:creationId xmlns:a16="http://schemas.microsoft.com/office/drawing/2014/main" id="{6A658656-58EB-46B1-1F35-24E1A2627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604180" y="1196117"/>
              <a:ext cx="3229048" cy="459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8" name="Rechthoek 24">
              <a:extLst>
                <a:ext uri="{FF2B5EF4-FFF2-40B4-BE49-F238E27FC236}">
                  <a16:creationId xmlns:a16="http://schemas.microsoft.com/office/drawing/2014/main" id="{5E7D98B0-F59D-15D0-230B-8175B2B19C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128869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715963" indent="-357188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FFFFFF"/>
                </a:buClr>
                <a:buSzPct val="100000"/>
                <a:buFont typeface="Calibri" panose="020F0502020204030204" pitchFamily="34" charset="0"/>
                <a:buChar char="•"/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9" name="Ovaal 25">
              <a:extLst>
                <a:ext uri="{FF2B5EF4-FFF2-40B4-BE49-F238E27FC236}">
                  <a16:creationId xmlns:a16="http://schemas.microsoft.com/office/drawing/2014/main" id="{A344CEC9-C047-54D3-575C-5DA62C0D2692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4180" y="2420051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0" name="Rechthoek 26">
              <a:extLst>
                <a:ext uri="{FF2B5EF4-FFF2-40B4-BE49-F238E27FC236}">
                  <a16:creationId xmlns:a16="http://schemas.microsoft.com/office/drawing/2014/main" id="{9299CD54-F9C3-6918-0A54-1E4E2C4A69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420261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21" name="Ovaal 27">
              <a:extLst>
                <a:ext uri="{FF2B5EF4-FFF2-40B4-BE49-F238E27FC236}">
                  <a16:creationId xmlns:a16="http://schemas.microsoft.com/office/drawing/2014/main" id="{625C7FBA-025D-2D15-0109-B41EB09C9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4180" y="2711333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2" name="Rechthoek 28">
              <a:extLst>
                <a:ext uri="{FF2B5EF4-FFF2-40B4-BE49-F238E27FC236}">
                  <a16:creationId xmlns:a16="http://schemas.microsoft.com/office/drawing/2014/main" id="{5A7454C9-A32F-4010-D574-AF8402B008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711653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2400" b="1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23" name="Ovaal 29">
              <a:extLst>
                <a:ext uri="{FF2B5EF4-FFF2-40B4-BE49-F238E27FC236}">
                  <a16:creationId xmlns:a16="http://schemas.microsoft.com/office/drawing/2014/main" id="{122C4722-92F3-EEF1-442D-34E28B7E644A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4180" y="3002624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4" name="Rechthoek 30">
              <a:extLst>
                <a:ext uri="{FF2B5EF4-FFF2-40B4-BE49-F238E27FC236}">
                  <a16:creationId xmlns:a16="http://schemas.microsoft.com/office/drawing/2014/main" id="{E43F1F52-8982-AB3C-F85A-E6D44D811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3003035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25" name="Ovaal 31">
              <a:extLst>
                <a:ext uri="{FF2B5EF4-FFF2-40B4-BE49-F238E27FC236}">
                  <a16:creationId xmlns:a16="http://schemas.microsoft.com/office/drawing/2014/main" id="{F9F44CE1-9D7D-CD38-6C1B-06320609CD77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4180" y="3293906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6" name="Rechthoek 32">
              <a:extLst>
                <a:ext uri="{FF2B5EF4-FFF2-40B4-BE49-F238E27FC236}">
                  <a16:creationId xmlns:a16="http://schemas.microsoft.com/office/drawing/2014/main" id="{80F62D7A-2DA0-DC29-A21A-45DBA98D5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3585819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57188" indent="-357188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FFFFFF"/>
                </a:buClr>
                <a:buSzPct val="100000"/>
                <a:buFont typeface="Arial" panose="020B0604020202020204" pitchFamily="34" charset="0"/>
                <a:buAutoNum type="arabicPeriod"/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27" name="Ovaal 33">
              <a:extLst>
                <a:ext uri="{FF2B5EF4-FFF2-40B4-BE49-F238E27FC236}">
                  <a16:creationId xmlns:a16="http://schemas.microsoft.com/office/drawing/2014/main" id="{262C7515-B862-B145-A798-233700B8B023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4180" y="3585188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8" name="Rechthoek 34">
              <a:extLst>
                <a:ext uri="{FF2B5EF4-FFF2-40B4-BE49-F238E27FC236}">
                  <a16:creationId xmlns:a16="http://schemas.microsoft.com/office/drawing/2014/main" id="{AEA80D15-8F27-737D-3B55-B820F0908F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25828" y="3877211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42900" indent="-3429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FFFFFF"/>
                </a:buClr>
                <a:buSzPct val="100000"/>
                <a:buFont typeface="Arial" panose="020B0604020202020204" pitchFamily="34" charset="0"/>
                <a:buAutoNum type="alphaLcPeriod"/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29" name="Ovaal 35">
              <a:extLst>
                <a:ext uri="{FF2B5EF4-FFF2-40B4-BE49-F238E27FC236}">
                  <a16:creationId xmlns:a16="http://schemas.microsoft.com/office/drawing/2014/main" id="{F8C6737F-E495-D067-C95C-1704F862F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4180" y="3876470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30" name="Rechthoek 36">
              <a:extLst>
                <a:ext uri="{FF2B5EF4-FFF2-40B4-BE49-F238E27FC236}">
                  <a16:creationId xmlns:a16="http://schemas.microsoft.com/office/drawing/2014/main" id="{C6B8642A-BD6C-CDE9-AD81-A04F9CB9FC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4168594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 i="1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31" name="Ovaal 37">
              <a:extLst>
                <a:ext uri="{FF2B5EF4-FFF2-40B4-BE49-F238E27FC236}">
                  <a16:creationId xmlns:a16="http://schemas.microsoft.com/office/drawing/2014/main" id="{20966D50-73F4-11B5-2731-BE141CAB6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4180" y="4168594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2" name="Rechthoek 38">
              <a:extLst>
                <a:ext uri="{FF2B5EF4-FFF2-40B4-BE49-F238E27FC236}">
                  <a16:creationId xmlns:a16="http://schemas.microsoft.com/office/drawing/2014/main" id="{5DCC76E1-E09B-B05B-03C1-C8A3FA6356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3294427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33" name="Rechthoek 39">
              <a:extLst>
                <a:ext uri="{FF2B5EF4-FFF2-40B4-BE49-F238E27FC236}">
                  <a16:creationId xmlns:a16="http://schemas.microsoft.com/office/drawing/2014/main" id="{EFBDBBEF-16BC-4CEB-8C8F-9FB5F9C601BD}"/>
                </a:ext>
              </a:extLst>
            </p:cNvPr>
            <p:cNvSpPr/>
            <p:nvPr/>
          </p:nvSpPr>
          <p:spPr>
            <a:xfrm>
              <a:off x="-3786438" y="4530677"/>
              <a:ext cx="3593354" cy="828666"/>
            </a:xfrm>
            <a:prstGeom prst="rect">
              <a:avLst/>
            </a:prstGeom>
            <a:solidFill>
              <a:srgbClr val="ECECEC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 anchor="ctr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Want to know more?</a:t>
              </a:r>
              <a:b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</a:b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Go to the tab</a:t>
              </a: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 'SLIDEBUILDER’ </a:t>
              </a: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and click</a:t>
              </a:r>
              <a:b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</a:b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on the button </a:t>
              </a: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‘Inspiration'</a:t>
              </a:r>
            </a:p>
          </p:txBody>
        </p:sp>
        <p:grpSp>
          <p:nvGrpSpPr>
            <p:cNvPr id="34" name="ICOON_info">
              <a:extLst>
                <a:ext uri="{FF2B5EF4-FFF2-40B4-BE49-F238E27FC236}">
                  <a16:creationId xmlns:a16="http://schemas.microsoft.com/office/drawing/2014/main" id="{85C07C37-AD33-A161-21F8-8645A0CDC2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76732" y="4400184"/>
              <a:ext cx="283683" cy="283683"/>
              <a:chOff x="-376732" y="4400184"/>
              <a:chExt cx="283683" cy="283683"/>
            </a:xfrm>
          </p:grpSpPr>
          <p:sp>
            <p:nvSpPr>
              <p:cNvPr id="82" name="Ovaal 88">
                <a:extLst>
                  <a:ext uri="{FF2B5EF4-FFF2-40B4-BE49-F238E27FC236}">
                    <a16:creationId xmlns:a16="http://schemas.microsoft.com/office/drawing/2014/main" id="{D246120A-E893-DC0A-13D3-78546A50F3E4}"/>
                  </a:ext>
                </a:extLst>
              </p:cNvPr>
              <p:cNvSpPr/>
              <p:nvPr/>
            </p:nvSpPr>
            <p:spPr>
              <a:xfrm>
                <a:off x="-356635" y="4419553"/>
                <a:ext cx="244532" cy="244472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211F26"/>
              </a:solidFill>
              <a:ln>
                <a:noFill/>
                <a:prstDash val="solid"/>
              </a:ln>
            </p:spPr>
            <p:txBody>
              <a:bodyPr lIns="179999" tIns="179999" rIns="179999" bIns="179999" anchor="ctr" anchorCtr="1"/>
              <a:lstStyle/>
              <a:p>
                <a:pPr algn="ctr"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600" cap="all">
                  <a:solidFill>
                    <a:srgbClr val="FFFFFF"/>
                  </a:solidFill>
                  <a:latin typeface="Calibri" pitchFamily="34"/>
                  <a:cs typeface="Calibri" pitchFamily="34"/>
                </a:endParaRPr>
              </a:p>
            </p:txBody>
          </p:sp>
          <p:sp>
            <p:nvSpPr>
              <p:cNvPr id="83" name="Graphic 163" descr="Informatie">
                <a:extLst>
                  <a:ext uri="{FF2B5EF4-FFF2-40B4-BE49-F238E27FC236}">
                    <a16:creationId xmlns:a16="http://schemas.microsoft.com/office/drawing/2014/main" id="{A5286CE1-733E-8438-DAFA-96DF8333CF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76732" y="4400184"/>
                <a:ext cx="283683" cy="283683"/>
              </a:xfrm>
              <a:custGeom>
                <a:avLst/>
                <a:gdLst>
                  <a:gd name="T0" fmla="*/ 141842 w 291719"/>
                  <a:gd name="T1" fmla="*/ 0 h 291719"/>
                  <a:gd name="T2" fmla="*/ 283683 w 291719"/>
                  <a:gd name="T3" fmla="*/ 141842 h 291719"/>
                  <a:gd name="T4" fmla="*/ 141842 w 291719"/>
                  <a:gd name="T5" fmla="*/ 283683 h 291719"/>
                  <a:gd name="T6" fmla="*/ 0 w 291719"/>
                  <a:gd name="T7" fmla="*/ 141842 h 291719"/>
                  <a:gd name="T8" fmla="*/ 141842 w 291719"/>
                  <a:gd name="T9" fmla="*/ 0 h 291719"/>
                  <a:gd name="T10" fmla="*/ 0 w 291719"/>
                  <a:gd name="T11" fmla="*/ 141842 h 291719"/>
                  <a:gd name="T12" fmla="*/ 141842 w 291719"/>
                  <a:gd name="T13" fmla="*/ 283684 h 291719"/>
                  <a:gd name="T14" fmla="*/ 283684 w 291719"/>
                  <a:gd name="T15" fmla="*/ 141842 h 291719"/>
                  <a:gd name="T16" fmla="*/ 141842 w 291719"/>
                  <a:gd name="T17" fmla="*/ 0 h 291719"/>
                  <a:gd name="T18" fmla="*/ 134376 w 291719"/>
                  <a:gd name="T19" fmla="*/ 37327 h 291719"/>
                  <a:gd name="T20" fmla="*/ 153040 w 291719"/>
                  <a:gd name="T21" fmla="*/ 55990 h 291719"/>
                  <a:gd name="T22" fmla="*/ 134376 w 291719"/>
                  <a:gd name="T23" fmla="*/ 74653 h 291719"/>
                  <a:gd name="T24" fmla="*/ 115713 w 291719"/>
                  <a:gd name="T25" fmla="*/ 55990 h 291719"/>
                  <a:gd name="T26" fmla="*/ 134376 w 291719"/>
                  <a:gd name="T27" fmla="*/ 37327 h 291719"/>
                  <a:gd name="T28" fmla="*/ 179169 w 291719"/>
                  <a:gd name="T29" fmla="*/ 246357 h 291719"/>
                  <a:gd name="T30" fmla="*/ 104515 w 291719"/>
                  <a:gd name="T31" fmla="*/ 246357 h 291719"/>
                  <a:gd name="T32" fmla="*/ 104515 w 291719"/>
                  <a:gd name="T33" fmla="*/ 223961 h 291719"/>
                  <a:gd name="T34" fmla="*/ 130644 w 291719"/>
                  <a:gd name="T35" fmla="*/ 223961 h 291719"/>
                  <a:gd name="T36" fmla="*/ 130644 w 291719"/>
                  <a:gd name="T37" fmla="*/ 111981 h 291719"/>
                  <a:gd name="T38" fmla="*/ 108248 w 291719"/>
                  <a:gd name="T39" fmla="*/ 111981 h 291719"/>
                  <a:gd name="T40" fmla="*/ 108248 w 291719"/>
                  <a:gd name="T41" fmla="*/ 89584 h 291719"/>
                  <a:gd name="T42" fmla="*/ 153040 w 291719"/>
                  <a:gd name="T43" fmla="*/ 89584 h 291719"/>
                  <a:gd name="T44" fmla="*/ 153040 w 291719"/>
                  <a:gd name="T45" fmla="*/ 111981 h 291719"/>
                  <a:gd name="T46" fmla="*/ 153040 w 291719"/>
                  <a:gd name="T47" fmla="*/ 223961 h 291719"/>
                  <a:gd name="T48" fmla="*/ 179169 w 291719"/>
                  <a:gd name="T49" fmla="*/ 223961 h 291719"/>
                  <a:gd name="T50" fmla="*/ 179169 w 291719"/>
                  <a:gd name="T51" fmla="*/ 246357 h 291719"/>
                  <a:gd name="T52" fmla="*/ 17694720 60000 65536"/>
                  <a:gd name="T53" fmla="*/ 0 60000 65536"/>
                  <a:gd name="T54" fmla="*/ 5898240 60000 65536"/>
                  <a:gd name="T55" fmla="*/ 1179648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291719"/>
                  <a:gd name="T79" fmla="*/ 0 h 291719"/>
                  <a:gd name="T80" fmla="*/ 291719 w 291719"/>
                  <a:gd name="T81" fmla="*/ 291719 h 29171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NL"/>
              </a:p>
            </p:txBody>
          </p:sp>
        </p:grpSp>
        <p:grpSp>
          <p:nvGrpSpPr>
            <p:cNvPr id="35" name="VOORBEELD">
              <a:extLst>
                <a:ext uri="{FF2B5EF4-FFF2-40B4-BE49-F238E27FC236}">
                  <a16:creationId xmlns:a16="http://schemas.microsoft.com/office/drawing/2014/main" id="{450EB2EF-5CDF-1A0D-5CE6-BDE4E2122A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605168" y="458672"/>
              <a:ext cx="3234315" cy="558871"/>
              <a:chOff x="-3605168" y="458672"/>
              <a:chExt cx="3234315" cy="558871"/>
            </a:xfrm>
          </p:grpSpPr>
          <p:sp>
            <p:nvSpPr>
              <p:cNvPr id="42" name="Rechthoek 48">
                <a:extLst>
                  <a:ext uri="{FF2B5EF4-FFF2-40B4-BE49-F238E27FC236}">
                    <a16:creationId xmlns:a16="http://schemas.microsoft.com/office/drawing/2014/main" id="{86B328E6-3A60-EAAF-39E4-A27D9B9FCE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604180" y="458672"/>
                <a:ext cx="393457" cy="184059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8004" rIns="0" bIns="0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/>
                <a:r>
                  <a:rPr lang="en-GB" altLang="en-NL" sz="9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43" name="Rechthoek 49">
                <a:extLst>
                  <a:ext uri="{FF2B5EF4-FFF2-40B4-BE49-F238E27FC236}">
                    <a16:creationId xmlns:a16="http://schemas.microsoft.com/office/drawing/2014/main" id="{A5E3112D-22A6-3F02-A2C6-C0B463690E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599188" y="621343"/>
                <a:ext cx="383782" cy="27166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/>
                <a:endPara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4" name="Groep 50">
                <a:extLst>
                  <a:ext uri="{FF2B5EF4-FFF2-40B4-BE49-F238E27FC236}">
                    <a16:creationId xmlns:a16="http://schemas.microsoft.com/office/drawing/2014/main" id="{5D2C4334-4EA1-1112-BCC0-F74663C822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386242" y="830869"/>
                <a:ext cx="139418" cy="109563"/>
                <a:chOff x="-3386242" y="830869"/>
                <a:chExt cx="139418" cy="109563"/>
              </a:xfrm>
            </p:grpSpPr>
            <p:grpSp>
              <p:nvGrpSpPr>
                <p:cNvPr id="75" name="Groep 81">
                  <a:extLst>
                    <a:ext uri="{FF2B5EF4-FFF2-40B4-BE49-F238E27FC236}">
                      <a16:creationId xmlns:a16="http://schemas.microsoft.com/office/drawing/2014/main" id="{37FECEA3-F206-BD5B-F063-56DE98C0E3D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386242" y="830869"/>
                  <a:ext cx="139418" cy="109563"/>
                  <a:chOff x="-3386242" y="830869"/>
                  <a:chExt cx="139418" cy="109563"/>
                </a:xfrm>
              </p:grpSpPr>
              <p:cxnSp>
                <p:nvCxnSpPr>
                  <p:cNvPr id="77" name="Rechte verbindingslijn 83">
                    <a:extLst>
                      <a:ext uri="{FF2B5EF4-FFF2-40B4-BE49-F238E27FC236}">
                        <a16:creationId xmlns:a16="http://schemas.microsoft.com/office/drawing/2014/main" id="{F3AD661D-C114-68AA-620B-6CC15EA3FF9F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3386242" y="830869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8" name="Rechte verbindingslijn 84">
                    <a:extLst>
                      <a:ext uri="{FF2B5EF4-FFF2-40B4-BE49-F238E27FC236}">
                        <a16:creationId xmlns:a16="http://schemas.microsoft.com/office/drawing/2014/main" id="{69833F89-1C77-D100-1B32-F7D4F381912D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3386242" y="940432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9" name="Rechte verbindingslijn 85">
                    <a:extLst>
                      <a:ext uri="{FF2B5EF4-FFF2-40B4-BE49-F238E27FC236}">
                        <a16:creationId xmlns:a16="http://schemas.microsoft.com/office/drawing/2014/main" id="{93A24AF3-EC74-B7EB-D759-A0B81B4A6660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3309588" y="913046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80" name="Rechte verbindingslijn 86">
                    <a:extLst>
                      <a:ext uri="{FF2B5EF4-FFF2-40B4-BE49-F238E27FC236}">
                        <a16:creationId xmlns:a16="http://schemas.microsoft.com/office/drawing/2014/main" id="{BAAEEA00-F6D3-69E9-5A4A-58F819AFD3EF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3309588" y="885651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81" name="Rechte verbindingslijn 87">
                    <a:extLst>
                      <a:ext uri="{FF2B5EF4-FFF2-40B4-BE49-F238E27FC236}">
                        <a16:creationId xmlns:a16="http://schemas.microsoft.com/office/drawing/2014/main" id="{AE591391-7399-337B-9D7F-BD413296F3C4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3309588" y="858264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76" name="Pijl: rechts 82">
                  <a:extLst>
                    <a:ext uri="{FF2B5EF4-FFF2-40B4-BE49-F238E27FC236}">
                      <a16:creationId xmlns:a16="http://schemas.microsoft.com/office/drawing/2014/main" id="{F4082EF2-A4FB-200C-3323-F4F5253E95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3386242" y="857039"/>
                  <a:ext cx="58411" cy="56116"/>
                </a:xfrm>
                <a:custGeom>
                  <a:avLst/>
                  <a:gdLst>
                    <a:gd name="T0" fmla="*/ 29206 w 21600"/>
                    <a:gd name="T1" fmla="*/ 0 h 21600"/>
                    <a:gd name="T2" fmla="*/ 58411 w 21600"/>
                    <a:gd name="T3" fmla="*/ 28058 h 21600"/>
                    <a:gd name="T4" fmla="*/ 29206 w 21600"/>
                    <a:gd name="T5" fmla="*/ 56116 h 21600"/>
                    <a:gd name="T6" fmla="*/ 0 w 21600"/>
                    <a:gd name="T7" fmla="*/ 28058 h 21600"/>
                    <a:gd name="T8" fmla="*/ 22705 w 21600"/>
                    <a:gd name="T9" fmla="*/ 0 h 21600"/>
                    <a:gd name="T10" fmla="*/ 22705 w 21600"/>
                    <a:gd name="T11" fmla="*/ 56116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  <p:grpSp>
            <p:nvGrpSpPr>
              <p:cNvPr id="45" name="Groep 51">
                <a:extLst>
                  <a:ext uri="{FF2B5EF4-FFF2-40B4-BE49-F238E27FC236}">
                    <a16:creationId xmlns:a16="http://schemas.microsoft.com/office/drawing/2014/main" id="{89E8497C-2674-6FD8-C7D8-48C0AC3D37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605168" y="830869"/>
                <a:ext cx="139419" cy="109563"/>
                <a:chOff x="-3605168" y="830869"/>
                <a:chExt cx="139419" cy="109563"/>
              </a:xfrm>
            </p:grpSpPr>
            <p:grpSp>
              <p:nvGrpSpPr>
                <p:cNvPr id="68" name="Groep 74">
                  <a:extLst>
                    <a:ext uri="{FF2B5EF4-FFF2-40B4-BE49-F238E27FC236}">
                      <a16:creationId xmlns:a16="http://schemas.microsoft.com/office/drawing/2014/main" id="{8A8DEA79-3483-ADC7-F48E-B06EAAE3CAF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605168" y="830869"/>
                  <a:ext cx="139419" cy="109563"/>
                  <a:chOff x="-3605168" y="830869"/>
                  <a:chExt cx="139419" cy="109563"/>
                </a:xfrm>
              </p:grpSpPr>
              <p:cxnSp>
                <p:nvCxnSpPr>
                  <p:cNvPr id="70" name="Rechte verbindingslijn 76">
                    <a:extLst>
                      <a:ext uri="{FF2B5EF4-FFF2-40B4-BE49-F238E27FC236}">
                        <a16:creationId xmlns:a16="http://schemas.microsoft.com/office/drawing/2014/main" id="{2985C68C-7E14-8808-0CF9-221D981C4F80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3605168" y="830869"/>
                    <a:ext cx="139419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1" name="Rechte verbindingslijn 77">
                    <a:extLst>
                      <a:ext uri="{FF2B5EF4-FFF2-40B4-BE49-F238E27FC236}">
                        <a16:creationId xmlns:a16="http://schemas.microsoft.com/office/drawing/2014/main" id="{6B2BEEF8-5F18-C4D4-FAA9-97393C67706C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3605168" y="940432"/>
                    <a:ext cx="139419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2" name="Rechte verbindingslijn 78">
                    <a:extLst>
                      <a:ext uri="{FF2B5EF4-FFF2-40B4-BE49-F238E27FC236}">
                        <a16:creationId xmlns:a16="http://schemas.microsoft.com/office/drawing/2014/main" id="{C5B274CB-7760-4052-E532-AAEC0D9AC014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3528514" y="913046"/>
                    <a:ext cx="62765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3" name="Rechte verbindingslijn 79">
                    <a:extLst>
                      <a:ext uri="{FF2B5EF4-FFF2-40B4-BE49-F238E27FC236}">
                        <a16:creationId xmlns:a16="http://schemas.microsoft.com/office/drawing/2014/main" id="{78A63E82-9236-6D9F-C9FC-6ECA53993DC5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3528514" y="885651"/>
                    <a:ext cx="62765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4" name="Rechte verbindingslijn 80">
                    <a:extLst>
                      <a:ext uri="{FF2B5EF4-FFF2-40B4-BE49-F238E27FC236}">
                        <a16:creationId xmlns:a16="http://schemas.microsoft.com/office/drawing/2014/main" id="{6B96EE91-DBAD-D0A9-09AC-3F77CAADF247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3528514" y="858264"/>
                    <a:ext cx="62765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69" name="Pijl: rechts 75">
                  <a:extLst>
                    <a:ext uri="{FF2B5EF4-FFF2-40B4-BE49-F238E27FC236}">
                      <a16:creationId xmlns:a16="http://schemas.microsoft.com/office/drawing/2014/main" id="{716B598C-F115-670B-2E7A-31C9907401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-3605168" y="857039"/>
                  <a:ext cx="58411" cy="56116"/>
                </a:xfrm>
                <a:custGeom>
                  <a:avLst/>
                  <a:gdLst>
                    <a:gd name="T0" fmla="*/ 29206 w 21600"/>
                    <a:gd name="T1" fmla="*/ 0 h 21600"/>
                    <a:gd name="T2" fmla="*/ 58411 w 21600"/>
                    <a:gd name="T3" fmla="*/ 28058 h 21600"/>
                    <a:gd name="T4" fmla="*/ 29206 w 21600"/>
                    <a:gd name="T5" fmla="*/ 56116 h 21600"/>
                    <a:gd name="T6" fmla="*/ 0 w 21600"/>
                    <a:gd name="T7" fmla="*/ 28058 h 21600"/>
                    <a:gd name="T8" fmla="*/ 22705 w 21600"/>
                    <a:gd name="T9" fmla="*/ 0 h 21600"/>
                    <a:gd name="T10" fmla="*/ 22705 w 21600"/>
                    <a:gd name="T11" fmla="*/ 56116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  <p:cxnSp>
            <p:nvCxnSpPr>
              <p:cNvPr id="46" name="Rechte verbindingslijn 52">
                <a:extLst>
                  <a:ext uri="{FF2B5EF4-FFF2-40B4-BE49-F238E27FC236}">
                    <a16:creationId xmlns:a16="http://schemas.microsoft.com/office/drawing/2014/main" id="{2E25118A-2BA9-A5E7-F945-E618E834F67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-3459952" y="588169"/>
                <a:ext cx="547680" cy="219072"/>
              </a:xfrm>
              <a:prstGeom prst="straightConnector1">
                <a:avLst/>
              </a:prstGeom>
              <a:noFill/>
              <a:ln w="19046" cap="rnd">
                <a:solidFill>
                  <a:srgbClr val="00A6D6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" name="Rechte verbindingslijn 53">
                <a:extLst>
                  <a:ext uri="{FF2B5EF4-FFF2-40B4-BE49-F238E27FC236}">
                    <a16:creationId xmlns:a16="http://schemas.microsoft.com/office/drawing/2014/main" id="{DFAD0080-294A-3B70-2E3A-06A0BCF498F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-3224210" y="828675"/>
                <a:ext cx="319089" cy="0"/>
              </a:xfrm>
              <a:prstGeom prst="straightConnector1">
                <a:avLst/>
              </a:prstGeom>
              <a:noFill/>
              <a:ln w="19046" cap="rnd">
                <a:solidFill>
                  <a:srgbClr val="00A6D6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8" name="Rechthoek 54">
                <a:extLst>
                  <a:ext uri="{FF2B5EF4-FFF2-40B4-BE49-F238E27FC236}">
                    <a16:creationId xmlns:a16="http://schemas.microsoft.com/office/drawing/2014/main" id="{7E2E23D9-7689-14F1-D87B-8C9A4E3A0F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559899" y="512182"/>
                <a:ext cx="2189046" cy="1510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1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49" name="Rechthoek 55">
                <a:extLst>
                  <a:ext uri="{FF2B5EF4-FFF2-40B4-BE49-F238E27FC236}">
                    <a16:creationId xmlns:a16="http://schemas.microsoft.com/office/drawing/2014/main" id="{64633BDD-96E0-0E74-8923-7D29CE5C4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559899" y="819558"/>
                <a:ext cx="2189046" cy="142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1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50" name="Groep 56">
                <a:extLst>
                  <a:ext uri="{FF2B5EF4-FFF2-40B4-BE49-F238E27FC236}">
                    <a16:creationId xmlns:a16="http://schemas.microsoft.com/office/drawing/2014/main" id="{C436AE64-9933-D913-B3C4-32750CBD79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916762" y="769165"/>
                <a:ext cx="268742" cy="248378"/>
                <a:chOff x="-2916762" y="769165"/>
                <a:chExt cx="268742" cy="248378"/>
              </a:xfrm>
            </p:grpSpPr>
            <p:sp>
              <p:nvSpPr>
                <p:cNvPr id="60" name="Rechthoek 66">
                  <a:extLst>
                    <a:ext uri="{FF2B5EF4-FFF2-40B4-BE49-F238E27FC236}">
                      <a16:creationId xmlns:a16="http://schemas.microsoft.com/office/drawing/2014/main" id="{B5307F7A-A98C-8D05-8206-C028F8438542}"/>
                    </a:ext>
                  </a:extLst>
                </p:cNvPr>
                <p:cNvSpPr/>
                <p:nvPr/>
              </p:nvSpPr>
              <p:spPr>
                <a:xfrm>
                  <a:off x="-2916285" y="769930"/>
                  <a:ext cx="268351" cy="247647"/>
                </a:xfrm>
                <a:prstGeom prst="rect">
                  <a:avLst/>
                </a:prstGeom>
                <a:solidFill>
                  <a:srgbClr val="FFFFFF"/>
                </a:solidFill>
                <a:ln w="3172" cap="flat">
                  <a:solidFill>
                    <a:srgbClr val="DADADA"/>
                  </a:solidFill>
                  <a:prstDash val="solid"/>
                  <a:miter/>
                </a:ln>
              </p:spPr>
              <p:txBody>
                <a:bodyPr lIns="0" tIns="0" rIns="0" bIns="0" anchor="ctr" anchorCtr="1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050">
                    <a:solidFill>
                      <a:srgbClr val="211F26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grpSp>
              <p:nvGrpSpPr>
                <p:cNvPr id="61" name="Groep 67">
                  <a:extLst>
                    <a:ext uri="{FF2B5EF4-FFF2-40B4-BE49-F238E27FC236}">
                      <a16:creationId xmlns:a16="http://schemas.microsoft.com/office/drawing/2014/main" id="{1AB5B0F6-F01D-8EF1-4B6D-C30F7B28CE4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2866744" y="827074"/>
                  <a:ext cx="168698" cy="132570"/>
                  <a:chOff x="-2866744" y="827074"/>
                  <a:chExt cx="168698" cy="132570"/>
                </a:xfrm>
              </p:grpSpPr>
              <p:cxnSp>
                <p:nvCxnSpPr>
                  <p:cNvPr id="63" name="Rechte verbindingslijn 69">
                    <a:extLst>
                      <a:ext uri="{FF2B5EF4-FFF2-40B4-BE49-F238E27FC236}">
                        <a16:creationId xmlns:a16="http://schemas.microsoft.com/office/drawing/2014/main" id="{6A87D1FA-3AD2-AF5A-A5AC-F0D7F6D5E74E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2866744" y="827074"/>
                    <a:ext cx="16869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4" name="Rechte verbindingslijn 70">
                    <a:extLst>
                      <a:ext uri="{FF2B5EF4-FFF2-40B4-BE49-F238E27FC236}">
                        <a16:creationId xmlns:a16="http://schemas.microsoft.com/office/drawing/2014/main" id="{EB5B2856-7F09-7EFC-94E2-101081D3199D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2866744" y="959644"/>
                    <a:ext cx="16869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5" name="Rechte verbindingslijn 71">
                    <a:extLst>
                      <a:ext uri="{FF2B5EF4-FFF2-40B4-BE49-F238E27FC236}">
                        <a16:creationId xmlns:a16="http://schemas.microsoft.com/office/drawing/2014/main" id="{4FB22900-E129-123D-1774-19A1A45F35E8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2773987" y="926506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6" name="Rechte verbindingslijn 72">
                    <a:extLst>
                      <a:ext uri="{FF2B5EF4-FFF2-40B4-BE49-F238E27FC236}">
                        <a16:creationId xmlns:a16="http://schemas.microsoft.com/office/drawing/2014/main" id="{AFDB17E1-D58E-301D-9EBE-90409C1BBDAD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2773987" y="893359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7" name="Rechte verbindingslijn 73">
                    <a:extLst>
                      <a:ext uri="{FF2B5EF4-FFF2-40B4-BE49-F238E27FC236}">
                        <a16:creationId xmlns:a16="http://schemas.microsoft.com/office/drawing/2014/main" id="{4FD83363-8342-44EC-E551-C88D323EED06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2773987" y="860212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62" name="Pijl: rechts 68">
                  <a:extLst>
                    <a:ext uri="{FF2B5EF4-FFF2-40B4-BE49-F238E27FC236}">
                      <a16:creationId xmlns:a16="http://schemas.microsoft.com/office/drawing/2014/main" id="{8D73A3D3-8343-25AE-A5CE-736FE61615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2866744" y="858740"/>
                  <a:ext cx="70673" cy="67903"/>
                </a:xfrm>
                <a:custGeom>
                  <a:avLst/>
                  <a:gdLst>
                    <a:gd name="T0" fmla="*/ 35337 w 21600"/>
                    <a:gd name="T1" fmla="*/ 0 h 21600"/>
                    <a:gd name="T2" fmla="*/ 70673 w 21600"/>
                    <a:gd name="T3" fmla="*/ 33952 h 21600"/>
                    <a:gd name="T4" fmla="*/ 35337 w 21600"/>
                    <a:gd name="T5" fmla="*/ 67903 h 21600"/>
                    <a:gd name="T6" fmla="*/ 0 w 21600"/>
                    <a:gd name="T7" fmla="*/ 33952 h 21600"/>
                    <a:gd name="T8" fmla="*/ 27471 w 21600"/>
                    <a:gd name="T9" fmla="*/ 0 h 21600"/>
                    <a:gd name="T10" fmla="*/ 27471 w 21600"/>
                    <a:gd name="T11" fmla="*/ 67903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  <p:grpSp>
            <p:nvGrpSpPr>
              <p:cNvPr id="51" name="Groep 57">
                <a:extLst>
                  <a:ext uri="{FF2B5EF4-FFF2-40B4-BE49-F238E27FC236}">
                    <a16:creationId xmlns:a16="http://schemas.microsoft.com/office/drawing/2014/main" id="{066FE2BB-1302-0215-432B-22B423BAFD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916762" y="460171"/>
                <a:ext cx="268742" cy="248378"/>
                <a:chOff x="-2916762" y="460171"/>
                <a:chExt cx="268742" cy="248378"/>
              </a:xfrm>
            </p:grpSpPr>
            <p:sp>
              <p:nvSpPr>
                <p:cNvPr id="52" name="Rechthoek 58">
                  <a:extLst>
                    <a:ext uri="{FF2B5EF4-FFF2-40B4-BE49-F238E27FC236}">
                      <a16:creationId xmlns:a16="http://schemas.microsoft.com/office/drawing/2014/main" id="{7A482250-95E3-9937-4C1B-AE3305BD333A}"/>
                    </a:ext>
                  </a:extLst>
                </p:cNvPr>
                <p:cNvSpPr/>
                <p:nvPr/>
              </p:nvSpPr>
              <p:spPr>
                <a:xfrm>
                  <a:off x="-2916285" y="460370"/>
                  <a:ext cx="268351" cy="247647"/>
                </a:xfrm>
                <a:prstGeom prst="rect">
                  <a:avLst/>
                </a:prstGeom>
                <a:solidFill>
                  <a:srgbClr val="FFFFFF"/>
                </a:solidFill>
                <a:ln w="3172" cap="flat">
                  <a:solidFill>
                    <a:srgbClr val="DADADA"/>
                  </a:solidFill>
                  <a:prstDash val="solid"/>
                  <a:miter/>
                </a:ln>
              </p:spPr>
              <p:txBody>
                <a:bodyPr lIns="0" tIns="0" rIns="0" bIns="0" anchor="ctr" anchorCtr="1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050">
                    <a:solidFill>
                      <a:srgbClr val="211F26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grpSp>
              <p:nvGrpSpPr>
                <p:cNvPr id="53" name="Groep 59">
                  <a:extLst>
                    <a:ext uri="{FF2B5EF4-FFF2-40B4-BE49-F238E27FC236}">
                      <a16:creationId xmlns:a16="http://schemas.microsoft.com/office/drawing/2014/main" id="{D21E27DA-1FDB-CADA-B3EB-AA5615EC688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2866744" y="518071"/>
                  <a:ext cx="168698" cy="132579"/>
                  <a:chOff x="-2866744" y="518071"/>
                  <a:chExt cx="168698" cy="132579"/>
                </a:xfrm>
              </p:grpSpPr>
              <p:cxnSp>
                <p:nvCxnSpPr>
                  <p:cNvPr id="55" name="Rechte verbindingslijn 61">
                    <a:extLst>
                      <a:ext uri="{FF2B5EF4-FFF2-40B4-BE49-F238E27FC236}">
                        <a16:creationId xmlns:a16="http://schemas.microsoft.com/office/drawing/2014/main" id="{20EFEC5F-35E5-8D88-A58E-7B711A89994B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2866744" y="518071"/>
                    <a:ext cx="16869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6" name="Rechte verbindingslijn 62">
                    <a:extLst>
                      <a:ext uri="{FF2B5EF4-FFF2-40B4-BE49-F238E27FC236}">
                        <a16:creationId xmlns:a16="http://schemas.microsoft.com/office/drawing/2014/main" id="{50037D45-91B9-9CC2-734A-A6C536704AE2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2866744" y="650650"/>
                    <a:ext cx="16869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7" name="Rechte verbindingslijn 63">
                    <a:extLst>
                      <a:ext uri="{FF2B5EF4-FFF2-40B4-BE49-F238E27FC236}">
                        <a16:creationId xmlns:a16="http://schemas.microsoft.com/office/drawing/2014/main" id="{E3673123-33A4-A007-C85B-F75C8164398D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2773987" y="617503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8" name="Rechte verbindingslijn 64">
                    <a:extLst>
                      <a:ext uri="{FF2B5EF4-FFF2-40B4-BE49-F238E27FC236}">
                        <a16:creationId xmlns:a16="http://schemas.microsoft.com/office/drawing/2014/main" id="{8D945075-AF57-5FDC-C0D9-82762F83FA92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2773987" y="584365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9" name="Rechte verbindingslijn 65">
                    <a:extLst>
                      <a:ext uri="{FF2B5EF4-FFF2-40B4-BE49-F238E27FC236}">
                        <a16:creationId xmlns:a16="http://schemas.microsoft.com/office/drawing/2014/main" id="{6B0C0E36-6AEE-34BC-323D-94E5244F403D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2773987" y="551218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54" name="Pijl: rechts 60">
                  <a:extLst>
                    <a:ext uri="{FF2B5EF4-FFF2-40B4-BE49-F238E27FC236}">
                      <a16:creationId xmlns:a16="http://schemas.microsoft.com/office/drawing/2014/main" id="{CC6E0BA8-BC89-E0DE-9A2B-C151452547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-2866744" y="549737"/>
                  <a:ext cx="70673" cy="67903"/>
                </a:xfrm>
                <a:custGeom>
                  <a:avLst/>
                  <a:gdLst>
                    <a:gd name="T0" fmla="*/ 35337 w 21600"/>
                    <a:gd name="T1" fmla="*/ 0 h 21600"/>
                    <a:gd name="T2" fmla="*/ 70673 w 21600"/>
                    <a:gd name="T3" fmla="*/ 33952 h 21600"/>
                    <a:gd name="T4" fmla="*/ 35337 w 21600"/>
                    <a:gd name="T5" fmla="*/ 67903 h 21600"/>
                    <a:gd name="T6" fmla="*/ 0 w 21600"/>
                    <a:gd name="T7" fmla="*/ 33952 h 21600"/>
                    <a:gd name="T8" fmla="*/ 27471 w 21600"/>
                    <a:gd name="T9" fmla="*/ 0 h 21600"/>
                    <a:gd name="T10" fmla="*/ 27471 w 21600"/>
                    <a:gd name="T11" fmla="*/ 67903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</p:grpSp>
        <p:grpSp>
          <p:nvGrpSpPr>
            <p:cNvPr id="36" name="Groep 42">
              <a:extLst>
                <a:ext uri="{FF2B5EF4-FFF2-40B4-BE49-F238E27FC236}">
                  <a16:creationId xmlns:a16="http://schemas.microsoft.com/office/drawing/2014/main" id="{3859BD2D-91E5-AB53-E020-A86C5800BE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938430" y="4663037"/>
              <a:ext cx="627799" cy="576684"/>
              <a:chOff x="-938430" y="4663037"/>
              <a:chExt cx="627799" cy="576684"/>
            </a:xfrm>
          </p:grpSpPr>
          <p:grpSp>
            <p:nvGrpSpPr>
              <p:cNvPr id="37" name="Inspireren">
                <a:extLst>
                  <a:ext uri="{FF2B5EF4-FFF2-40B4-BE49-F238E27FC236}">
                    <a16:creationId xmlns:a16="http://schemas.microsoft.com/office/drawing/2014/main" id="{D20FC269-D1D0-F4C0-1EDB-790A4DC0CD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716112" y="4663037"/>
                <a:ext cx="169776" cy="242380"/>
                <a:chOff x="-716112" y="4663037"/>
                <a:chExt cx="169776" cy="242380"/>
              </a:xfrm>
            </p:grpSpPr>
            <p:sp>
              <p:nvSpPr>
                <p:cNvPr id="39" name="Freeform 12">
                  <a:extLst>
                    <a:ext uri="{FF2B5EF4-FFF2-40B4-BE49-F238E27FC236}">
                      <a16:creationId xmlns:a16="http://schemas.microsoft.com/office/drawing/2014/main" id="{DC034704-41C7-39FA-7514-F11B59E2AB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665911" y="4749869"/>
                  <a:ext cx="68726" cy="62051"/>
                </a:xfrm>
                <a:custGeom>
                  <a:avLst/>
                  <a:gdLst>
                    <a:gd name="T0" fmla="*/ 34363 w 319"/>
                    <a:gd name="T1" fmla="*/ 0 h 288"/>
                    <a:gd name="T2" fmla="*/ 68726 w 319"/>
                    <a:gd name="T3" fmla="*/ 31026 h 288"/>
                    <a:gd name="T4" fmla="*/ 34363 w 319"/>
                    <a:gd name="T5" fmla="*/ 62051 h 288"/>
                    <a:gd name="T6" fmla="*/ 0 w 319"/>
                    <a:gd name="T7" fmla="*/ 31026 h 288"/>
                    <a:gd name="T8" fmla="*/ 47397 w 319"/>
                    <a:gd name="T9" fmla="*/ 62051 h 288"/>
                    <a:gd name="T10" fmla="*/ 23052 w 319"/>
                    <a:gd name="T11" fmla="*/ 62051 h 288"/>
                    <a:gd name="T12" fmla="*/ 0 w 319"/>
                    <a:gd name="T13" fmla="*/ 0 h 288"/>
                    <a:gd name="T14" fmla="*/ 68726 w 319"/>
                    <a:gd name="T15" fmla="*/ 0 h 288"/>
                    <a:gd name="T16" fmla="*/ 47397 w 319"/>
                    <a:gd name="T17" fmla="*/ 62051 h 288"/>
                    <a:gd name="T18" fmla="*/ 17694720 60000 65536"/>
                    <a:gd name="T19" fmla="*/ 0 60000 65536"/>
                    <a:gd name="T20" fmla="*/ 5898240 60000 65536"/>
                    <a:gd name="T21" fmla="*/ 1179648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19"/>
                    <a:gd name="T28" fmla="*/ 0 h 288"/>
                    <a:gd name="T29" fmla="*/ 319 w 319"/>
                    <a:gd name="T30" fmla="*/ 288 h 288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  <p:sp>
              <p:nvSpPr>
                <p:cNvPr id="40" name="Freeform 13">
                  <a:extLst>
                    <a:ext uri="{FF2B5EF4-FFF2-40B4-BE49-F238E27FC236}">
                      <a16:creationId xmlns:a16="http://schemas.microsoft.com/office/drawing/2014/main" id="{595147F9-0E9E-4D7D-7AA2-9BF486AE0C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661394" y="4881286"/>
                  <a:ext cx="60761" cy="24131"/>
                </a:xfrm>
                <a:custGeom>
                  <a:avLst/>
                  <a:gdLst>
                    <a:gd name="T0" fmla="*/ 30381 w 251"/>
                    <a:gd name="T1" fmla="*/ 0 h 100"/>
                    <a:gd name="T2" fmla="*/ 60761 w 251"/>
                    <a:gd name="T3" fmla="*/ 12066 h 100"/>
                    <a:gd name="T4" fmla="*/ 30381 w 251"/>
                    <a:gd name="T5" fmla="*/ 24131 h 100"/>
                    <a:gd name="T6" fmla="*/ 0 w 251"/>
                    <a:gd name="T7" fmla="*/ 12066 h 100"/>
                    <a:gd name="T8" fmla="*/ 55435 w 251"/>
                    <a:gd name="T9" fmla="*/ 16892 h 100"/>
                    <a:gd name="T10" fmla="*/ 55435 w 251"/>
                    <a:gd name="T11" fmla="*/ 16650 h 100"/>
                    <a:gd name="T12" fmla="*/ 60761 w 251"/>
                    <a:gd name="T13" fmla="*/ 0 h 100"/>
                    <a:gd name="T14" fmla="*/ 0 w 251"/>
                    <a:gd name="T15" fmla="*/ 0 h 100"/>
                    <a:gd name="T16" fmla="*/ 5326 w 251"/>
                    <a:gd name="T17" fmla="*/ 16650 h 100"/>
                    <a:gd name="T18" fmla="*/ 15251 w 251"/>
                    <a:gd name="T19" fmla="*/ 24131 h 100"/>
                    <a:gd name="T20" fmla="*/ 45510 w 251"/>
                    <a:gd name="T21" fmla="*/ 24131 h 100"/>
                    <a:gd name="T22" fmla="*/ 55435 w 251"/>
                    <a:gd name="T23" fmla="*/ 17133 h 100"/>
                    <a:gd name="T24" fmla="*/ 55435 w 251"/>
                    <a:gd name="T25" fmla="*/ 17133 h 100"/>
                    <a:gd name="T26" fmla="*/ 55435 w 251"/>
                    <a:gd name="T27" fmla="*/ 16892 h 100"/>
                    <a:gd name="T28" fmla="*/ 17694720 60000 65536"/>
                    <a:gd name="T29" fmla="*/ 0 60000 65536"/>
                    <a:gd name="T30" fmla="*/ 5898240 60000 65536"/>
                    <a:gd name="T31" fmla="*/ 1179648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251"/>
                    <a:gd name="T43" fmla="*/ 0 h 100"/>
                    <a:gd name="T44" fmla="*/ 251 w 251"/>
                    <a:gd name="T45" fmla="*/ 100 h 100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D9FA1"/>
                    </a:gs>
                    <a:gs pos="100000">
                      <a:srgbClr val="211F26"/>
                    </a:gs>
                  </a:gsLst>
                  <a:lin ang="270000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  <p:sp>
              <p:nvSpPr>
                <p:cNvPr id="41" name="Freeform 14">
                  <a:extLst>
                    <a:ext uri="{FF2B5EF4-FFF2-40B4-BE49-F238E27FC236}">
                      <a16:creationId xmlns:a16="http://schemas.microsoft.com/office/drawing/2014/main" id="{BCBA6F5A-5AC0-DA9C-7376-0AEC0DEC3A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716112" y="4663037"/>
                  <a:ext cx="169776" cy="208126"/>
                </a:xfrm>
                <a:custGeom>
                  <a:avLst/>
                  <a:gdLst>
                    <a:gd name="T0" fmla="*/ 84888 w 702"/>
                    <a:gd name="T1" fmla="*/ 0 h 860"/>
                    <a:gd name="T2" fmla="*/ 169776 w 702"/>
                    <a:gd name="T3" fmla="*/ 104063 h 860"/>
                    <a:gd name="T4" fmla="*/ 84888 w 702"/>
                    <a:gd name="T5" fmla="*/ 208126 h 860"/>
                    <a:gd name="T6" fmla="*/ 0 w 702"/>
                    <a:gd name="T7" fmla="*/ 104063 h 860"/>
                    <a:gd name="T8" fmla="*/ 84888 w 702"/>
                    <a:gd name="T9" fmla="*/ 0 h 860"/>
                    <a:gd name="T10" fmla="*/ 0 w 702"/>
                    <a:gd name="T11" fmla="*/ 84944 h 860"/>
                    <a:gd name="T12" fmla="*/ 32407 w 702"/>
                    <a:gd name="T13" fmla="*/ 151738 h 860"/>
                    <a:gd name="T14" fmla="*/ 39905 w 702"/>
                    <a:gd name="T15" fmla="*/ 173761 h 860"/>
                    <a:gd name="T16" fmla="*/ 64331 w 702"/>
                    <a:gd name="T17" fmla="*/ 173761 h 860"/>
                    <a:gd name="T18" fmla="*/ 64331 w 702"/>
                    <a:gd name="T19" fmla="*/ 173761 h 860"/>
                    <a:gd name="T20" fmla="*/ 104961 w 702"/>
                    <a:gd name="T21" fmla="*/ 173761 h 860"/>
                    <a:gd name="T22" fmla="*/ 101334 w 702"/>
                    <a:gd name="T23" fmla="*/ 183925 h 860"/>
                    <a:gd name="T24" fmla="*/ 68684 w 702"/>
                    <a:gd name="T25" fmla="*/ 183925 h 860"/>
                    <a:gd name="T26" fmla="*/ 68684 w 702"/>
                    <a:gd name="T27" fmla="*/ 183925 h 860"/>
                    <a:gd name="T28" fmla="*/ 43290 w 702"/>
                    <a:gd name="T29" fmla="*/ 183925 h 860"/>
                    <a:gd name="T30" fmla="*/ 51271 w 702"/>
                    <a:gd name="T31" fmla="*/ 208126 h 860"/>
                    <a:gd name="T32" fmla="*/ 51271 w 702"/>
                    <a:gd name="T33" fmla="*/ 208126 h 860"/>
                    <a:gd name="T34" fmla="*/ 52239 w 702"/>
                    <a:gd name="T35" fmla="*/ 208126 h 860"/>
                    <a:gd name="T36" fmla="*/ 118021 w 702"/>
                    <a:gd name="T37" fmla="*/ 208126 h 860"/>
                    <a:gd name="T38" fmla="*/ 118746 w 702"/>
                    <a:gd name="T39" fmla="*/ 208126 h 860"/>
                    <a:gd name="T40" fmla="*/ 137852 w 702"/>
                    <a:gd name="T41" fmla="*/ 151254 h 860"/>
                    <a:gd name="T42" fmla="*/ 169776 w 702"/>
                    <a:gd name="T43" fmla="*/ 84944 h 860"/>
                    <a:gd name="T44" fmla="*/ 84888 w 702"/>
                    <a:gd name="T45" fmla="*/ 0 h 860"/>
                    <a:gd name="T46" fmla="*/ 141964 w 702"/>
                    <a:gd name="T47" fmla="*/ 105999 h 860"/>
                    <a:gd name="T48" fmla="*/ 117295 w 702"/>
                    <a:gd name="T49" fmla="*/ 136250 h 860"/>
                    <a:gd name="T50" fmla="*/ 109798 w 702"/>
                    <a:gd name="T51" fmla="*/ 159241 h 860"/>
                    <a:gd name="T52" fmla="*/ 60462 w 702"/>
                    <a:gd name="T53" fmla="*/ 159241 h 860"/>
                    <a:gd name="T54" fmla="*/ 52964 w 702"/>
                    <a:gd name="T55" fmla="*/ 136734 h 860"/>
                    <a:gd name="T56" fmla="*/ 27812 w 702"/>
                    <a:gd name="T57" fmla="*/ 106241 h 860"/>
                    <a:gd name="T58" fmla="*/ 23943 w 702"/>
                    <a:gd name="T59" fmla="*/ 84944 h 860"/>
                    <a:gd name="T60" fmla="*/ 84888 w 702"/>
                    <a:gd name="T61" fmla="*/ 23959 h 860"/>
                    <a:gd name="T62" fmla="*/ 145833 w 702"/>
                    <a:gd name="T63" fmla="*/ 84944 h 860"/>
                    <a:gd name="T64" fmla="*/ 141964 w 702"/>
                    <a:gd name="T65" fmla="*/ 105999 h 860"/>
                    <a:gd name="T66" fmla="*/ 17694720 60000 65536"/>
                    <a:gd name="T67" fmla="*/ 0 60000 65536"/>
                    <a:gd name="T68" fmla="*/ 5898240 60000 65536"/>
                    <a:gd name="T69" fmla="*/ 1179648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702"/>
                    <a:gd name="T100" fmla="*/ 0 h 860"/>
                    <a:gd name="T101" fmla="*/ 702 w 702"/>
                    <a:gd name="T102" fmla="*/ 860 h 860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D9FA1"/>
                    </a:gs>
                    <a:gs pos="100000">
                      <a:srgbClr val="211F26"/>
                    </a:gs>
                  </a:gsLst>
                  <a:lin ang="270000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</p:grpSp>
          <p:sp>
            <p:nvSpPr>
              <p:cNvPr id="38" name="Tekstvak 44">
                <a:extLst>
                  <a:ext uri="{FF2B5EF4-FFF2-40B4-BE49-F238E27FC236}">
                    <a16:creationId xmlns:a16="http://schemas.microsoft.com/office/drawing/2014/main" id="{833BA01B-5014-78D3-186C-5C24A15BE4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938430" y="4917487"/>
                <a:ext cx="627799" cy="322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0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grpSp>
        <p:nvGrpSpPr>
          <p:cNvPr id="84" name="INSTRUCTION">
            <a:extLst>
              <a:ext uri="{FF2B5EF4-FFF2-40B4-BE49-F238E27FC236}">
                <a16:creationId xmlns:a16="http://schemas.microsoft.com/office/drawing/2014/main" id="{83B8E72D-AE78-8C7F-336C-1884C9FDC28E}"/>
              </a:ext>
            </a:extLst>
          </p:cNvPr>
          <p:cNvGrpSpPr>
            <a:grpSpLocks/>
          </p:cNvGrpSpPr>
          <p:nvPr/>
        </p:nvGrpSpPr>
        <p:grpSpPr bwMode="auto">
          <a:xfrm>
            <a:off x="12377738" y="0"/>
            <a:ext cx="3692525" cy="5716588"/>
            <a:chOff x="12377592" y="0"/>
            <a:chExt cx="3693389" cy="5715923"/>
          </a:xfrm>
        </p:grpSpPr>
        <p:grpSp>
          <p:nvGrpSpPr>
            <p:cNvPr id="85" name="Groep 163">
              <a:extLst>
                <a:ext uri="{FF2B5EF4-FFF2-40B4-BE49-F238E27FC236}">
                  <a16:creationId xmlns:a16="http://schemas.microsoft.com/office/drawing/2014/main" id="{FCE2464D-FA0F-1178-CFD5-4AB9397C57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77592" y="3234717"/>
              <a:ext cx="3693389" cy="2481206"/>
              <a:chOff x="12377592" y="3234717"/>
              <a:chExt cx="3693389" cy="2481206"/>
            </a:xfrm>
          </p:grpSpPr>
          <p:sp>
            <p:nvSpPr>
              <p:cNvPr id="109" name="Rechthoek 187">
                <a:extLst>
                  <a:ext uri="{FF2B5EF4-FFF2-40B4-BE49-F238E27FC236}">
                    <a16:creationId xmlns:a16="http://schemas.microsoft.com/office/drawing/2014/main" id="{A5714C39-4D43-94EA-CD0C-1E111177263A}"/>
                  </a:ext>
                </a:extLst>
              </p:cNvPr>
              <p:cNvSpPr/>
              <p:nvPr/>
            </p:nvSpPr>
            <p:spPr>
              <a:xfrm>
                <a:off x="12377592" y="3234949"/>
                <a:ext cx="3593353" cy="1849223"/>
              </a:xfrm>
              <a:prstGeom prst="rect">
                <a:avLst/>
              </a:prstGeom>
              <a:solidFill>
                <a:srgbClr val="FFFFFF"/>
              </a:solidFill>
              <a:ln w="6345" cap="flat">
                <a:solidFill>
                  <a:srgbClr val="ECECEC"/>
                </a:solidFill>
                <a:prstDash val="solid"/>
                <a:miter/>
              </a:ln>
            </p:spPr>
            <p:txBody>
              <a:bodyPr lIns="179999" tIns="143999" rIns="179999" bIns="143999"/>
              <a:lstStyle/>
              <a:p>
                <a:pPr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400" b="1" cap="all">
                    <a:solidFill>
                      <a:srgbClr val="00A6D6"/>
                    </a:solidFill>
                    <a:latin typeface="Calibri" pitchFamily="34"/>
                    <a:cs typeface="Calibri" pitchFamily="34"/>
                  </a:rPr>
                  <a:t>Edit chart data</a:t>
                </a:r>
              </a:p>
            </p:txBody>
          </p:sp>
          <p:sp>
            <p:nvSpPr>
              <p:cNvPr id="110" name="Ovaal 188">
                <a:extLst>
                  <a:ext uri="{FF2B5EF4-FFF2-40B4-BE49-F238E27FC236}">
                    <a16:creationId xmlns:a16="http://schemas.microsoft.com/office/drawing/2014/main" id="{06CCDC00-949B-30E7-D371-268143DFCD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60445" y="3699314"/>
                <a:ext cx="179999" cy="179999"/>
              </a:xfrm>
              <a:custGeom>
                <a:avLst/>
                <a:gdLst>
                  <a:gd name="T0" fmla="*/ 90000 w 179999"/>
                  <a:gd name="T1" fmla="*/ 0 h 179999"/>
                  <a:gd name="T2" fmla="*/ 179999 w 179999"/>
                  <a:gd name="T3" fmla="*/ 90000 h 179999"/>
                  <a:gd name="T4" fmla="*/ 90000 w 179999"/>
                  <a:gd name="T5" fmla="*/ 179999 h 179999"/>
                  <a:gd name="T6" fmla="*/ 0 w 179999"/>
                  <a:gd name="T7" fmla="*/ 90000 h 179999"/>
                  <a:gd name="T8" fmla="*/ 26360 w 179999"/>
                  <a:gd name="T9" fmla="*/ 26360 h 179999"/>
                  <a:gd name="T10" fmla="*/ 26360 w 179999"/>
                  <a:gd name="T11" fmla="*/ 153639 h 179999"/>
                  <a:gd name="T12" fmla="*/ 153639 w 179999"/>
                  <a:gd name="T13" fmla="*/ 153639 h 179999"/>
                  <a:gd name="T14" fmla="*/ 153639 w 179999"/>
                  <a:gd name="T15" fmla="*/ 26360 h 179999"/>
                  <a:gd name="T16" fmla="*/ 17694720 60000 65536"/>
                  <a:gd name="T17" fmla="*/ 0 60000 65536"/>
                  <a:gd name="T18" fmla="*/ 5898240 60000 65536"/>
                  <a:gd name="T19" fmla="*/ 11796480 60000 65536"/>
                  <a:gd name="T20" fmla="*/ 17694720 60000 65536"/>
                  <a:gd name="T21" fmla="*/ 5898240 60000 65536"/>
                  <a:gd name="T22" fmla="*/ 5898240 60000 65536"/>
                  <a:gd name="T23" fmla="*/ 17694720 60000 65536"/>
                  <a:gd name="T24" fmla="*/ 26360 w 179999"/>
                  <a:gd name="T25" fmla="*/ 26360 h 179999"/>
                  <a:gd name="T26" fmla="*/ 153639 w 179999"/>
                  <a:gd name="T27" fmla="*/ 153639 h 17999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9999" h="179999">
                    <a:moveTo>
                      <a:pt x="0" y="90000"/>
                    </a:moveTo>
                    <a:lnTo>
                      <a:pt x="0" y="89999"/>
                    </a:lnTo>
                    <a:cubicBezTo>
                      <a:pt x="0" y="139705"/>
                      <a:pt x="40294" y="180000"/>
                      <a:pt x="90000" y="180000"/>
                    </a:cubicBezTo>
                    <a:cubicBezTo>
                      <a:pt x="139705" y="180000"/>
                      <a:pt x="180000" y="139705"/>
                      <a:pt x="180000" y="90000"/>
                    </a:cubicBezTo>
                    <a:cubicBezTo>
                      <a:pt x="180000" y="40294"/>
                      <a:pt x="139705" y="0"/>
                      <a:pt x="90000" y="0"/>
                    </a:cubicBezTo>
                    <a:cubicBezTo>
                      <a:pt x="40294" y="-1"/>
                      <a:pt x="0" y="40294"/>
                      <a:pt x="0" y="89999"/>
                    </a:cubicBezTo>
                    <a:close/>
                  </a:path>
                </a:pathLst>
              </a:custGeom>
              <a:solidFill>
                <a:srgbClr val="00A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/>
                <a:r>
                  <a:rPr lang="en-GB" altLang="en-NL" sz="1000" b="1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11" name="Rechthoek 189">
                <a:extLst>
                  <a:ext uri="{FF2B5EF4-FFF2-40B4-BE49-F238E27FC236}">
                    <a16:creationId xmlns:a16="http://schemas.microsoft.com/office/drawing/2014/main" id="{D6654459-DDD6-B731-03D0-306FBBC090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44613" y="3699314"/>
                <a:ext cx="2944678" cy="3276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2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Click with the right mouse button on the chart</a:t>
                </a:r>
                <a:br>
                  <a:rPr lang="en-GB" altLang="en-NL" sz="12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altLang="en-NL" sz="12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and choose </a:t>
                </a:r>
                <a:r>
                  <a:rPr lang="en-GB" altLang="en-NL" sz="1200" b="1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‘Edit data’</a:t>
                </a:r>
                <a:r>
                  <a:rPr lang="en-GB" altLang="en-NL" sz="12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112" name="Groep 190">
                <a:extLst>
                  <a:ext uri="{FF2B5EF4-FFF2-40B4-BE49-F238E27FC236}">
                    <a16:creationId xmlns:a16="http://schemas.microsoft.com/office/drawing/2014/main" id="{13ED48B6-0904-4C41-39DB-29948738D6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849212" y="4139104"/>
                <a:ext cx="1495190" cy="563938"/>
                <a:chOff x="12849212" y="4139104"/>
                <a:chExt cx="1495190" cy="563938"/>
              </a:xfrm>
            </p:grpSpPr>
            <p:sp>
              <p:nvSpPr>
                <p:cNvPr id="123" name="Rechthoek 201">
                  <a:extLst>
                    <a:ext uri="{FF2B5EF4-FFF2-40B4-BE49-F238E27FC236}">
                      <a16:creationId xmlns:a16="http://schemas.microsoft.com/office/drawing/2014/main" id="{C0D6A919-9183-1275-13DE-B8097A20DE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49212" y="4139104"/>
                  <a:ext cx="1403796" cy="504849"/>
                </a:xfrm>
                <a:prstGeom prst="rect">
                  <a:avLst/>
                </a:prstGeom>
                <a:solidFill>
                  <a:srgbClr val="FFFFFF"/>
                </a:solidFill>
                <a:ln w="12701">
                  <a:solidFill>
                    <a:srgbClr val="D1D1D1"/>
                  </a:solidFill>
                  <a:miter lim="800000"/>
                  <a:headEnd/>
                  <a:tailEnd/>
                </a:ln>
              </p:spPr>
              <p:txBody>
                <a:bodyPr lIns="107999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altLang="en-NL" sz="8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4" name="Rechthoek 202">
                  <a:extLst>
                    <a:ext uri="{FF2B5EF4-FFF2-40B4-BE49-F238E27FC236}">
                      <a16:creationId xmlns:a16="http://schemas.microsoft.com/office/drawing/2014/main" id="{0A532E1F-753E-3178-8BAE-D1133F235E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59316" y="4392832"/>
                  <a:ext cx="1387812" cy="246604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5" name="Tekstvak 203">
                  <a:extLst>
                    <a:ext uri="{FF2B5EF4-FFF2-40B4-BE49-F238E27FC236}">
                      <a16:creationId xmlns:a16="http://schemas.microsoft.com/office/drawing/2014/main" id="{8F13662E-A4C4-A84E-D09E-B813B7F9C8A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041913" y="4197809"/>
                  <a:ext cx="1258625" cy="13749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 defTabSz="1216025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 defTabSz="1216025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 defTabSz="1216025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 defTabSz="1216025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 defTabSz="1216025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defTabSz="1216025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defTabSz="1216025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defTabSz="1216025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defTabSz="1216025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altLang="en-NL" sz="90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Change chart type</a:t>
                  </a:r>
                </a:p>
              </p:txBody>
            </p:sp>
            <p:sp>
              <p:nvSpPr>
                <p:cNvPr id="126" name="Tekstvak 204">
                  <a:extLst>
                    <a:ext uri="{FF2B5EF4-FFF2-40B4-BE49-F238E27FC236}">
                      <a16:creationId xmlns:a16="http://schemas.microsoft.com/office/drawing/2014/main" id="{E826138B-63D9-353C-AA59-E54BB8B8DE2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048195" y="4452926"/>
                  <a:ext cx="1296207" cy="1264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 defTabSz="1216025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 defTabSz="1216025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 defTabSz="1216025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 defTabSz="1216025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 defTabSz="1216025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defTabSz="1216025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defTabSz="1216025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defTabSz="1216025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defTabSz="1216025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altLang="en-NL" sz="90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Edit data</a:t>
                  </a:r>
                </a:p>
              </p:txBody>
            </p:sp>
            <p:sp>
              <p:nvSpPr>
                <p:cNvPr id="127" name="Vrije vorm: vorm 205">
                  <a:extLst>
                    <a:ext uri="{FF2B5EF4-FFF2-40B4-BE49-F238E27FC236}">
                      <a16:creationId xmlns:a16="http://schemas.microsoft.com/office/drawing/2014/main" id="{BD8E502E-4010-B28E-2418-75445EBEB35B}"/>
                    </a:ext>
                  </a:extLst>
                </p:cNvPr>
                <p:cNvSpPr/>
                <p:nvPr/>
              </p:nvSpPr>
              <p:spPr>
                <a:xfrm>
                  <a:off x="14205231" y="4523849"/>
                  <a:ext cx="96861" cy="179367"/>
                </a:xfrm>
                <a:custGeom>
                  <a:avLst/>
                  <a:gdLst>
                    <a:gd name="f0" fmla="val 10800000"/>
                    <a:gd name="f1" fmla="val 5400000"/>
                    <a:gd name="f2" fmla="val 180"/>
                    <a:gd name="f3" fmla="val w"/>
                    <a:gd name="f4" fmla="val h"/>
                    <a:gd name="f5" fmla="val 0"/>
                    <a:gd name="f6" fmla="val 880280"/>
                    <a:gd name="f7" fmla="val 1624084"/>
                    <a:gd name="f8" fmla="val 1262418"/>
                    <a:gd name="f9" fmla="val 313898"/>
                    <a:gd name="f10" fmla="val 996287"/>
                    <a:gd name="f11" fmla="val 620973"/>
                    <a:gd name="f12" fmla="val 839337"/>
                    <a:gd name="f13" fmla="val 1480782"/>
                    <a:gd name="f14" fmla="val 498144"/>
                    <a:gd name="f15" fmla="val 900753"/>
                    <a:gd name="f16" fmla="val 893929"/>
                    <a:gd name="f17" fmla="+- 0 0 -90"/>
                    <a:gd name="f18" fmla="*/ f3 1 880280"/>
                    <a:gd name="f19" fmla="*/ f4 1 1624084"/>
                    <a:gd name="f20" fmla="val f5"/>
                    <a:gd name="f21" fmla="val f6"/>
                    <a:gd name="f22" fmla="val f7"/>
                    <a:gd name="f23" fmla="*/ f17 f0 1"/>
                    <a:gd name="f24" fmla="+- f22 0 f20"/>
                    <a:gd name="f25" fmla="+- f21 0 f20"/>
                    <a:gd name="f26" fmla="*/ f23 1 f2"/>
                    <a:gd name="f27" fmla="*/ f25 1 880280"/>
                    <a:gd name="f28" fmla="*/ f24 1 1624084"/>
                    <a:gd name="f29" fmla="*/ 0 f25 1"/>
                    <a:gd name="f30" fmla="*/ 0 f24 1"/>
                    <a:gd name="f31" fmla="*/ 1262418 f24 1"/>
                    <a:gd name="f32" fmla="*/ 620973 f25 1"/>
                    <a:gd name="f33" fmla="*/ 1624084 f24 1"/>
                    <a:gd name="f34" fmla="*/ 839337 f25 1"/>
                    <a:gd name="f35" fmla="*/ 1480782 f24 1"/>
                    <a:gd name="f36" fmla="*/ 900753 f24 1"/>
                    <a:gd name="f37" fmla="*/ 880280 f25 1"/>
                    <a:gd name="f38" fmla="*/ 893929 f24 1"/>
                    <a:gd name="f39" fmla="*/ 313898 f25 1"/>
                    <a:gd name="f40" fmla="*/ 996287 f24 1"/>
                    <a:gd name="f41" fmla="*/ 498144 f25 1"/>
                    <a:gd name="f42" fmla="+- f26 0 f1"/>
                    <a:gd name="f43" fmla="*/ f29 1 880280"/>
                    <a:gd name="f44" fmla="*/ f30 1 1624084"/>
                    <a:gd name="f45" fmla="*/ f31 1 1624084"/>
                    <a:gd name="f46" fmla="*/ f32 1 880280"/>
                    <a:gd name="f47" fmla="*/ f33 1 1624084"/>
                    <a:gd name="f48" fmla="*/ f34 1 880280"/>
                    <a:gd name="f49" fmla="*/ f35 1 1624084"/>
                    <a:gd name="f50" fmla="*/ f36 1 1624084"/>
                    <a:gd name="f51" fmla="*/ f37 1 880280"/>
                    <a:gd name="f52" fmla="*/ f38 1 1624084"/>
                    <a:gd name="f53" fmla="*/ f39 1 880280"/>
                    <a:gd name="f54" fmla="*/ f40 1 1624084"/>
                    <a:gd name="f55" fmla="*/ f41 1 880280"/>
                    <a:gd name="f56" fmla="*/ f20 1 f27"/>
                    <a:gd name="f57" fmla="*/ f21 1 f27"/>
                    <a:gd name="f58" fmla="*/ f20 1 f28"/>
                    <a:gd name="f59" fmla="*/ f22 1 f28"/>
                    <a:gd name="f60" fmla="*/ f43 1 f27"/>
                    <a:gd name="f61" fmla="*/ f44 1 f28"/>
                    <a:gd name="f62" fmla="*/ f45 1 f28"/>
                    <a:gd name="f63" fmla="*/ f53 1 f27"/>
                    <a:gd name="f64" fmla="*/ f54 1 f28"/>
                    <a:gd name="f65" fmla="*/ f46 1 f27"/>
                    <a:gd name="f66" fmla="*/ f47 1 f28"/>
                    <a:gd name="f67" fmla="*/ f48 1 f27"/>
                    <a:gd name="f68" fmla="*/ f49 1 f28"/>
                    <a:gd name="f69" fmla="*/ f55 1 f27"/>
                    <a:gd name="f70" fmla="*/ f50 1 f28"/>
                    <a:gd name="f71" fmla="*/ f51 1 f27"/>
                    <a:gd name="f72" fmla="*/ f52 1 f28"/>
                    <a:gd name="f73" fmla="*/ f56 f18 1"/>
                    <a:gd name="f74" fmla="*/ f57 f18 1"/>
                    <a:gd name="f75" fmla="*/ f59 f19 1"/>
                    <a:gd name="f76" fmla="*/ f58 f19 1"/>
                    <a:gd name="f77" fmla="*/ f60 f18 1"/>
                    <a:gd name="f78" fmla="*/ f61 f19 1"/>
                    <a:gd name="f79" fmla="*/ f62 f19 1"/>
                    <a:gd name="f80" fmla="*/ f63 f18 1"/>
                    <a:gd name="f81" fmla="*/ f64 f19 1"/>
                    <a:gd name="f82" fmla="*/ f65 f18 1"/>
                    <a:gd name="f83" fmla="*/ f66 f19 1"/>
                    <a:gd name="f84" fmla="*/ f67 f18 1"/>
                    <a:gd name="f85" fmla="*/ f68 f19 1"/>
                    <a:gd name="f86" fmla="*/ f69 f18 1"/>
                    <a:gd name="f87" fmla="*/ f70 f19 1"/>
                    <a:gd name="f88" fmla="*/ f71 f18 1"/>
                    <a:gd name="f89" fmla="*/ f72 f19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42">
                      <a:pos x="f77" y="f78"/>
                    </a:cxn>
                    <a:cxn ang="f42">
                      <a:pos x="f77" y="f79"/>
                    </a:cxn>
                    <a:cxn ang="f42">
                      <a:pos x="f80" y="f81"/>
                    </a:cxn>
                    <a:cxn ang="f42">
                      <a:pos x="f82" y="f83"/>
                    </a:cxn>
                    <a:cxn ang="f42">
                      <a:pos x="f84" y="f85"/>
                    </a:cxn>
                    <a:cxn ang="f42">
                      <a:pos x="f86" y="f87"/>
                    </a:cxn>
                    <a:cxn ang="f42">
                      <a:pos x="f88" y="f89"/>
                    </a:cxn>
                    <a:cxn ang="f42">
                      <a:pos x="f77" y="f78"/>
                    </a:cxn>
                  </a:cxnLst>
                  <a:rect l="f73" t="f76" r="f74" b="f75"/>
                  <a:pathLst>
                    <a:path w="880280" h="1624084">
                      <a:moveTo>
                        <a:pt x="f5" y="f5"/>
                      </a:moveTo>
                      <a:lnTo>
                        <a:pt x="f5" y="f8"/>
                      </a:lnTo>
                      <a:lnTo>
                        <a:pt x="f9" y="f10"/>
                      </a:lnTo>
                      <a:lnTo>
                        <a:pt x="f11" y="f7"/>
                      </a:lnTo>
                      <a:lnTo>
                        <a:pt x="f12" y="f13"/>
                      </a:lnTo>
                      <a:lnTo>
                        <a:pt x="f14" y="f15"/>
                      </a:lnTo>
                      <a:lnTo>
                        <a:pt x="f6" y="f16"/>
                      </a:lnTo>
                      <a:lnTo>
                        <a:pt x="f5" y="f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701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lIns="179999" tIns="179999" rIns="179999" bIns="179999" anchor="ctr" anchorCtr="1"/>
                <a:lstStyle/>
                <a:p>
                  <a:pPr algn="ctr" eaLnBrk="1" fontAlgn="auto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600" cap="all">
                    <a:solidFill>
                      <a:srgbClr val="FFFFFF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grpSp>
              <p:nvGrpSpPr>
                <p:cNvPr id="128" name="Groep 206">
                  <a:extLst>
                    <a:ext uri="{FF2B5EF4-FFF2-40B4-BE49-F238E27FC236}">
                      <a16:creationId xmlns:a16="http://schemas.microsoft.com/office/drawing/2014/main" id="{96DF3E65-80C8-07C1-9BD6-D5A1E3C7CCA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902055" y="4190430"/>
                  <a:ext cx="139857" cy="152247"/>
                  <a:chOff x="12902055" y="4190430"/>
                  <a:chExt cx="139857" cy="152247"/>
                </a:xfrm>
              </p:grpSpPr>
              <p:sp>
                <p:nvSpPr>
                  <p:cNvPr id="148" name="Rechthoek 226">
                    <a:extLst>
                      <a:ext uri="{FF2B5EF4-FFF2-40B4-BE49-F238E27FC236}">
                        <a16:creationId xmlns:a16="http://schemas.microsoft.com/office/drawing/2014/main" id="{85C18452-AF1C-6E50-2EFB-FF23F56961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902055" y="4238070"/>
                    <a:ext cx="38258" cy="104607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 anchorCtr="1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algn="ctr" eaLnBrk="1" hangingPunct="1"/>
                    <a:endParaRPr lang="en-GB" altLang="en-NL" sz="200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9" name="Rechthoek 227">
                    <a:extLst>
                      <a:ext uri="{FF2B5EF4-FFF2-40B4-BE49-F238E27FC236}">
                        <a16:creationId xmlns:a16="http://schemas.microsoft.com/office/drawing/2014/main" id="{D6A2049E-B688-8735-9171-DCEB29D5B4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952448" y="4190430"/>
                    <a:ext cx="38258" cy="152247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 anchorCtr="1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algn="ctr" eaLnBrk="1" hangingPunct="1"/>
                    <a:endParaRPr lang="en-GB" altLang="en-NL" sz="200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50" name="Rechthoek 228">
                    <a:extLst>
                      <a:ext uri="{FF2B5EF4-FFF2-40B4-BE49-F238E27FC236}">
                        <a16:creationId xmlns:a16="http://schemas.microsoft.com/office/drawing/2014/main" id="{D7F2BDA5-3E33-16F1-2C6B-9449DA4AD0F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003654" y="4224326"/>
                    <a:ext cx="38258" cy="11835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 anchorCtr="1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algn="ctr" eaLnBrk="1" hangingPunct="1"/>
                    <a:endParaRPr lang="en-GB" altLang="en-NL" sz="200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29" name="Groep 207">
                  <a:extLst>
                    <a:ext uri="{FF2B5EF4-FFF2-40B4-BE49-F238E27FC236}">
                      <a16:creationId xmlns:a16="http://schemas.microsoft.com/office/drawing/2014/main" id="{0F2C0FFE-51A6-FD1B-E6D2-7EA7C514211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902961" y="4463890"/>
                  <a:ext cx="152879" cy="140554"/>
                  <a:chOff x="12902961" y="4463890"/>
                  <a:chExt cx="152879" cy="140554"/>
                </a:xfrm>
              </p:grpSpPr>
              <p:sp>
                <p:nvSpPr>
                  <p:cNvPr id="130" name="Rechthoek 208">
                    <a:extLst>
                      <a:ext uri="{FF2B5EF4-FFF2-40B4-BE49-F238E27FC236}">
                        <a16:creationId xmlns:a16="http://schemas.microsoft.com/office/drawing/2014/main" id="{1087D787-445E-43A9-23DB-8C057D65E2E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902961" y="4483879"/>
                    <a:ext cx="124541" cy="82926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 anchorCtr="1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algn="ctr" eaLnBrk="1" hangingPunct="1"/>
                    <a:endParaRPr lang="en-GB" altLang="en-NL" sz="240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131" name="Groep 209">
                    <a:extLst>
                      <a:ext uri="{FF2B5EF4-FFF2-40B4-BE49-F238E27FC236}">
                        <a16:creationId xmlns:a16="http://schemas.microsoft.com/office/drawing/2014/main" id="{928F9455-7A0A-2031-C9AA-5BA78D3370F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902961" y="4464878"/>
                    <a:ext cx="122913" cy="102202"/>
                    <a:chOff x="12902961" y="4464878"/>
                    <a:chExt cx="122913" cy="102202"/>
                  </a:xfrm>
                </p:grpSpPr>
                <p:cxnSp>
                  <p:nvCxnSpPr>
                    <p:cNvPr id="141" name="Rechte verbindingslijn 219">
                      <a:extLst>
                        <a:ext uri="{FF2B5EF4-FFF2-40B4-BE49-F238E27FC236}">
                          <a16:creationId xmlns:a16="http://schemas.microsoft.com/office/drawing/2014/main" id="{2C9E35CF-EFE3-FCDF-2DDD-14982BE52C46}"/>
                        </a:ext>
                      </a:extLst>
                    </p:cNvPr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12902961" y="4464878"/>
                      <a:ext cx="0" cy="102202"/>
                    </a:xfrm>
                    <a:prstGeom prst="straightConnector1">
                      <a:avLst/>
                    </a:prstGeom>
                    <a:noFill/>
                    <a:ln w="6345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142" name="Rechte verbindingslijn 220">
                      <a:extLst>
                        <a:ext uri="{FF2B5EF4-FFF2-40B4-BE49-F238E27FC236}">
                          <a16:creationId xmlns:a16="http://schemas.microsoft.com/office/drawing/2014/main" id="{3BF53A65-60AA-4CF8-46F4-C02DE4FCF206}"/>
                        </a:ext>
                      </a:extLst>
                    </p:cNvPr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13025874" y="4464878"/>
                      <a:ext cx="0" cy="102202"/>
                    </a:xfrm>
                    <a:prstGeom prst="straightConnector1">
                      <a:avLst/>
                    </a:prstGeom>
                    <a:noFill/>
                    <a:ln w="6345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grpSp>
                  <p:nvGrpSpPr>
                    <p:cNvPr id="143" name="Groep 221">
                      <a:extLst>
                        <a:ext uri="{FF2B5EF4-FFF2-40B4-BE49-F238E27FC236}">
                          <a16:creationId xmlns:a16="http://schemas.microsoft.com/office/drawing/2014/main" id="{054EB599-2FF6-CD36-B3CC-9503146DA6E8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2927851" y="4464878"/>
                      <a:ext cx="74679" cy="102202"/>
                      <a:chOff x="12927851" y="4464878"/>
                      <a:chExt cx="74679" cy="102202"/>
                    </a:xfrm>
                  </p:grpSpPr>
                  <p:cxnSp>
                    <p:nvCxnSpPr>
                      <p:cNvPr id="144" name="Rechte verbindingslijn 222">
                        <a:extLst>
                          <a:ext uri="{FF2B5EF4-FFF2-40B4-BE49-F238E27FC236}">
                            <a16:creationId xmlns:a16="http://schemas.microsoft.com/office/drawing/2014/main" id="{A47FFDF2-0AC1-F148-E954-87894FCB853B}"/>
                          </a:ext>
                        </a:extLst>
                      </p:cNvPr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2952750" y="4464878"/>
                        <a:ext cx="0" cy="102202"/>
                      </a:xfrm>
                      <a:prstGeom prst="straightConnector1">
                        <a:avLst/>
                      </a:prstGeom>
                      <a:noFill/>
                      <a:ln w="3172">
                        <a:solidFill>
                          <a:srgbClr val="81818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145" name="Rechte verbindingslijn 223">
                        <a:extLst>
                          <a:ext uri="{FF2B5EF4-FFF2-40B4-BE49-F238E27FC236}">
                            <a16:creationId xmlns:a16="http://schemas.microsoft.com/office/drawing/2014/main" id="{5D9535FE-FCD9-71E1-B665-B9AF6013FB1F}"/>
                          </a:ext>
                        </a:extLst>
                      </p:cNvPr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2927851" y="4464878"/>
                        <a:ext cx="0" cy="102202"/>
                      </a:xfrm>
                      <a:prstGeom prst="straightConnector1">
                        <a:avLst/>
                      </a:prstGeom>
                      <a:noFill/>
                      <a:ln w="3172">
                        <a:solidFill>
                          <a:srgbClr val="81818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146" name="Rechte verbindingslijn 224">
                        <a:extLst>
                          <a:ext uri="{FF2B5EF4-FFF2-40B4-BE49-F238E27FC236}">
                            <a16:creationId xmlns:a16="http://schemas.microsoft.com/office/drawing/2014/main" id="{58935BF8-9F3B-F0BC-86C9-010EF5DF13EC}"/>
                          </a:ext>
                        </a:extLst>
                      </p:cNvPr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2977640" y="4464878"/>
                        <a:ext cx="0" cy="102202"/>
                      </a:xfrm>
                      <a:prstGeom prst="straightConnector1">
                        <a:avLst/>
                      </a:prstGeom>
                      <a:noFill/>
                      <a:ln w="3172">
                        <a:solidFill>
                          <a:srgbClr val="81818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147" name="Rechte verbindingslijn 225">
                        <a:extLst>
                          <a:ext uri="{FF2B5EF4-FFF2-40B4-BE49-F238E27FC236}">
                            <a16:creationId xmlns:a16="http://schemas.microsoft.com/office/drawing/2014/main" id="{1115D9E0-0F47-CB66-CF0B-55C1227389F3}"/>
                          </a:ext>
                        </a:extLst>
                      </p:cNvPr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3002530" y="4464878"/>
                        <a:ext cx="0" cy="102202"/>
                      </a:xfrm>
                      <a:prstGeom prst="straightConnector1">
                        <a:avLst/>
                      </a:prstGeom>
                      <a:noFill/>
                      <a:ln w="3172">
                        <a:solidFill>
                          <a:srgbClr val="81818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</p:grpSp>
              </p:grpSp>
              <p:cxnSp>
                <p:nvCxnSpPr>
                  <p:cNvPr id="132" name="Rechte verbindingslijn 210">
                    <a:extLst>
                      <a:ext uri="{FF2B5EF4-FFF2-40B4-BE49-F238E27FC236}">
                        <a16:creationId xmlns:a16="http://schemas.microsoft.com/office/drawing/2014/main" id="{1F474235-A889-29A5-B82E-13B327910809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12903482" y="4567080"/>
                    <a:ext cx="124843" cy="0"/>
                  </a:xfrm>
                  <a:prstGeom prst="straightConnector1">
                    <a:avLst/>
                  </a:prstGeom>
                  <a:noFill/>
                  <a:ln w="6345">
                    <a:solidFill>
                      <a:srgbClr val="81818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33" name="Rechte verbindingslijn 211">
                    <a:extLst>
                      <a:ext uri="{FF2B5EF4-FFF2-40B4-BE49-F238E27FC236}">
                        <a16:creationId xmlns:a16="http://schemas.microsoft.com/office/drawing/2014/main" id="{613583F7-33DF-D798-13FF-65C9F6B10AA9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12902961" y="4544394"/>
                    <a:ext cx="124459" cy="0"/>
                  </a:xfrm>
                  <a:prstGeom prst="straightConnector1">
                    <a:avLst/>
                  </a:prstGeom>
                  <a:noFill/>
                  <a:ln w="3172">
                    <a:solidFill>
                      <a:srgbClr val="81818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34" name="Rechte verbindingslijn 212">
                    <a:extLst>
                      <a:ext uri="{FF2B5EF4-FFF2-40B4-BE49-F238E27FC236}">
                        <a16:creationId xmlns:a16="http://schemas.microsoft.com/office/drawing/2014/main" id="{13061C8C-5E31-0F8B-40DF-6BC82B646339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12902961" y="4523765"/>
                    <a:ext cx="124459" cy="0"/>
                  </a:xfrm>
                  <a:prstGeom prst="straightConnector1">
                    <a:avLst/>
                  </a:prstGeom>
                  <a:noFill/>
                  <a:ln w="3172">
                    <a:solidFill>
                      <a:srgbClr val="81818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35" name="Rechte verbindingslijn 213">
                    <a:extLst>
                      <a:ext uri="{FF2B5EF4-FFF2-40B4-BE49-F238E27FC236}">
                        <a16:creationId xmlns:a16="http://schemas.microsoft.com/office/drawing/2014/main" id="{D73955BC-BAB5-3C2E-B548-CA5DE5822C1F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12902961" y="4501069"/>
                    <a:ext cx="124459" cy="0"/>
                  </a:xfrm>
                  <a:prstGeom prst="straightConnector1">
                    <a:avLst/>
                  </a:prstGeom>
                  <a:noFill/>
                  <a:ln w="3172">
                    <a:solidFill>
                      <a:srgbClr val="81818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sp>
                <p:nvSpPr>
                  <p:cNvPr id="136" name="Rechthoek 214">
                    <a:extLst>
                      <a:ext uri="{FF2B5EF4-FFF2-40B4-BE49-F238E27FC236}">
                        <a16:creationId xmlns:a16="http://schemas.microsoft.com/office/drawing/2014/main" id="{8DB9EFF7-50C0-B84A-C58F-6EE2DF3A91C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902961" y="4463890"/>
                    <a:ext cx="124458" cy="2169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 anchorCtr="1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algn="ctr" eaLnBrk="1" hangingPunct="1"/>
                    <a:endParaRPr lang="en-GB" altLang="en-NL" sz="240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137" name="Groep 215">
                    <a:extLst>
                      <a:ext uri="{FF2B5EF4-FFF2-40B4-BE49-F238E27FC236}">
                        <a16:creationId xmlns:a16="http://schemas.microsoft.com/office/drawing/2014/main" id="{4689D674-BDD7-427A-DC13-CB5AE42ABB1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961056" y="4499793"/>
                    <a:ext cx="94784" cy="104651"/>
                    <a:chOff x="12961056" y="4499793"/>
                    <a:chExt cx="94784" cy="104651"/>
                  </a:xfrm>
                </p:grpSpPr>
                <p:sp>
                  <p:nvSpPr>
                    <p:cNvPr id="138" name="Rechthoek 216">
                      <a:extLst>
                        <a:ext uri="{FF2B5EF4-FFF2-40B4-BE49-F238E27FC236}">
                          <a16:creationId xmlns:a16="http://schemas.microsoft.com/office/drawing/2014/main" id="{E12B805B-ACFF-3743-6042-BA71046852E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2700006">
                      <a:off x="12999820" y="4516110"/>
                      <a:ext cx="29864" cy="60579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anchor="ctr" anchorCtr="1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algn="ctr" eaLnBrk="1" hangingPunct="1"/>
                      <a:endParaRPr lang="en-GB" altLang="en-NL" sz="24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39" name="Rechthoek: afgeronde bovenhoeken 217">
                      <a:extLst>
                        <a:ext uri="{FF2B5EF4-FFF2-40B4-BE49-F238E27FC236}">
                          <a16:creationId xmlns:a16="http://schemas.microsoft.com/office/drawing/2014/main" id="{ECA07803-DD28-1994-B4BE-02AA12BDFA7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2700006">
                      <a:off x="13031476" y="4505293"/>
                      <a:ext cx="29864" cy="18864"/>
                    </a:xfrm>
                    <a:custGeom>
                      <a:avLst/>
                      <a:gdLst>
                        <a:gd name="T0" fmla="*/ 14932 w 29864"/>
                        <a:gd name="T1" fmla="*/ 0 h 18864"/>
                        <a:gd name="T2" fmla="*/ 29864 w 29864"/>
                        <a:gd name="T3" fmla="*/ 9432 h 18864"/>
                        <a:gd name="T4" fmla="*/ 14932 w 29864"/>
                        <a:gd name="T5" fmla="*/ 18864 h 18864"/>
                        <a:gd name="T6" fmla="*/ 0 w 29864"/>
                        <a:gd name="T7" fmla="*/ 9432 h 18864"/>
                        <a:gd name="T8" fmla="*/ 17694720 60000 65536"/>
                        <a:gd name="T9" fmla="*/ 0 60000 65536"/>
                        <a:gd name="T10" fmla="*/ 5898240 60000 65536"/>
                        <a:gd name="T11" fmla="*/ 11796480 60000 65536"/>
                        <a:gd name="T12" fmla="*/ 2763 w 29864"/>
                        <a:gd name="T13" fmla="*/ 2763 h 18864"/>
                        <a:gd name="T14" fmla="*/ 27101 w 29864"/>
                        <a:gd name="T15" fmla="*/ 18864 h 18864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864" h="18864">
                          <a:moveTo>
                            <a:pt x="9432" y="0"/>
                          </a:moveTo>
                          <a:lnTo>
                            <a:pt x="20432" y="0"/>
                          </a:lnTo>
                          <a:cubicBezTo>
                            <a:pt x="25641" y="0"/>
                            <a:pt x="29864" y="4222"/>
                            <a:pt x="29864" y="9432"/>
                          </a:cubicBezTo>
                          <a:lnTo>
                            <a:pt x="29864" y="18864"/>
                          </a:lnTo>
                          <a:lnTo>
                            <a:pt x="0" y="18864"/>
                          </a:lnTo>
                          <a:lnTo>
                            <a:pt x="0" y="9432"/>
                          </a:lnTo>
                          <a:lnTo>
                            <a:pt x="0" y="9431"/>
                          </a:lnTo>
                          <a:cubicBezTo>
                            <a:pt x="0" y="4222"/>
                            <a:pt x="4222" y="0"/>
                            <a:pt x="9432" y="0"/>
                          </a:cubicBezTo>
                          <a:close/>
                        </a:path>
                      </a:pathLst>
                    </a:custGeom>
                    <a:solidFill>
                      <a:srgbClr val="4D82B8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anchor="ctr" anchorCtr="1"/>
                    <a:lstStyle/>
                    <a:p>
                      <a:endParaRPr lang="en-NL"/>
                    </a:p>
                  </p:txBody>
                </p:sp>
                <p:sp>
                  <p:nvSpPr>
                    <p:cNvPr id="140" name="Gelijkbenige driehoek 218">
                      <a:extLst>
                        <a:ext uri="{FF2B5EF4-FFF2-40B4-BE49-F238E27FC236}">
                          <a16:creationId xmlns:a16="http://schemas.microsoft.com/office/drawing/2014/main" id="{4B17097C-1627-5DEF-EE02-E1C35ABE205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-8100003">
                      <a:off x="12961056" y="4565738"/>
                      <a:ext cx="29864" cy="38706"/>
                    </a:xfrm>
                    <a:custGeom>
                      <a:avLst/>
                      <a:gdLst>
                        <a:gd name="T0" fmla="*/ 14932 w 29864"/>
                        <a:gd name="T1" fmla="*/ 0 h 38706"/>
                        <a:gd name="T2" fmla="*/ 29864 w 29864"/>
                        <a:gd name="T3" fmla="*/ 19353 h 38706"/>
                        <a:gd name="T4" fmla="*/ 14932 w 29864"/>
                        <a:gd name="T5" fmla="*/ 38706 h 38706"/>
                        <a:gd name="T6" fmla="*/ 0 w 29864"/>
                        <a:gd name="T7" fmla="*/ 19353 h 38706"/>
                        <a:gd name="T8" fmla="*/ 14932 w 29864"/>
                        <a:gd name="T9" fmla="*/ 0 h 38706"/>
                        <a:gd name="T10" fmla="*/ 7466 w 29864"/>
                        <a:gd name="T11" fmla="*/ 19353 h 38706"/>
                        <a:gd name="T12" fmla="*/ 0 w 29864"/>
                        <a:gd name="T13" fmla="*/ 38706 h 38706"/>
                        <a:gd name="T14" fmla="*/ 14932 w 29864"/>
                        <a:gd name="T15" fmla="*/ 38706 h 38706"/>
                        <a:gd name="T16" fmla="*/ 29864 w 29864"/>
                        <a:gd name="T17" fmla="*/ 38706 h 38706"/>
                        <a:gd name="T18" fmla="*/ 22398 w 29864"/>
                        <a:gd name="T19" fmla="*/ 19353 h 38706"/>
                        <a:gd name="T20" fmla="*/ 17694720 60000 65536"/>
                        <a:gd name="T21" fmla="*/ 0 60000 65536"/>
                        <a:gd name="T22" fmla="*/ 5898240 60000 65536"/>
                        <a:gd name="T23" fmla="*/ 11796480 60000 65536"/>
                        <a:gd name="T24" fmla="*/ 17694720 60000 65536"/>
                        <a:gd name="T25" fmla="*/ 11796480 60000 65536"/>
                        <a:gd name="T26" fmla="*/ 5898240 60000 65536"/>
                        <a:gd name="T27" fmla="*/ 5898240 60000 65536"/>
                        <a:gd name="T28" fmla="*/ 5898240 60000 65536"/>
                        <a:gd name="T29" fmla="*/ 0 60000 65536"/>
                        <a:gd name="T30" fmla="*/ 7466 w 29864"/>
                        <a:gd name="T31" fmla="*/ 19353 h 38706"/>
                        <a:gd name="T32" fmla="*/ 22398 w 29864"/>
                        <a:gd name="T33" fmla="*/ 38706 h 38706"/>
                      </a:gdLst>
                      <a:ahLst/>
                      <a:cxnLst>
                        <a:cxn ang="T20">
                          <a:pos x="T0" y="T1"/>
                        </a:cxn>
                        <a:cxn ang="T21">
                          <a:pos x="T2" y="T3"/>
                        </a:cxn>
                        <a:cxn ang="T22">
                          <a:pos x="T4" y="T5"/>
                        </a:cxn>
                        <a:cxn ang="T23">
                          <a:pos x="T6" y="T7"/>
                        </a:cxn>
                        <a:cxn ang="T24">
                          <a:pos x="T8" y="T9"/>
                        </a:cxn>
                        <a:cxn ang="T25">
                          <a:pos x="T10" y="T11"/>
                        </a:cxn>
                        <a:cxn ang="T26">
                          <a:pos x="T12" y="T13"/>
                        </a:cxn>
                        <a:cxn ang="T27">
                          <a:pos x="T14" y="T15"/>
                        </a:cxn>
                        <a:cxn ang="T28">
                          <a:pos x="T16" y="T17"/>
                        </a:cxn>
                        <a:cxn ang="T29">
                          <a:pos x="T18" y="T19"/>
                        </a:cxn>
                      </a:cxnLst>
                      <a:rect l="T30" t="T31" r="T32" b="T33"/>
                      <a:pathLst>
                        <a:path w="29864" h="38706">
                          <a:moveTo>
                            <a:pt x="0" y="38706"/>
                          </a:moveTo>
                          <a:lnTo>
                            <a:pt x="14932" y="0"/>
                          </a:lnTo>
                          <a:lnTo>
                            <a:pt x="29864" y="38706"/>
                          </a:lnTo>
                          <a:lnTo>
                            <a:pt x="0" y="38706"/>
                          </a:lnTo>
                          <a:close/>
                        </a:path>
                      </a:pathLst>
                    </a:custGeom>
                    <a:solidFill>
                      <a:srgbClr val="4D82B8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anchor="ctr" anchorCtr="1"/>
                    <a:lstStyle/>
                    <a:p>
                      <a:endParaRPr lang="en-NL"/>
                    </a:p>
                  </p:txBody>
                </p:sp>
              </p:grpSp>
            </p:grpSp>
          </p:grpSp>
          <p:sp>
            <p:nvSpPr>
              <p:cNvPr id="113" name="Rechthoek 191">
                <a:extLst>
                  <a:ext uri="{FF2B5EF4-FFF2-40B4-BE49-F238E27FC236}">
                    <a16:creationId xmlns:a16="http://schemas.microsoft.com/office/drawing/2014/main" id="{F57C9F96-78ED-27A3-3F89-D05A84F87E35}"/>
                  </a:ext>
                </a:extLst>
              </p:cNvPr>
              <p:cNvSpPr/>
              <p:nvPr/>
            </p:nvSpPr>
            <p:spPr>
              <a:xfrm>
                <a:off x="12377592" y="4887345"/>
                <a:ext cx="3593353" cy="828578"/>
              </a:xfrm>
              <a:prstGeom prst="rect">
                <a:avLst/>
              </a:prstGeom>
              <a:solidFill>
                <a:srgbClr val="ECECEC"/>
              </a:solidFill>
              <a:ln w="6345" cap="flat">
                <a:solidFill>
                  <a:srgbClr val="ECECEC"/>
                </a:solidFill>
                <a:prstDash val="solid"/>
                <a:miter/>
              </a:ln>
            </p:spPr>
            <p:txBody>
              <a:bodyPr lIns="179999" tIns="143999" rIns="179999" bIns="143999" anchor="ctr"/>
              <a:lstStyle/>
              <a:p>
                <a:pPr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Want to know more?</a:t>
                </a:r>
                <a:b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</a:b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Go to the tab</a:t>
                </a: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 'SLIDEBUILDER’ </a:t>
                </a: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and click</a:t>
                </a:r>
                <a:b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</a:b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on the button </a:t>
                </a: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‘Inspiration'</a:t>
                </a:r>
              </a:p>
            </p:txBody>
          </p:sp>
          <p:grpSp>
            <p:nvGrpSpPr>
              <p:cNvPr id="114" name="ICOON_info">
                <a:extLst>
                  <a:ext uri="{FF2B5EF4-FFF2-40B4-BE49-F238E27FC236}">
                    <a16:creationId xmlns:a16="http://schemas.microsoft.com/office/drawing/2014/main" id="{E6607149-AA87-939F-1127-367D9D55B9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787298" y="4751899"/>
                <a:ext cx="283683" cy="283683"/>
                <a:chOff x="15787298" y="4751899"/>
                <a:chExt cx="283683" cy="283683"/>
              </a:xfrm>
            </p:grpSpPr>
            <p:sp>
              <p:nvSpPr>
                <p:cNvPr id="121" name="Ovaal 199">
                  <a:extLst>
                    <a:ext uri="{FF2B5EF4-FFF2-40B4-BE49-F238E27FC236}">
                      <a16:creationId xmlns:a16="http://schemas.microsoft.com/office/drawing/2014/main" id="{77517A5F-A17A-3DC9-BFD6-03F9F5ACD8DB}"/>
                    </a:ext>
                  </a:extLst>
                </p:cNvPr>
                <p:cNvSpPr/>
                <p:nvPr/>
              </p:nvSpPr>
              <p:spPr>
                <a:xfrm>
                  <a:off x="15807395" y="4771470"/>
                  <a:ext cx="244532" cy="244447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211F26"/>
                </a:solidFill>
                <a:ln>
                  <a:noFill/>
                  <a:prstDash val="solid"/>
                </a:ln>
              </p:spPr>
              <p:txBody>
                <a:bodyPr lIns="179999" tIns="179999" rIns="179999" bIns="179999" anchor="ctr" anchorCtr="1"/>
                <a:lstStyle/>
                <a:p>
                  <a:pPr algn="ctr" eaLnBrk="1" fontAlgn="auto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600" cap="all">
                    <a:solidFill>
                      <a:srgbClr val="FFFFFF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sp>
              <p:nvSpPr>
                <p:cNvPr id="122" name="Graphic 163" descr="Informatie">
                  <a:extLst>
                    <a:ext uri="{FF2B5EF4-FFF2-40B4-BE49-F238E27FC236}">
                      <a16:creationId xmlns:a16="http://schemas.microsoft.com/office/drawing/2014/main" id="{CB6D618C-EEAE-AA4C-E3F2-7017F00F3F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87298" y="4751899"/>
                  <a:ext cx="283683" cy="283683"/>
                </a:xfrm>
                <a:custGeom>
                  <a:avLst/>
                  <a:gdLst>
                    <a:gd name="T0" fmla="*/ 141842 w 291719"/>
                    <a:gd name="T1" fmla="*/ 0 h 291719"/>
                    <a:gd name="T2" fmla="*/ 283683 w 291719"/>
                    <a:gd name="T3" fmla="*/ 141842 h 291719"/>
                    <a:gd name="T4" fmla="*/ 141842 w 291719"/>
                    <a:gd name="T5" fmla="*/ 283683 h 291719"/>
                    <a:gd name="T6" fmla="*/ 0 w 291719"/>
                    <a:gd name="T7" fmla="*/ 141842 h 291719"/>
                    <a:gd name="T8" fmla="*/ 141842 w 291719"/>
                    <a:gd name="T9" fmla="*/ 0 h 291719"/>
                    <a:gd name="T10" fmla="*/ 0 w 291719"/>
                    <a:gd name="T11" fmla="*/ 141842 h 291719"/>
                    <a:gd name="T12" fmla="*/ 141842 w 291719"/>
                    <a:gd name="T13" fmla="*/ 283684 h 291719"/>
                    <a:gd name="T14" fmla="*/ 283684 w 291719"/>
                    <a:gd name="T15" fmla="*/ 141842 h 291719"/>
                    <a:gd name="T16" fmla="*/ 141842 w 291719"/>
                    <a:gd name="T17" fmla="*/ 0 h 291719"/>
                    <a:gd name="T18" fmla="*/ 134376 w 291719"/>
                    <a:gd name="T19" fmla="*/ 37327 h 291719"/>
                    <a:gd name="T20" fmla="*/ 153040 w 291719"/>
                    <a:gd name="T21" fmla="*/ 55990 h 291719"/>
                    <a:gd name="T22" fmla="*/ 134376 w 291719"/>
                    <a:gd name="T23" fmla="*/ 74653 h 291719"/>
                    <a:gd name="T24" fmla="*/ 115713 w 291719"/>
                    <a:gd name="T25" fmla="*/ 55990 h 291719"/>
                    <a:gd name="T26" fmla="*/ 134376 w 291719"/>
                    <a:gd name="T27" fmla="*/ 37327 h 291719"/>
                    <a:gd name="T28" fmla="*/ 179169 w 291719"/>
                    <a:gd name="T29" fmla="*/ 246357 h 291719"/>
                    <a:gd name="T30" fmla="*/ 104515 w 291719"/>
                    <a:gd name="T31" fmla="*/ 246357 h 291719"/>
                    <a:gd name="T32" fmla="*/ 104515 w 291719"/>
                    <a:gd name="T33" fmla="*/ 223961 h 291719"/>
                    <a:gd name="T34" fmla="*/ 130644 w 291719"/>
                    <a:gd name="T35" fmla="*/ 223961 h 291719"/>
                    <a:gd name="T36" fmla="*/ 130644 w 291719"/>
                    <a:gd name="T37" fmla="*/ 111981 h 291719"/>
                    <a:gd name="T38" fmla="*/ 108248 w 291719"/>
                    <a:gd name="T39" fmla="*/ 111981 h 291719"/>
                    <a:gd name="T40" fmla="*/ 108248 w 291719"/>
                    <a:gd name="T41" fmla="*/ 89584 h 291719"/>
                    <a:gd name="T42" fmla="*/ 153040 w 291719"/>
                    <a:gd name="T43" fmla="*/ 89584 h 291719"/>
                    <a:gd name="T44" fmla="*/ 153040 w 291719"/>
                    <a:gd name="T45" fmla="*/ 111981 h 291719"/>
                    <a:gd name="T46" fmla="*/ 153040 w 291719"/>
                    <a:gd name="T47" fmla="*/ 223961 h 291719"/>
                    <a:gd name="T48" fmla="*/ 179169 w 291719"/>
                    <a:gd name="T49" fmla="*/ 223961 h 291719"/>
                    <a:gd name="T50" fmla="*/ 179169 w 291719"/>
                    <a:gd name="T51" fmla="*/ 246357 h 291719"/>
                    <a:gd name="T52" fmla="*/ 17694720 60000 65536"/>
                    <a:gd name="T53" fmla="*/ 0 60000 65536"/>
                    <a:gd name="T54" fmla="*/ 5898240 60000 65536"/>
                    <a:gd name="T55" fmla="*/ 1179648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w 291719"/>
                    <a:gd name="T79" fmla="*/ 0 h 291719"/>
                    <a:gd name="T80" fmla="*/ 291719 w 291719"/>
                    <a:gd name="T81" fmla="*/ 291719 h 291719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T78" t="T79" r="T80" b="T81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NL"/>
                </a:p>
              </p:txBody>
            </p:sp>
          </p:grpSp>
          <p:grpSp>
            <p:nvGrpSpPr>
              <p:cNvPr id="115" name="Groep 193">
                <a:extLst>
                  <a:ext uri="{FF2B5EF4-FFF2-40B4-BE49-F238E27FC236}">
                    <a16:creationId xmlns:a16="http://schemas.microsoft.com/office/drawing/2014/main" id="{912F3F05-F0E1-04D7-AD99-6FB302D353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25601" y="5025295"/>
                <a:ext cx="627799" cy="576693"/>
                <a:chOff x="15225601" y="5025295"/>
                <a:chExt cx="627799" cy="576693"/>
              </a:xfrm>
            </p:grpSpPr>
            <p:grpSp>
              <p:nvGrpSpPr>
                <p:cNvPr id="116" name="Inspireren">
                  <a:extLst>
                    <a:ext uri="{FF2B5EF4-FFF2-40B4-BE49-F238E27FC236}">
                      <a16:creationId xmlns:a16="http://schemas.microsoft.com/office/drawing/2014/main" id="{24F240E1-D015-E733-4B80-5A3368E7A04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447919" y="5025295"/>
                  <a:ext cx="169776" cy="242389"/>
                  <a:chOff x="15447919" y="5025295"/>
                  <a:chExt cx="169776" cy="242389"/>
                </a:xfrm>
              </p:grpSpPr>
              <p:sp>
                <p:nvSpPr>
                  <p:cNvPr id="118" name="Freeform 12">
                    <a:extLst>
                      <a:ext uri="{FF2B5EF4-FFF2-40B4-BE49-F238E27FC236}">
                        <a16:creationId xmlns:a16="http://schemas.microsoft.com/office/drawing/2014/main" id="{5142B569-8F08-9D28-87BA-B1DD64A9025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498119" y="5112126"/>
                    <a:ext cx="68726" cy="62051"/>
                  </a:xfrm>
                  <a:custGeom>
                    <a:avLst/>
                    <a:gdLst>
                      <a:gd name="T0" fmla="*/ 34363 w 319"/>
                      <a:gd name="T1" fmla="*/ 0 h 288"/>
                      <a:gd name="T2" fmla="*/ 68726 w 319"/>
                      <a:gd name="T3" fmla="*/ 31026 h 288"/>
                      <a:gd name="T4" fmla="*/ 34363 w 319"/>
                      <a:gd name="T5" fmla="*/ 62051 h 288"/>
                      <a:gd name="T6" fmla="*/ 0 w 319"/>
                      <a:gd name="T7" fmla="*/ 31026 h 288"/>
                      <a:gd name="T8" fmla="*/ 47397 w 319"/>
                      <a:gd name="T9" fmla="*/ 62051 h 288"/>
                      <a:gd name="T10" fmla="*/ 23052 w 319"/>
                      <a:gd name="T11" fmla="*/ 62051 h 288"/>
                      <a:gd name="T12" fmla="*/ 0 w 319"/>
                      <a:gd name="T13" fmla="*/ 0 h 288"/>
                      <a:gd name="T14" fmla="*/ 68726 w 319"/>
                      <a:gd name="T15" fmla="*/ 0 h 288"/>
                      <a:gd name="T16" fmla="*/ 47397 w 319"/>
                      <a:gd name="T17" fmla="*/ 62051 h 288"/>
                      <a:gd name="T18" fmla="*/ 17694720 60000 65536"/>
                      <a:gd name="T19" fmla="*/ 0 60000 65536"/>
                      <a:gd name="T20" fmla="*/ 5898240 60000 65536"/>
                      <a:gd name="T21" fmla="*/ 1179648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319"/>
                      <a:gd name="T28" fmla="*/ 0 h 288"/>
                      <a:gd name="T29" fmla="*/ 319 w 319"/>
                      <a:gd name="T30" fmla="*/ 288 h 288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  <p:sp>
                <p:nvSpPr>
                  <p:cNvPr id="119" name="Freeform 13">
                    <a:extLst>
                      <a:ext uri="{FF2B5EF4-FFF2-40B4-BE49-F238E27FC236}">
                        <a16:creationId xmlns:a16="http://schemas.microsoft.com/office/drawing/2014/main" id="{A7EF09DD-E26D-1040-ECFE-A01CFC3E276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502637" y="5243553"/>
                    <a:ext cx="60761" cy="24131"/>
                  </a:xfrm>
                  <a:custGeom>
                    <a:avLst/>
                    <a:gdLst>
                      <a:gd name="T0" fmla="*/ 30381 w 251"/>
                      <a:gd name="T1" fmla="*/ 0 h 100"/>
                      <a:gd name="T2" fmla="*/ 60761 w 251"/>
                      <a:gd name="T3" fmla="*/ 12066 h 100"/>
                      <a:gd name="T4" fmla="*/ 30381 w 251"/>
                      <a:gd name="T5" fmla="*/ 24131 h 100"/>
                      <a:gd name="T6" fmla="*/ 0 w 251"/>
                      <a:gd name="T7" fmla="*/ 12066 h 100"/>
                      <a:gd name="T8" fmla="*/ 55435 w 251"/>
                      <a:gd name="T9" fmla="*/ 16892 h 100"/>
                      <a:gd name="T10" fmla="*/ 55435 w 251"/>
                      <a:gd name="T11" fmla="*/ 16650 h 100"/>
                      <a:gd name="T12" fmla="*/ 60761 w 251"/>
                      <a:gd name="T13" fmla="*/ 0 h 100"/>
                      <a:gd name="T14" fmla="*/ 0 w 251"/>
                      <a:gd name="T15" fmla="*/ 0 h 100"/>
                      <a:gd name="T16" fmla="*/ 5326 w 251"/>
                      <a:gd name="T17" fmla="*/ 16650 h 100"/>
                      <a:gd name="T18" fmla="*/ 15251 w 251"/>
                      <a:gd name="T19" fmla="*/ 24131 h 100"/>
                      <a:gd name="T20" fmla="*/ 45510 w 251"/>
                      <a:gd name="T21" fmla="*/ 24131 h 100"/>
                      <a:gd name="T22" fmla="*/ 55435 w 251"/>
                      <a:gd name="T23" fmla="*/ 17133 h 100"/>
                      <a:gd name="T24" fmla="*/ 55435 w 251"/>
                      <a:gd name="T25" fmla="*/ 17133 h 100"/>
                      <a:gd name="T26" fmla="*/ 55435 w 251"/>
                      <a:gd name="T27" fmla="*/ 16892 h 100"/>
                      <a:gd name="T28" fmla="*/ 17694720 60000 65536"/>
                      <a:gd name="T29" fmla="*/ 0 60000 65536"/>
                      <a:gd name="T30" fmla="*/ 5898240 60000 65536"/>
                      <a:gd name="T31" fmla="*/ 1179648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251"/>
                      <a:gd name="T43" fmla="*/ 0 h 100"/>
                      <a:gd name="T44" fmla="*/ 251 w 251"/>
                      <a:gd name="T45" fmla="*/ 100 h 100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  <p:sp>
                <p:nvSpPr>
                  <p:cNvPr id="120" name="Freeform 14">
                    <a:extLst>
                      <a:ext uri="{FF2B5EF4-FFF2-40B4-BE49-F238E27FC236}">
                        <a16:creationId xmlns:a16="http://schemas.microsoft.com/office/drawing/2014/main" id="{54B47B21-413C-5B06-A88B-9B4F085B103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447919" y="5025295"/>
                    <a:ext cx="169776" cy="208126"/>
                  </a:xfrm>
                  <a:custGeom>
                    <a:avLst/>
                    <a:gdLst>
                      <a:gd name="T0" fmla="*/ 84888 w 702"/>
                      <a:gd name="T1" fmla="*/ 0 h 860"/>
                      <a:gd name="T2" fmla="*/ 169776 w 702"/>
                      <a:gd name="T3" fmla="*/ 104063 h 860"/>
                      <a:gd name="T4" fmla="*/ 84888 w 702"/>
                      <a:gd name="T5" fmla="*/ 208126 h 860"/>
                      <a:gd name="T6" fmla="*/ 0 w 702"/>
                      <a:gd name="T7" fmla="*/ 104063 h 860"/>
                      <a:gd name="T8" fmla="*/ 84888 w 702"/>
                      <a:gd name="T9" fmla="*/ 0 h 860"/>
                      <a:gd name="T10" fmla="*/ 0 w 702"/>
                      <a:gd name="T11" fmla="*/ 84944 h 860"/>
                      <a:gd name="T12" fmla="*/ 32407 w 702"/>
                      <a:gd name="T13" fmla="*/ 151738 h 860"/>
                      <a:gd name="T14" fmla="*/ 39905 w 702"/>
                      <a:gd name="T15" fmla="*/ 173761 h 860"/>
                      <a:gd name="T16" fmla="*/ 64331 w 702"/>
                      <a:gd name="T17" fmla="*/ 173761 h 860"/>
                      <a:gd name="T18" fmla="*/ 64331 w 702"/>
                      <a:gd name="T19" fmla="*/ 173761 h 860"/>
                      <a:gd name="T20" fmla="*/ 104961 w 702"/>
                      <a:gd name="T21" fmla="*/ 173761 h 860"/>
                      <a:gd name="T22" fmla="*/ 101334 w 702"/>
                      <a:gd name="T23" fmla="*/ 183925 h 860"/>
                      <a:gd name="T24" fmla="*/ 68684 w 702"/>
                      <a:gd name="T25" fmla="*/ 183925 h 860"/>
                      <a:gd name="T26" fmla="*/ 68684 w 702"/>
                      <a:gd name="T27" fmla="*/ 183925 h 860"/>
                      <a:gd name="T28" fmla="*/ 43290 w 702"/>
                      <a:gd name="T29" fmla="*/ 183925 h 860"/>
                      <a:gd name="T30" fmla="*/ 51271 w 702"/>
                      <a:gd name="T31" fmla="*/ 208126 h 860"/>
                      <a:gd name="T32" fmla="*/ 51271 w 702"/>
                      <a:gd name="T33" fmla="*/ 208126 h 860"/>
                      <a:gd name="T34" fmla="*/ 52239 w 702"/>
                      <a:gd name="T35" fmla="*/ 208126 h 860"/>
                      <a:gd name="T36" fmla="*/ 118021 w 702"/>
                      <a:gd name="T37" fmla="*/ 208126 h 860"/>
                      <a:gd name="T38" fmla="*/ 118746 w 702"/>
                      <a:gd name="T39" fmla="*/ 208126 h 860"/>
                      <a:gd name="T40" fmla="*/ 137852 w 702"/>
                      <a:gd name="T41" fmla="*/ 151254 h 860"/>
                      <a:gd name="T42" fmla="*/ 169776 w 702"/>
                      <a:gd name="T43" fmla="*/ 84944 h 860"/>
                      <a:gd name="T44" fmla="*/ 84888 w 702"/>
                      <a:gd name="T45" fmla="*/ 0 h 860"/>
                      <a:gd name="T46" fmla="*/ 141964 w 702"/>
                      <a:gd name="T47" fmla="*/ 105999 h 860"/>
                      <a:gd name="T48" fmla="*/ 117295 w 702"/>
                      <a:gd name="T49" fmla="*/ 136250 h 860"/>
                      <a:gd name="T50" fmla="*/ 109798 w 702"/>
                      <a:gd name="T51" fmla="*/ 159241 h 860"/>
                      <a:gd name="T52" fmla="*/ 60462 w 702"/>
                      <a:gd name="T53" fmla="*/ 159241 h 860"/>
                      <a:gd name="T54" fmla="*/ 52964 w 702"/>
                      <a:gd name="T55" fmla="*/ 136734 h 860"/>
                      <a:gd name="T56" fmla="*/ 27812 w 702"/>
                      <a:gd name="T57" fmla="*/ 106241 h 860"/>
                      <a:gd name="T58" fmla="*/ 23943 w 702"/>
                      <a:gd name="T59" fmla="*/ 84944 h 860"/>
                      <a:gd name="T60" fmla="*/ 84888 w 702"/>
                      <a:gd name="T61" fmla="*/ 23959 h 860"/>
                      <a:gd name="T62" fmla="*/ 145833 w 702"/>
                      <a:gd name="T63" fmla="*/ 84944 h 860"/>
                      <a:gd name="T64" fmla="*/ 141964 w 702"/>
                      <a:gd name="T65" fmla="*/ 105999 h 860"/>
                      <a:gd name="T66" fmla="*/ 17694720 60000 65536"/>
                      <a:gd name="T67" fmla="*/ 0 60000 65536"/>
                      <a:gd name="T68" fmla="*/ 5898240 60000 65536"/>
                      <a:gd name="T69" fmla="*/ 1179648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w 702"/>
                      <a:gd name="T100" fmla="*/ 0 h 860"/>
                      <a:gd name="T101" fmla="*/ 702 w 702"/>
                      <a:gd name="T102" fmla="*/ 860 h 860"/>
                    </a:gdLst>
                    <a:ahLst/>
                    <a:cxnLst>
                      <a:cxn ang="T66">
                        <a:pos x="T0" y="T1"/>
                      </a:cxn>
                      <a:cxn ang="T67">
                        <a:pos x="T2" y="T3"/>
                      </a:cxn>
                      <a:cxn ang="T68">
                        <a:pos x="T4" y="T5"/>
                      </a:cxn>
                      <a:cxn ang="T69">
                        <a:pos x="T6" y="T7"/>
                      </a:cxn>
                      <a:cxn ang="T70">
                        <a:pos x="T8" y="T9"/>
                      </a:cxn>
                      <a:cxn ang="T71">
                        <a:pos x="T10" y="T11"/>
                      </a:cxn>
                      <a:cxn ang="T72">
                        <a:pos x="T12" y="T13"/>
                      </a:cxn>
                      <a:cxn ang="T73">
                        <a:pos x="T14" y="T15"/>
                      </a:cxn>
                      <a:cxn ang="T74">
                        <a:pos x="T16" y="T17"/>
                      </a:cxn>
                      <a:cxn ang="T75">
                        <a:pos x="T18" y="T19"/>
                      </a:cxn>
                      <a:cxn ang="T76">
                        <a:pos x="T20" y="T21"/>
                      </a:cxn>
                      <a:cxn ang="T77">
                        <a:pos x="T22" y="T23"/>
                      </a:cxn>
                      <a:cxn ang="T78">
                        <a:pos x="T24" y="T25"/>
                      </a:cxn>
                      <a:cxn ang="T79">
                        <a:pos x="T26" y="T27"/>
                      </a:cxn>
                      <a:cxn ang="T80">
                        <a:pos x="T28" y="T29"/>
                      </a:cxn>
                      <a:cxn ang="T81">
                        <a:pos x="T30" y="T31"/>
                      </a:cxn>
                      <a:cxn ang="T82">
                        <a:pos x="T32" y="T33"/>
                      </a:cxn>
                      <a:cxn ang="T83">
                        <a:pos x="T34" y="T35"/>
                      </a:cxn>
                      <a:cxn ang="T84">
                        <a:pos x="T36" y="T37"/>
                      </a:cxn>
                      <a:cxn ang="T85">
                        <a:pos x="T38" y="T39"/>
                      </a:cxn>
                      <a:cxn ang="T86">
                        <a:pos x="T40" y="T41"/>
                      </a:cxn>
                      <a:cxn ang="T87">
                        <a:pos x="T42" y="T43"/>
                      </a:cxn>
                      <a:cxn ang="T88">
                        <a:pos x="T44" y="T45"/>
                      </a:cxn>
                      <a:cxn ang="T89">
                        <a:pos x="T46" y="T47"/>
                      </a:cxn>
                      <a:cxn ang="T90">
                        <a:pos x="T48" y="T49"/>
                      </a:cxn>
                      <a:cxn ang="T91">
                        <a:pos x="T50" y="T51"/>
                      </a:cxn>
                      <a:cxn ang="T92">
                        <a:pos x="T52" y="T53"/>
                      </a:cxn>
                      <a:cxn ang="T93">
                        <a:pos x="T54" y="T55"/>
                      </a:cxn>
                      <a:cxn ang="T94">
                        <a:pos x="T56" y="T57"/>
                      </a:cxn>
                      <a:cxn ang="T95">
                        <a:pos x="T58" y="T59"/>
                      </a:cxn>
                      <a:cxn ang="T96">
                        <a:pos x="T60" y="T61"/>
                      </a:cxn>
                      <a:cxn ang="T97">
                        <a:pos x="T62" y="T63"/>
                      </a:cxn>
                      <a:cxn ang="T98">
                        <a:pos x="T64" y="T65"/>
                      </a:cxn>
                    </a:cxnLst>
                    <a:rect l="T99" t="T100" r="T101" b="T102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</p:grpSp>
            <p:sp>
              <p:nvSpPr>
                <p:cNvPr id="117" name="Tekstvak 195">
                  <a:extLst>
                    <a:ext uri="{FF2B5EF4-FFF2-40B4-BE49-F238E27FC236}">
                      <a16:creationId xmlns:a16="http://schemas.microsoft.com/office/drawing/2014/main" id="{C6F6359D-6242-347F-4640-F31F9248191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225601" y="5279754"/>
                  <a:ext cx="627799" cy="3222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 anchorCtr="1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altLang="en-NL" sz="100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</p:grpSp>
        <p:grpSp>
          <p:nvGrpSpPr>
            <p:cNvPr id="86" name="Groep 164">
              <a:extLst>
                <a:ext uri="{FF2B5EF4-FFF2-40B4-BE49-F238E27FC236}">
                  <a16:creationId xmlns:a16="http://schemas.microsoft.com/office/drawing/2014/main" id="{B422FC0E-8446-3B3F-55C7-B486E8FBAE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77867" y="0"/>
              <a:ext cx="3593089" cy="3041230"/>
              <a:chOff x="12377867" y="0"/>
              <a:chExt cx="3593089" cy="3041230"/>
            </a:xfrm>
          </p:grpSpPr>
          <p:sp>
            <p:nvSpPr>
              <p:cNvPr id="87" name="Rechthoek 165">
                <a:extLst>
                  <a:ext uri="{FF2B5EF4-FFF2-40B4-BE49-F238E27FC236}">
                    <a16:creationId xmlns:a16="http://schemas.microsoft.com/office/drawing/2014/main" id="{7E916247-F214-5BDD-D00D-6487A9FDDAF0}"/>
                  </a:ext>
                </a:extLst>
              </p:cNvPr>
              <p:cNvSpPr/>
              <p:nvPr/>
            </p:nvSpPr>
            <p:spPr>
              <a:xfrm>
                <a:off x="12377592" y="0"/>
                <a:ext cx="3593353" cy="3041296"/>
              </a:xfrm>
              <a:prstGeom prst="rect">
                <a:avLst/>
              </a:prstGeom>
              <a:solidFill>
                <a:srgbClr val="FFFFFF"/>
              </a:solidFill>
              <a:ln w="6345" cap="flat">
                <a:solidFill>
                  <a:srgbClr val="ECECEC"/>
                </a:solidFill>
                <a:prstDash val="solid"/>
                <a:miter/>
              </a:ln>
            </p:spPr>
            <p:txBody>
              <a:bodyPr lIns="179999" tIns="143999" rIns="179999" bIns="143999"/>
              <a:lstStyle/>
              <a:p>
                <a:pPr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400" b="1" cap="all">
                    <a:solidFill>
                      <a:srgbClr val="00A6D6"/>
                    </a:solidFill>
                    <a:latin typeface="Calibri" pitchFamily="34"/>
                    <a:cs typeface="Calibri" pitchFamily="34"/>
                  </a:rPr>
                  <a:t>Format CHART</a:t>
                </a:r>
              </a:p>
            </p:txBody>
          </p:sp>
          <p:sp>
            <p:nvSpPr>
              <p:cNvPr id="88" name="Ovaal 166">
                <a:extLst>
                  <a:ext uri="{FF2B5EF4-FFF2-40B4-BE49-F238E27FC236}">
                    <a16:creationId xmlns:a16="http://schemas.microsoft.com/office/drawing/2014/main" id="{655D3713-A289-6F79-87BB-7F6A18E7D5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60445" y="465319"/>
                <a:ext cx="179999" cy="179999"/>
              </a:xfrm>
              <a:custGeom>
                <a:avLst/>
                <a:gdLst>
                  <a:gd name="T0" fmla="*/ 90000 w 179999"/>
                  <a:gd name="T1" fmla="*/ 0 h 179999"/>
                  <a:gd name="T2" fmla="*/ 179999 w 179999"/>
                  <a:gd name="T3" fmla="*/ 90000 h 179999"/>
                  <a:gd name="T4" fmla="*/ 90000 w 179999"/>
                  <a:gd name="T5" fmla="*/ 179999 h 179999"/>
                  <a:gd name="T6" fmla="*/ 0 w 179999"/>
                  <a:gd name="T7" fmla="*/ 90000 h 179999"/>
                  <a:gd name="T8" fmla="*/ 26360 w 179999"/>
                  <a:gd name="T9" fmla="*/ 26360 h 179999"/>
                  <a:gd name="T10" fmla="*/ 26360 w 179999"/>
                  <a:gd name="T11" fmla="*/ 153639 h 179999"/>
                  <a:gd name="T12" fmla="*/ 153639 w 179999"/>
                  <a:gd name="T13" fmla="*/ 153639 h 179999"/>
                  <a:gd name="T14" fmla="*/ 153639 w 179999"/>
                  <a:gd name="T15" fmla="*/ 26360 h 179999"/>
                  <a:gd name="T16" fmla="*/ 17694720 60000 65536"/>
                  <a:gd name="T17" fmla="*/ 0 60000 65536"/>
                  <a:gd name="T18" fmla="*/ 5898240 60000 65536"/>
                  <a:gd name="T19" fmla="*/ 11796480 60000 65536"/>
                  <a:gd name="T20" fmla="*/ 17694720 60000 65536"/>
                  <a:gd name="T21" fmla="*/ 5898240 60000 65536"/>
                  <a:gd name="T22" fmla="*/ 5898240 60000 65536"/>
                  <a:gd name="T23" fmla="*/ 17694720 60000 65536"/>
                  <a:gd name="T24" fmla="*/ 26360 w 179999"/>
                  <a:gd name="T25" fmla="*/ 26360 h 179999"/>
                  <a:gd name="T26" fmla="*/ 153639 w 179999"/>
                  <a:gd name="T27" fmla="*/ 153639 h 17999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9999" h="179999">
                    <a:moveTo>
                      <a:pt x="0" y="90000"/>
                    </a:moveTo>
                    <a:lnTo>
                      <a:pt x="0" y="89999"/>
                    </a:lnTo>
                    <a:cubicBezTo>
                      <a:pt x="0" y="139705"/>
                      <a:pt x="40294" y="180000"/>
                      <a:pt x="90000" y="180000"/>
                    </a:cubicBezTo>
                    <a:cubicBezTo>
                      <a:pt x="139705" y="180000"/>
                      <a:pt x="180000" y="139705"/>
                      <a:pt x="180000" y="90000"/>
                    </a:cubicBezTo>
                    <a:cubicBezTo>
                      <a:pt x="180000" y="40294"/>
                      <a:pt x="139705" y="0"/>
                      <a:pt x="90000" y="0"/>
                    </a:cubicBezTo>
                    <a:cubicBezTo>
                      <a:pt x="40294" y="-1"/>
                      <a:pt x="0" y="40294"/>
                      <a:pt x="0" y="89999"/>
                    </a:cubicBezTo>
                    <a:close/>
                  </a:path>
                </a:pathLst>
              </a:custGeom>
              <a:solidFill>
                <a:srgbClr val="00A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/>
                <a:r>
                  <a:rPr lang="en-GB" altLang="en-NL" sz="1000" b="1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89" name="Rechthoek 167">
                <a:extLst>
                  <a:ext uri="{FF2B5EF4-FFF2-40B4-BE49-F238E27FC236}">
                    <a16:creationId xmlns:a16="http://schemas.microsoft.com/office/drawing/2014/main" id="{28314F2B-F6AB-A9DA-2A9E-53AA029B7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44613" y="465319"/>
                <a:ext cx="2944678" cy="4900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2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When you want to change the lay-out of the chart, select the preferred part of the chart and go to the tab </a:t>
                </a:r>
                <a:r>
                  <a:rPr lang="en-GB" altLang="en-NL" sz="1200" b="1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‘Format’.</a:t>
                </a:r>
                <a:endPara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0" name="Ovaal 168">
                <a:extLst>
                  <a:ext uri="{FF2B5EF4-FFF2-40B4-BE49-F238E27FC236}">
                    <a16:creationId xmlns:a16="http://schemas.microsoft.com/office/drawing/2014/main" id="{DCE8D235-BA89-9751-F5F8-BD47DC97CF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60445" y="1493635"/>
                <a:ext cx="179999" cy="179999"/>
              </a:xfrm>
              <a:custGeom>
                <a:avLst/>
                <a:gdLst>
                  <a:gd name="T0" fmla="*/ 90000 w 179999"/>
                  <a:gd name="T1" fmla="*/ 0 h 179999"/>
                  <a:gd name="T2" fmla="*/ 179999 w 179999"/>
                  <a:gd name="T3" fmla="*/ 90000 h 179999"/>
                  <a:gd name="T4" fmla="*/ 90000 w 179999"/>
                  <a:gd name="T5" fmla="*/ 179999 h 179999"/>
                  <a:gd name="T6" fmla="*/ 0 w 179999"/>
                  <a:gd name="T7" fmla="*/ 90000 h 179999"/>
                  <a:gd name="T8" fmla="*/ 26360 w 179999"/>
                  <a:gd name="T9" fmla="*/ 26360 h 179999"/>
                  <a:gd name="T10" fmla="*/ 26360 w 179999"/>
                  <a:gd name="T11" fmla="*/ 153639 h 179999"/>
                  <a:gd name="T12" fmla="*/ 153639 w 179999"/>
                  <a:gd name="T13" fmla="*/ 153639 h 179999"/>
                  <a:gd name="T14" fmla="*/ 153639 w 179999"/>
                  <a:gd name="T15" fmla="*/ 26360 h 179999"/>
                  <a:gd name="T16" fmla="*/ 17694720 60000 65536"/>
                  <a:gd name="T17" fmla="*/ 0 60000 65536"/>
                  <a:gd name="T18" fmla="*/ 5898240 60000 65536"/>
                  <a:gd name="T19" fmla="*/ 11796480 60000 65536"/>
                  <a:gd name="T20" fmla="*/ 17694720 60000 65536"/>
                  <a:gd name="T21" fmla="*/ 5898240 60000 65536"/>
                  <a:gd name="T22" fmla="*/ 5898240 60000 65536"/>
                  <a:gd name="T23" fmla="*/ 17694720 60000 65536"/>
                  <a:gd name="T24" fmla="*/ 26360 w 179999"/>
                  <a:gd name="T25" fmla="*/ 26360 h 179999"/>
                  <a:gd name="T26" fmla="*/ 153639 w 179999"/>
                  <a:gd name="T27" fmla="*/ 153639 h 17999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9999" h="179999">
                    <a:moveTo>
                      <a:pt x="0" y="90000"/>
                    </a:moveTo>
                    <a:lnTo>
                      <a:pt x="0" y="89999"/>
                    </a:lnTo>
                    <a:cubicBezTo>
                      <a:pt x="0" y="139705"/>
                      <a:pt x="40294" y="180000"/>
                      <a:pt x="90000" y="180000"/>
                    </a:cubicBezTo>
                    <a:cubicBezTo>
                      <a:pt x="139705" y="180000"/>
                      <a:pt x="180000" y="139705"/>
                      <a:pt x="180000" y="90000"/>
                    </a:cubicBezTo>
                    <a:cubicBezTo>
                      <a:pt x="180000" y="40294"/>
                      <a:pt x="139705" y="0"/>
                      <a:pt x="90000" y="0"/>
                    </a:cubicBezTo>
                    <a:cubicBezTo>
                      <a:pt x="40294" y="-1"/>
                      <a:pt x="0" y="40294"/>
                      <a:pt x="0" y="89999"/>
                    </a:cubicBezTo>
                    <a:close/>
                  </a:path>
                </a:pathLst>
              </a:custGeom>
              <a:solidFill>
                <a:srgbClr val="00A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/>
                <a:r>
                  <a:rPr lang="en-GB" altLang="en-NL" sz="1000" b="1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91" name="Rechthoek 169">
                <a:extLst>
                  <a:ext uri="{FF2B5EF4-FFF2-40B4-BE49-F238E27FC236}">
                    <a16:creationId xmlns:a16="http://schemas.microsoft.com/office/drawing/2014/main" id="{3281FE8B-0EAB-D862-DC8E-E51EB7EE49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44613" y="1493635"/>
                <a:ext cx="2944678" cy="6580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2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You can change the settings of the axes and data series by clicking on them with the right mouse button. Choose </a:t>
                </a:r>
                <a:r>
                  <a:rPr lang="en-GB" altLang="en-NL" sz="1200" b="1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‘Format Axis’</a:t>
                </a:r>
                <a:r>
                  <a:rPr lang="en-GB" altLang="en-NL" sz="12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:r>
                  <a:rPr lang="en-GB" altLang="en-NL" sz="1200" b="1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‘Format Data Series’</a:t>
                </a:r>
                <a:r>
                  <a:rPr lang="en-GB" altLang="en-NL" sz="12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92" name="Groep 170">
                <a:extLst>
                  <a:ext uri="{FF2B5EF4-FFF2-40B4-BE49-F238E27FC236}">
                    <a16:creationId xmlns:a16="http://schemas.microsoft.com/office/drawing/2014/main" id="{F005C710-53C9-072C-9FB3-0F3ACB41A2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851453" y="1060758"/>
                <a:ext cx="575998" cy="246595"/>
                <a:chOff x="12851453" y="1060758"/>
                <a:chExt cx="575998" cy="246595"/>
              </a:xfrm>
            </p:grpSpPr>
            <p:sp>
              <p:nvSpPr>
                <p:cNvPr id="107" name="Rechthoek 185">
                  <a:extLst>
                    <a:ext uri="{FF2B5EF4-FFF2-40B4-BE49-F238E27FC236}">
                      <a16:creationId xmlns:a16="http://schemas.microsoft.com/office/drawing/2014/main" id="{C9A43B70-5A4D-56C9-0C41-E602B3A77E2A}"/>
                    </a:ext>
                  </a:extLst>
                </p:cNvPr>
                <p:cNvSpPr/>
                <p:nvPr/>
              </p:nvSpPr>
              <p:spPr>
                <a:xfrm>
                  <a:off x="12850778" y="1060327"/>
                  <a:ext cx="576397" cy="215875"/>
                </a:xfrm>
                <a:prstGeom prst="rect">
                  <a:avLst/>
                </a:prstGeom>
                <a:solidFill>
                  <a:srgbClr val="F8F8F8"/>
                </a:solidFill>
                <a:ln w="6345" cap="flat">
                  <a:solidFill>
                    <a:srgbClr val="F2F2F2"/>
                  </a:solidFill>
                  <a:prstDash val="solid"/>
                  <a:miter/>
                </a:ln>
              </p:spPr>
              <p:txBody>
                <a:bodyPr lIns="0" tIns="18004" rIns="0" bIns="0" anchorCtr="1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r>
                    <a:rPr lang="en-GB" sz="1050" b="1">
                      <a:solidFill>
                        <a:srgbClr val="B74629"/>
                      </a:solidFill>
                      <a:latin typeface="Calibri" pitchFamily="34"/>
                      <a:cs typeface="Calibri" pitchFamily="34"/>
                    </a:rPr>
                    <a:t>Format</a:t>
                  </a:r>
                </a:p>
              </p:txBody>
            </p:sp>
            <p:sp>
              <p:nvSpPr>
                <p:cNvPr id="108" name="Rechthoek 186">
                  <a:extLst>
                    <a:ext uri="{FF2B5EF4-FFF2-40B4-BE49-F238E27FC236}">
                      <a16:creationId xmlns:a16="http://schemas.microsoft.com/office/drawing/2014/main" id="{C84D64B1-CA99-CC42-0521-09088BC8CB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51453" y="1280187"/>
                  <a:ext cx="575998" cy="27166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93" name="Groep 171">
                <a:extLst>
                  <a:ext uri="{FF2B5EF4-FFF2-40B4-BE49-F238E27FC236}">
                    <a16:creationId xmlns:a16="http://schemas.microsoft.com/office/drawing/2014/main" id="{D38A9BEC-B021-A028-17AB-4FF1DB3BD0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849212" y="2257498"/>
                <a:ext cx="1377260" cy="591689"/>
                <a:chOff x="12849212" y="2257498"/>
                <a:chExt cx="1377260" cy="591689"/>
              </a:xfrm>
            </p:grpSpPr>
            <p:sp>
              <p:nvSpPr>
                <p:cNvPr id="94" name="Rechthoek 172">
                  <a:extLst>
                    <a:ext uri="{FF2B5EF4-FFF2-40B4-BE49-F238E27FC236}">
                      <a16:creationId xmlns:a16="http://schemas.microsoft.com/office/drawing/2014/main" id="{6D8DA901-EDB6-AEE4-B9D1-477D7572BD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49212" y="2257498"/>
                  <a:ext cx="1360371" cy="504849"/>
                </a:xfrm>
                <a:prstGeom prst="rect">
                  <a:avLst/>
                </a:prstGeom>
                <a:solidFill>
                  <a:srgbClr val="FFFFFF"/>
                </a:solidFill>
                <a:ln w="12701">
                  <a:solidFill>
                    <a:srgbClr val="D1D1D1"/>
                  </a:solidFill>
                  <a:miter lim="800000"/>
                  <a:headEnd/>
                  <a:tailEnd/>
                </a:ln>
              </p:spPr>
              <p:txBody>
                <a:bodyPr lIns="107999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altLang="en-NL" sz="8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5" name="Rechthoek 173">
                  <a:extLst>
                    <a:ext uri="{FF2B5EF4-FFF2-40B4-BE49-F238E27FC236}">
                      <a16:creationId xmlns:a16="http://schemas.microsoft.com/office/drawing/2014/main" id="{6F4FE22F-C83B-CCCD-BD4E-B0C6F7F241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59316" y="2511216"/>
                  <a:ext cx="1344881" cy="246604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6" name="Tekstvak 174">
                  <a:extLst>
                    <a:ext uri="{FF2B5EF4-FFF2-40B4-BE49-F238E27FC236}">
                      <a16:creationId xmlns:a16="http://schemas.microsoft.com/office/drawing/2014/main" id="{FB45AC04-DB8D-1CED-BA89-AE1188B7300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041913" y="2316193"/>
                  <a:ext cx="1115997" cy="13749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 defTabSz="1216025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 defTabSz="1216025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 defTabSz="1216025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 defTabSz="1216025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 defTabSz="1216025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defTabSz="1216025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defTabSz="1216025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defTabSz="1216025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defTabSz="1216025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altLang="en-NL" sz="90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Add Trendline</a:t>
                  </a:r>
                </a:p>
              </p:txBody>
            </p:sp>
            <p:sp>
              <p:nvSpPr>
                <p:cNvPr id="97" name="Tekstvak 175">
                  <a:extLst>
                    <a:ext uri="{FF2B5EF4-FFF2-40B4-BE49-F238E27FC236}">
                      <a16:creationId xmlns:a16="http://schemas.microsoft.com/office/drawing/2014/main" id="{0768BF92-CB6F-EF34-E206-2D238E3F4A4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048195" y="2589224"/>
                  <a:ext cx="1115997" cy="1085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 defTabSz="1216025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 defTabSz="1216025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 defTabSz="1216025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 defTabSz="1216025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 defTabSz="1216025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defTabSz="1216025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defTabSz="1216025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defTabSz="1216025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defTabSz="1216025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altLang="en-NL" sz="90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Format Data Series</a:t>
                  </a:r>
                </a:p>
              </p:txBody>
            </p:sp>
            <p:sp>
              <p:nvSpPr>
                <p:cNvPr id="98" name="Vrije vorm: vorm 176">
                  <a:extLst>
                    <a:ext uri="{FF2B5EF4-FFF2-40B4-BE49-F238E27FC236}">
                      <a16:creationId xmlns:a16="http://schemas.microsoft.com/office/drawing/2014/main" id="{C71113F8-62A0-1688-7474-2D17557CB12F}"/>
                    </a:ext>
                  </a:extLst>
                </p:cNvPr>
                <p:cNvSpPr/>
                <p:nvPr/>
              </p:nvSpPr>
              <p:spPr>
                <a:xfrm>
                  <a:off x="14129013" y="2669864"/>
                  <a:ext cx="96861" cy="179367"/>
                </a:xfrm>
                <a:custGeom>
                  <a:avLst/>
                  <a:gdLst>
                    <a:gd name="f0" fmla="val 10800000"/>
                    <a:gd name="f1" fmla="val 5400000"/>
                    <a:gd name="f2" fmla="val 180"/>
                    <a:gd name="f3" fmla="val w"/>
                    <a:gd name="f4" fmla="val h"/>
                    <a:gd name="f5" fmla="val 0"/>
                    <a:gd name="f6" fmla="val 880280"/>
                    <a:gd name="f7" fmla="val 1624084"/>
                    <a:gd name="f8" fmla="val 1262418"/>
                    <a:gd name="f9" fmla="val 313898"/>
                    <a:gd name="f10" fmla="val 996287"/>
                    <a:gd name="f11" fmla="val 620973"/>
                    <a:gd name="f12" fmla="val 839337"/>
                    <a:gd name="f13" fmla="val 1480782"/>
                    <a:gd name="f14" fmla="val 498144"/>
                    <a:gd name="f15" fmla="val 900753"/>
                    <a:gd name="f16" fmla="val 893929"/>
                    <a:gd name="f17" fmla="+- 0 0 -90"/>
                    <a:gd name="f18" fmla="*/ f3 1 880280"/>
                    <a:gd name="f19" fmla="*/ f4 1 1624084"/>
                    <a:gd name="f20" fmla="val f5"/>
                    <a:gd name="f21" fmla="val f6"/>
                    <a:gd name="f22" fmla="val f7"/>
                    <a:gd name="f23" fmla="*/ f17 f0 1"/>
                    <a:gd name="f24" fmla="+- f22 0 f20"/>
                    <a:gd name="f25" fmla="+- f21 0 f20"/>
                    <a:gd name="f26" fmla="*/ f23 1 f2"/>
                    <a:gd name="f27" fmla="*/ f25 1 880280"/>
                    <a:gd name="f28" fmla="*/ f24 1 1624084"/>
                    <a:gd name="f29" fmla="*/ 0 f25 1"/>
                    <a:gd name="f30" fmla="*/ 0 f24 1"/>
                    <a:gd name="f31" fmla="*/ 1262418 f24 1"/>
                    <a:gd name="f32" fmla="*/ 620973 f25 1"/>
                    <a:gd name="f33" fmla="*/ 1624084 f24 1"/>
                    <a:gd name="f34" fmla="*/ 839337 f25 1"/>
                    <a:gd name="f35" fmla="*/ 1480782 f24 1"/>
                    <a:gd name="f36" fmla="*/ 900753 f24 1"/>
                    <a:gd name="f37" fmla="*/ 880280 f25 1"/>
                    <a:gd name="f38" fmla="*/ 893929 f24 1"/>
                    <a:gd name="f39" fmla="*/ 313898 f25 1"/>
                    <a:gd name="f40" fmla="*/ 996287 f24 1"/>
                    <a:gd name="f41" fmla="*/ 498144 f25 1"/>
                    <a:gd name="f42" fmla="+- f26 0 f1"/>
                    <a:gd name="f43" fmla="*/ f29 1 880280"/>
                    <a:gd name="f44" fmla="*/ f30 1 1624084"/>
                    <a:gd name="f45" fmla="*/ f31 1 1624084"/>
                    <a:gd name="f46" fmla="*/ f32 1 880280"/>
                    <a:gd name="f47" fmla="*/ f33 1 1624084"/>
                    <a:gd name="f48" fmla="*/ f34 1 880280"/>
                    <a:gd name="f49" fmla="*/ f35 1 1624084"/>
                    <a:gd name="f50" fmla="*/ f36 1 1624084"/>
                    <a:gd name="f51" fmla="*/ f37 1 880280"/>
                    <a:gd name="f52" fmla="*/ f38 1 1624084"/>
                    <a:gd name="f53" fmla="*/ f39 1 880280"/>
                    <a:gd name="f54" fmla="*/ f40 1 1624084"/>
                    <a:gd name="f55" fmla="*/ f41 1 880280"/>
                    <a:gd name="f56" fmla="*/ f20 1 f27"/>
                    <a:gd name="f57" fmla="*/ f21 1 f27"/>
                    <a:gd name="f58" fmla="*/ f20 1 f28"/>
                    <a:gd name="f59" fmla="*/ f22 1 f28"/>
                    <a:gd name="f60" fmla="*/ f43 1 f27"/>
                    <a:gd name="f61" fmla="*/ f44 1 f28"/>
                    <a:gd name="f62" fmla="*/ f45 1 f28"/>
                    <a:gd name="f63" fmla="*/ f53 1 f27"/>
                    <a:gd name="f64" fmla="*/ f54 1 f28"/>
                    <a:gd name="f65" fmla="*/ f46 1 f27"/>
                    <a:gd name="f66" fmla="*/ f47 1 f28"/>
                    <a:gd name="f67" fmla="*/ f48 1 f27"/>
                    <a:gd name="f68" fmla="*/ f49 1 f28"/>
                    <a:gd name="f69" fmla="*/ f55 1 f27"/>
                    <a:gd name="f70" fmla="*/ f50 1 f28"/>
                    <a:gd name="f71" fmla="*/ f51 1 f27"/>
                    <a:gd name="f72" fmla="*/ f52 1 f28"/>
                    <a:gd name="f73" fmla="*/ f56 f18 1"/>
                    <a:gd name="f74" fmla="*/ f57 f18 1"/>
                    <a:gd name="f75" fmla="*/ f59 f19 1"/>
                    <a:gd name="f76" fmla="*/ f58 f19 1"/>
                    <a:gd name="f77" fmla="*/ f60 f18 1"/>
                    <a:gd name="f78" fmla="*/ f61 f19 1"/>
                    <a:gd name="f79" fmla="*/ f62 f19 1"/>
                    <a:gd name="f80" fmla="*/ f63 f18 1"/>
                    <a:gd name="f81" fmla="*/ f64 f19 1"/>
                    <a:gd name="f82" fmla="*/ f65 f18 1"/>
                    <a:gd name="f83" fmla="*/ f66 f19 1"/>
                    <a:gd name="f84" fmla="*/ f67 f18 1"/>
                    <a:gd name="f85" fmla="*/ f68 f19 1"/>
                    <a:gd name="f86" fmla="*/ f69 f18 1"/>
                    <a:gd name="f87" fmla="*/ f70 f19 1"/>
                    <a:gd name="f88" fmla="*/ f71 f18 1"/>
                    <a:gd name="f89" fmla="*/ f72 f19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42">
                      <a:pos x="f77" y="f78"/>
                    </a:cxn>
                    <a:cxn ang="f42">
                      <a:pos x="f77" y="f79"/>
                    </a:cxn>
                    <a:cxn ang="f42">
                      <a:pos x="f80" y="f81"/>
                    </a:cxn>
                    <a:cxn ang="f42">
                      <a:pos x="f82" y="f83"/>
                    </a:cxn>
                    <a:cxn ang="f42">
                      <a:pos x="f84" y="f85"/>
                    </a:cxn>
                    <a:cxn ang="f42">
                      <a:pos x="f86" y="f87"/>
                    </a:cxn>
                    <a:cxn ang="f42">
                      <a:pos x="f88" y="f89"/>
                    </a:cxn>
                    <a:cxn ang="f42">
                      <a:pos x="f77" y="f78"/>
                    </a:cxn>
                  </a:cxnLst>
                  <a:rect l="f73" t="f76" r="f74" b="f75"/>
                  <a:pathLst>
                    <a:path w="880280" h="1624084">
                      <a:moveTo>
                        <a:pt x="f5" y="f5"/>
                      </a:moveTo>
                      <a:lnTo>
                        <a:pt x="f5" y="f8"/>
                      </a:lnTo>
                      <a:lnTo>
                        <a:pt x="f9" y="f10"/>
                      </a:lnTo>
                      <a:lnTo>
                        <a:pt x="f11" y="f7"/>
                      </a:lnTo>
                      <a:lnTo>
                        <a:pt x="f12" y="f13"/>
                      </a:lnTo>
                      <a:lnTo>
                        <a:pt x="f14" y="f15"/>
                      </a:lnTo>
                      <a:lnTo>
                        <a:pt x="f6" y="f16"/>
                      </a:lnTo>
                      <a:lnTo>
                        <a:pt x="f5" y="f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701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lIns="179999" tIns="179999" rIns="179999" bIns="179999" anchor="ctr" anchorCtr="1"/>
                <a:lstStyle/>
                <a:p>
                  <a:pPr algn="ctr" eaLnBrk="1" fontAlgn="auto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600" cap="all">
                    <a:solidFill>
                      <a:srgbClr val="FFFFFF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grpSp>
              <p:nvGrpSpPr>
                <p:cNvPr id="99" name="Groep 177">
                  <a:extLst>
                    <a:ext uri="{FF2B5EF4-FFF2-40B4-BE49-F238E27FC236}">
                      <a16:creationId xmlns:a16="http://schemas.microsoft.com/office/drawing/2014/main" id="{DA58F76A-2566-C9F9-E606-29BE67022E0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905551" y="2554358"/>
                  <a:ext cx="225664" cy="229648"/>
                  <a:chOff x="12905551" y="2554358"/>
                  <a:chExt cx="225664" cy="229648"/>
                </a:xfrm>
              </p:grpSpPr>
              <p:sp>
                <p:nvSpPr>
                  <p:cNvPr id="103" name="Rechthoek 181">
                    <a:extLst>
                      <a:ext uri="{FF2B5EF4-FFF2-40B4-BE49-F238E27FC236}">
                        <a16:creationId xmlns:a16="http://schemas.microsoft.com/office/drawing/2014/main" id="{8232D922-DFE1-2A1A-D163-1550CD6E508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918780" y="2601998"/>
                    <a:ext cx="43196" cy="104607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 anchorCtr="1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algn="ctr" eaLnBrk="1" hangingPunct="1"/>
                    <a:endParaRPr lang="en-GB" altLang="en-NL" sz="200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4" name="Rechthoek 182">
                    <a:extLst>
                      <a:ext uri="{FF2B5EF4-FFF2-40B4-BE49-F238E27FC236}">
                        <a16:creationId xmlns:a16="http://schemas.microsoft.com/office/drawing/2014/main" id="{307A7137-EF85-B900-22C1-B4E9CE7AAC7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964445" y="2554358"/>
                    <a:ext cx="43196" cy="152247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 anchorCtr="1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algn="ctr" eaLnBrk="1" hangingPunct="1"/>
                    <a:endParaRPr lang="en-GB" altLang="en-NL" sz="200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5" name="Rechthoek 183">
                    <a:extLst>
                      <a:ext uri="{FF2B5EF4-FFF2-40B4-BE49-F238E27FC236}">
                        <a16:creationId xmlns:a16="http://schemas.microsoft.com/office/drawing/2014/main" id="{62573B70-6AE3-3B03-045E-3603C8DBA34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011893" y="2588254"/>
                    <a:ext cx="43196" cy="11835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 anchorCtr="1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algn="ctr" eaLnBrk="1" hangingPunct="1"/>
                    <a:endParaRPr lang="en-GB" altLang="en-NL" sz="200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6" name="Rechthoek 282">
                    <a:extLst>
                      <a:ext uri="{FF2B5EF4-FFF2-40B4-BE49-F238E27FC236}">
                        <a16:creationId xmlns:a16="http://schemas.microsoft.com/office/drawing/2014/main" id="{401A1E3C-5490-E4BD-38B8-53968AF1B55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-1868055">
                    <a:off x="12905551" y="2637200"/>
                    <a:ext cx="225664" cy="146806"/>
                  </a:xfrm>
                  <a:custGeom>
                    <a:avLst/>
                    <a:gdLst>
                      <a:gd name="T0" fmla="*/ 112832 w 225663"/>
                      <a:gd name="T1" fmla="*/ 0 h 146804"/>
                      <a:gd name="T2" fmla="*/ 225664 w 225663"/>
                      <a:gd name="T3" fmla="*/ 73403 h 146804"/>
                      <a:gd name="T4" fmla="*/ 112832 w 225663"/>
                      <a:gd name="T5" fmla="*/ 146806 h 146804"/>
                      <a:gd name="T6" fmla="*/ 0 w 225663"/>
                      <a:gd name="T7" fmla="*/ 73403 h 146804"/>
                      <a:gd name="T8" fmla="*/ 13407 w 225663"/>
                      <a:gd name="T9" fmla="*/ 11860 h 146804"/>
                      <a:gd name="T10" fmla="*/ 225664 w 225663"/>
                      <a:gd name="T11" fmla="*/ 0 h 146804"/>
                      <a:gd name="T12" fmla="*/ 160747 w 225663"/>
                      <a:gd name="T13" fmla="*/ 146806 h 146804"/>
                      <a:gd name="T14" fmla="*/ 0 w 225663"/>
                      <a:gd name="T15" fmla="*/ 50837 h 146804"/>
                      <a:gd name="T16" fmla="*/ 13407 w 225663"/>
                      <a:gd name="T17" fmla="*/ 11860 h 146804"/>
                      <a:gd name="T18" fmla="*/ 17694720 60000 65536"/>
                      <a:gd name="T19" fmla="*/ 0 60000 65536"/>
                      <a:gd name="T20" fmla="*/ 5898240 60000 65536"/>
                      <a:gd name="T21" fmla="*/ 1179648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225663"/>
                      <a:gd name="T28" fmla="*/ 0 h 146804"/>
                      <a:gd name="T29" fmla="*/ 225663 w 225663"/>
                      <a:gd name="T30" fmla="*/ 146804 h 146804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225663" h="146804">
                        <a:moveTo>
                          <a:pt x="13407" y="11860"/>
                        </a:moveTo>
                        <a:lnTo>
                          <a:pt x="225663" y="0"/>
                        </a:lnTo>
                        <a:lnTo>
                          <a:pt x="160746" y="146804"/>
                        </a:lnTo>
                        <a:lnTo>
                          <a:pt x="0" y="50836"/>
                        </a:lnTo>
                        <a:lnTo>
                          <a:pt x="13407" y="11860"/>
                        </a:lnTo>
                        <a:close/>
                      </a:path>
                    </a:pathLst>
                  </a:custGeom>
                  <a:solidFill>
                    <a:srgbClr val="FCE4D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/>
                  <a:p>
                    <a:endParaRPr lang="en-NL"/>
                  </a:p>
                </p:txBody>
              </p:sp>
            </p:grpSp>
            <p:grpSp>
              <p:nvGrpSpPr>
                <p:cNvPr id="100" name="Groep 178">
                  <a:extLst>
                    <a:ext uri="{FF2B5EF4-FFF2-40B4-BE49-F238E27FC236}">
                      <a16:creationId xmlns:a16="http://schemas.microsoft.com/office/drawing/2014/main" id="{99FAF523-18E8-D227-D40F-26C44AEDBBE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944053" y="2607750"/>
                  <a:ext cx="140242" cy="116558"/>
                  <a:chOff x="12944053" y="2607750"/>
                  <a:chExt cx="140242" cy="116558"/>
                </a:xfrm>
              </p:grpSpPr>
              <p:sp>
                <p:nvSpPr>
                  <p:cNvPr id="101" name="Vrije vorm: vorm 179">
                    <a:extLst>
                      <a:ext uri="{FF2B5EF4-FFF2-40B4-BE49-F238E27FC236}">
                        <a16:creationId xmlns:a16="http://schemas.microsoft.com/office/drawing/2014/main" id="{60C87F30-3047-D85C-2064-ADA68DE89D83}"/>
                      </a:ext>
                    </a:extLst>
                  </p:cNvPr>
                  <p:cNvSpPr/>
                  <p:nvPr/>
                </p:nvSpPr>
                <p:spPr>
                  <a:xfrm rot="513874">
                    <a:off x="13009564" y="2607959"/>
                    <a:ext cx="74630" cy="88889"/>
                  </a:xfrm>
                  <a:custGeom>
                    <a:avLst/>
                    <a:gdLst>
                      <a:gd name="f0" fmla="val 10800000"/>
                      <a:gd name="f1" fmla="val 5400000"/>
                      <a:gd name="f2" fmla="val 180"/>
                      <a:gd name="f3" fmla="val w"/>
                      <a:gd name="f4" fmla="val h"/>
                      <a:gd name="f5" fmla="val 0"/>
                      <a:gd name="f6" fmla="val 165794"/>
                      <a:gd name="f7" fmla="val 200436"/>
                      <a:gd name="f8" fmla="val 163491"/>
                      <a:gd name="f9" fmla="val 14624"/>
                      <a:gd name="f10" fmla="val 129624"/>
                      <a:gd name="f11" fmla="val 137006"/>
                      <a:gd name="f12" fmla="val -18157"/>
                      <a:gd name="f13" fmla="val 161637"/>
                      <a:gd name="f14" fmla="val 1854"/>
                      <a:gd name="f15" fmla="val 186268"/>
                      <a:gd name="f16" fmla="val 21865"/>
                      <a:gd name="f17" fmla="val 94672"/>
                      <a:gd name="f18" fmla="val 172727"/>
                      <a:gd name="f19" fmla="val 64654"/>
                      <a:gd name="f20" fmla="+- 0 0 -90"/>
                      <a:gd name="f21" fmla="*/ f3 1 165794"/>
                      <a:gd name="f22" fmla="*/ f4 1 200436"/>
                      <a:gd name="f23" fmla="val f5"/>
                      <a:gd name="f24" fmla="val f6"/>
                      <a:gd name="f25" fmla="val f7"/>
                      <a:gd name="f26" fmla="*/ f20 f0 1"/>
                      <a:gd name="f27" fmla="+- f25 0 f23"/>
                      <a:gd name="f28" fmla="+- f24 0 f23"/>
                      <a:gd name="f29" fmla="*/ f26 1 f2"/>
                      <a:gd name="f30" fmla="*/ f28 1 165794"/>
                      <a:gd name="f31" fmla="*/ f27 1 200436"/>
                      <a:gd name="f32" fmla="*/ 0 f28 1"/>
                      <a:gd name="f33" fmla="*/ 163491 f27 1"/>
                      <a:gd name="f34" fmla="*/ 161637 f28 1"/>
                      <a:gd name="f35" fmla="*/ 1854 f27 1"/>
                      <a:gd name="f36" fmla="*/ 64654 f28 1"/>
                      <a:gd name="f37" fmla="*/ 200436 f27 1"/>
                      <a:gd name="f38" fmla="+- f29 0 f1"/>
                      <a:gd name="f39" fmla="*/ f32 1 165794"/>
                      <a:gd name="f40" fmla="*/ f33 1 200436"/>
                      <a:gd name="f41" fmla="*/ f34 1 165794"/>
                      <a:gd name="f42" fmla="*/ f35 1 200436"/>
                      <a:gd name="f43" fmla="*/ f36 1 165794"/>
                      <a:gd name="f44" fmla="*/ f37 1 200436"/>
                      <a:gd name="f45" fmla="*/ f23 1 f30"/>
                      <a:gd name="f46" fmla="*/ f24 1 f30"/>
                      <a:gd name="f47" fmla="*/ f23 1 f31"/>
                      <a:gd name="f48" fmla="*/ f25 1 f31"/>
                      <a:gd name="f49" fmla="*/ f39 1 f30"/>
                      <a:gd name="f50" fmla="*/ f40 1 f31"/>
                      <a:gd name="f51" fmla="*/ f41 1 f30"/>
                      <a:gd name="f52" fmla="*/ f42 1 f31"/>
                      <a:gd name="f53" fmla="*/ f43 1 f30"/>
                      <a:gd name="f54" fmla="*/ f44 1 f31"/>
                      <a:gd name="f55" fmla="*/ f45 f21 1"/>
                      <a:gd name="f56" fmla="*/ f46 f21 1"/>
                      <a:gd name="f57" fmla="*/ f48 f22 1"/>
                      <a:gd name="f58" fmla="*/ f47 f22 1"/>
                      <a:gd name="f59" fmla="*/ f49 f21 1"/>
                      <a:gd name="f60" fmla="*/ f50 f22 1"/>
                      <a:gd name="f61" fmla="*/ f51 f21 1"/>
                      <a:gd name="f62" fmla="*/ f52 f22 1"/>
                      <a:gd name="f63" fmla="*/ f53 f21 1"/>
                      <a:gd name="f64" fmla="*/ f54 f22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38">
                        <a:pos x="f59" y="f60"/>
                      </a:cxn>
                      <a:cxn ang="f38">
                        <a:pos x="f61" y="f62"/>
                      </a:cxn>
                      <a:cxn ang="f38">
                        <a:pos x="f63" y="f64"/>
                      </a:cxn>
                      <a:cxn ang="f38">
                        <a:pos x="f59" y="f60"/>
                      </a:cxn>
                    </a:cxnLst>
                    <a:rect l="f55" t="f58" r="f56" b="f57"/>
                    <a:pathLst>
                      <a:path w="165794" h="200436">
                        <a:moveTo>
                          <a:pt x="f5" y="f8"/>
                        </a:moveTo>
                        <a:cubicBezTo>
                          <a:pt x="f9" y="f10"/>
                          <a:pt x="f11" y="f12"/>
                          <a:pt x="f13" y="f14"/>
                        </a:cubicBezTo>
                        <a:cubicBezTo>
                          <a:pt x="f15" y="f16"/>
                          <a:pt x="f17" y="f18"/>
                          <a:pt x="f19" y="f7"/>
                        </a:cubicBezTo>
                        <a:lnTo>
                          <a:pt x="f5" y="f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8" cap="flat">
                    <a:solidFill>
                      <a:srgbClr val="3F3E3C"/>
                    </a:solidFill>
                    <a:prstDash val="solid"/>
                    <a:miter/>
                  </a:ln>
                </p:spPr>
                <p:txBody>
                  <a:bodyPr lIns="179999" tIns="179999" rIns="179999" bIns="179999" anchor="ctr" anchorCtr="1"/>
                  <a:lstStyle/>
                  <a:p>
                    <a:pPr algn="ctr" eaLnBrk="1" fontAlgn="auto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GB" sz="1600" cap="all">
                      <a:solidFill>
                        <a:srgbClr val="FFFFFF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102" name="Vrije vorm: vorm 180">
                    <a:extLst>
                      <a:ext uri="{FF2B5EF4-FFF2-40B4-BE49-F238E27FC236}">
                        <a16:creationId xmlns:a16="http://schemas.microsoft.com/office/drawing/2014/main" id="{9B378529-62CA-F429-6E67-34FB9CE18EBD}"/>
                      </a:ext>
                    </a:extLst>
                  </p:cNvPr>
                  <p:cNvSpPr/>
                  <p:nvPr/>
                </p:nvSpPr>
                <p:spPr>
                  <a:xfrm rot="513874">
                    <a:off x="12944461" y="2671451"/>
                    <a:ext cx="93685" cy="52381"/>
                  </a:xfrm>
                  <a:custGeom>
                    <a:avLst/>
                    <a:gdLst>
                      <a:gd name="f0" fmla="val 10800000"/>
                      <a:gd name="f1" fmla="val 5400000"/>
                      <a:gd name="f2" fmla="val 180"/>
                      <a:gd name="f3" fmla="val w"/>
                      <a:gd name="f4" fmla="val h"/>
                      <a:gd name="f5" fmla="val 0"/>
                      <a:gd name="f6" fmla="val 117808"/>
                      <a:gd name="f7" fmla="val 67245"/>
                      <a:gd name="f8" fmla="val 220"/>
                      <a:gd name="f9" fmla="val 56172"/>
                      <a:gd name="f10" fmla="val -3628"/>
                      <a:gd name="f11" fmla="val 70796"/>
                      <a:gd name="f12" fmla="val 44022"/>
                      <a:gd name="f13" fmla="val 68627"/>
                      <a:gd name="f14" fmla="val 63614"/>
                      <a:gd name="f15" fmla="val 62785"/>
                      <a:gd name="f16" fmla="val 83206"/>
                      <a:gd name="f17" fmla="val 56943"/>
                      <a:gd name="f18" fmla="val 116546"/>
                      <a:gd name="f19" fmla="val 31369"/>
                      <a:gd name="f20" fmla="val 117770"/>
                      <a:gd name="f21" fmla="val 21119"/>
                      <a:gd name="f22" fmla="val 118994"/>
                      <a:gd name="f23" fmla="val 10869"/>
                      <a:gd name="f24" fmla="val 90549"/>
                      <a:gd name="f25" fmla="val -4559"/>
                      <a:gd name="f26" fmla="val 70957"/>
                      <a:gd name="f27" fmla="val 1283"/>
                      <a:gd name="f28" fmla="val 51365"/>
                      <a:gd name="f29" fmla="val 7125"/>
                      <a:gd name="f30" fmla="val 61415"/>
                      <a:gd name="f31" fmla="val 48373"/>
                      <a:gd name="f32" fmla="+- 0 0 -90"/>
                      <a:gd name="f33" fmla="*/ f3 1 117808"/>
                      <a:gd name="f34" fmla="*/ f4 1 67245"/>
                      <a:gd name="f35" fmla="val f5"/>
                      <a:gd name="f36" fmla="val f6"/>
                      <a:gd name="f37" fmla="val f7"/>
                      <a:gd name="f38" fmla="*/ f32 f0 1"/>
                      <a:gd name="f39" fmla="+- f37 0 f35"/>
                      <a:gd name="f40" fmla="+- f36 0 f35"/>
                      <a:gd name="f41" fmla="*/ f38 1 f2"/>
                      <a:gd name="f42" fmla="*/ f40 1 117808"/>
                      <a:gd name="f43" fmla="*/ f39 1 67245"/>
                      <a:gd name="f44" fmla="*/ 220 f40 1"/>
                      <a:gd name="f45" fmla="*/ 56172 f39 1"/>
                      <a:gd name="f46" fmla="*/ 63614 f40 1"/>
                      <a:gd name="f47" fmla="*/ 62785 f39 1"/>
                      <a:gd name="f48" fmla="*/ 117770 f40 1"/>
                      <a:gd name="f49" fmla="*/ 21119 f39 1"/>
                      <a:gd name="f50" fmla="*/ 70957 f40 1"/>
                      <a:gd name="f51" fmla="*/ 1283 f39 1"/>
                      <a:gd name="f52" fmla="+- f41 0 f1"/>
                      <a:gd name="f53" fmla="*/ f44 1 117808"/>
                      <a:gd name="f54" fmla="*/ f45 1 67245"/>
                      <a:gd name="f55" fmla="*/ f46 1 117808"/>
                      <a:gd name="f56" fmla="*/ f47 1 67245"/>
                      <a:gd name="f57" fmla="*/ f48 1 117808"/>
                      <a:gd name="f58" fmla="*/ f49 1 67245"/>
                      <a:gd name="f59" fmla="*/ f50 1 117808"/>
                      <a:gd name="f60" fmla="*/ f51 1 67245"/>
                      <a:gd name="f61" fmla="*/ f35 1 f42"/>
                      <a:gd name="f62" fmla="*/ f36 1 f42"/>
                      <a:gd name="f63" fmla="*/ f35 1 f43"/>
                      <a:gd name="f64" fmla="*/ f37 1 f43"/>
                      <a:gd name="f65" fmla="*/ f53 1 f42"/>
                      <a:gd name="f66" fmla="*/ f54 1 f43"/>
                      <a:gd name="f67" fmla="*/ f55 1 f42"/>
                      <a:gd name="f68" fmla="*/ f56 1 f43"/>
                      <a:gd name="f69" fmla="*/ f57 1 f42"/>
                      <a:gd name="f70" fmla="*/ f58 1 f43"/>
                      <a:gd name="f71" fmla="*/ f59 1 f42"/>
                      <a:gd name="f72" fmla="*/ f60 1 f43"/>
                      <a:gd name="f73" fmla="*/ f61 f33 1"/>
                      <a:gd name="f74" fmla="*/ f62 f33 1"/>
                      <a:gd name="f75" fmla="*/ f64 f34 1"/>
                      <a:gd name="f76" fmla="*/ f63 f34 1"/>
                      <a:gd name="f77" fmla="*/ f65 f33 1"/>
                      <a:gd name="f78" fmla="*/ f66 f34 1"/>
                      <a:gd name="f79" fmla="*/ f67 f33 1"/>
                      <a:gd name="f80" fmla="*/ f68 f34 1"/>
                      <a:gd name="f81" fmla="*/ f69 f33 1"/>
                      <a:gd name="f82" fmla="*/ f70 f34 1"/>
                      <a:gd name="f83" fmla="*/ f71 f33 1"/>
                      <a:gd name="f84" fmla="*/ f72 f34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52">
                        <a:pos x="f77" y="f78"/>
                      </a:cxn>
                      <a:cxn ang="f52">
                        <a:pos x="f79" y="f80"/>
                      </a:cxn>
                      <a:cxn ang="f52">
                        <a:pos x="f81" y="f82"/>
                      </a:cxn>
                      <a:cxn ang="f52">
                        <a:pos x="f83" y="f84"/>
                      </a:cxn>
                      <a:cxn ang="f52">
                        <a:pos x="f77" y="f78"/>
                      </a:cxn>
                    </a:cxnLst>
                    <a:rect l="f73" t="f76" r="f74" b="f75"/>
                    <a:pathLst>
                      <a:path w="117808" h="67245">
                        <a:moveTo>
                          <a:pt x="f8" y="f9"/>
                        </a:moveTo>
                        <a:cubicBezTo>
                          <a:pt x="f10" y="f11"/>
                          <a:pt x="f12" y="f13"/>
                          <a:pt x="f14" y="f15"/>
                        </a:cubicBezTo>
                        <a:cubicBezTo>
                          <a:pt x="f16" y="f17"/>
                          <a:pt x="f18" y="f19"/>
                          <a:pt x="f20" y="f21"/>
                        </a:cubicBezTo>
                        <a:cubicBezTo>
                          <a:pt x="f22" y="f23"/>
                          <a:pt x="f24" y="f25"/>
                          <a:pt x="f26" y="f27"/>
                        </a:cubicBezTo>
                        <a:cubicBezTo>
                          <a:pt x="f28" y="f29"/>
                          <a:pt x="f30" y="f31"/>
                          <a:pt x="f8" y="f9"/>
                        </a:cubicBezTo>
                        <a:close/>
                      </a:path>
                    </a:pathLst>
                  </a:custGeom>
                  <a:solidFill>
                    <a:srgbClr val="8AC3EF"/>
                  </a:solidFill>
                  <a:ln w="9528" cap="flat">
                    <a:solidFill>
                      <a:srgbClr val="307EBD"/>
                    </a:solidFill>
                    <a:prstDash val="solid"/>
                    <a:miter/>
                  </a:ln>
                </p:spPr>
                <p:txBody>
                  <a:bodyPr lIns="179999" tIns="179999" rIns="179999" bIns="179999" anchor="ctr" anchorCtr="1"/>
                  <a:lstStyle/>
                  <a:p>
                    <a:pPr algn="ctr" eaLnBrk="1" fontAlgn="auto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GB" sz="1600" cap="all">
                      <a:solidFill>
                        <a:srgbClr val="FFFFFF"/>
                      </a:solidFill>
                      <a:latin typeface="Arial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1450640749"/>
      </p:ext>
    </p:extLst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3217513"/>
      </p:ext>
    </p:extLst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INSTRUCTION">
            <a:extLst>
              <a:ext uri="{FF2B5EF4-FFF2-40B4-BE49-F238E27FC236}">
                <a16:creationId xmlns:a16="http://schemas.microsoft.com/office/drawing/2014/main" id="{FF5E0550-5B62-A9AB-941E-A80E819552E1}"/>
              </a:ext>
            </a:extLst>
          </p:cNvPr>
          <p:cNvGrpSpPr>
            <a:grpSpLocks/>
          </p:cNvGrpSpPr>
          <p:nvPr/>
        </p:nvGrpSpPr>
        <p:grpSpPr bwMode="auto">
          <a:xfrm>
            <a:off x="12377738" y="-12700"/>
            <a:ext cx="3692525" cy="6705600"/>
            <a:chOff x="12377327" y="-12070"/>
            <a:chExt cx="3693380" cy="6705422"/>
          </a:xfrm>
        </p:grpSpPr>
        <p:grpSp>
          <p:nvGrpSpPr>
            <p:cNvPr id="4" name="Groep 17">
              <a:extLst>
                <a:ext uri="{FF2B5EF4-FFF2-40B4-BE49-F238E27FC236}">
                  <a16:creationId xmlns:a16="http://schemas.microsoft.com/office/drawing/2014/main" id="{2DDF9344-8C13-C27D-2662-724917464A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79613" y="-12070"/>
              <a:ext cx="3592796" cy="3238704"/>
              <a:chOff x="12379613" y="-12070"/>
              <a:chExt cx="3592796" cy="3238704"/>
            </a:xfrm>
          </p:grpSpPr>
          <p:sp>
            <p:nvSpPr>
              <p:cNvPr id="76" name="Rechthoek 90">
                <a:extLst>
                  <a:ext uri="{FF2B5EF4-FFF2-40B4-BE49-F238E27FC236}">
                    <a16:creationId xmlns:a16="http://schemas.microsoft.com/office/drawing/2014/main" id="{4FCDDD5B-E620-E39A-7D8F-DC4E8FD0B1B1}"/>
                  </a:ext>
                </a:extLst>
              </p:cNvPr>
              <p:cNvSpPr/>
              <p:nvPr/>
            </p:nvSpPr>
            <p:spPr>
              <a:xfrm>
                <a:off x="12378915" y="-12070"/>
                <a:ext cx="3593345" cy="3238414"/>
              </a:xfrm>
              <a:prstGeom prst="rect">
                <a:avLst/>
              </a:prstGeom>
              <a:solidFill>
                <a:srgbClr val="FFFFFF"/>
              </a:solidFill>
              <a:ln w="6345" cap="flat">
                <a:solidFill>
                  <a:srgbClr val="ECECEC"/>
                </a:solidFill>
                <a:prstDash val="solid"/>
                <a:miter/>
              </a:ln>
            </p:spPr>
            <p:txBody>
              <a:bodyPr lIns="179999" tIns="143999" rIns="179999" bIns="143999"/>
              <a:lstStyle/>
              <a:p>
                <a:pPr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400" b="1" cap="all">
                    <a:solidFill>
                      <a:srgbClr val="00A6D6"/>
                    </a:solidFill>
                    <a:latin typeface="Calibri" pitchFamily="34"/>
                    <a:cs typeface="Calibri" pitchFamily="34"/>
                  </a:rPr>
                  <a:t>Format Table</a:t>
                </a:r>
              </a:p>
            </p:txBody>
          </p:sp>
          <p:sp>
            <p:nvSpPr>
              <p:cNvPr id="77" name="Ovaal 91">
                <a:extLst>
                  <a:ext uri="{FF2B5EF4-FFF2-40B4-BE49-F238E27FC236}">
                    <a16:creationId xmlns:a16="http://schemas.microsoft.com/office/drawing/2014/main" id="{1FD747DD-28B6-D33B-C3F4-D9919488FB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60170" y="465319"/>
                <a:ext cx="179999" cy="179999"/>
              </a:xfrm>
              <a:custGeom>
                <a:avLst/>
                <a:gdLst>
                  <a:gd name="T0" fmla="*/ 90000 w 179999"/>
                  <a:gd name="T1" fmla="*/ 0 h 179999"/>
                  <a:gd name="T2" fmla="*/ 179999 w 179999"/>
                  <a:gd name="T3" fmla="*/ 90000 h 179999"/>
                  <a:gd name="T4" fmla="*/ 90000 w 179999"/>
                  <a:gd name="T5" fmla="*/ 179999 h 179999"/>
                  <a:gd name="T6" fmla="*/ 0 w 179999"/>
                  <a:gd name="T7" fmla="*/ 90000 h 179999"/>
                  <a:gd name="T8" fmla="*/ 26360 w 179999"/>
                  <a:gd name="T9" fmla="*/ 26360 h 179999"/>
                  <a:gd name="T10" fmla="*/ 26360 w 179999"/>
                  <a:gd name="T11" fmla="*/ 153639 h 179999"/>
                  <a:gd name="T12" fmla="*/ 153639 w 179999"/>
                  <a:gd name="T13" fmla="*/ 153639 h 179999"/>
                  <a:gd name="T14" fmla="*/ 153639 w 179999"/>
                  <a:gd name="T15" fmla="*/ 26360 h 179999"/>
                  <a:gd name="T16" fmla="*/ 17694720 60000 65536"/>
                  <a:gd name="T17" fmla="*/ 0 60000 65536"/>
                  <a:gd name="T18" fmla="*/ 5898240 60000 65536"/>
                  <a:gd name="T19" fmla="*/ 11796480 60000 65536"/>
                  <a:gd name="T20" fmla="*/ 17694720 60000 65536"/>
                  <a:gd name="T21" fmla="*/ 5898240 60000 65536"/>
                  <a:gd name="T22" fmla="*/ 5898240 60000 65536"/>
                  <a:gd name="T23" fmla="*/ 17694720 60000 65536"/>
                  <a:gd name="T24" fmla="*/ 26360 w 179999"/>
                  <a:gd name="T25" fmla="*/ 26360 h 179999"/>
                  <a:gd name="T26" fmla="*/ 153639 w 179999"/>
                  <a:gd name="T27" fmla="*/ 153639 h 17999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9999" h="179999">
                    <a:moveTo>
                      <a:pt x="0" y="90000"/>
                    </a:moveTo>
                    <a:lnTo>
                      <a:pt x="0" y="89999"/>
                    </a:lnTo>
                    <a:cubicBezTo>
                      <a:pt x="0" y="139705"/>
                      <a:pt x="40294" y="180000"/>
                      <a:pt x="90000" y="180000"/>
                    </a:cubicBezTo>
                    <a:cubicBezTo>
                      <a:pt x="139705" y="180000"/>
                      <a:pt x="180000" y="139705"/>
                      <a:pt x="180000" y="90000"/>
                    </a:cubicBezTo>
                    <a:cubicBezTo>
                      <a:pt x="180000" y="40294"/>
                      <a:pt x="139705" y="0"/>
                      <a:pt x="90000" y="0"/>
                    </a:cubicBezTo>
                    <a:cubicBezTo>
                      <a:pt x="40294" y="-1"/>
                      <a:pt x="0" y="40294"/>
                      <a:pt x="0" y="89999"/>
                    </a:cubicBezTo>
                    <a:close/>
                  </a:path>
                </a:pathLst>
              </a:custGeom>
              <a:solidFill>
                <a:srgbClr val="00A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/>
                <a:r>
                  <a:rPr lang="en-GB" altLang="en-NL" sz="1000" b="1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78" name="Rechthoek 92">
                <a:extLst>
                  <a:ext uri="{FF2B5EF4-FFF2-40B4-BE49-F238E27FC236}">
                    <a16:creationId xmlns:a16="http://schemas.microsoft.com/office/drawing/2014/main" id="{F99D7B84-C1AD-7C49-4A4E-0B145659BB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44348" y="465319"/>
                <a:ext cx="2944678" cy="4995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2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When you want to change the lay-out of the table, select the preferred part of the table and go to the tab </a:t>
                </a:r>
                <a:r>
                  <a:rPr lang="en-GB" altLang="en-NL" sz="1200" b="1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‘Format’.</a:t>
                </a:r>
                <a:endPara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79" name="Groep 93">
                <a:extLst>
                  <a:ext uri="{FF2B5EF4-FFF2-40B4-BE49-F238E27FC236}">
                    <a16:creationId xmlns:a16="http://schemas.microsoft.com/office/drawing/2014/main" id="{42916DFA-6F0D-FE49-3278-B31DEA1D7B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851178" y="1060758"/>
                <a:ext cx="575998" cy="246595"/>
                <a:chOff x="12851178" y="1060758"/>
                <a:chExt cx="575998" cy="246595"/>
              </a:xfrm>
            </p:grpSpPr>
            <p:sp>
              <p:nvSpPr>
                <p:cNvPr id="98" name="Rechthoek 112">
                  <a:extLst>
                    <a:ext uri="{FF2B5EF4-FFF2-40B4-BE49-F238E27FC236}">
                      <a16:creationId xmlns:a16="http://schemas.microsoft.com/office/drawing/2014/main" id="{77AB1196-C946-F892-2E5B-E896E830C120}"/>
                    </a:ext>
                  </a:extLst>
                </p:cNvPr>
                <p:cNvSpPr/>
                <p:nvPr/>
              </p:nvSpPr>
              <p:spPr>
                <a:xfrm>
                  <a:off x="12850512" y="1061052"/>
                  <a:ext cx="576395" cy="214307"/>
                </a:xfrm>
                <a:prstGeom prst="rect">
                  <a:avLst/>
                </a:prstGeom>
                <a:solidFill>
                  <a:srgbClr val="F8F8F8"/>
                </a:solidFill>
                <a:ln w="6345" cap="flat">
                  <a:solidFill>
                    <a:srgbClr val="F2F2F2"/>
                  </a:solidFill>
                  <a:prstDash val="solid"/>
                  <a:miter/>
                </a:ln>
              </p:spPr>
              <p:txBody>
                <a:bodyPr lIns="0" tIns="18004" rIns="0" bIns="0" anchorCtr="1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r>
                    <a:rPr lang="en-GB" sz="1050" b="1">
                      <a:solidFill>
                        <a:srgbClr val="B74629"/>
                      </a:solidFill>
                      <a:latin typeface="Calibri" pitchFamily="34"/>
                      <a:cs typeface="Calibri" pitchFamily="34"/>
                    </a:rPr>
                    <a:t>Format</a:t>
                  </a:r>
                </a:p>
              </p:txBody>
            </p:sp>
            <p:sp>
              <p:nvSpPr>
                <p:cNvPr id="99" name="Rechthoek 113">
                  <a:extLst>
                    <a:ext uri="{FF2B5EF4-FFF2-40B4-BE49-F238E27FC236}">
                      <a16:creationId xmlns:a16="http://schemas.microsoft.com/office/drawing/2014/main" id="{1410219F-DF6D-F754-DAE5-23BFF2E522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51178" y="1280187"/>
                  <a:ext cx="575998" cy="27166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80" name="Ovaal 94">
                <a:extLst>
                  <a:ext uri="{FF2B5EF4-FFF2-40B4-BE49-F238E27FC236}">
                    <a16:creationId xmlns:a16="http://schemas.microsoft.com/office/drawing/2014/main" id="{DC64B4F4-1E56-B52B-ED67-670924EE8B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60170" y="1493635"/>
                <a:ext cx="179999" cy="179999"/>
              </a:xfrm>
              <a:custGeom>
                <a:avLst/>
                <a:gdLst>
                  <a:gd name="T0" fmla="*/ 90000 w 179999"/>
                  <a:gd name="T1" fmla="*/ 0 h 179999"/>
                  <a:gd name="T2" fmla="*/ 179999 w 179999"/>
                  <a:gd name="T3" fmla="*/ 90000 h 179999"/>
                  <a:gd name="T4" fmla="*/ 90000 w 179999"/>
                  <a:gd name="T5" fmla="*/ 179999 h 179999"/>
                  <a:gd name="T6" fmla="*/ 0 w 179999"/>
                  <a:gd name="T7" fmla="*/ 90000 h 179999"/>
                  <a:gd name="T8" fmla="*/ 26360 w 179999"/>
                  <a:gd name="T9" fmla="*/ 26360 h 179999"/>
                  <a:gd name="T10" fmla="*/ 26360 w 179999"/>
                  <a:gd name="T11" fmla="*/ 153639 h 179999"/>
                  <a:gd name="T12" fmla="*/ 153639 w 179999"/>
                  <a:gd name="T13" fmla="*/ 153639 h 179999"/>
                  <a:gd name="T14" fmla="*/ 153639 w 179999"/>
                  <a:gd name="T15" fmla="*/ 26360 h 179999"/>
                  <a:gd name="T16" fmla="*/ 17694720 60000 65536"/>
                  <a:gd name="T17" fmla="*/ 0 60000 65536"/>
                  <a:gd name="T18" fmla="*/ 5898240 60000 65536"/>
                  <a:gd name="T19" fmla="*/ 11796480 60000 65536"/>
                  <a:gd name="T20" fmla="*/ 17694720 60000 65536"/>
                  <a:gd name="T21" fmla="*/ 5898240 60000 65536"/>
                  <a:gd name="T22" fmla="*/ 5898240 60000 65536"/>
                  <a:gd name="T23" fmla="*/ 17694720 60000 65536"/>
                  <a:gd name="T24" fmla="*/ 26360 w 179999"/>
                  <a:gd name="T25" fmla="*/ 26360 h 179999"/>
                  <a:gd name="T26" fmla="*/ 153639 w 179999"/>
                  <a:gd name="T27" fmla="*/ 153639 h 17999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9999" h="179999">
                    <a:moveTo>
                      <a:pt x="0" y="90000"/>
                    </a:moveTo>
                    <a:lnTo>
                      <a:pt x="0" y="89999"/>
                    </a:lnTo>
                    <a:cubicBezTo>
                      <a:pt x="0" y="139705"/>
                      <a:pt x="40294" y="180000"/>
                      <a:pt x="90000" y="180000"/>
                    </a:cubicBezTo>
                    <a:cubicBezTo>
                      <a:pt x="139705" y="180000"/>
                      <a:pt x="180000" y="139705"/>
                      <a:pt x="180000" y="90000"/>
                    </a:cubicBezTo>
                    <a:cubicBezTo>
                      <a:pt x="180000" y="40294"/>
                      <a:pt x="139705" y="0"/>
                      <a:pt x="90000" y="0"/>
                    </a:cubicBezTo>
                    <a:cubicBezTo>
                      <a:pt x="40294" y="-1"/>
                      <a:pt x="0" y="40294"/>
                      <a:pt x="0" y="89999"/>
                    </a:cubicBezTo>
                    <a:close/>
                  </a:path>
                </a:pathLst>
              </a:custGeom>
              <a:solidFill>
                <a:srgbClr val="00A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/>
                <a:r>
                  <a:rPr lang="en-GB" altLang="en-NL" sz="1000" b="1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81" name="Rechthoek 95">
                <a:extLst>
                  <a:ext uri="{FF2B5EF4-FFF2-40B4-BE49-F238E27FC236}">
                    <a16:creationId xmlns:a16="http://schemas.microsoft.com/office/drawing/2014/main" id="{E4CB55FF-48A0-C70C-2DB6-3B1DAA0564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44348" y="1493635"/>
                <a:ext cx="2944678" cy="8134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2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Under this tab you can choose a different fill colour at </a:t>
                </a:r>
                <a:r>
                  <a:rPr lang="en-GB" altLang="en-NL" sz="1200" b="1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‘Shading’</a:t>
                </a:r>
                <a:r>
                  <a:rPr lang="en-GB" altLang="en-NL" sz="12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 You can choose a border format as well. Find and edit this at the section  </a:t>
                </a:r>
                <a:r>
                  <a:rPr lang="en-GB" altLang="en-NL" sz="1200" b="1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‘Draw borders’ </a:t>
                </a:r>
                <a:r>
                  <a:rPr lang="en-GB" altLang="en-NL" sz="12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and apply this to the table by clicking on </a:t>
                </a:r>
                <a:r>
                  <a:rPr lang="en-GB" altLang="en-NL" sz="1200" b="1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‘Borders’.</a:t>
                </a:r>
              </a:p>
            </p:txBody>
          </p:sp>
          <p:grpSp>
            <p:nvGrpSpPr>
              <p:cNvPr id="82" name="Groep 96">
                <a:extLst>
                  <a:ext uri="{FF2B5EF4-FFF2-40B4-BE49-F238E27FC236}">
                    <a16:creationId xmlns:a16="http://schemas.microsoft.com/office/drawing/2014/main" id="{1B4C4202-2609-438E-9BA9-7D4662906E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848938" y="2412754"/>
                <a:ext cx="1026871" cy="628850"/>
                <a:chOff x="12848938" y="2412754"/>
                <a:chExt cx="1026871" cy="628850"/>
              </a:xfrm>
            </p:grpSpPr>
            <p:sp>
              <p:nvSpPr>
                <p:cNvPr id="83" name="Rechthoek 97">
                  <a:extLst>
                    <a:ext uri="{FF2B5EF4-FFF2-40B4-BE49-F238E27FC236}">
                      <a16:creationId xmlns:a16="http://schemas.microsoft.com/office/drawing/2014/main" id="{7D78AADF-D113-A91E-8587-931BB668B6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48938" y="2412754"/>
                  <a:ext cx="998433" cy="531037"/>
                </a:xfrm>
                <a:prstGeom prst="rect">
                  <a:avLst/>
                </a:prstGeom>
                <a:solidFill>
                  <a:srgbClr val="FFFFFF"/>
                </a:solidFill>
                <a:ln w="12701">
                  <a:solidFill>
                    <a:srgbClr val="D1D1D1"/>
                  </a:solidFill>
                  <a:miter lim="800000"/>
                  <a:headEnd/>
                  <a:tailEnd/>
                </a:ln>
              </p:spPr>
              <p:txBody>
                <a:bodyPr lIns="107999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altLang="en-NL" sz="8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4" name="Rechthoek 98">
                  <a:extLst>
                    <a:ext uri="{FF2B5EF4-FFF2-40B4-BE49-F238E27FC236}">
                      <a16:creationId xmlns:a16="http://schemas.microsoft.com/office/drawing/2014/main" id="{AF40170F-833A-179F-544C-1959059078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59042" y="2684815"/>
                  <a:ext cx="982998" cy="254011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/>
                  <a:endParaRPr lang="en-GB" altLang="en-NL" sz="10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5" name="Tekstvak 99">
                  <a:extLst>
                    <a:ext uri="{FF2B5EF4-FFF2-40B4-BE49-F238E27FC236}">
                      <a16:creationId xmlns:a16="http://schemas.microsoft.com/office/drawing/2014/main" id="{67F157E2-5621-3FD2-5276-5DF312AFB92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080556" y="2493998"/>
                  <a:ext cx="635800" cy="1264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 defTabSz="1216025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 defTabSz="1216025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 defTabSz="1216025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 defTabSz="1216025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 defTabSz="1216025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defTabSz="1216025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defTabSz="1216025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defTabSz="1216025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defTabSz="1216025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altLang="en-NL" sz="90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Shading</a:t>
                  </a:r>
                </a:p>
              </p:txBody>
            </p:sp>
            <p:sp>
              <p:nvSpPr>
                <p:cNvPr id="86" name="Vrije vorm: vorm 100">
                  <a:extLst>
                    <a:ext uri="{FF2B5EF4-FFF2-40B4-BE49-F238E27FC236}">
                      <a16:creationId xmlns:a16="http://schemas.microsoft.com/office/drawing/2014/main" id="{1433CFE9-92B5-B8BF-BFE2-4BD775949585}"/>
                    </a:ext>
                  </a:extLst>
                </p:cNvPr>
                <p:cNvSpPr/>
                <p:nvPr/>
              </p:nvSpPr>
              <p:spPr>
                <a:xfrm>
                  <a:off x="13777827" y="2861229"/>
                  <a:ext cx="96859" cy="179383"/>
                </a:xfrm>
                <a:custGeom>
                  <a:avLst/>
                  <a:gdLst>
                    <a:gd name="f0" fmla="val 10800000"/>
                    <a:gd name="f1" fmla="val 5400000"/>
                    <a:gd name="f2" fmla="val 180"/>
                    <a:gd name="f3" fmla="val w"/>
                    <a:gd name="f4" fmla="val h"/>
                    <a:gd name="f5" fmla="val 0"/>
                    <a:gd name="f6" fmla="val 880280"/>
                    <a:gd name="f7" fmla="val 1624084"/>
                    <a:gd name="f8" fmla="val 1262418"/>
                    <a:gd name="f9" fmla="val 313898"/>
                    <a:gd name="f10" fmla="val 996287"/>
                    <a:gd name="f11" fmla="val 620973"/>
                    <a:gd name="f12" fmla="val 839337"/>
                    <a:gd name="f13" fmla="val 1480782"/>
                    <a:gd name="f14" fmla="val 498144"/>
                    <a:gd name="f15" fmla="val 900753"/>
                    <a:gd name="f16" fmla="val 893929"/>
                    <a:gd name="f17" fmla="+- 0 0 -90"/>
                    <a:gd name="f18" fmla="*/ f3 1 880280"/>
                    <a:gd name="f19" fmla="*/ f4 1 1624084"/>
                    <a:gd name="f20" fmla="val f5"/>
                    <a:gd name="f21" fmla="val f6"/>
                    <a:gd name="f22" fmla="val f7"/>
                    <a:gd name="f23" fmla="*/ f17 f0 1"/>
                    <a:gd name="f24" fmla="+- f22 0 f20"/>
                    <a:gd name="f25" fmla="+- f21 0 f20"/>
                    <a:gd name="f26" fmla="*/ f23 1 f2"/>
                    <a:gd name="f27" fmla="*/ f25 1 880280"/>
                    <a:gd name="f28" fmla="*/ f24 1 1624084"/>
                    <a:gd name="f29" fmla="*/ 0 f25 1"/>
                    <a:gd name="f30" fmla="*/ 0 f24 1"/>
                    <a:gd name="f31" fmla="*/ 1262418 f24 1"/>
                    <a:gd name="f32" fmla="*/ 620973 f25 1"/>
                    <a:gd name="f33" fmla="*/ 1624084 f24 1"/>
                    <a:gd name="f34" fmla="*/ 839337 f25 1"/>
                    <a:gd name="f35" fmla="*/ 1480782 f24 1"/>
                    <a:gd name="f36" fmla="*/ 900753 f24 1"/>
                    <a:gd name="f37" fmla="*/ 880280 f25 1"/>
                    <a:gd name="f38" fmla="*/ 893929 f24 1"/>
                    <a:gd name="f39" fmla="*/ 313898 f25 1"/>
                    <a:gd name="f40" fmla="*/ 996287 f24 1"/>
                    <a:gd name="f41" fmla="*/ 498144 f25 1"/>
                    <a:gd name="f42" fmla="+- f26 0 f1"/>
                    <a:gd name="f43" fmla="*/ f29 1 880280"/>
                    <a:gd name="f44" fmla="*/ f30 1 1624084"/>
                    <a:gd name="f45" fmla="*/ f31 1 1624084"/>
                    <a:gd name="f46" fmla="*/ f32 1 880280"/>
                    <a:gd name="f47" fmla="*/ f33 1 1624084"/>
                    <a:gd name="f48" fmla="*/ f34 1 880280"/>
                    <a:gd name="f49" fmla="*/ f35 1 1624084"/>
                    <a:gd name="f50" fmla="*/ f36 1 1624084"/>
                    <a:gd name="f51" fmla="*/ f37 1 880280"/>
                    <a:gd name="f52" fmla="*/ f38 1 1624084"/>
                    <a:gd name="f53" fmla="*/ f39 1 880280"/>
                    <a:gd name="f54" fmla="*/ f40 1 1624084"/>
                    <a:gd name="f55" fmla="*/ f41 1 880280"/>
                    <a:gd name="f56" fmla="*/ f20 1 f27"/>
                    <a:gd name="f57" fmla="*/ f21 1 f27"/>
                    <a:gd name="f58" fmla="*/ f20 1 f28"/>
                    <a:gd name="f59" fmla="*/ f22 1 f28"/>
                    <a:gd name="f60" fmla="*/ f43 1 f27"/>
                    <a:gd name="f61" fmla="*/ f44 1 f28"/>
                    <a:gd name="f62" fmla="*/ f45 1 f28"/>
                    <a:gd name="f63" fmla="*/ f53 1 f27"/>
                    <a:gd name="f64" fmla="*/ f54 1 f28"/>
                    <a:gd name="f65" fmla="*/ f46 1 f27"/>
                    <a:gd name="f66" fmla="*/ f47 1 f28"/>
                    <a:gd name="f67" fmla="*/ f48 1 f27"/>
                    <a:gd name="f68" fmla="*/ f49 1 f28"/>
                    <a:gd name="f69" fmla="*/ f55 1 f27"/>
                    <a:gd name="f70" fmla="*/ f50 1 f28"/>
                    <a:gd name="f71" fmla="*/ f51 1 f27"/>
                    <a:gd name="f72" fmla="*/ f52 1 f28"/>
                    <a:gd name="f73" fmla="*/ f56 f18 1"/>
                    <a:gd name="f74" fmla="*/ f57 f18 1"/>
                    <a:gd name="f75" fmla="*/ f59 f19 1"/>
                    <a:gd name="f76" fmla="*/ f58 f19 1"/>
                    <a:gd name="f77" fmla="*/ f60 f18 1"/>
                    <a:gd name="f78" fmla="*/ f61 f19 1"/>
                    <a:gd name="f79" fmla="*/ f62 f19 1"/>
                    <a:gd name="f80" fmla="*/ f63 f18 1"/>
                    <a:gd name="f81" fmla="*/ f64 f19 1"/>
                    <a:gd name="f82" fmla="*/ f65 f18 1"/>
                    <a:gd name="f83" fmla="*/ f66 f19 1"/>
                    <a:gd name="f84" fmla="*/ f67 f18 1"/>
                    <a:gd name="f85" fmla="*/ f68 f19 1"/>
                    <a:gd name="f86" fmla="*/ f69 f18 1"/>
                    <a:gd name="f87" fmla="*/ f70 f19 1"/>
                    <a:gd name="f88" fmla="*/ f71 f18 1"/>
                    <a:gd name="f89" fmla="*/ f72 f19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42">
                      <a:pos x="f77" y="f78"/>
                    </a:cxn>
                    <a:cxn ang="f42">
                      <a:pos x="f77" y="f79"/>
                    </a:cxn>
                    <a:cxn ang="f42">
                      <a:pos x="f80" y="f81"/>
                    </a:cxn>
                    <a:cxn ang="f42">
                      <a:pos x="f82" y="f83"/>
                    </a:cxn>
                    <a:cxn ang="f42">
                      <a:pos x="f84" y="f85"/>
                    </a:cxn>
                    <a:cxn ang="f42">
                      <a:pos x="f86" y="f87"/>
                    </a:cxn>
                    <a:cxn ang="f42">
                      <a:pos x="f88" y="f89"/>
                    </a:cxn>
                    <a:cxn ang="f42">
                      <a:pos x="f77" y="f78"/>
                    </a:cxn>
                  </a:cxnLst>
                  <a:rect l="f73" t="f76" r="f74" b="f75"/>
                  <a:pathLst>
                    <a:path w="880280" h="1624084">
                      <a:moveTo>
                        <a:pt x="f5" y="f5"/>
                      </a:moveTo>
                      <a:lnTo>
                        <a:pt x="f5" y="f8"/>
                      </a:lnTo>
                      <a:lnTo>
                        <a:pt x="f9" y="f10"/>
                      </a:lnTo>
                      <a:lnTo>
                        <a:pt x="f11" y="f7"/>
                      </a:lnTo>
                      <a:lnTo>
                        <a:pt x="f12" y="f13"/>
                      </a:lnTo>
                      <a:lnTo>
                        <a:pt x="f14" y="f15"/>
                      </a:lnTo>
                      <a:lnTo>
                        <a:pt x="f6" y="f16"/>
                      </a:lnTo>
                      <a:lnTo>
                        <a:pt x="f5" y="f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701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lIns="179999" tIns="179999" rIns="179999" bIns="179999" anchor="ctr" anchorCtr="1"/>
                <a:lstStyle/>
                <a:p>
                  <a:pPr algn="ctr" eaLnBrk="1" fontAlgn="auto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600" cap="all">
                    <a:solidFill>
                      <a:srgbClr val="FFFFFF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grpSp>
              <p:nvGrpSpPr>
                <p:cNvPr id="87" name="Groep 101">
                  <a:extLst>
                    <a:ext uri="{FF2B5EF4-FFF2-40B4-BE49-F238E27FC236}">
                      <a16:creationId xmlns:a16="http://schemas.microsoft.com/office/drawing/2014/main" id="{65B404D1-DDDD-3ADB-E90F-8C34DAAA54D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919904" y="2463210"/>
                  <a:ext cx="157451" cy="147831"/>
                  <a:chOff x="12919904" y="2463210"/>
                  <a:chExt cx="157451" cy="147831"/>
                </a:xfrm>
              </p:grpSpPr>
              <p:sp>
                <p:nvSpPr>
                  <p:cNvPr id="95" name="Vrije vorm: vorm 109">
                    <a:extLst>
                      <a:ext uri="{FF2B5EF4-FFF2-40B4-BE49-F238E27FC236}">
                        <a16:creationId xmlns:a16="http://schemas.microsoft.com/office/drawing/2014/main" id="{B93ECDEB-33B3-C473-7014-35579B58A70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3005081" y="2502383"/>
                    <a:ext cx="72274" cy="108658"/>
                  </a:xfrm>
                  <a:custGeom>
                    <a:avLst/>
                    <a:gdLst>
                      <a:gd name="T0" fmla="*/ 36137 w 80781"/>
                      <a:gd name="T1" fmla="*/ 0 h 121443"/>
                      <a:gd name="T2" fmla="*/ 72274 w 80781"/>
                      <a:gd name="T3" fmla="*/ 54329 h 121443"/>
                      <a:gd name="T4" fmla="*/ 36137 w 80781"/>
                      <a:gd name="T5" fmla="*/ 108658 h 121443"/>
                      <a:gd name="T6" fmla="*/ 0 w 80781"/>
                      <a:gd name="T7" fmla="*/ 54329 h 121443"/>
                      <a:gd name="T8" fmla="*/ 27035 w 80781"/>
                      <a:gd name="T9" fmla="*/ 44742 h 121443"/>
                      <a:gd name="T10" fmla="*/ 31295 w 80781"/>
                      <a:gd name="T11" fmla="*/ 108658 h 121443"/>
                      <a:gd name="T12" fmla="*/ 71774 w 80781"/>
                      <a:gd name="T13" fmla="*/ 46872 h 121443"/>
                      <a:gd name="T14" fmla="*/ 33426 w 80781"/>
                      <a:gd name="T15" fmla="*/ 0 h 121443"/>
                      <a:gd name="T16" fmla="*/ 27035 w 80781"/>
                      <a:gd name="T17" fmla="*/ 44742 h 121443"/>
                      <a:gd name="T18" fmla="*/ 17694720 60000 65536"/>
                      <a:gd name="T19" fmla="*/ 0 60000 65536"/>
                      <a:gd name="T20" fmla="*/ 5898240 60000 65536"/>
                      <a:gd name="T21" fmla="*/ 1179648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80781"/>
                      <a:gd name="T28" fmla="*/ 0 h 121443"/>
                      <a:gd name="T29" fmla="*/ 80781 w 80781"/>
                      <a:gd name="T30" fmla="*/ 121443 h 121443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80781" h="121443">
                        <a:moveTo>
                          <a:pt x="30217" y="50006"/>
                        </a:moveTo>
                        <a:lnTo>
                          <a:pt x="34979" y="121443"/>
                        </a:lnTo>
                        <a:lnTo>
                          <a:pt x="80222" y="52387"/>
                        </a:lnTo>
                        <a:cubicBezTo>
                          <a:pt x="84191" y="29368"/>
                          <a:pt x="66729" y="1588"/>
                          <a:pt x="37360" y="0"/>
                        </a:cubicBezTo>
                        <a:cubicBezTo>
                          <a:pt x="-43602" y="21431"/>
                          <a:pt x="32598" y="33337"/>
                          <a:pt x="30217" y="50006"/>
                        </a:cubicBezTo>
                        <a:close/>
                      </a:path>
                    </a:pathLst>
                  </a:custGeom>
                  <a:solidFill>
                    <a:srgbClr val="366FA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/>
                  <a:p>
                    <a:endParaRPr lang="en-NL"/>
                  </a:p>
                </p:txBody>
              </p:sp>
              <p:sp>
                <p:nvSpPr>
                  <p:cNvPr id="96" name="Rechthoek: afgeronde hoeken 110">
                    <a:extLst>
                      <a:ext uri="{FF2B5EF4-FFF2-40B4-BE49-F238E27FC236}">
                        <a16:creationId xmlns:a16="http://schemas.microsoft.com/office/drawing/2014/main" id="{373DCF7B-0B7E-C87E-AE71-A70802B57B3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2903865">
                    <a:off x="12930264" y="2506243"/>
                    <a:ext cx="89245" cy="109965"/>
                  </a:xfrm>
                  <a:custGeom>
                    <a:avLst/>
                    <a:gdLst>
                      <a:gd name="T0" fmla="*/ 44623 w 89245"/>
                      <a:gd name="T1" fmla="*/ 0 h 109965"/>
                      <a:gd name="T2" fmla="*/ 89245 w 89245"/>
                      <a:gd name="T3" fmla="*/ 54983 h 109965"/>
                      <a:gd name="T4" fmla="*/ 44623 w 89245"/>
                      <a:gd name="T5" fmla="*/ 109965 h 109965"/>
                      <a:gd name="T6" fmla="*/ 0 w 89245"/>
                      <a:gd name="T7" fmla="*/ 54983 h 109965"/>
                      <a:gd name="T8" fmla="*/ 17694720 60000 65536"/>
                      <a:gd name="T9" fmla="*/ 0 60000 65536"/>
                      <a:gd name="T10" fmla="*/ 5898240 60000 65536"/>
                      <a:gd name="T11" fmla="*/ 11796480 60000 65536"/>
                      <a:gd name="T12" fmla="*/ 761 w 89245"/>
                      <a:gd name="T13" fmla="*/ 761 h 109965"/>
                      <a:gd name="T14" fmla="*/ 88484 w 89245"/>
                      <a:gd name="T15" fmla="*/ 109204 h 109965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89245" h="109965">
                        <a:moveTo>
                          <a:pt x="2599" y="0"/>
                        </a:moveTo>
                        <a:lnTo>
                          <a:pt x="2599" y="0"/>
                        </a:lnTo>
                        <a:cubicBezTo>
                          <a:pt x="1163" y="0"/>
                          <a:pt x="0" y="1163"/>
                          <a:pt x="0" y="2598"/>
                        </a:cubicBezTo>
                        <a:lnTo>
                          <a:pt x="0" y="107366"/>
                        </a:lnTo>
                        <a:lnTo>
                          <a:pt x="0" y="107365"/>
                        </a:lnTo>
                        <a:cubicBezTo>
                          <a:pt x="0" y="108801"/>
                          <a:pt x="1163" y="109964"/>
                          <a:pt x="2598" y="109964"/>
                        </a:cubicBezTo>
                        <a:lnTo>
                          <a:pt x="86646" y="109965"/>
                        </a:lnTo>
                        <a:lnTo>
                          <a:pt x="86646" y="109964"/>
                        </a:lnTo>
                        <a:cubicBezTo>
                          <a:pt x="88081" y="109964"/>
                          <a:pt x="89245" y="108801"/>
                          <a:pt x="89245" y="107366"/>
                        </a:cubicBezTo>
                        <a:lnTo>
                          <a:pt x="89245" y="2599"/>
                        </a:lnTo>
                        <a:cubicBezTo>
                          <a:pt x="89245" y="1163"/>
                          <a:pt x="88081" y="0"/>
                          <a:pt x="86646" y="0"/>
                        </a:cubicBezTo>
                        <a:lnTo>
                          <a:pt x="2599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2701" cap="flat">
                    <a:solidFill>
                      <a:srgbClr val="818181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lIns="107999" tIns="0" rIns="0" bIns="0" anchor="ctr"/>
                  <a:lstStyle/>
                  <a:p>
                    <a:endParaRPr lang="en-NL"/>
                  </a:p>
                </p:txBody>
              </p:sp>
              <p:sp>
                <p:nvSpPr>
                  <p:cNvPr id="97" name="Vrije vorm: vorm 111">
                    <a:extLst>
                      <a:ext uri="{FF2B5EF4-FFF2-40B4-BE49-F238E27FC236}">
                        <a16:creationId xmlns:a16="http://schemas.microsoft.com/office/drawing/2014/main" id="{FC118829-F1C5-0800-2B33-934086AB310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2924083" y="2463210"/>
                    <a:ext cx="57936" cy="76736"/>
                  </a:xfrm>
                  <a:custGeom>
                    <a:avLst/>
                    <a:gdLst>
                      <a:gd name="T0" fmla="*/ 28968 w 40422"/>
                      <a:gd name="T1" fmla="*/ 0 h 78381"/>
                      <a:gd name="T2" fmla="*/ 57936 w 40422"/>
                      <a:gd name="T3" fmla="*/ 38368 h 78381"/>
                      <a:gd name="T4" fmla="*/ 28968 w 40422"/>
                      <a:gd name="T5" fmla="*/ 76736 h 78381"/>
                      <a:gd name="T6" fmla="*/ 0 w 40422"/>
                      <a:gd name="T7" fmla="*/ 38368 h 78381"/>
                      <a:gd name="T8" fmla="*/ 314 w 40422"/>
                      <a:gd name="T9" fmla="*/ 76736 h 78381"/>
                      <a:gd name="T10" fmla="*/ 29336 w 40422"/>
                      <a:gd name="T11" fmla="*/ 5 h 78381"/>
                      <a:gd name="T12" fmla="*/ 56226 w 40422"/>
                      <a:gd name="T13" fmla="*/ 65883 h 78381"/>
                      <a:gd name="T14" fmla="*/ 17694720 60000 65536"/>
                      <a:gd name="T15" fmla="*/ 0 60000 65536"/>
                      <a:gd name="T16" fmla="*/ 5898240 60000 65536"/>
                      <a:gd name="T17" fmla="*/ 11796480 60000 65536"/>
                      <a:gd name="T18" fmla="*/ 0 60000 65536"/>
                      <a:gd name="T19" fmla="*/ 0 60000 65536"/>
                      <a:gd name="T20" fmla="*/ 0 60000 65536"/>
                      <a:gd name="T21" fmla="*/ 0 w 40422"/>
                      <a:gd name="T22" fmla="*/ 0 h 78381"/>
                      <a:gd name="T23" fmla="*/ 40422 w 40422"/>
                      <a:gd name="T24" fmla="*/ 78381 h 78381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40422" h="78381">
                        <a:moveTo>
                          <a:pt x="219" y="78381"/>
                        </a:moveTo>
                        <a:cubicBezTo>
                          <a:pt x="-1454" y="18717"/>
                          <a:pt x="6534" y="-324"/>
                          <a:pt x="20468" y="5"/>
                        </a:cubicBezTo>
                        <a:cubicBezTo>
                          <a:pt x="34402" y="334"/>
                          <a:pt x="43874" y="23658"/>
                          <a:pt x="39229" y="67295"/>
                        </a:cubicBezTo>
                      </a:path>
                    </a:pathLst>
                  </a:custGeom>
                  <a:noFill/>
                  <a:ln w="12701" cap="flat">
                    <a:solidFill>
                      <a:srgbClr val="818181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07999" tIns="0" rIns="0" bIns="0" anchor="ctr"/>
                  <a:lstStyle/>
                  <a:p>
                    <a:endParaRPr lang="en-NL"/>
                  </a:p>
                </p:txBody>
              </p:sp>
            </p:grpSp>
            <p:sp>
              <p:nvSpPr>
                <p:cNvPr id="88" name="Gelijkbenige driehoek 102">
                  <a:extLst>
                    <a:ext uri="{FF2B5EF4-FFF2-40B4-BE49-F238E27FC236}">
                      <a16:creationId xmlns:a16="http://schemas.microsoft.com/office/drawing/2014/main" id="{906E38E4-0CD5-23B7-2C65-B46445C415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799991">
                  <a:off x="13634856" y="2540203"/>
                  <a:ext cx="94887" cy="50292"/>
                </a:xfrm>
                <a:custGeom>
                  <a:avLst/>
                  <a:gdLst>
                    <a:gd name="T0" fmla="*/ 47444 w 94887"/>
                    <a:gd name="T1" fmla="*/ 0 h 50292"/>
                    <a:gd name="T2" fmla="*/ 94887 w 94887"/>
                    <a:gd name="T3" fmla="*/ 25146 h 50292"/>
                    <a:gd name="T4" fmla="*/ 47444 w 94887"/>
                    <a:gd name="T5" fmla="*/ 50292 h 50292"/>
                    <a:gd name="T6" fmla="*/ 0 w 94887"/>
                    <a:gd name="T7" fmla="*/ 25146 h 50292"/>
                    <a:gd name="T8" fmla="*/ 47444 w 94887"/>
                    <a:gd name="T9" fmla="*/ 0 h 50292"/>
                    <a:gd name="T10" fmla="*/ 23722 w 94887"/>
                    <a:gd name="T11" fmla="*/ 25146 h 50292"/>
                    <a:gd name="T12" fmla="*/ 0 w 94887"/>
                    <a:gd name="T13" fmla="*/ 50292 h 50292"/>
                    <a:gd name="T14" fmla="*/ 47444 w 94887"/>
                    <a:gd name="T15" fmla="*/ 50292 h 50292"/>
                    <a:gd name="T16" fmla="*/ 94887 w 94887"/>
                    <a:gd name="T17" fmla="*/ 50292 h 50292"/>
                    <a:gd name="T18" fmla="*/ 71165 w 94887"/>
                    <a:gd name="T19" fmla="*/ 25146 h 50292"/>
                    <a:gd name="T20" fmla="*/ 17694720 60000 65536"/>
                    <a:gd name="T21" fmla="*/ 0 60000 65536"/>
                    <a:gd name="T22" fmla="*/ 5898240 60000 65536"/>
                    <a:gd name="T23" fmla="*/ 11796480 60000 65536"/>
                    <a:gd name="T24" fmla="*/ 17694720 60000 65536"/>
                    <a:gd name="T25" fmla="*/ 11796480 60000 65536"/>
                    <a:gd name="T26" fmla="*/ 5898240 60000 65536"/>
                    <a:gd name="T27" fmla="*/ 5898240 60000 65536"/>
                    <a:gd name="T28" fmla="*/ 5898240 60000 65536"/>
                    <a:gd name="T29" fmla="*/ 0 60000 65536"/>
                    <a:gd name="T30" fmla="*/ 23722 w 94887"/>
                    <a:gd name="T31" fmla="*/ 25146 h 50292"/>
                    <a:gd name="T32" fmla="*/ 71165 w 94887"/>
                    <a:gd name="T33" fmla="*/ 50292 h 50292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94887" h="50292">
                      <a:moveTo>
                        <a:pt x="0" y="50292"/>
                      </a:moveTo>
                      <a:lnTo>
                        <a:pt x="47444" y="0"/>
                      </a:lnTo>
                      <a:lnTo>
                        <a:pt x="94887" y="50292"/>
                      </a:lnTo>
                      <a:lnTo>
                        <a:pt x="0" y="5029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143999" tIns="143999" rIns="143999" bIns="143999" anchor="ctr" anchorCtr="1"/>
                <a:lstStyle/>
                <a:p>
                  <a:endParaRPr lang="en-NL"/>
                </a:p>
              </p:txBody>
            </p:sp>
            <p:sp>
              <p:nvSpPr>
                <p:cNvPr id="89" name="Tekstvak 103">
                  <a:extLst>
                    <a:ext uri="{FF2B5EF4-FFF2-40B4-BE49-F238E27FC236}">
                      <a16:creationId xmlns:a16="http://schemas.microsoft.com/office/drawing/2014/main" id="{22769C58-3C0F-F759-22F4-EBE7F34F679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080556" y="2750277"/>
                  <a:ext cx="635800" cy="1264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 defTabSz="1216025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 defTabSz="1216025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 defTabSz="1216025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 defTabSz="1216025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 defTabSz="1216025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defTabSz="1216025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defTabSz="1216025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defTabSz="1216025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defTabSz="1216025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altLang="en-NL" sz="90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Borders</a:t>
                  </a:r>
                </a:p>
              </p:txBody>
            </p:sp>
            <p:sp>
              <p:nvSpPr>
                <p:cNvPr id="90" name="Gelijkbenige driehoek 104">
                  <a:extLst>
                    <a:ext uri="{FF2B5EF4-FFF2-40B4-BE49-F238E27FC236}">
                      <a16:creationId xmlns:a16="http://schemas.microsoft.com/office/drawing/2014/main" id="{D56C9601-821A-177E-34C7-C3284D63FD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799991">
                  <a:off x="13634856" y="2796472"/>
                  <a:ext cx="94887" cy="50292"/>
                </a:xfrm>
                <a:custGeom>
                  <a:avLst/>
                  <a:gdLst>
                    <a:gd name="T0" fmla="*/ 47444 w 94887"/>
                    <a:gd name="T1" fmla="*/ 0 h 50292"/>
                    <a:gd name="T2" fmla="*/ 94887 w 94887"/>
                    <a:gd name="T3" fmla="*/ 25146 h 50292"/>
                    <a:gd name="T4" fmla="*/ 47444 w 94887"/>
                    <a:gd name="T5" fmla="*/ 50292 h 50292"/>
                    <a:gd name="T6" fmla="*/ 0 w 94887"/>
                    <a:gd name="T7" fmla="*/ 25146 h 50292"/>
                    <a:gd name="T8" fmla="*/ 47444 w 94887"/>
                    <a:gd name="T9" fmla="*/ 0 h 50292"/>
                    <a:gd name="T10" fmla="*/ 23722 w 94887"/>
                    <a:gd name="T11" fmla="*/ 25146 h 50292"/>
                    <a:gd name="T12" fmla="*/ 0 w 94887"/>
                    <a:gd name="T13" fmla="*/ 50292 h 50292"/>
                    <a:gd name="T14" fmla="*/ 47444 w 94887"/>
                    <a:gd name="T15" fmla="*/ 50292 h 50292"/>
                    <a:gd name="T16" fmla="*/ 94887 w 94887"/>
                    <a:gd name="T17" fmla="*/ 50292 h 50292"/>
                    <a:gd name="T18" fmla="*/ 71165 w 94887"/>
                    <a:gd name="T19" fmla="*/ 25146 h 50292"/>
                    <a:gd name="T20" fmla="*/ 17694720 60000 65536"/>
                    <a:gd name="T21" fmla="*/ 0 60000 65536"/>
                    <a:gd name="T22" fmla="*/ 5898240 60000 65536"/>
                    <a:gd name="T23" fmla="*/ 11796480 60000 65536"/>
                    <a:gd name="T24" fmla="*/ 17694720 60000 65536"/>
                    <a:gd name="T25" fmla="*/ 11796480 60000 65536"/>
                    <a:gd name="T26" fmla="*/ 5898240 60000 65536"/>
                    <a:gd name="T27" fmla="*/ 5898240 60000 65536"/>
                    <a:gd name="T28" fmla="*/ 5898240 60000 65536"/>
                    <a:gd name="T29" fmla="*/ 0 60000 65536"/>
                    <a:gd name="T30" fmla="*/ 23722 w 94887"/>
                    <a:gd name="T31" fmla="*/ 25146 h 50292"/>
                    <a:gd name="T32" fmla="*/ 71165 w 94887"/>
                    <a:gd name="T33" fmla="*/ 50292 h 50292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94887" h="50292">
                      <a:moveTo>
                        <a:pt x="0" y="50292"/>
                      </a:moveTo>
                      <a:lnTo>
                        <a:pt x="47444" y="0"/>
                      </a:lnTo>
                      <a:lnTo>
                        <a:pt x="94887" y="50292"/>
                      </a:lnTo>
                      <a:lnTo>
                        <a:pt x="0" y="5029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143999" tIns="143999" rIns="143999" bIns="143999" anchor="ctr" anchorCtr="1"/>
                <a:lstStyle/>
                <a:p>
                  <a:endParaRPr lang="en-NL"/>
                </a:p>
              </p:txBody>
            </p:sp>
            <p:grpSp>
              <p:nvGrpSpPr>
                <p:cNvPr id="91" name="Groep 105">
                  <a:extLst>
                    <a:ext uri="{FF2B5EF4-FFF2-40B4-BE49-F238E27FC236}">
                      <a16:creationId xmlns:a16="http://schemas.microsoft.com/office/drawing/2014/main" id="{D1A676B7-06E0-70EA-DBDF-AD8715FA522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913348" y="2732592"/>
                  <a:ext cx="164052" cy="164052"/>
                  <a:chOff x="12913348" y="2732592"/>
                  <a:chExt cx="164052" cy="164052"/>
                </a:xfrm>
              </p:grpSpPr>
              <p:sp>
                <p:nvSpPr>
                  <p:cNvPr id="92" name="Rechthoek 106">
                    <a:extLst>
                      <a:ext uri="{FF2B5EF4-FFF2-40B4-BE49-F238E27FC236}">
                        <a16:creationId xmlns:a16="http://schemas.microsoft.com/office/drawing/2014/main" id="{5D3A2513-841B-8350-1D9A-024072B47933}"/>
                      </a:ext>
                    </a:extLst>
                  </p:cNvPr>
                  <p:cNvSpPr/>
                  <p:nvPr/>
                </p:nvSpPr>
                <p:spPr>
                  <a:xfrm>
                    <a:off x="12914027" y="2731057"/>
                    <a:ext cx="163550" cy="165096"/>
                  </a:xfrm>
                  <a:prstGeom prst="rect">
                    <a:avLst/>
                  </a:prstGeom>
                  <a:noFill/>
                  <a:ln w="12701" cap="flat">
                    <a:solidFill>
                      <a:srgbClr val="818181"/>
                    </a:solidFill>
                    <a:custDash>
                      <a:ds d="100000" sp="100000"/>
                    </a:custDash>
                    <a:miter/>
                  </a:ln>
                </p:spPr>
                <p:txBody>
                  <a:bodyPr lIns="179999" tIns="179999" rIns="179999" bIns="179999" anchor="ctr" anchorCtr="1"/>
                  <a:lstStyle/>
                  <a:p>
                    <a:pPr algn="ctr" eaLnBrk="1" fontAlgn="auto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GB" sz="1600" cap="all">
                      <a:solidFill>
                        <a:srgbClr val="FFFFFF"/>
                      </a:solidFill>
                      <a:latin typeface="Arial"/>
                    </a:endParaRPr>
                  </a:p>
                </p:txBody>
              </p:sp>
              <p:cxnSp>
                <p:nvCxnSpPr>
                  <p:cNvPr id="93" name="Rechte verbindingslijn 107">
                    <a:extLst>
                      <a:ext uri="{FF2B5EF4-FFF2-40B4-BE49-F238E27FC236}">
                        <a16:creationId xmlns:a16="http://schemas.microsoft.com/office/drawing/2014/main" id="{FD871BBB-500E-63ED-4EFD-61470834F311}"/>
                      </a:ext>
                    </a:extLst>
                  </p:cNvPr>
                  <p:cNvCxnSpPr>
                    <a:cxnSpLocks noChangeShapeType="1"/>
                    <a:stCxn id="20674" idx="0"/>
                    <a:endCxn id="20674" idx="2"/>
                  </p:cNvCxnSpPr>
                  <p:nvPr/>
                </p:nvCxnSpPr>
                <p:spPr bwMode="auto">
                  <a:xfrm>
                    <a:off x="12995374" y="2732592"/>
                    <a:ext cx="0" cy="164052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81818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94" name="Rechte verbindingslijn 108">
                    <a:extLst>
                      <a:ext uri="{FF2B5EF4-FFF2-40B4-BE49-F238E27FC236}">
                        <a16:creationId xmlns:a16="http://schemas.microsoft.com/office/drawing/2014/main" id="{502E7A07-464E-5624-AD07-7FD78061CC95}"/>
                      </a:ext>
                    </a:extLst>
                  </p:cNvPr>
                  <p:cNvCxnSpPr>
                    <a:cxnSpLocks noChangeShapeType="1"/>
                    <a:stCxn id="20674" idx="1"/>
                    <a:endCxn id="20674" idx="3"/>
                  </p:cNvCxnSpPr>
                  <p:nvPr/>
                </p:nvCxnSpPr>
                <p:spPr bwMode="auto">
                  <a:xfrm>
                    <a:off x="12913348" y="2814618"/>
                    <a:ext cx="164052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81818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</p:grpSp>
        <p:grpSp>
          <p:nvGrpSpPr>
            <p:cNvPr id="5" name="Groep 19">
              <a:extLst>
                <a:ext uri="{FF2B5EF4-FFF2-40B4-BE49-F238E27FC236}">
                  <a16:creationId xmlns:a16="http://schemas.microsoft.com/office/drawing/2014/main" id="{FBB20255-F6B6-7972-2C02-6C090352E0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77327" y="3410163"/>
              <a:ext cx="3693380" cy="3283189"/>
              <a:chOff x="12377327" y="3410163"/>
              <a:chExt cx="3693380" cy="3283189"/>
            </a:xfrm>
          </p:grpSpPr>
          <p:sp>
            <p:nvSpPr>
              <p:cNvPr id="6" name="Rechthoek 20">
                <a:extLst>
                  <a:ext uri="{FF2B5EF4-FFF2-40B4-BE49-F238E27FC236}">
                    <a16:creationId xmlns:a16="http://schemas.microsoft.com/office/drawing/2014/main" id="{ACCE84DD-575C-3132-E271-4320399CF5C2}"/>
                  </a:ext>
                </a:extLst>
              </p:cNvPr>
              <p:cNvSpPr/>
              <p:nvPr/>
            </p:nvSpPr>
            <p:spPr>
              <a:xfrm>
                <a:off x="12377327" y="3410489"/>
                <a:ext cx="3593344" cy="2641530"/>
              </a:xfrm>
              <a:prstGeom prst="rect">
                <a:avLst/>
              </a:prstGeom>
              <a:solidFill>
                <a:srgbClr val="FFFFFF"/>
              </a:solidFill>
              <a:ln w="6345" cap="flat">
                <a:solidFill>
                  <a:srgbClr val="ECECEC"/>
                </a:solidFill>
                <a:prstDash val="solid"/>
                <a:miter/>
              </a:ln>
            </p:spPr>
            <p:txBody>
              <a:bodyPr lIns="179999" tIns="143999" rIns="179999" bIns="143999"/>
              <a:lstStyle/>
              <a:p>
                <a:pPr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400" b="1" cap="all">
                    <a:solidFill>
                      <a:srgbClr val="00A6D6"/>
                    </a:solidFill>
                    <a:latin typeface="Calibri" pitchFamily="34"/>
                    <a:cs typeface="Calibri" pitchFamily="34"/>
                  </a:rPr>
                  <a:t>Edit table</a:t>
                </a:r>
              </a:p>
            </p:txBody>
          </p:sp>
          <p:sp>
            <p:nvSpPr>
              <p:cNvPr id="7" name="Ovaal 21">
                <a:extLst>
                  <a:ext uri="{FF2B5EF4-FFF2-40B4-BE49-F238E27FC236}">
                    <a16:creationId xmlns:a16="http://schemas.microsoft.com/office/drawing/2014/main" id="{A2BDA784-FBF4-902B-BAC0-B042522381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60170" y="3874770"/>
                <a:ext cx="179999" cy="179999"/>
              </a:xfrm>
              <a:custGeom>
                <a:avLst/>
                <a:gdLst>
                  <a:gd name="T0" fmla="*/ 90000 w 179999"/>
                  <a:gd name="T1" fmla="*/ 0 h 179999"/>
                  <a:gd name="T2" fmla="*/ 179999 w 179999"/>
                  <a:gd name="T3" fmla="*/ 90000 h 179999"/>
                  <a:gd name="T4" fmla="*/ 90000 w 179999"/>
                  <a:gd name="T5" fmla="*/ 179999 h 179999"/>
                  <a:gd name="T6" fmla="*/ 0 w 179999"/>
                  <a:gd name="T7" fmla="*/ 90000 h 179999"/>
                  <a:gd name="T8" fmla="*/ 26360 w 179999"/>
                  <a:gd name="T9" fmla="*/ 26360 h 179999"/>
                  <a:gd name="T10" fmla="*/ 26360 w 179999"/>
                  <a:gd name="T11" fmla="*/ 153639 h 179999"/>
                  <a:gd name="T12" fmla="*/ 153639 w 179999"/>
                  <a:gd name="T13" fmla="*/ 153639 h 179999"/>
                  <a:gd name="T14" fmla="*/ 153639 w 179999"/>
                  <a:gd name="T15" fmla="*/ 26360 h 179999"/>
                  <a:gd name="T16" fmla="*/ 17694720 60000 65536"/>
                  <a:gd name="T17" fmla="*/ 0 60000 65536"/>
                  <a:gd name="T18" fmla="*/ 5898240 60000 65536"/>
                  <a:gd name="T19" fmla="*/ 11796480 60000 65536"/>
                  <a:gd name="T20" fmla="*/ 17694720 60000 65536"/>
                  <a:gd name="T21" fmla="*/ 5898240 60000 65536"/>
                  <a:gd name="T22" fmla="*/ 5898240 60000 65536"/>
                  <a:gd name="T23" fmla="*/ 17694720 60000 65536"/>
                  <a:gd name="T24" fmla="*/ 26360 w 179999"/>
                  <a:gd name="T25" fmla="*/ 26360 h 179999"/>
                  <a:gd name="T26" fmla="*/ 153639 w 179999"/>
                  <a:gd name="T27" fmla="*/ 153639 h 17999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9999" h="179999">
                    <a:moveTo>
                      <a:pt x="0" y="90000"/>
                    </a:moveTo>
                    <a:lnTo>
                      <a:pt x="0" y="89999"/>
                    </a:lnTo>
                    <a:cubicBezTo>
                      <a:pt x="0" y="139705"/>
                      <a:pt x="40294" y="180000"/>
                      <a:pt x="90000" y="180000"/>
                    </a:cubicBezTo>
                    <a:cubicBezTo>
                      <a:pt x="139705" y="180000"/>
                      <a:pt x="180000" y="139705"/>
                      <a:pt x="180000" y="90000"/>
                    </a:cubicBezTo>
                    <a:cubicBezTo>
                      <a:pt x="180000" y="40294"/>
                      <a:pt x="139705" y="0"/>
                      <a:pt x="90000" y="0"/>
                    </a:cubicBezTo>
                    <a:cubicBezTo>
                      <a:pt x="40294" y="-1"/>
                      <a:pt x="0" y="40294"/>
                      <a:pt x="0" y="89999"/>
                    </a:cubicBezTo>
                    <a:close/>
                  </a:path>
                </a:pathLst>
              </a:custGeom>
              <a:solidFill>
                <a:srgbClr val="00A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/>
                <a:r>
                  <a:rPr lang="en-GB" altLang="en-NL" sz="1000" b="1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8" name="Rechthoek 22">
                <a:extLst>
                  <a:ext uri="{FF2B5EF4-FFF2-40B4-BE49-F238E27FC236}">
                    <a16:creationId xmlns:a16="http://schemas.microsoft.com/office/drawing/2014/main" id="{3B31B1C3-9CF5-58EA-22CF-5DC4C1CA5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44348" y="3874770"/>
                <a:ext cx="3008778" cy="3276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2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Select the preferred number of rows and/or columns of the table and go to the tab </a:t>
                </a:r>
                <a:r>
                  <a:rPr lang="en-GB" altLang="en-NL" sz="1200" b="1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‘Layout’</a:t>
                </a:r>
                <a:r>
                  <a:rPr lang="en-GB" altLang="en-NL" sz="12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sp>
            <p:nvSpPr>
              <p:cNvPr id="9" name="Rechthoek 23">
                <a:extLst>
                  <a:ext uri="{FF2B5EF4-FFF2-40B4-BE49-F238E27FC236}">
                    <a16:creationId xmlns:a16="http://schemas.microsoft.com/office/drawing/2014/main" id="{6424E2A4-F797-6BEE-561E-8F3B903BA683}"/>
                  </a:ext>
                </a:extLst>
              </p:cNvPr>
              <p:cNvSpPr/>
              <p:nvPr/>
            </p:nvSpPr>
            <p:spPr>
              <a:xfrm>
                <a:off x="12377327" y="5864699"/>
                <a:ext cx="3593344" cy="828653"/>
              </a:xfrm>
              <a:prstGeom prst="rect">
                <a:avLst/>
              </a:prstGeom>
              <a:solidFill>
                <a:srgbClr val="ECECEC"/>
              </a:solidFill>
              <a:ln w="6345" cap="flat">
                <a:solidFill>
                  <a:srgbClr val="ECECEC"/>
                </a:solidFill>
                <a:prstDash val="solid"/>
                <a:miter/>
              </a:ln>
            </p:spPr>
            <p:txBody>
              <a:bodyPr lIns="179999" tIns="143999" rIns="179999" bIns="143999" anchor="ctr"/>
              <a:lstStyle/>
              <a:p>
                <a:pPr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Want to know more?</a:t>
                </a:r>
                <a:b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</a:b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Go to the tab</a:t>
                </a: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 'SLIDEBUILDER’ </a:t>
                </a: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and click</a:t>
                </a:r>
                <a:b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</a:br>
                <a:r>
                  <a:rPr lang="en-GB" sz="1200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on the button </a:t>
                </a:r>
                <a:r>
                  <a:rPr lang="en-GB" sz="1200" b="1" cap="all">
                    <a:solidFill>
                      <a:srgbClr val="211F26"/>
                    </a:solidFill>
                    <a:latin typeface="Calibri" pitchFamily="34"/>
                    <a:cs typeface="Calibri" pitchFamily="34"/>
                  </a:rPr>
                  <a:t>‘Inspiration'</a:t>
                </a:r>
              </a:p>
            </p:txBody>
          </p:sp>
          <p:grpSp>
            <p:nvGrpSpPr>
              <p:cNvPr id="10" name="ICOON_info">
                <a:extLst>
                  <a:ext uri="{FF2B5EF4-FFF2-40B4-BE49-F238E27FC236}">
                    <a16:creationId xmlns:a16="http://schemas.microsoft.com/office/drawing/2014/main" id="{3EBDD7D5-7024-05E3-788C-F425D0C92B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787024" y="5729337"/>
                <a:ext cx="283683" cy="283683"/>
                <a:chOff x="15787024" y="5729337"/>
                <a:chExt cx="283683" cy="283683"/>
              </a:xfrm>
            </p:grpSpPr>
            <p:sp>
              <p:nvSpPr>
                <p:cNvPr id="74" name="Ovaal 88">
                  <a:extLst>
                    <a:ext uri="{FF2B5EF4-FFF2-40B4-BE49-F238E27FC236}">
                      <a16:creationId xmlns:a16="http://schemas.microsoft.com/office/drawing/2014/main" id="{4A71649F-0299-3F28-2867-2DFB96B898E6}"/>
                    </a:ext>
                  </a:extLst>
                </p:cNvPr>
                <p:cNvSpPr/>
                <p:nvPr/>
              </p:nvSpPr>
              <p:spPr>
                <a:xfrm>
                  <a:off x="15807121" y="5748815"/>
                  <a:ext cx="244532" cy="244468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211F26"/>
                </a:solidFill>
                <a:ln>
                  <a:noFill/>
                  <a:prstDash val="solid"/>
                </a:ln>
              </p:spPr>
              <p:txBody>
                <a:bodyPr lIns="179999" tIns="179999" rIns="179999" bIns="179999" anchor="ctr" anchorCtr="1"/>
                <a:lstStyle/>
                <a:p>
                  <a:pPr algn="ctr" eaLnBrk="1" fontAlgn="auto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600" cap="all">
                    <a:solidFill>
                      <a:srgbClr val="FFFFFF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sp>
              <p:nvSpPr>
                <p:cNvPr id="75" name="Graphic 163" descr="Informatie">
                  <a:extLst>
                    <a:ext uri="{FF2B5EF4-FFF2-40B4-BE49-F238E27FC236}">
                      <a16:creationId xmlns:a16="http://schemas.microsoft.com/office/drawing/2014/main" id="{9BD78384-2230-6F4C-74C6-0CE0DF2588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87024" y="5729337"/>
                  <a:ext cx="283683" cy="283683"/>
                </a:xfrm>
                <a:custGeom>
                  <a:avLst/>
                  <a:gdLst>
                    <a:gd name="T0" fmla="*/ 141842 w 291719"/>
                    <a:gd name="T1" fmla="*/ 0 h 291719"/>
                    <a:gd name="T2" fmla="*/ 283683 w 291719"/>
                    <a:gd name="T3" fmla="*/ 141842 h 291719"/>
                    <a:gd name="T4" fmla="*/ 141842 w 291719"/>
                    <a:gd name="T5" fmla="*/ 283683 h 291719"/>
                    <a:gd name="T6" fmla="*/ 0 w 291719"/>
                    <a:gd name="T7" fmla="*/ 141842 h 291719"/>
                    <a:gd name="T8" fmla="*/ 141842 w 291719"/>
                    <a:gd name="T9" fmla="*/ 0 h 291719"/>
                    <a:gd name="T10" fmla="*/ 0 w 291719"/>
                    <a:gd name="T11" fmla="*/ 141842 h 291719"/>
                    <a:gd name="T12" fmla="*/ 141842 w 291719"/>
                    <a:gd name="T13" fmla="*/ 283684 h 291719"/>
                    <a:gd name="T14" fmla="*/ 283684 w 291719"/>
                    <a:gd name="T15" fmla="*/ 141842 h 291719"/>
                    <a:gd name="T16" fmla="*/ 141842 w 291719"/>
                    <a:gd name="T17" fmla="*/ 0 h 291719"/>
                    <a:gd name="T18" fmla="*/ 134376 w 291719"/>
                    <a:gd name="T19" fmla="*/ 37327 h 291719"/>
                    <a:gd name="T20" fmla="*/ 153040 w 291719"/>
                    <a:gd name="T21" fmla="*/ 55990 h 291719"/>
                    <a:gd name="T22" fmla="*/ 134376 w 291719"/>
                    <a:gd name="T23" fmla="*/ 74653 h 291719"/>
                    <a:gd name="T24" fmla="*/ 115713 w 291719"/>
                    <a:gd name="T25" fmla="*/ 55990 h 291719"/>
                    <a:gd name="T26" fmla="*/ 134376 w 291719"/>
                    <a:gd name="T27" fmla="*/ 37327 h 291719"/>
                    <a:gd name="T28" fmla="*/ 179169 w 291719"/>
                    <a:gd name="T29" fmla="*/ 246357 h 291719"/>
                    <a:gd name="T30" fmla="*/ 104515 w 291719"/>
                    <a:gd name="T31" fmla="*/ 246357 h 291719"/>
                    <a:gd name="T32" fmla="*/ 104515 w 291719"/>
                    <a:gd name="T33" fmla="*/ 223961 h 291719"/>
                    <a:gd name="T34" fmla="*/ 130644 w 291719"/>
                    <a:gd name="T35" fmla="*/ 223961 h 291719"/>
                    <a:gd name="T36" fmla="*/ 130644 w 291719"/>
                    <a:gd name="T37" fmla="*/ 111981 h 291719"/>
                    <a:gd name="T38" fmla="*/ 108248 w 291719"/>
                    <a:gd name="T39" fmla="*/ 111981 h 291719"/>
                    <a:gd name="T40" fmla="*/ 108248 w 291719"/>
                    <a:gd name="T41" fmla="*/ 89584 h 291719"/>
                    <a:gd name="T42" fmla="*/ 153040 w 291719"/>
                    <a:gd name="T43" fmla="*/ 89584 h 291719"/>
                    <a:gd name="T44" fmla="*/ 153040 w 291719"/>
                    <a:gd name="T45" fmla="*/ 111981 h 291719"/>
                    <a:gd name="T46" fmla="*/ 153040 w 291719"/>
                    <a:gd name="T47" fmla="*/ 223961 h 291719"/>
                    <a:gd name="T48" fmla="*/ 179169 w 291719"/>
                    <a:gd name="T49" fmla="*/ 223961 h 291719"/>
                    <a:gd name="T50" fmla="*/ 179169 w 291719"/>
                    <a:gd name="T51" fmla="*/ 246357 h 291719"/>
                    <a:gd name="T52" fmla="*/ 17694720 60000 65536"/>
                    <a:gd name="T53" fmla="*/ 0 60000 65536"/>
                    <a:gd name="T54" fmla="*/ 5898240 60000 65536"/>
                    <a:gd name="T55" fmla="*/ 1179648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w 291719"/>
                    <a:gd name="T79" fmla="*/ 0 h 291719"/>
                    <a:gd name="T80" fmla="*/ 291719 w 291719"/>
                    <a:gd name="T81" fmla="*/ 291719 h 291719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T78" t="T79" r="T80" b="T81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NL"/>
                </a:p>
              </p:txBody>
            </p:sp>
          </p:grpSp>
          <p:grpSp>
            <p:nvGrpSpPr>
              <p:cNvPr id="11" name="Groep 25">
                <a:extLst>
                  <a:ext uri="{FF2B5EF4-FFF2-40B4-BE49-F238E27FC236}">
                    <a16:creationId xmlns:a16="http://schemas.microsoft.com/office/drawing/2014/main" id="{1B01C36F-9317-D3FB-893F-D767D552C0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25326" y="6002734"/>
                <a:ext cx="627799" cy="576684"/>
                <a:chOff x="15225326" y="6002734"/>
                <a:chExt cx="627799" cy="576684"/>
              </a:xfrm>
            </p:grpSpPr>
            <p:grpSp>
              <p:nvGrpSpPr>
                <p:cNvPr id="69" name="Inspireren">
                  <a:extLst>
                    <a:ext uri="{FF2B5EF4-FFF2-40B4-BE49-F238E27FC236}">
                      <a16:creationId xmlns:a16="http://schemas.microsoft.com/office/drawing/2014/main" id="{0012D8FE-4977-7457-51B5-EF7D56FECBF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447645" y="6002734"/>
                  <a:ext cx="169776" cy="242380"/>
                  <a:chOff x="15447645" y="6002734"/>
                  <a:chExt cx="169776" cy="242380"/>
                </a:xfrm>
              </p:grpSpPr>
              <p:sp>
                <p:nvSpPr>
                  <p:cNvPr id="71" name="Freeform 12">
                    <a:extLst>
                      <a:ext uri="{FF2B5EF4-FFF2-40B4-BE49-F238E27FC236}">
                        <a16:creationId xmlns:a16="http://schemas.microsoft.com/office/drawing/2014/main" id="{82810906-A76B-D0EF-044D-44196A445E8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497845" y="6089556"/>
                    <a:ext cx="68726" cy="62051"/>
                  </a:xfrm>
                  <a:custGeom>
                    <a:avLst/>
                    <a:gdLst>
                      <a:gd name="T0" fmla="*/ 34363 w 319"/>
                      <a:gd name="T1" fmla="*/ 0 h 288"/>
                      <a:gd name="T2" fmla="*/ 68726 w 319"/>
                      <a:gd name="T3" fmla="*/ 31026 h 288"/>
                      <a:gd name="T4" fmla="*/ 34363 w 319"/>
                      <a:gd name="T5" fmla="*/ 62051 h 288"/>
                      <a:gd name="T6" fmla="*/ 0 w 319"/>
                      <a:gd name="T7" fmla="*/ 31026 h 288"/>
                      <a:gd name="T8" fmla="*/ 47397 w 319"/>
                      <a:gd name="T9" fmla="*/ 62051 h 288"/>
                      <a:gd name="T10" fmla="*/ 23052 w 319"/>
                      <a:gd name="T11" fmla="*/ 62051 h 288"/>
                      <a:gd name="T12" fmla="*/ 0 w 319"/>
                      <a:gd name="T13" fmla="*/ 0 h 288"/>
                      <a:gd name="T14" fmla="*/ 68726 w 319"/>
                      <a:gd name="T15" fmla="*/ 0 h 288"/>
                      <a:gd name="T16" fmla="*/ 47397 w 319"/>
                      <a:gd name="T17" fmla="*/ 62051 h 288"/>
                      <a:gd name="T18" fmla="*/ 17694720 60000 65536"/>
                      <a:gd name="T19" fmla="*/ 0 60000 65536"/>
                      <a:gd name="T20" fmla="*/ 5898240 60000 65536"/>
                      <a:gd name="T21" fmla="*/ 1179648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319"/>
                      <a:gd name="T28" fmla="*/ 0 h 288"/>
                      <a:gd name="T29" fmla="*/ 319 w 319"/>
                      <a:gd name="T30" fmla="*/ 288 h 288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  <p:sp>
                <p:nvSpPr>
                  <p:cNvPr id="72" name="Freeform 13">
                    <a:extLst>
                      <a:ext uri="{FF2B5EF4-FFF2-40B4-BE49-F238E27FC236}">
                        <a16:creationId xmlns:a16="http://schemas.microsoft.com/office/drawing/2014/main" id="{4D369FCE-CD50-4F59-6F1B-9DCA4CF757B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502371" y="6220983"/>
                    <a:ext cx="60761" cy="24131"/>
                  </a:xfrm>
                  <a:custGeom>
                    <a:avLst/>
                    <a:gdLst>
                      <a:gd name="T0" fmla="*/ 30381 w 251"/>
                      <a:gd name="T1" fmla="*/ 0 h 100"/>
                      <a:gd name="T2" fmla="*/ 60761 w 251"/>
                      <a:gd name="T3" fmla="*/ 12066 h 100"/>
                      <a:gd name="T4" fmla="*/ 30381 w 251"/>
                      <a:gd name="T5" fmla="*/ 24131 h 100"/>
                      <a:gd name="T6" fmla="*/ 0 w 251"/>
                      <a:gd name="T7" fmla="*/ 12066 h 100"/>
                      <a:gd name="T8" fmla="*/ 55435 w 251"/>
                      <a:gd name="T9" fmla="*/ 16892 h 100"/>
                      <a:gd name="T10" fmla="*/ 55435 w 251"/>
                      <a:gd name="T11" fmla="*/ 16650 h 100"/>
                      <a:gd name="T12" fmla="*/ 60761 w 251"/>
                      <a:gd name="T13" fmla="*/ 0 h 100"/>
                      <a:gd name="T14" fmla="*/ 0 w 251"/>
                      <a:gd name="T15" fmla="*/ 0 h 100"/>
                      <a:gd name="T16" fmla="*/ 5326 w 251"/>
                      <a:gd name="T17" fmla="*/ 16650 h 100"/>
                      <a:gd name="T18" fmla="*/ 15251 w 251"/>
                      <a:gd name="T19" fmla="*/ 24131 h 100"/>
                      <a:gd name="T20" fmla="*/ 45510 w 251"/>
                      <a:gd name="T21" fmla="*/ 24131 h 100"/>
                      <a:gd name="T22" fmla="*/ 55435 w 251"/>
                      <a:gd name="T23" fmla="*/ 17133 h 100"/>
                      <a:gd name="T24" fmla="*/ 55435 w 251"/>
                      <a:gd name="T25" fmla="*/ 17133 h 100"/>
                      <a:gd name="T26" fmla="*/ 55435 w 251"/>
                      <a:gd name="T27" fmla="*/ 16892 h 100"/>
                      <a:gd name="T28" fmla="*/ 17694720 60000 65536"/>
                      <a:gd name="T29" fmla="*/ 0 60000 65536"/>
                      <a:gd name="T30" fmla="*/ 5898240 60000 65536"/>
                      <a:gd name="T31" fmla="*/ 1179648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251"/>
                      <a:gd name="T43" fmla="*/ 0 h 100"/>
                      <a:gd name="T44" fmla="*/ 251 w 251"/>
                      <a:gd name="T45" fmla="*/ 100 h 100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  <p:sp>
                <p:nvSpPr>
                  <p:cNvPr id="73" name="Freeform 14">
                    <a:extLst>
                      <a:ext uri="{FF2B5EF4-FFF2-40B4-BE49-F238E27FC236}">
                        <a16:creationId xmlns:a16="http://schemas.microsoft.com/office/drawing/2014/main" id="{AE0931D5-E583-E1A5-1EBC-7914AF9E85E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447645" y="6002734"/>
                    <a:ext cx="169776" cy="208126"/>
                  </a:xfrm>
                  <a:custGeom>
                    <a:avLst/>
                    <a:gdLst>
                      <a:gd name="T0" fmla="*/ 84888 w 702"/>
                      <a:gd name="T1" fmla="*/ 0 h 860"/>
                      <a:gd name="T2" fmla="*/ 169776 w 702"/>
                      <a:gd name="T3" fmla="*/ 104063 h 860"/>
                      <a:gd name="T4" fmla="*/ 84888 w 702"/>
                      <a:gd name="T5" fmla="*/ 208126 h 860"/>
                      <a:gd name="T6" fmla="*/ 0 w 702"/>
                      <a:gd name="T7" fmla="*/ 104063 h 860"/>
                      <a:gd name="T8" fmla="*/ 84888 w 702"/>
                      <a:gd name="T9" fmla="*/ 0 h 860"/>
                      <a:gd name="T10" fmla="*/ 0 w 702"/>
                      <a:gd name="T11" fmla="*/ 84944 h 860"/>
                      <a:gd name="T12" fmla="*/ 32407 w 702"/>
                      <a:gd name="T13" fmla="*/ 151738 h 860"/>
                      <a:gd name="T14" fmla="*/ 39905 w 702"/>
                      <a:gd name="T15" fmla="*/ 173761 h 860"/>
                      <a:gd name="T16" fmla="*/ 64331 w 702"/>
                      <a:gd name="T17" fmla="*/ 173761 h 860"/>
                      <a:gd name="T18" fmla="*/ 64331 w 702"/>
                      <a:gd name="T19" fmla="*/ 173761 h 860"/>
                      <a:gd name="T20" fmla="*/ 104961 w 702"/>
                      <a:gd name="T21" fmla="*/ 173761 h 860"/>
                      <a:gd name="T22" fmla="*/ 101334 w 702"/>
                      <a:gd name="T23" fmla="*/ 183925 h 860"/>
                      <a:gd name="T24" fmla="*/ 68684 w 702"/>
                      <a:gd name="T25" fmla="*/ 183925 h 860"/>
                      <a:gd name="T26" fmla="*/ 68684 w 702"/>
                      <a:gd name="T27" fmla="*/ 183925 h 860"/>
                      <a:gd name="T28" fmla="*/ 43290 w 702"/>
                      <a:gd name="T29" fmla="*/ 183925 h 860"/>
                      <a:gd name="T30" fmla="*/ 51271 w 702"/>
                      <a:gd name="T31" fmla="*/ 208126 h 860"/>
                      <a:gd name="T32" fmla="*/ 51271 w 702"/>
                      <a:gd name="T33" fmla="*/ 208126 h 860"/>
                      <a:gd name="T34" fmla="*/ 52239 w 702"/>
                      <a:gd name="T35" fmla="*/ 208126 h 860"/>
                      <a:gd name="T36" fmla="*/ 118021 w 702"/>
                      <a:gd name="T37" fmla="*/ 208126 h 860"/>
                      <a:gd name="T38" fmla="*/ 118746 w 702"/>
                      <a:gd name="T39" fmla="*/ 208126 h 860"/>
                      <a:gd name="T40" fmla="*/ 137852 w 702"/>
                      <a:gd name="T41" fmla="*/ 151254 h 860"/>
                      <a:gd name="T42" fmla="*/ 169776 w 702"/>
                      <a:gd name="T43" fmla="*/ 84944 h 860"/>
                      <a:gd name="T44" fmla="*/ 84888 w 702"/>
                      <a:gd name="T45" fmla="*/ 0 h 860"/>
                      <a:gd name="T46" fmla="*/ 141964 w 702"/>
                      <a:gd name="T47" fmla="*/ 105999 h 860"/>
                      <a:gd name="T48" fmla="*/ 117295 w 702"/>
                      <a:gd name="T49" fmla="*/ 136250 h 860"/>
                      <a:gd name="T50" fmla="*/ 109798 w 702"/>
                      <a:gd name="T51" fmla="*/ 159241 h 860"/>
                      <a:gd name="T52" fmla="*/ 60462 w 702"/>
                      <a:gd name="T53" fmla="*/ 159241 h 860"/>
                      <a:gd name="T54" fmla="*/ 52964 w 702"/>
                      <a:gd name="T55" fmla="*/ 136734 h 860"/>
                      <a:gd name="T56" fmla="*/ 27812 w 702"/>
                      <a:gd name="T57" fmla="*/ 106241 h 860"/>
                      <a:gd name="T58" fmla="*/ 23943 w 702"/>
                      <a:gd name="T59" fmla="*/ 84944 h 860"/>
                      <a:gd name="T60" fmla="*/ 84888 w 702"/>
                      <a:gd name="T61" fmla="*/ 23959 h 860"/>
                      <a:gd name="T62" fmla="*/ 145833 w 702"/>
                      <a:gd name="T63" fmla="*/ 84944 h 860"/>
                      <a:gd name="T64" fmla="*/ 141964 w 702"/>
                      <a:gd name="T65" fmla="*/ 105999 h 860"/>
                      <a:gd name="T66" fmla="*/ 17694720 60000 65536"/>
                      <a:gd name="T67" fmla="*/ 0 60000 65536"/>
                      <a:gd name="T68" fmla="*/ 5898240 60000 65536"/>
                      <a:gd name="T69" fmla="*/ 1179648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w 702"/>
                      <a:gd name="T100" fmla="*/ 0 h 860"/>
                      <a:gd name="T101" fmla="*/ 702 w 702"/>
                      <a:gd name="T102" fmla="*/ 860 h 860"/>
                    </a:gdLst>
                    <a:ahLst/>
                    <a:cxnLst>
                      <a:cxn ang="T66">
                        <a:pos x="T0" y="T1"/>
                      </a:cxn>
                      <a:cxn ang="T67">
                        <a:pos x="T2" y="T3"/>
                      </a:cxn>
                      <a:cxn ang="T68">
                        <a:pos x="T4" y="T5"/>
                      </a:cxn>
                      <a:cxn ang="T69">
                        <a:pos x="T6" y="T7"/>
                      </a:cxn>
                      <a:cxn ang="T70">
                        <a:pos x="T8" y="T9"/>
                      </a:cxn>
                      <a:cxn ang="T71">
                        <a:pos x="T10" y="T11"/>
                      </a:cxn>
                      <a:cxn ang="T72">
                        <a:pos x="T12" y="T13"/>
                      </a:cxn>
                      <a:cxn ang="T73">
                        <a:pos x="T14" y="T15"/>
                      </a:cxn>
                      <a:cxn ang="T74">
                        <a:pos x="T16" y="T17"/>
                      </a:cxn>
                      <a:cxn ang="T75">
                        <a:pos x="T18" y="T19"/>
                      </a:cxn>
                      <a:cxn ang="T76">
                        <a:pos x="T20" y="T21"/>
                      </a:cxn>
                      <a:cxn ang="T77">
                        <a:pos x="T22" y="T23"/>
                      </a:cxn>
                      <a:cxn ang="T78">
                        <a:pos x="T24" y="T25"/>
                      </a:cxn>
                      <a:cxn ang="T79">
                        <a:pos x="T26" y="T27"/>
                      </a:cxn>
                      <a:cxn ang="T80">
                        <a:pos x="T28" y="T29"/>
                      </a:cxn>
                      <a:cxn ang="T81">
                        <a:pos x="T30" y="T31"/>
                      </a:cxn>
                      <a:cxn ang="T82">
                        <a:pos x="T32" y="T33"/>
                      </a:cxn>
                      <a:cxn ang="T83">
                        <a:pos x="T34" y="T35"/>
                      </a:cxn>
                      <a:cxn ang="T84">
                        <a:pos x="T36" y="T37"/>
                      </a:cxn>
                      <a:cxn ang="T85">
                        <a:pos x="T38" y="T39"/>
                      </a:cxn>
                      <a:cxn ang="T86">
                        <a:pos x="T40" y="T41"/>
                      </a:cxn>
                      <a:cxn ang="T87">
                        <a:pos x="T42" y="T43"/>
                      </a:cxn>
                      <a:cxn ang="T88">
                        <a:pos x="T44" y="T45"/>
                      </a:cxn>
                      <a:cxn ang="T89">
                        <a:pos x="T46" y="T47"/>
                      </a:cxn>
                      <a:cxn ang="T90">
                        <a:pos x="T48" y="T49"/>
                      </a:cxn>
                      <a:cxn ang="T91">
                        <a:pos x="T50" y="T51"/>
                      </a:cxn>
                      <a:cxn ang="T92">
                        <a:pos x="T52" y="T53"/>
                      </a:cxn>
                      <a:cxn ang="T93">
                        <a:pos x="T54" y="T55"/>
                      </a:cxn>
                      <a:cxn ang="T94">
                        <a:pos x="T56" y="T57"/>
                      </a:cxn>
                      <a:cxn ang="T95">
                        <a:pos x="T58" y="T59"/>
                      </a:cxn>
                      <a:cxn ang="T96">
                        <a:pos x="T60" y="T61"/>
                      </a:cxn>
                      <a:cxn ang="T97">
                        <a:pos x="T62" y="T63"/>
                      </a:cxn>
                      <a:cxn ang="T98">
                        <a:pos x="T64" y="T65"/>
                      </a:cxn>
                    </a:cxnLst>
                    <a:rect l="T99" t="T100" r="T101" b="T102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NL"/>
                  </a:p>
                </p:txBody>
              </p:sp>
            </p:grpSp>
            <p:sp>
              <p:nvSpPr>
                <p:cNvPr id="70" name="Tekstvak 84">
                  <a:extLst>
                    <a:ext uri="{FF2B5EF4-FFF2-40B4-BE49-F238E27FC236}">
                      <a16:creationId xmlns:a16="http://schemas.microsoft.com/office/drawing/2014/main" id="{DC4EA970-BA9F-B29C-8303-29CD923BAE0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225326" y="6257184"/>
                  <a:ext cx="627799" cy="3222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 anchorCtr="1"/>
                <a:lstStyle>
                  <a:lvl1pPr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ptos" panose="020B00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altLang="en-NL" sz="100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Inspiration</a:t>
                  </a:r>
                </a:p>
              </p:txBody>
            </p:sp>
          </p:grpSp>
          <p:sp>
            <p:nvSpPr>
              <p:cNvPr id="12" name="Ovaal 26">
                <a:extLst>
                  <a:ext uri="{FF2B5EF4-FFF2-40B4-BE49-F238E27FC236}">
                    <a16:creationId xmlns:a16="http://schemas.microsoft.com/office/drawing/2014/main" id="{BAE2A7A7-8FD8-DF42-FD53-24F5622B41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60170" y="4396124"/>
                <a:ext cx="179999" cy="179999"/>
              </a:xfrm>
              <a:custGeom>
                <a:avLst/>
                <a:gdLst>
                  <a:gd name="T0" fmla="*/ 90000 w 179999"/>
                  <a:gd name="T1" fmla="*/ 0 h 179999"/>
                  <a:gd name="T2" fmla="*/ 179999 w 179999"/>
                  <a:gd name="T3" fmla="*/ 90000 h 179999"/>
                  <a:gd name="T4" fmla="*/ 90000 w 179999"/>
                  <a:gd name="T5" fmla="*/ 179999 h 179999"/>
                  <a:gd name="T6" fmla="*/ 0 w 179999"/>
                  <a:gd name="T7" fmla="*/ 90000 h 179999"/>
                  <a:gd name="T8" fmla="*/ 26360 w 179999"/>
                  <a:gd name="T9" fmla="*/ 26360 h 179999"/>
                  <a:gd name="T10" fmla="*/ 26360 w 179999"/>
                  <a:gd name="T11" fmla="*/ 153639 h 179999"/>
                  <a:gd name="T12" fmla="*/ 153639 w 179999"/>
                  <a:gd name="T13" fmla="*/ 153639 h 179999"/>
                  <a:gd name="T14" fmla="*/ 153639 w 179999"/>
                  <a:gd name="T15" fmla="*/ 26360 h 179999"/>
                  <a:gd name="T16" fmla="*/ 17694720 60000 65536"/>
                  <a:gd name="T17" fmla="*/ 0 60000 65536"/>
                  <a:gd name="T18" fmla="*/ 5898240 60000 65536"/>
                  <a:gd name="T19" fmla="*/ 11796480 60000 65536"/>
                  <a:gd name="T20" fmla="*/ 17694720 60000 65536"/>
                  <a:gd name="T21" fmla="*/ 5898240 60000 65536"/>
                  <a:gd name="T22" fmla="*/ 5898240 60000 65536"/>
                  <a:gd name="T23" fmla="*/ 17694720 60000 65536"/>
                  <a:gd name="T24" fmla="*/ 26360 w 179999"/>
                  <a:gd name="T25" fmla="*/ 26360 h 179999"/>
                  <a:gd name="T26" fmla="*/ 153639 w 179999"/>
                  <a:gd name="T27" fmla="*/ 153639 h 17999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9999" h="179999">
                    <a:moveTo>
                      <a:pt x="0" y="90000"/>
                    </a:moveTo>
                    <a:lnTo>
                      <a:pt x="0" y="89999"/>
                    </a:lnTo>
                    <a:cubicBezTo>
                      <a:pt x="0" y="139705"/>
                      <a:pt x="40294" y="180000"/>
                      <a:pt x="90000" y="180000"/>
                    </a:cubicBezTo>
                    <a:cubicBezTo>
                      <a:pt x="139705" y="180000"/>
                      <a:pt x="180000" y="139705"/>
                      <a:pt x="180000" y="90000"/>
                    </a:cubicBezTo>
                    <a:cubicBezTo>
                      <a:pt x="180000" y="40294"/>
                      <a:pt x="139705" y="0"/>
                      <a:pt x="90000" y="0"/>
                    </a:cubicBezTo>
                    <a:cubicBezTo>
                      <a:pt x="40294" y="-1"/>
                      <a:pt x="0" y="40294"/>
                      <a:pt x="0" y="89999"/>
                    </a:cubicBezTo>
                    <a:close/>
                  </a:path>
                </a:pathLst>
              </a:custGeom>
              <a:solidFill>
                <a:srgbClr val="00A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/>
                <a:r>
                  <a:rPr lang="en-GB" altLang="en-NL" sz="1000" b="1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13" name="Rechthoek 27">
                <a:extLst>
                  <a:ext uri="{FF2B5EF4-FFF2-40B4-BE49-F238E27FC236}">
                    <a16:creationId xmlns:a16="http://schemas.microsoft.com/office/drawing/2014/main" id="{D81BF1CB-5793-3945-CC3B-0FBE414408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44348" y="4396124"/>
                <a:ext cx="2944678" cy="4959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2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At the section </a:t>
                </a:r>
                <a:r>
                  <a:rPr lang="en-GB" altLang="en-NL" sz="1200" b="1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‘Rows and columns’</a:t>
                </a:r>
                <a:r>
                  <a:rPr lang="en-GB" altLang="en-NL" sz="12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you can delete or add rows and columns. Choose from the variety of options:</a:t>
                </a:r>
              </a:p>
            </p:txBody>
          </p:sp>
          <p:grpSp>
            <p:nvGrpSpPr>
              <p:cNvPr id="14" name="Groep 28">
                <a:extLst>
                  <a:ext uri="{FF2B5EF4-FFF2-40B4-BE49-F238E27FC236}">
                    <a16:creationId xmlns:a16="http://schemas.microsoft.com/office/drawing/2014/main" id="{C2B71C06-7166-95E6-2E71-5298CC8DE7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48445" y="4996921"/>
                <a:ext cx="3013679" cy="673629"/>
                <a:chOff x="12748445" y="4996921"/>
                <a:chExt cx="3013679" cy="673629"/>
              </a:xfrm>
            </p:grpSpPr>
            <p:grpSp>
              <p:nvGrpSpPr>
                <p:cNvPr id="15" name="Groep 29">
                  <a:extLst>
                    <a:ext uri="{FF2B5EF4-FFF2-40B4-BE49-F238E27FC236}">
                      <a16:creationId xmlns:a16="http://schemas.microsoft.com/office/drawing/2014/main" id="{D6A508D1-9DCB-EFF0-94EE-3F496F2107A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748445" y="5041535"/>
                  <a:ext cx="761484" cy="529519"/>
                  <a:chOff x="12748445" y="5041535"/>
                  <a:chExt cx="761484" cy="529519"/>
                </a:xfrm>
              </p:grpSpPr>
              <p:grpSp>
                <p:nvGrpSpPr>
                  <p:cNvPr id="60" name="Groep 74">
                    <a:extLst>
                      <a:ext uri="{FF2B5EF4-FFF2-40B4-BE49-F238E27FC236}">
                        <a16:creationId xmlns:a16="http://schemas.microsoft.com/office/drawing/2014/main" id="{BB9AB27E-14F6-7645-BABE-AF726FE8644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933246" y="5041535"/>
                    <a:ext cx="485596" cy="437048"/>
                    <a:chOff x="12933246" y="5041535"/>
                    <a:chExt cx="485596" cy="437048"/>
                  </a:xfrm>
                </p:grpSpPr>
                <p:grpSp>
                  <p:nvGrpSpPr>
                    <p:cNvPr id="62" name="Groep 76">
                      <a:extLst>
                        <a:ext uri="{FF2B5EF4-FFF2-40B4-BE49-F238E27FC236}">
                          <a16:creationId xmlns:a16="http://schemas.microsoft.com/office/drawing/2014/main" id="{6D63DDAD-C87E-D0F0-FA86-630CB39C049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2933246" y="5041535"/>
                      <a:ext cx="389113" cy="330793"/>
                      <a:chOff x="12933246" y="5041535"/>
                      <a:chExt cx="389113" cy="330793"/>
                    </a:xfrm>
                  </p:grpSpPr>
                  <p:cxnSp>
                    <p:nvCxnSpPr>
                      <p:cNvPr id="64" name="Rechte verbindingslijn 78">
                        <a:extLst>
                          <a:ext uri="{FF2B5EF4-FFF2-40B4-BE49-F238E27FC236}">
                            <a16:creationId xmlns:a16="http://schemas.microsoft.com/office/drawing/2014/main" id="{13A741C9-7389-5B74-EF2C-E19D0C0A7422}"/>
                          </a:ext>
                        </a:extLst>
                      </p:cNvPr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2933246" y="5148840"/>
                        <a:ext cx="389113" cy="0"/>
                      </a:xfrm>
                      <a:prstGeom prst="straightConnector1">
                        <a:avLst/>
                      </a:prstGeom>
                      <a:noFill/>
                      <a:ln w="6345">
                        <a:solidFill>
                          <a:srgbClr val="817F7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65" name="Rechte verbindingslijn 79">
                        <a:extLst>
                          <a:ext uri="{FF2B5EF4-FFF2-40B4-BE49-F238E27FC236}">
                            <a16:creationId xmlns:a16="http://schemas.microsoft.com/office/drawing/2014/main" id="{5AD5F3E6-92BB-F61E-3559-2BDCCE0C0B66}"/>
                          </a:ext>
                        </a:extLst>
                      </p:cNvPr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2933246" y="5260579"/>
                        <a:ext cx="389113" cy="0"/>
                      </a:xfrm>
                      <a:prstGeom prst="straightConnector1">
                        <a:avLst/>
                      </a:prstGeom>
                      <a:noFill/>
                      <a:ln w="6345">
                        <a:solidFill>
                          <a:srgbClr val="817F7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66" name="Rechte verbindingslijn 80">
                        <a:extLst>
                          <a:ext uri="{FF2B5EF4-FFF2-40B4-BE49-F238E27FC236}">
                            <a16:creationId xmlns:a16="http://schemas.microsoft.com/office/drawing/2014/main" id="{583D498F-5B3E-DA48-01BF-AE0E059CF2D2}"/>
                          </a:ext>
                        </a:extLst>
                      </p:cNvPr>
                      <p:cNvCxnSpPr>
                        <a:cxnSpLocks noChangeShapeType="1"/>
                      </p:cNvCxnSpPr>
                      <p:nvPr/>
                    </p:nvCxnSpPr>
                    <p:spPr bwMode="auto">
                      <a:xfrm flipH="1">
                        <a:off x="13187714" y="5041535"/>
                        <a:ext cx="1052" cy="330793"/>
                      </a:xfrm>
                      <a:prstGeom prst="straightConnector1">
                        <a:avLst/>
                      </a:prstGeom>
                      <a:noFill/>
                      <a:ln w="6345">
                        <a:solidFill>
                          <a:srgbClr val="817F7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67" name="Rechte verbindingslijn 81">
                        <a:extLst>
                          <a:ext uri="{FF2B5EF4-FFF2-40B4-BE49-F238E27FC236}">
                            <a16:creationId xmlns:a16="http://schemas.microsoft.com/office/drawing/2014/main" id="{5179E284-7D77-36B9-97D0-9D0AF6261560}"/>
                          </a:ext>
                        </a:extLst>
                      </p:cNvPr>
                      <p:cNvCxnSpPr>
                        <a:cxnSpLocks noChangeShapeType="1"/>
                      </p:cNvCxnSpPr>
                      <p:nvPr/>
                    </p:nvCxnSpPr>
                    <p:spPr bwMode="auto">
                      <a:xfrm flipH="1">
                        <a:off x="13058016" y="5041535"/>
                        <a:ext cx="1051" cy="330793"/>
                      </a:xfrm>
                      <a:prstGeom prst="straightConnector1">
                        <a:avLst/>
                      </a:prstGeom>
                      <a:noFill/>
                      <a:ln w="6345">
                        <a:solidFill>
                          <a:srgbClr val="817F7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sp>
                    <p:nvSpPr>
                      <p:cNvPr id="68" name="Rechthoek 82">
                        <a:extLst>
                          <a:ext uri="{FF2B5EF4-FFF2-40B4-BE49-F238E27FC236}">
                            <a16:creationId xmlns:a16="http://schemas.microsoft.com/office/drawing/2014/main" id="{F12401B5-0D1E-731C-FBAA-ADB2A9ECA6D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2935523" y="5041535"/>
                        <a:ext cx="386836" cy="330793"/>
                      </a:xfrm>
                      <a:prstGeom prst="rect">
                        <a:avLst/>
                      </a:prstGeom>
                      <a:noFill/>
                      <a:ln w="12701">
                        <a:solidFill>
                          <a:srgbClr val="6C6C6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anchor="ctr" anchorCtr="1"/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5pPr>
                        <a:lvl6pPr marL="2514600" indent="-228600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6pPr>
                        <a:lvl7pPr marL="2971800" indent="-228600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7pPr>
                        <a:lvl8pPr marL="3429000" indent="-228600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8pPr>
                        <a:lvl9pPr marL="3886200" indent="-228600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9pPr>
                      </a:lstStyle>
                      <a:p>
                        <a:pPr algn="ctr" eaLnBrk="1" hangingPunct="1"/>
                        <a:endParaRPr lang="en-GB" altLang="en-NL" sz="2400">
                          <a:solidFill>
                            <a:srgbClr val="00A6D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63" name="Vrije vorm: vorm 77">
                      <a:extLst>
                        <a:ext uri="{FF2B5EF4-FFF2-40B4-BE49-F238E27FC236}">
                          <a16:creationId xmlns:a16="http://schemas.microsoft.com/office/drawing/2014/main" id="{183E621C-71CA-28E2-87A1-CF8718F3846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2700006">
                      <a:off x="13147805" y="5207546"/>
                      <a:ext cx="271037" cy="271037"/>
                    </a:xfrm>
                    <a:custGeom>
                      <a:avLst/>
                      <a:gdLst>
                        <a:gd name="T0" fmla="*/ 135519 w 360000"/>
                        <a:gd name="T1" fmla="*/ 0 h 360000"/>
                        <a:gd name="T2" fmla="*/ 271037 w 360000"/>
                        <a:gd name="T3" fmla="*/ 135519 h 360000"/>
                        <a:gd name="T4" fmla="*/ 135519 w 360000"/>
                        <a:gd name="T5" fmla="*/ 271037 h 360000"/>
                        <a:gd name="T6" fmla="*/ 0 w 360000"/>
                        <a:gd name="T7" fmla="*/ 135519 h 360000"/>
                        <a:gd name="T8" fmla="*/ 5954 w 360000"/>
                        <a:gd name="T9" fmla="*/ 121145 h 360000"/>
                        <a:gd name="T10" fmla="*/ 20328 w 360000"/>
                        <a:gd name="T11" fmla="*/ 115191 h 360000"/>
                        <a:gd name="T12" fmla="*/ 115191 w 360000"/>
                        <a:gd name="T13" fmla="*/ 115191 h 360000"/>
                        <a:gd name="T14" fmla="*/ 115191 w 360000"/>
                        <a:gd name="T15" fmla="*/ 20328 h 360000"/>
                        <a:gd name="T16" fmla="*/ 135519 w 360000"/>
                        <a:gd name="T17" fmla="*/ 0 h 360000"/>
                        <a:gd name="T18" fmla="*/ 155846 w 360000"/>
                        <a:gd name="T19" fmla="*/ 20328 h 360000"/>
                        <a:gd name="T20" fmla="*/ 155846 w 360000"/>
                        <a:gd name="T21" fmla="*/ 115191 h 360000"/>
                        <a:gd name="T22" fmla="*/ 250709 w 360000"/>
                        <a:gd name="T23" fmla="*/ 115191 h 360000"/>
                        <a:gd name="T24" fmla="*/ 271037 w 360000"/>
                        <a:gd name="T25" fmla="*/ 135519 h 360000"/>
                        <a:gd name="T26" fmla="*/ 250709 w 360000"/>
                        <a:gd name="T27" fmla="*/ 155846 h 360000"/>
                        <a:gd name="T28" fmla="*/ 155846 w 360000"/>
                        <a:gd name="T29" fmla="*/ 155846 h 360000"/>
                        <a:gd name="T30" fmla="*/ 155846 w 360000"/>
                        <a:gd name="T31" fmla="*/ 250709 h 360000"/>
                        <a:gd name="T32" fmla="*/ 135519 w 360000"/>
                        <a:gd name="T33" fmla="*/ 271037 h 360000"/>
                        <a:gd name="T34" fmla="*/ 115191 w 360000"/>
                        <a:gd name="T35" fmla="*/ 250709 h 360000"/>
                        <a:gd name="T36" fmla="*/ 115191 w 360000"/>
                        <a:gd name="T37" fmla="*/ 155846 h 360000"/>
                        <a:gd name="T38" fmla="*/ 20328 w 360000"/>
                        <a:gd name="T39" fmla="*/ 155846 h 360000"/>
                        <a:gd name="T40" fmla="*/ 0 w 360000"/>
                        <a:gd name="T41" fmla="*/ 135519 h 360000"/>
                        <a:gd name="T42" fmla="*/ 5954 w 360000"/>
                        <a:gd name="T43" fmla="*/ 121145 h 360000"/>
                        <a:gd name="T44" fmla="*/ 17694720 60000 65536"/>
                        <a:gd name="T45" fmla="*/ 0 60000 65536"/>
                        <a:gd name="T46" fmla="*/ 5898240 60000 65536"/>
                        <a:gd name="T47" fmla="*/ 1179648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w 360000"/>
                        <a:gd name="T67" fmla="*/ 0 h 360000"/>
                        <a:gd name="T68" fmla="*/ 360000 w 360000"/>
                        <a:gd name="T69" fmla="*/ 360000 h 360000"/>
                      </a:gdLst>
                      <a:ahLst/>
                      <a:cxnLst>
                        <a:cxn ang="T44">
                          <a:pos x="T0" y="T1"/>
                        </a:cxn>
                        <a:cxn ang="T45">
                          <a:pos x="T2" y="T3"/>
                        </a:cxn>
                        <a:cxn ang="T46">
                          <a:pos x="T4" y="T5"/>
                        </a:cxn>
                        <a:cxn ang="T47">
                          <a:pos x="T6" y="T7"/>
                        </a:cxn>
                        <a:cxn ang="T48">
                          <a:pos x="T8" y="T9"/>
                        </a:cxn>
                        <a:cxn ang="T49">
                          <a:pos x="T10" y="T11"/>
                        </a:cxn>
                        <a:cxn ang="T50">
                          <a:pos x="T12" y="T13"/>
                        </a:cxn>
                        <a:cxn ang="T51">
                          <a:pos x="T14" y="T15"/>
                        </a:cxn>
                        <a:cxn ang="T52">
                          <a:pos x="T16" y="T17"/>
                        </a:cxn>
                        <a:cxn ang="T53">
                          <a:pos x="T18" y="T19"/>
                        </a:cxn>
                        <a:cxn ang="T54">
                          <a:pos x="T20" y="T21"/>
                        </a:cxn>
                        <a:cxn ang="T55">
                          <a:pos x="T22" y="T23"/>
                        </a:cxn>
                        <a:cxn ang="T56">
                          <a:pos x="T24" y="T25"/>
                        </a:cxn>
                        <a:cxn ang="T57">
                          <a:pos x="T26" y="T27"/>
                        </a:cxn>
                        <a:cxn ang="T58">
                          <a:pos x="T28" y="T29"/>
                        </a:cxn>
                        <a:cxn ang="T59">
                          <a:pos x="T30" y="T31"/>
                        </a:cxn>
                        <a:cxn ang="T60">
                          <a:pos x="T32" y="T33"/>
                        </a:cxn>
                        <a:cxn ang="T61">
                          <a:pos x="T34" y="T35"/>
                        </a:cxn>
                        <a:cxn ang="T62">
                          <a:pos x="T36" y="T37"/>
                        </a:cxn>
                        <a:cxn ang="T63">
                          <a:pos x="T38" y="T39"/>
                        </a:cxn>
                        <a:cxn ang="T64">
                          <a:pos x="T40" y="T41"/>
                        </a:cxn>
                        <a:cxn ang="T65">
                          <a:pos x="T42" y="T43"/>
                        </a:cxn>
                      </a:cxnLst>
                      <a:rect l="T66" t="T67" r="T68" b="T69"/>
                      <a:pathLst>
                        <a:path w="360000" h="360000">
                          <a:moveTo>
                            <a:pt x="7908" y="160908"/>
                          </a:moveTo>
                          <a:cubicBezTo>
                            <a:pt x="12794" y="156022"/>
                            <a:pt x="19544" y="153000"/>
                            <a:pt x="27000" y="153000"/>
                          </a:cubicBezTo>
                          <a:lnTo>
                            <a:pt x="153000" y="153000"/>
                          </a:lnTo>
                          <a:lnTo>
                            <a:pt x="153000" y="27000"/>
                          </a:lnTo>
                          <a:cubicBezTo>
                            <a:pt x="153000" y="12088"/>
                            <a:pt x="165088" y="0"/>
                            <a:pt x="180000" y="0"/>
                          </a:cubicBezTo>
                          <a:cubicBezTo>
                            <a:pt x="194912" y="0"/>
                            <a:pt x="207000" y="12088"/>
                            <a:pt x="207000" y="27000"/>
                          </a:cubicBezTo>
                          <a:lnTo>
                            <a:pt x="207000" y="153000"/>
                          </a:lnTo>
                          <a:lnTo>
                            <a:pt x="333000" y="153000"/>
                          </a:lnTo>
                          <a:cubicBezTo>
                            <a:pt x="347912" y="153000"/>
                            <a:pt x="360000" y="165088"/>
                            <a:pt x="360000" y="180000"/>
                          </a:cubicBezTo>
                          <a:cubicBezTo>
                            <a:pt x="360000" y="194912"/>
                            <a:pt x="347912" y="207000"/>
                            <a:pt x="333000" y="207000"/>
                          </a:cubicBezTo>
                          <a:lnTo>
                            <a:pt x="207000" y="207000"/>
                          </a:lnTo>
                          <a:lnTo>
                            <a:pt x="207000" y="333000"/>
                          </a:lnTo>
                          <a:cubicBezTo>
                            <a:pt x="207000" y="347912"/>
                            <a:pt x="194912" y="360000"/>
                            <a:pt x="180000" y="360000"/>
                          </a:cubicBezTo>
                          <a:cubicBezTo>
                            <a:pt x="165088" y="360000"/>
                            <a:pt x="153000" y="347912"/>
                            <a:pt x="153000" y="333000"/>
                          </a:cubicBezTo>
                          <a:lnTo>
                            <a:pt x="153000" y="207000"/>
                          </a:lnTo>
                          <a:lnTo>
                            <a:pt x="27000" y="207000"/>
                          </a:lnTo>
                          <a:cubicBezTo>
                            <a:pt x="12088" y="207000"/>
                            <a:pt x="0" y="194912"/>
                            <a:pt x="0" y="180000"/>
                          </a:cubicBezTo>
                          <a:cubicBezTo>
                            <a:pt x="0" y="172544"/>
                            <a:pt x="3022" y="165794"/>
                            <a:pt x="7908" y="160908"/>
                          </a:cubicBezTo>
                          <a:close/>
                        </a:path>
                      </a:pathLst>
                    </a:custGeom>
                    <a:solidFill>
                      <a:srgbClr val="F0615F"/>
                    </a:solidFill>
                    <a:ln w="28575" cap="flat">
                      <a:solidFill>
                        <a:srgbClr val="FFFFFF"/>
                      </a:solidFill>
                      <a:prstDash val="solid"/>
                      <a:miter lim="800000"/>
                      <a:headEnd/>
                      <a:tailEnd/>
                    </a:ln>
                  </p:spPr>
                  <p:txBody>
                    <a:bodyPr lIns="179999" tIns="179999" rIns="179999" bIns="179999" anchor="ctr" anchorCtr="1"/>
                    <a:lstStyle/>
                    <a:p>
                      <a:endParaRPr lang="en-NL"/>
                    </a:p>
                  </p:txBody>
                </p:sp>
              </p:grpSp>
              <p:sp>
                <p:nvSpPr>
                  <p:cNvPr id="61" name="Tekstvak 75">
                    <a:extLst>
                      <a:ext uri="{FF2B5EF4-FFF2-40B4-BE49-F238E27FC236}">
                        <a16:creationId xmlns:a16="http://schemas.microsoft.com/office/drawing/2014/main" id="{0DACBC1E-3ECE-4EC5-5DF9-33C7502D122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748445" y="5440652"/>
                    <a:ext cx="761484" cy="13040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 anchorCtr="1"/>
                  <a:lstStyle>
                    <a:lvl1pPr defTabSz="1216025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 defTabSz="1216025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 defTabSz="1216025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 defTabSz="1216025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 defTabSz="1216025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defTabSz="1216025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defTabSz="1216025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defTabSz="1216025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defTabSz="1216025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algn="ctr" eaLnBrk="1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altLang="en-NL" sz="9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Delete</a:t>
                    </a:r>
                  </a:p>
                </p:txBody>
              </p:sp>
            </p:grpSp>
            <p:grpSp>
              <p:nvGrpSpPr>
                <p:cNvPr id="16" name="Groep 30">
                  <a:extLst>
                    <a:ext uri="{FF2B5EF4-FFF2-40B4-BE49-F238E27FC236}">
                      <a16:creationId xmlns:a16="http://schemas.microsoft.com/office/drawing/2014/main" id="{CA6D264D-8D74-BF98-00EF-77623B3D50F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581601" y="4996921"/>
                  <a:ext cx="572112" cy="673629"/>
                  <a:chOff x="13581601" y="4996921"/>
                  <a:chExt cx="572112" cy="673629"/>
                </a:xfrm>
              </p:grpSpPr>
              <p:grpSp>
                <p:nvGrpSpPr>
                  <p:cNvPr id="50" name="Groep 64">
                    <a:extLst>
                      <a:ext uri="{FF2B5EF4-FFF2-40B4-BE49-F238E27FC236}">
                        <a16:creationId xmlns:a16="http://schemas.microsoft.com/office/drawing/2014/main" id="{8BFB9531-242E-370F-5E74-4A333FD50CF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3680777" y="4996921"/>
                    <a:ext cx="389114" cy="375407"/>
                    <a:chOff x="13680777" y="4996921"/>
                    <a:chExt cx="389114" cy="375407"/>
                  </a:xfrm>
                </p:grpSpPr>
                <p:sp>
                  <p:nvSpPr>
                    <p:cNvPr id="52" name="Rechthoek 66">
                      <a:extLst>
                        <a:ext uri="{FF2B5EF4-FFF2-40B4-BE49-F238E27FC236}">
                          <a16:creationId xmlns:a16="http://schemas.microsoft.com/office/drawing/2014/main" id="{4ACE9462-F733-5551-6388-44D4B5ACC3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684142" y="5151931"/>
                      <a:ext cx="384264" cy="112709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  <a:prstDash val="solid"/>
                    </a:ln>
                  </p:spPr>
                  <p:txBody>
                    <a:bodyPr lIns="179999" tIns="179999" rIns="179999" bIns="179999" anchor="ctr" anchorCtr="1"/>
                    <a:lstStyle/>
                    <a:p>
                      <a:pPr algn="ctr" eaLnBrk="1" fontAlgn="auto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800" b="0" i="0" u="none" strike="noStrike" kern="0" cap="none" spc="0" baseline="0">
                          <a:solidFill>
                            <a:srgbClr val="000000"/>
                          </a:solidFill>
                          <a:uFillTx/>
                        </a:defRPr>
                      </a:pPr>
                      <a:endParaRPr lang="en-GB" sz="1600" cap="all">
                        <a:solidFill>
                          <a:srgbClr val="FFFFFF"/>
                        </a:solidFill>
                        <a:latin typeface="Arial"/>
                      </a:endParaRPr>
                    </a:p>
                  </p:txBody>
                </p:sp>
                <p:grpSp>
                  <p:nvGrpSpPr>
                    <p:cNvPr id="53" name="Groep 67">
                      <a:extLst>
                        <a:ext uri="{FF2B5EF4-FFF2-40B4-BE49-F238E27FC236}">
                          <a16:creationId xmlns:a16="http://schemas.microsoft.com/office/drawing/2014/main" id="{928BE501-1D58-E36D-656D-9F4EA044B14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3680777" y="5041535"/>
                      <a:ext cx="389114" cy="330793"/>
                      <a:chOff x="13680777" y="5041535"/>
                      <a:chExt cx="389114" cy="330793"/>
                    </a:xfrm>
                  </p:grpSpPr>
                  <p:cxnSp>
                    <p:nvCxnSpPr>
                      <p:cNvPr id="55" name="Rechte verbindingslijn 69">
                        <a:extLst>
                          <a:ext uri="{FF2B5EF4-FFF2-40B4-BE49-F238E27FC236}">
                            <a16:creationId xmlns:a16="http://schemas.microsoft.com/office/drawing/2014/main" id="{D63689FA-D706-F248-8181-CC7439E5A5E4}"/>
                          </a:ext>
                        </a:extLst>
                      </p:cNvPr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3680777" y="5148840"/>
                        <a:ext cx="389114" cy="0"/>
                      </a:xfrm>
                      <a:prstGeom prst="straightConnector1">
                        <a:avLst/>
                      </a:prstGeom>
                      <a:noFill/>
                      <a:ln w="6345">
                        <a:solidFill>
                          <a:srgbClr val="817F7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56" name="Rechte verbindingslijn 70">
                        <a:extLst>
                          <a:ext uri="{FF2B5EF4-FFF2-40B4-BE49-F238E27FC236}">
                            <a16:creationId xmlns:a16="http://schemas.microsoft.com/office/drawing/2014/main" id="{C70E483C-420D-04B8-C547-C4595D0DA115}"/>
                          </a:ext>
                        </a:extLst>
                      </p:cNvPr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3680777" y="5260579"/>
                        <a:ext cx="389114" cy="0"/>
                      </a:xfrm>
                      <a:prstGeom prst="straightConnector1">
                        <a:avLst/>
                      </a:prstGeom>
                      <a:noFill/>
                      <a:ln w="6345">
                        <a:solidFill>
                          <a:srgbClr val="817F7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57" name="Rechte verbindingslijn 71">
                        <a:extLst>
                          <a:ext uri="{FF2B5EF4-FFF2-40B4-BE49-F238E27FC236}">
                            <a16:creationId xmlns:a16="http://schemas.microsoft.com/office/drawing/2014/main" id="{809AC860-D8EF-6410-DC2D-4A3772B34401}"/>
                          </a:ext>
                        </a:extLst>
                      </p:cNvPr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3935245" y="5264575"/>
                        <a:ext cx="0" cy="107753"/>
                      </a:xfrm>
                      <a:prstGeom prst="straightConnector1">
                        <a:avLst/>
                      </a:prstGeom>
                      <a:noFill/>
                      <a:ln w="6345">
                        <a:solidFill>
                          <a:srgbClr val="817F7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58" name="Rechte verbindingslijn 72">
                        <a:extLst>
                          <a:ext uri="{FF2B5EF4-FFF2-40B4-BE49-F238E27FC236}">
                            <a16:creationId xmlns:a16="http://schemas.microsoft.com/office/drawing/2014/main" id="{5FC1FC43-C740-5354-16E0-391F62B61FE6}"/>
                          </a:ext>
                        </a:extLst>
                      </p:cNvPr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3805547" y="5264575"/>
                        <a:ext cx="0" cy="107753"/>
                      </a:xfrm>
                      <a:prstGeom prst="straightConnector1">
                        <a:avLst/>
                      </a:prstGeom>
                      <a:noFill/>
                      <a:ln w="6345">
                        <a:solidFill>
                          <a:srgbClr val="817F7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sp>
                    <p:nvSpPr>
                      <p:cNvPr id="59" name="Rechthoek 73">
                        <a:extLst>
                          <a:ext uri="{FF2B5EF4-FFF2-40B4-BE49-F238E27FC236}">
                            <a16:creationId xmlns:a16="http://schemas.microsoft.com/office/drawing/2014/main" id="{EFDEEA09-F8DA-77D9-B7EF-C42FC1506A4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3683054" y="5041535"/>
                        <a:ext cx="386836" cy="330793"/>
                      </a:xfrm>
                      <a:prstGeom prst="rect">
                        <a:avLst/>
                      </a:prstGeom>
                      <a:noFill/>
                      <a:ln w="12701">
                        <a:solidFill>
                          <a:srgbClr val="6C6C6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anchor="ctr" anchorCtr="1"/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5pPr>
                        <a:lvl6pPr marL="2514600" indent="-228600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6pPr>
                        <a:lvl7pPr marL="2971800" indent="-228600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7pPr>
                        <a:lvl8pPr marL="3429000" indent="-228600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8pPr>
                        <a:lvl9pPr marL="3886200" indent="-228600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9pPr>
                      </a:lstStyle>
                      <a:p>
                        <a:pPr algn="ctr" eaLnBrk="1" hangingPunct="1"/>
                        <a:endParaRPr lang="en-GB" altLang="en-NL" sz="2400">
                          <a:solidFill>
                            <a:srgbClr val="00A6D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54" name="Pijl: rechts 68">
                      <a:extLst>
                        <a:ext uri="{FF2B5EF4-FFF2-40B4-BE49-F238E27FC236}">
                          <a16:creationId xmlns:a16="http://schemas.microsoft.com/office/drawing/2014/main" id="{6A61DF86-E0DB-0DA1-C7BB-1D6D536683E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-5399996">
                      <a:off x="13776533" y="5001036"/>
                      <a:ext cx="209708" cy="201478"/>
                    </a:xfrm>
                    <a:custGeom>
                      <a:avLst/>
                      <a:gdLst>
                        <a:gd name="T0" fmla="*/ 104854 w 21600"/>
                        <a:gd name="T1" fmla="*/ 0 h 21600"/>
                        <a:gd name="T2" fmla="*/ 209708 w 21600"/>
                        <a:gd name="T3" fmla="*/ 100739 h 21600"/>
                        <a:gd name="T4" fmla="*/ 104854 w 21600"/>
                        <a:gd name="T5" fmla="*/ 201478 h 21600"/>
                        <a:gd name="T6" fmla="*/ 0 w 21600"/>
                        <a:gd name="T7" fmla="*/ 100739 h 21600"/>
                        <a:gd name="T8" fmla="*/ 81514 w 21600"/>
                        <a:gd name="T9" fmla="*/ 0 h 21600"/>
                        <a:gd name="T10" fmla="*/ 81514 w 21600"/>
                        <a:gd name="T11" fmla="*/ 201478 h 21600"/>
                        <a:gd name="T12" fmla="*/ 17694720 60000 65536"/>
                        <a:gd name="T13" fmla="*/ 0 60000 65536"/>
                        <a:gd name="T14" fmla="*/ 5898240 60000 65536"/>
                        <a:gd name="T15" fmla="*/ 11796480 60000 65536"/>
                        <a:gd name="T16" fmla="*/ 17694720 60000 65536"/>
                        <a:gd name="T17" fmla="*/ 5898240 60000 65536"/>
                        <a:gd name="T18" fmla="*/ 0 w 21600"/>
                        <a:gd name="T19" fmla="*/ 8064 h 21600"/>
                        <a:gd name="T20" fmla="*/ 18255 w 21600"/>
                        <a:gd name="T21" fmla="*/ 13536 h 21600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T18" t="T19" r="T20" b="T21"/>
                      <a:pathLst>
                        <a:path w="21600" h="21600">
                          <a:moveTo>
                            <a:pt x="0" y="8064"/>
                          </a:moveTo>
                          <a:lnTo>
                            <a:pt x="8396" y="8064"/>
                          </a:lnTo>
                          <a:lnTo>
                            <a:pt x="8396" y="0"/>
                          </a:lnTo>
                          <a:lnTo>
                            <a:pt x="21600" y="10800"/>
                          </a:lnTo>
                          <a:lnTo>
                            <a:pt x="8396" y="21600"/>
                          </a:lnTo>
                          <a:lnTo>
                            <a:pt x="8396" y="13536"/>
                          </a:lnTo>
                          <a:lnTo>
                            <a:pt x="0" y="13536"/>
                          </a:lnTo>
                          <a:lnTo>
                            <a:pt x="0" y="8064"/>
                          </a:lnTo>
                          <a:close/>
                        </a:path>
                      </a:pathLst>
                    </a:custGeom>
                    <a:solidFill>
                      <a:srgbClr val="4A7DB1"/>
                    </a:solidFill>
                    <a:ln w="28575" cap="flat">
                      <a:solidFill>
                        <a:srgbClr val="FFFFFF"/>
                      </a:solidFill>
                      <a:prstDash val="solid"/>
                      <a:miter lim="800000"/>
                      <a:headEnd/>
                      <a:tailEnd/>
                    </a:ln>
                  </p:spPr>
                  <p:txBody>
                    <a:bodyPr lIns="0" tIns="0" rIns="0" bIns="0" anchor="ctr"/>
                    <a:lstStyle/>
                    <a:p>
                      <a:endParaRPr lang="en-NL"/>
                    </a:p>
                  </p:txBody>
                </p:sp>
              </p:grpSp>
              <p:sp>
                <p:nvSpPr>
                  <p:cNvPr id="51" name="Tekstvak 65">
                    <a:extLst>
                      <a:ext uri="{FF2B5EF4-FFF2-40B4-BE49-F238E27FC236}">
                        <a16:creationId xmlns:a16="http://schemas.microsoft.com/office/drawing/2014/main" id="{EEABB7CE-9CDA-9558-8137-E3615E7F691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581601" y="5460796"/>
                    <a:ext cx="572112" cy="2097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 anchorCtr="1"/>
                  <a:lstStyle>
                    <a:lvl1pPr defTabSz="1216025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 defTabSz="1216025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 defTabSz="1216025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 defTabSz="1216025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 defTabSz="1216025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defTabSz="1216025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defTabSz="1216025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defTabSz="1216025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defTabSz="1216025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algn="ctr" eaLnBrk="1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altLang="en-NL" sz="9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Insert Above</a:t>
                    </a:r>
                  </a:p>
                </p:txBody>
              </p:sp>
            </p:grpSp>
            <p:grpSp>
              <p:nvGrpSpPr>
                <p:cNvPr id="17" name="Groep 31">
                  <a:extLst>
                    <a:ext uri="{FF2B5EF4-FFF2-40B4-BE49-F238E27FC236}">
                      <a16:creationId xmlns:a16="http://schemas.microsoft.com/office/drawing/2014/main" id="{88EE8CA8-681B-8675-0D87-E80611B26F6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127617" y="5039724"/>
                  <a:ext cx="572112" cy="630826"/>
                  <a:chOff x="14127617" y="5039724"/>
                  <a:chExt cx="572112" cy="630826"/>
                </a:xfrm>
              </p:grpSpPr>
              <p:grpSp>
                <p:nvGrpSpPr>
                  <p:cNvPr id="40" name="Groep 54">
                    <a:extLst>
                      <a:ext uri="{FF2B5EF4-FFF2-40B4-BE49-F238E27FC236}">
                        <a16:creationId xmlns:a16="http://schemas.microsoft.com/office/drawing/2014/main" id="{B24DFA8D-6354-153E-44B9-F15825147FC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4222915" y="5039724"/>
                    <a:ext cx="389114" cy="375407"/>
                    <a:chOff x="14222915" y="5039724"/>
                    <a:chExt cx="389114" cy="375407"/>
                  </a:xfrm>
                </p:grpSpPr>
                <p:sp>
                  <p:nvSpPr>
                    <p:cNvPr id="42" name="Rechthoek 56">
                      <a:extLst>
                        <a:ext uri="{FF2B5EF4-FFF2-40B4-BE49-F238E27FC236}">
                          <a16:creationId xmlns:a16="http://schemas.microsoft.com/office/drawing/2014/main" id="{1499AB38-89DB-B433-8D73-E2813482C948}"/>
                        </a:ext>
                      </a:extLst>
                    </p:cNvPr>
                    <p:cNvSpPr/>
                    <p:nvPr/>
                  </p:nvSpPr>
                  <p:spPr>
                    <a:xfrm rot="10799991">
                      <a:off x="14225605" y="5158281"/>
                      <a:ext cx="384264" cy="101597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  <a:prstDash val="solid"/>
                    </a:ln>
                  </p:spPr>
                  <p:txBody>
                    <a:bodyPr lIns="179999" tIns="179999" rIns="179999" bIns="179999" anchor="ctr" anchorCtr="1"/>
                    <a:lstStyle/>
                    <a:p>
                      <a:pPr algn="ctr" eaLnBrk="1" fontAlgn="auto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800" b="0" i="0" u="none" strike="noStrike" kern="0" cap="none" spc="0" baseline="0">
                          <a:solidFill>
                            <a:srgbClr val="000000"/>
                          </a:solidFill>
                          <a:uFillTx/>
                        </a:defRPr>
                      </a:pPr>
                      <a:endParaRPr lang="en-GB" sz="1600" cap="all">
                        <a:solidFill>
                          <a:srgbClr val="FFFFFF"/>
                        </a:solidFill>
                        <a:latin typeface="Arial"/>
                      </a:endParaRPr>
                    </a:p>
                  </p:txBody>
                </p:sp>
                <p:grpSp>
                  <p:nvGrpSpPr>
                    <p:cNvPr id="43" name="Groep 57">
                      <a:extLst>
                        <a:ext uri="{FF2B5EF4-FFF2-40B4-BE49-F238E27FC236}">
                          <a16:creationId xmlns:a16="http://schemas.microsoft.com/office/drawing/2014/main" id="{B8409357-3C93-7066-58DA-0D58413569C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4222915" y="5039724"/>
                      <a:ext cx="389114" cy="330793"/>
                      <a:chOff x="14222915" y="5039724"/>
                      <a:chExt cx="389114" cy="330793"/>
                    </a:xfrm>
                  </p:grpSpPr>
                  <p:cxnSp>
                    <p:nvCxnSpPr>
                      <p:cNvPr id="45" name="Rechte verbindingslijn 59">
                        <a:extLst>
                          <a:ext uri="{FF2B5EF4-FFF2-40B4-BE49-F238E27FC236}">
                            <a16:creationId xmlns:a16="http://schemas.microsoft.com/office/drawing/2014/main" id="{5B95272A-905B-11E7-1860-B31B669D11BD}"/>
                          </a:ext>
                        </a:extLst>
                      </p:cNvPr>
                      <p:cNvCxnSpPr>
                        <a:cxnSpLocks noChangeShapeType="1"/>
                      </p:cNvCxnSpPr>
                      <p:nvPr/>
                    </p:nvCxnSpPr>
                    <p:spPr bwMode="auto">
                      <a:xfrm rot="10799991">
                        <a:off x="14222915" y="5263213"/>
                        <a:ext cx="389114" cy="0"/>
                      </a:xfrm>
                      <a:prstGeom prst="straightConnector1">
                        <a:avLst/>
                      </a:prstGeom>
                      <a:noFill/>
                      <a:ln w="6345">
                        <a:solidFill>
                          <a:srgbClr val="817F7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46" name="Rechte verbindingslijn 60">
                        <a:extLst>
                          <a:ext uri="{FF2B5EF4-FFF2-40B4-BE49-F238E27FC236}">
                            <a16:creationId xmlns:a16="http://schemas.microsoft.com/office/drawing/2014/main" id="{65CE4AC1-3C59-89D5-AF76-30516D63F4FB}"/>
                          </a:ext>
                        </a:extLst>
                      </p:cNvPr>
                      <p:cNvCxnSpPr>
                        <a:cxnSpLocks noChangeShapeType="1"/>
                      </p:cNvCxnSpPr>
                      <p:nvPr/>
                    </p:nvCxnSpPr>
                    <p:spPr bwMode="auto">
                      <a:xfrm rot="10799991">
                        <a:off x="14222915" y="5151473"/>
                        <a:ext cx="389114" cy="0"/>
                      </a:xfrm>
                      <a:prstGeom prst="straightConnector1">
                        <a:avLst/>
                      </a:prstGeom>
                      <a:noFill/>
                      <a:ln w="6345">
                        <a:solidFill>
                          <a:srgbClr val="817F7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47" name="Rechte verbindingslijn 61">
                        <a:extLst>
                          <a:ext uri="{FF2B5EF4-FFF2-40B4-BE49-F238E27FC236}">
                            <a16:creationId xmlns:a16="http://schemas.microsoft.com/office/drawing/2014/main" id="{52BD920B-BAD1-89F9-2620-2B61276DE979}"/>
                          </a:ext>
                        </a:extLst>
                      </p:cNvPr>
                      <p:cNvCxnSpPr>
                        <a:cxnSpLocks noChangeShapeType="1"/>
                      </p:cNvCxnSpPr>
                      <p:nvPr/>
                    </p:nvCxnSpPr>
                    <p:spPr bwMode="auto">
                      <a:xfrm rot="10799991">
                        <a:off x="14357561" y="5039725"/>
                        <a:ext cx="0" cy="107753"/>
                      </a:xfrm>
                      <a:prstGeom prst="straightConnector1">
                        <a:avLst/>
                      </a:prstGeom>
                      <a:noFill/>
                      <a:ln w="6345">
                        <a:solidFill>
                          <a:srgbClr val="817F7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48" name="Rechte verbindingslijn 62">
                        <a:extLst>
                          <a:ext uri="{FF2B5EF4-FFF2-40B4-BE49-F238E27FC236}">
                            <a16:creationId xmlns:a16="http://schemas.microsoft.com/office/drawing/2014/main" id="{A18229C2-D82C-8005-E475-867E31CB7A1B}"/>
                          </a:ext>
                        </a:extLst>
                      </p:cNvPr>
                      <p:cNvCxnSpPr>
                        <a:cxnSpLocks noChangeShapeType="1"/>
                      </p:cNvCxnSpPr>
                      <p:nvPr/>
                    </p:nvCxnSpPr>
                    <p:spPr bwMode="auto">
                      <a:xfrm rot="10799991">
                        <a:off x="14487259" y="5039725"/>
                        <a:ext cx="0" cy="107753"/>
                      </a:xfrm>
                      <a:prstGeom prst="straightConnector1">
                        <a:avLst/>
                      </a:prstGeom>
                      <a:noFill/>
                      <a:ln w="6345">
                        <a:solidFill>
                          <a:srgbClr val="817F7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sp>
                    <p:nvSpPr>
                      <p:cNvPr id="49" name="Rechthoek 63">
                        <a:extLst>
                          <a:ext uri="{FF2B5EF4-FFF2-40B4-BE49-F238E27FC236}">
                            <a16:creationId xmlns:a16="http://schemas.microsoft.com/office/drawing/2014/main" id="{26FF40FB-EC9B-ECDF-7E75-F3426D69C06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 rot="10799991">
                        <a:off x="14222915" y="5039724"/>
                        <a:ext cx="386836" cy="330793"/>
                      </a:xfrm>
                      <a:prstGeom prst="rect">
                        <a:avLst/>
                      </a:prstGeom>
                      <a:noFill/>
                      <a:ln w="12701">
                        <a:solidFill>
                          <a:srgbClr val="6C6C6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anchor="ctr" anchorCtr="1"/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5pPr>
                        <a:lvl6pPr marL="2514600" indent="-228600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6pPr>
                        <a:lvl7pPr marL="2971800" indent="-228600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7pPr>
                        <a:lvl8pPr marL="3429000" indent="-228600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8pPr>
                        <a:lvl9pPr marL="3886200" indent="-228600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9pPr>
                      </a:lstStyle>
                      <a:p>
                        <a:pPr algn="ctr" eaLnBrk="1" hangingPunct="1"/>
                        <a:endParaRPr lang="en-GB" altLang="en-NL" sz="2400">
                          <a:solidFill>
                            <a:srgbClr val="00A6D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44" name="Pijl: rechts 58">
                      <a:extLst>
                        <a:ext uri="{FF2B5EF4-FFF2-40B4-BE49-F238E27FC236}">
                          <a16:creationId xmlns:a16="http://schemas.microsoft.com/office/drawing/2014/main" id="{D4936E20-BC9A-35CF-0E03-009136A3B96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5400013">
                      <a:off x="14306574" y="5209538"/>
                      <a:ext cx="209708" cy="201478"/>
                    </a:xfrm>
                    <a:custGeom>
                      <a:avLst/>
                      <a:gdLst>
                        <a:gd name="T0" fmla="*/ 104854 w 21600"/>
                        <a:gd name="T1" fmla="*/ 0 h 21600"/>
                        <a:gd name="T2" fmla="*/ 209708 w 21600"/>
                        <a:gd name="T3" fmla="*/ 100739 h 21600"/>
                        <a:gd name="T4" fmla="*/ 104854 w 21600"/>
                        <a:gd name="T5" fmla="*/ 201478 h 21600"/>
                        <a:gd name="T6" fmla="*/ 0 w 21600"/>
                        <a:gd name="T7" fmla="*/ 100739 h 21600"/>
                        <a:gd name="T8" fmla="*/ 81514 w 21600"/>
                        <a:gd name="T9" fmla="*/ 0 h 21600"/>
                        <a:gd name="T10" fmla="*/ 81514 w 21600"/>
                        <a:gd name="T11" fmla="*/ 201478 h 21600"/>
                        <a:gd name="T12" fmla="*/ 17694720 60000 65536"/>
                        <a:gd name="T13" fmla="*/ 0 60000 65536"/>
                        <a:gd name="T14" fmla="*/ 5898240 60000 65536"/>
                        <a:gd name="T15" fmla="*/ 11796480 60000 65536"/>
                        <a:gd name="T16" fmla="*/ 17694720 60000 65536"/>
                        <a:gd name="T17" fmla="*/ 5898240 60000 65536"/>
                        <a:gd name="T18" fmla="*/ 0 w 21600"/>
                        <a:gd name="T19" fmla="*/ 8064 h 21600"/>
                        <a:gd name="T20" fmla="*/ 18255 w 21600"/>
                        <a:gd name="T21" fmla="*/ 13536 h 21600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T18" t="T19" r="T20" b="T21"/>
                      <a:pathLst>
                        <a:path w="21600" h="21600">
                          <a:moveTo>
                            <a:pt x="0" y="8064"/>
                          </a:moveTo>
                          <a:lnTo>
                            <a:pt x="8396" y="8064"/>
                          </a:lnTo>
                          <a:lnTo>
                            <a:pt x="8396" y="0"/>
                          </a:lnTo>
                          <a:lnTo>
                            <a:pt x="21600" y="10800"/>
                          </a:lnTo>
                          <a:lnTo>
                            <a:pt x="8396" y="21600"/>
                          </a:lnTo>
                          <a:lnTo>
                            <a:pt x="8396" y="13536"/>
                          </a:lnTo>
                          <a:lnTo>
                            <a:pt x="0" y="13536"/>
                          </a:lnTo>
                          <a:lnTo>
                            <a:pt x="0" y="8064"/>
                          </a:lnTo>
                          <a:close/>
                        </a:path>
                      </a:pathLst>
                    </a:custGeom>
                    <a:solidFill>
                      <a:srgbClr val="4A7DB1"/>
                    </a:solidFill>
                    <a:ln w="28575" cap="flat">
                      <a:solidFill>
                        <a:srgbClr val="FFFFFF"/>
                      </a:solidFill>
                      <a:prstDash val="solid"/>
                      <a:miter lim="800000"/>
                      <a:headEnd/>
                      <a:tailEnd/>
                    </a:ln>
                  </p:spPr>
                  <p:txBody>
                    <a:bodyPr lIns="0" tIns="0" rIns="0" bIns="0" anchor="ctr"/>
                    <a:lstStyle/>
                    <a:p>
                      <a:endParaRPr lang="en-NL"/>
                    </a:p>
                  </p:txBody>
                </p:sp>
              </p:grpSp>
              <p:sp>
                <p:nvSpPr>
                  <p:cNvPr id="41" name="Tekstvak 55">
                    <a:extLst>
                      <a:ext uri="{FF2B5EF4-FFF2-40B4-BE49-F238E27FC236}">
                        <a16:creationId xmlns:a16="http://schemas.microsoft.com/office/drawing/2014/main" id="{1B48D806-2130-3B9E-AD32-AFA0967E26B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127617" y="5460796"/>
                    <a:ext cx="572112" cy="2097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 anchorCtr="1"/>
                  <a:lstStyle>
                    <a:lvl1pPr defTabSz="1216025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 defTabSz="1216025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 defTabSz="1216025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 defTabSz="1216025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 defTabSz="1216025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defTabSz="1216025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defTabSz="1216025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defTabSz="1216025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defTabSz="1216025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algn="ctr" eaLnBrk="1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altLang="en-NL" sz="9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Insert Below</a:t>
                    </a:r>
                  </a:p>
                </p:txBody>
              </p:sp>
            </p:grpSp>
            <p:grpSp>
              <p:nvGrpSpPr>
                <p:cNvPr id="18" name="Groep 32">
                  <a:extLst>
                    <a:ext uri="{FF2B5EF4-FFF2-40B4-BE49-F238E27FC236}">
                      <a16:creationId xmlns:a16="http://schemas.microsoft.com/office/drawing/2014/main" id="{BECC789E-13CE-0F2F-05B8-4AF2AD6CAF6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666601" y="5039724"/>
                  <a:ext cx="572112" cy="630826"/>
                  <a:chOff x="14666601" y="5039724"/>
                  <a:chExt cx="572112" cy="630826"/>
                </a:xfrm>
              </p:grpSpPr>
              <p:grpSp>
                <p:nvGrpSpPr>
                  <p:cNvPr id="30" name="Groep 44">
                    <a:extLst>
                      <a:ext uri="{FF2B5EF4-FFF2-40B4-BE49-F238E27FC236}">
                        <a16:creationId xmlns:a16="http://schemas.microsoft.com/office/drawing/2014/main" id="{0B43728D-13B6-4B61-667D-428E2DCF666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4714223" y="5039724"/>
                    <a:ext cx="426732" cy="332851"/>
                    <a:chOff x="14714223" y="5039724"/>
                    <a:chExt cx="426732" cy="332851"/>
                  </a:xfrm>
                </p:grpSpPr>
                <p:sp>
                  <p:nvSpPr>
                    <p:cNvPr id="32" name="Rechthoek 46">
                      <a:extLst>
                        <a:ext uri="{FF2B5EF4-FFF2-40B4-BE49-F238E27FC236}">
                          <a16:creationId xmlns:a16="http://schemas.microsoft.com/office/drawing/2014/main" id="{47507BB2-1B9B-46F4-008E-E7916764F03F}"/>
                        </a:ext>
                      </a:extLst>
                    </p:cNvPr>
                    <p:cNvSpPr/>
                    <p:nvPr/>
                  </p:nvSpPr>
                  <p:spPr>
                    <a:xfrm rot="10799991">
                      <a:off x="14890921" y="5043984"/>
                      <a:ext cx="123854" cy="328603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  <a:prstDash val="solid"/>
                    </a:ln>
                  </p:spPr>
                  <p:txBody>
                    <a:bodyPr lIns="179999" tIns="179999" rIns="179999" bIns="179999" anchor="ctr" anchorCtr="1"/>
                    <a:lstStyle/>
                    <a:p>
                      <a:pPr algn="ctr" eaLnBrk="1" fontAlgn="auto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800" b="0" i="0" u="none" strike="noStrike" kern="0" cap="none" spc="0" baseline="0">
                          <a:solidFill>
                            <a:srgbClr val="000000"/>
                          </a:solidFill>
                          <a:uFillTx/>
                        </a:defRPr>
                      </a:pPr>
                      <a:endParaRPr lang="en-GB" sz="1600" cap="all">
                        <a:solidFill>
                          <a:srgbClr val="FFFFFF"/>
                        </a:solidFill>
                        <a:latin typeface="Arial"/>
                      </a:endParaRPr>
                    </a:p>
                  </p:txBody>
                </p:sp>
                <p:grpSp>
                  <p:nvGrpSpPr>
                    <p:cNvPr id="33" name="Groep 47">
                      <a:extLst>
                        <a:ext uri="{FF2B5EF4-FFF2-40B4-BE49-F238E27FC236}">
                          <a16:creationId xmlns:a16="http://schemas.microsoft.com/office/drawing/2014/main" id="{70434E4E-9460-41B5-B0BF-EFB2030F2F0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4751841" y="5039724"/>
                      <a:ext cx="389114" cy="332851"/>
                      <a:chOff x="14751841" y="5039724"/>
                      <a:chExt cx="389114" cy="332851"/>
                    </a:xfrm>
                  </p:grpSpPr>
                  <p:cxnSp>
                    <p:nvCxnSpPr>
                      <p:cNvPr id="35" name="Rechte verbindingslijn 49">
                        <a:extLst>
                          <a:ext uri="{FF2B5EF4-FFF2-40B4-BE49-F238E27FC236}">
                            <a16:creationId xmlns:a16="http://schemas.microsoft.com/office/drawing/2014/main" id="{FD2F67E1-F665-21A2-25B2-A9863CD2F12D}"/>
                          </a:ext>
                        </a:extLst>
                      </p:cNvPr>
                      <p:cNvCxnSpPr>
                        <a:cxnSpLocks noChangeShapeType="1"/>
                      </p:cNvCxnSpPr>
                      <p:nvPr/>
                    </p:nvCxnSpPr>
                    <p:spPr bwMode="auto">
                      <a:xfrm flipH="1">
                        <a:off x="15018773" y="5263213"/>
                        <a:ext cx="122182" cy="0"/>
                      </a:xfrm>
                      <a:prstGeom prst="straightConnector1">
                        <a:avLst/>
                      </a:prstGeom>
                      <a:noFill/>
                      <a:ln w="6345">
                        <a:solidFill>
                          <a:srgbClr val="817F7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36" name="Rechte verbindingslijn 50">
                        <a:extLst>
                          <a:ext uri="{FF2B5EF4-FFF2-40B4-BE49-F238E27FC236}">
                            <a16:creationId xmlns:a16="http://schemas.microsoft.com/office/drawing/2014/main" id="{686FE500-4243-F16B-F707-9AF97F0EF55B}"/>
                          </a:ext>
                        </a:extLst>
                      </p:cNvPr>
                      <p:cNvCxnSpPr>
                        <a:cxnSpLocks noChangeShapeType="1"/>
                      </p:cNvCxnSpPr>
                      <p:nvPr/>
                    </p:nvCxnSpPr>
                    <p:spPr bwMode="auto">
                      <a:xfrm flipH="1">
                        <a:off x="15015206" y="5151473"/>
                        <a:ext cx="125749" cy="0"/>
                      </a:xfrm>
                      <a:prstGeom prst="straightConnector1">
                        <a:avLst/>
                      </a:prstGeom>
                      <a:noFill/>
                      <a:ln w="6345">
                        <a:solidFill>
                          <a:srgbClr val="817F7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37" name="Rechte verbindingslijn 51">
                        <a:extLst>
                          <a:ext uri="{FF2B5EF4-FFF2-40B4-BE49-F238E27FC236}">
                            <a16:creationId xmlns:a16="http://schemas.microsoft.com/office/drawing/2014/main" id="{783F5538-3F98-65E0-465D-61CDE43E9BD7}"/>
                          </a:ext>
                        </a:extLst>
                      </p:cNvPr>
                      <p:cNvCxnSpPr>
                        <a:cxnSpLocks noChangeShapeType="1"/>
                      </p:cNvCxnSpPr>
                      <p:nvPr/>
                    </p:nvCxnSpPr>
                    <p:spPr bwMode="auto">
                      <a:xfrm flipV="1">
                        <a:off x="14886486" y="5039724"/>
                        <a:ext cx="0" cy="329285"/>
                      </a:xfrm>
                      <a:prstGeom prst="straightConnector1">
                        <a:avLst/>
                      </a:prstGeom>
                      <a:noFill/>
                      <a:ln w="6345">
                        <a:solidFill>
                          <a:srgbClr val="817F7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38" name="Rechte verbindingslijn 52">
                        <a:extLst>
                          <a:ext uri="{FF2B5EF4-FFF2-40B4-BE49-F238E27FC236}">
                            <a16:creationId xmlns:a16="http://schemas.microsoft.com/office/drawing/2014/main" id="{26DF1E69-3E9F-A5C4-A4DF-8EF72A773BA3}"/>
                          </a:ext>
                        </a:extLst>
                      </p:cNvPr>
                      <p:cNvCxnSpPr>
                        <a:cxnSpLocks noChangeShapeType="1"/>
                      </p:cNvCxnSpPr>
                      <p:nvPr/>
                    </p:nvCxnSpPr>
                    <p:spPr bwMode="auto">
                      <a:xfrm flipV="1">
                        <a:off x="15016185" y="5039724"/>
                        <a:ext cx="0" cy="332851"/>
                      </a:xfrm>
                      <a:prstGeom prst="straightConnector1">
                        <a:avLst/>
                      </a:prstGeom>
                      <a:noFill/>
                      <a:ln w="6345">
                        <a:solidFill>
                          <a:srgbClr val="817F7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sp>
                    <p:nvSpPr>
                      <p:cNvPr id="39" name="Rechthoek 53">
                        <a:extLst>
                          <a:ext uri="{FF2B5EF4-FFF2-40B4-BE49-F238E27FC236}">
                            <a16:creationId xmlns:a16="http://schemas.microsoft.com/office/drawing/2014/main" id="{2DD21778-D7D3-ADE6-E6CF-FBE3B867EFC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 rot="10799991">
                        <a:off x="14751841" y="5039724"/>
                        <a:ext cx="386836" cy="330793"/>
                      </a:xfrm>
                      <a:prstGeom prst="rect">
                        <a:avLst/>
                      </a:prstGeom>
                      <a:noFill/>
                      <a:ln w="12701">
                        <a:solidFill>
                          <a:srgbClr val="6C6C6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anchor="ctr" anchorCtr="1"/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5pPr>
                        <a:lvl6pPr marL="2514600" indent="-228600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6pPr>
                        <a:lvl7pPr marL="2971800" indent="-228600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7pPr>
                        <a:lvl8pPr marL="3429000" indent="-228600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8pPr>
                        <a:lvl9pPr marL="3886200" indent="-228600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9pPr>
                      </a:lstStyle>
                      <a:p>
                        <a:pPr algn="ctr" eaLnBrk="1" hangingPunct="1"/>
                        <a:endParaRPr lang="en-GB" altLang="en-NL" sz="2400">
                          <a:solidFill>
                            <a:srgbClr val="00A6D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34" name="Pijl: rechts 48">
                      <a:extLst>
                        <a:ext uri="{FF2B5EF4-FFF2-40B4-BE49-F238E27FC236}">
                          <a16:creationId xmlns:a16="http://schemas.microsoft.com/office/drawing/2014/main" id="{190AF92D-D387-DAAA-29C7-F1EF351D2FD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10799991">
                      <a:off x="14714223" y="5110243"/>
                      <a:ext cx="209708" cy="201478"/>
                    </a:xfrm>
                    <a:custGeom>
                      <a:avLst/>
                      <a:gdLst>
                        <a:gd name="T0" fmla="*/ 104854 w 21600"/>
                        <a:gd name="T1" fmla="*/ 0 h 21600"/>
                        <a:gd name="T2" fmla="*/ 209708 w 21600"/>
                        <a:gd name="T3" fmla="*/ 100739 h 21600"/>
                        <a:gd name="T4" fmla="*/ 104854 w 21600"/>
                        <a:gd name="T5" fmla="*/ 201478 h 21600"/>
                        <a:gd name="T6" fmla="*/ 0 w 21600"/>
                        <a:gd name="T7" fmla="*/ 100739 h 21600"/>
                        <a:gd name="T8" fmla="*/ 81514 w 21600"/>
                        <a:gd name="T9" fmla="*/ 0 h 21600"/>
                        <a:gd name="T10" fmla="*/ 81514 w 21600"/>
                        <a:gd name="T11" fmla="*/ 201478 h 21600"/>
                        <a:gd name="T12" fmla="*/ 17694720 60000 65536"/>
                        <a:gd name="T13" fmla="*/ 0 60000 65536"/>
                        <a:gd name="T14" fmla="*/ 5898240 60000 65536"/>
                        <a:gd name="T15" fmla="*/ 11796480 60000 65536"/>
                        <a:gd name="T16" fmla="*/ 17694720 60000 65536"/>
                        <a:gd name="T17" fmla="*/ 5898240 60000 65536"/>
                        <a:gd name="T18" fmla="*/ 0 w 21600"/>
                        <a:gd name="T19" fmla="*/ 8064 h 21600"/>
                        <a:gd name="T20" fmla="*/ 18255 w 21600"/>
                        <a:gd name="T21" fmla="*/ 13536 h 21600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T18" t="T19" r="T20" b="T21"/>
                      <a:pathLst>
                        <a:path w="21600" h="21600">
                          <a:moveTo>
                            <a:pt x="0" y="8064"/>
                          </a:moveTo>
                          <a:lnTo>
                            <a:pt x="8396" y="8064"/>
                          </a:lnTo>
                          <a:lnTo>
                            <a:pt x="8396" y="0"/>
                          </a:lnTo>
                          <a:lnTo>
                            <a:pt x="21600" y="10800"/>
                          </a:lnTo>
                          <a:lnTo>
                            <a:pt x="8396" y="21600"/>
                          </a:lnTo>
                          <a:lnTo>
                            <a:pt x="8396" y="13536"/>
                          </a:lnTo>
                          <a:lnTo>
                            <a:pt x="0" y="13536"/>
                          </a:lnTo>
                          <a:lnTo>
                            <a:pt x="0" y="8064"/>
                          </a:lnTo>
                          <a:close/>
                        </a:path>
                      </a:pathLst>
                    </a:custGeom>
                    <a:solidFill>
                      <a:srgbClr val="4A7DB1"/>
                    </a:solidFill>
                    <a:ln w="28575" cap="flat">
                      <a:solidFill>
                        <a:srgbClr val="FFFFFF"/>
                      </a:solidFill>
                      <a:prstDash val="solid"/>
                      <a:miter lim="800000"/>
                      <a:headEnd/>
                      <a:tailEnd/>
                    </a:ln>
                  </p:spPr>
                  <p:txBody>
                    <a:bodyPr lIns="0" tIns="0" rIns="0" bIns="0" anchor="ctr"/>
                    <a:lstStyle/>
                    <a:p>
                      <a:endParaRPr lang="en-NL"/>
                    </a:p>
                  </p:txBody>
                </p:sp>
              </p:grpSp>
              <p:sp>
                <p:nvSpPr>
                  <p:cNvPr id="31" name="Tekstvak 45">
                    <a:extLst>
                      <a:ext uri="{FF2B5EF4-FFF2-40B4-BE49-F238E27FC236}">
                        <a16:creationId xmlns:a16="http://schemas.microsoft.com/office/drawing/2014/main" id="{AAFE1F85-05AD-BC65-8129-3C92F62D058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666601" y="5460796"/>
                    <a:ext cx="572112" cy="2097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 anchorCtr="1"/>
                  <a:lstStyle>
                    <a:lvl1pPr defTabSz="1216025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 defTabSz="1216025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 defTabSz="1216025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 defTabSz="1216025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 defTabSz="1216025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defTabSz="1216025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defTabSz="1216025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defTabSz="1216025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defTabSz="1216025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algn="ctr" eaLnBrk="1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altLang="en-NL" sz="9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Insert </a:t>
                    </a:r>
                    <a:br>
                      <a:rPr lang="en-GB" altLang="en-NL" sz="9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</a:br>
                    <a:r>
                      <a:rPr lang="en-GB" altLang="en-NL" sz="9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Left</a:t>
                    </a:r>
                  </a:p>
                </p:txBody>
              </p:sp>
            </p:grpSp>
            <p:grpSp>
              <p:nvGrpSpPr>
                <p:cNvPr id="19" name="Groep 33">
                  <a:extLst>
                    <a:ext uri="{FF2B5EF4-FFF2-40B4-BE49-F238E27FC236}">
                      <a16:creationId xmlns:a16="http://schemas.microsoft.com/office/drawing/2014/main" id="{8956AF79-3543-32B3-E915-CAE1D541BAD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190012" y="5039724"/>
                  <a:ext cx="572112" cy="630826"/>
                  <a:chOff x="15190012" y="5039724"/>
                  <a:chExt cx="572112" cy="630826"/>
                </a:xfrm>
              </p:grpSpPr>
              <p:grpSp>
                <p:nvGrpSpPr>
                  <p:cNvPr id="20" name="Groep 34">
                    <a:extLst>
                      <a:ext uri="{FF2B5EF4-FFF2-40B4-BE49-F238E27FC236}">
                        <a16:creationId xmlns:a16="http://schemas.microsoft.com/office/drawing/2014/main" id="{F04B5643-4ED5-7202-5CB0-F9AA6109B61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5282742" y="5039724"/>
                    <a:ext cx="426732" cy="332851"/>
                    <a:chOff x="15282742" y="5039724"/>
                    <a:chExt cx="426732" cy="332851"/>
                  </a:xfrm>
                </p:grpSpPr>
                <p:sp>
                  <p:nvSpPr>
                    <p:cNvPr id="22" name="Rechthoek 36">
                      <a:extLst>
                        <a:ext uri="{FF2B5EF4-FFF2-40B4-BE49-F238E27FC236}">
                          <a16:creationId xmlns:a16="http://schemas.microsoft.com/office/drawing/2014/main" id="{145B8D52-5A9C-FF22-8F1A-E11CF55CA8E0}"/>
                        </a:ext>
                      </a:extLst>
                    </p:cNvPr>
                    <p:cNvSpPr/>
                    <p:nvPr/>
                  </p:nvSpPr>
                  <p:spPr>
                    <a:xfrm rot="10800009" flipH="1">
                      <a:off x="15408566" y="5043984"/>
                      <a:ext cx="125442" cy="328603"/>
                    </a:xfrm>
                    <a:prstGeom prst="rect">
                      <a:avLst/>
                    </a:prstGeom>
                    <a:solidFill>
                      <a:srgbClr val="C3D6E8"/>
                    </a:solidFill>
                    <a:ln>
                      <a:noFill/>
                      <a:prstDash val="solid"/>
                    </a:ln>
                  </p:spPr>
                  <p:txBody>
                    <a:bodyPr lIns="179999" tIns="179999" rIns="179999" bIns="179999" anchor="ctr" anchorCtr="1"/>
                    <a:lstStyle/>
                    <a:p>
                      <a:pPr algn="ctr" eaLnBrk="1" fontAlgn="auto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800" b="0" i="0" u="none" strike="noStrike" kern="0" cap="none" spc="0" baseline="0">
                          <a:solidFill>
                            <a:srgbClr val="000000"/>
                          </a:solidFill>
                          <a:uFillTx/>
                        </a:defRPr>
                      </a:pPr>
                      <a:endParaRPr lang="en-GB" sz="1600" cap="all">
                        <a:solidFill>
                          <a:srgbClr val="FFFFFF"/>
                        </a:solidFill>
                        <a:latin typeface="Arial"/>
                      </a:endParaRPr>
                    </a:p>
                  </p:txBody>
                </p:sp>
                <p:grpSp>
                  <p:nvGrpSpPr>
                    <p:cNvPr id="23" name="Groep 37">
                      <a:extLst>
                        <a:ext uri="{FF2B5EF4-FFF2-40B4-BE49-F238E27FC236}">
                          <a16:creationId xmlns:a16="http://schemas.microsoft.com/office/drawing/2014/main" id="{9379EC47-CE6E-2AAA-9F62-86F35159BB8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5282742" y="5039724"/>
                      <a:ext cx="389103" cy="332851"/>
                      <a:chOff x="15282742" y="5039724"/>
                      <a:chExt cx="389103" cy="332851"/>
                    </a:xfrm>
                  </p:grpSpPr>
                  <p:cxnSp>
                    <p:nvCxnSpPr>
                      <p:cNvPr id="25" name="Rechte verbindingslijn 39">
                        <a:extLst>
                          <a:ext uri="{FF2B5EF4-FFF2-40B4-BE49-F238E27FC236}">
                            <a16:creationId xmlns:a16="http://schemas.microsoft.com/office/drawing/2014/main" id="{AC540E29-65FD-C1FE-39A3-80EA3146F844}"/>
                          </a:ext>
                        </a:extLst>
                      </p:cNvPr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5282742" y="5263213"/>
                        <a:ext cx="122182" cy="0"/>
                      </a:xfrm>
                      <a:prstGeom prst="straightConnector1">
                        <a:avLst/>
                      </a:prstGeom>
                      <a:noFill/>
                      <a:ln w="6345">
                        <a:solidFill>
                          <a:srgbClr val="817F7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26" name="Rechte verbindingslijn 40">
                        <a:extLst>
                          <a:ext uri="{FF2B5EF4-FFF2-40B4-BE49-F238E27FC236}">
                            <a16:creationId xmlns:a16="http://schemas.microsoft.com/office/drawing/2014/main" id="{26837100-FFF2-E2C9-4EF0-4F2D8413F95E}"/>
                          </a:ext>
                        </a:extLst>
                      </p:cNvPr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5282742" y="5151473"/>
                        <a:ext cx="125748" cy="0"/>
                      </a:xfrm>
                      <a:prstGeom prst="straightConnector1">
                        <a:avLst/>
                      </a:prstGeom>
                      <a:noFill/>
                      <a:ln w="6345">
                        <a:solidFill>
                          <a:srgbClr val="817F7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27" name="Rechte verbindingslijn 41">
                        <a:extLst>
                          <a:ext uri="{FF2B5EF4-FFF2-40B4-BE49-F238E27FC236}">
                            <a16:creationId xmlns:a16="http://schemas.microsoft.com/office/drawing/2014/main" id="{0BF434C0-7AF7-C812-E9A1-FFFF6010F0FE}"/>
                          </a:ext>
                        </a:extLst>
                      </p:cNvPr>
                      <p:cNvCxnSpPr>
                        <a:cxnSpLocks noChangeShapeType="1"/>
                      </p:cNvCxnSpPr>
                      <p:nvPr/>
                    </p:nvCxnSpPr>
                    <p:spPr bwMode="auto">
                      <a:xfrm flipV="1">
                        <a:off x="15537210" y="5039724"/>
                        <a:ext cx="0" cy="329285"/>
                      </a:xfrm>
                      <a:prstGeom prst="straightConnector1">
                        <a:avLst/>
                      </a:prstGeom>
                      <a:noFill/>
                      <a:ln w="6345">
                        <a:solidFill>
                          <a:srgbClr val="817F7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28" name="Rechte verbindingslijn 42">
                        <a:extLst>
                          <a:ext uri="{FF2B5EF4-FFF2-40B4-BE49-F238E27FC236}">
                            <a16:creationId xmlns:a16="http://schemas.microsoft.com/office/drawing/2014/main" id="{6FE87D9E-23B2-5BBB-A284-8B8E5AF38C59}"/>
                          </a:ext>
                        </a:extLst>
                      </p:cNvPr>
                      <p:cNvCxnSpPr>
                        <a:cxnSpLocks noChangeShapeType="1"/>
                      </p:cNvCxnSpPr>
                      <p:nvPr/>
                    </p:nvCxnSpPr>
                    <p:spPr bwMode="auto">
                      <a:xfrm flipV="1">
                        <a:off x="15407511" y="5039724"/>
                        <a:ext cx="0" cy="332851"/>
                      </a:xfrm>
                      <a:prstGeom prst="straightConnector1">
                        <a:avLst/>
                      </a:prstGeom>
                      <a:noFill/>
                      <a:ln w="6345">
                        <a:solidFill>
                          <a:srgbClr val="817F7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sp>
                    <p:nvSpPr>
                      <p:cNvPr id="29" name="Rechthoek 43">
                        <a:extLst>
                          <a:ext uri="{FF2B5EF4-FFF2-40B4-BE49-F238E27FC236}">
                            <a16:creationId xmlns:a16="http://schemas.microsoft.com/office/drawing/2014/main" id="{0FE4B467-113B-8EAC-C45A-3489CEA6C5A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 rot="10800009" flipH="1">
                        <a:off x="15285009" y="5039724"/>
                        <a:ext cx="386836" cy="330793"/>
                      </a:xfrm>
                      <a:prstGeom prst="rect">
                        <a:avLst/>
                      </a:prstGeom>
                      <a:noFill/>
                      <a:ln w="12701">
                        <a:solidFill>
                          <a:srgbClr val="6C6C6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anchor="ctr" anchorCtr="1"/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5pPr>
                        <a:lvl6pPr marL="2514600" indent="-228600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6pPr>
                        <a:lvl7pPr marL="2971800" indent="-228600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7pPr>
                        <a:lvl8pPr marL="3429000" indent="-228600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8pPr>
                        <a:lvl9pPr marL="3886200" indent="-228600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ptos" panose="020B0004020202020204" pitchFamily="34" charset="0"/>
                          </a:defRPr>
                        </a:lvl9pPr>
                      </a:lstStyle>
                      <a:p>
                        <a:pPr algn="ctr" eaLnBrk="1" hangingPunct="1"/>
                        <a:endParaRPr lang="en-GB" altLang="en-NL" sz="2400">
                          <a:solidFill>
                            <a:srgbClr val="00A6D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24" name="Pijl: rechts 38">
                      <a:extLst>
                        <a:ext uri="{FF2B5EF4-FFF2-40B4-BE49-F238E27FC236}">
                          <a16:creationId xmlns:a16="http://schemas.microsoft.com/office/drawing/2014/main" id="{B5C4539F-FFBC-2B56-970E-A6A8AEDC05B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10800009" flipH="1">
                      <a:off x="15499766" y="5110243"/>
                      <a:ext cx="209708" cy="201478"/>
                    </a:xfrm>
                    <a:custGeom>
                      <a:avLst/>
                      <a:gdLst>
                        <a:gd name="T0" fmla="*/ 104854 w 21600"/>
                        <a:gd name="T1" fmla="*/ 0 h 21600"/>
                        <a:gd name="T2" fmla="*/ 209708 w 21600"/>
                        <a:gd name="T3" fmla="*/ 100739 h 21600"/>
                        <a:gd name="T4" fmla="*/ 104854 w 21600"/>
                        <a:gd name="T5" fmla="*/ 201478 h 21600"/>
                        <a:gd name="T6" fmla="*/ 0 w 21600"/>
                        <a:gd name="T7" fmla="*/ 100739 h 21600"/>
                        <a:gd name="T8" fmla="*/ 81514 w 21600"/>
                        <a:gd name="T9" fmla="*/ 0 h 21600"/>
                        <a:gd name="T10" fmla="*/ 81514 w 21600"/>
                        <a:gd name="T11" fmla="*/ 201478 h 21600"/>
                        <a:gd name="T12" fmla="*/ 17694720 60000 65536"/>
                        <a:gd name="T13" fmla="*/ 0 60000 65536"/>
                        <a:gd name="T14" fmla="*/ 5898240 60000 65536"/>
                        <a:gd name="T15" fmla="*/ 11796480 60000 65536"/>
                        <a:gd name="T16" fmla="*/ 17694720 60000 65536"/>
                        <a:gd name="T17" fmla="*/ 5898240 60000 65536"/>
                        <a:gd name="T18" fmla="*/ 0 w 21600"/>
                        <a:gd name="T19" fmla="*/ 8064 h 21600"/>
                        <a:gd name="T20" fmla="*/ 18255 w 21600"/>
                        <a:gd name="T21" fmla="*/ 13536 h 21600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T18" t="T19" r="T20" b="T21"/>
                      <a:pathLst>
                        <a:path w="21600" h="21600">
                          <a:moveTo>
                            <a:pt x="0" y="8064"/>
                          </a:moveTo>
                          <a:lnTo>
                            <a:pt x="8396" y="8064"/>
                          </a:lnTo>
                          <a:lnTo>
                            <a:pt x="8396" y="0"/>
                          </a:lnTo>
                          <a:lnTo>
                            <a:pt x="21600" y="10800"/>
                          </a:lnTo>
                          <a:lnTo>
                            <a:pt x="8396" y="21600"/>
                          </a:lnTo>
                          <a:lnTo>
                            <a:pt x="8396" y="13536"/>
                          </a:lnTo>
                          <a:lnTo>
                            <a:pt x="0" y="13536"/>
                          </a:lnTo>
                          <a:lnTo>
                            <a:pt x="0" y="8064"/>
                          </a:lnTo>
                          <a:close/>
                        </a:path>
                      </a:pathLst>
                    </a:custGeom>
                    <a:solidFill>
                      <a:srgbClr val="4A7DB1"/>
                    </a:solidFill>
                    <a:ln w="28575" cap="flat">
                      <a:solidFill>
                        <a:srgbClr val="FFFFFF"/>
                      </a:solidFill>
                      <a:prstDash val="solid"/>
                      <a:miter lim="800000"/>
                      <a:headEnd/>
                      <a:tailEnd/>
                    </a:ln>
                  </p:spPr>
                  <p:txBody>
                    <a:bodyPr lIns="0" tIns="0" rIns="0" bIns="0" anchor="ctr"/>
                    <a:lstStyle/>
                    <a:p>
                      <a:endParaRPr lang="en-NL"/>
                    </a:p>
                  </p:txBody>
                </p:sp>
              </p:grpSp>
              <p:sp>
                <p:nvSpPr>
                  <p:cNvPr id="21" name="Tekstvak 35">
                    <a:extLst>
                      <a:ext uri="{FF2B5EF4-FFF2-40B4-BE49-F238E27FC236}">
                        <a16:creationId xmlns:a16="http://schemas.microsoft.com/office/drawing/2014/main" id="{87CFBF44-1841-FAF2-CE86-61F2E3E6556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190012" y="5460796"/>
                    <a:ext cx="572112" cy="2097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 anchorCtr="1"/>
                  <a:lstStyle>
                    <a:lvl1pPr defTabSz="1216025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 defTabSz="1216025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 defTabSz="1216025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 defTabSz="1216025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 defTabSz="1216025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defTabSz="1216025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defTabSz="1216025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defTabSz="1216025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defTabSz="1216025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algn="ctr" eaLnBrk="1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GB" altLang="en-NL" sz="9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Insert</a:t>
                    </a:r>
                    <a:br>
                      <a:rPr lang="en-GB" altLang="en-NL" sz="9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</a:br>
                    <a:r>
                      <a:rPr lang="en-GB" altLang="en-NL" sz="9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Right</a:t>
                    </a:r>
                  </a:p>
                </p:txBody>
              </p:sp>
            </p:grpSp>
          </p:grpSp>
        </p:grpSp>
      </p:grpSp>
      <p:grpSp>
        <p:nvGrpSpPr>
          <p:cNvPr id="100" name="INSTRUCTION">
            <a:extLst>
              <a:ext uri="{FF2B5EF4-FFF2-40B4-BE49-F238E27FC236}">
                <a16:creationId xmlns:a16="http://schemas.microsoft.com/office/drawing/2014/main" id="{B58909C4-8FAF-DF36-6986-1E4C1CF50C36}"/>
              </a:ext>
            </a:extLst>
          </p:cNvPr>
          <p:cNvGrpSpPr>
            <a:grpSpLocks/>
          </p:cNvGrpSpPr>
          <p:nvPr/>
        </p:nvGrpSpPr>
        <p:grpSpPr bwMode="auto">
          <a:xfrm>
            <a:off x="-3786188" y="0"/>
            <a:ext cx="3692525" cy="5359400"/>
            <a:chOff x="-3786438" y="0"/>
            <a:chExt cx="3693389" cy="5359343"/>
          </a:xfrm>
        </p:grpSpPr>
        <p:sp>
          <p:nvSpPr>
            <p:cNvPr id="101" name="Rechthoek 115">
              <a:extLst>
                <a:ext uri="{FF2B5EF4-FFF2-40B4-BE49-F238E27FC236}">
                  <a16:creationId xmlns:a16="http://schemas.microsoft.com/office/drawing/2014/main" id="{84C193D7-241A-0F02-BAC4-EB7EA0504E35}"/>
                </a:ext>
              </a:extLst>
            </p:cNvPr>
            <p:cNvSpPr/>
            <p:nvPr/>
          </p:nvSpPr>
          <p:spPr>
            <a:xfrm>
              <a:off x="-3786438" y="0"/>
              <a:ext cx="3593354" cy="4641801"/>
            </a:xfrm>
            <a:prstGeom prst="rect">
              <a:avLst/>
            </a:prstGeom>
            <a:solidFill>
              <a:srgbClr val="FFFFFF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Choosing text levels</a:t>
              </a:r>
            </a:p>
          </p:txBody>
        </p:sp>
        <p:sp>
          <p:nvSpPr>
            <p:cNvPr id="102" name="Rechthoek 116">
              <a:extLst>
                <a:ext uri="{FF2B5EF4-FFF2-40B4-BE49-F238E27FC236}">
                  <a16:creationId xmlns:a16="http://schemas.microsoft.com/office/drawing/2014/main" id="{33A82390-5D53-94EE-2F07-110C73981FEF}"/>
                </a:ext>
              </a:extLst>
            </p:cNvPr>
            <p:cNvSpPr/>
            <p:nvPr/>
          </p:nvSpPr>
          <p:spPr>
            <a:xfrm>
              <a:off x="-3786438" y="1708132"/>
              <a:ext cx="3593354" cy="2835245"/>
            </a:xfrm>
            <a:prstGeom prst="rect">
              <a:avLst/>
            </a:prstGeom>
            <a:solidFill>
              <a:srgbClr val="00A6D6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 </a:t>
              </a:r>
            </a:p>
          </p:txBody>
        </p:sp>
        <p:sp>
          <p:nvSpPr>
            <p:cNvPr id="103" name="Ovaal 117">
              <a:extLst>
                <a:ext uri="{FF2B5EF4-FFF2-40B4-BE49-F238E27FC236}">
                  <a16:creationId xmlns:a16="http://schemas.microsoft.com/office/drawing/2014/main" id="{EF924BF8-202E-B509-948E-7A922911D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4180" y="1837486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4" name="Rechthoek 118">
              <a:extLst>
                <a:ext uri="{FF2B5EF4-FFF2-40B4-BE49-F238E27FC236}">
                  <a16:creationId xmlns:a16="http://schemas.microsoft.com/office/drawing/2014/main" id="{EB7F1D31-2D1D-5E1F-B310-597232DEB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1837486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57188" indent="-357188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FFFFFF"/>
                </a:buClr>
                <a:buSzPct val="100000"/>
                <a:buFont typeface="Calibri" panose="020F0502020204030204" pitchFamily="34" charset="0"/>
                <a:buChar char="•"/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05" name="Ovaal 119">
              <a:extLst>
                <a:ext uri="{FF2B5EF4-FFF2-40B4-BE49-F238E27FC236}">
                  <a16:creationId xmlns:a16="http://schemas.microsoft.com/office/drawing/2014/main" id="{A56F0700-089F-41C0-45E4-2621C234A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4180" y="2128768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06" name="Rechthoek 120">
              <a:extLst>
                <a:ext uri="{FF2B5EF4-FFF2-40B4-BE49-F238E27FC236}">
                  <a16:creationId xmlns:a16="http://schemas.microsoft.com/office/drawing/2014/main" id="{45BA04C3-1589-823D-C0C5-632776E25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604180" y="1196117"/>
              <a:ext cx="3229048" cy="459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07" name="Rechthoek 121">
              <a:extLst>
                <a:ext uri="{FF2B5EF4-FFF2-40B4-BE49-F238E27FC236}">
                  <a16:creationId xmlns:a16="http://schemas.microsoft.com/office/drawing/2014/main" id="{1DA022B4-91ED-CD49-DBE0-6140273397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128869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715963" indent="-357188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FFFFFF"/>
                </a:buClr>
                <a:buSzPct val="100000"/>
                <a:buFont typeface="Calibri" panose="020F0502020204030204" pitchFamily="34" charset="0"/>
                <a:buChar char="•"/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Sub-bullet </a:t>
              </a:r>
            </a:p>
          </p:txBody>
        </p:sp>
        <p:sp>
          <p:nvSpPr>
            <p:cNvPr id="108" name="Ovaal 122">
              <a:extLst>
                <a:ext uri="{FF2B5EF4-FFF2-40B4-BE49-F238E27FC236}">
                  <a16:creationId xmlns:a16="http://schemas.microsoft.com/office/drawing/2014/main" id="{34A20A22-B9C3-9F90-67D9-FC3FC25CE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4180" y="2420051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09" name="Rechthoek 123">
              <a:extLst>
                <a:ext uri="{FF2B5EF4-FFF2-40B4-BE49-F238E27FC236}">
                  <a16:creationId xmlns:a16="http://schemas.microsoft.com/office/drawing/2014/main" id="{91552B6B-BDF7-3653-EE55-8348DF2EA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420261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10" name="Ovaal 124">
              <a:extLst>
                <a:ext uri="{FF2B5EF4-FFF2-40B4-BE49-F238E27FC236}">
                  <a16:creationId xmlns:a16="http://schemas.microsoft.com/office/drawing/2014/main" id="{F1777257-2B88-2024-4830-9BC80611B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4180" y="2711333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11" name="Rechthoek 125">
              <a:extLst>
                <a:ext uri="{FF2B5EF4-FFF2-40B4-BE49-F238E27FC236}">
                  <a16:creationId xmlns:a16="http://schemas.microsoft.com/office/drawing/2014/main" id="{A0906477-860D-D5FF-33B3-286B41716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711653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2400" b="1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Title/Quote</a:t>
              </a:r>
            </a:p>
          </p:txBody>
        </p:sp>
        <p:sp>
          <p:nvSpPr>
            <p:cNvPr id="112" name="Ovaal 126">
              <a:extLst>
                <a:ext uri="{FF2B5EF4-FFF2-40B4-BE49-F238E27FC236}">
                  <a16:creationId xmlns:a16="http://schemas.microsoft.com/office/drawing/2014/main" id="{E339125D-23C3-2FE3-9E8D-8A43960B1BB3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4180" y="3002624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13" name="Rechthoek 127">
              <a:extLst>
                <a:ext uri="{FF2B5EF4-FFF2-40B4-BE49-F238E27FC236}">
                  <a16:creationId xmlns:a16="http://schemas.microsoft.com/office/drawing/2014/main" id="{6D75B677-814C-7974-8F89-6009F22EE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3003035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>
                  <a:solidFill>
                    <a:srgbClr val="000000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114" name="Ovaal 128">
              <a:extLst>
                <a:ext uri="{FF2B5EF4-FFF2-40B4-BE49-F238E27FC236}">
                  <a16:creationId xmlns:a16="http://schemas.microsoft.com/office/drawing/2014/main" id="{94AA2D24-C87C-E7F9-DDDF-CC187ACF3F5C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4180" y="3293906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15" name="Rechthoek 129">
              <a:extLst>
                <a:ext uri="{FF2B5EF4-FFF2-40B4-BE49-F238E27FC236}">
                  <a16:creationId xmlns:a16="http://schemas.microsoft.com/office/drawing/2014/main" id="{43B6B85C-2239-F702-342E-961B86E07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3585819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57188" indent="-357188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FFFFFF"/>
                </a:buClr>
                <a:buSzPct val="100000"/>
                <a:buFont typeface="Arial" panose="020B0604020202020204" pitchFamily="34" charset="0"/>
                <a:buAutoNum type="arabicPeriod"/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Numerical bullet</a:t>
              </a:r>
            </a:p>
          </p:txBody>
        </p:sp>
        <p:sp>
          <p:nvSpPr>
            <p:cNvPr id="116" name="Ovaal 130">
              <a:extLst>
                <a:ext uri="{FF2B5EF4-FFF2-40B4-BE49-F238E27FC236}">
                  <a16:creationId xmlns:a16="http://schemas.microsoft.com/office/drawing/2014/main" id="{06467853-67A7-D27A-C891-0E59737CE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4180" y="3585188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17" name="Rechthoek 131">
              <a:extLst>
                <a:ext uri="{FF2B5EF4-FFF2-40B4-BE49-F238E27FC236}">
                  <a16:creationId xmlns:a16="http://schemas.microsoft.com/office/drawing/2014/main" id="{3FA9401A-0332-0295-2E7A-C2F599221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25828" y="3877211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42900" indent="-3429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FFFFFF"/>
                </a:buClr>
                <a:buSzPct val="100000"/>
                <a:buFont typeface="Arial" panose="020B0604020202020204" pitchFamily="34" charset="0"/>
                <a:buAutoNum type="alphaLcPeriod"/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Alphabetical bullet</a:t>
              </a:r>
            </a:p>
          </p:txBody>
        </p:sp>
        <p:sp>
          <p:nvSpPr>
            <p:cNvPr id="118" name="Ovaal 132">
              <a:extLst>
                <a:ext uri="{FF2B5EF4-FFF2-40B4-BE49-F238E27FC236}">
                  <a16:creationId xmlns:a16="http://schemas.microsoft.com/office/drawing/2014/main" id="{7CE0F7D4-2F88-7402-3EE1-63F01F17C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4180" y="3876470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19" name="Rechthoek 133">
              <a:extLst>
                <a:ext uri="{FF2B5EF4-FFF2-40B4-BE49-F238E27FC236}">
                  <a16:creationId xmlns:a16="http://schemas.microsoft.com/office/drawing/2014/main" id="{872A6272-3AA9-D258-E364-2D06A6E22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4168594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 i="1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Source</a:t>
              </a:r>
            </a:p>
          </p:txBody>
        </p:sp>
        <p:sp>
          <p:nvSpPr>
            <p:cNvPr id="120" name="Ovaal 134">
              <a:extLst>
                <a:ext uri="{FF2B5EF4-FFF2-40B4-BE49-F238E27FC236}">
                  <a16:creationId xmlns:a16="http://schemas.microsoft.com/office/drawing/2014/main" id="{3C5B8AD7-66F6-9341-6C5E-0477B89F7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4180" y="4168594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00A6D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21" name="Rechthoek 135">
              <a:extLst>
                <a:ext uri="{FF2B5EF4-FFF2-40B4-BE49-F238E27FC236}">
                  <a16:creationId xmlns:a16="http://schemas.microsoft.com/office/drawing/2014/main" id="{36D5610F-D6EF-518C-F73A-93909D8CE2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3294427"/>
              <a:ext cx="2949223" cy="17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400">
                  <a:solidFill>
                    <a:srgbClr val="FFFFFF"/>
                  </a:solidFill>
                  <a:latin typeface="Arial" panose="020B0604020202020204" pitchFamily="34" charset="0"/>
                  <a:cs typeface="Calibri" panose="020F0502020204030204" pitchFamily="34" charset="0"/>
                </a:rPr>
                <a:t>Default text</a:t>
              </a:r>
            </a:p>
          </p:txBody>
        </p:sp>
        <p:sp>
          <p:nvSpPr>
            <p:cNvPr id="122" name="Rechthoek 136">
              <a:extLst>
                <a:ext uri="{FF2B5EF4-FFF2-40B4-BE49-F238E27FC236}">
                  <a16:creationId xmlns:a16="http://schemas.microsoft.com/office/drawing/2014/main" id="{72AEE3C1-CDE7-1E97-2BB9-8CB423FF2751}"/>
                </a:ext>
              </a:extLst>
            </p:cNvPr>
            <p:cNvSpPr/>
            <p:nvPr/>
          </p:nvSpPr>
          <p:spPr>
            <a:xfrm>
              <a:off x="-3786438" y="4530677"/>
              <a:ext cx="3593354" cy="828666"/>
            </a:xfrm>
            <a:prstGeom prst="rect">
              <a:avLst/>
            </a:prstGeom>
            <a:solidFill>
              <a:srgbClr val="ECECEC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 anchor="ctr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Want to know more?</a:t>
              </a:r>
              <a:b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</a:b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Go to the tab</a:t>
              </a: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 'SLIDEBUILDER’ </a:t>
              </a: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and click</a:t>
              </a:r>
              <a:b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</a:b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on the button </a:t>
              </a: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‘Inspiration'</a:t>
              </a:r>
            </a:p>
          </p:txBody>
        </p:sp>
        <p:grpSp>
          <p:nvGrpSpPr>
            <p:cNvPr id="123" name="ICOON_info">
              <a:extLst>
                <a:ext uri="{FF2B5EF4-FFF2-40B4-BE49-F238E27FC236}">
                  <a16:creationId xmlns:a16="http://schemas.microsoft.com/office/drawing/2014/main" id="{31821795-0EEC-042F-2986-ED75AEB1F2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76732" y="4400184"/>
              <a:ext cx="283683" cy="283683"/>
              <a:chOff x="-376732" y="4400184"/>
              <a:chExt cx="283683" cy="283683"/>
            </a:xfrm>
          </p:grpSpPr>
          <p:sp>
            <p:nvSpPr>
              <p:cNvPr id="171" name="Ovaal 185">
                <a:extLst>
                  <a:ext uri="{FF2B5EF4-FFF2-40B4-BE49-F238E27FC236}">
                    <a16:creationId xmlns:a16="http://schemas.microsoft.com/office/drawing/2014/main" id="{2174F015-06D0-417C-71BD-334FC20729B8}"/>
                  </a:ext>
                </a:extLst>
              </p:cNvPr>
              <p:cNvSpPr/>
              <p:nvPr/>
            </p:nvSpPr>
            <p:spPr>
              <a:xfrm>
                <a:off x="-356635" y="4419553"/>
                <a:ext cx="244532" cy="244472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211F26"/>
              </a:solidFill>
              <a:ln>
                <a:noFill/>
                <a:prstDash val="solid"/>
              </a:ln>
            </p:spPr>
            <p:txBody>
              <a:bodyPr lIns="179999" tIns="179999" rIns="179999" bIns="179999" anchor="ctr" anchorCtr="1"/>
              <a:lstStyle/>
              <a:p>
                <a:pPr algn="ctr"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600" cap="all">
                  <a:solidFill>
                    <a:srgbClr val="FFFFFF"/>
                  </a:solidFill>
                  <a:latin typeface="Calibri" pitchFamily="34"/>
                  <a:cs typeface="Calibri" pitchFamily="34"/>
                </a:endParaRPr>
              </a:p>
            </p:txBody>
          </p:sp>
          <p:sp>
            <p:nvSpPr>
              <p:cNvPr id="172" name="Graphic 163" descr="Informatie">
                <a:extLst>
                  <a:ext uri="{FF2B5EF4-FFF2-40B4-BE49-F238E27FC236}">
                    <a16:creationId xmlns:a16="http://schemas.microsoft.com/office/drawing/2014/main" id="{020F2E0E-3259-6F55-F745-9CE482D2CD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76732" y="4400184"/>
                <a:ext cx="283683" cy="283683"/>
              </a:xfrm>
              <a:custGeom>
                <a:avLst/>
                <a:gdLst>
                  <a:gd name="T0" fmla="*/ 141842 w 291719"/>
                  <a:gd name="T1" fmla="*/ 0 h 291719"/>
                  <a:gd name="T2" fmla="*/ 283683 w 291719"/>
                  <a:gd name="T3" fmla="*/ 141842 h 291719"/>
                  <a:gd name="T4" fmla="*/ 141842 w 291719"/>
                  <a:gd name="T5" fmla="*/ 283683 h 291719"/>
                  <a:gd name="T6" fmla="*/ 0 w 291719"/>
                  <a:gd name="T7" fmla="*/ 141842 h 291719"/>
                  <a:gd name="T8" fmla="*/ 141842 w 291719"/>
                  <a:gd name="T9" fmla="*/ 0 h 291719"/>
                  <a:gd name="T10" fmla="*/ 0 w 291719"/>
                  <a:gd name="T11" fmla="*/ 141842 h 291719"/>
                  <a:gd name="T12" fmla="*/ 141842 w 291719"/>
                  <a:gd name="T13" fmla="*/ 283684 h 291719"/>
                  <a:gd name="T14" fmla="*/ 283684 w 291719"/>
                  <a:gd name="T15" fmla="*/ 141842 h 291719"/>
                  <a:gd name="T16" fmla="*/ 141842 w 291719"/>
                  <a:gd name="T17" fmla="*/ 0 h 291719"/>
                  <a:gd name="T18" fmla="*/ 134376 w 291719"/>
                  <a:gd name="T19" fmla="*/ 37327 h 291719"/>
                  <a:gd name="T20" fmla="*/ 153040 w 291719"/>
                  <a:gd name="T21" fmla="*/ 55990 h 291719"/>
                  <a:gd name="T22" fmla="*/ 134376 w 291719"/>
                  <a:gd name="T23" fmla="*/ 74653 h 291719"/>
                  <a:gd name="T24" fmla="*/ 115713 w 291719"/>
                  <a:gd name="T25" fmla="*/ 55990 h 291719"/>
                  <a:gd name="T26" fmla="*/ 134376 w 291719"/>
                  <a:gd name="T27" fmla="*/ 37327 h 291719"/>
                  <a:gd name="T28" fmla="*/ 179169 w 291719"/>
                  <a:gd name="T29" fmla="*/ 246357 h 291719"/>
                  <a:gd name="T30" fmla="*/ 104515 w 291719"/>
                  <a:gd name="T31" fmla="*/ 246357 h 291719"/>
                  <a:gd name="T32" fmla="*/ 104515 w 291719"/>
                  <a:gd name="T33" fmla="*/ 223961 h 291719"/>
                  <a:gd name="T34" fmla="*/ 130644 w 291719"/>
                  <a:gd name="T35" fmla="*/ 223961 h 291719"/>
                  <a:gd name="T36" fmla="*/ 130644 w 291719"/>
                  <a:gd name="T37" fmla="*/ 111981 h 291719"/>
                  <a:gd name="T38" fmla="*/ 108248 w 291719"/>
                  <a:gd name="T39" fmla="*/ 111981 h 291719"/>
                  <a:gd name="T40" fmla="*/ 108248 w 291719"/>
                  <a:gd name="T41" fmla="*/ 89584 h 291719"/>
                  <a:gd name="T42" fmla="*/ 153040 w 291719"/>
                  <a:gd name="T43" fmla="*/ 89584 h 291719"/>
                  <a:gd name="T44" fmla="*/ 153040 w 291719"/>
                  <a:gd name="T45" fmla="*/ 111981 h 291719"/>
                  <a:gd name="T46" fmla="*/ 153040 w 291719"/>
                  <a:gd name="T47" fmla="*/ 223961 h 291719"/>
                  <a:gd name="T48" fmla="*/ 179169 w 291719"/>
                  <a:gd name="T49" fmla="*/ 223961 h 291719"/>
                  <a:gd name="T50" fmla="*/ 179169 w 291719"/>
                  <a:gd name="T51" fmla="*/ 246357 h 291719"/>
                  <a:gd name="T52" fmla="*/ 17694720 60000 65536"/>
                  <a:gd name="T53" fmla="*/ 0 60000 65536"/>
                  <a:gd name="T54" fmla="*/ 5898240 60000 65536"/>
                  <a:gd name="T55" fmla="*/ 1179648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291719"/>
                  <a:gd name="T79" fmla="*/ 0 h 291719"/>
                  <a:gd name="T80" fmla="*/ 291719 w 291719"/>
                  <a:gd name="T81" fmla="*/ 291719 h 29171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NL"/>
              </a:p>
            </p:txBody>
          </p:sp>
        </p:grpSp>
        <p:grpSp>
          <p:nvGrpSpPr>
            <p:cNvPr id="124" name="VOORBEELD">
              <a:extLst>
                <a:ext uri="{FF2B5EF4-FFF2-40B4-BE49-F238E27FC236}">
                  <a16:creationId xmlns:a16="http://schemas.microsoft.com/office/drawing/2014/main" id="{0EBCBF65-69D5-7A1E-EB17-454C67F63F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605168" y="458672"/>
              <a:ext cx="3234315" cy="558871"/>
              <a:chOff x="-3605168" y="458672"/>
              <a:chExt cx="3234315" cy="558871"/>
            </a:xfrm>
          </p:grpSpPr>
          <p:sp>
            <p:nvSpPr>
              <p:cNvPr id="131" name="Rechthoek 145">
                <a:extLst>
                  <a:ext uri="{FF2B5EF4-FFF2-40B4-BE49-F238E27FC236}">
                    <a16:creationId xmlns:a16="http://schemas.microsoft.com/office/drawing/2014/main" id="{E87B4F0D-735B-2DB0-740C-E97B679CB2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604180" y="458672"/>
                <a:ext cx="393457" cy="184059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8004" rIns="0" bIns="0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/>
                <a:r>
                  <a:rPr lang="en-GB" altLang="en-NL" sz="900" b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132" name="Rechthoek 146">
                <a:extLst>
                  <a:ext uri="{FF2B5EF4-FFF2-40B4-BE49-F238E27FC236}">
                    <a16:creationId xmlns:a16="http://schemas.microsoft.com/office/drawing/2014/main" id="{39F105BA-46AC-35A8-0AD9-E2EC51D246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599188" y="621343"/>
                <a:ext cx="383782" cy="27166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/>
                <a:endPara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3" name="Groep 147">
                <a:extLst>
                  <a:ext uri="{FF2B5EF4-FFF2-40B4-BE49-F238E27FC236}">
                    <a16:creationId xmlns:a16="http://schemas.microsoft.com/office/drawing/2014/main" id="{7AC46A10-6EFB-5E3C-0F86-D135F0D484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386242" y="830869"/>
                <a:ext cx="139418" cy="109563"/>
                <a:chOff x="-3386242" y="830869"/>
                <a:chExt cx="139418" cy="109563"/>
              </a:xfrm>
            </p:grpSpPr>
            <p:grpSp>
              <p:nvGrpSpPr>
                <p:cNvPr id="164" name="Groep 178">
                  <a:extLst>
                    <a:ext uri="{FF2B5EF4-FFF2-40B4-BE49-F238E27FC236}">
                      <a16:creationId xmlns:a16="http://schemas.microsoft.com/office/drawing/2014/main" id="{5F03F948-742E-2761-C7D3-E083589BD36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386242" y="830869"/>
                  <a:ext cx="139418" cy="109563"/>
                  <a:chOff x="-3386242" y="830869"/>
                  <a:chExt cx="139418" cy="109563"/>
                </a:xfrm>
              </p:grpSpPr>
              <p:cxnSp>
                <p:nvCxnSpPr>
                  <p:cNvPr id="166" name="Rechte verbindingslijn 180">
                    <a:extLst>
                      <a:ext uri="{FF2B5EF4-FFF2-40B4-BE49-F238E27FC236}">
                        <a16:creationId xmlns:a16="http://schemas.microsoft.com/office/drawing/2014/main" id="{CE805D4C-EEA0-1262-5249-B38E1A142A5E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3386242" y="830869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67" name="Rechte verbindingslijn 181">
                    <a:extLst>
                      <a:ext uri="{FF2B5EF4-FFF2-40B4-BE49-F238E27FC236}">
                        <a16:creationId xmlns:a16="http://schemas.microsoft.com/office/drawing/2014/main" id="{2263987C-B629-33AC-97B0-4B7E0947E2D8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3386242" y="940432"/>
                    <a:ext cx="13941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68" name="Rechte verbindingslijn 182">
                    <a:extLst>
                      <a:ext uri="{FF2B5EF4-FFF2-40B4-BE49-F238E27FC236}">
                        <a16:creationId xmlns:a16="http://schemas.microsoft.com/office/drawing/2014/main" id="{722F00FF-113C-BC83-A9BE-FEC195B7B301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3309588" y="913046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69" name="Rechte verbindingslijn 183">
                    <a:extLst>
                      <a:ext uri="{FF2B5EF4-FFF2-40B4-BE49-F238E27FC236}">
                        <a16:creationId xmlns:a16="http://schemas.microsoft.com/office/drawing/2014/main" id="{4E6FC7FC-E3A2-CCE3-B807-5D1FF9041884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3309588" y="885651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70" name="Rechte verbindingslijn 184">
                    <a:extLst>
                      <a:ext uri="{FF2B5EF4-FFF2-40B4-BE49-F238E27FC236}">
                        <a16:creationId xmlns:a16="http://schemas.microsoft.com/office/drawing/2014/main" id="{59FE8415-855F-7B32-3963-CF34850F966B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3309588" y="858264"/>
                    <a:ext cx="62764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165" name="Pijl: rechts 179">
                  <a:extLst>
                    <a:ext uri="{FF2B5EF4-FFF2-40B4-BE49-F238E27FC236}">
                      <a16:creationId xmlns:a16="http://schemas.microsoft.com/office/drawing/2014/main" id="{2729B2E2-EBA9-9A6E-248C-8DAF1E0820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3386242" y="857039"/>
                  <a:ext cx="58411" cy="56116"/>
                </a:xfrm>
                <a:custGeom>
                  <a:avLst/>
                  <a:gdLst>
                    <a:gd name="T0" fmla="*/ 29206 w 21600"/>
                    <a:gd name="T1" fmla="*/ 0 h 21600"/>
                    <a:gd name="T2" fmla="*/ 58411 w 21600"/>
                    <a:gd name="T3" fmla="*/ 28058 h 21600"/>
                    <a:gd name="T4" fmla="*/ 29206 w 21600"/>
                    <a:gd name="T5" fmla="*/ 56116 h 21600"/>
                    <a:gd name="T6" fmla="*/ 0 w 21600"/>
                    <a:gd name="T7" fmla="*/ 28058 h 21600"/>
                    <a:gd name="T8" fmla="*/ 22705 w 21600"/>
                    <a:gd name="T9" fmla="*/ 0 h 21600"/>
                    <a:gd name="T10" fmla="*/ 22705 w 21600"/>
                    <a:gd name="T11" fmla="*/ 56116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  <p:grpSp>
            <p:nvGrpSpPr>
              <p:cNvPr id="134" name="Groep 148">
                <a:extLst>
                  <a:ext uri="{FF2B5EF4-FFF2-40B4-BE49-F238E27FC236}">
                    <a16:creationId xmlns:a16="http://schemas.microsoft.com/office/drawing/2014/main" id="{7C415F49-6524-24D1-63F0-9CD4ECF486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605168" y="830869"/>
                <a:ext cx="139419" cy="109563"/>
                <a:chOff x="-3605168" y="830869"/>
                <a:chExt cx="139419" cy="109563"/>
              </a:xfrm>
            </p:grpSpPr>
            <p:grpSp>
              <p:nvGrpSpPr>
                <p:cNvPr id="157" name="Groep 171">
                  <a:extLst>
                    <a:ext uri="{FF2B5EF4-FFF2-40B4-BE49-F238E27FC236}">
                      <a16:creationId xmlns:a16="http://schemas.microsoft.com/office/drawing/2014/main" id="{6235CD30-0EB7-52E4-2F8F-29C7A561370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605168" y="830869"/>
                  <a:ext cx="139419" cy="109563"/>
                  <a:chOff x="-3605168" y="830869"/>
                  <a:chExt cx="139419" cy="109563"/>
                </a:xfrm>
              </p:grpSpPr>
              <p:cxnSp>
                <p:nvCxnSpPr>
                  <p:cNvPr id="159" name="Rechte verbindingslijn 173">
                    <a:extLst>
                      <a:ext uri="{FF2B5EF4-FFF2-40B4-BE49-F238E27FC236}">
                        <a16:creationId xmlns:a16="http://schemas.microsoft.com/office/drawing/2014/main" id="{F111FFCB-954A-88B2-23D1-2B4782CA7157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3605168" y="830869"/>
                    <a:ext cx="139419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60" name="Rechte verbindingslijn 174">
                    <a:extLst>
                      <a:ext uri="{FF2B5EF4-FFF2-40B4-BE49-F238E27FC236}">
                        <a16:creationId xmlns:a16="http://schemas.microsoft.com/office/drawing/2014/main" id="{EC9458A0-D1A8-004B-D8D5-97898EF97D55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3605168" y="940432"/>
                    <a:ext cx="139419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61" name="Rechte verbindingslijn 175">
                    <a:extLst>
                      <a:ext uri="{FF2B5EF4-FFF2-40B4-BE49-F238E27FC236}">
                        <a16:creationId xmlns:a16="http://schemas.microsoft.com/office/drawing/2014/main" id="{4F4AF6DB-5E52-D1AF-238F-53E0E3B0DA84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3528514" y="913046"/>
                    <a:ext cx="62765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62" name="Rechte verbindingslijn 176">
                    <a:extLst>
                      <a:ext uri="{FF2B5EF4-FFF2-40B4-BE49-F238E27FC236}">
                        <a16:creationId xmlns:a16="http://schemas.microsoft.com/office/drawing/2014/main" id="{FFB73E15-E115-2DFA-C170-D196C4AA1D9D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3528514" y="885651"/>
                    <a:ext cx="62765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63" name="Rechte verbindingslijn 177">
                    <a:extLst>
                      <a:ext uri="{FF2B5EF4-FFF2-40B4-BE49-F238E27FC236}">
                        <a16:creationId xmlns:a16="http://schemas.microsoft.com/office/drawing/2014/main" id="{DA0A8F02-5C37-FC30-5D65-9E9061670984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3528514" y="858264"/>
                    <a:ext cx="62765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158" name="Pijl: rechts 172">
                  <a:extLst>
                    <a:ext uri="{FF2B5EF4-FFF2-40B4-BE49-F238E27FC236}">
                      <a16:creationId xmlns:a16="http://schemas.microsoft.com/office/drawing/2014/main" id="{1B20AA34-CF6E-416D-7876-77135612C3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-3605168" y="857039"/>
                  <a:ext cx="58411" cy="56116"/>
                </a:xfrm>
                <a:custGeom>
                  <a:avLst/>
                  <a:gdLst>
                    <a:gd name="T0" fmla="*/ 29206 w 21600"/>
                    <a:gd name="T1" fmla="*/ 0 h 21600"/>
                    <a:gd name="T2" fmla="*/ 58411 w 21600"/>
                    <a:gd name="T3" fmla="*/ 28058 h 21600"/>
                    <a:gd name="T4" fmla="*/ 29206 w 21600"/>
                    <a:gd name="T5" fmla="*/ 56116 h 21600"/>
                    <a:gd name="T6" fmla="*/ 0 w 21600"/>
                    <a:gd name="T7" fmla="*/ 28058 h 21600"/>
                    <a:gd name="T8" fmla="*/ 22705 w 21600"/>
                    <a:gd name="T9" fmla="*/ 0 h 21600"/>
                    <a:gd name="T10" fmla="*/ 22705 w 21600"/>
                    <a:gd name="T11" fmla="*/ 56116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  <p:cxnSp>
            <p:nvCxnSpPr>
              <p:cNvPr id="135" name="Rechte verbindingslijn 149">
                <a:extLst>
                  <a:ext uri="{FF2B5EF4-FFF2-40B4-BE49-F238E27FC236}">
                    <a16:creationId xmlns:a16="http://schemas.microsoft.com/office/drawing/2014/main" id="{645E7411-2DEB-27DE-7471-1F80424EC8B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-3459952" y="588169"/>
                <a:ext cx="547680" cy="219072"/>
              </a:xfrm>
              <a:prstGeom prst="straightConnector1">
                <a:avLst/>
              </a:prstGeom>
              <a:noFill/>
              <a:ln w="19046" cap="rnd">
                <a:solidFill>
                  <a:srgbClr val="00A6D6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6" name="Rechte verbindingslijn 150">
                <a:extLst>
                  <a:ext uri="{FF2B5EF4-FFF2-40B4-BE49-F238E27FC236}">
                    <a16:creationId xmlns:a16="http://schemas.microsoft.com/office/drawing/2014/main" id="{75123DC3-7C9E-9936-BB74-81E79339573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-3224210" y="828675"/>
                <a:ext cx="319089" cy="0"/>
              </a:xfrm>
              <a:prstGeom prst="straightConnector1">
                <a:avLst/>
              </a:prstGeom>
              <a:noFill/>
              <a:ln w="19046" cap="rnd">
                <a:solidFill>
                  <a:srgbClr val="00A6D6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37" name="Rechthoek 151">
                <a:extLst>
                  <a:ext uri="{FF2B5EF4-FFF2-40B4-BE49-F238E27FC236}">
                    <a16:creationId xmlns:a16="http://schemas.microsoft.com/office/drawing/2014/main" id="{8200881C-B02E-4D1B-3997-299D5E808A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559899" y="512182"/>
                <a:ext cx="2189046" cy="1510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1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sp>
            <p:nvSpPr>
              <p:cNvPr id="138" name="Rechthoek 152">
                <a:extLst>
                  <a:ext uri="{FF2B5EF4-FFF2-40B4-BE49-F238E27FC236}">
                    <a16:creationId xmlns:a16="http://schemas.microsoft.com/office/drawing/2014/main" id="{7C96CB89-2493-6736-BB01-48E4A72142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559899" y="819558"/>
                <a:ext cx="2189046" cy="142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1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grpSp>
            <p:nvGrpSpPr>
              <p:cNvPr id="139" name="Groep 153">
                <a:extLst>
                  <a:ext uri="{FF2B5EF4-FFF2-40B4-BE49-F238E27FC236}">
                    <a16:creationId xmlns:a16="http://schemas.microsoft.com/office/drawing/2014/main" id="{F21A426F-375B-1A5C-F8F9-F4C8B980F3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916762" y="769165"/>
                <a:ext cx="268742" cy="248378"/>
                <a:chOff x="-2916762" y="769165"/>
                <a:chExt cx="268742" cy="248378"/>
              </a:xfrm>
            </p:grpSpPr>
            <p:sp>
              <p:nvSpPr>
                <p:cNvPr id="149" name="Rechthoek 163">
                  <a:extLst>
                    <a:ext uri="{FF2B5EF4-FFF2-40B4-BE49-F238E27FC236}">
                      <a16:creationId xmlns:a16="http://schemas.microsoft.com/office/drawing/2014/main" id="{DDBD399E-05F9-FADC-3128-1488601F293F}"/>
                    </a:ext>
                  </a:extLst>
                </p:cNvPr>
                <p:cNvSpPr/>
                <p:nvPr/>
              </p:nvSpPr>
              <p:spPr>
                <a:xfrm>
                  <a:off x="-2916285" y="769930"/>
                  <a:ext cx="268351" cy="247647"/>
                </a:xfrm>
                <a:prstGeom prst="rect">
                  <a:avLst/>
                </a:prstGeom>
                <a:solidFill>
                  <a:srgbClr val="FFFFFF"/>
                </a:solidFill>
                <a:ln w="3172" cap="flat">
                  <a:solidFill>
                    <a:srgbClr val="DADADA"/>
                  </a:solidFill>
                  <a:prstDash val="solid"/>
                  <a:miter/>
                </a:ln>
              </p:spPr>
              <p:txBody>
                <a:bodyPr lIns="0" tIns="0" rIns="0" bIns="0" anchor="ctr" anchorCtr="1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050">
                    <a:solidFill>
                      <a:srgbClr val="211F26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grpSp>
              <p:nvGrpSpPr>
                <p:cNvPr id="150" name="Groep 164">
                  <a:extLst>
                    <a:ext uri="{FF2B5EF4-FFF2-40B4-BE49-F238E27FC236}">
                      <a16:creationId xmlns:a16="http://schemas.microsoft.com/office/drawing/2014/main" id="{CDB2703B-FBCA-BE71-F94A-C7BF3B9274C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2866744" y="827074"/>
                  <a:ext cx="168698" cy="132570"/>
                  <a:chOff x="-2866744" y="827074"/>
                  <a:chExt cx="168698" cy="132570"/>
                </a:xfrm>
              </p:grpSpPr>
              <p:cxnSp>
                <p:nvCxnSpPr>
                  <p:cNvPr id="152" name="Rechte verbindingslijn 166">
                    <a:extLst>
                      <a:ext uri="{FF2B5EF4-FFF2-40B4-BE49-F238E27FC236}">
                        <a16:creationId xmlns:a16="http://schemas.microsoft.com/office/drawing/2014/main" id="{766132E6-74B4-3826-C5A7-45A88CE4FC4C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2866744" y="827074"/>
                    <a:ext cx="16869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53" name="Rechte verbindingslijn 167">
                    <a:extLst>
                      <a:ext uri="{FF2B5EF4-FFF2-40B4-BE49-F238E27FC236}">
                        <a16:creationId xmlns:a16="http://schemas.microsoft.com/office/drawing/2014/main" id="{F606031B-6C16-3815-FBDD-BA76DC418B2E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2866744" y="959644"/>
                    <a:ext cx="16869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54" name="Rechte verbindingslijn 168">
                    <a:extLst>
                      <a:ext uri="{FF2B5EF4-FFF2-40B4-BE49-F238E27FC236}">
                        <a16:creationId xmlns:a16="http://schemas.microsoft.com/office/drawing/2014/main" id="{13303D46-5118-912C-DD2A-3C4DAACE7985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2773987" y="926506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55" name="Rechte verbindingslijn 169">
                    <a:extLst>
                      <a:ext uri="{FF2B5EF4-FFF2-40B4-BE49-F238E27FC236}">
                        <a16:creationId xmlns:a16="http://schemas.microsoft.com/office/drawing/2014/main" id="{32DB722A-300E-11ED-CC31-E64427C232C7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2773987" y="893359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56" name="Rechte verbindingslijn 170">
                    <a:extLst>
                      <a:ext uri="{FF2B5EF4-FFF2-40B4-BE49-F238E27FC236}">
                        <a16:creationId xmlns:a16="http://schemas.microsoft.com/office/drawing/2014/main" id="{65C2F53C-BA30-4A30-4C4B-E23487693BFF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2773987" y="860212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151" name="Pijl: rechts 165">
                  <a:extLst>
                    <a:ext uri="{FF2B5EF4-FFF2-40B4-BE49-F238E27FC236}">
                      <a16:creationId xmlns:a16="http://schemas.microsoft.com/office/drawing/2014/main" id="{F6BBA89B-87AF-A780-5CAF-8D51011A87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2866744" y="858740"/>
                  <a:ext cx="70673" cy="67903"/>
                </a:xfrm>
                <a:custGeom>
                  <a:avLst/>
                  <a:gdLst>
                    <a:gd name="T0" fmla="*/ 35337 w 21600"/>
                    <a:gd name="T1" fmla="*/ 0 h 21600"/>
                    <a:gd name="T2" fmla="*/ 70673 w 21600"/>
                    <a:gd name="T3" fmla="*/ 33952 h 21600"/>
                    <a:gd name="T4" fmla="*/ 35337 w 21600"/>
                    <a:gd name="T5" fmla="*/ 67903 h 21600"/>
                    <a:gd name="T6" fmla="*/ 0 w 21600"/>
                    <a:gd name="T7" fmla="*/ 33952 h 21600"/>
                    <a:gd name="T8" fmla="*/ 27471 w 21600"/>
                    <a:gd name="T9" fmla="*/ 0 h 21600"/>
                    <a:gd name="T10" fmla="*/ 27471 w 21600"/>
                    <a:gd name="T11" fmla="*/ 67903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  <p:grpSp>
            <p:nvGrpSpPr>
              <p:cNvPr id="140" name="Groep 154">
                <a:extLst>
                  <a:ext uri="{FF2B5EF4-FFF2-40B4-BE49-F238E27FC236}">
                    <a16:creationId xmlns:a16="http://schemas.microsoft.com/office/drawing/2014/main" id="{0E26352B-058F-DF4C-4F74-A838E2EBC4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916762" y="460171"/>
                <a:ext cx="268742" cy="248378"/>
                <a:chOff x="-2916762" y="460171"/>
                <a:chExt cx="268742" cy="248378"/>
              </a:xfrm>
            </p:grpSpPr>
            <p:sp>
              <p:nvSpPr>
                <p:cNvPr id="141" name="Rechthoek 155">
                  <a:extLst>
                    <a:ext uri="{FF2B5EF4-FFF2-40B4-BE49-F238E27FC236}">
                      <a16:creationId xmlns:a16="http://schemas.microsoft.com/office/drawing/2014/main" id="{6C2EAB2B-D6B4-53F8-7B41-9EB0E3F22678}"/>
                    </a:ext>
                  </a:extLst>
                </p:cNvPr>
                <p:cNvSpPr/>
                <p:nvPr/>
              </p:nvSpPr>
              <p:spPr>
                <a:xfrm>
                  <a:off x="-2916285" y="460370"/>
                  <a:ext cx="268351" cy="247647"/>
                </a:xfrm>
                <a:prstGeom prst="rect">
                  <a:avLst/>
                </a:prstGeom>
                <a:solidFill>
                  <a:srgbClr val="FFFFFF"/>
                </a:solidFill>
                <a:ln w="3172" cap="flat">
                  <a:solidFill>
                    <a:srgbClr val="DADADA"/>
                  </a:solidFill>
                  <a:prstDash val="solid"/>
                  <a:miter/>
                </a:ln>
              </p:spPr>
              <p:txBody>
                <a:bodyPr lIns="0" tIns="0" rIns="0" bIns="0" anchor="ctr" anchorCtr="1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GB" sz="1050">
                    <a:solidFill>
                      <a:srgbClr val="211F26"/>
                    </a:solidFill>
                    <a:latin typeface="Calibri" pitchFamily="34"/>
                    <a:cs typeface="Calibri" pitchFamily="34"/>
                  </a:endParaRPr>
                </a:p>
              </p:txBody>
            </p:sp>
            <p:grpSp>
              <p:nvGrpSpPr>
                <p:cNvPr id="142" name="Groep 156">
                  <a:extLst>
                    <a:ext uri="{FF2B5EF4-FFF2-40B4-BE49-F238E27FC236}">
                      <a16:creationId xmlns:a16="http://schemas.microsoft.com/office/drawing/2014/main" id="{7A9A27E2-25FD-8BBD-4C36-47081BBC502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2866744" y="518071"/>
                  <a:ext cx="168698" cy="132579"/>
                  <a:chOff x="-2866744" y="518071"/>
                  <a:chExt cx="168698" cy="132579"/>
                </a:xfrm>
              </p:grpSpPr>
              <p:cxnSp>
                <p:nvCxnSpPr>
                  <p:cNvPr id="144" name="Rechte verbindingslijn 158">
                    <a:extLst>
                      <a:ext uri="{FF2B5EF4-FFF2-40B4-BE49-F238E27FC236}">
                        <a16:creationId xmlns:a16="http://schemas.microsoft.com/office/drawing/2014/main" id="{9E8B7BE6-8F72-6B40-CB67-5CBE336556AF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2866744" y="518071"/>
                    <a:ext cx="16869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45" name="Rechte verbindingslijn 159">
                    <a:extLst>
                      <a:ext uri="{FF2B5EF4-FFF2-40B4-BE49-F238E27FC236}">
                        <a16:creationId xmlns:a16="http://schemas.microsoft.com/office/drawing/2014/main" id="{F74C00E6-5FA3-B713-2C07-5D5432F01D9E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2866744" y="650650"/>
                    <a:ext cx="168698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46" name="Rechte verbindingslijn 160">
                    <a:extLst>
                      <a:ext uri="{FF2B5EF4-FFF2-40B4-BE49-F238E27FC236}">
                        <a16:creationId xmlns:a16="http://schemas.microsoft.com/office/drawing/2014/main" id="{1696AB3C-28CA-18F2-B3CD-45E8596EB420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2773987" y="617503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47" name="Rechte verbindingslijn 161">
                    <a:extLst>
                      <a:ext uri="{FF2B5EF4-FFF2-40B4-BE49-F238E27FC236}">
                        <a16:creationId xmlns:a16="http://schemas.microsoft.com/office/drawing/2014/main" id="{99DC726A-B478-FA69-F337-7E4080BBF5A3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2773987" y="584365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48" name="Rechte verbindingslijn 162">
                    <a:extLst>
                      <a:ext uri="{FF2B5EF4-FFF2-40B4-BE49-F238E27FC236}">
                        <a16:creationId xmlns:a16="http://schemas.microsoft.com/office/drawing/2014/main" id="{1969B313-40DB-0464-D5FC-488B7021F972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-2773987" y="551218"/>
                    <a:ext cx="75941" cy="0"/>
                  </a:xfrm>
                  <a:prstGeom prst="straightConnector1">
                    <a:avLst/>
                  </a:prstGeom>
                  <a:noFill/>
                  <a:ln w="12701">
                    <a:solidFill>
                      <a:srgbClr val="9D9FA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143" name="Pijl: rechts 157">
                  <a:extLst>
                    <a:ext uri="{FF2B5EF4-FFF2-40B4-BE49-F238E27FC236}">
                      <a16:creationId xmlns:a16="http://schemas.microsoft.com/office/drawing/2014/main" id="{8F2BF7FC-ED45-C9B6-5A96-5E0A6A8955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-2866744" y="549737"/>
                  <a:ext cx="70673" cy="67903"/>
                </a:xfrm>
                <a:custGeom>
                  <a:avLst/>
                  <a:gdLst>
                    <a:gd name="T0" fmla="*/ 35337 w 21600"/>
                    <a:gd name="T1" fmla="*/ 0 h 21600"/>
                    <a:gd name="T2" fmla="*/ 70673 w 21600"/>
                    <a:gd name="T3" fmla="*/ 33952 h 21600"/>
                    <a:gd name="T4" fmla="*/ 35337 w 21600"/>
                    <a:gd name="T5" fmla="*/ 67903 h 21600"/>
                    <a:gd name="T6" fmla="*/ 0 w 21600"/>
                    <a:gd name="T7" fmla="*/ 33952 h 21600"/>
                    <a:gd name="T8" fmla="*/ 27471 w 21600"/>
                    <a:gd name="T9" fmla="*/ 0 h 21600"/>
                    <a:gd name="T10" fmla="*/ 27471 w 21600"/>
                    <a:gd name="T11" fmla="*/ 67903 h 21600"/>
                    <a:gd name="T12" fmla="*/ 17694720 60000 65536"/>
                    <a:gd name="T13" fmla="*/ 0 60000 65536"/>
                    <a:gd name="T14" fmla="*/ 5898240 60000 65536"/>
                    <a:gd name="T15" fmla="*/ 11796480 60000 65536"/>
                    <a:gd name="T16" fmla="*/ 17694720 60000 65536"/>
                    <a:gd name="T17" fmla="*/ 5898240 60000 65536"/>
                    <a:gd name="T18" fmla="*/ 0 w 21600"/>
                    <a:gd name="T19" fmla="*/ 8064 h 21600"/>
                    <a:gd name="T20" fmla="*/ 18255 w 21600"/>
                    <a:gd name="T21" fmla="*/ 13536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0" y="8064"/>
                      </a:moveTo>
                      <a:lnTo>
                        <a:pt x="8396" y="8064"/>
                      </a:lnTo>
                      <a:lnTo>
                        <a:pt x="8396" y="0"/>
                      </a:lnTo>
                      <a:lnTo>
                        <a:pt x="21600" y="10800"/>
                      </a:lnTo>
                      <a:lnTo>
                        <a:pt x="8396" y="21600"/>
                      </a:lnTo>
                      <a:lnTo>
                        <a:pt x="8396" y="13536"/>
                      </a:lnTo>
                      <a:lnTo>
                        <a:pt x="0" y="13536"/>
                      </a:lnTo>
                      <a:lnTo>
                        <a:pt x="0" y="8064"/>
                      </a:lnTo>
                      <a:close/>
                    </a:path>
                  </a:pathLst>
                </a:custGeom>
                <a:solidFill>
                  <a:srgbClr val="4A7D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/>
                <a:p>
                  <a:endParaRPr lang="en-NL"/>
                </a:p>
              </p:txBody>
            </p:sp>
          </p:grpSp>
        </p:grpSp>
        <p:grpSp>
          <p:nvGrpSpPr>
            <p:cNvPr id="125" name="Groep 139">
              <a:extLst>
                <a:ext uri="{FF2B5EF4-FFF2-40B4-BE49-F238E27FC236}">
                  <a16:creationId xmlns:a16="http://schemas.microsoft.com/office/drawing/2014/main" id="{3FFB43E9-0B65-58FE-F40D-AAF0E51DD0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938430" y="4663037"/>
              <a:ext cx="627799" cy="576684"/>
              <a:chOff x="-938430" y="4663037"/>
              <a:chExt cx="627799" cy="576684"/>
            </a:xfrm>
          </p:grpSpPr>
          <p:grpSp>
            <p:nvGrpSpPr>
              <p:cNvPr id="126" name="Inspireren">
                <a:extLst>
                  <a:ext uri="{FF2B5EF4-FFF2-40B4-BE49-F238E27FC236}">
                    <a16:creationId xmlns:a16="http://schemas.microsoft.com/office/drawing/2014/main" id="{1FD020AC-09F7-B84E-E6A2-E6C8FB2BB3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716112" y="4663037"/>
                <a:ext cx="169776" cy="242380"/>
                <a:chOff x="-716112" y="4663037"/>
                <a:chExt cx="169776" cy="242380"/>
              </a:xfrm>
            </p:grpSpPr>
            <p:sp>
              <p:nvSpPr>
                <p:cNvPr id="128" name="Freeform 12">
                  <a:extLst>
                    <a:ext uri="{FF2B5EF4-FFF2-40B4-BE49-F238E27FC236}">
                      <a16:creationId xmlns:a16="http://schemas.microsoft.com/office/drawing/2014/main" id="{6A685C5B-F161-3C06-3C63-96A201C37E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665911" y="4749869"/>
                  <a:ext cx="68726" cy="62051"/>
                </a:xfrm>
                <a:custGeom>
                  <a:avLst/>
                  <a:gdLst>
                    <a:gd name="T0" fmla="*/ 34363 w 319"/>
                    <a:gd name="T1" fmla="*/ 0 h 288"/>
                    <a:gd name="T2" fmla="*/ 68726 w 319"/>
                    <a:gd name="T3" fmla="*/ 31026 h 288"/>
                    <a:gd name="T4" fmla="*/ 34363 w 319"/>
                    <a:gd name="T5" fmla="*/ 62051 h 288"/>
                    <a:gd name="T6" fmla="*/ 0 w 319"/>
                    <a:gd name="T7" fmla="*/ 31026 h 288"/>
                    <a:gd name="T8" fmla="*/ 47397 w 319"/>
                    <a:gd name="T9" fmla="*/ 62051 h 288"/>
                    <a:gd name="T10" fmla="*/ 23052 w 319"/>
                    <a:gd name="T11" fmla="*/ 62051 h 288"/>
                    <a:gd name="T12" fmla="*/ 0 w 319"/>
                    <a:gd name="T13" fmla="*/ 0 h 288"/>
                    <a:gd name="T14" fmla="*/ 68726 w 319"/>
                    <a:gd name="T15" fmla="*/ 0 h 288"/>
                    <a:gd name="T16" fmla="*/ 47397 w 319"/>
                    <a:gd name="T17" fmla="*/ 62051 h 288"/>
                    <a:gd name="T18" fmla="*/ 17694720 60000 65536"/>
                    <a:gd name="T19" fmla="*/ 0 60000 65536"/>
                    <a:gd name="T20" fmla="*/ 5898240 60000 65536"/>
                    <a:gd name="T21" fmla="*/ 1179648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19"/>
                    <a:gd name="T28" fmla="*/ 0 h 288"/>
                    <a:gd name="T29" fmla="*/ 319 w 319"/>
                    <a:gd name="T30" fmla="*/ 288 h 288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  <p:sp>
              <p:nvSpPr>
                <p:cNvPr id="129" name="Freeform 13">
                  <a:extLst>
                    <a:ext uri="{FF2B5EF4-FFF2-40B4-BE49-F238E27FC236}">
                      <a16:creationId xmlns:a16="http://schemas.microsoft.com/office/drawing/2014/main" id="{DABC2CFD-1D7A-3B43-6F88-9281BFA69E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661394" y="4881286"/>
                  <a:ext cx="60761" cy="24131"/>
                </a:xfrm>
                <a:custGeom>
                  <a:avLst/>
                  <a:gdLst>
                    <a:gd name="T0" fmla="*/ 30381 w 251"/>
                    <a:gd name="T1" fmla="*/ 0 h 100"/>
                    <a:gd name="T2" fmla="*/ 60761 w 251"/>
                    <a:gd name="T3" fmla="*/ 12066 h 100"/>
                    <a:gd name="T4" fmla="*/ 30381 w 251"/>
                    <a:gd name="T5" fmla="*/ 24131 h 100"/>
                    <a:gd name="T6" fmla="*/ 0 w 251"/>
                    <a:gd name="T7" fmla="*/ 12066 h 100"/>
                    <a:gd name="T8" fmla="*/ 55435 w 251"/>
                    <a:gd name="T9" fmla="*/ 16892 h 100"/>
                    <a:gd name="T10" fmla="*/ 55435 w 251"/>
                    <a:gd name="T11" fmla="*/ 16650 h 100"/>
                    <a:gd name="T12" fmla="*/ 60761 w 251"/>
                    <a:gd name="T13" fmla="*/ 0 h 100"/>
                    <a:gd name="T14" fmla="*/ 0 w 251"/>
                    <a:gd name="T15" fmla="*/ 0 h 100"/>
                    <a:gd name="T16" fmla="*/ 5326 w 251"/>
                    <a:gd name="T17" fmla="*/ 16650 h 100"/>
                    <a:gd name="T18" fmla="*/ 15251 w 251"/>
                    <a:gd name="T19" fmla="*/ 24131 h 100"/>
                    <a:gd name="T20" fmla="*/ 45510 w 251"/>
                    <a:gd name="T21" fmla="*/ 24131 h 100"/>
                    <a:gd name="T22" fmla="*/ 55435 w 251"/>
                    <a:gd name="T23" fmla="*/ 17133 h 100"/>
                    <a:gd name="T24" fmla="*/ 55435 w 251"/>
                    <a:gd name="T25" fmla="*/ 17133 h 100"/>
                    <a:gd name="T26" fmla="*/ 55435 w 251"/>
                    <a:gd name="T27" fmla="*/ 16892 h 100"/>
                    <a:gd name="T28" fmla="*/ 17694720 60000 65536"/>
                    <a:gd name="T29" fmla="*/ 0 60000 65536"/>
                    <a:gd name="T30" fmla="*/ 5898240 60000 65536"/>
                    <a:gd name="T31" fmla="*/ 1179648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251"/>
                    <a:gd name="T43" fmla="*/ 0 h 100"/>
                    <a:gd name="T44" fmla="*/ 251 w 251"/>
                    <a:gd name="T45" fmla="*/ 100 h 100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D9FA1"/>
                    </a:gs>
                    <a:gs pos="100000">
                      <a:srgbClr val="211F26"/>
                    </a:gs>
                  </a:gsLst>
                  <a:lin ang="270000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  <p:sp>
              <p:nvSpPr>
                <p:cNvPr id="130" name="Freeform 14">
                  <a:extLst>
                    <a:ext uri="{FF2B5EF4-FFF2-40B4-BE49-F238E27FC236}">
                      <a16:creationId xmlns:a16="http://schemas.microsoft.com/office/drawing/2014/main" id="{0A17B14E-13E7-29DD-E722-3566F239E3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716112" y="4663037"/>
                  <a:ext cx="169776" cy="208126"/>
                </a:xfrm>
                <a:custGeom>
                  <a:avLst/>
                  <a:gdLst>
                    <a:gd name="T0" fmla="*/ 84888 w 702"/>
                    <a:gd name="T1" fmla="*/ 0 h 860"/>
                    <a:gd name="T2" fmla="*/ 169776 w 702"/>
                    <a:gd name="T3" fmla="*/ 104063 h 860"/>
                    <a:gd name="T4" fmla="*/ 84888 w 702"/>
                    <a:gd name="T5" fmla="*/ 208126 h 860"/>
                    <a:gd name="T6" fmla="*/ 0 w 702"/>
                    <a:gd name="T7" fmla="*/ 104063 h 860"/>
                    <a:gd name="T8" fmla="*/ 84888 w 702"/>
                    <a:gd name="T9" fmla="*/ 0 h 860"/>
                    <a:gd name="T10" fmla="*/ 0 w 702"/>
                    <a:gd name="T11" fmla="*/ 84944 h 860"/>
                    <a:gd name="T12" fmla="*/ 32407 w 702"/>
                    <a:gd name="T13" fmla="*/ 151738 h 860"/>
                    <a:gd name="T14" fmla="*/ 39905 w 702"/>
                    <a:gd name="T15" fmla="*/ 173761 h 860"/>
                    <a:gd name="T16" fmla="*/ 64331 w 702"/>
                    <a:gd name="T17" fmla="*/ 173761 h 860"/>
                    <a:gd name="T18" fmla="*/ 64331 w 702"/>
                    <a:gd name="T19" fmla="*/ 173761 h 860"/>
                    <a:gd name="T20" fmla="*/ 104961 w 702"/>
                    <a:gd name="T21" fmla="*/ 173761 h 860"/>
                    <a:gd name="T22" fmla="*/ 101334 w 702"/>
                    <a:gd name="T23" fmla="*/ 183925 h 860"/>
                    <a:gd name="T24" fmla="*/ 68684 w 702"/>
                    <a:gd name="T25" fmla="*/ 183925 h 860"/>
                    <a:gd name="T26" fmla="*/ 68684 w 702"/>
                    <a:gd name="T27" fmla="*/ 183925 h 860"/>
                    <a:gd name="T28" fmla="*/ 43290 w 702"/>
                    <a:gd name="T29" fmla="*/ 183925 h 860"/>
                    <a:gd name="T30" fmla="*/ 51271 w 702"/>
                    <a:gd name="T31" fmla="*/ 208126 h 860"/>
                    <a:gd name="T32" fmla="*/ 51271 w 702"/>
                    <a:gd name="T33" fmla="*/ 208126 h 860"/>
                    <a:gd name="T34" fmla="*/ 52239 w 702"/>
                    <a:gd name="T35" fmla="*/ 208126 h 860"/>
                    <a:gd name="T36" fmla="*/ 118021 w 702"/>
                    <a:gd name="T37" fmla="*/ 208126 h 860"/>
                    <a:gd name="T38" fmla="*/ 118746 w 702"/>
                    <a:gd name="T39" fmla="*/ 208126 h 860"/>
                    <a:gd name="T40" fmla="*/ 137852 w 702"/>
                    <a:gd name="T41" fmla="*/ 151254 h 860"/>
                    <a:gd name="T42" fmla="*/ 169776 w 702"/>
                    <a:gd name="T43" fmla="*/ 84944 h 860"/>
                    <a:gd name="T44" fmla="*/ 84888 w 702"/>
                    <a:gd name="T45" fmla="*/ 0 h 860"/>
                    <a:gd name="T46" fmla="*/ 141964 w 702"/>
                    <a:gd name="T47" fmla="*/ 105999 h 860"/>
                    <a:gd name="T48" fmla="*/ 117295 w 702"/>
                    <a:gd name="T49" fmla="*/ 136250 h 860"/>
                    <a:gd name="T50" fmla="*/ 109798 w 702"/>
                    <a:gd name="T51" fmla="*/ 159241 h 860"/>
                    <a:gd name="T52" fmla="*/ 60462 w 702"/>
                    <a:gd name="T53" fmla="*/ 159241 h 860"/>
                    <a:gd name="T54" fmla="*/ 52964 w 702"/>
                    <a:gd name="T55" fmla="*/ 136734 h 860"/>
                    <a:gd name="T56" fmla="*/ 27812 w 702"/>
                    <a:gd name="T57" fmla="*/ 106241 h 860"/>
                    <a:gd name="T58" fmla="*/ 23943 w 702"/>
                    <a:gd name="T59" fmla="*/ 84944 h 860"/>
                    <a:gd name="T60" fmla="*/ 84888 w 702"/>
                    <a:gd name="T61" fmla="*/ 23959 h 860"/>
                    <a:gd name="T62" fmla="*/ 145833 w 702"/>
                    <a:gd name="T63" fmla="*/ 84944 h 860"/>
                    <a:gd name="T64" fmla="*/ 141964 w 702"/>
                    <a:gd name="T65" fmla="*/ 105999 h 860"/>
                    <a:gd name="T66" fmla="*/ 17694720 60000 65536"/>
                    <a:gd name="T67" fmla="*/ 0 60000 65536"/>
                    <a:gd name="T68" fmla="*/ 5898240 60000 65536"/>
                    <a:gd name="T69" fmla="*/ 1179648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702"/>
                    <a:gd name="T100" fmla="*/ 0 h 860"/>
                    <a:gd name="T101" fmla="*/ 702 w 702"/>
                    <a:gd name="T102" fmla="*/ 860 h 860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D9FA1"/>
                    </a:gs>
                    <a:gs pos="100000">
                      <a:srgbClr val="211F26"/>
                    </a:gs>
                  </a:gsLst>
                  <a:lin ang="270000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</p:grpSp>
          <p:sp>
            <p:nvSpPr>
              <p:cNvPr id="127" name="Tekstvak 141">
                <a:extLst>
                  <a:ext uri="{FF2B5EF4-FFF2-40B4-BE49-F238E27FC236}">
                    <a16:creationId xmlns:a16="http://schemas.microsoft.com/office/drawing/2014/main" id="{6991C473-CB70-BCDC-58C7-604769FDF3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938430" y="4917487"/>
                <a:ext cx="627799" cy="322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0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</p:grpSp>
      <p:sp>
        <p:nvSpPr>
          <p:cNvPr id="2" name="Tijdelijke aanduiding voor tabel 16"/>
          <p:cNvSpPr txBox="1">
            <a:spLocks noGrp="1"/>
          </p:cNvSpPr>
          <p:nvPr>
            <p:ph type="tbl" idx="4294967295"/>
          </p:nvPr>
        </p:nvSpPr>
        <p:spPr>
          <a:xfrm>
            <a:off x="6090333" y="719139"/>
            <a:ext cx="5378665" cy="5281610"/>
          </a:xfrm>
          <a:solidFill>
            <a:srgbClr val="F2F2F2"/>
          </a:solidFill>
        </p:spPr>
        <p:txBody>
          <a:bodyPr bIns="1259997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Click on the icon below</a:t>
            </a:r>
            <a:br>
              <a:rPr lang="en-GB" noProof="0"/>
            </a:br>
            <a:r>
              <a:rPr lang="en-GB" noProof="0"/>
              <a:t>to insert a table</a:t>
            </a:r>
          </a:p>
        </p:txBody>
      </p:sp>
    </p:spTree>
    <p:extLst>
      <p:ext uri="{BB962C8B-B14F-4D97-AF65-F5344CB8AC3E}">
        <p14:creationId xmlns:p14="http://schemas.microsoft.com/office/powerpoint/2010/main" val="1959321731"/>
      </p:ext>
    </p:extLst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8713800"/>
      </p:ext>
    </p:extLst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8231112"/>
      </p:ext>
    </p:extLst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1919022"/>
      </p:ext>
    </p:extLst>
  </p:cSld>
  <p:clrMapOvr>
    <a:masterClrMapping/>
  </p:clrMapOvr>
  <p:transition spd="med">
    <p:fade/>
  </p:transition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ganogram +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afbeelding 16"/>
          <p:cNvSpPr txBox="1">
            <a:spLocks noGrp="1"/>
          </p:cNvSpPr>
          <p:nvPr>
            <p:ph type="pic" idx="4294967295"/>
          </p:nvPr>
        </p:nvSpPr>
        <p:spPr>
          <a:xfrm>
            <a:off x="9758623" y="5180048"/>
            <a:ext cx="562648" cy="820701"/>
          </a:xfrm>
          <a:blipFill>
            <a:blip r:embed="rId2"/>
            <a:tile/>
          </a:blipFill>
        </p:spPr>
        <p:txBody>
          <a:bodyPr tIns="251999" bIns="1259997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Click on the icon below to insert an image</a:t>
            </a:r>
          </a:p>
        </p:txBody>
      </p:sp>
      <p:sp>
        <p:nvSpPr>
          <p:cNvPr id="3" name="Tijdelijke aanduiding voor afbeelding 16"/>
          <p:cNvSpPr txBox="1">
            <a:spLocks noGrp="1"/>
          </p:cNvSpPr>
          <p:nvPr>
            <p:ph type="pic" idx="4294967295"/>
          </p:nvPr>
        </p:nvSpPr>
        <p:spPr>
          <a:xfrm>
            <a:off x="7498628" y="2778038"/>
            <a:ext cx="562648" cy="820701"/>
          </a:xfrm>
          <a:blipFill>
            <a:blip r:embed="rId2"/>
            <a:tile/>
          </a:blipFill>
        </p:spPr>
        <p:txBody>
          <a:bodyPr tIns="251999" bIns="1259997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Click on the icon below to insert an image</a:t>
            </a:r>
          </a:p>
        </p:txBody>
      </p:sp>
      <p:sp>
        <p:nvSpPr>
          <p:cNvPr id="4" name="Tijdelijke aanduiding voor afbeelding 16"/>
          <p:cNvSpPr txBox="1">
            <a:spLocks noGrp="1"/>
          </p:cNvSpPr>
          <p:nvPr>
            <p:ph type="pic" idx="4294967295"/>
          </p:nvPr>
        </p:nvSpPr>
        <p:spPr>
          <a:xfrm>
            <a:off x="7498628" y="3979039"/>
            <a:ext cx="562648" cy="820701"/>
          </a:xfrm>
          <a:blipFill>
            <a:blip r:embed="rId2"/>
            <a:tile/>
          </a:blipFill>
        </p:spPr>
        <p:txBody>
          <a:bodyPr tIns="251999" bIns="1259997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Click on the icon below to insert an image</a:t>
            </a:r>
          </a:p>
        </p:txBody>
      </p:sp>
      <p:sp>
        <p:nvSpPr>
          <p:cNvPr id="5" name="Tijdelijke aanduiding voor afbeelding 16"/>
          <p:cNvSpPr txBox="1">
            <a:spLocks noGrp="1"/>
          </p:cNvSpPr>
          <p:nvPr>
            <p:ph type="pic" idx="4294967295"/>
          </p:nvPr>
        </p:nvSpPr>
        <p:spPr>
          <a:xfrm>
            <a:off x="7498628" y="5180048"/>
            <a:ext cx="562648" cy="820701"/>
          </a:xfrm>
          <a:blipFill>
            <a:blip r:embed="rId2"/>
            <a:tile/>
          </a:blipFill>
        </p:spPr>
        <p:txBody>
          <a:bodyPr tIns="251999" bIns="1259997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Click on the icon below to insert an image</a:t>
            </a:r>
          </a:p>
        </p:txBody>
      </p:sp>
      <p:sp>
        <p:nvSpPr>
          <p:cNvPr id="6" name="Tijdelijke aanduiding voor afbeelding 16"/>
          <p:cNvSpPr txBox="1">
            <a:spLocks noGrp="1"/>
          </p:cNvSpPr>
          <p:nvPr>
            <p:ph type="pic" idx="4294967295"/>
          </p:nvPr>
        </p:nvSpPr>
        <p:spPr>
          <a:xfrm>
            <a:off x="5227012" y="2778047"/>
            <a:ext cx="562648" cy="820701"/>
          </a:xfrm>
          <a:blipFill>
            <a:blip r:embed="rId2"/>
            <a:tile/>
          </a:blipFill>
        </p:spPr>
        <p:txBody>
          <a:bodyPr tIns="251999" bIns="1259997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Click on the icon below to insert an image</a:t>
            </a:r>
          </a:p>
        </p:txBody>
      </p:sp>
      <p:sp>
        <p:nvSpPr>
          <p:cNvPr id="7" name="Tijdelijke aanduiding voor afbeelding 16"/>
          <p:cNvSpPr txBox="1">
            <a:spLocks noGrp="1"/>
          </p:cNvSpPr>
          <p:nvPr>
            <p:ph type="pic" idx="4294967295"/>
          </p:nvPr>
        </p:nvSpPr>
        <p:spPr>
          <a:xfrm>
            <a:off x="5227012" y="3979048"/>
            <a:ext cx="562648" cy="820701"/>
          </a:xfrm>
          <a:blipFill>
            <a:blip r:embed="rId2"/>
            <a:tile/>
          </a:blipFill>
        </p:spPr>
        <p:txBody>
          <a:bodyPr tIns="251999" bIns="1259997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Click on the icon below to insert an image</a:t>
            </a:r>
          </a:p>
        </p:txBody>
      </p:sp>
      <p:sp>
        <p:nvSpPr>
          <p:cNvPr id="8" name="Tijdelijke aanduiding voor afbeelding 16"/>
          <p:cNvSpPr txBox="1">
            <a:spLocks noGrp="1"/>
          </p:cNvSpPr>
          <p:nvPr>
            <p:ph type="pic" idx="4294967295"/>
          </p:nvPr>
        </p:nvSpPr>
        <p:spPr>
          <a:xfrm>
            <a:off x="5227012" y="5180048"/>
            <a:ext cx="562648" cy="820701"/>
          </a:xfrm>
          <a:blipFill>
            <a:blip r:embed="rId2"/>
            <a:tile/>
          </a:blipFill>
        </p:spPr>
        <p:txBody>
          <a:bodyPr tIns="251999" bIns="1259997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Click on the icon below to insert an image</a:t>
            </a:r>
          </a:p>
        </p:txBody>
      </p:sp>
      <p:sp>
        <p:nvSpPr>
          <p:cNvPr id="9" name="Tijdelijke aanduiding voor afbeelding 16"/>
          <p:cNvSpPr txBox="1">
            <a:spLocks noGrp="1"/>
          </p:cNvSpPr>
          <p:nvPr>
            <p:ph type="pic" idx="4294967295"/>
          </p:nvPr>
        </p:nvSpPr>
        <p:spPr>
          <a:xfrm>
            <a:off x="2978648" y="2778038"/>
            <a:ext cx="562648" cy="820701"/>
          </a:xfrm>
          <a:blipFill>
            <a:blip r:embed="rId2"/>
            <a:tile/>
          </a:blipFill>
        </p:spPr>
        <p:txBody>
          <a:bodyPr tIns="251999" bIns="1259997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Click on the icon below to insert an image</a:t>
            </a:r>
          </a:p>
        </p:txBody>
      </p:sp>
      <p:sp>
        <p:nvSpPr>
          <p:cNvPr id="10" name="Tijdelijke aanduiding voor afbeelding 16"/>
          <p:cNvSpPr txBox="1">
            <a:spLocks noGrp="1"/>
          </p:cNvSpPr>
          <p:nvPr>
            <p:ph type="pic" idx="4294967295"/>
          </p:nvPr>
        </p:nvSpPr>
        <p:spPr>
          <a:xfrm>
            <a:off x="2978648" y="3979039"/>
            <a:ext cx="562648" cy="820701"/>
          </a:xfrm>
          <a:blipFill>
            <a:blip r:embed="rId2"/>
            <a:tile/>
          </a:blipFill>
        </p:spPr>
        <p:txBody>
          <a:bodyPr tIns="251999" bIns="1259997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Click on the icon below to insert an image</a:t>
            </a:r>
          </a:p>
        </p:txBody>
      </p:sp>
      <p:sp>
        <p:nvSpPr>
          <p:cNvPr id="11" name="Tijdelijke aanduiding voor afbeelding 16"/>
          <p:cNvSpPr txBox="1">
            <a:spLocks noGrp="1"/>
          </p:cNvSpPr>
          <p:nvPr>
            <p:ph type="pic" idx="4294967295"/>
          </p:nvPr>
        </p:nvSpPr>
        <p:spPr>
          <a:xfrm>
            <a:off x="2978648" y="5180048"/>
            <a:ext cx="562648" cy="820701"/>
          </a:xfrm>
          <a:blipFill>
            <a:blip r:embed="rId2"/>
            <a:tile/>
          </a:blipFill>
        </p:spPr>
        <p:txBody>
          <a:bodyPr tIns="251999" bIns="1259997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Click on the icon below to insert an image</a:t>
            </a:r>
          </a:p>
        </p:txBody>
      </p:sp>
      <p:sp>
        <p:nvSpPr>
          <p:cNvPr id="12" name="Tijdelijke aanduiding voor afbeelding 16"/>
          <p:cNvSpPr txBox="1">
            <a:spLocks noGrp="1"/>
          </p:cNvSpPr>
          <p:nvPr>
            <p:ph type="pic" idx="4294967295"/>
          </p:nvPr>
        </p:nvSpPr>
        <p:spPr>
          <a:xfrm>
            <a:off x="718663" y="2778038"/>
            <a:ext cx="562648" cy="820701"/>
          </a:xfrm>
          <a:blipFill>
            <a:blip r:embed="rId2"/>
            <a:tile/>
          </a:blipFill>
        </p:spPr>
        <p:txBody>
          <a:bodyPr tIns="251999" bIns="1259997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Click on the icon below to insert an image</a:t>
            </a:r>
          </a:p>
        </p:txBody>
      </p:sp>
      <p:sp>
        <p:nvSpPr>
          <p:cNvPr id="13" name="Tijdelijke aanduiding voor afbeelding 16"/>
          <p:cNvSpPr txBox="1">
            <a:spLocks noGrp="1"/>
          </p:cNvSpPr>
          <p:nvPr>
            <p:ph type="pic" idx="4294967295"/>
          </p:nvPr>
        </p:nvSpPr>
        <p:spPr>
          <a:xfrm>
            <a:off x="718663" y="3979039"/>
            <a:ext cx="562648" cy="820701"/>
          </a:xfrm>
          <a:blipFill>
            <a:blip r:embed="rId2"/>
            <a:tile/>
          </a:blipFill>
        </p:spPr>
        <p:txBody>
          <a:bodyPr tIns="251999" bIns="1259997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Click on the icon below to insert an image</a:t>
            </a:r>
          </a:p>
        </p:txBody>
      </p:sp>
      <p:sp>
        <p:nvSpPr>
          <p:cNvPr id="14" name="Tijdelijke aanduiding voor afbeelding 16"/>
          <p:cNvSpPr txBox="1">
            <a:spLocks noGrp="1"/>
          </p:cNvSpPr>
          <p:nvPr>
            <p:ph type="pic" idx="4294967295"/>
          </p:nvPr>
        </p:nvSpPr>
        <p:spPr>
          <a:xfrm>
            <a:off x="718663" y="5180048"/>
            <a:ext cx="562648" cy="820701"/>
          </a:xfrm>
          <a:blipFill>
            <a:blip r:embed="rId2"/>
            <a:tile/>
          </a:blipFill>
        </p:spPr>
        <p:txBody>
          <a:bodyPr tIns="251999" bIns="1259997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i="1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Click on the icon below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4248119577"/>
      </p:ext>
    </p:extLst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ure">
    <p:bg>
      <p:bgPr>
        <a:solidFill>
          <a:srgbClr val="00A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448978"/>
      </p:ext>
    </p:extLst>
  </p:cSld>
  <p:clrMapOvr>
    <a:masterClrMapping/>
  </p:clrMapOvr>
  <p:transition spd="med">
    <p:fade/>
  </p:transition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927508"/>
      </p:ext>
    </p:extLst>
  </p:cSld>
  <p:clrMapOvr>
    <a:masterClrMapping/>
  </p:clrMapOvr>
  <p:transition spd="med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 | 1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hthoek 51">
            <a:extLst>
              <a:ext uri="{FF2B5EF4-FFF2-40B4-BE49-F238E27FC236}">
                <a16:creationId xmlns:a16="http://schemas.microsoft.com/office/drawing/2014/main" id="{D5851DC9-335B-C971-6BF8-BAF60D6F7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41325"/>
            <a:ext cx="1924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/>
            <a:r>
              <a:rPr lang="en-GB" altLang="en-NL" b="1">
                <a:solidFill>
                  <a:srgbClr val="00A6D6"/>
                </a:solidFill>
                <a:latin typeface="Arial" panose="020B0604020202020204" pitchFamily="34" charset="0"/>
              </a:rPr>
              <a:t>Introduction | 12x</a:t>
            </a:r>
          </a:p>
        </p:txBody>
      </p:sp>
      <p:grpSp>
        <p:nvGrpSpPr>
          <p:cNvPr id="35" name="INSTRUCTION">
            <a:extLst>
              <a:ext uri="{FF2B5EF4-FFF2-40B4-BE49-F238E27FC236}">
                <a16:creationId xmlns:a16="http://schemas.microsoft.com/office/drawing/2014/main" id="{6841F8A3-F603-6775-8CF0-46BD24D0ED46}"/>
              </a:ext>
            </a:extLst>
          </p:cNvPr>
          <p:cNvGrpSpPr>
            <a:grpSpLocks/>
          </p:cNvGrpSpPr>
          <p:nvPr/>
        </p:nvGrpSpPr>
        <p:grpSpPr bwMode="auto">
          <a:xfrm>
            <a:off x="-3786188" y="0"/>
            <a:ext cx="3692525" cy="5054600"/>
            <a:chOff x="-3786164" y="0"/>
            <a:chExt cx="3693115" cy="5054638"/>
          </a:xfrm>
        </p:grpSpPr>
        <p:sp>
          <p:nvSpPr>
            <p:cNvPr id="36" name="Rechthoek 5">
              <a:extLst>
                <a:ext uri="{FF2B5EF4-FFF2-40B4-BE49-F238E27FC236}">
                  <a16:creationId xmlns:a16="http://schemas.microsoft.com/office/drawing/2014/main" id="{77EAED23-3A69-5B43-119E-F448B8B4CA94}"/>
                </a:ext>
              </a:extLst>
            </p:cNvPr>
            <p:cNvSpPr/>
            <p:nvPr/>
          </p:nvSpPr>
          <p:spPr>
            <a:xfrm>
              <a:off x="-3786164" y="0"/>
              <a:ext cx="3593087" cy="4391058"/>
            </a:xfrm>
            <a:prstGeom prst="rect">
              <a:avLst/>
            </a:prstGeom>
            <a:solidFill>
              <a:srgbClr val="FFFFFF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Insert/edit an image</a:t>
              </a:r>
            </a:p>
          </p:txBody>
        </p:sp>
        <p:sp>
          <p:nvSpPr>
            <p:cNvPr id="37" name="Rechthoek 6">
              <a:extLst>
                <a:ext uri="{FF2B5EF4-FFF2-40B4-BE49-F238E27FC236}">
                  <a16:creationId xmlns:a16="http://schemas.microsoft.com/office/drawing/2014/main" id="{98340A7E-4321-F6BD-4511-69747F17979B}"/>
                </a:ext>
              </a:extLst>
            </p:cNvPr>
            <p:cNvSpPr/>
            <p:nvPr/>
          </p:nvSpPr>
          <p:spPr>
            <a:xfrm>
              <a:off x="-3786164" y="4225957"/>
              <a:ext cx="3593087" cy="828681"/>
            </a:xfrm>
            <a:prstGeom prst="rect">
              <a:avLst/>
            </a:prstGeom>
            <a:solidFill>
              <a:srgbClr val="ECECEC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 anchor="ctr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Want to know more?</a:t>
              </a:r>
              <a:b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</a:b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Go to the tab</a:t>
              </a: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 'SLIDEBUILDER’ </a:t>
              </a: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and click</a:t>
              </a:r>
              <a:b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</a:b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on the button </a:t>
              </a: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‘Inspiration'</a:t>
              </a:r>
            </a:p>
          </p:txBody>
        </p:sp>
        <p:sp>
          <p:nvSpPr>
            <p:cNvPr id="38" name="Ovaal 7">
              <a:extLst>
                <a:ext uri="{FF2B5EF4-FFF2-40B4-BE49-F238E27FC236}">
                  <a16:creationId xmlns:a16="http://schemas.microsoft.com/office/drawing/2014/main" id="{2046F69C-0093-A5B6-4B08-C8A7FD4C7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465319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39" name="Rechthoek 8">
              <a:extLst>
                <a:ext uri="{FF2B5EF4-FFF2-40B4-BE49-F238E27FC236}">
                  <a16:creationId xmlns:a16="http://schemas.microsoft.com/office/drawing/2014/main" id="{6F61DA13-E46A-67EA-1A4E-5ACF5A411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465319"/>
              <a:ext cx="3008778" cy="661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‘Slidebuilder’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‘Images’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40" name="Ovaal 9">
              <a:extLst>
                <a:ext uri="{FF2B5EF4-FFF2-40B4-BE49-F238E27FC236}">
                  <a16:creationId xmlns:a16="http://schemas.microsoft.com/office/drawing/2014/main" id="{EAC17929-4844-DFA6-651C-FB6D6717498E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1811179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41" name="Rechthoek 10">
              <a:extLst>
                <a:ext uri="{FF2B5EF4-FFF2-40B4-BE49-F238E27FC236}">
                  <a16:creationId xmlns:a16="http://schemas.microsoft.com/office/drawing/2014/main" id="{CDFB0956-1115-D134-E16C-F8BD59B4F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1811188"/>
              <a:ext cx="2944678" cy="326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42" name="Rechthoek 11">
              <a:extLst>
                <a:ext uri="{FF2B5EF4-FFF2-40B4-BE49-F238E27FC236}">
                  <a16:creationId xmlns:a16="http://schemas.microsoft.com/office/drawing/2014/main" id="{698B802D-2A97-3471-6F6B-A75E14133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245757"/>
              <a:ext cx="825502" cy="209553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43" name="Ovaal 12">
              <a:extLst>
                <a:ext uri="{FF2B5EF4-FFF2-40B4-BE49-F238E27FC236}">
                  <a16:creationId xmlns:a16="http://schemas.microsoft.com/office/drawing/2014/main" id="{56162411-B288-AD7C-DDFE-66330E18F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2634834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44" name="Rechthoek 13">
              <a:extLst>
                <a:ext uri="{FF2B5EF4-FFF2-40B4-BE49-F238E27FC236}">
                  <a16:creationId xmlns:a16="http://schemas.microsoft.com/office/drawing/2014/main" id="{B71B2CC8-4BC3-9CB9-0550-2106F67906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634834"/>
              <a:ext cx="2944678" cy="794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45" name="Groep 14">
              <a:extLst>
                <a:ext uri="{FF2B5EF4-FFF2-40B4-BE49-F238E27FC236}">
                  <a16:creationId xmlns:a16="http://schemas.microsoft.com/office/drawing/2014/main" id="{5CEF13AA-75DF-7BB3-DE62-24055933D2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414451" y="3534338"/>
              <a:ext cx="514285" cy="506541"/>
              <a:chOff x="-3414451" y="3534338"/>
              <a:chExt cx="514285" cy="506541"/>
            </a:xfrm>
          </p:grpSpPr>
          <p:grpSp>
            <p:nvGrpSpPr>
              <p:cNvPr id="62" name="Groep 68">
                <a:extLst>
                  <a:ext uri="{FF2B5EF4-FFF2-40B4-BE49-F238E27FC236}">
                    <a16:creationId xmlns:a16="http://schemas.microsoft.com/office/drawing/2014/main" id="{F1813F84-5D25-A7F8-850C-AC722133E3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309341" y="3534338"/>
                <a:ext cx="319079" cy="306324"/>
                <a:chOff x="-3309341" y="3534338"/>
                <a:chExt cx="319079" cy="306324"/>
              </a:xfrm>
            </p:grpSpPr>
            <p:grpSp>
              <p:nvGrpSpPr>
                <p:cNvPr id="65" name="Groep 71">
                  <a:extLst>
                    <a:ext uri="{FF2B5EF4-FFF2-40B4-BE49-F238E27FC236}">
                      <a16:creationId xmlns:a16="http://schemas.microsoft.com/office/drawing/2014/main" id="{A33BF0F5-EA18-A75E-66FF-C99E8B6AF2E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309341" y="3534338"/>
                  <a:ext cx="282064" cy="270561"/>
                  <a:chOff x="-3309341" y="3534338"/>
                  <a:chExt cx="282064" cy="270561"/>
                </a:xfrm>
              </p:grpSpPr>
              <p:grpSp>
                <p:nvGrpSpPr>
                  <p:cNvPr id="72" name="Groep 78">
                    <a:extLst>
                      <a:ext uri="{FF2B5EF4-FFF2-40B4-BE49-F238E27FC236}">
                        <a16:creationId xmlns:a16="http://schemas.microsoft.com/office/drawing/2014/main" id="{1CED4A3F-D7F1-57DF-43B8-95C52B84617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-3309341" y="3534338"/>
                    <a:ext cx="282064" cy="270561"/>
                    <a:chOff x="-3309341" y="3534338"/>
                    <a:chExt cx="282064" cy="270561"/>
                  </a:xfrm>
                </p:grpSpPr>
                <p:sp>
                  <p:nvSpPr>
                    <p:cNvPr id="75" name="Rechthoek 81">
                      <a:extLst>
                        <a:ext uri="{FF2B5EF4-FFF2-40B4-BE49-F238E27FC236}">
                          <a16:creationId xmlns:a16="http://schemas.microsoft.com/office/drawing/2014/main" id="{63E1179A-F135-B041-71C4-F96E94AE597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3309341" y="3534338"/>
                      <a:ext cx="282064" cy="270561"/>
                    </a:xfrm>
                    <a:prstGeom prst="rect">
                      <a:avLst/>
                    </a:prstGeom>
                    <a:noFill/>
                    <a:ln w="12701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lIns="107999" tIns="0" rIns="0" bIns="0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altLang="en-NL" sz="8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6" name="Rechthoek 82">
                      <a:extLst>
                        <a:ext uri="{FF2B5EF4-FFF2-40B4-BE49-F238E27FC236}">
                          <a16:creationId xmlns:a16="http://schemas.microsoft.com/office/drawing/2014/main" id="{38CCA7E8-42DB-F4D0-543D-E69C0C8563A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3309341" y="3534338"/>
                      <a:ext cx="166237" cy="163814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12701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</p:spPr>
                  <p:txBody>
                    <a:bodyPr lIns="107999" tIns="0" rIns="0" bIns="0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altLang="en-NL" sz="8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7" name="Ovaal 83">
                      <a:extLst>
                        <a:ext uri="{FF2B5EF4-FFF2-40B4-BE49-F238E27FC236}">
                          <a16:creationId xmlns:a16="http://schemas.microsoft.com/office/drawing/2014/main" id="{9AEB5A49-4553-47B8-B172-89B186EEF18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3208071" y="3555031"/>
                      <a:ext cx="45866" cy="45866"/>
                    </a:xfrm>
                    <a:custGeom>
                      <a:avLst/>
                      <a:gdLst>
                        <a:gd name="T0" fmla="*/ 22933 w 45866"/>
                        <a:gd name="T1" fmla="*/ 0 h 45866"/>
                        <a:gd name="T2" fmla="*/ 45866 w 45866"/>
                        <a:gd name="T3" fmla="*/ 22933 h 45866"/>
                        <a:gd name="T4" fmla="*/ 22933 w 45866"/>
                        <a:gd name="T5" fmla="*/ 45866 h 45866"/>
                        <a:gd name="T6" fmla="*/ 0 w 45866"/>
                        <a:gd name="T7" fmla="*/ 22933 h 45866"/>
                        <a:gd name="T8" fmla="*/ 6717 w 45866"/>
                        <a:gd name="T9" fmla="*/ 6717 h 45866"/>
                        <a:gd name="T10" fmla="*/ 6717 w 45866"/>
                        <a:gd name="T11" fmla="*/ 39149 h 45866"/>
                        <a:gd name="T12" fmla="*/ 39149 w 45866"/>
                        <a:gd name="T13" fmla="*/ 39149 h 45866"/>
                        <a:gd name="T14" fmla="*/ 39149 w 45866"/>
                        <a:gd name="T15" fmla="*/ 6717 h 45866"/>
                        <a:gd name="T16" fmla="*/ 17694720 60000 65536"/>
                        <a:gd name="T17" fmla="*/ 0 60000 65536"/>
                        <a:gd name="T18" fmla="*/ 5898240 60000 65536"/>
                        <a:gd name="T19" fmla="*/ 11796480 60000 65536"/>
                        <a:gd name="T20" fmla="*/ 17694720 60000 65536"/>
                        <a:gd name="T21" fmla="*/ 5898240 60000 65536"/>
                        <a:gd name="T22" fmla="*/ 5898240 60000 65536"/>
                        <a:gd name="T23" fmla="*/ 17694720 60000 65536"/>
                        <a:gd name="T24" fmla="*/ 6717 w 45866"/>
                        <a:gd name="T25" fmla="*/ 6717 h 45866"/>
                        <a:gd name="T26" fmla="*/ 39149 w 45866"/>
                        <a:gd name="T27" fmla="*/ 39149 h 4586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45866" h="45866">
                          <a:moveTo>
                            <a:pt x="0" y="22933"/>
                          </a:moveTo>
                          <a:lnTo>
                            <a:pt x="0" y="22932"/>
                          </a:lnTo>
                          <a:cubicBezTo>
                            <a:pt x="0" y="35598"/>
                            <a:pt x="10267" y="45866"/>
                            <a:pt x="22933" y="45866"/>
                          </a:cubicBezTo>
                          <a:cubicBezTo>
                            <a:pt x="35598" y="45866"/>
                            <a:pt x="45866" y="35598"/>
                            <a:pt x="45866" y="22933"/>
                          </a:cubicBezTo>
                          <a:cubicBezTo>
                            <a:pt x="45866" y="10267"/>
                            <a:pt x="35598" y="0"/>
                            <a:pt x="22933" y="0"/>
                          </a:cubicBezTo>
                          <a:cubicBezTo>
                            <a:pt x="10267" y="-1"/>
                            <a:pt x="0" y="10267"/>
                            <a:pt x="0" y="22932"/>
                          </a:cubicBezTo>
                          <a:close/>
                        </a:path>
                      </a:pathLst>
                    </a:custGeom>
                    <a:solidFill>
                      <a:srgbClr val="ECC67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tIns="0" rIns="0" bIns="0" anchor="ctr"/>
                    <a:lstStyle/>
                    <a:p>
                      <a:endParaRPr lang="en-NL"/>
                    </a:p>
                  </p:txBody>
                </p:sp>
              </p:grpSp>
              <p:pic>
                <p:nvPicPr>
                  <p:cNvPr id="73" name="Afbeelding 79">
                    <a:extLst>
                      <a:ext uri="{FF2B5EF4-FFF2-40B4-BE49-F238E27FC236}">
                        <a16:creationId xmlns:a16="http://schemas.microsoft.com/office/drawing/2014/main" id="{9BBCD72E-6A91-4097-AA32-308666BBAF2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3301468" y="3600980"/>
                    <a:ext cx="110157" cy="8909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74" name="Afbeelding 80">
                    <a:extLst>
                      <a:ext uri="{FF2B5EF4-FFF2-40B4-BE49-F238E27FC236}">
                        <a16:creationId xmlns:a16="http://schemas.microsoft.com/office/drawing/2014/main" id="{8CE5614A-FC30-D4E5-EFB8-8388B22692A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3258071" y="3616406"/>
                    <a:ext cx="110157" cy="708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grpSp>
              <p:nvGrpSpPr>
                <p:cNvPr id="66" name="Groep 72">
                  <a:extLst>
                    <a:ext uri="{FF2B5EF4-FFF2-40B4-BE49-F238E27FC236}">
                      <a16:creationId xmlns:a16="http://schemas.microsoft.com/office/drawing/2014/main" id="{EC185E76-ECD8-A743-6EC1-B3476E576A0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089858" y="3740627"/>
                  <a:ext cx="99596" cy="100035"/>
                  <a:chOff x="-3089858" y="3740627"/>
                  <a:chExt cx="99596" cy="100035"/>
                </a:xfrm>
              </p:grpSpPr>
              <p:sp>
                <p:nvSpPr>
                  <p:cNvPr id="70" name="Rechthoek 76">
                    <a:extLst>
                      <a:ext uri="{FF2B5EF4-FFF2-40B4-BE49-F238E27FC236}">
                        <a16:creationId xmlns:a16="http://schemas.microsoft.com/office/drawing/2014/main" id="{70BF82E8-E8A4-43DC-DC3A-E8D9BF2537B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089858" y="3740627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1" name="Rechthoek 77">
                    <a:extLst>
                      <a:ext uri="{FF2B5EF4-FFF2-40B4-BE49-F238E27FC236}">
                        <a16:creationId xmlns:a16="http://schemas.microsoft.com/office/drawing/2014/main" id="{37FE762D-4BE1-48C7-4DEE-4B49A511CB2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13">
                    <a:off x="-3129955" y="3781171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67" name="Groep 73">
                  <a:extLst>
                    <a:ext uri="{FF2B5EF4-FFF2-40B4-BE49-F238E27FC236}">
                      <a16:creationId xmlns:a16="http://schemas.microsoft.com/office/drawing/2014/main" id="{6CA5B652-20F3-DE4A-3369-A4C0CEC9F07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118615" y="3713562"/>
                  <a:ext cx="99596" cy="100033"/>
                  <a:chOff x="-3118615" y="3713562"/>
                  <a:chExt cx="99596" cy="100033"/>
                </a:xfrm>
              </p:grpSpPr>
              <p:sp>
                <p:nvSpPr>
                  <p:cNvPr id="68" name="Rechthoek 74">
                    <a:extLst>
                      <a:ext uri="{FF2B5EF4-FFF2-40B4-BE49-F238E27FC236}">
                        <a16:creationId xmlns:a16="http://schemas.microsoft.com/office/drawing/2014/main" id="{72712EA7-47BF-3DAA-0204-0EFC80EEA8F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0799991">
                    <a:off x="-3118615" y="3794210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9" name="Rechthoek 75">
                    <a:extLst>
                      <a:ext uri="{FF2B5EF4-FFF2-40B4-BE49-F238E27FC236}">
                        <a16:creationId xmlns:a16="http://schemas.microsoft.com/office/drawing/2014/main" id="{D015A28C-53FE-A298-A952-3A3DA753598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399996">
                    <a:off x="-3078509" y="3753667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63" name="Rechthoek 69">
                <a:extLst>
                  <a:ext uri="{FF2B5EF4-FFF2-40B4-BE49-F238E27FC236}">
                    <a16:creationId xmlns:a16="http://schemas.microsoft.com/office/drawing/2014/main" id="{8A9FD729-854D-C440-69A4-A380A51C22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414451" y="3866732"/>
                <a:ext cx="514285" cy="1100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64" name="Gelijkbenige driehoek 70">
                <a:extLst>
                  <a:ext uri="{FF2B5EF4-FFF2-40B4-BE49-F238E27FC236}">
                    <a16:creationId xmlns:a16="http://schemas.microsoft.com/office/drawing/2014/main" id="{E3A251F5-FDAB-0AAA-832E-F65F47F12F8B}"/>
                  </a:ext>
                </a:extLst>
              </p:cNvPr>
              <p:cNvSpPr>
                <a:spLocks/>
              </p:cNvSpPr>
              <p:nvPr/>
            </p:nvSpPr>
            <p:spPr bwMode="auto">
              <a:xfrm rot="10799991">
                <a:off x="-3186985" y="4005949"/>
                <a:ext cx="59335" cy="34930"/>
              </a:xfrm>
              <a:custGeom>
                <a:avLst/>
                <a:gdLst>
                  <a:gd name="T0" fmla="*/ 29668 w 59335"/>
                  <a:gd name="T1" fmla="*/ 0 h 34930"/>
                  <a:gd name="T2" fmla="*/ 59335 w 59335"/>
                  <a:gd name="T3" fmla="*/ 17465 h 34930"/>
                  <a:gd name="T4" fmla="*/ 29668 w 59335"/>
                  <a:gd name="T5" fmla="*/ 34930 h 34930"/>
                  <a:gd name="T6" fmla="*/ 0 w 59335"/>
                  <a:gd name="T7" fmla="*/ 17465 h 34930"/>
                  <a:gd name="T8" fmla="*/ 29667 w 59335"/>
                  <a:gd name="T9" fmla="*/ 0 h 34930"/>
                  <a:gd name="T10" fmla="*/ 14834 w 59335"/>
                  <a:gd name="T11" fmla="*/ 17465 h 34930"/>
                  <a:gd name="T12" fmla="*/ 0 w 59335"/>
                  <a:gd name="T13" fmla="*/ 34930 h 34930"/>
                  <a:gd name="T14" fmla="*/ 29667 w 59335"/>
                  <a:gd name="T15" fmla="*/ 34930 h 34930"/>
                  <a:gd name="T16" fmla="*/ 59335 w 59335"/>
                  <a:gd name="T17" fmla="*/ 34930 h 34930"/>
                  <a:gd name="T18" fmla="*/ 44501 w 59335"/>
                  <a:gd name="T19" fmla="*/ 17465 h 34930"/>
                  <a:gd name="T20" fmla="*/ 17694720 60000 65536"/>
                  <a:gd name="T21" fmla="*/ 0 60000 65536"/>
                  <a:gd name="T22" fmla="*/ 5898240 60000 65536"/>
                  <a:gd name="T23" fmla="*/ 11796480 60000 65536"/>
                  <a:gd name="T24" fmla="*/ 17694720 60000 65536"/>
                  <a:gd name="T25" fmla="*/ 11796480 60000 65536"/>
                  <a:gd name="T26" fmla="*/ 5898240 60000 65536"/>
                  <a:gd name="T27" fmla="*/ 5898240 60000 65536"/>
                  <a:gd name="T28" fmla="*/ 5898240 60000 65536"/>
                  <a:gd name="T29" fmla="*/ 0 60000 65536"/>
                  <a:gd name="T30" fmla="*/ 14834 w 59335"/>
                  <a:gd name="T31" fmla="*/ 17465 h 34930"/>
                  <a:gd name="T32" fmla="*/ 44501 w 59335"/>
                  <a:gd name="T33" fmla="*/ 34930 h 349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9335" h="34930">
                    <a:moveTo>
                      <a:pt x="0" y="34930"/>
                    </a:moveTo>
                    <a:lnTo>
                      <a:pt x="29667" y="0"/>
                    </a:lnTo>
                    <a:lnTo>
                      <a:pt x="59335" y="34930"/>
                    </a:lnTo>
                    <a:lnTo>
                      <a:pt x="0" y="34930"/>
                    </a:lnTo>
                    <a:close/>
                  </a:path>
                </a:pathLst>
              </a:custGeom>
              <a:solidFill>
                <a:srgbClr val="8181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/>
              <a:p>
                <a:endParaRPr lang="en-NL"/>
              </a:p>
            </p:txBody>
          </p:sp>
        </p:grpSp>
        <p:grpSp>
          <p:nvGrpSpPr>
            <p:cNvPr id="46" name="ICOON_info">
              <a:extLst>
                <a:ext uri="{FF2B5EF4-FFF2-40B4-BE49-F238E27FC236}">
                  <a16:creationId xmlns:a16="http://schemas.microsoft.com/office/drawing/2014/main" id="{6C99B11B-DA40-C2EE-2486-2E7FED142F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76732" y="4055592"/>
              <a:ext cx="283683" cy="283683"/>
              <a:chOff x="-376732" y="4055592"/>
              <a:chExt cx="283683" cy="283683"/>
            </a:xfrm>
          </p:grpSpPr>
          <p:sp>
            <p:nvSpPr>
              <p:cNvPr id="60" name="Ovaal 66">
                <a:extLst>
                  <a:ext uri="{FF2B5EF4-FFF2-40B4-BE49-F238E27FC236}">
                    <a16:creationId xmlns:a16="http://schemas.microsoft.com/office/drawing/2014/main" id="{07039EFE-62C8-3EE2-47A3-8B1DB7AE5427}"/>
                  </a:ext>
                </a:extLst>
              </p:cNvPr>
              <p:cNvSpPr/>
              <p:nvPr/>
            </p:nvSpPr>
            <p:spPr>
              <a:xfrm>
                <a:off x="-356616" y="4075143"/>
                <a:ext cx="244514" cy="244477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211F26"/>
              </a:solidFill>
              <a:ln>
                <a:noFill/>
                <a:prstDash val="solid"/>
              </a:ln>
            </p:spPr>
            <p:txBody>
              <a:bodyPr lIns="179999" tIns="179999" rIns="179999" bIns="179999" anchor="ctr" anchorCtr="1"/>
              <a:lstStyle/>
              <a:p>
                <a:pPr algn="ctr"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600" cap="all">
                  <a:solidFill>
                    <a:srgbClr val="FFFFFF"/>
                  </a:solidFill>
                  <a:latin typeface="Calibri" pitchFamily="34"/>
                  <a:cs typeface="Calibri" pitchFamily="34"/>
                </a:endParaRPr>
              </a:p>
            </p:txBody>
          </p:sp>
          <p:sp>
            <p:nvSpPr>
              <p:cNvPr id="61" name="Graphic 163" descr="Informatie">
                <a:extLst>
                  <a:ext uri="{FF2B5EF4-FFF2-40B4-BE49-F238E27FC236}">
                    <a16:creationId xmlns:a16="http://schemas.microsoft.com/office/drawing/2014/main" id="{B77CD2D9-BDBD-CD00-707F-F4679052D2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76732" y="4055592"/>
                <a:ext cx="283683" cy="283683"/>
              </a:xfrm>
              <a:custGeom>
                <a:avLst/>
                <a:gdLst>
                  <a:gd name="T0" fmla="*/ 141842 w 291719"/>
                  <a:gd name="T1" fmla="*/ 0 h 291719"/>
                  <a:gd name="T2" fmla="*/ 283683 w 291719"/>
                  <a:gd name="T3" fmla="*/ 141842 h 291719"/>
                  <a:gd name="T4" fmla="*/ 141842 w 291719"/>
                  <a:gd name="T5" fmla="*/ 283683 h 291719"/>
                  <a:gd name="T6" fmla="*/ 0 w 291719"/>
                  <a:gd name="T7" fmla="*/ 141842 h 291719"/>
                  <a:gd name="T8" fmla="*/ 141842 w 291719"/>
                  <a:gd name="T9" fmla="*/ 0 h 291719"/>
                  <a:gd name="T10" fmla="*/ 0 w 291719"/>
                  <a:gd name="T11" fmla="*/ 141842 h 291719"/>
                  <a:gd name="T12" fmla="*/ 141842 w 291719"/>
                  <a:gd name="T13" fmla="*/ 283684 h 291719"/>
                  <a:gd name="T14" fmla="*/ 283684 w 291719"/>
                  <a:gd name="T15" fmla="*/ 141842 h 291719"/>
                  <a:gd name="T16" fmla="*/ 141842 w 291719"/>
                  <a:gd name="T17" fmla="*/ 0 h 291719"/>
                  <a:gd name="T18" fmla="*/ 134376 w 291719"/>
                  <a:gd name="T19" fmla="*/ 37327 h 291719"/>
                  <a:gd name="T20" fmla="*/ 153040 w 291719"/>
                  <a:gd name="T21" fmla="*/ 55990 h 291719"/>
                  <a:gd name="T22" fmla="*/ 134376 w 291719"/>
                  <a:gd name="T23" fmla="*/ 74653 h 291719"/>
                  <a:gd name="T24" fmla="*/ 115713 w 291719"/>
                  <a:gd name="T25" fmla="*/ 55990 h 291719"/>
                  <a:gd name="T26" fmla="*/ 134376 w 291719"/>
                  <a:gd name="T27" fmla="*/ 37327 h 291719"/>
                  <a:gd name="T28" fmla="*/ 179169 w 291719"/>
                  <a:gd name="T29" fmla="*/ 246357 h 291719"/>
                  <a:gd name="T30" fmla="*/ 104515 w 291719"/>
                  <a:gd name="T31" fmla="*/ 246357 h 291719"/>
                  <a:gd name="T32" fmla="*/ 104515 w 291719"/>
                  <a:gd name="T33" fmla="*/ 223961 h 291719"/>
                  <a:gd name="T34" fmla="*/ 130644 w 291719"/>
                  <a:gd name="T35" fmla="*/ 223961 h 291719"/>
                  <a:gd name="T36" fmla="*/ 130644 w 291719"/>
                  <a:gd name="T37" fmla="*/ 111981 h 291719"/>
                  <a:gd name="T38" fmla="*/ 108248 w 291719"/>
                  <a:gd name="T39" fmla="*/ 111981 h 291719"/>
                  <a:gd name="T40" fmla="*/ 108248 w 291719"/>
                  <a:gd name="T41" fmla="*/ 89584 h 291719"/>
                  <a:gd name="T42" fmla="*/ 153040 w 291719"/>
                  <a:gd name="T43" fmla="*/ 89584 h 291719"/>
                  <a:gd name="T44" fmla="*/ 153040 w 291719"/>
                  <a:gd name="T45" fmla="*/ 111981 h 291719"/>
                  <a:gd name="T46" fmla="*/ 153040 w 291719"/>
                  <a:gd name="T47" fmla="*/ 223961 h 291719"/>
                  <a:gd name="T48" fmla="*/ 179169 w 291719"/>
                  <a:gd name="T49" fmla="*/ 223961 h 291719"/>
                  <a:gd name="T50" fmla="*/ 179169 w 291719"/>
                  <a:gd name="T51" fmla="*/ 246357 h 291719"/>
                  <a:gd name="T52" fmla="*/ 17694720 60000 65536"/>
                  <a:gd name="T53" fmla="*/ 0 60000 65536"/>
                  <a:gd name="T54" fmla="*/ 5898240 60000 65536"/>
                  <a:gd name="T55" fmla="*/ 1179648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291719"/>
                  <a:gd name="T79" fmla="*/ 0 h 291719"/>
                  <a:gd name="T80" fmla="*/ 291719 w 291719"/>
                  <a:gd name="T81" fmla="*/ 291719 h 29171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NL"/>
              </a:p>
            </p:txBody>
          </p:sp>
        </p:grpSp>
        <p:grpSp>
          <p:nvGrpSpPr>
            <p:cNvPr id="47" name="Groep 53">
              <a:extLst>
                <a:ext uri="{FF2B5EF4-FFF2-40B4-BE49-F238E27FC236}">
                  <a16:creationId xmlns:a16="http://schemas.microsoft.com/office/drawing/2014/main" id="{51F78E9B-36B8-ECB7-BF10-8DBEEAA428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938430" y="4364019"/>
              <a:ext cx="627799" cy="576684"/>
              <a:chOff x="-938430" y="4364019"/>
              <a:chExt cx="627799" cy="576684"/>
            </a:xfrm>
          </p:grpSpPr>
          <p:grpSp>
            <p:nvGrpSpPr>
              <p:cNvPr id="55" name="Inspireren">
                <a:extLst>
                  <a:ext uri="{FF2B5EF4-FFF2-40B4-BE49-F238E27FC236}">
                    <a16:creationId xmlns:a16="http://schemas.microsoft.com/office/drawing/2014/main" id="{4AB88C03-5C0A-0B40-122A-7E3B2874FF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716112" y="4364019"/>
                <a:ext cx="169776" cy="242389"/>
                <a:chOff x="-716112" y="4364019"/>
                <a:chExt cx="169776" cy="242389"/>
              </a:xfrm>
            </p:grpSpPr>
            <p:sp>
              <p:nvSpPr>
                <p:cNvPr id="57" name="Freeform 12">
                  <a:extLst>
                    <a:ext uri="{FF2B5EF4-FFF2-40B4-BE49-F238E27FC236}">
                      <a16:creationId xmlns:a16="http://schemas.microsoft.com/office/drawing/2014/main" id="{12C2269B-2813-D131-5EC0-B838557915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665911" y="4450851"/>
                  <a:ext cx="68726" cy="62051"/>
                </a:xfrm>
                <a:custGeom>
                  <a:avLst/>
                  <a:gdLst>
                    <a:gd name="T0" fmla="*/ 34363 w 319"/>
                    <a:gd name="T1" fmla="*/ 0 h 288"/>
                    <a:gd name="T2" fmla="*/ 68726 w 319"/>
                    <a:gd name="T3" fmla="*/ 31026 h 288"/>
                    <a:gd name="T4" fmla="*/ 34363 w 319"/>
                    <a:gd name="T5" fmla="*/ 62051 h 288"/>
                    <a:gd name="T6" fmla="*/ 0 w 319"/>
                    <a:gd name="T7" fmla="*/ 31026 h 288"/>
                    <a:gd name="T8" fmla="*/ 47397 w 319"/>
                    <a:gd name="T9" fmla="*/ 62051 h 288"/>
                    <a:gd name="T10" fmla="*/ 23052 w 319"/>
                    <a:gd name="T11" fmla="*/ 62051 h 288"/>
                    <a:gd name="T12" fmla="*/ 0 w 319"/>
                    <a:gd name="T13" fmla="*/ 0 h 288"/>
                    <a:gd name="T14" fmla="*/ 68726 w 319"/>
                    <a:gd name="T15" fmla="*/ 0 h 288"/>
                    <a:gd name="T16" fmla="*/ 47397 w 319"/>
                    <a:gd name="T17" fmla="*/ 62051 h 288"/>
                    <a:gd name="T18" fmla="*/ 17694720 60000 65536"/>
                    <a:gd name="T19" fmla="*/ 0 60000 65536"/>
                    <a:gd name="T20" fmla="*/ 5898240 60000 65536"/>
                    <a:gd name="T21" fmla="*/ 1179648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19"/>
                    <a:gd name="T28" fmla="*/ 0 h 288"/>
                    <a:gd name="T29" fmla="*/ 319 w 319"/>
                    <a:gd name="T30" fmla="*/ 288 h 288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  <p:sp>
              <p:nvSpPr>
                <p:cNvPr id="58" name="Freeform 13">
                  <a:extLst>
                    <a:ext uri="{FF2B5EF4-FFF2-40B4-BE49-F238E27FC236}">
                      <a16:creationId xmlns:a16="http://schemas.microsoft.com/office/drawing/2014/main" id="{DB6D14EB-629C-73BE-F93F-6FFBDE0E28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661394" y="4582277"/>
                  <a:ext cx="60761" cy="24131"/>
                </a:xfrm>
                <a:custGeom>
                  <a:avLst/>
                  <a:gdLst>
                    <a:gd name="T0" fmla="*/ 30381 w 251"/>
                    <a:gd name="T1" fmla="*/ 0 h 100"/>
                    <a:gd name="T2" fmla="*/ 60761 w 251"/>
                    <a:gd name="T3" fmla="*/ 12066 h 100"/>
                    <a:gd name="T4" fmla="*/ 30381 w 251"/>
                    <a:gd name="T5" fmla="*/ 24131 h 100"/>
                    <a:gd name="T6" fmla="*/ 0 w 251"/>
                    <a:gd name="T7" fmla="*/ 12066 h 100"/>
                    <a:gd name="T8" fmla="*/ 55435 w 251"/>
                    <a:gd name="T9" fmla="*/ 16892 h 100"/>
                    <a:gd name="T10" fmla="*/ 55435 w 251"/>
                    <a:gd name="T11" fmla="*/ 16650 h 100"/>
                    <a:gd name="T12" fmla="*/ 60761 w 251"/>
                    <a:gd name="T13" fmla="*/ 0 h 100"/>
                    <a:gd name="T14" fmla="*/ 0 w 251"/>
                    <a:gd name="T15" fmla="*/ 0 h 100"/>
                    <a:gd name="T16" fmla="*/ 5326 w 251"/>
                    <a:gd name="T17" fmla="*/ 16650 h 100"/>
                    <a:gd name="T18" fmla="*/ 15251 w 251"/>
                    <a:gd name="T19" fmla="*/ 24131 h 100"/>
                    <a:gd name="T20" fmla="*/ 45510 w 251"/>
                    <a:gd name="T21" fmla="*/ 24131 h 100"/>
                    <a:gd name="T22" fmla="*/ 55435 w 251"/>
                    <a:gd name="T23" fmla="*/ 17133 h 100"/>
                    <a:gd name="T24" fmla="*/ 55435 w 251"/>
                    <a:gd name="T25" fmla="*/ 17133 h 100"/>
                    <a:gd name="T26" fmla="*/ 55435 w 251"/>
                    <a:gd name="T27" fmla="*/ 16892 h 100"/>
                    <a:gd name="T28" fmla="*/ 17694720 60000 65536"/>
                    <a:gd name="T29" fmla="*/ 0 60000 65536"/>
                    <a:gd name="T30" fmla="*/ 5898240 60000 65536"/>
                    <a:gd name="T31" fmla="*/ 1179648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251"/>
                    <a:gd name="T43" fmla="*/ 0 h 100"/>
                    <a:gd name="T44" fmla="*/ 251 w 251"/>
                    <a:gd name="T45" fmla="*/ 100 h 100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D9FA1"/>
                    </a:gs>
                    <a:gs pos="100000">
                      <a:srgbClr val="211F26"/>
                    </a:gs>
                  </a:gsLst>
                  <a:lin ang="270000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  <p:sp>
              <p:nvSpPr>
                <p:cNvPr id="59" name="Freeform 14">
                  <a:extLst>
                    <a:ext uri="{FF2B5EF4-FFF2-40B4-BE49-F238E27FC236}">
                      <a16:creationId xmlns:a16="http://schemas.microsoft.com/office/drawing/2014/main" id="{64CA177C-081B-CD82-9CDC-F5D88F8840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716112" y="4364019"/>
                  <a:ext cx="169776" cy="208126"/>
                </a:xfrm>
                <a:custGeom>
                  <a:avLst/>
                  <a:gdLst>
                    <a:gd name="T0" fmla="*/ 84888 w 702"/>
                    <a:gd name="T1" fmla="*/ 0 h 860"/>
                    <a:gd name="T2" fmla="*/ 169776 w 702"/>
                    <a:gd name="T3" fmla="*/ 104063 h 860"/>
                    <a:gd name="T4" fmla="*/ 84888 w 702"/>
                    <a:gd name="T5" fmla="*/ 208126 h 860"/>
                    <a:gd name="T6" fmla="*/ 0 w 702"/>
                    <a:gd name="T7" fmla="*/ 104063 h 860"/>
                    <a:gd name="T8" fmla="*/ 84888 w 702"/>
                    <a:gd name="T9" fmla="*/ 0 h 860"/>
                    <a:gd name="T10" fmla="*/ 0 w 702"/>
                    <a:gd name="T11" fmla="*/ 84944 h 860"/>
                    <a:gd name="T12" fmla="*/ 32407 w 702"/>
                    <a:gd name="T13" fmla="*/ 151738 h 860"/>
                    <a:gd name="T14" fmla="*/ 39905 w 702"/>
                    <a:gd name="T15" fmla="*/ 173761 h 860"/>
                    <a:gd name="T16" fmla="*/ 64331 w 702"/>
                    <a:gd name="T17" fmla="*/ 173761 h 860"/>
                    <a:gd name="T18" fmla="*/ 64331 w 702"/>
                    <a:gd name="T19" fmla="*/ 173761 h 860"/>
                    <a:gd name="T20" fmla="*/ 104961 w 702"/>
                    <a:gd name="T21" fmla="*/ 173761 h 860"/>
                    <a:gd name="T22" fmla="*/ 101334 w 702"/>
                    <a:gd name="T23" fmla="*/ 183925 h 860"/>
                    <a:gd name="T24" fmla="*/ 68684 w 702"/>
                    <a:gd name="T25" fmla="*/ 183925 h 860"/>
                    <a:gd name="T26" fmla="*/ 68684 w 702"/>
                    <a:gd name="T27" fmla="*/ 183925 h 860"/>
                    <a:gd name="T28" fmla="*/ 43290 w 702"/>
                    <a:gd name="T29" fmla="*/ 183925 h 860"/>
                    <a:gd name="T30" fmla="*/ 51271 w 702"/>
                    <a:gd name="T31" fmla="*/ 208126 h 860"/>
                    <a:gd name="T32" fmla="*/ 51271 w 702"/>
                    <a:gd name="T33" fmla="*/ 208126 h 860"/>
                    <a:gd name="T34" fmla="*/ 52239 w 702"/>
                    <a:gd name="T35" fmla="*/ 208126 h 860"/>
                    <a:gd name="T36" fmla="*/ 118021 w 702"/>
                    <a:gd name="T37" fmla="*/ 208126 h 860"/>
                    <a:gd name="T38" fmla="*/ 118746 w 702"/>
                    <a:gd name="T39" fmla="*/ 208126 h 860"/>
                    <a:gd name="T40" fmla="*/ 137852 w 702"/>
                    <a:gd name="T41" fmla="*/ 151254 h 860"/>
                    <a:gd name="T42" fmla="*/ 169776 w 702"/>
                    <a:gd name="T43" fmla="*/ 84944 h 860"/>
                    <a:gd name="T44" fmla="*/ 84888 w 702"/>
                    <a:gd name="T45" fmla="*/ 0 h 860"/>
                    <a:gd name="T46" fmla="*/ 141964 w 702"/>
                    <a:gd name="T47" fmla="*/ 105999 h 860"/>
                    <a:gd name="T48" fmla="*/ 117295 w 702"/>
                    <a:gd name="T49" fmla="*/ 136250 h 860"/>
                    <a:gd name="T50" fmla="*/ 109798 w 702"/>
                    <a:gd name="T51" fmla="*/ 159241 h 860"/>
                    <a:gd name="T52" fmla="*/ 60462 w 702"/>
                    <a:gd name="T53" fmla="*/ 159241 h 860"/>
                    <a:gd name="T54" fmla="*/ 52964 w 702"/>
                    <a:gd name="T55" fmla="*/ 136734 h 860"/>
                    <a:gd name="T56" fmla="*/ 27812 w 702"/>
                    <a:gd name="T57" fmla="*/ 106241 h 860"/>
                    <a:gd name="T58" fmla="*/ 23943 w 702"/>
                    <a:gd name="T59" fmla="*/ 84944 h 860"/>
                    <a:gd name="T60" fmla="*/ 84888 w 702"/>
                    <a:gd name="T61" fmla="*/ 23959 h 860"/>
                    <a:gd name="T62" fmla="*/ 145833 w 702"/>
                    <a:gd name="T63" fmla="*/ 84944 h 860"/>
                    <a:gd name="T64" fmla="*/ 141964 w 702"/>
                    <a:gd name="T65" fmla="*/ 105999 h 860"/>
                    <a:gd name="T66" fmla="*/ 17694720 60000 65536"/>
                    <a:gd name="T67" fmla="*/ 0 60000 65536"/>
                    <a:gd name="T68" fmla="*/ 5898240 60000 65536"/>
                    <a:gd name="T69" fmla="*/ 1179648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702"/>
                    <a:gd name="T100" fmla="*/ 0 h 860"/>
                    <a:gd name="T101" fmla="*/ 702 w 702"/>
                    <a:gd name="T102" fmla="*/ 860 h 860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D9FA1"/>
                    </a:gs>
                    <a:gs pos="100000">
                      <a:srgbClr val="211F26"/>
                    </a:gs>
                  </a:gsLst>
                  <a:lin ang="270000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</p:grpSp>
          <p:sp>
            <p:nvSpPr>
              <p:cNvPr id="56" name="Tekstvak 62">
                <a:extLst>
                  <a:ext uri="{FF2B5EF4-FFF2-40B4-BE49-F238E27FC236}">
                    <a16:creationId xmlns:a16="http://schemas.microsoft.com/office/drawing/2014/main" id="{03E3FF0E-0819-946E-646C-51B2E60991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938430" y="4618469"/>
                <a:ext cx="627799" cy="322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0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48" name="Groep 54">
              <a:extLst>
                <a:ext uri="{FF2B5EF4-FFF2-40B4-BE49-F238E27FC236}">
                  <a16:creationId xmlns:a16="http://schemas.microsoft.com/office/drawing/2014/main" id="{661DC8D6-D90E-07A9-2B98-F34BA72331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365485" y="1226978"/>
              <a:ext cx="446940" cy="406486"/>
              <a:chOff x="-3365485" y="1226978"/>
              <a:chExt cx="446940" cy="406486"/>
            </a:xfrm>
          </p:grpSpPr>
          <p:grpSp>
            <p:nvGrpSpPr>
              <p:cNvPr id="49" name="Groep 55">
                <a:extLst>
                  <a:ext uri="{FF2B5EF4-FFF2-40B4-BE49-F238E27FC236}">
                    <a16:creationId xmlns:a16="http://schemas.microsoft.com/office/drawing/2014/main" id="{A5F9DC5B-D047-66F6-32D4-6F137F43D1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285311" y="1226978"/>
                <a:ext cx="284168" cy="246686"/>
                <a:chOff x="-3285311" y="1226978"/>
                <a:chExt cx="284168" cy="246686"/>
              </a:xfrm>
            </p:grpSpPr>
            <p:sp>
              <p:nvSpPr>
                <p:cNvPr id="51" name="Vrije vorm: vorm 57">
                  <a:extLst>
                    <a:ext uri="{FF2B5EF4-FFF2-40B4-BE49-F238E27FC236}">
                      <a16:creationId xmlns:a16="http://schemas.microsoft.com/office/drawing/2014/main" id="{7662B955-B766-FDE7-604F-6216C67E7C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3236719" y="1287612"/>
                  <a:ext cx="47978" cy="47868"/>
                </a:xfrm>
                <a:custGeom>
                  <a:avLst/>
                  <a:gdLst>
                    <a:gd name="T0" fmla="*/ 23989 w 371475"/>
                    <a:gd name="T1" fmla="*/ 0 h 371475"/>
                    <a:gd name="T2" fmla="*/ 47978 w 371475"/>
                    <a:gd name="T3" fmla="*/ 23934 h 371475"/>
                    <a:gd name="T4" fmla="*/ 23989 w 371475"/>
                    <a:gd name="T5" fmla="*/ 47868 h 371475"/>
                    <a:gd name="T6" fmla="*/ 0 w 371475"/>
                    <a:gd name="T7" fmla="*/ 23934 h 371475"/>
                    <a:gd name="T8" fmla="*/ 47670 w 371475"/>
                    <a:gd name="T9" fmla="*/ 24241 h 371475"/>
                    <a:gd name="T10" fmla="*/ 24297 w 371475"/>
                    <a:gd name="T11" fmla="*/ 47561 h 371475"/>
                    <a:gd name="T12" fmla="*/ 923 w 371475"/>
                    <a:gd name="T13" fmla="*/ 24241 h 371475"/>
                    <a:gd name="T14" fmla="*/ 24297 w 371475"/>
                    <a:gd name="T15" fmla="*/ 921 h 371475"/>
                    <a:gd name="T16" fmla="*/ 47670 w 371475"/>
                    <a:gd name="T17" fmla="*/ 24241 h 371475"/>
                    <a:gd name="T18" fmla="*/ 17694720 60000 65536"/>
                    <a:gd name="T19" fmla="*/ 0 60000 65536"/>
                    <a:gd name="T20" fmla="*/ 5898240 60000 65536"/>
                    <a:gd name="T21" fmla="*/ 1179648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71475"/>
                    <a:gd name="T28" fmla="*/ 0 h 371475"/>
                    <a:gd name="T29" fmla="*/ 371475 w 371475"/>
                    <a:gd name="T30" fmla="*/ 371475 h 371475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NL"/>
                </a:p>
              </p:txBody>
            </p:sp>
            <p:grpSp>
              <p:nvGrpSpPr>
                <p:cNvPr id="52" name="Groep 58">
                  <a:extLst>
                    <a:ext uri="{FF2B5EF4-FFF2-40B4-BE49-F238E27FC236}">
                      <a16:creationId xmlns:a16="http://schemas.microsoft.com/office/drawing/2014/main" id="{0AA872C1-798B-F48E-B0C2-98356B895F1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285311" y="1226978"/>
                  <a:ext cx="284168" cy="246686"/>
                  <a:chOff x="-3285311" y="1226978"/>
                  <a:chExt cx="284168" cy="246686"/>
                </a:xfrm>
              </p:grpSpPr>
              <p:sp>
                <p:nvSpPr>
                  <p:cNvPr id="53" name="Vrije vorm: vorm 59">
                    <a:extLst>
                      <a:ext uri="{FF2B5EF4-FFF2-40B4-BE49-F238E27FC236}">
                        <a16:creationId xmlns:a16="http://schemas.microsoft.com/office/drawing/2014/main" id="{D92F7672-B9C3-2E3E-F784-D5D709DCF3A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3285311" y="1226978"/>
                    <a:ext cx="284168" cy="246686"/>
                  </a:xfrm>
                  <a:custGeom>
                    <a:avLst/>
                    <a:gdLst>
                      <a:gd name="T0" fmla="*/ 142084 w 2200275"/>
                      <a:gd name="T1" fmla="*/ 0 h 1914525"/>
                      <a:gd name="T2" fmla="*/ 284168 w 2200275"/>
                      <a:gd name="T3" fmla="*/ 123343 h 1914525"/>
                      <a:gd name="T4" fmla="*/ 142084 w 2200275"/>
                      <a:gd name="T5" fmla="*/ 246686 h 1914525"/>
                      <a:gd name="T6" fmla="*/ 0 w 2200275"/>
                      <a:gd name="T7" fmla="*/ 123343 h 1914525"/>
                      <a:gd name="T8" fmla="*/ 923 w 2200275"/>
                      <a:gd name="T9" fmla="*/ 921 h 1914525"/>
                      <a:gd name="T10" fmla="*/ 923 w 2200275"/>
                      <a:gd name="T11" fmla="*/ 31603 h 1914525"/>
                      <a:gd name="T12" fmla="*/ 55911 w 2200275"/>
                      <a:gd name="T13" fmla="*/ 31603 h 1914525"/>
                      <a:gd name="T14" fmla="*/ 55911 w 2200275"/>
                      <a:gd name="T15" fmla="*/ 31603 h 1914525"/>
                      <a:gd name="T16" fmla="*/ 253106 w 2200275"/>
                      <a:gd name="T17" fmla="*/ 31603 h 1914525"/>
                      <a:gd name="T18" fmla="*/ 253106 w 2200275"/>
                      <a:gd name="T19" fmla="*/ 215697 h 1914525"/>
                      <a:gd name="T20" fmla="*/ 31677 w 2200275"/>
                      <a:gd name="T21" fmla="*/ 215697 h 1914525"/>
                      <a:gd name="T22" fmla="*/ 31677 w 2200275"/>
                      <a:gd name="T23" fmla="*/ 45103 h 1914525"/>
                      <a:gd name="T24" fmla="*/ 923 w 2200275"/>
                      <a:gd name="T25" fmla="*/ 45103 h 1914525"/>
                      <a:gd name="T26" fmla="*/ 923 w 2200275"/>
                      <a:gd name="T27" fmla="*/ 246379 h 1914525"/>
                      <a:gd name="T28" fmla="*/ 283860 w 2200275"/>
                      <a:gd name="T29" fmla="*/ 246379 h 1914525"/>
                      <a:gd name="T30" fmla="*/ 283860 w 2200275"/>
                      <a:gd name="T31" fmla="*/ 921 h 1914525"/>
                      <a:gd name="T32" fmla="*/ 17694720 60000 65536"/>
                      <a:gd name="T33" fmla="*/ 0 60000 65536"/>
                      <a:gd name="T34" fmla="*/ 5898240 60000 65536"/>
                      <a:gd name="T35" fmla="*/ 1179648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2200275"/>
                      <a:gd name="T49" fmla="*/ 0 h 1914525"/>
                      <a:gd name="T50" fmla="*/ 2200275 w 2200275"/>
                      <a:gd name="T51" fmla="*/ 1914525 h 191452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lnTo>
                          <a:pt x="714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NL"/>
                  </a:p>
                </p:txBody>
              </p:sp>
              <p:sp>
                <p:nvSpPr>
                  <p:cNvPr id="54" name="Vrije vorm: vorm 60">
                    <a:extLst>
                      <a:ext uri="{FF2B5EF4-FFF2-40B4-BE49-F238E27FC236}">
                        <a16:creationId xmlns:a16="http://schemas.microsoft.com/office/drawing/2014/main" id="{692B4340-406F-1AC1-07C8-C8C5F4C9A4D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3236847" y="1303321"/>
                    <a:ext cx="185751" cy="114144"/>
                  </a:xfrm>
                  <a:custGeom>
                    <a:avLst/>
                    <a:gdLst>
                      <a:gd name="T0" fmla="*/ 92876 w 1438275"/>
                      <a:gd name="T1" fmla="*/ 0 h 885825"/>
                      <a:gd name="T2" fmla="*/ 185751 w 1438275"/>
                      <a:gd name="T3" fmla="*/ 57072 h 885825"/>
                      <a:gd name="T4" fmla="*/ 92876 w 1438275"/>
                      <a:gd name="T5" fmla="*/ 114144 h 885825"/>
                      <a:gd name="T6" fmla="*/ 0 w 1438275"/>
                      <a:gd name="T7" fmla="*/ 57072 h 885825"/>
                      <a:gd name="T8" fmla="*/ 138206 w 1438275"/>
                      <a:gd name="T9" fmla="*/ 921 h 885825"/>
                      <a:gd name="T10" fmla="*/ 103516 w 1438275"/>
                      <a:gd name="T11" fmla="*/ 35532 h 885825"/>
                      <a:gd name="T12" fmla="*/ 85556 w 1438275"/>
                      <a:gd name="T13" fmla="*/ 17735 h 885825"/>
                      <a:gd name="T14" fmla="*/ 923 w 1438275"/>
                      <a:gd name="T15" fmla="*/ 101073 h 885825"/>
                      <a:gd name="T16" fmla="*/ 13962 w 1438275"/>
                      <a:gd name="T17" fmla="*/ 114083 h 885825"/>
                      <a:gd name="T18" fmla="*/ 85556 w 1438275"/>
                      <a:gd name="T19" fmla="*/ 43632 h 885825"/>
                      <a:gd name="T20" fmla="*/ 119877 w 1438275"/>
                      <a:gd name="T21" fmla="*/ 77998 h 885825"/>
                      <a:gd name="T22" fmla="*/ 132916 w 1438275"/>
                      <a:gd name="T23" fmla="*/ 64866 h 885825"/>
                      <a:gd name="T24" fmla="*/ 116556 w 1438275"/>
                      <a:gd name="T25" fmla="*/ 48542 h 885825"/>
                      <a:gd name="T26" fmla="*/ 138206 w 1438275"/>
                      <a:gd name="T27" fmla="*/ 26940 h 885825"/>
                      <a:gd name="T28" fmla="*/ 172773 w 1438275"/>
                      <a:gd name="T29" fmla="*/ 61920 h 885825"/>
                      <a:gd name="T30" fmla="*/ 185812 w 1438275"/>
                      <a:gd name="T31" fmla="*/ 48787 h 885825"/>
                      <a:gd name="T32" fmla="*/ 17694720 60000 65536"/>
                      <a:gd name="T33" fmla="*/ 0 60000 65536"/>
                      <a:gd name="T34" fmla="*/ 5898240 60000 65536"/>
                      <a:gd name="T35" fmla="*/ 1179648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1438275"/>
                      <a:gd name="T49" fmla="*/ 0 h 885825"/>
                      <a:gd name="T50" fmla="*/ 1438275 w 1438275"/>
                      <a:gd name="T51" fmla="*/ 885825 h 88582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lnTo>
                          <a:pt x="107013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NL"/>
                  </a:p>
                </p:txBody>
              </p:sp>
            </p:grpSp>
          </p:grpSp>
          <p:sp>
            <p:nvSpPr>
              <p:cNvPr id="50" name="Tekstvak 56">
                <a:extLst>
                  <a:ext uri="{FF2B5EF4-FFF2-40B4-BE49-F238E27FC236}">
                    <a16:creationId xmlns:a16="http://schemas.microsoft.com/office/drawing/2014/main" id="{038F8AFD-4734-5787-8071-297A02386E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365485" y="1489959"/>
                <a:ext cx="446940" cy="1435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8004" rIns="0" bIns="0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0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  <p:sp>
        <p:nvSpPr>
          <p:cNvPr id="2" name="Tijdelijke aanduiding voor tekst 5"/>
          <p:cNvSpPr txBox="1">
            <a:spLocks noGrp="1"/>
          </p:cNvSpPr>
          <p:nvPr>
            <p:ph type="body" idx="4294967295"/>
          </p:nvPr>
        </p:nvSpPr>
        <p:spPr>
          <a:xfrm>
            <a:off x="2538941" y="2804300"/>
            <a:ext cx="1643195" cy="564257"/>
          </a:xfrm>
        </p:spPr>
        <p:txBody>
          <a:bodyPr anchor="b">
            <a:norm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A6D6"/>
                </a:solidFill>
              </a:defRPr>
            </a:lvl1pPr>
          </a:lstStyle>
          <a:p>
            <a:pPr lvl="0"/>
            <a:r>
              <a:rPr lang="en-GB"/>
              <a:t>Name</a:t>
            </a:r>
            <a:br>
              <a:rPr lang="en-GB"/>
            </a:br>
            <a:r>
              <a:rPr lang="en-GB"/>
              <a:t>+ Surname</a:t>
            </a:r>
          </a:p>
        </p:txBody>
      </p:sp>
      <p:sp>
        <p:nvSpPr>
          <p:cNvPr id="3" name="Tijdelijke aanduiding voor tekst 5"/>
          <p:cNvSpPr txBox="1">
            <a:spLocks noGrp="1"/>
          </p:cNvSpPr>
          <p:nvPr>
            <p:ph type="body" idx="4294967295"/>
          </p:nvPr>
        </p:nvSpPr>
        <p:spPr>
          <a:xfrm>
            <a:off x="2538474" y="3379466"/>
            <a:ext cx="1643195" cy="24930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GB"/>
              <a:t>Job function</a:t>
            </a:r>
          </a:p>
        </p:txBody>
      </p:sp>
      <p:sp>
        <p:nvSpPr>
          <p:cNvPr id="4" name="Tijdelijke aanduiding voor afbeelding 16"/>
          <p:cNvSpPr txBox="1">
            <a:spLocks noGrp="1"/>
          </p:cNvSpPr>
          <p:nvPr>
            <p:ph type="pic" idx="4294967295"/>
          </p:nvPr>
        </p:nvSpPr>
        <p:spPr>
          <a:xfrm>
            <a:off x="4360691" y="1553208"/>
            <a:ext cx="1643195" cy="1145020"/>
          </a:xfrm>
          <a:blipFill>
            <a:blip r:embed="rId3"/>
            <a:tile/>
          </a:blipFill>
        </p:spPr>
        <p:txBody>
          <a:bodyPr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Select this placeholder, go to the tab ‘Slidebuilder’, click on ‘Images’, select the preferred image and click on ‘Insert’.</a:t>
            </a:r>
          </a:p>
        </p:txBody>
      </p:sp>
      <p:sp>
        <p:nvSpPr>
          <p:cNvPr id="5" name="Tijdelijke aanduiding voor tekst 5"/>
          <p:cNvSpPr txBox="1">
            <a:spLocks noGrp="1"/>
          </p:cNvSpPr>
          <p:nvPr>
            <p:ph type="body" idx="4294967295"/>
          </p:nvPr>
        </p:nvSpPr>
        <p:spPr>
          <a:xfrm>
            <a:off x="4358752" y="2804300"/>
            <a:ext cx="1643195" cy="564257"/>
          </a:xfrm>
        </p:spPr>
        <p:txBody>
          <a:bodyPr anchor="b">
            <a:norm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A6D6"/>
                </a:solidFill>
              </a:defRPr>
            </a:lvl1pPr>
          </a:lstStyle>
          <a:p>
            <a:pPr lvl="0"/>
            <a:r>
              <a:rPr lang="en-GB"/>
              <a:t>Name</a:t>
            </a:r>
            <a:br>
              <a:rPr lang="en-GB"/>
            </a:br>
            <a:r>
              <a:rPr lang="en-GB"/>
              <a:t>+ Surname</a:t>
            </a:r>
          </a:p>
        </p:txBody>
      </p:sp>
      <p:sp>
        <p:nvSpPr>
          <p:cNvPr id="6" name="Tijdelijke aanduiding voor tekst 5"/>
          <p:cNvSpPr txBox="1">
            <a:spLocks noGrp="1"/>
          </p:cNvSpPr>
          <p:nvPr>
            <p:ph type="body" idx="4294967295"/>
          </p:nvPr>
        </p:nvSpPr>
        <p:spPr>
          <a:xfrm>
            <a:off x="4358277" y="3379466"/>
            <a:ext cx="1643195" cy="24930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GB"/>
              <a:t>Job function</a:t>
            </a:r>
          </a:p>
        </p:txBody>
      </p:sp>
      <p:sp>
        <p:nvSpPr>
          <p:cNvPr id="7" name="Tijdelijke aanduiding voor afbeelding 16"/>
          <p:cNvSpPr txBox="1">
            <a:spLocks noGrp="1"/>
          </p:cNvSpPr>
          <p:nvPr>
            <p:ph type="pic" idx="4294967295"/>
          </p:nvPr>
        </p:nvSpPr>
        <p:spPr>
          <a:xfrm>
            <a:off x="6180493" y="1553208"/>
            <a:ext cx="1643195" cy="1145020"/>
          </a:xfrm>
          <a:blipFill>
            <a:blip r:embed="rId3"/>
            <a:tile/>
          </a:blipFill>
        </p:spPr>
        <p:txBody>
          <a:bodyPr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Select this placeholder, go to the tab ‘Slidebuilder’, click on ‘Images’, select the preferred image and click on ‘Insert’.</a:t>
            </a:r>
          </a:p>
        </p:txBody>
      </p:sp>
      <p:sp>
        <p:nvSpPr>
          <p:cNvPr id="8" name="Tijdelijke aanduiding voor tekst 5"/>
          <p:cNvSpPr txBox="1">
            <a:spLocks noGrp="1"/>
          </p:cNvSpPr>
          <p:nvPr>
            <p:ph type="body" idx="4294967295"/>
          </p:nvPr>
        </p:nvSpPr>
        <p:spPr>
          <a:xfrm>
            <a:off x="6178555" y="2804300"/>
            <a:ext cx="1643195" cy="564257"/>
          </a:xfrm>
        </p:spPr>
        <p:txBody>
          <a:bodyPr anchor="b">
            <a:norm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A6D6"/>
                </a:solidFill>
              </a:defRPr>
            </a:lvl1pPr>
          </a:lstStyle>
          <a:p>
            <a:pPr lvl="0"/>
            <a:r>
              <a:rPr lang="en-GB"/>
              <a:t>Name</a:t>
            </a:r>
            <a:br>
              <a:rPr lang="en-GB"/>
            </a:br>
            <a:r>
              <a:rPr lang="en-GB"/>
              <a:t>+ Surname</a:t>
            </a:r>
          </a:p>
        </p:txBody>
      </p:sp>
      <p:sp>
        <p:nvSpPr>
          <p:cNvPr id="9" name="Tijdelijke aanduiding voor tekst 5"/>
          <p:cNvSpPr txBox="1">
            <a:spLocks noGrp="1"/>
          </p:cNvSpPr>
          <p:nvPr>
            <p:ph type="body" idx="4294967295"/>
          </p:nvPr>
        </p:nvSpPr>
        <p:spPr>
          <a:xfrm>
            <a:off x="6178079" y="3379466"/>
            <a:ext cx="1643195" cy="24930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GB"/>
              <a:t>Job function</a:t>
            </a:r>
          </a:p>
        </p:txBody>
      </p:sp>
      <p:sp>
        <p:nvSpPr>
          <p:cNvPr id="10" name="Tijdelijke aanduiding voor afbeelding 16"/>
          <p:cNvSpPr txBox="1">
            <a:spLocks noGrp="1"/>
          </p:cNvSpPr>
          <p:nvPr>
            <p:ph type="pic" idx="4294967295"/>
          </p:nvPr>
        </p:nvSpPr>
        <p:spPr>
          <a:xfrm>
            <a:off x="8000305" y="1553208"/>
            <a:ext cx="1643195" cy="1145020"/>
          </a:xfrm>
          <a:blipFill>
            <a:blip r:embed="rId3"/>
            <a:tile/>
          </a:blipFill>
        </p:spPr>
        <p:txBody>
          <a:bodyPr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Select this placeholder, go to the tab ‘Slidebuilder’, click on ‘Images’, select the preferred image and click on ‘Insert’.</a:t>
            </a:r>
          </a:p>
        </p:txBody>
      </p:sp>
      <p:sp>
        <p:nvSpPr>
          <p:cNvPr id="11" name="Tijdelijke aanduiding voor tekst 5"/>
          <p:cNvSpPr txBox="1">
            <a:spLocks noGrp="1"/>
          </p:cNvSpPr>
          <p:nvPr>
            <p:ph type="body" idx="4294967295"/>
          </p:nvPr>
        </p:nvSpPr>
        <p:spPr>
          <a:xfrm>
            <a:off x="7998357" y="2804300"/>
            <a:ext cx="1643195" cy="564257"/>
          </a:xfrm>
        </p:spPr>
        <p:txBody>
          <a:bodyPr anchor="b">
            <a:norm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A6D6"/>
                </a:solidFill>
              </a:defRPr>
            </a:lvl1pPr>
          </a:lstStyle>
          <a:p>
            <a:pPr lvl="0"/>
            <a:r>
              <a:rPr lang="en-GB"/>
              <a:t>Name</a:t>
            </a:r>
            <a:br>
              <a:rPr lang="en-GB"/>
            </a:br>
            <a:r>
              <a:rPr lang="en-GB"/>
              <a:t>+ Surname</a:t>
            </a:r>
          </a:p>
        </p:txBody>
      </p:sp>
      <p:sp>
        <p:nvSpPr>
          <p:cNvPr id="12" name="Tijdelijke aanduiding voor tekst 5"/>
          <p:cNvSpPr txBox="1">
            <a:spLocks noGrp="1"/>
          </p:cNvSpPr>
          <p:nvPr>
            <p:ph type="body" idx="4294967295"/>
          </p:nvPr>
        </p:nvSpPr>
        <p:spPr>
          <a:xfrm>
            <a:off x="7997891" y="3379466"/>
            <a:ext cx="1643195" cy="24930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GB"/>
              <a:t>Job function</a:t>
            </a:r>
          </a:p>
        </p:txBody>
      </p:sp>
      <p:sp>
        <p:nvSpPr>
          <p:cNvPr id="13" name="Tijdelijke aanduiding voor afbeelding 16"/>
          <p:cNvSpPr txBox="1">
            <a:spLocks noGrp="1"/>
          </p:cNvSpPr>
          <p:nvPr>
            <p:ph type="pic" idx="4294967295"/>
          </p:nvPr>
        </p:nvSpPr>
        <p:spPr>
          <a:xfrm>
            <a:off x="9820107" y="1553208"/>
            <a:ext cx="1643195" cy="1145020"/>
          </a:xfrm>
          <a:blipFill>
            <a:blip r:embed="rId3"/>
            <a:tile/>
          </a:blipFill>
        </p:spPr>
        <p:txBody>
          <a:bodyPr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Select this placeholder, go to the tab ‘Slidebuilder’, click on ‘Images’, select the preferred image and click on ‘Insert’.</a:t>
            </a:r>
          </a:p>
        </p:txBody>
      </p:sp>
      <p:sp>
        <p:nvSpPr>
          <p:cNvPr id="14" name="Tijdelijke aanduiding voor tekst 5"/>
          <p:cNvSpPr txBox="1">
            <a:spLocks noGrp="1"/>
          </p:cNvSpPr>
          <p:nvPr>
            <p:ph type="body" idx="4294967295"/>
          </p:nvPr>
        </p:nvSpPr>
        <p:spPr>
          <a:xfrm>
            <a:off x="9818168" y="2804300"/>
            <a:ext cx="1643195" cy="564257"/>
          </a:xfrm>
        </p:spPr>
        <p:txBody>
          <a:bodyPr anchor="b">
            <a:norm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A6D6"/>
                </a:solidFill>
              </a:defRPr>
            </a:lvl1pPr>
          </a:lstStyle>
          <a:p>
            <a:pPr lvl="0"/>
            <a:r>
              <a:rPr lang="en-GB"/>
              <a:t>Name</a:t>
            </a:r>
            <a:br>
              <a:rPr lang="en-GB"/>
            </a:br>
            <a:r>
              <a:rPr lang="en-GB"/>
              <a:t>+ Surname</a:t>
            </a:r>
          </a:p>
        </p:txBody>
      </p:sp>
      <p:sp>
        <p:nvSpPr>
          <p:cNvPr id="15" name="Tijdelijke aanduiding voor tekst 5"/>
          <p:cNvSpPr txBox="1">
            <a:spLocks noGrp="1"/>
          </p:cNvSpPr>
          <p:nvPr>
            <p:ph type="body" idx="4294967295"/>
          </p:nvPr>
        </p:nvSpPr>
        <p:spPr>
          <a:xfrm>
            <a:off x="9817693" y="3379466"/>
            <a:ext cx="1643195" cy="24930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GB"/>
              <a:t>Job function</a:t>
            </a:r>
          </a:p>
        </p:txBody>
      </p:sp>
      <p:sp>
        <p:nvSpPr>
          <p:cNvPr id="16" name="Tijdelijke aanduiding voor afbeelding 16"/>
          <p:cNvSpPr txBox="1">
            <a:spLocks noGrp="1"/>
          </p:cNvSpPr>
          <p:nvPr>
            <p:ph type="pic" idx="4294967295"/>
          </p:nvPr>
        </p:nvSpPr>
        <p:spPr>
          <a:xfrm>
            <a:off x="721077" y="3926113"/>
            <a:ext cx="1643195" cy="1145020"/>
          </a:xfrm>
          <a:blipFill>
            <a:blip r:embed="rId3"/>
            <a:tile/>
          </a:blipFill>
        </p:spPr>
        <p:txBody>
          <a:bodyPr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Select this placeholder, go to the tab ‘Slidebuilder’, click on ‘Images’, select the preferred image and click on ‘Insert’.</a:t>
            </a:r>
          </a:p>
        </p:txBody>
      </p:sp>
      <p:sp>
        <p:nvSpPr>
          <p:cNvPr id="17" name="Tijdelijke aanduiding voor tekst 5"/>
          <p:cNvSpPr txBox="1">
            <a:spLocks noGrp="1"/>
          </p:cNvSpPr>
          <p:nvPr>
            <p:ph type="body" idx="4294967295"/>
          </p:nvPr>
        </p:nvSpPr>
        <p:spPr>
          <a:xfrm>
            <a:off x="719139" y="5177204"/>
            <a:ext cx="1643195" cy="564257"/>
          </a:xfrm>
        </p:spPr>
        <p:txBody>
          <a:bodyPr anchor="b">
            <a:norm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A6D6"/>
                </a:solidFill>
              </a:defRPr>
            </a:lvl1pPr>
          </a:lstStyle>
          <a:p>
            <a:pPr lvl="0"/>
            <a:r>
              <a:rPr lang="en-GB"/>
              <a:t>Name</a:t>
            </a:r>
            <a:br>
              <a:rPr lang="en-GB"/>
            </a:br>
            <a:r>
              <a:rPr lang="en-GB"/>
              <a:t>+ Surname</a:t>
            </a:r>
          </a:p>
        </p:txBody>
      </p:sp>
      <p:sp>
        <p:nvSpPr>
          <p:cNvPr id="18" name="Tijdelijke aanduiding voor tekst 5"/>
          <p:cNvSpPr txBox="1">
            <a:spLocks noGrp="1"/>
          </p:cNvSpPr>
          <p:nvPr>
            <p:ph type="body" idx="4294967295"/>
          </p:nvPr>
        </p:nvSpPr>
        <p:spPr>
          <a:xfrm>
            <a:off x="718663" y="5752371"/>
            <a:ext cx="1643195" cy="24930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GB"/>
              <a:t>Job function</a:t>
            </a:r>
          </a:p>
        </p:txBody>
      </p:sp>
      <p:sp>
        <p:nvSpPr>
          <p:cNvPr id="19" name="Tijdelijke aanduiding voor afbeelding 16"/>
          <p:cNvSpPr txBox="1">
            <a:spLocks noGrp="1"/>
          </p:cNvSpPr>
          <p:nvPr>
            <p:ph type="pic" idx="4294967295"/>
          </p:nvPr>
        </p:nvSpPr>
        <p:spPr>
          <a:xfrm>
            <a:off x="2540889" y="3926113"/>
            <a:ext cx="1643195" cy="1145020"/>
          </a:xfrm>
          <a:blipFill>
            <a:blip r:embed="rId3"/>
            <a:tile/>
          </a:blipFill>
        </p:spPr>
        <p:txBody>
          <a:bodyPr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Select this placeholder, go to the tab ‘Slidebuilder’, click on ‘Images’, select the preferred image and click on ‘Insert’.</a:t>
            </a:r>
          </a:p>
        </p:txBody>
      </p:sp>
      <p:sp>
        <p:nvSpPr>
          <p:cNvPr id="20" name="Tijdelijke aanduiding voor tekst 5"/>
          <p:cNvSpPr txBox="1">
            <a:spLocks noGrp="1"/>
          </p:cNvSpPr>
          <p:nvPr>
            <p:ph type="body" idx="4294967295"/>
          </p:nvPr>
        </p:nvSpPr>
        <p:spPr>
          <a:xfrm>
            <a:off x="2538941" y="5177204"/>
            <a:ext cx="1643195" cy="564257"/>
          </a:xfrm>
        </p:spPr>
        <p:txBody>
          <a:bodyPr anchor="b">
            <a:norm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A6D6"/>
                </a:solidFill>
              </a:defRPr>
            </a:lvl1pPr>
          </a:lstStyle>
          <a:p>
            <a:pPr lvl="0"/>
            <a:r>
              <a:rPr lang="en-GB"/>
              <a:t>Name</a:t>
            </a:r>
            <a:br>
              <a:rPr lang="en-GB"/>
            </a:br>
            <a:r>
              <a:rPr lang="en-GB"/>
              <a:t>+ Surname</a:t>
            </a:r>
          </a:p>
        </p:txBody>
      </p:sp>
      <p:sp>
        <p:nvSpPr>
          <p:cNvPr id="21" name="Tijdelijke aanduiding voor tekst 5"/>
          <p:cNvSpPr txBox="1">
            <a:spLocks noGrp="1"/>
          </p:cNvSpPr>
          <p:nvPr>
            <p:ph type="body" idx="4294967295"/>
          </p:nvPr>
        </p:nvSpPr>
        <p:spPr>
          <a:xfrm>
            <a:off x="2538474" y="5752371"/>
            <a:ext cx="1643195" cy="24930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GB"/>
              <a:t>Job function</a:t>
            </a:r>
          </a:p>
        </p:txBody>
      </p:sp>
      <p:sp>
        <p:nvSpPr>
          <p:cNvPr id="22" name="Tijdelijke aanduiding voor afbeelding 16"/>
          <p:cNvSpPr txBox="1">
            <a:spLocks noGrp="1"/>
          </p:cNvSpPr>
          <p:nvPr>
            <p:ph type="pic" idx="4294967295"/>
          </p:nvPr>
        </p:nvSpPr>
        <p:spPr>
          <a:xfrm>
            <a:off x="4360691" y="3926113"/>
            <a:ext cx="1643195" cy="1145020"/>
          </a:xfrm>
          <a:blipFill>
            <a:blip r:embed="rId3"/>
            <a:tile/>
          </a:blipFill>
        </p:spPr>
        <p:txBody>
          <a:bodyPr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Select this placeholder, go to the tab ‘Slidebuilder’, click on ‘Images’, select the preferred image and click on ‘Insert’.</a:t>
            </a:r>
          </a:p>
        </p:txBody>
      </p:sp>
      <p:sp>
        <p:nvSpPr>
          <p:cNvPr id="23" name="Tijdelijke aanduiding voor tekst 5"/>
          <p:cNvSpPr txBox="1">
            <a:spLocks noGrp="1"/>
          </p:cNvSpPr>
          <p:nvPr>
            <p:ph type="body" idx="4294967295"/>
          </p:nvPr>
        </p:nvSpPr>
        <p:spPr>
          <a:xfrm>
            <a:off x="4358752" y="5177204"/>
            <a:ext cx="1643195" cy="564257"/>
          </a:xfrm>
        </p:spPr>
        <p:txBody>
          <a:bodyPr anchor="b">
            <a:norm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A6D6"/>
                </a:solidFill>
              </a:defRPr>
            </a:lvl1pPr>
          </a:lstStyle>
          <a:p>
            <a:pPr lvl="0"/>
            <a:r>
              <a:rPr lang="en-GB"/>
              <a:t>Name</a:t>
            </a:r>
            <a:br>
              <a:rPr lang="en-GB"/>
            </a:br>
            <a:r>
              <a:rPr lang="en-GB"/>
              <a:t>+ Surname</a:t>
            </a:r>
          </a:p>
        </p:txBody>
      </p:sp>
      <p:sp>
        <p:nvSpPr>
          <p:cNvPr id="24" name="Tijdelijke aanduiding voor tekst 5"/>
          <p:cNvSpPr txBox="1">
            <a:spLocks noGrp="1"/>
          </p:cNvSpPr>
          <p:nvPr>
            <p:ph type="body" idx="4294967295"/>
          </p:nvPr>
        </p:nvSpPr>
        <p:spPr>
          <a:xfrm>
            <a:off x="4358277" y="5752371"/>
            <a:ext cx="1643195" cy="24930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GB"/>
              <a:t>Job function</a:t>
            </a:r>
          </a:p>
        </p:txBody>
      </p:sp>
      <p:sp>
        <p:nvSpPr>
          <p:cNvPr id="25" name="Tijdelijke aanduiding voor afbeelding 16"/>
          <p:cNvSpPr txBox="1">
            <a:spLocks noGrp="1"/>
          </p:cNvSpPr>
          <p:nvPr>
            <p:ph type="pic" idx="4294967295"/>
          </p:nvPr>
        </p:nvSpPr>
        <p:spPr>
          <a:xfrm>
            <a:off x="6180493" y="3926113"/>
            <a:ext cx="1643195" cy="1145020"/>
          </a:xfrm>
          <a:blipFill>
            <a:blip r:embed="rId3"/>
            <a:tile/>
          </a:blipFill>
        </p:spPr>
        <p:txBody>
          <a:bodyPr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Select this placeholder, go to the tab ‘Slidebuilder’, click on ‘Images’, select the preferred image and click on ‘Insert’.</a:t>
            </a:r>
          </a:p>
        </p:txBody>
      </p:sp>
      <p:sp>
        <p:nvSpPr>
          <p:cNvPr id="26" name="Tijdelijke aanduiding voor tekst 5"/>
          <p:cNvSpPr txBox="1">
            <a:spLocks noGrp="1"/>
          </p:cNvSpPr>
          <p:nvPr>
            <p:ph type="body" idx="4294967295"/>
          </p:nvPr>
        </p:nvSpPr>
        <p:spPr>
          <a:xfrm>
            <a:off x="6178555" y="5177204"/>
            <a:ext cx="1643195" cy="564257"/>
          </a:xfrm>
        </p:spPr>
        <p:txBody>
          <a:bodyPr anchor="b">
            <a:norm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A6D6"/>
                </a:solidFill>
              </a:defRPr>
            </a:lvl1pPr>
          </a:lstStyle>
          <a:p>
            <a:pPr lvl="0"/>
            <a:r>
              <a:rPr lang="en-GB"/>
              <a:t>Name</a:t>
            </a:r>
            <a:br>
              <a:rPr lang="en-GB"/>
            </a:br>
            <a:r>
              <a:rPr lang="en-GB"/>
              <a:t>+ Surname</a:t>
            </a:r>
          </a:p>
        </p:txBody>
      </p:sp>
      <p:sp>
        <p:nvSpPr>
          <p:cNvPr id="27" name="Tijdelijke aanduiding voor tekst 5"/>
          <p:cNvSpPr txBox="1">
            <a:spLocks noGrp="1"/>
          </p:cNvSpPr>
          <p:nvPr>
            <p:ph type="body" idx="4294967295"/>
          </p:nvPr>
        </p:nvSpPr>
        <p:spPr>
          <a:xfrm>
            <a:off x="6178079" y="5752371"/>
            <a:ext cx="1643195" cy="24930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GB"/>
              <a:t>Job function</a:t>
            </a:r>
          </a:p>
        </p:txBody>
      </p:sp>
      <p:sp>
        <p:nvSpPr>
          <p:cNvPr id="28" name="Tijdelijke aanduiding voor afbeelding 16"/>
          <p:cNvSpPr txBox="1">
            <a:spLocks noGrp="1"/>
          </p:cNvSpPr>
          <p:nvPr>
            <p:ph type="pic" idx="4294967295"/>
          </p:nvPr>
        </p:nvSpPr>
        <p:spPr>
          <a:xfrm>
            <a:off x="8000305" y="3926113"/>
            <a:ext cx="1643195" cy="1145020"/>
          </a:xfrm>
          <a:blipFill>
            <a:blip r:embed="rId3"/>
            <a:tile/>
          </a:blipFill>
        </p:spPr>
        <p:txBody>
          <a:bodyPr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Select this placeholder, go to the tab ‘Slidebuilder’, click on ‘Images’, select the preferred image and click on ‘Insert’.</a:t>
            </a:r>
          </a:p>
        </p:txBody>
      </p:sp>
      <p:sp>
        <p:nvSpPr>
          <p:cNvPr id="29" name="Tijdelijke aanduiding voor tekst 5"/>
          <p:cNvSpPr txBox="1">
            <a:spLocks noGrp="1"/>
          </p:cNvSpPr>
          <p:nvPr>
            <p:ph type="body" idx="4294967295"/>
          </p:nvPr>
        </p:nvSpPr>
        <p:spPr>
          <a:xfrm>
            <a:off x="7998357" y="5177204"/>
            <a:ext cx="1643195" cy="564257"/>
          </a:xfrm>
        </p:spPr>
        <p:txBody>
          <a:bodyPr anchor="b">
            <a:norm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A6D6"/>
                </a:solidFill>
              </a:defRPr>
            </a:lvl1pPr>
          </a:lstStyle>
          <a:p>
            <a:pPr lvl="0"/>
            <a:r>
              <a:rPr lang="en-GB"/>
              <a:t>Name</a:t>
            </a:r>
            <a:br>
              <a:rPr lang="en-GB"/>
            </a:br>
            <a:r>
              <a:rPr lang="en-GB"/>
              <a:t>+ Surname</a:t>
            </a:r>
          </a:p>
        </p:txBody>
      </p:sp>
      <p:sp>
        <p:nvSpPr>
          <p:cNvPr id="30" name="Tijdelijke aanduiding voor tekst 5"/>
          <p:cNvSpPr txBox="1">
            <a:spLocks noGrp="1"/>
          </p:cNvSpPr>
          <p:nvPr>
            <p:ph type="body" idx="4294967295"/>
          </p:nvPr>
        </p:nvSpPr>
        <p:spPr>
          <a:xfrm>
            <a:off x="7997891" y="5752371"/>
            <a:ext cx="1643195" cy="24930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GB"/>
              <a:t>Job function</a:t>
            </a:r>
          </a:p>
        </p:txBody>
      </p:sp>
      <p:sp>
        <p:nvSpPr>
          <p:cNvPr id="31" name="Tijdelijke aanduiding voor afbeelding 16"/>
          <p:cNvSpPr txBox="1">
            <a:spLocks noGrp="1"/>
          </p:cNvSpPr>
          <p:nvPr>
            <p:ph type="pic" idx="4294967295"/>
          </p:nvPr>
        </p:nvSpPr>
        <p:spPr>
          <a:xfrm>
            <a:off x="9820107" y="3926113"/>
            <a:ext cx="1643195" cy="1145020"/>
          </a:xfrm>
          <a:blipFill>
            <a:blip r:embed="rId3"/>
            <a:tile/>
          </a:blipFill>
        </p:spPr>
        <p:txBody>
          <a:bodyPr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Select this placeholder, go to the tab ‘Slidebuilder’, click on ‘Images’, select the preferred image and click on ‘Insert’.</a:t>
            </a:r>
          </a:p>
        </p:txBody>
      </p:sp>
      <p:sp>
        <p:nvSpPr>
          <p:cNvPr id="32" name="Tijdelijke aanduiding voor tekst 5"/>
          <p:cNvSpPr txBox="1">
            <a:spLocks noGrp="1"/>
          </p:cNvSpPr>
          <p:nvPr>
            <p:ph type="body" idx="4294967295"/>
          </p:nvPr>
        </p:nvSpPr>
        <p:spPr>
          <a:xfrm>
            <a:off x="9818168" y="5177204"/>
            <a:ext cx="1643195" cy="564257"/>
          </a:xfrm>
        </p:spPr>
        <p:txBody>
          <a:bodyPr anchor="b">
            <a:norm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A6D6"/>
                </a:solidFill>
              </a:defRPr>
            </a:lvl1pPr>
          </a:lstStyle>
          <a:p>
            <a:pPr lvl="0"/>
            <a:r>
              <a:rPr lang="en-GB"/>
              <a:t>Name</a:t>
            </a:r>
            <a:br>
              <a:rPr lang="en-GB"/>
            </a:br>
            <a:r>
              <a:rPr lang="en-GB"/>
              <a:t>+ Surname</a:t>
            </a:r>
          </a:p>
        </p:txBody>
      </p:sp>
      <p:sp>
        <p:nvSpPr>
          <p:cNvPr id="33" name="Tijdelijke aanduiding voor tekst 5"/>
          <p:cNvSpPr txBox="1">
            <a:spLocks noGrp="1"/>
          </p:cNvSpPr>
          <p:nvPr>
            <p:ph type="body" idx="4294967295"/>
          </p:nvPr>
        </p:nvSpPr>
        <p:spPr>
          <a:xfrm>
            <a:off x="9817693" y="5752371"/>
            <a:ext cx="1643195" cy="24930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GB"/>
              <a:t>Job function</a:t>
            </a:r>
          </a:p>
        </p:txBody>
      </p:sp>
    </p:spTree>
    <p:extLst>
      <p:ext uri="{BB962C8B-B14F-4D97-AF65-F5344CB8AC3E}">
        <p14:creationId xmlns:p14="http://schemas.microsoft.com/office/powerpoint/2010/main" val="1382112730"/>
      </p:ext>
    </p:extLst>
  </p:cSld>
  <p:clrMapOvr>
    <a:masterClrMapping/>
  </p:clrMapOvr>
  <p:transition spd="med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INSTRUCTION">
            <a:extLst>
              <a:ext uri="{FF2B5EF4-FFF2-40B4-BE49-F238E27FC236}">
                <a16:creationId xmlns:a16="http://schemas.microsoft.com/office/drawing/2014/main" id="{D3B32844-6C07-9115-F93F-8DE6DEBC5742}"/>
              </a:ext>
            </a:extLst>
          </p:cNvPr>
          <p:cNvGrpSpPr>
            <a:grpSpLocks/>
          </p:cNvGrpSpPr>
          <p:nvPr/>
        </p:nvGrpSpPr>
        <p:grpSpPr bwMode="auto">
          <a:xfrm>
            <a:off x="-3786188" y="0"/>
            <a:ext cx="3692525" cy="5054600"/>
            <a:chOff x="-3786164" y="0"/>
            <a:chExt cx="3693115" cy="5054638"/>
          </a:xfrm>
        </p:grpSpPr>
        <p:sp>
          <p:nvSpPr>
            <p:cNvPr id="3" name="Rechthoek 5">
              <a:extLst>
                <a:ext uri="{FF2B5EF4-FFF2-40B4-BE49-F238E27FC236}">
                  <a16:creationId xmlns:a16="http://schemas.microsoft.com/office/drawing/2014/main" id="{56FC5DAC-2341-7599-24FC-C4A6E033B6D0}"/>
                </a:ext>
              </a:extLst>
            </p:cNvPr>
            <p:cNvSpPr/>
            <p:nvPr/>
          </p:nvSpPr>
          <p:spPr>
            <a:xfrm>
              <a:off x="-3786164" y="0"/>
              <a:ext cx="3593087" cy="4391058"/>
            </a:xfrm>
            <a:prstGeom prst="rect">
              <a:avLst/>
            </a:prstGeom>
            <a:solidFill>
              <a:srgbClr val="FFFFFF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Insert/edit an image</a:t>
              </a:r>
            </a:p>
          </p:txBody>
        </p:sp>
        <p:sp>
          <p:nvSpPr>
            <p:cNvPr id="4" name="Rechthoek 6">
              <a:extLst>
                <a:ext uri="{FF2B5EF4-FFF2-40B4-BE49-F238E27FC236}">
                  <a16:creationId xmlns:a16="http://schemas.microsoft.com/office/drawing/2014/main" id="{ABB2D8A7-334D-9799-4026-EDEF48E87B4F}"/>
                </a:ext>
              </a:extLst>
            </p:cNvPr>
            <p:cNvSpPr/>
            <p:nvPr/>
          </p:nvSpPr>
          <p:spPr>
            <a:xfrm>
              <a:off x="-3786164" y="4225957"/>
              <a:ext cx="3593087" cy="828681"/>
            </a:xfrm>
            <a:prstGeom prst="rect">
              <a:avLst/>
            </a:prstGeom>
            <a:solidFill>
              <a:srgbClr val="ECECEC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 anchor="ctr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Want to know more?</a:t>
              </a:r>
              <a:b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</a:b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Go to the tab</a:t>
              </a: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 'SLIDEBUILDER’ </a:t>
              </a: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and click</a:t>
              </a:r>
              <a:b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</a:b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on the button </a:t>
              </a: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‘Inspiration'</a:t>
              </a:r>
            </a:p>
          </p:txBody>
        </p:sp>
        <p:sp>
          <p:nvSpPr>
            <p:cNvPr id="5" name="Ovaal 7">
              <a:extLst>
                <a:ext uri="{FF2B5EF4-FFF2-40B4-BE49-F238E27FC236}">
                  <a16:creationId xmlns:a16="http://schemas.microsoft.com/office/drawing/2014/main" id="{7EAF0B19-1BE9-300B-2808-817276396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465319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6" name="Rechthoek 8">
              <a:extLst>
                <a:ext uri="{FF2B5EF4-FFF2-40B4-BE49-F238E27FC236}">
                  <a16:creationId xmlns:a16="http://schemas.microsoft.com/office/drawing/2014/main" id="{649E6BDF-1E66-5833-200B-D7ECC3A62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465319"/>
              <a:ext cx="3008778" cy="661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‘Slidebuilder’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‘Images’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7" name="Ovaal 12">
              <a:extLst>
                <a:ext uri="{FF2B5EF4-FFF2-40B4-BE49-F238E27FC236}">
                  <a16:creationId xmlns:a16="http://schemas.microsoft.com/office/drawing/2014/main" id="{C38D9187-E8EF-1273-1D8A-8E19E6CD1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1811179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" name="Rechthoek 13">
              <a:extLst>
                <a:ext uri="{FF2B5EF4-FFF2-40B4-BE49-F238E27FC236}">
                  <a16:creationId xmlns:a16="http://schemas.microsoft.com/office/drawing/2014/main" id="{E5B5D37A-5909-4782-D267-C5CE90A21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1811188"/>
              <a:ext cx="2944678" cy="326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" name="Rechthoek 14">
              <a:extLst>
                <a:ext uri="{FF2B5EF4-FFF2-40B4-BE49-F238E27FC236}">
                  <a16:creationId xmlns:a16="http://schemas.microsoft.com/office/drawing/2014/main" id="{082C4DD0-B05E-4BE4-E12D-F57F08C40A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245757"/>
              <a:ext cx="825502" cy="209553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0" name="Ovaal 15">
              <a:extLst>
                <a:ext uri="{FF2B5EF4-FFF2-40B4-BE49-F238E27FC236}">
                  <a16:creationId xmlns:a16="http://schemas.microsoft.com/office/drawing/2014/main" id="{1172A53D-9AF6-A906-37D2-4B589E74969B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2634834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1" name="Rechthoek 16">
              <a:extLst>
                <a:ext uri="{FF2B5EF4-FFF2-40B4-BE49-F238E27FC236}">
                  <a16:creationId xmlns:a16="http://schemas.microsoft.com/office/drawing/2014/main" id="{44C88DA7-EE17-9742-3300-4571D11A2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634834"/>
              <a:ext cx="2944678" cy="794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2" name="Groep 17">
              <a:extLst>
                <a:ext uri="{FF2B5EF4-FFF2-40B4-BE49-F238E27FC236}">
                  <a16:creationId xmlns:a16="http://schemas.microsoft.com/office/drawing/2014/main" id="{5208876F-90D4-12FA-8F90-5A3425B82F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414451" y="3534338"/>
              <a:ext cx="514285" cy="506541"/>
              <a:chOff x="-3414451" y="3534338"/>
              <a:chExt cx="514285" cy="506541"/>
            </a:xfrm>
          </p:grpSpPr>
          <p:grpSp>
            <p:nvGrpSpPr>
              <p:cNvPr id="29" name="Groep 35">
                <a:extLst>
                  <a:ext uri="{FF2B5EF4-FFF2-40B4-BE49-F238E27FC236}">
                    <a16:creationId xmlns:a16="http://schemas.microsoft.com/office/drawing/2014/main" id="{6BF99052-872B-B0EE-E525-21771B5FA5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309341" y="3534338"/>
                <a:ext cx="319079" cy="306324"/>
                <a:chOff x="-3309341" y="3534338"/>
                <a:chExt cx="319079" cy="306324"/>
              </a:xfrm>
            </p:grpSpPr>
            <p:grpSp>
              <p:nvGrpSpPr>
                <p:cNvPr id="32" name="Groep 38">
                  <a:extLst>
                    <a:ext uri="{FF2B5EF4-FFF2-40B4-BE49-F238E27FC236}">
                      <a16:creationId xmlns:a16="http://schemas.microsoft.com/office/drawing/2014/main" id="{57802A83-A4E6-5BF2-58F4-EAB267CA489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309341" y="3534338"/>
                  <a:ext cx="282064" cy="270561"/>
                  <a:chOff x="-3309341" y="3534338"/>
                  <a:chExt cx="282064" cy="270561"/>
                </a:xfrm>
              </p:grpSpPr>
              <p:grpSp>
                <p:nvGrpSpPr>
                  <p:cNvPr id="39" name="Groep 45">
                    <a:extLst>
                      <a:ext uri="{FF2B5EF4-FFF2-40B4-BE49-F238E27FC236}">
                        <a16:creationId xmlns:a16="http://schemas.microsoft.com/office/drawing/2014/main" id="{2010BE75-6724-D667-1A80-54C21D6A395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-3309341" y="3534338"/>
                    <a:ext cx="282064" cy="270561"/>
                    <a:chOff x="-3309341" y="3534338"/>
                    <a:chExt cx="282064" cy="270561"/>
                  </a:xfrm>
                </p:grpSpPr>
                <p:sp>
                  <p:nvSpPr>
                    <p:cNvPr id="42" name="Rechthoek 48">
                      <a:extLst>
                        <a:ext uri="{FF2B5EF4-FFF2-40B4-BE49-F238E27FC236}">
                          <a16:creationId xmlns:a16="http://schemas.microsoft.com/office/drawing/2014/main" id="{F56489A3-D8BA-8602-1E5B-0D964C5FAC0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3309341" y="3534338"/>
                      <a:ext cx="282064" cy="270561"/>
                    </a:xfrm>
                    <a:prstGeom prst="rect">
                      <a:avLst/>
                    </a:prstGeom>
                    <a:noFill/>
                    <a:ln w="12701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lIns="107999" tIns="0" rIns="0" bIns="0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altLang="en-NL" sz="8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3" name="Rechthoek 49">
                      <a:extLst>
                        <a:ext uri="{FF2B5EF4-FFF2-40B4-BE49-F238E27FC236}">
                          <a16:creationId xmlns:a16="http://schemas.microsoft.com/office/drawing/2014/main" id="{7FC42B5C-E272-8A13-1AB4-11D05D1A41C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3309341" y="3534338"/>
                      <a:ext cx="166237" cy="163814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12701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</p:spPr>
                  <p:txBody>
                    <a:bodyPr lIns="107999" tIns="0" rIns="0" bIns="0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altLang="en-NL" sz="8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4" name="Ovaal 50">
                      <a:extLst>
                        <a:ext uri="{FF2B5EF4-FFF2-40B4-BE49-F238E27FC236}">
                          <a16:creationId xmlns:a16="http://schemas.microsoft.com/office/drawing/2014/main" id="{92BFFE31-3D95-15B2-35D7-4B10024983D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3208071" y="3555031"/>
                      <a:ext cx="45866" cy="45866"/>
                    </a:xfrm>
                    <a:custGeom>
                      <a:avLst/>
                      <a:gdLst>
                        <a:gd name="T0" fmla="*/ 22933 w 45866"/>
                        <a:gd name="T1" fmla="*/ 0 h 45866"/>
                        <a:gd name="T2" fmla="*/ 45866 w 45866"/>
                        <a:gd name="T3" fmla="*/ 22933 h 45866"/>
                        <a:gd name="T4" fmla="*/ 22933 w 45866"/>
                        <a:gd name="T5" fmla="*/ 45866 h 45866"/>
                        <a:gd name="T6" fmla="*/ 0 w 45866"/>
                        <a:gd name="T7" fmla="*/ 22933 h 45866"/>
                        <a:gd name="T8" fmla="*/ 6717 w 45866"/>
                        <a:gd name="T9" fmla="*/ 6717 h 45866"/>
                        <a:gd name="T10" fmla="*/ 6717 w 45866"/>
                        <a:gd name="T11" fmla="*/ 39149 h 45866"/>
                        <a:gd name="T12" fmla="*/ 39149 w 45866"/>
                        <a:gd name="T13" fmla="*/ 39149 h 45866"/>
                        <a:gd name="T14" fmla="*/ 39149 w 45866"/>
                        <a:gd name="T15" fmla="*/ 6717 h 45866"/>
                        <a:gd name="T16" fmla="*/ 17694720 60000 65536"/>
                        <a:gd name="T17" fmla="*/ 0 60000 65536"/>
                        <a:gd name="T18" fmla="*/ 5898240 60000 65536"/>
                        <a:gd name="T19" fmla="*/ 11796480 60000 65536"/>
                        <a:gd name="T20" fmla="*/ 17694720 60000 65536"/>
                        <a:gd name="T21" fmla="*/ 5898240 60000 65536"/>
                        <a:gd name="T22" fmla="*/ 5898240 60000 65536"/>
                        <a:gd name="T23" fmla="*/ 17694720 60000 65536"/>
                        <a:gd name="T24" fmla="*/ 6717 w 45866"/>
                        <a:gd name="T25" fmla="*/ 6717 h 45866"/>
                        <a:gd name="T26" fmla="*/ 39149 w 45866"/>
                        <a:gd name="T27" fmla="*/ 39149 h 4586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45866" h="45866">
                          <a:moveTo>
                            <a:pt x="0" y="22933"/>
                          </a:moveTo>
                          <a:lnTo>
                            <a:pt x="0" y="22932"/>
                          </a:lnTo>
                          <a:cubicBezTo>
                            <a:pt x="0" y="35598"/>
                            <a:pt x="10267" y="45866"/>
                            <a:pt x="22933" y="45866"/>
                          </a:cubicBezTo>
                          <a:cubicBezTo>
                            <a:pt x="35598" y="45866"/>
                            <a:pt x="45866" y="35598"/>
                            <a:pt x="45866" y="22933"/>
                          </a:cubicBezTo>
                          <a:cubicBezTo>
                            <a:pt x="45866" y="10267"/>
                            <a:pt x="35598" y="0"/>
                            <a:pt x="22933" y="0"/>
                          </a:cubicBezTo>
                          <a:cubicBezTo>
                            <a:pt x="10267" y="-1"/>
                            <a:pt x="0" y="10267"/>
                            <a:pt x="0" y="22932"/>
                          </a:cubicBezTo>
                          <a:close/>
                        </a:path>
                      </a:pathLst>
                    </a:custGeom>
                    <a:solidFill>
                      <a:srgbClr val="ECC67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tIns="0" rIns="0" bIns="0" anchor="ctr"/>
                    <a:lstStyle/>
                    <a:p>
                      <a:endParaRPr lang="en-NL"/>
                    </a:p>
                  </p:txBody>
                </p:sp>
              </p:grpSp>
              <p:pic>
                <p:nvPicPr>
                  <p:cNvPr id="40" name="Afbeelding 46">
                    <a:extLst>
                      <a:ext uri="{FF2B5EF4-FFF2-40B4-BE49-F238E27FC236}">
                        <a16:creationId xmlns:a16="http://schemas.microsoft.com/office/drawing/2014/main" id="{3A535C34-2D31-1E86-5A31-9395949C5FD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3301468" y="3600980"/>
                    <a:ext cx="110157" cy="8909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41" name="Afbeelding 47">
                    <a:extLst>
                      <a:ext uri="{FF2B5EF4-FFF2-40B4-BE49-F238E27FC236}">
                        <a16:creationId xmlns:a16="http://schemas.microsoft.com/office/drawing/2014/main" id="{6D8C3AA4-4481-4D72-846E-E55A8E248AB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3258071" y="3616406"/>
                    <a:ext cx="110157" cy="708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grpSp>
              <p:nvGrpSpPr>
                <p:cNvPr id="33" name="Groep 39">
                  <a:extLst>
                    <a:ext uri="{FF2B5EF4-FFF2-40B4-BE49-F238E27FC236}">
                      <a16:creationId xmlns:a16="http://schemas.microsoft.com/office/drawing/2014/main" id="{D8442181-F68C-2989-CC86-D1DB1207F9C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089858" y="3740627"/>
                  <a:ext cx="99596" cy="100035"/>
                  <a:chOff x="-3089858" y="3740627"/>
                  <a:chExt cx="99596" cy="100035"/>
                </a:xfrm>
              </p:grpSpPr>
              <p:sp>
                <p:nvSpPr>
                  <p:cNvPr id="37" name="Rechthoek 43">
                    <a:extLst>
                      <a:ext uri="{FF2B5EF4-FFF2-40B4-BE49-F238E27FC236}">
                        <a16:creationId xmlns:a16="http://schemas.microsoft.com/office/drawing/2014/main" id="{BCBCCAA9-C285-7489-6CAC-6AE4AE58B36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089858" y="3740627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8" name="Rechthoek 44">
                    <a:extLst>
                      <a:ext uri="{FF2B5EF4-FFF2-40B4-BE49-F238E27FC236}">
                        <a16:creationId xmlns:a16="http://schemas.microsoft.com/office/drawing/2014/main" id="{E837AFBD-E424-71D8-DF80-A511666FD42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13">
                    <a:off x="-3129955" y="3781171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4" name="Groep 40">
                  <a:extLst>
                    <a:ext uri="{FF2B5EF4-FFF2-40B4-BE49-F238E27FC236}">
                      <a16:creationId xmlns:a16="http://schemas.microsoft.com/office/drawing/2014/main" id="{0D04FB3A-6CD5-21E5-8C37-1EEB8A2C7A1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118615" y="3713562"/>
                  <a:ext cx="99596" cy="100033"/>
                  <a:chOff x="-3118615" y="3713562"/>
                  <a:chExt cx="99596" cy="100033"/>
                </a:xfrm>
              </p:grpSpPr>
              <p:sp>
                <p:nvSpPr>
                  <p:cNvPr id="35" name="Rechthoek 41">
                    <a:extLst>
                      <a:ext uri="{FF2B5EF4-FFF2-40B4-BE49-F238E27FC236}">
                        <a16:creationId xmlns:a16="http://schemas.microsoft.com/office/drawing/2014/main" id="{CFA357A3-F0E2-4EEF-A9D2-39B0AAC21B9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0799991">
                    <a:off x="-3118615" y="3794210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6" name="Rechthoek 42">
                    <a:extLst>
                      <a:ext uri="{FF2B5EF4-FFF2-40B4-BE49-F238E27FC236}">
                        <a16:creationId xmlns:a16="http://schemas.microsoft.com/office/drawing/2014/main" id="{E29A2956-552A-35F8-C9F0-D723289BBE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399996">
                    <a:off x="-3078509" y="3753667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0" name="Rechthoek 36">
                <a:extLst>
                  <a:ext uri="{FF2B5EF4-FFF2-40B4-BE49-F238E27FC236}">
                    <a16:creationId xmlns:a16="http://schemas.microsoft.com/office/drawing/2014/main" id="{E33D4C63-0F91-F8FE-9CBF-D417238737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414451" y="3866732"/>
                <a:ext cx="514285" cy="1100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1" name="Gelijkbenige driehoek 37">
                <a:extLst>
                  <a:ext uri="{FF2B5EF4-FFF2-40B4-BE49-F238E27FC236}">
                    <a16:creationId xmlns:a16="http://schemas.microsoft.com/office/drawing/2014/main" id="{CD15E1A8-C035-C028-394E-EE58B66C9909}"/>
                  </a:ext>
                </a:extLst>
              </p:cNvPr>
              <p:cNvSpPr>
                <a:spLocks/>
              </p:cNvSpPr>
              <p:nvPr/>
            </p:nvSpPr>
            <p:spPr bwMode="auto">
              <a:xfrm rot="10799991">
                <a:off x="-3186985" y="4005949"/>
                <a:ext cx="59335" cy="34930"/>
              </a:xfrm>
              <a:custGeom>
                <a:avLst/>
                <a:gdLst>
                  <a:gd name="T0" fmla="*/ 29668 w 59335"/>
                  <a:gd name="T1" fmla="*/ 0 h 34930"/>
                  <a:gd name="T2" fmla="*/ 59335 w 59335"/>
                  <a:gd name="T3" fmla="*/ 17465 h 34930"/>
                  <a:gd name="T4" fmla="*/ 29668 w 59335"/>
                  <a:gd name="T5" fmla="*/ 34930 h 34930"/>
                  <a:gd name="T6" fmla="*/ 0 w 59335"/>
                  <a:gd name="T7" fmla="*/ 17465 h 34930"/>
                  <a:gd name="T8" fmla="*/ 29667 w 59335"/>
                  <a:gd name="T9" fmla="*/ 0 h 34930"/>
                  <a:gd name="T10" fmla="*/ 14834 w 59335"/>
                  <a:gd name="T11" fmla="*/ 17465 h 34930"/>
                  <a:gd name="T12" fmla="*/ 0 w 59335"/>
                  <a:gd name="T13" fmla="*/ 34930 h 34930"/>
                  <a:gd name="T14" fmla="*/ 29667 w 59335"/>
                  <a:gd name="T15" fmla="*/ 34930 h 34930"/>
                  <a:gd name="T16" fmla="*/ 59335 w 59335"/>
                  <a:gd name="T17" fmla="*/ 34930 h 34930"/>
                  <a:gd name="T18" fmla="*/ 44501 w 59335"/>
                  <a:gd name="T19" fmla="*/ 17465 h 34930"/>
                  <a:gd name="T20" fmla="*/ 17694720 60000 65536"/>
                  <a:gd name="T21" fmla="*/ 0 60000 65536"/>
                  <a:gd name="T22" fmla="*/ 5898240 60000 65536"/>
                  <a:gd name="T23" fmla="*/ 11796480 60000 65536"/>
                  <a:gd name="T24" fmla="*/ 17694720 60000 65536"/>
                  <a:gd name="T25" fmla="*/ 11796480 60000 65536"/>
                  <a:gd name="T26" fmla="*/ 5898240 60000 65536"/>
                  <a:gd name="T27" fmla="*/ 5898240 60000 65536"/>
                  <a:gd name="T28" fmla="*/ 5898240 60000 65536"/>
                  <a:gd name="T29" fmla="*/ 0 60000 65536"/>
                  <a:gd name="T30" fmla="*/ 14834 w 59335"/>
                  <a:gd name="T31" fmla="*/ 17465 h 34930"/>
                  <a:gd name="T32" fmla="*/ 44501 w 59335"/>
                  <a:gd name="T33" fmla="*/ 34930 h 349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9335" h="34930">
                    <a:moveTo>
                      <a:pt x="0" y="34930"/>
                    </a:moveTo>
                    <a:lnTo>
                      <a:pt x="29667" y="0"/>
                    </a:lnTo>
                    <a:lnTo>
                      <a:pt x="59335" y="34930"/>
                    </a:lnTo>
                    <a:lnTo>
                      <a:pt x="0" y="34930"/>
                    </a:lnTo>
                    <a:close/>
                  </a:path>
                </a:pathLst>
              </a:custGeom>
              <a:solidFill>
                <a:srgbClr val="8181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/>
              <a:p>
                <a:endParaRPr lang="en-NL"/>
              </a:p>
            </p:txBody>
          </p:sp>
        </p:grpSp>
        <p:grpSp>
          <p:nvGrpSpPr>
            <p:cNvPr id="13" name="ICOON_info">
              <a:extLst>
                <a:ext uri="{FF2B5EF4-FFF2-40B4-BE49-F238E27FC236}">
                  <a16:creationId xmlns:a16="http://schemas.microsoft.com/office/drawing/2014/main" id="{842A829B-BB23-BC3C-AA37-E5BFC53433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76732" y="4055592"/>
              <a:ext cx="283683" cy="283683"/>
              <a:chOff x="-376732" y="4055592"/>
              <a:chExt cx="283683" cy="283683"/>
            </a:xfrm>
          </p:grpSpPr>
          <p:sp>
            <p:nvSpPr>
              <p:cNvPr id="27" name="Ovaal 33">
                <a:extLst>
                  <a:ext uri="{FF2B5EF4-FFF2-40B4-BE49-F238E27FC236}">
                    <a16:creationId xmlns:a16="http://schemas.microsoft.com/office/drawing/2014/main" id="{D802A85A-84DD-2D89-5EB3-DE04D298A68F}"/>
                  </a:ext>
                </a:extLst>
              </p:cNvPr>
              <p:cNvSpPr/>
              <p:nvPr/>
            </p:nvSpPr>
            <p:spPr>
              <a:xfrm>
                <a:off x="-356616" y="4075143"/>
                <a:ext cx="244514" cy="244477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211F26"/>
              </a:solidFill>
              <a:ln>
                <a:noFill/>
                <a:prstDash val="solid"/>
              </a:ln>
            </p:spPr>
            <p:txBody>
              <a:bodyPr lIns="179999" tIns="179999" rIns="179999" bIns="179999" anchor="ctr" anchorCtr="1"/>
              <a:lstStyle/>
              <a:p>
                <a:pPr algn="ctr"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600" cap="all">
                  <a:solidFill>
                    <a:srgbClr val="FFFFFF"/>
                  </a:solidFill>
                  <a:latin typeface="Calibri" pitchFamily="34"/>
                  <a:cs typeface="Calibri" pitchFamily="34"/>
                </a:endParaRPr>
              </a:p>
            </p:txBody>
          </p:sp>
          <p:sp>
            <p:nvSpPr>
              <p:cNvPr id="28" name="Graphic 163" descr="Informatie">
                <a:extLst>
                  <a:ext uri="{FF2B5EF4-FFF2-40B4-BE49-F238E27FC236}">
                    <a16:creationId xmlns:a16="http://schemas.microsoft.com/office/drawing/2014/main" id="{4E6F833B-457A-39A5-2A20-CA9DE67B41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76732" y="4055592"/>
                <a:ext cx="283683" cy="283683"/>
              </a:xfrm>
              <a:custGeom>
                <a:avLst/>
                <a:gdLst>
                  <a:gd name="T0" fmla="*/ 141842 w 291719"/>
                  <a:gd name="T1" fmla="*/ 0 h 291719"/>
                  <a:gd name="T2" fmla="*/ 283683 w 291719"/>
                  <a:gd name="T3" fmla="*/ 141842 h 291719"/>
                  <a:gd name="T4" fmla="*/ 141842 w 291719"/>
                  <a:gd name="T5" fmla="*/ 283683 h 291719"/>
                  <a:gd name="T6" fmla="*/ 0 w 291719"/>
                  <a:gd name="T7" fmla="*/ 141842 h 291719"/>
                  <a:gd name="T8" fmla="*/ 141842 w 291719"/>
                  <a:gd name="T9" fmla="*/ 0 h 291719"/>
                  <a:gd name="T10" fmla="*/ 0 w 291719"/>
                  <a:gd name="T11" fmla="*/ 141842 h 291719"/>
                  <a:gd name="T12" fmla="*/ 141842 w 291719"/>
                  <a:gd name="T13" fmla="*/ 283684 h 291719"/>
                  <a:gd name="T14" fmla="*/ 283684 w 291719"/>
                  <a:gd name="T15" fmla="*/ 141842 h 291719"/>
                  <a:gd name="T16" fmla="*/ 141842 w 291719"/>
                  <a:gd name="T17" fmla="*/ 0 h 291719"/>
                  <a:gd name="T18" fmla="*/ 134376 w 291719"/>
                  <a:gd name="T19" fmla="*/ 37327 h 291719"/>
                  <a:gd name="T20" fmla="*/ 153040 w 291719"/>
                  <a:gd name="T21" fmla="*/ 55990 h 291719"/>
                  <a:gd name="T22" fmla="*/ 134376 w 291719"/>
                  <a:gd name="T23" fmla="*/ 74653 h 291719"/>
                  <a:gd name="T24" fmla="*/ 115713 w 291719"/>
                  <a:gd name="T25" fmla="*/ 55990 h 291719"/>
                  <a:gd name="T26" fmla="*/ 134376 w 291719"/>
                  <a:gd name="T27" fmla="*/ 37327 h 291719"/>
                  <a:gd name="T28" fmla="*/ 179169 w 291719"/>
                  <a:gd name="T29" fmla="*/ 246357 h 291719"/>
                  <a:gd name="T30" fmla="*/ 104515 w 291719"/>
                  <a:gd name="T31" fmla="*/ 246357 h 291719"/>
                  <a:gd name="T32" fmla="*/ 104515 w 291719"/>
                  <a:gd name="T33" fmla="*/ 223961 h 291719"/>
                  <a:gd name="T34" fmla="*/ 130644 w 291719"/>
                  <a:gd name="T35" fmla="*/ 223961 h 291719"/>
                  <a:gd name="T36" fmla="*/ 130644 w 291719"/>
                  <a:gd name="T37" fmla="*/ 111981 h 291719"/>
                  <a:gd name="T38" fmla="*/ 108248 w 291719"/>
                  <a:gd name="T39" fmla="*/ 111981 h 291719"/>
                  <a:gd name="T40" fmla="*/ 108248 w 291719"/>
                  <a:gd name="T41" fmla="*/ 89584 h 291719"/>
                  <a:gd name="T42" fmla="*/ 153040 w 291719"/>
                  <a:gd name="T43" fmla="*/ 89584 h 291719"/>
                  <a:gd name="T44" fmla="*/ 153040 w 291719"/>
                  <a:gd name="T45" fmla="*/ 111981 h 291719"/>
                  <a:gd name="T46" fmla="*/ 153040 w 291719"/>
                  <a:gd name="T47" fmla="*/ 223961 h 291719"/>
                  <a:gd name="T48" fmla="*/ 179169 w 291719"/>
                  <a:gd name="T49" fmla="*/ 223961 h 291719"/>
                  <a:gd name="T50" fmla="*/ 179169 w 291719"/>
                  <a:gd name="T51" fmla="*/ 246357 h 291719"/>
                  <a:gd name="T52" fmla="*/ 17694720 60000 65536"/>
                  <a:gd name="T53" fmla="*/ 0 60000 65536"/>
                  <a:gd name="T54" fmla="*/ 5898240 60000 65536"/>
                  <a:gd name="T55" fmla="*/ 1179648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291719"/>
                  <a:gd name="T79" fmla="*/ 0 h 291719"/>
                  <a:gd name="T80" fmla="*/ 291719 w 291719"/>
                  <a:gd name="T81" fmla="*/ 291719 h 29171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NL"/>
              </a:p>
            </p:txBody>
          </p:sp>
        </p:grpSp>
        <p:grpSp>
          <p:nvGrpSpPr>
            <p:cNvPr id="14" name="Groep 19">
              <a:extLst>
                <a:ext uri="{FF2B5EF4-FFF2-40B4-BE49-F238E27FC236}">
                  <a16:creationId xmlns:a16="http://schemas.microsoft.com/office/drawing/2014/main" id="{394819D8-CCE0-0555-6B7B-352E1154A6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938430" y="4364019"/>
              <a:ext cx="627799" cy="576684"/>
              <a:chOff x="-938430" y="4364019"/>
              <a:chExt cx="627799" cy="576684"/>
            </a:xfrm>
          </p:grpSpPr>
          <p:grpSp>
            <p:nvGrpSpPr>
              <p:cNvPr id="22" name="Inspireren">
                <a:extLst>
                  <a:ext uri="{FF2B5EF4-FFF2-40B4-BE49-F238E27FC236}">
                    <a16:creationId xmlns:a16="http://schemas.microsoft.com/office/drawing/2014/main" id="{28C91474-FFF0-A374-0556-4192A28B60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716112" y="4364019"/>
                <a:ext cx="169776" cy="242389"/>
                <a:chOff x="-716112" y="4364019"/>
                <a:chExt cx="169776" cy="242389"/>
              </a:xfrm>
            </p:grpSpPr>
            <p:sp>
              <p:nvSpPr>
                <p:cNvPr id="24" name="Freeform 12">
                  <a:extLst>
                    <a:ext uri="{FF2B5EF4-FFF2-40B4-BE49-F238E27FC236}">
                      <a16:creationId xmlns:a16="http://schemas.microsoft.com/office/drawing/2014/main" id="{4503857B-73F2-7F5B-A148-A5029BDC8D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665911" y="4450851"/>
                  <a:ext cx="68726" cy="62051"/>
                </a:xfrm>
                <a:custGeom>
                  <a:avLst/>
                  <a:gdLst>
                    <a:gd name="T0" fmla="*/ 34363 w 319"/>
                    <a:gd name="T1" fmla="*/ 0 h 288"/>
                    <a:gd name="T2" fmla="*/ 68726 w 319"/>
                    <a:gd name="T3" fmla="*/ 31026 h 288"/>
                    <a:gd name="T4" fmla="*/ 34363 w 319"/>
                    <a:gd name="T5" fmla="*/ 62051 h 288"/>
                    <a:gd name="T6" fmla="*/ 0 w 319"/>
                    <a:gd name="T7" fmla="*/ 31026 h 288"/>
                    <a:gd name="T8" fmla="*/ 47397 w 319"/>
                    <a:gd name="T9" fmla="*/ 62051 h 288"/>
                    <a:gd name="T10" fmla="*/ 23052 w 319"/>
                    <a:gd name="T11" fmla="*/ 62051 h 288"/>
                    <a:gd name="T12" fmla="*/ 0 w 319"/>
                    <a:gd name="T13" fmla="*/ 0 h 288"/>
                    <a:gd name="T14" fmla="*/ 68726 w 319"/>
                    <a:gd name="T15" fmla="*/ 0 h 288"/>
                    <a:gd name="T16" fmla="*/ 47397 w 319"/>
                    <a:gd name="T17" fmla="*/ 62051 h 288"/>
                    <a:gd name="T18" fmla="*/ 17694720 60000 65536"/>
                    <a:gd name="T19" fmla="*/ 0 60000 65536"/>
                    <a:gd name="T20" fmla="*/ 5898240 60000 65536"/>
                    <a:gd name="T21" fmla="*/ 1179648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19"/>
                    <a:gd name="T28" fmla="*/ 0 h 288"/>
                    <a:gd name="T29" fmla="*/ 319 w 319"/>
                    <a:gd name="T30" fmla="*/ 288 h 288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  <p:sp>
              <p:nvSpPr>
                <p:cNvPr id="25" name="Freeform 13">
                  <a:extLst>
                    <a:ext uri="{FF2B5EF4-FFF2-40B4-BE49-F238E27FC236}">
                      <a16:creationId xmlns:a16="http://schemas.microsoft.com/office/drawing/2014/main" id="{A0C72A0E-E8B9-400D-9DC9-AB4DC250D1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661394" y="4582277"/>
                  <a:ext cx="60761" cy="24131"/>
                </a:xfrm>
                <a:custGeom>
                  <a:avLst/>
                  <a:gdLst>
                    <a:gd name="T0" fmla="*/ 30381 w 251"/>
                    <a:gd name="T1" fmla="*/ 0 h 100"/>
                    <a:gd name="T2" fmla="*/ 60761 w 251"/>
                    <a:gd name="T3" fmla="*/ 12066 h 100"/>
                    <a:gd name="T4" fmla="*/ 30381 w 251"/>
                    <a:gd name="T5" fmla="*/ 24131 h 100"/>
                    <a:gd name="T6" fmla="*/ 0 w 251"/>
                    <a:gd name="T7" fmla="*/ 12066 h 100"/>
                    <a:gd name="T8" fmla="*/ 55435 w 251"/>
                    <a:gd name="T9" fmla="*/ 16892 h 100"/>
                    <a:gd name="T10" fmla="*/ 55435 w 251"/>
                    <a:gd name="T11" fmla="*/ 16650 h 100"/>
                    <a:gd name="T12" fmla="*/ 60761 w 251"/>
                    <a:gd name="T13" fmla="*/ 0 h 100"/>
                    <a:gd name="T14" fmla="*/ 0 w 251"/>
                    <a:gd name="T15" fmla="*/ 0 h 100"/>
                    <a:gd name="T16" fmla="*/ 5326 w 251"/>
                    <a:gd name="T17" fmla="*/ 16650 h 100"/>
                    <a:gd name="T18" fmla="*/ 15251 w 251"/>
                    <a:gd name="T19" fmla="*/ 24131 h 100"/>
                    <a:gd name="T20" fmla="*/ 45510 w 251"/>
                    <a:gd name="T21" fmla="*/ 24131 h 100"/>
                    <a:gd name="T22" fmla="*/ 55435 w 251"/>
                    <a:gd name="T23" fmla="*/ 17133 h 100"/>
                    <a:gd name="T24" fmla="*/ 55435 w 251"/>
                    <a:gd name="T25" fmla="*/ 17133 h 100"/>
                    <a:gd name="T26" fmla="*/ 55435 w 251"/>
                    <a:gd name="T27" fmla="*/ 16892 h 100"/>
                    <a:gd name="T28" fmla="*/ 17694720 60000 65536"/>
                    <a:gd name="T29" fmla="*/ 0 60000 65536"/>
                    <a:gd name="T30" fmla="*/ 5898240 60000 65536"/>
                    <a:gd name="T31" fmla="*/ 1179648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251"/>
                    <a:gd name="T43" fmla="*/ 0 h 100"/>
                    <a:gd name="T44" fmla="*/ 251 w 251"/>
                    <a:gd name="T45" fmla="*/ 100 h 100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D9FA1"/>
                    </a:gs>
                    <a:gs pos="100000">
                      <a:srgbClr val="211F26"/>
                    </a:gs>
                  </a:gsLst>
                  <a:lin ang="270000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  <p:sp>
              <p:nvSpPr>
                <p:cNvPr id="26" name="Freeform 14">
                  <a:extLst>
                    <a:ext uri="{FF2B5EF4-FFF2-40B4-BE49-F238E27FC236}">
                      <a16:creationId xmlns:a16="http://schemas.microsoft.com/office/drawing/2014/main" id="{3AAE8256-0561-F544-2BAA-01DF1BF7D5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716112" y="4364019"/>
                  <a:ext cx="169776" cy="208126"/>
                </a:xfrm>
                <a:custGeom>
                  <a:avLst/>
                  <a:gdLst>
                    <a:gd name="T0" fmla="*/ 84888 w 702"/>
                    <a:gd name="T1" fmla="*/ 0 h 860"/>
                    <a:gd name="T2" fmla="*/ 169776 w 702"/>
                    <a:gd name="T3" fmla="*/ 104063 h 860"/>
                    <a:gd name="T4" fmla="*/ 84888 w 702"/>
                    <a:gd name="T5" fmla="*/ 208126 h 860"/>
                    <a:gd name="T6" fmla="*/ 0 w 702"/>
                    <a:gd name="T7" fmla="*/ 104063 h 860"/>
                    <a:gd name="T8" fmla="*/ 84888 w 702"/>
                    <a:gd name="T9" fmla="*/ 0 h 860"/>
                    <a:gd name="T10" fmla="*/ 0 w 702"/>
                    <a:gd name="T11" fmla="*/ 84944 h 860"/>
                    <a:gd name="T12" fmla="*/ 32407 w 702"/>
                    <a:gd name="T13" fmla="*/ 151738 h 860"/>
                    <a:gd name="T14" fmla="*/ 39905 w 702"/>
                    <a:gd name="T15" fmla="*/ 173761 h 860"/>
                    <a:gd name="T16" fmla="*/ 64331 w 702"/>
                    <a:gd name="T17" fmla="*/ 173761 h 860"/>
                    <a:gd name="T18" fmla="*/ 64331 w 702"/>
                    <a:gd name="T19" fmla="*/ 173761 h 860"/>
                    <a:gd name="T20" fmla="*/ 104961 w 702"/>
                    <a:gd name="T21" fmla="*/ 173761 h 860"/>
                    <a:gd name="T22" fmla="*/ 101334 w 702"/>
                    <a:gd name="T23" fmla="*/ 183925 h 860"/>
                    <a:gd name="T24" fmla="*/ 68684 w 702"/>
                    <a:gd name="T25" fmla="*/ 183925 h 860"/>
                    <a:gd name="T26" fmla="*/ 68684 w 702"/>
                    <a:gd name="T27" fmla="*/ 183925 h 860"/>
                    <a:gd name="T28" fmla="*/ 43290 w 702"/>
                    <a:gd name="T29" fmla="*/ 183925 h 860"/>
                    <a:gd name="T30" fmla="*/ 51271 w 702"/>
                    <a:gd name="T31" fmla="*/ 208126 h 860"/>
                    <a:gd name="T32" fmla="*/ 51271 w 702"/>
                    <a:gd name="T33" fmla="*/ 208126 h 860"/>
                    <a:gd name="T34" fmla="*/ 52239 w 702"/>
                    <a:gd name="T35" fmla="*/ 208126 h 860"/>
                    <a:gd name="T36" fmla="*/ 118021 w 702"/>
                    <a:gd name="T37" fmla="*/ 208126 h 860"/>
                    <a:gd name="T38" fmla="*/ 118746 w 702"/>
                    <a:gd name="T39" fmla="*/ 208126 h 860"/>
                    <a:gd name="T40" fmla="*/ 137852 w 702"/>
                    <a:gd name="T41" fmla="*/ 151254 h 860"/>
                    <a:gd name="T42" fmla="*/ 169776 w 702"/>
                    <a:gd name="T43" fmla="*/ 84944 h 860"/>
                    <a:gd name="T44" fmla="*/ 84888 w 702"/>
                    <a:gd name="T45" fmla="*/ 0 h 860"/>
                    <a:gd name="T46" fmla="*/ 141964 w 702"/>
                    <a:gd name="T47" fmla="*/ 105999 h 860"/>
                    <a:gd name="T48" fmla="*/ 117295 w 702"/>
                    <a:gd name="T49" fmla="*/ 136250 h 860"/>
                    <a:gd name="T50" fmla="*/ 109798 w 702"/>
                    <a:gd name="T51" fmla="*/ 159241 h 860"/>
                    <a:gd name="T52" fmla="*/ 60462 w 702"/>
                    <a:gd name="T53" fmla="*/ 159241 h 860"/>
                    <a:gd name="T54" fmla="*/ 52964 w 702"/>
                    <a:gd name="T55" fmla="*/ 136734 h 860"/>
                    <a:gd name="T56" fmla="*/ 27812 w 702"/>
                    <a:gd name="T57" fmla="*/ 106241 h 860"/>
                    <a:gd name="T58" fmla="*/ 23943 w 702"/>
                    <a:gd name="T59" fmla="*/ 84944 h 860"/>
                    <a:gd name="T60" fmla="*/ 84888 w 702"/>
                    <a:gd name="T61" fmla="*/ 23959 h 860"/>
                    <a:gd name="T62" fmla="*/ 145833 w 702"/>
                    <a:gd name="T63" fmla="*/ 84944 h 860"/>
                    <a:gd name="T64" fmla="*/ 141964 w 702"/>
                    <a:gd name="T65" fmla="*/ 105999 h 860"/>
                    <a:gd name="T66" fmla="*/ 17694720 60000 65536"/>
                    <a:gd name="T67" fmla="*/ 0 60000 65536"/>
                    <a:gd name="T68" fmla="*/ 5898240 60000 65536"/>
                    <a:gd name="T69" fmla="*/ 1179648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702"/>
                    <a:gd name="T100" fmla="*/ 0 h 860"/>
                    <a:gd name="T101" fmla="*/ 702 w 702"/>
                    <a:gd name="T102" fmla="*/ 860 h 860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D9FA1"/>
                    </a:gs>
                    <a:gs pos="100000">
                      <a:srgbClr val="211F26"/>
                    </a:gs>
                  </a:gsLst>
                  <a:lin ang="270000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</p:grpSp>
          <p:sp>
            <p:nvSpPr>
              <p:cNvPr id="23" name="Tekstvak 29">
                <a:extLst>
                  <a:ext uri="{FF2B5EF4-FFF2-40B4-BE49-F238E27FC236}">
                    <a16:creationId xmlns:a16="http://schemas.microsoft.com/office/drawing/2014/main" id="{BFC6E4E9-0F55-419F-4268-29246EAFFC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938430" y="4618469"/>
                <a:ext cx="627799" cy="322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0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15" name="Groep 21">
              <a:extLst>
                <a:ext uri="{FF2B5EF4-FFF2-40B4-BE49-F238E27FC236}">
                  <a16:creationId xmlns:a16="http://schemas.microsoft.com/office/drawing/2014/main" id="{490344FF-2D6A-137E-E363-336865C270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365485" y="1226978"/>
              <a:ext cx="446940" cy="406486"/>
              <a:chOff x="-3365485" y="1226978"/>
              <a:chExt cx="446940" cy="406486"/>
            </a:xfrm>
          </p:grpSpPr>
          <p:grpSp>
            <p:nvGrpSpPr>
              <p:cNvPr id="16" name="Groep 22">
                <a:extLst>
                  <a:ext uri="{FF2B5EF4-FFF2-40B4-BE49-F238E27FC236}">
                    <a16:creationId xmlns:a16="http://schemas.microsoft.com/office/drawing/2014/main" id="{095EE1DF-91AD-4741-FD0E-FC8E53FE7D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285311" y="1226978"/>
                <a:ext cx="284168" cy="246686"/>
                <a:chOff x="-3285311" y="1226978"/>
                <a:chExt cx="284168" cy="246686"/>
              </a:xfrm>
            </p:grpSpPr>
            <p:sp>
              <p:nvSpPr>
                <p:cNvPr id="18" name="Vrije vorm: vorm 24">
                  <a:extLst>
                    <a:ext uri="{FF2B5EF4-FFF2-40B4-BE49-F238E27FC236}">
                      <a16:creationId xmlns:a16="http://schemas.microsoft.com/office/drawing/2014/main" id="{7EBCF705-1573-927C-8C82-E97B80074E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3236719" y="1287612"/>
                  <a:ext cx="47978" cy="47868"/>
                </a:xfrm>
                <a:custGeom>
                  <a:avLst/>
                  <a:gdLst>
                    <a:gd name="T0" fmla="*/ 23989 w 371475"/>
                    <a:gd name="T1" fmla="*/ 0 h 371475"/>
                    <a:gd name="T2" fmla="*/ 47978 w 371475"/>
                    <a:gd name="T3" fmla="*/ 23934 h 371475"/>
                    <a:gd name="T4" fmla="*/ 23989 w 371475"/>
                    <a:gd name="T5" fmla="*/ 47868 h 371475"/>
                    <a:gd name="T6" fmla="*/ 0 w 371475"/>
                    <a:gd name="T7" fmla="*/ 23934 h 371475"/>
                    <a:gd name="T8" fmla="*/ 47670 w 371475"/>
                    <a:gd name="T9" fmla="*/ 24241 h 371475"/>
                    <a:gd name="T10" fmla="*/ 24297 w 371475"/>
                    <a:gd name="T11" fmla="*/ 47561 h 371475"/>
                    <a:gd name="T12" fmla="*/ 923 w 371475"/>
                    <a:gd name="T13" fmla="*/ 24241 h 371475"/>
                    <a:gd name="T14" fmla="*/ 24297 w 371475"/>
                    <a:gd name="T15" fmla="*/ 921 h 371475"/>
                    <a:gd name="T16" fmla="*/ 47670 w 371475"/>
                    <a:gd name="T17" fmla="*/ 24241 h 371475"/>
                    <a:gd name="T18" fmla="*/ 17694720 60000 65536"/>
                    <a:gd name="T19" fmla="*/ 0 60000 65536"/>
                    <a:gd name="T20" fmla="*/ 5898240 60000 65536"/>
                    <a:gd name="T21" fmla="*/ 1179648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71475"/>
                    <a:gd name="T28" fmla="*/ 0 h 371475"/>
                    <a:gd name="T29" fmla="*/ 371475 w 371475"/>
                    <a:gd name="T30" fmla="*/ 371475 h 371475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NL"/>
                </a:p>
              </p:txBody>
            </p:sp>
            <p:grpSp>
              <p:nvGrpSpPr>
                <p:cNvPr id="19" name="Groep 25">
                  <a:extLst>
                    <a:ext uri="{FF2B5EF4-FFF2-40B4-BE49-F238E27FC236}">
                      <a16:creationId xmlns:a16="http://schemas.microsoft.com/office/drawing/2014/main" id="{19483A10-DAF1-5DAF-42B5-C4CCAAE3188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285311" y="1226978"/>
                  <a:ext cx="284168" cy="246686"/>
                  <a:chOff x="-3285311" y="1226978"/>
                  <a:chExt cx="284168" cy="246686"/>
                </a:xfrm>
              </p:grpSpPr>
              <p:sp>
                <p:nvSpPr>
                  <p:cNvPr id="20" name="Vrije vorm: vorm 26">
                    <a:extLst>
                      <a:ext uri="{FF2B5EF4-FFF2-40B4-BE49-F238E27FC236}">
                        <a16:creationId xmlns:a16="http://schemas.microsoft.com/office/drawing/2014/main" id="{335A8D2F-F563-9E49-D44E-D6C5D204873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3285311" y="1226978"/>
                    <a:ext cx="284168" cy="246686"/>
                  </a:xfrm>
                  <a:custGeom>
                    <a:avLst/>
                    <a:gdLst>
                      <a:gd name="T0" fmla="*/ 142084 w 2200275"/>
                      <a:gd name="T1" fmla="*/ 0 h 1914525"/>
                      <a:gd name="T2" fmla="*/ 284168 w 2200275"/>
                      <a:gd name="T3" fmla="*/ 123343 h 1914525"/>
                      <a:gd name="T4" fmla="*/ 142084 w 2200275"/>
                      <a:gd name="T5" fmla="*/ 246686 h 1914525"/>
                      <a:gd name="T6" fmla="*/ 0 w 2200275"/>
                      <a:gd name="T7" fmla="*/ 123343 h 1914525"/>
                      <a:gd name="T8" fmla="*/ 923 w 2200275"/>
                      <a:gd name="T9" fmla="*/ 921 h 1914525"/>
                      <a:gd name="T10" fmla="*/ 923 w 2200275"/>
                      <a:gd name="T11" fmla="*/ 31603 h 1914525"/>
                      <a:gd name="T12" fmla="*/ 55911 w 2200275"/>
                      <a:gd name="T13" fmla="*/ 31603 h 1914525"/>
                      <a:gd name="T14" fmla="*/ 55911 w 2200275"/>
                      <a:gd name="T15" fmla="*/ 31603 h 1914525"/>
                      <a:gd name="T16" fmla="*/ 253106 w 2200275"/>
                      <a:gd name="T17" fmla="*/ 31603 h 1914525"/>
                      <a:gd name="T18" fmla="*/ 253106 w 2200275"/>
                      <a:gd name="T19" fmla="*/ 215697 h 1914525"/>
                      <a:gd name="T20" fmla="*/ 31677 w 2200275"/>
                      <a:gd name="T21" fmla="*/ 215697 h 1914525"/>
                      <a:gd name="T22" fmla="*/ 31677 w 2200275"/>
                      <a:gd name="T23" fmla="*/ 45103 h 1914525"/>
                      <a:gd name="T24" fmla="*/ 923 w 2200275"/>
                      <a:gd name="T25" fmla="*/ 45103 h 1914525"/>
                      <a:gd name="T26" fmla="*/ 923 w 2200275"/>
                      <a:gd name="T27" fmla="*/ 246379 h 1914525"/>
                      <a:gd name="T28" fmla="*/ 283860 w 2200275"/>
                      <a:gd name="T29" fmla="*/ 246379 h 1914525"/>
                      <a:gd name="T30" fmla="*/ 283860 w 2200275"/>
                      <a:gd name="T31" fmla="*/ 921 h 1914525"/>
                      <a:gd name="T32" fmla="*/ 17694720 60000 65536"/>
                      <a:gd name="T33" fmla="*/ 0 60000 65536"/>
                      <a:gd name="T34" fmla="*/ 5898240 60000 65536"/>
                      <a:gd name="T35" fmla="*/ 1179648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2200275"/>
                      <a:gd name="T49" fmla="*/ 0 h 1914525"/>
                      <a:gd name="T50" fmla="*/ 2200275 w 2200275"/>
                      <a:gd name="T51" fmla="*/ 1914525 h 191452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lnTo>
                          <a:pt x="714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NL"/>
                  </a:p>
                </p:txBody>
              </p:sp>
              <p:sp>
                <p:nvSpPr>
                  <p:cNvPr id="21" name="Vrije vorm: vorm 27">
                    <a:extLst>
                      <a:ext uri="{FF2B5EF4-FFF2-40B4-BE49-F238E27FC236}">
                        <a16:creationId xmlns:a16="http://schemas.microsoft.com/office/drawing/2014/main" id="{FAE30E91-4B96-B58D-DF24-9F9A8839129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3236847" y="1303321"/>
                    <a:ext cx="185751" cy="114144"/>
                  </a:xfrm>
                  <a:custGeom>
                    <a:avLst/>
                    <a:gdLst>
                      <a:gd name="T0" fmla="*/ 92876 w 1438275"/>
                      <a:gd name="T1" fmla="*/ 0 h 885825"/>
                      <a:gd name="T2" fmla="*/ 185751 w 1438275"/>
                      <a:gd name="T3" fmla="*/ 57072 h 885825"/>
                      <a:gd name="T4" fmla="*/ 92876 w 1438275"/>
                      <a:gd name="T5" fmla="*/ 114144 h 885825"/>
                      <a:gd name="T6" fmla="*/ 0 w 1438275"/>
                      <a:gd name="T7" fmla="*/ 57072 h 885825"/>
                      <a:gd name="T8" fmla="*/ 138206 w 1438275"/>
                      <a:gd name="T9" fmla="*/ 921 h 885825"/>
                      <a:gd name="T10" fmla="*/ 103516 w 1438275"/>
                      <a:gd name="T11" fmla="*/ 35532 h 885825"/>
                      <a:gd name="T12" fmla="*/ 85556 w 1438275"/>
                      <a:gd name="T13" fmla="*/ 17735 h 885825"/>
                      <a:gd name="T14" fmla="*/ 923 w 1438275"/>
                      <a:gd name="T15" fmla="*/ 101073 h 885825"/>
                      <a:gd name="T16" fmla="*/ 13962 w 1438275"/>
                      <a:gd name="T17" fmla="*/ 114083 h 885825"/>
                      <a:gd name="T18" fmla="*/ 85556 w 1438275"/>
                      <a:gd name="T19" fmla="*/ 43632 h 885825"/>
                      <a:gd name="T20" fmla="*/ 119877 w 1438275"/>
                      <a:gd name="T21" fmla="*/ 77998 h 885825"/>
                      <a:gd name="T22" fmla="*/ 132916 w 1438275"/>
                      <a:gd name="T23" fmla="*/ 64866 h 885825"/>
                      <a:gd name="T24" fmla="*/ 116556 w 1438275"/>
                      <a:gd name="T25" fmla="*/ 48542 h 885825"/>
                      <a:gd name="T26" fmla="*/ 138206 w 1438275"/>
                      <a:gd name="T27" fmla="*/ 26940 h 885825"/>
                      <a:gd name="T28" fmla="*/ 172773 w 1438275"/>
                      <a:gd name="T29" fmla="*/ 61920 h 885825"/>
                      <a:gd name="T30" fmla="*/ 185812 w 1438275"/>
                      <a:gd name="T31" fmla="*/ 48787 h 885825"/>
                      <a:gd name="T32" fmla="*/ 17694720 60000 65536"/>
                      <a:gd name="T33" fmla="*/ 0 60000 65536"/>
                      <a:gd name="T34" fmla="*/ 5898240 60000 65536"/>
                      <a:gd name="T35" fmla="*/ 1179648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1438275"/>
                      <a:gd name="T49" fmla="*/ 0 h 885825"/>
                      <a:gd name="T50" fmla="*/ 1438275 w 1438275"/>
                      <a:gd name="T51" fmla="*/ 885825 h 88582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lnTo>
                          <a:pt x="107013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NL"/>
                  </a:p>
                </p:txBody>
              </p:sp>
            </p:grpSp>
          </p:grpSp>
          <p:sp>
            <p:nvSpPr>
              <p:cNvPr id="17" name="Tekstvak 23">
                <a:extLst>
                  <a:ext uri="{FF2B5EF4-FFF2-40B4-BE49-F238E27FC236}">
                    <a16:creationId xmlns:a16="http://schemas.microsoft.com/office/drawing/2014/main" id="{0A38A2AA-EC87-C78A-B1BA-443D91E485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365485" y="1489959"/>
                <a:ext cx="446940" cy="1435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8004" rIns="0" bIns="0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0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46181264"/>
      </p:ext>
    </p:extLst>
  </p:cSld>
  <p:clrMapOvr>
    <a:masterClrMapping/>
  </p:clrMapOvr>
  <p:transition spd="med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| 5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INSTRUCTION">
            <a:extLst>
              <a:ext uri="{FF2B5EF4-FFF2-40B4-BE49-F238E27FC236}">
                <a16:creationId xmlns:a16="http://schemas.microsoft.com/office/drawing/2014/main" id="{B5E5F33E-66C8-614D-8AF8-5C6D7B6638F2}"/>
              </a:ext>
            </a:extLst>
          </p:cNvPr>
          <p:cNvGrpSpPr>
            <a:grpSpLocks/>
          </p:cNvGrpSpPr>
          <p:nvPr/>
        </p:nvGrpSpPr>
        <p:grpSpPr bwMode="auto">
          <a:xfrm>
            <a:off x="-3786188" y="0"/>
            <a:ext cx="3692525" cy="5054600"/>
            <a:chOff x="-3786164" y="0"/>
            <a:chExt cx="3693115" cy="5054638"/>
          </a:xfrm>
        </p:grpSpPr>
        <p:sp>
          <p:nvSpPr>
            <p:cNvPr id="5" name="Rechthoek 5">
              <a:extLst>
                <a:ext uri="{FF2B5EF4-FFF2-40B4-BE49-F238E27FC236}">
                  <a16:creationId xmlns:a16="http://schemas.microsoft.com/office/drawing/2014/main" id="{58DF1C29-C1A5-FB05-3257-DF488C7EBDB8}"/>
                </a:ext>
              </a:extLst>
            </p:cNvPr>
            <p:cNvSpPr/>
            <p:nvPr/>
          </p:nvSpPr>
          <p:spPr>
            <a:xfrm>
              <a:off x="-3786164" y="0"/>
              <a:ext cx="3593087" cy="4391058"/>
            </a:xfrm>
            <a:prstGeom prst="rect">
              <a:avLst/>
            </a:prstGeom>
            <a:solidFill>
              <a:srgbClr val="FFFFFF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Insert/edit an image</a:t>
              </a:r>
            </a:p>
          </p:txBody>
        </p:sp>
        <p:sp>
          <p:nvSpPr>
            <p:cNvPr id="6" name="Rechthoek 6">
              <a:extLst>
                <a:ext uri="{FF2B5EF4-FFF2-40B4-BE49-F238E27FC236}">
                  <a16:creationId xmlns:a16="http://schemas.microsoft.com/office/drawing/2014/main" id="{D5B098EA-DAF2-1462-4DDA-FEBC6542D0F0}"/>
                </a:ext>
              </a:extLst>
            </p:cNvPr>
            <p:cNvSpPr/>
            <p:nvPr/>
          </p:nvSpPr>
          <p:spPr>
            <a:xfrm>
              <a:off x="-3786164" y="4225957"/>
              <a:ext cx="3593087" cy="828681"/>
            </a:xfrm>
            <a:prstGeom prst="rect">
              <a:avLst/>
            </a:prstGeom>
            <a:solidFill>
              <a:srgbClr val="ECECEC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 anchor="ctr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Want to know more?</a:t>
              </a:r>
              <a:b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</a:b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Go to the tab</a:t>
              </a: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 'SLIDEBUILDER’ </a:t>
              </a: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and click</a:t>
              </a:r>
              <a:b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</a:b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on the button </a:t>
              </a: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‘Inspiration'</a:t>
              </a:r>
            </a:p>
          </p:txBody>
        </p:sp>
        <p:sp>
          <p:nvSpPr>
            <p:cNvPr id="7" name="Ovaal 7">
              <a:extLst>
                <a:ext uri="{FF2B5EF4-FFF2-40B4-BE49-F238E27FC236}">
                  <a16:creationId xmlns:a16="http://schemas.microsoft.com/office/drawing/2014/main" id="{4D78DB38-A303-032A-1174-ADE4C561B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465319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" name="Rechthoek 8">
              <a:extLst>
                <a:ext uri="{FF2B5EF4-FFF2-40B4-BE49-F238E27FC236}">
                  <a16:creationId xmlns:a16="http://schemas.microsoft.com/office/drawing/2014/main" id="{375D0A29-06C0-8F51-9441-64D452C37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465319"/>
              <a:ext cx="3008778" cy="661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‘Slidebuilder’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‘Images’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" name="Ovaal 12">
              <a:extLst>
                <a:ext uri="{FF2B5EF4-FFF2-40B4-BE49-F238E27FC236}">
                  <a16:creationId xmlns:a16="http://schemas.microsoft.com/office/drawing/2014/main" id="{19FCDF1F-3A68-D058-AD17-D3D2C6678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1811179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0" name="Rechthoek 15">
              <a:extLst>
                <a:ext uri="{FF2B5EF4-FFF2-40B4-BE49-F238E27FC236}">
                  <a16:creationId xmlns:a16="http://schemas.microsoft.com/office/drawing/2014/main" id="{84000A1C-2243-7CEC-6D79-CA00CDD98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1811188"/>
              <a:ext cx="2944678" cy="326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1" name="Rechthoek 16">
              <a:extLst>
                <a:ext uri="{FF2B5EF4-FFF2-40B4-BE49-F238E27FC236}">
                  <a16:creationId xmlns:a16="http://schemas.microsoft.com/office/drawing/2014/main" id="{D8C1598E-8A7F-816B-8FBE-0BD704DA3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245757"/>
              <a:ext cx="825502" cy="209553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2" name="Ovaal 17">
              <a:extLst>
                <a:ext uri="{FF2B5EF4-FFF2-40B4-BE49-F238E27FC236}">
                  <a16:creationId xmlns:a16="http://schemas.microsoft.com/office/drawing/2014/main" id="{AF3EBA9A-82F1-E8ED-8531-28DF6720D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2634834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3" name="Rechthoek 18">
              <a:extLst>
                <a:ext uri="{FF2B5EF4-FFF2-40B4-BE49-F238E27FC236}">
                  <a16:creationId xmlns:a16="http://schemas.microsoft.com/office/drawing/2014/main" id="{24A15E53-7D36-CBF9-9596-BB2A42001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634834"/>
              <a:ext cx="2944678" cy="794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4" name="Groep 19">
              <a:extLst>
                <a:ext uri="{FF2B5EF4-FFF2-40B4-BE49-F238E27FC236}">
                  <a16:creationId xmlns:a16="http://schemas.microsoft.com/office/drawing/2014/main" id="{B38CE102-A0C3-C0C9-8BD5-712A0EAC76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414451" y="3534338"/>
              <a:ext cx="514285" cy="506541"/>
              <a:chOff x="-3414451" y="3534338"/>
              <a:chExt cx="514285" cy="506541"/>
            </a:xfrm>
          </p:grpSpPr>
          <p:grpSp>
            <p:nvGrpSpPr>
              <p:cNvPr id="31" name="Groep 37">
                <a:extLst>
                  <a:ext uri="{FF2B5EF4-FFF2-40B4-BE49-F238E27FC236}">
                    <a16:creationId xmlns:a16="http://schemas.microsoft.com/office/drawing/2014/main" id="{0796CEBF-7E0C-2B43-E6DC-B6CC0C2CE5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309341" y="3534338"/>
                <a:ext cx="319079" cy="306324"/>
                <a:chOff x="-3309341" y="3534338"/>
                <a:chExt cx="319079" cy="306324"/>
              </a:xfrm>
            </p:grpSpPr>
            <p:grpSp>
              <p:nvGrpSpPr>
                <p:cNvPr id="34" name="Groep 40">
                  <a:extLst>
                    <a:ext uri="{FF2B5EF4-FFF2-40B4-BE49-F238E27FC236}">
                      <a16:creationId xmlns:a16="http://schemas.microsoft.com/office/drawing/2014/main" id="{8C7C4339-BE97-C653-6706-4DF5DC3640D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309341" y="3534338"/>
                  <a:ext cx="282064" cy="270561"/>
                  <a:chOff x="-3309341" y="3534338"/>
                  <a:chExt cx="282064" cy="270561"/>
                </a:xfrm>
              </p:grpSpPr>
              <p:grpSp>
                <p:nvGrpSpPr>
                  <p:cNvPr id="41" name="Groep 47">
                    <a:extLst>
                      <a:ext uri="{FF2B5EF4-FFF2-40B4-BE49-F238E27FC236}">
                        <a16:creationId xmlns:a16="http://schemas.microsoft.com/office/drawing/2014/main" id="{484360A0-3D39-7988-8B53-44B56B344C3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-3309341" y="3534338"/>
                    <a:ext cx="282064" cy="270561"/>
                    <a:chOff x="-3309341" y="3534338"/>
                    <a:chExt cx="282064" cy="270561"/>
                  </a:xfrm>
                </p:grpSpPr>
                <p:sp>
                  <p:nvSpPr>
                    <p:cNvPr id="44" name="Rechthoek 50">
                      <a:extLst>
                        <a:ext uri="{FF2B5EF4-FFF2-40B4-BE49-F238E27FC236}">
                          <a16:creationId xmlns:a16="http://schemas.microsoft.com/office/drawing/2014/main" id="{239CE486-19D1-6FDC-ABC0-86A692272D2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3309341" y="3534338"/>
                      <a:ext cx="282064" cy="270561"/>
                    </a:xfrm>
                    <a:prstGeom prst="rect">
                      <a:avLst/>
                    </a:prstGeom>
                    <a:noFill/>
                    <a:ln w="12701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lIns="107999" tIns="0" rIns="0" bIns="0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altLang="en-NL" sz="8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5" name="Rechthoek 51">
                      <a:extLst>
                        <a:ext uri="{FF2B5EF4-FFF2-40B4-BE49-F238E27FC236}">
                          <a16:creationId xmlns:a16="http://schemas.microsoft.com/office/drawing/2014/main" id="{2ECFF501-D8E1-7C82-CF00-F06B4993406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3309341" y="3534338"/>
                      <a:ext cx="166237" cy="163814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12701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</p:spPr>
                  <p:txBody>
                    <a:bodyPr lIns="107999" tIns="0" rIns="0" bIns="0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altLang="en-NL" sz="8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6" name="Ovaal 52">
                      <a:extLst>
                        <a:ext uri="{FF2B5EF4-FFF2-40B4-BE49-F238E27FC236}">
                          <a16:creationId xmlns:a16="http://schemas.microsoft.com/office/drawing/2014/main" id="{E4F827AE-9CDD-9CB1-3D41-1574273287F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3208071" y="3555031"/>
                      <a:ext cx="45866" cy="45866"/>
                    </a:xfrm>
                    <a:custGeom>
                      <a:avLst/>
                      <a:gdLst>
                        <a:gd name="T0" fmla="*/ 22933 w 45866"/>
                        <a:gd name="T1" fmla="*/ 0 h 45866"/>
                        <a:gd name="T2" fmla="*/ 45866 w 45866"/>
                        <a:gd name="T3" fmla="*/ 22933 h 45866"/>
                        <a:gd name="T4" fmla="*/ 22933 w 45866"/>
                        <a:gd name="T5" fmla="*/ 45866 h 45866"/>
                        <a:gd name="T6" fmla="*/ 0 w 45866"/>
                        <a:gd name="T7" fmla="*/ 22933 h 45866"/>
                        <a:gd name="T8" fmla="*/ 6717 w 45866"/>
                        <a:gd name="T9" fmla="*/ 6717 h 45866"/>
                        <a:gd name="T10" fmla="*/ 6717 w 45866"/>
                        <a:gd name="T11" fmla="*/ 39149 h 45866"/>
                        <a:gd name="T12" fmla="*/ 39149 w 45866"/>
                        <a:gd name="T13" fmla="*/ 39149 h 45866"/>
                        <a:gd name="T14" fmla="*/ 39149 w 45866"/>
                        <a:gd name="T15" fmla="*/ 6717 h 45866"/>
                        <a:gd name="T16" fmla="*/ 17694720 60000 65536"/>
                        <a:gd name="T17" fmla="*/ 0 60000 65536"/>
                        <a:gd name="T18" fmla="*/ 5898240 60000 65536"/>
                        <a:gd name="T19" fmla="*/ 11796480 60000 65536"/>
                        <a:gd name="T20" fmla="*/ 17694720 60000 65536"/>
                        <a:gd name="T21" fmla="*/ 5898240 60000 65536"/>
                        <a:gd name="T22" fmla="*/ 5898240 60000 65536"/>
                        <a:gd name="T23" fmla="*/ 17694720 60000 65536"/>
                        <a:gd name="T24" fmla="*/ 6717 w 45866"/>
                        <a:gd name="T25" fmla="*/ 6717 h 45866"/>
                        <a:gd name="T26" fmla="*/ 39149 w 45866"/>
                        <a:gd name="T27" fmla="*/ 39149 h 4586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45866" h="45866">
                          <a:moveTo>
                            <a:pt x="0" y="22933"/>
                          </a:moveTo>
                          <a:lnTo>
                            <a:pt x="0" y="22932"/>
                          </a:lnTo>
                          <a:cubicBezTo>
                            <a:pt x="0" y="35598"/>
                            <a:pt x="10267" y="45866"/>
                            <a:pt x="22933" y="45866"/>
                          </a:cubicBezTo>
                          <a:cubicBezTo>
                            <a:pt x="35598" y="45866"/>
                            <a:pt x="45866" y="35598"/>
                            <a:pt x="45866" y="22933"/>
                          </a:cubicBezTo>
                          <a:cubicBezTo>
                            <a:pt x="45866" y="10267"/>
                            <a:pt x="35598" y="0"/>
                            <a:pt x="22933" y="0"/>
                          </a:cubicBezTo>
                          <a:cubicBezTo>
                            <a:pt x="10267" y="-1"/>
                            <a:pt x="0" y="10267"/>
                            <a:pt x="0" y="22932"/>
                          </a:cubicBezTo>
                          <a:close/>
                        </a:path>
                      </a:pathLst>
                    </a:custGeom>
                    <a:solidFill>
                      <a:srgbClr val="ECC67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tIns="0" rIns="0" bIns="0" anchor="ctr"/>
                    <a:lstStyle/>
                    <a:p>
                      <a:endParaRPr lang="en-NL"/>
                    </a:p>
                  </p:txBody>
                </p:sp>
              </p:grpSp>
              <p:pic>
                <p:nvPicPr>
                  <p:cNvPr id="42" name="Afbeelding 48">
                    <a:extLst>
                      <a:ext uri="{FF2B5EF4-FFF2-40B4-BE49-F238E27FC236}">
                        <a16:creationId xmlns:a16="http://schemas.microsoft.com/office/drawing/2014/main" id="{FB21E3A4-FFA6-A849-AAC8-F2A66B40B19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3301468" y="3600980"/>
                    <a:ext cx="110157" cy="8909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43" name="Afbeelding 49">
                    <a:extLst>
                      <a:ext uri="{FF2B5EF4-FFF2-40B4-BE49-F238E27FC236}">
                        <a16:creationId xmlns:a16="http://schemas.microsoft.com/office/drawing/2014/main" id="{2336ADCF-08E7-CD41-1A20-7458A933417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3258071" y="3616406"/>
                    <a:ext cx="110157" cy="708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grpSp>
              <p:nvGrpSpPr>
                <p:cNvPr id="35" name="Groep 41">
                  <a:extLst>
                    <a:ext uri="{FF2B5EF4-FFF2-40B4-BE49-F238E27FC236}">
                      <a16:creationId xmlns:a16="http://schemas.microsoft.com/office/drawing/2014/main" id="{FCDE4233-DCDC-A41E-B0A8-987108EFE0A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089858" y="3740627"/>
                  <a:ext cx="99596" cy="100035"/>
                  <a:chOff x="-3089858" y="3740627"/>
                  <a:chExt cx="99596" cy="100035"/>
                </a:xfrm>
              </p:grpSpPr>
              <p:sp>
                <p:nvSpPr>
                  <p:cNvPr id="39" name="Rechthoek 45">
                    <a:extLst>
                      <a:ext uri="{FF2B5EF4-FFF2-40B4-BE49-F238E27FC236}">
                        <a16:creationId xmlns:a16="http://schemas.microsoft.com/office/drawing/2014/main" id="{01F0AFC7-F4B9-6EFC-9912-69409677413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089858" y="3740627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0" name="Rechthoek 46">
                    <a:extLst>
                      <a:ext uri="{FF2B5EF4-FFF2-40B4-BE49-F238E27FC236}">
                        <a16:creationId xmlns:a16="http://schemas.microsoft.com/office/drawing/2014/main" id="{25B70790-51DD-FB41-1007-3EBCA53CA13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13">
                    <a:off x="-3129955" y="3781171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6" name="Groep 42">
                  <a:extLst>
                    <a:ext uri="{FF2B5EF4-FFF2-40B4-BE49-F238E27FC236}">
                      <a16:creationId xmlns:a16="http://schemas.microsoft.com/office/drawing/2014/main" id="{AC753E38-E7F5-3EBC-C3B8-99929E4CF92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118615" y="3713562"/>
                  <a:ext cx="99596" cy="100033"/>
                  <a:chOff x="-3118615" y="3713562"/>
                  <a:chExt cx="99596" cy="100033"/>
                </a:xfrm>
              </p:grpSpPr>
              <p:sp>
                <p:nvSpPr>
                  <p:cNvPr id="37" name="Rechthoek 43">
                    <a:extLst>
                      <a:ext uri="{FF2B5EF4-FFF2-40B4-BE49-F238E27FC236}">
                        <a16:creationId xmlns:a16="http://schemas.microsoft.com/office/drawing/2014/main" id="{D6A4B218-C154-D951-65FE-F7E22F26272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0799991">
                    <a:off x="-3118615" y="3794210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8" name="Rechthoek 44">
                    <a:extLst>
                      <a:ext uri="{FF2B5EF4-FFF2-40B4-BE49-F238E27FC236}">
                        <a16:creationId xmlns:a16="http://schemas.microsoft.com/office/drawing/2014/main" id="{1217BA07-DB0B-BE16-32EC-9BF21714016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399996">
                    <a:off x="-3078509" y="3753667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2" name="Rechthoek 38">
                <a:extLst>
                  <a:ext uri="{FF2B5EF4-FFF2-40B4-BE49-F238E27FC236}">
                    <a16:creationId xmlns:a16="http://schemas.microsoft.com/office/drawing/2014/main" id="{02161A91-BDB8-9B89-ECA0-CF943D53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414451" y="3866732"/>
                <a:ext cx="514285" cy="1100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3" name="Gelijkbenige driehoek 39">
                <a:extLst>
                  <a:ext uri="{FF2B5EF4-FFF2-40B4-BE49-F238E27FC236}">
                    <a16:creationId xmlns:a16="http://schemas.microsoft.com/office/drawing/2014/main" id="{42F6E6D5-7109-0B63-EF7C-42AA84E0E83C}"/>
                  </a:ext>
                </a:extLst>
              </p:cNvPr>
              <p:cNvSpPr>
                <a:spLocks/>
              </p:cNvSpPr>
              <p:nvPr/>
            </p:nvSpPr>
            <p:spPr bwMode="auto">
              <a:xfrm rot="10799991">
                <a:off x="-3186985" y="4005949"/>
                <a:ext cx="59335" cy="34930"/>
              </a:xfrm>
              <a:custGeom>
                <a:avLst/>
                <a:gdLst>
                  <a:gd name="T0" fmla="*/ 29668 w 59335"/>
                  <a:gd name="T1" fmla="*/ 0 h 34930"/>
                  <a:gd name="T2" fmla="*/ 59335 w 59335"/>
                  <a:gd name="T3" fmla="*/ 17465 h 34930"/>
                  <a:gd name="T4" fmla="*/ 29668 w 59335"/>
                  <a:gd name="T5" fmla="*/ 34930 h 34930"/>
                  <a:gd name="T6" fmla="*/ 0 w 59335"/>
                  <a:gd name="T7" fmla="*/ 17465 h 34930"/>
                  <a:gd name="T8" fmla="*/ 29667 w 59335"/>
                  <a:gd name="T9" fmla="*/ 0 h 34930"/>
                  <a:gd name="T10" fmla="*/ 14834 w 59335"/>
                  <a:gd name="T11" fmla="*/ 17465 h 34930"/>
                  <a:gd name="T12" fmla="*/ 0 w 59335"/>
                  <a:gd name="T13" fmla="*/ 34930 h 34930"/>
                  <a:gd name="T14" fmla="*/ 29667 w 59335"/>
                  <a:gd name="T15" fmla="*/ 34930 h 34930"/>
                  <a:gd name="T16" fmla="*/ 59335 w 59335"/>
                  <a:gd name="T17" fmla="*/ 34930 h 34930"/>
                  <a:gd name="T18" fmla="*/ 44501 w 59335"/>
                  <a:gd name="T19" fmla="*/ 17465 h 34930"/>
                  <a:gd name="T20" fmla="*/ 17694720 60000 65536"/>
                  <a:gd name="T21" fmla="*/ 0 60000 65536"/>
                  <a:gd name="T22" fmla="*/ 5898240 60000 65536"/>
                  <a:gd name="T23" fmla="*/ 11796480 60000 65536"/>
                  <a:gd name="T24" fmla="*/ 17694720 60000 65536"/>
                  <a:gd name="T25" fmla="*/ 11796480 60000 65536"/>
                  <a:gd name="T26" fmla="*/ 5898240 60000 65536"/>
                  <a:gd name="T27" fmla="*/ 5898240 60000 65536"/>
                  <a:gd name="T28" fmla="*/ 5898240 60000 65536"/>
                  <a:gd name="T29" fmla="*/ 0 60000 65536"/>
                  <a:gd name="T30" fmla="*/ 14834 w 59335"/>
                  <a:gd name="T31" fmla="*/ 17465 h 34930"/>
                  <a:gd name="T32" fmla="*/ 44501 w 59335"/>
                  <a:gd name="T33" fmla="*/ 34930 h 349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9335" h="34930">
                    <a:moveTo>
                      <a:pt x="0" y="34930"/>
                    </a:moveTo>
                    <a:lnTo>
                      <a:pt x="29667" y="0"/>
                    </a:lnTo>
                    <a:lnTo>
                      <a:pt x="59335" y="34930"/>
                    </a:lnTo>
                    <a:lnTo>
                      <a:pt x="0" y="34930"/>
                    </a:lnTo>
                    <a:close/>
                  </a:path>
                </a:pathLst>
              </a:custGeom>
              <a:solidFill>
                <a:srgbClr val="8181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/>
              <a:p>
                <a:endParaRPr lang="en-NL"/>
              </a:p>
            </p:txBody>
          </p:sp>
        </p:grpSp>
        <p:grpSp>
          <p:nvGrpSpPr>
            <p:cNvPr id="15" name="ICOON_info">
              <a:extLst>
                <a:ext uri="{FF2B5EF4-FFF2-40B4-BE49-F238E27FC236}">
                  <a16:creationId xmlns:a16="http://schemas.microsoft.com/office/drawing/2014/main" id="{113740AA-D75B-E560-B9D9-056C37C706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76732" y="4055592"/>
              <a:ext cx="283683" cy="283683"/>
              <a:chOff x="-376732" y="4055592"/>
              <a:chExt cx="283683" cy="283683"/>
            </a:xfrm>
          </p:grpSpPr>
          <p:sp>
            <p:nvSpPr>
              <p:cNvPr id="29" name="Ovaal 35">
                <a:extLst>
                  <a:ext uri="{FF2B5EF4-FFF2-40B4-BE49-F238E27FC236}">
                    <a16:creationId xmlns:a16="http://schemas.microsoft.com/office/drawing/2014/main" id="{EC5B45A1-7D9B-4128-FF98-6BA2AEFADEF3}"/>
                  </a:ext>
                </a:extLst>
              </p:cNvPr>
              <p:cNvSpPr/>
              <p:nvPr/>
            </p:nvSpPr>
            <p:spPr>
              <a:xfrm>
                <a:off x="-356616" y="4075143"/>
                <a:ext cx="244514" cy="244477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211F26"/>
              </a:solidFill>
              <a:ln>
                <a:noFill/>
                <a:prstDash val="solid"/>
              </a:ln>
            </p:spPr>
            <p:txBody>
              <a:bodyPr lIns="179999" tIns="179999" rIns="179999" bIns="179999" anchor="ctr" anchorCtr="1"/>
              <a:lstStyle/>
              <a:p>
                <a:pPr algn="ctr"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600" cap="all">
                  <a:solidFill>
                    <a:srgbClr val="FFFFFF"/>
                  </a:solidFill>
                  <a:latin typeface="Calibri" pitchFamily="34"/>
                  <a:cs typeface="Calibri" pitchFamily="34"/>
                </a:endParaRPr>
              </a:p>
            </p:txBody>
          </p:sp>
          <p:sp>
            <p:nvSpPr>
              <p:cNvPr id="30" name="Graphic 163" descr="Informatie">
                <a:extLst>
                  <a:ext uri="{FF2B5EF4-FFF2-40B4-BE49-F238E27FC236}">
                    <a16:creationId xmlns:a16="http://schemas.microsoft.com/office/drawing/2014/main" id="{63389452-EBE3-CBA7-ABC8-BA00F21C46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76732" y="4055592"/>
                <a:ext cx="283683" cy="283683"/>
              </a:xfrm>
              <a:custGeom>
                <a:avLst/>
                <a:gdLst>
                  <a:gd name="T0" fmla="*/ 141842 w 291719"/>
                  <a:gd name="T1" fmla="*/ 0 h 291719"/>
                  <a:gd name="T2" fmla="*/ 283683 w 291719"/>
                  <a:gd name="T3" fmla="*/ 141842 h 291719"/>
                  <a:gd name="T4" fmla="*/ 141842 w 291719"/>
                  <a:gd name="T5" fmla="*/ 283683 h 291719"/>
                  <a:gd name="T6" fmla="*/ 0 w 291719"/>
                  <a:gd name="T7" fmla="*/ 141842 h 291719"/>
                  <a:gd name="T8" fmla="*/ 141842 w 291719"/>
                  <a:gd name="T9" fmla="*/ 0 h 291719"/>
                  <a:gd name="T10" fmla="*/ 0 w 291719"/>
                  <a:gd name="T11" fmla="*/ 141842 h 291719"/>
                  <a:gd name="T12" fmla="*/ 141842 w 291719"/>
                  <a:gd name="T13" fmla="*/ 283684 h 291719"/>
                  <a:gd name="T14" fmla="*/ 283684 w 291719"/>
                  <a:gd name="T15" fmla="*/ 141842 h 291719"/>
                  <a:gd name="T16" fmla="*/ 141842 w 291719"/>
                  <a:gd name="T17" fmla="*/ 0 h 291719"/>
                  <a:gd name="T18" fmla="*/ 134376 w 291719"/>
                  <a:gd name="T19" fmla="*/ 37327 h 291719"/>
                  <a:gd name="T20" fmla="*/ 153040 w 291719"/>
                  <a:gd name="T21" fmla="*/ 55990 h 291719"/>
                  <a:gd name="T22" fmla="*/ 134376 w 291719"/>
                  <a:gd name="T23" fmla="*/ 74653 h 291719"/>
                  <a:gd name="T24" fmla="*/ 115713 w 291719"/>
                  <a:gd name="T25" fmla="*/ 55990 h 291719"/>
                  <a:gd name="T26" fmla="*/ 134376 w 291719"/>
                  <a:gd name="T27" fmla="*/ 37327 h 291719"/>
                  <a:gd name="T28" fmla="*/ 179169 w 291719"/>
                  <a:gd name="T29" fmla="*/ 246357 h 291719"/>
                  <a:gd name="T30" fmla="*/ 104515 w 291719"/>
                  <a:gd name="T31" fmla="*/ 246357 h 291719"/>
                  <a:gd name="T32" fmla="*/ 104515 w 291719"/>
                  <a:gd name="T33" fmla="*/ 223961 h 291719"/>
                  <a:gd name="T34" fmla="*/ 130644 w 291719"/>
                  <a:gd name="T35" fmla="*/ 223961 h 291719"/>
                  <a:gd name="T36" fmla="*/ 130644 w 291719"/>
                  <a:gd name="T37" fmla="*/ 111981 h 291719"/>
                  <a:gd name="T38" fmla="*/ 108248 w 291719"/>
                  <a:gd name="T39" fmla="*/ 111981 h 291719"/>
                  <a:gd name="T40" fmla="*/ 108248 w 291719"/>
                  <a:gd name="T41" fmla="*/ 89584 h 291719"/>
                  <a:gd name="T42" fmla="*/ 153040 w 291719"/>
                  <a:gd name="T43" fmla="*/ 89584 h 291719"/>
                  <a:gd name="T44" fmla="*/ 153040 w 291719"/>
                  <a:gd name="T45" fmla="*/ 111981 h 291719"/>
                  <a:gd name="T46" fmla="*/ 153040 w 291719"/>
                  <a:gd name="T47" fmla="*/ 223961 h 291719"/>
                  <a:gd name="T48" fmla="*/ 179169 w 291719"/>
                  <a:gd name="T49" fmla="*/ 223961 h 291719"/>
                  <a:gd name="T50" fmla="*/ 179169 w 291719"/>
                  <a:gd name="T51" fmla="*/ 246357 h 291719"/>
                  <a:gd name="T52" fmla="*/ 17694720 60000 65536"/>
                  <a:gd name="T53" fmla="*/ 0 60000 65536"/>
                  <a:gd name="T54" fmla="*/ 5898240 60000 65536"/>
                  <a:gd name="T55" fmla="*/ 1179648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291719"/>
                  <a:gd name="T79" fmla="*/ 0 h 291719"/>
                  <a:gd name="T80" fmla="*/ 291719 w 291719"/>
                  <a:gd name="T81" fmla="*/ 291719 h 29171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NL"/>
              </a:p>
            </p:txBody>
          </p:sp>
        </p:grpSp>
        <p:grpSp>
          <p:nvGrpSpPr>
            <p:cNvPr id="16" name="Groep 22">
              <a:extLst>
                <a:ext uri="{FF2B5EF4-FFF2-40B4-BE49-F238E27FC236}">
                  <a16:creationId xmlns:a16="http://schemas.microsoft.com/office/drawing/2014/main" id="{ACB7919C-0FC8-7773-8702-8553FF5453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938430" y="4364019"/>
              <a:ext cx="627799" cy="576684"/>
              <a:chOff x="-938430" y="4364019"/>
              <a:chExt cx="627799" cy="576684"/>
            </a:xfrm>
          </p:grpSpPr>
          <p:grpSp>
            <p:nvGrpSpPr>
              <p:cNvPr id="24" name="Inspireren">
                <a:extLst>
                  <a:ext uri="{FF2B5EF4-FFF2-40B4-BE49-F238E27FC236}">
                    <a16:creationId xmlns:a16="http://schemas.microsoft.com/office/drawing/2014/main" id="{8FF080AD-B1B1-7D22-B95B-D39E220660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716112" y="4364019"/>
                <a:ext cx="169776" cy="242389"/>
                <a:chOff x="-716112" y="4364019"/>
                <a:chExt cx="169776" cy="242389"/>
              </a:xfrm>
            </p:grpSpPr>
            <p:sp>
              <p:nvSpPr>
                <p:cNvPr id="26" name="Freeform 12">
                  <a:extLst>
                    <a:ext uri="{FF2B5EF4-FFF2-40B4-BE49-F238E27FC236}">
                      <a16:creationId xmlns:a16="http://schemas.microsoft.com/office/drawing/2014/main" id="{C2898AD9-9B02-CAD1-4570-FCA31FC14C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665911" y="4450851"/>
                  <a:ext cx="68726" cy="62051"/>
                </a:xfrm>
                <a:custGeom>
                  <a:avLst/>
                  <a:gdLst>
                    <a:gd name="T0" fmla="*/ 34363 w 319"/>
                    <a:gd name="T1" fmla="*/ 0 h 288"/>
                    <a:gd name="T2" fmla="*/ 68726 w 319"/>
                    <a:gd name="T3" fmla="*/ 31026 h 288"/>
                    <a:gd name="T4" fmla="*/ 34363 w 319"/>
                    <a:gd name="T5" fmla="*/ 62051 h 288"/>
                    <a:gd name="T6" fmla="*/ 0 w 319"/>
                    <a:gd name="T7" fmla="*/ 31026 h 288"/>
                    <a:gd name="T8" fmla="*/ 47397 w 319"/>
                    <a:gd name="T9" fmla="*/ 62051 h 288"/>
                    <a:gd name="T10" fmla="*/ 23052 w 319"/>
                    <a:gd name="T11" fmla="*/ 62051 h 288"/>
                    <a:gd name="T12" fmla="*/ 0 w 319"/>
                    <a:gd name="T13" fmla="*/ 0 h 288"/>
                    <a:gd name="T14" fmla="*/ 68726 w 319"/>
                    <a:gd name="T15" fmla="*/ 0 h 288"/>
                    <a:gd name="T16" fmla="*/ 47397 w 319"/>
                    <a:gd name="T17" fmla="*/ 62051 h 288"/>
                    <a:gd name="T18" fmla="*/ 17694720 60000 65536"/>
                    <a:gd name="T19" fmla="*/ 0 60000 65536"/>
                    <a:gd name="T20" fmla="*/ 5898240 60000 65536"/>
                    <a:gd name="T21" fmla="*/ 1179648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19"/>
                    <a:gd name="T28" fmla="*/ 0 h 288"/>
                    <a:gd name="T29" fmla="*/ 319 w 319"/>
                    <a:gd name="T30" fmla="*/ 288 h 288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  <p:sp>
              <p:nvSpPr>
                <p:cNvPr id="27" name="Freeform 13">
                  <a:extLst>
                    <a:ext uri="{FF2B5EF4-FFF2-40B4-BE49-F238E27FC236}">
                      <a16:creationId xmlns:a16="http://schemas.microsoft.com/office/drawing/2014/main" id="{09A83CAB-84BE-E220-DF53-BB51A46119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661394" y="4582277"/>
                  <a:ext cx="60761" cy="24131"/>
                </a:xfrm>
                <a:custGeom>
                  <a:avLst/>
                  <a:gdLst>
                    <a:gd name="T0" fmla="*/ 30381 w 251"/>
                    <a:gd name="T1" fmla="*/ 0 h 100"/>
                    <a:gd name="T2" fmla="*/ 60761 w 251"/>
                    <a:gd name="T3" fmla="*/ 12066 h 100"/>
                    <a:gd name="T4" fmla="*/ 30381 w 251"/>
                    <a:gd name="T5" fmla="*/ 24131 h 100"/>
                    <a:gd name="T6" fmla="*/ 0 w 251"/>
                    <a:gd name="T7" fmla="*/ 12066 h 100"/>
                    <a:gd name="T8" fmla="*/ 55435 w 251"/>
                    <a:gd name="T9" fmla="*/ 16892 h 100"/>
                    <a:gd name="T10" fmla="*/ 55435 w 251"/>
                    <a:gd name="T11" fmla="*/ 16650 h 100"/>
                    <a:gd name="T12" fmla="*/ 60761 w 251"/>
                    <a:gd name="T13" fmla="*/ 0 h 100"/>
                    <a:gd name="T14" fmla="*/ 0 w 251"/>
                    <a:gd name="T15" fmla="*/ 0 h 100"/>
                    <a:gd name="T16" fmla="*/ 5326 w 251"/>
                    <a:gd name="T17" fmla="*/ 16650 h 100"/>
                    <a:gd name="T18" fmla="*/ 15251 w 251"/>
                    <a:gd name="T19" fmla="*/ 24131 h 100"/>
                    <a:gd name="T20" fmla="*/ 45510 w 251"/>
                    <a:gd name="T21" fmla="*/ 24131 h 100"/>
                    <a:gd name="T22" fmla="*/ 55435 w 251"/>
                    <a:gd name="T23" fmla="*/ 17133 h 100"/>
                    <a:gd name="T24" fmla="*/ 55435 w 251"/>
                    <a:gd name="T25" fmla="*/ 17133 h 100"/>
                    <a:gd name="T26" fmla="*/ 55435 w 251"/>
                    <a:gd name="T27" fmla="*/ 16892 h 100"/>
                    <a:gd name="T28" fmla="*/ 17694720 60000 65536"/>
                    <a:gd name="T29" fmla="*/ 0 60000 65536"/>
                    <a:gd name="T30" fmla="*/ 5898240 60000 65536"/>
                    <a:gd name="T31" fmla="*/ 1179648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251"/>
                    <a:gd name="T43" fmla="*/ 0 h 100"/>
                    <a:gd name="T44" fmla="*/ 251 w 251"/>
                    <a:gd name="T45" fmla="*/ 100 h 100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D9FA1"/>
                    </a:gs>
                    <a:gs pos="100000">
                      <a:srgbClr val="211F26"/>
                    </a:gs>
                  </a:gsLst>
                  <a:lin ang="270000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  <p:sp>
              <p:nvSpPr>
                <p:cNvPr id="28" name="Freeform 14">
                  <a:extLst>
                    <a:ext uri="{FF2B5EF4-FFF2-40B4-BE49-F238E27FC236}">
                      <a16:creationId xmlns:a16="http://schemas.microsoft.com/office/drawing/2014/main" id="{7F8B5CD0-351F-A8B8-EE15-AD87DB7D04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716112" y="4364019"/>
                  <a:ext cx="169776" cy="208126"/>
                </a:xfrm>
                <a:custGeom>
                  <a:avLst/>
                  <a:gdLst>
                    <a:gd name="T0" fmla="*/ 84888 w 702"/>
                    <a:gd name="T1" fmla="*/ 0 h 860"/>
                    <a:gd name="T2" fmla="*/ 169776 w 702"/>
                    <a:gd name="T3" fmla="*/ 104063 h 860"/>
                    <a:gd name="T4" fmla="*/ 84888 w 702"/>
                    <a:gd name="T5" fmla="*/ 208126 h 860"/>
                    <a:gd name="T6" fmla="*/ 0 w 702"/>
                    <a:gd name="T7" fmla="*/ 104063 h 860"/>
                    <a:gd name="T8" fmla="*/ 84888 w 702"/>
                    <a:gd name="T9" fmla="*/ 0 h 860"/>
                    <a:gd name="T10" fmla="*/ 0 w 702"/>
                    <a:gd name="T11" fmla="*/ 84944 h 860"/>
                    <a:gd name="T12" fmla="*/ 32407 w 702"/>
                    <a:gd name="T13" fmla="*/ 151738 h 860"/>
                    <a:gd name="T14" fmla="*/ 39905 w 702"/>
                    <a:gd name="T15" fmla="*/ 173761 h 860"/>
                    <a:gd name="T16" fmla="*/ 64331 w 702"/>
                    <a:gd name="T17" fmla="*/ 173761 h 860"/>
                    <a:gd name="T18" fmla="*/ 64331 w 702"/>
                    <a:gd name="T19" fmla="*/ 173761 h 860"/>
                    <a:gd name="T20" fmla="*/ 104961 w 702"/>
                    <a:gd name="T21" fmla="*/ 173761 h 860"/>
                    <a:gd name="T22" fmla="*/ 101334 w 702"/>
                    <a:gd name="T23" fmla="*/ 183925 h 860"/>
                    <a:gd name="T24" fmla="*/ 68684 w 702"/>
                    <a:gd name="T25" fmla="*/ 183925 h 860"/>
                    <a:gd name="T26" fmla="*/ 68684 w 702"/>
                    <a:gd name="T27" fmla="*/ 183925 h 860"/>
                    <a:gd name="T28" fmla="*/ 43290 w 702"/>
                    <a:gd name="T29" fmla="*/ 183925 h 860"/>
                    <a:gd name="T30" fmla="*/ 51271 w 702"/>
                    <a:gd name="T31" fmla="*/ 208126 h 860"/>
                    <a:gd name="T32" fmla="*/ 51271 w 702"/>
                    <a:gd name="T33" fmla="*/ 208126 h 860"/>
                    <a:gd name="T34" fmla="*/ 52239 w 702"/>
                    <a:gd name="T35" fmla="*/ 208126 h 860"/>
                    <a:gd name="T36" fmla="*/ 118021 w 702"/>
                    <a:gd name="T37" fmla="*/ 208126 h 860"/>
                    <a:gd name="T38" fmla="*/ 118746 w 702"/>
                    <a:gd name="T39" fmla="*/ 208126 h 860"/>
                    <a:gd name="T40" fmla="*/ 137852 w 702"/>
                    <a:gd name="T41" fmla="*/ 151254 h 860"/>
                    <a:gd name="T42" fmla="*/ 169776 w 702"/>
                    <a:gd name="T43" fmla="*/ 84944 h 860"/>
                    <a:gd name="T44" fmla="*/ 84888 w 702"/>
                    <a:gd name="T45" fmla="*/ 0 h 860"/>
                    <a:gd name="T46" fmla="*/ 141964 w 702"/>
                    <a:gd name="T47" fmla="*/ 105999 h 860"/>
                    <a:gd name="T48" fmla="*/ 117295 w 702"/>
                    <a:gd name="T49" fmla="*/ 136250 h 860"/>
                    <a:gd name="T50" fmla="*/ 109798 w 702"/>
                    <a:gd name="T51" fmla="*/ 159241 h 860"/>
                    <a:gd name="T52" fmla="*/ 60462 w 702"/>
                    <a:gd name="T53" fmla="*/ 159241 h 860"/>
                    <a:gd name="T54" fmla="*/ 52964 w 702"/>
                    <a:gd name="T55" fmla="*/ 136734 h 860"/>
                    <a:gd name="T56" fmla="*/ 27812 w 702"/>
                    <a:gd name="T57" fmla="*/ 106241 h 860"/>
                    <a:gd name="T58" fmla="*/ 23943 w 702"/>
                    <a:gd name="T59" fmla="*/ 84944 h 860"/>
                    <a:gd name="T60" fmla="*/ 84888 w 702"/>
                    <a:gd name="T61" fmla="*/ 23959 h 860"/>
                    <a:gd name="T62" fmla="*/ 145833 w 702"/>
                    <a:gd name="T63" fmla="*/ 84944 h 860"/>
                    <a:gd name="T64" fmla="*/ 141964 w 702"/>
                    <a:gd name="T65" fmla="*/ 105999 h 860"/>
                    <a:gd name="T66" fmla="*/ 17694720 60000 65536"/>
                    <a:gd name="T67" fmla="*/ 0 60000 65536"/>
                    <a:gd name="T68" fmla="*/ 5898240 60000 65536"/>
                    <a:gd name="T69" fmla="*/ 1179648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702"/>
                    <a:gd name="T100" fmla="*/ 0 h 860"/>
                    <a:gd name="T101" fmla="*/ 702 w 702"/>
                    <a:gd name="T102" fmla="*/ 860 h 860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D9FA1"/>
                    </a:gs>
                    <a:gs pos="100000">
                      <a:srgbClr val="211F26"/>
                    </a:gs>
                  </a:gsLst>
                  <a:lin ang="270000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</p:grpSp>
          <p:sp>
            <p:nvSpPr>
              <p:cNvPr id="25" name="Tekstvak 31">
                <a:extLst>
                  <a:ext uri="{FF2B5EF4-FFF2-40B4-BE49-F238E27FC236}">
                    <a16:creationId xmlns:a16="http://schemas.microsoft.com/office/drawing/2014/main" id="{109DAD48-4BBE-BA5B-1CE4-0ECA5FC6BA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938430" y="4618469"/>
                <a:ext cx="627799" cy="322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0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17" name="Groep 23">
              <a:extLst>
                <a:ext uri="{FF2B5EF4-FFF2-40B4-BE49-F238E27FC236}">
                  <a16:creationId xmlns:a16="http://schemas.microsoft.com/office/drawing/2014/main" id="{C842C23D-4D36-D633-6526-A3C4A7EDDC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365485" y="1226978"/>
              <a:ext cx="446940" cy="406486"/>
              <a:chOff x="-3365485" y="1226978"/>
              <a:chExt cx="446940" cy="406486"/>
            </a:xfrm>
          </p:grpSpPr>
          <p:grpSp>
            <p:nvGrpSpPr>
              <p:cNvPr id="18" name="Groep 24">
                <a:extLst>
                  <a:ext uri="{FF2B5EF4-FFF2-40B4-BE49-F238E27FC236}">
                    <a16:creationId xmlns:a16="http://schemas.microsoft.com/office/drawing/2014/main" id="{14617F69-2710-5339-8F92-83641FCA28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285311" y="1226978"/>
                <a:ext cx="284168" cy="246686"/>
                <a:chOff x="-3285311" y="1226978"/>
                <a:chExt cx="284168" cy="246686"/>
              </a:xfrm>
            </p:grpSpPr>
            <p:sp>
              <p:nvSpPr>
                <p:cNvPr id="20" name="Vrije vorm: vorm 26">
                  <a:extLst>
                    <a:ext uri="{FF2B5EF4-FFF2-40B4-BE49-F238E27FC236}">
                      <a16:creationId xmlns:a16="http://schemas.microsoft.com/office/drawing/2014/main" id="{5F546B18-F208-6DAE-647E-93C5F4E070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3236719" y="1287612"/>
                  <a:ext cx="47978" cy="47868"/>
                </a:xfrm>
                <a:custGeom>
                  <a:avLst/>
                  <a:gdLst>
                    <a:gd name="T0" fmla="*/ 23989 w 371475"/>
                    <a:gd name="T1" fmla="*/ 0 h 371475"/>
                    <a:gd name="T2" fmla="*/ 47978 w 371475"/>
                    <a:gd name="T3" fmla="*/ 23934 h 371475"/>
                    <a:gd name="T4" fmla="*/ 23989 w 371475"/>
                    <a:gd name="T5" fmla="*/ 47868 h 371475"/>
                    <a:gd name="T6" fmla="*/ 0 w 371475"/>
                    <a:gd name="T7" fmla="*/ 23934 h 371475"/>
                    <a:gd name="T8" fmla="*/ 47670 w 371475"/>
                    <a:gd name="T9" fmla="*/ 24241 h 371475"/>
                    <a:gd name="T10" fmla="*/ 24297 w 371475"/>
                    <a:gd name="T11" fmla="*/ 47561 h 371475"/>
                    <a:gd name="T12" fmla="*/ 923 w 371475"/>
                    <a:gd name="T13" fmla="*/ 24241 h 371475"/>
                    <a:gd name="T14" fmla="*/ 24297 w 371475"/>
                    <a:gd name="T15" fmla="*/ 921 h 371475"/>
                    <a:gd name="T16" fmla="*/ 47670 w 371475"/>
                    <a:gd name="T17" fmla="*/ 24241 h 371475"/>
                    <a:gd name="T18" fmla="*/ 17694720 60000 65536"/>
                    <a:gd name="T19" fmla="*/ 0 60000 65536"/>
                    <a:gd name="T20" fmla="*/ 5898240 60000 65536"/>
                    <a:gd name="T21" fmla="*/ 1179648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71475"/>
                    <a:gd name="T28" fmla="*/ 0 h 371475"/>
                    <a:gd name="T29" fmla="*/ 371475 w 371475"/>
                    <a:gd name="T30" fmla="*/ 371475 h 371475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NL"/>
                </a:p>
              </p:txBody>
            </p:sp>
            <p:grpSp>
              <p:nvGrpSpPr>
                <p:cNvPr id="21" name="Groep 27">
                  <a:extLst>
                    <a:ext uri="{FF2B5EF4-FFF2-40B4-BE49-F238E27FC236}">
                      <a16:creationId xmlns:a16="http://schemas.microsoft.com/office/drawing/2014/main" id="{980C340E-AA98-D270-CC0A-C2120D3163A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285311" y="1226978"/>
                  <a:ext cx="284168" cy="246686"/>
                  <a:chOff x="-3285311" y="1226978"/>
                  <a:chExt cx="284168" cy="246686"/>
                </a:xfrm>
              </p:grpSpPr>
              <p:sp>
                <p:nvSpPr>
                  <p:cNvPr id="22" name="Vrije vorm: vorm 28">
                    <a:extLst>
                      <a:ext uri="{FF2B5EF4-FFF2-40B4-BE49-F238E27FC236}">
                        <a16:creationId xmlns:a16="http://schemas.microsoft.com/office/drawing/2014/main" id="{C4CB0665-564B-0DA9-A6A2-ACEA832F961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3285311" y="1226978"/>
                    <a:ext cx="284168" cy="246686"/>
                  </a:xfrm>
                  <a:custGeom>
                    <a:avLst/>
                    <a:gdLst>
                      <a:gd name="T0" fmla="*/ 142084 w 2200275"/>
                      <a:gd name="T1" fmla="*/ 0 h 1914525"/>
                      <a:gd name="T2" fmla="*/ 284168 w 2200275"/>
                      <a:gd name="T3" fmla="*/ 123343 h 1914525"/>
                      <a:gd name="T4" fmla="*/ 142084 w 2200275"/>
                      <a:gd name="T5" fmla="*/ 246686 h 1914525"/>
                      <a:gd name="T6" fmla="*/ 0 w 2200275"/>
                      <a:gd name="T7" fmla="*/ 123343 h 1914525"/>
                      <a:gd name="T8" fmla="*/ 923 w 2200275"/>
                      <a:gd name="T9" fmla="*/ 921 h 1914525"/>
                      <a:gd name="T10" fmla="*/ 923 w 2200275"/>
                      <a:gd name="T11" fmla="*/ 31603 h 1914525"/>
                      <a:gd name="T12" fmla="*/ 55911 w 2200275"/>
                      <a:gd name="T13" fmla="*/ 31603 h 1914525"/>
                      <a:gd name="T14" fmla="*/ 55911 w 2200275"/>
                      <a:gd name="T15" fmla="*/ 31603 h 1914525"/>
                      <a:gd name="T16" fmla="*/ 253106 w 2200275"/>
                      <a:gd name="T17" fmla="*/ 31603 h 1914525"/>
                      <a:gd name="T18" fmla="*/ 253106 w 2200275"/>
                      <a:gd name="T19" fmla="*/ 215697 h 1914525"/>
                      <a:gd name="T20" fmla="*/ 31677 w 2200275"/>
                      <a:gd name="T21" fmla="*/ 215697 h 1914525"/>
                      <a:gd name="T22" fmla="*/ 31677 w 2200275"/>
                      <a:gd name="T23" fmla="*/ 45103 h 1914525"/>
                      <a:gd name="T24" fmla="*/ 923 w 2200275"/>
                      <a:gd name="T25" fmla="*/ 45103 h 1914525"/>
                      <a:gd name="T26" fmla="*/ 923 w 2200275"/>
                      <a:gd name="T27" fmla="*/ 246379 h 1914525"/>
                      <a:gd name="T28" fmla="*/ 283860 w 2200275"/>
                      <a:gd name="T29" fmla="*/ 246379 h 1914525"/>
                      <a:gd name="T30" fmla="*/ 283860 w 2200275"/>
                      <a:gd name="T31" fmla="*/ 921 h 1914525"/>
                      <a:gd name="T32" fmla="*/ 17694720 60000 65536"/>
                      <a:gd name="T33" fmla="*/ 0 60000 65536"/>
                      <a:gd name="T34" fmla="*/ 5898240 60000 65536"/>
                      <a:gd name="T35" fmla="*/ 1179648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2200275"/>
                      <a:gd name="T49" fmla="*/ 0 h 1914525"/>
                      <a:gd name="T50" fmla="*/ 2200275 w 2200275"/>
                      <a:gd name="T51" fmla="*/ 1914525 h 191452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lnTo>
                          <a:pt x="714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NL"/>
                  </a:p>
                </p:txBody>
              </p:sp>
              <p:sp>
                <p:nvSpPr>
                  <p:cNvPr id="23" name="Vrije vorm: vorm 29">
                    <a:extLst>
                      <a:ext uri="{FF2B5EF4-FFF2-40B4-BE49-F238E27FC236}">
                        <a16:creationId xmlns:a16="http://schemas.microsoft.com/office/drawing/2014/main" id="{9769B0C7-2991-DE76-29BA-29110B136D3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3236847" y="1303321"/>
                    <a:ext cx="185751" cy="114144"/>
                  </a:xfrm>
                  <a:custGeom>
                    <a:avLst/>
                    <a:gdLst>
                      <a:gd name="T0" fmla="*/ 92876 w 1438275"/>
                      <a:gd name="T1" fmla="*/ 0 h 885825"/>
                      <a:gd name="T2" fmla="*/ 185751 w 1438275"/>
                      <a:gd name="T3" fmla="*/ 57072 h 885825"/>
                      <a:gd name="T4" fmla="*/ 92876 w 1438275"/>
                      <a:gd name="T5" fmla="*/ 114144 h 885825"/>
                      <a:gd name="T6" fmla="*/ 0 w 1438275"/>
                      <a:gd name="T7" fmla="*/ 57072 h 885825"/>
                      <a:gd name="T8" fmla="*/ 138206 w 1438275"/>
                      <a:gd name="T9" fmla="*/ 921 h 885825"/>
                      <a:gd name="T10" fmla="*/ 103516 w 1438275"/>
                      <a:gd name="T11" fmla="*/ 35532 h 885825"/>
                      <a:gd name="T12" fmla="*/ 85556 w 1438275"/>
                      <a:gd name="T13" fmla="*/ 17735 h 885825"/>
                      <a:gd name="T14" fmla="*/ 923 w 1438275"/>
                      <a:gd name="T15" fmla="*/ 101073 h 885825"/>
                      <a:gd name="T16" fmla="*/ 13962 w 1438275"/>
                      <a:gd name="T17" fmla="*/ 114083 h 885825"/>
                      <a:gd name="T18" fmla="*/ 85556 w 1438275"/>
                      <a:gd name="T19" fmla="*/ 43632 h 885825"/>
                      <a:gd name="T20" fmla="*/ 119877 w 1438275"/>
                      <a:gd name="T21" fmla="*/ 77998 h 885825"/>
                      <a:gd name="T22" fmla="*/ 132916 w 1438275"/>
                      <a:gd name="T23" fmla="*/ 64866 h 885825"/>
                      <a:gd name="T24" fmla="*/ 116556 w 1438275"/>
                      <a:gd name="T25" fmla="*/ 48542 h 885825"/>
                      <a:gd name="T26" fmla="*/ 138206 w 1438275"/>
                      <a:gd name="T27" fmla="*/ 26940 h 885825"/>
                      <a:gd name="T28" fmla="*/ 172773 w 1438275"/>
                      <a:gd name="T29" fmla="*/ 61920 h 885825"/>
                      <a:gd name="T30" fmla="*/ 185812 w 1438275"/>
                      <a:gd name="T31" fmla="*/ 48787 h 885825"/>
                      <a:gd name="T32" fmla="*/ 17694720 60000 65536"/>
                      <a:gd name="T33" fmla="*/ 0 60000 65536"/>
                      <a:gd name="T34" fmla="*/ 5898240 60000 65536"/>
                      <a:gd name="T35" fmla="*/ 1179648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1438275"/>
                      <a:gd name="T49" fmla="*/ 0 h 885825"/>
                      <a:gd name="T50" fmla="*/ 1438275 w 1438275"/>
                      <a:gd name="T51" fmla="*/ 885825 h 88582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lnTo>
                          <a:pt x="107013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NL"/>
                  </a:p>
                </p:txBody>
              </p:sp>
            </p:grpSp>
          </p:grpSp>
          <p:sp>
            <p:nvSpPr>
              <p:cNvPr id="19" name="Tekstvak 25">
                <a:extLst>
                  <a:ext uri="{FF2B5EF4-FFF2-40B4-BE49-F238E27FC236}">
                    <a16:creationId xmlns:a16="http://schemas.microsoft.com/office/drawing/2014/main" id="{2C7645C1-4963-3941-20E8-8EA6A2DF15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365485" y="1489959"/>
                <a:ext cx="446940" cy="1435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8004" rIns="0" bIns="0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0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  <p:sp>
        <p:nvSpPr>
          <p:cNvPr id="2" name="Tijdelijke aanduiding voor afbeelding 16"/>
          <p:cNvSpPr txBox="1">
            <a:spLocks noGrp="1"/>
          </p:cNvSpPr>
          <p:nvPr>
            <p:ph type="pic" idx="4294967295"/>
          </p:nvPr>
        </p:nvSpPr>
        <p:spPr>
          <a:xfrm>
            <a:off x="7276091" y="1565269"/>
            <a:ext cx="2008022" cy="2401241"/>
          </a:xfrm>
          <a:blipFill>
            <a:blip r:embed="rId3"/>
            <a:tile/>
          </a:blipFill>
        </p:spPr>
        <p:txBody>
          <a:bodyPr bIns="1331997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Select this placeholder, </a:t>
            </a:r>
            <a:br>
              <a:rPr lang="en-GB" noProof="0"/>
            </a:br>
            <a:r>
              <a:rPr lang="en-GB" noProof="0"/>
              <a:t>go to the tab ‘Slidebuilder’,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  <p:sp>
        <p:nvSpPr>
          <p:cNvPr id="3" name="Tijdelijke aanduiding voor afbeelding 16"/>
          <p:cNvSpPr txBox="1">
            <a:spLocks noGrp="1"/>
          </p:cNvSpPr>
          <p:nvPr>
            <p:ph type="pic" idx="4294967295"/>
          </p:nvPr>
        </p:nvSpPr>
        <p:spPr>
          <a:xfrm>
            <a:off x="9461735" y="1565269"/>
            <a:ext cx="2008022" cy="2401241"/>
          </a:xfrm>
          <a:blipFill>
            <a:blip r:embed="rId3"/>
            <a:tile/>
          </a:blipFill>
        </p:spPr>
        <p:txBody>
          <a:bodyPr bIns="1331997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Select this placeholder, </a:t>
            </a:r>
            <a:br>
              <a:rPr lang="en-GB" noProof="0"/>
            </a:br>
            <a:r>
              <a:rPr lang="en-GB" noProof="0"/>
              <a:t>go to the tab ‘Slidebuilder’, click on ‘Images’,</a:t>
            </a:r>
            <a:br>
              <a:rPr lang="en-GB" noProof="0"/>
            </a:br>
            <a:r>
              <a:rPr lang="en-GB" noProof="0"/>
              <a:t>select the preferred image and click on ‘Insert’.</a:t>
            </a:r>
          </a:p>
        </p:txBody>
      </p:sp>
    </p:spTree>
    <p:extLst>
      <p:ext uri="{BB962C8B-B14F-4D97-AF65-F5344CB8AC3E}">
        <p14:creationId xmlns:p14="http://schemas.microsoft.com/office/powerpoint/2010/main" val="759852759"/>
      </p:ext>
    </p:extLst>
  </p:cSld>
  <p:clrMapOvr>
    <a:masterClrMapping/>
  </p:clrMapOvr>
  <p:transition spd="med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| 8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INSTRUCTION">
            <a:extLst>
              <a:ext uri="{FF2B5EF4-FFF2-40B4-BE49-F238E27FC236}">
                <a16:creationId xmlns:a16="http://schemas.microsoft.com/office/drawing/2014/main" id="{4A8C5A28-CA4E-5CD6-ABBC-C960669F7287}"/>
              </a:ext>
            </a:extLst>
          </p:cNvPr>
          <p:cNvGrpSpPr>
            <a:grpSpLocks/>
          </p:cNvGrpSpPr>
          <p:nvPr/>
        </p:nvGrpSpPr>
        <p:grpSpPr bwMode="auto">
          <a:xfrm>
            <a:off x="-3786188" y="0"/>
            <a:ext cx="3692525" cy="5054600"/>
            <a:chOff x="-3786164" y="0"/>
            <a:chExt cx="3693115" cy="5054638"/>
          </a:xfrm>
        </p:grpSpPr>
        <p:sp>
          <p:nvSpPr>
            <p:cNvPr id="8" name="Rechthoek 5">
              <a:extLst>
                <a:ext uri="{FF2B5EF4-FFF2-40B4-BE49-F238E27FC236}">
                  <a16:creationId xmlns:a16="http://schemas.microsoft.com/office/drawing/2014/main" id="{6CD7D6C1-924D-45E4-C0A3-B1DD16EC0075}"/>
                </a:ext>
              </a:extLst>
            </p:cNvPr>
            <p:cNvSpPr/>
            <p:nvPr/>
          </p:nvSpPr>
          <p:spPr>
            <a:xfrm>
              <a:off x="-3786164" y="0"/>
              <a:ext cx="3593087" cy="4391058"/>
            </a:xfrm>
            <a:prstGeom prst="rect">
              <a:avLst/>
            </a:prstGeom>
            <a:solidFill>
              <a:srgbClr val="FFFFFF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1" cap="all">
                  <a:solidFill>
                    <a:srgbClr val="00A6D6"/>
                  </a:solidFill>
                  <a:latin typeface="Calibri" pitchFamily="34"/>
                  <a:cs typeface="Calibri" pitchFamily="34"/>
                </a:rPr>
                <a:t>Insert/edit an image</a:t>
              </a:r>
            </a:p>
          </p:txBody>
        </p:sp>
        <p:sp>
          <p:nvSpPr>
            <p:cNvPr id="9" name="Rechthoek 6">
              <a:extLst>
                <a:ext uri="{FF2B5EF4-FFF2-40B4-BE49-F238E27FC236}">
                  <a16:creationId xmlns:a16="http://schemas.microsoft.com/office/drawing/2014/main" id="{E990F743-B635-9AE4-E90D-8196B83F22B7}"/>
                </a:ext>
              </a:extLst>
            </p:cNvPr>
            <p:cNvSpPr/>
            <p:nvPr/>
          </p:nvSpPr>
          <p:spPr>
            <a:xfrm>
              <a:off x="-3786164" y="4225957"/>
              <a:ext cx="3593087" cy="828681"/>
            </a:xfrm>
            <a:prstGeom prst="rect">
              <a:avLst/>
            </a:prstGeom>
            <a:solidFill>
              <a:srgbClr val="ECECEC"/>
            </a:solidFill>
            <a:ln w="6345" cap="flat">
              <a:solidFill>
                <a:srgbClr val="ECECEC"/>
              </a:solidFill>
              <a:prstDash val="solid"/>
              <a:miter/>
            </a:ln>
          </p:spPr>
          <p:txBody>
            <a:bodyPr lIns="179999" tIns="143999" rIns="179999" bIns="143999" anchor="ctr"/>
            <a:lstStyle/>
            <a:p>
              <a:pPr eaLnBrk="1" fontAlgn="auto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Want to know more?</a:t>
              </a:r>
              <a:b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</a:b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Go to the tab</a:t>
              </a: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 'SLIDEBUILDER’ </a:t>
              </a: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and click</a:t>
              </a:r>
              <a:b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</a:br>
              <a:r>
                <a:rPr lang="en-GB" sz="1200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on the button </a:t>
              </a:r>
              <a:r>
                <a:rPr lang="en-GB" sz="1200" b="1" cap="all">
                  <a:solidFill>
                    <a:srgbClr val="211F26"/>
                  </a:solidFill>
                  <a:latin typeface="Calibri" pitchFamily="34"/>
                  <a:cs typeface="Calibri" pitchFamily="34"/>
                </a:rPr>
                <a:t>‘Inspiration'</a:t>
              </a:r>
            </a:p>
          </p:txBody>
        </p:sp>
        <p:sp>
          <p:nvSpPr>
            <p:cNvPr id="10" name="Ovaal 7">
              <a:extLst>
                <a:ext uri="{FF2B5EF4-FFF2-40B4-BE49-F238E27FC236}">
                  <a16:creationId xmlns:a16="http://schemas.microsoft.com/office/drawing/2014/main" id="{39009587-DA64-BB1C-FE17-DE78E4B74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465319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echthoek 8">
              <a:extLst>
                <a:ext uri="{FF2B5EF4-FFF2-40B4-BE49-F238E27FC236}">
                  <a16:creationId xmlns:a16="http://schemas.microsoft.com/office/drawing/2014/main" id="{1D644448-8569-B4EF-0B41-1C6420E242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465319"/>
              <a:ext cx="3008778" cy="661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Select the placeholder,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‘Slidebuilder’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‘Images’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" name="Ovaal 12">
              <a:extLst>
                <a:ext uri="{FF2B5EF4-FFF2-40B4-BE49-F238E27FC236}">
                  <a16:creationId xmlns:a16="http://schemas.microsoft.com/office/drawing/2014/main" id="{E6695210-6126-508D-7520-7B71502C6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1811179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3">
              <a:extLst>
                <a:ext uri="{FF2B5EF4-FFF2-40B4-BE49-F238E27FC236}">
                  <a16:creationId xmlns:a16="http://schemas.microsoft.com/office/drawing/2014/main" id="{E83D7E99-E9D8-19D8-95F0-5DD87B8A94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1811188"/>
              <a:ext cx="2944678" cy="326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category and image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4">
              <a:extLst>
                <a:ext uri="{FF2B5EF4-FFF2-40B4-BE49-F238E27FC236}">
                  <a16:creationId xmlns:a16="http://schemas.microsoft.com/office/drawing/2014/main" id="{52F750D5-8EA0-6E76-2295-32A1F0FB0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245757"/>
              <a:ext cx="825502" cy="209553"/>
            </a:xfrm>
            <a:prstGeom prst="rect">
              <a:avLst/>
            </a:prstGeom>
            <a:solidFill>
              <a:srgbClr val="1FF5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000" b="1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</a:p>
          </p:txBody>
        </p:sp>
        <p:sp>
          <p:nvSpPr>
            <p:cNvPr id="15" name="Ovaal 21">
              <a:extLst>
                <a:ext uri="{FF2B5EF4-FFF2-40B4-BE49-F238E27FC236}">
                  <a16:creationId xmlns:a16="http://schemas.microsoft.com/office/drawing/2014/main" id="{C5E5D103-ED5C-FC21-B624-96B4E532A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03586" y="2634834"/>
              <a:ext cx="179999" cy="179999"/>
            </a:xfrm>
            <a:custGeom>
              <a:avLst/>
              <a:gdLst>
                <a:gd name="T0" fmla="*/ 90000 w 179999"/>
                <a:gd name="T1" fmla="*/ 0 h 179999"/>
                <a:gd name="T2" fmla="*/ 179999 w 179999"/>
                <a:gd name="T3" fmla="*/ 90000 h 179999"/>
                <a:gd name="T4" fmla="*/ 90000 w 179999"/>
                <a:gd name="T5" fmla="*/ 179999 h 179999"/>
                <a:gd name="T6" fmla="*/ 0 w 179999"/>
                <a:gd name="T7" fmla="*/ 90000 h 179999"/>
                <a:gd name="T8" fmla="*/ 26360 w 179999"/>
                <a:gd name="T9" fmla="*/ 26360 h 179999"/>
                <a:gd name="T10" fmla="*/ 26360 w 179999"/>
                <a:gd name="T11" fmla="*/ 153639 h 179999"/>
                <a:gd name="T12" fmla="*/ 153639 w 179999"/>
                <a:gd name="T13" fmla="*/ 153639 h 179999"/>
                <a:gd name="T14" fmla="*/ 153639 w 179999"/>
                <a:gd name="T15" fmla="*/ 26360 h 179999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17694720 60000 65536"/>
                <a:gd name="T21" fmla="*/ 5898240 60000 65536"/>
                <a:gd name="T22" fmla="*/ 5898240 60000 65536"/>
                <a:gd name="T23" fmla="*/ 17694720 60000 65536"/>
                <a:gd name="T24" fmla="*/ 26360 w 179999"/>
                <a:gd name="T25" fmla="*/ 26360 h 179999"/>
                <a:gd name="T26" fmla="*/ 153639 w 179999"/>
                <a:gd name="T27" fmla="*/ 153639 h 1799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9999" h="179999">
                  <a:moveTo>
                    <a:pt x="0" y="90000"/>
                  </a:moveTo>
                  <a:lnTo>
                    <a:pt x="0" y="89999"/>
                  </a:lnTo>
                  <a:cubicBezTo>
                    <a:pt x="0" y="139705"/>
                    <a:pt x="40294" y="180000"/>
                    <a:pt x="90000" y="180000"/>
                  </a:cubicBezTo>
                  <a:cubicBezTo>
                    <a:pt x="139705" y="180000"/>
                    <a:pt x="180000" y="139705"/>
                    <a:pt x="180000" y="90000"/>
                  </a:cubicBezTo>
                  <a:cubicBezTo>
                    <a:pt x="180000" y="40294"/>
                    <a:pt x="139705" y="0"/>
                    <a:pt x="90000" y="0"/>
                  </a:cubicBezTo>
                  <a:cubicBezTo>
                    <a:pt x="40294" y="-1"/>
                    <a:pt x="0" y="40294"/>
                    <a:pt x="0" y="89999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GB" altLang="en-NL" sz="1000" b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22">
              <a:extLst>
                <a:ext uri="{FF2B5EF4-FFF2-40B4-BE49-F238E27FC236}">
                  <a16:creationId xmlns:a16="http://schemas.microsoft.com/office/drawing/2014/main" id="{EC059285-A2DF-9073-AA60-3A1112C23C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19418" y="2634834"/>
              <a:ext cx="2944678" cy="794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lang="en-GB" altLang="en-NL" sz="1200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altLang="en-NL" sz="12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7" name="Groep 23">
              <a:extLst>
                <a:ext uri="{FF2B5EF4-FFF2-40B4-BE49-F238E27FC236}">
                  <a16:creationId xmlns:a16="http://schemas.microsoft.com/office/drawing/2014/main" id="{AE22CD5E-6933-1A8F-9B65-5B41FF18C0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414451" y="3534338"/>
              <a:ext cx="514285" cy="506541"/>
              <a:chOff x="-3414451" y="3534338"/>
              <a:chExt cx="514285" cy="506541"/>
            </a:xfrm>
          </p:grpSpPr>
          <p:grpSp>
            <p:nvGrpSpPr>
              <p:cNvPr id="34" name="Groep 40">
                <a:extLst>
                  <a:ext uri="{FF2B5EF4-FFF2-40B4-BE49-F238E27FC236}">
                    <a16:creationId xmlns:a16="http://schemas.microsoft.com/office/drawing/2014/main" id="{6E6E2F11-40CC-57CF-09DB-F32315E2CE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309341" y="3534338"/>
                <a:ext cx="319079" cy="306324"/>
                <a:chOff x="-3309341" y="3534338"/>
                <a:chExt cx="319079" cy="306324"/>
              </a:xfrm>
            </p:grpSpPr>
            <p:grpSp>
              <p:nvGrpSpPr>
                <p:cNvPr id="37" name="Groep 43">
                  <a:extLst>
                    <a:ext uri="{FF2B5EF4-FFF2-40B4-BE49-F238E27FC236}">
                      <a16:creationId xmlns:a16="http://schemas.microsoft.com/office/drawing/2014/main" id="{118B104D-D594-3415-9405-43D78402B30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309341" y="3534338"/>
                  <a:ext cx="282064" cy="270561"/>
                  <a:chOff x="-3309341" y="3534338"/>
                  <a:chExt cx="282064" cy="270561"/>
                </a:xfrm>
              </p:grpSpPr>
              <p:grpSp>
                <p:nvGrpSpPr>
                  <p:cNvPr id="44" name="Groep 50">
                    <a:extLst>
                      <a:ext uri="{FF2B5EF4-FFF2-40B4-BE49-F238E27FC236}">
                        <a16:creationId xmlns:a16="http://schemas.microsoft.com/office/drawing/2014/main" id="{B99FDD4F-0F26-8ADD-FADC-F10CD35082E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-3309341" y="3534338"/>
                    <a:ext cx="282064" cy="270561"/>
                    <a:chOff x="-3309341" y="3534338"/>
                    <a:chExt cx="282064" cy="270561"/>
                  </a:xfrm>
                </p:grpSpPr>
                <p:sp>
                  <p:nvSpPr>
                    <p:cNvPr id="47" name="Rechthoek 53">
                      <a:extLst>
                        <a:ext uri="{FF2B5EF4-FFF2-40B4-BE49-F238E27FC236}">
                          <a16:creationId xmlns:a16="http://schemas.microsoft.com/office/drawing/2014/main" id="{CEE79B01-6C8F-E5E2-8B40-B7CBE8B6B3C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3309341" y="3534338"/>
                      <a:ext cx="282064" cy="270561"/>
                    </a:xfrm>
                    <a:prstGeom prst="rect">
                      <a:avLst/>
                    </a:prstGeom>
                    <a:noFill/>
                    <a:ln w="12701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lIns="107999" tIns="0" rIns="0" bIns="0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altLang="en-NL" sz="8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54">
                      <a:extLst>
                        <a:ext uri="{FF2B5EF4-FFF2-40B4-BE49-F238E27FC236}">
                          <a16:creationId xmlns:a16="http://schemas.microsoft.com/office/drawing/2014/main" id="{87BC5991-02D1-BD5F-BCD5-EFB8E5F5A8F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3309341" y="3534338"/>
                      <a:ext cx="166237" cy="163814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12701">
                      <a:solidFill>
                        <a:srgbClr val="818181"/>
                      </a:solidFill>
                      <a:miter lim="800000"/>
                      <a:headEnd/>
                      <a:tailEnd/>
                    </a:ln>
                  </p:spPr>
                  <p:txBody>
                    <a:bodyPr lIns="107999" tIns="0" rIns="0" bIns="0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ptos" panose="020B0004020202020204" pitchFamily="34" charset="0"/>
                        </a:defRPr>
                      </a:lvl9pPr>
                    </a:lstStyle>
                    <a:p>
                      <a:pPr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altLang="en-NL" sz="80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55">
                      <a:extLst>
                        <a:ext uri="{FF2B5EF4-FFF2-40B4-BE49-F238E27FC236}">
                          <a16:creationId xmlns:a16="http://schemas.microsoft.com/office/drawing/2014/main" id="{AD14CEC2-BCBD-4F11-AED0-25E7A48924E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3208071" y="3555031"/>
                      <a:ext cx="45866" cy="45866"/>
                    </a:xfrm>
                    <a:custGeom>
                      <a:avLst/>
                      <a:gdLst>
                        <a:gd name="T0" fmla="*/ 22933 w 45866"/>
                        <a:gd name="T1" fmla="*/ 0 h 45866"/>
                        <a:gd name="T2" fmla="*/ 45866 w 45866"/>
                        <a:gd name="T3" fmla="*/ 22933 h 45866"/>
                        <a:gd name="T4" fmla="*/ 22933 w 45866"/>
                        <a:gd name="T5" fmla="*/ 45866 h 45866"/>
                        <a:gd name="T6" fmla="*/ 0 w 45866"/>
                        <a:gd name="T7" fmla="*/ 22933 h 45866"/>
                        <a:gd name="T8" fmla="*/ 6717 w 45866"/>
                        <a:gd name="T9" fmla="*/ 6717 h 45866"/>
                        <a:gd name="T10" fmla="*/ 6717 w 45866"/>
                        <a:gd name="T11" fmla="*/ 39149 h 45866"/>
                        <a:gd name="T12" fmla="*/ 39149 w 45866"/>
                        <a:gd name="T13" fmla="*/ 39149 h 45866"/>
                        <a:gd name="T14" fmla="*/ 39149 w 45866"/>
                        <a:gd name="T15" fmla="*/ 6717 h 45866"/>
                        <a:gd name="T16" fmla="*/ 17694720 60000 65536"/>
                        <a:gd name="T17" fmla="*/ 0 60000 65536"/>
                        <a:gd name="T18" fmla="*/ 5898240 60000 65536"/>
                        <a:gd name="T19" fmla="*/ 11796480 60000 65536"/>
                        <a:gd name="T20" fmla="*/ 17694720 60000 65536"/>
                        <a:gd name="T21" fmla="*/ 5898240 60000 65536"/>
                        <a:gd name="T22" fmla="*/ 5898240 60000 65536"/>
                        <a:gd name="T23" fmla="*/ 17694720 60000 65536"/>
                        <a:gd name="T24" fmla="*/ 6717 w 45866"/>
                        <a:gd name="T25" fmla="*/ 6717 h 45866"/>
                        <a:gd name="T26" fmla="*/ 39149 w 45866"/>
                        <a:gd name="T27" fmla="*/ 39149 h 4586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45866" h="45866">
                          <a:moveTo>
                            <a:pt x="0" y="22933"/>
                          </a:moveTo>
                          <a:lnTo>
                            <a:pt x="0" y="22932"/>
                          </a:lnTo>
                          <a:cubicBezTo>
                            <a:pt x="0" y="35598"/>
                            <a:pt x="10267" y="45866"/>
                            <a:pt x="22933" y="45866"/>
                          </a:cubicBezTo>
                          <a:cubicBezTo>
                            <a:pt x="35598" y="45866"/>
                            <a:pt x="45866" y="35598"/>
                            <a:pt x="45866" y="22933"/>
                          </a:cubicBezTo>
                          <a:cubicBezTo>
                            <a:pt x="45866" y="10267"/>
                            <a:pt x="35598" y="0"/>
                            <a:pt x="22933" y="0"/>
                          </a:cubicBezTo>
                          <a:cubicBezTo>
                            <a:pt x="10267" y="-1"/>
                            <a:pt x="0" y="10267"/>
                            <a:pt x="0" y="22932"/>
                          </a:cubicBezTo>
                          <a:close/>
                        </a:path>
                      </a:pathLst>
                    </a:custGeom>
                    <a:solidFill>
                      <a:srgbClr val="ECC67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tIns="0" rIns="0" bIns="0" anchor="ctr"/>
                    <a:lstStyle/>
                    <a:p>
                      <a:endParaRPr lang="en-NL"/>
                    </a:p>
                  </p:txBody>
                </p:sp>
              </p:grpSp>
              <p:pic>
                <p:nvPicPr>
                  <p:cNvPr id="45" name="Afbeelding 51">
                    <a:extLst>
                      <a:ext uri="{FF2B5EF4-FFF2-40B4-BE49-F238E27FC236}">
                        <a16:creationId xmlns:a16="http://schemas.microsoft.com/office/drawing/2014/main" id="{F92F22BA-B41A-5868-8017-127D47F953C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3301468" y="3600980"/>
                    <a:ext cx="110157" cy="8909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46" name="Afbeelding 52">
                    <a:extLst>
                      <a:ext uri="{FF2B5EF4-FFF2-40B4-BE49-F238E27FC236}">
                        <a16:creationId xmlns:a16="http://schemas.microsoft.com/office/drawing/2014/main" id="{D030FC73-6B15-CDDE-8600-23B578B87AF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3258071" y="3616406"/>
                    <a:ext cx="110157" cy="708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grpSp>
              <p:nvGrpSpPr>
                <p:cNvPr id="38" name="Groep 44">
                  <a:extLst>
                    <a:ext uri="{FF2B5EF4-FFF2-40B4-BE49-F238E27FC236}">
                      <a16:creationId xmlns:a16="http://schemas.microsoft.com/office/drawing/2014/main" id="{64D187FF-2D41-C802-8EF1-44C0DA74EFA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089858" y="3740627"/>
                  <a:ext cx="99596" cy="100035"/>
                  <a:chOff x="-3089858" y="3740627"/>
                  <a:chExt cx="99596" cy="100035"/>
                </a:xfrm>
              </p:grpSpPr>
              <p:sp>
                <p:nvSpPr>
                  <p:cNvPr id="42" name="Rechthoek 48">
                    <a:extLst>
                      <a:ext uri="{FF2B5EF4-FFF2-40B4-BE49-F238E27FC236}">
                        <a16:creationId xmlns:a16="http://schemas.microsoft.com/office/drawing/2014/main" id="{CD84ED97-7031-C280-9791-7FF2EAF9D6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089858" y="3740627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9">
                    <a:extLst>
                      <a:ext uri="{FF2B5EF4-FFF2-40B4-BE49-F238E27FC236}">
                        <a16:creationId xmlns:a16="http://schemas.microsoft.com/office/drawing/2014/main" id="{D229CF56-F1B9-33DB-CC09-E2BC1B86062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13">
                    <a:off x="-3129955" y="3781171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45">
                  <a:extLst>
                    <a:ext uri="{FF2B5EF4-FFF2-40B4-BE49-F238E27FC236}">
                      <a16:creationId xmlns:a16="http://schemas.microsoft.com/office/drawing/2014/main" id="{A8686225-947E-095E-A14B-5BB3EA79EC9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118615" y="3713562"/>
                  <a:ext cx="99596" cy="100033"/>
                  <a:chOff x="-3118615" y="3713562"/>
                  <a:chExt cx="99596" cy="100033"/>
                </a:xfrm>
              </p:grpSpPr>
              <p:sp>
                <p:nvSpPr>
                  <p:cNvPr id="40" name="Rechthoek 46">
                    <a:extLst>
                      <a:ext uri="{FF2B5EF4-FFF2-40B4-BE49-F238E27FC236}">
                        <a16:creationId xmlns:a16="http://schemas.microsoft.com/office/drawing/2014/main" id="{1A1DEF11-0FDA-652C-7EFD-D575B95142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0799991">
                    <a:off x="-3118615" y="3794210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7">
                    <a:extLst>
                      <a:ext uri="{FF2B5EF4-FFF2-40B4-BE49-F238E27FC236}">
                        <a16:creationId xmlns:a16="http://schemas.microsoft.com/office/drawing/2014/main" id="{21463694-D86B-3449-93A6-284543F7F0E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399996">
                    <a:off x="-3078509" y="3753667"/>
                    <a:ext cx="99596" cy="19385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ptos" panose="020B0004020202020204" pitchFamily="34" charset="0"/>
                      </a:defRPr>
                    </a:lvl9pPr>
                  </a:lstStyle>
                  <a:p>
                    <a:pPr eaLnBrk="1" hangingPunct="1"/>
                    <a:endParaRPr lang="en-GB" altLang="en-NL" sz="1000" b="1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41">
                <a:extLst>
                  <a:ext uri="{FF2B5EF4-FFF2-40B4-BE49-F238E27FC236}">
                    <a16:creationId xmlns:a16="http://schemas.microsoft.com/office/drawing/2014/main" id="{3CD324AE-86EE-9959-4E1F-C9E36056B6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414451" y="3866732"/>
                <a:ext cx="514285" cy="1100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9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36" name="Gelijkbenige driehoek 42">
                <a:extLst>
                  <a:ext uri="{FF2B5EF4-FFF2-40B4-BE49-F238E27FC236}">
                    <a16:creationId xmlns:a16="http://schemas.microsoft.com/office/drawing/2014/main" id="{15DA6C5B-7533-ACDB-53BC-8A3E9F23B992}"/>
                  </a:ext>
                </a:extLst>
              </p:cNvPr>
              <p:cNvSpPr>
                <a:spLocks/>
              </p:cNvSpPr>
              <p:nvPr/>
            </p:nvSpPr>
            <p:spPr bwMode="auto">
              <a:xfrm rot="10799991">
                <a:off x="-3186985" y="4005949"/>
                <a:ext cx="59335" cy="34930"/>
              </a:xfrm>
              <a:custGeom>
                <a:avLst/>
                <a:gdLst>
                  <a:gd name="T0" fmla="*/ 29668 w 59335"/>
                  <a:gd name="T1" fmla="*/ 0 h 34930"/>
                  <a:gd name="T2" fmla="*/ 59335 w 59335"/>
                  <a:gd name="T3" fmla="*/ 17465 h 34930"/>
                  <a:gd name="T4" fmla="*/ 29668 w 59335"/>
                  <a:gd name="T5" fmla="*/ 34930 h 34930"/>
                  <a:gd name="T6" fmla="*/ 0 w 59335"/>
                  <a:gd name="T7" fmla="*/ 17465 h 34930"/>
                  <a:gd name="T8" fmla="*/ 29667 w 59335"/>
                  <a:gd name="T9" fmla="*/ 0 h 34930"/>
                  <a:gd name="T10" fmla="*/ 14834 w 59335"/>
                  <a:gd name="T11" fmla="*/ 17465 h 34930"/>
                  <a:gd name="T12" fmla="*/ 0 w 59335"/>
                  <a:gd name="T13" fmla="*/ 34930 h 34930"/>
                  <a:gd name="T14" fmla="*/ 29667 w 59335"/>
                  <a:gd name="T15" fmla="*/ 34930 h 34930"/>
                  <a:gd name="T16" fmla="*/ 59335 w 59335"/>
                  <a:gd name="T17" fmla="*/ 34930 h 34930"/>
                  <a:gd name="T18" fmla="*/ 44501 w 59335"/>
                  <a:gd name="T19" fmla="*/ 17465 h 34930"/>
                  <a:gd name="T20" fmla="*/ 17694720 60000 65536"/>
                  <a:gd name="T21" fmla="*/ 0 60000 65536"/>
                  <a:gd name="T22" fmla="*/ 5898240 60000 65536"/>
                  <a:gd name="T23" fmla="*/ 11796480 60000 65536"/>
                  <a:gd name="T24" fmla="*/ 17694720 60000 65536"/>
                  <a:gd name="T25" fmla="*/ 11796480 60000 65536"/>
                  <a:gd name="T26" fmla="*/ 5898240 60000 65536"/>
                  <a:gd name="T27" fmla="*/ 5898240 60000 65536"/>
                  <a:gd name="T28" fmla="*/ 5898240 60000 65536"/>
                  <a:gd name="T29" fmla="*/ 0 60000 65536"/>
                  <a:gd name="T30" fmla="*/ 14834 w 59335"/>
                  <a:gd name="T31" fmla="*/ 17465 h 34930"/>
                  <a:gd name="T32" fmla="*/ 44501 w 59335"/>
                  <a:gd name="T33" fmla="*/ 34930 h 349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9335" h="34930">
                    <a:moveTo>
                      <a:pt x="0" y="34930"/>
                    </a:moveTo>
                    <a:lnTo>
                      <a:pt x="29667" y="0"/>
                    </a:lnTo>
                    <a:lnTo>
                      <a:pt x="59335" y="34930"/>
                    </a:lnTo>
                    <a:lnTo>
                      <a:pt x="0" y="34930"/>
                    </a:lnTo>
                    <a:close/>
                  </a:path>
                </a:pathLst>
              </a:custGeom>
              <a:solidFill>
                <a:srgbClr val="8181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/>
              <a:p>
                <a:endParaRPr lang="en-NL"/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7AF58F4C-AAF2-A02F-2FE9-3063EFF4E8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76732" y="4055592"/>
              <a:ext cx="283683" cy="283683"/>
              <a:chOff x="-376732" y="4055592"/>
              <a:chExt cx="283683" cy="283683"/>
            </a:xfrm>
          </p:grpSpPr>
          <p:sp>
            <p:nvSpPr>
              <p:cNvPr id="32" name="Ovaal 38">
                <a:extLst>
                  <a:ext uri="{FF2B5EF4-FFF2-40B4-BE49-F238E27FC236}">
                    <a16:creationId xmlns:a16="http://schemas.microsoft.com/office/drawing/2014/main" id="{66D57164-7F9D-BBAB-E6D9-7052D769998C}"/>
                  </a:ext>
                </a:extLst>
              </p:cNvPr>
              <p:cNvSpPr/>
              <p:nvPr/>
            </p:nvSpPr>
            <p:spPr>
              <a:xfrm>
                <a:off x="-356616" y="4075143"/>
                <a:ext cx="244514" cy="244477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211F26"/>
              </a:solidFill>
              <a:ln>
                <a:noFill/>
                <a:prstDash val="solid"/>
              </a:ln>
            </p:spPr>
            <p:txBody>
              <a:bodyPr lIns="179999" tIns="179999" rIns="179999" bIns="179999" anchor="ctr" anchorCtr="1"/>
              <a:lstStyle/>
              <a:p>
                <a:pPr algn="ctr" eaLnBrk="1" fontAlgn="auto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600" cap="all">
                  <a:solidFill>
                    <a:srgbClr val="FFFFFF"/>
                  </a:solidFill>
                  <a:latin typeface="Calibri" pitchFamily="34"/>
                  <a:cs typeface="Calibri" pitchFamily="34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2D0F9550-941E-1247-EDDD-0CA1F9A9B5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76732" y="4055592"/>
                <a:ext cx="283683" cy="283683"/>
              </a:xfrm>
              <a:custGeom>
                <a:avLst/>
                <a:gdLst>
                  <a:gd name="T0" fmla="*/ 141842 w 291719"/>
                  <a:gd name="T1" fmla="*/ 0 h 291719"/>
                  <a:gd name="T2" fmla="*/ 283683 w 291719"/>
                  <a:gd name="T3" fmla="*/ 141842 h 291719"/>
                  <a:gd name="T4" fmla="*/ 141842 w 291719"/>
                  <a:gd name="T5" fmla="*/ 283683 h 291719"/>
                  <a:gd name="T6" fmla="*/ 0 w 291719"/>
                  <a:gd name="T7" fmla="*/ 141842 h 291719"/>
                  <a:gd name="T8" fmla="*/ 141842 w 291719"/>
                  <a:gd name="T9" fmla="*/ 0 h 291719"/>
                  <a:gd name="T10" fmla="*/ 0 w 291719"/>
                  <a:gd name="T11" fmla="*/ 141842 h 291719"/>
                  <a:gd name="T12" fmla="*/ 141842 w 291719"/>
                  <a:gd name="T13" fmla="*/ 283684 h 291719"/>
                  <a:gd name="T14" fmla="*/ 283684 w 291719"/>
                  <a:gd name="T15" fmla="*/ 141842 h 291719"/>
                  <a:gd name="T16" fmla="*/ 141842 w 291719"/>
                  <a:gd name="T17" fmla="*/ 0 h 291719"/>
                  <a:gd name="T18" fmla="*/ 134376 w 291719"/>
                  <a:gd name="T19" fmla="*/ 37327 h 291719"/>
                  <a:gd name="T20" fmla="*/ 153040 w 291719"/>
                  <a:gd name="T21" fmla="*/ 55990 h 291719"/>
                  <a:gd name="T22" fmla="*/ 134376 w 291719"/>
                  <a:gd name="T23" fmla="*/ 74653 h 291719"/>
                  <a:gd name="T24" fmla="*/ 115713 w 291719"/>
                  <a:gd name="T25" fmla="*/ 55990 h 291719"/>
                  <a:gd name="T26" fmla="*/ 134376 w 291719"/>
                  <a:gd name="T27" fmla="*/ 37327 h 291719"/>
                  <a:gd name="T28" fmla="*/ 179169 w 291719"/>
                  <a:gd name="T29" fmla="*/ 246357 h 291719"/>
                  <a:gd name="T30" fmla="*/ 104515 w 291719"/>
                  <a:gd name="T31" fmla="*/ 246357 h 291719"/>
                  <a:gd name="T32" fmla="*/ 104515 w 291719"/>
                  <a:gd name="T33" fmla="*/ 223961 h 291719"/>
                  <a:gd name="T34" fmla="*/ 130644 w 291719"/>
                  <a:gd name="T35" fmla="*/ 223961 h 291719"/>
                  <a:gd name="T36" fmla="*/ 130644 w 291719"/>
                  <a:gd name="T37" fmla="*/ 111981 h 291719"/>
                  <a:gd name="T38" fmla="*/ 108248 w 291719"/>
                  <a:gd name="T39" fmla="*/ 111981 h 291719"/>
                  <a:gd name="T40" fmla="*/ 108248 w 291719"/>
                  <a:gd name="T41" fmla="*/ 89584 h 291719"/>
                  <a:gd name="T42" fmla="*/ 153040 w 291719"/>
                  <a:gd name="T43" fmla="*/ 89584 h 291719"/>
                  <a:gd name="T44" fmla="*/ 153040 w 291719"/>
                  <a:gd name="T45" fmla="*/ 111981 h 291719"/>
                  <a:gd name="T46" fmla="*/ 153040 w 291719"/>
                  <a:gd name="T47" fmla="*/ 223961 h 291719"/>
                  <a:gd name="T48" fmla="*/ 179169 w 291719"/>
                  <a:gd name="T49" fmla="*/ 223961 h 291719"/>
                  <a:gd name="T50" fmla="*/ 179169 w 291719"/>
                  <a:gd name="T51" fmla="*/ 246357 h 291719"/>
                  <a:gd name="T52" fmla="*/ 17694720 60000 65536"/>
                  <a:gd name="T53" fmla="*/ 0 60000 65536"/>
                  <a:gd name="T54" fmla="*/ 5898240 60000 65536"/>
                  <a:gd name="T55" fmla="*/ 1179648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291719"/>
                  <a:gd name="T79" fmla="*/ 0 h 291719"/>
                  <a:gd name="T80" fmla="*/ 291719 w 291719"/>
                  <a:gd name="T81" fmla="*/ 291719 h 29171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NL"/>
              </a:p>
            </p:txBody>
          </p:sp>
        </p:grpSp>
        <p:grpSp>
          <p:nvGrpSpPr>
            <p:cNvPr id="19" name="Groep 25">
              <a:extLst>
                <a:ext uri="{FF2B5EF4-FFF2-40B4-BE49-F238E27FC236}">
                  <a16:creationId xmlns:a16="http://schemas.microsoft.com/office/drawing/2014/main" id="{289AD254-3F7E-77A8-EAAB-B7C8692587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938430" y="4364019"/>
              <a:ext cx="627799" cy="576684"/>
              <a:chOff x="-938430" y="4364019"/>
              <a:chExt cx="627799" cy="576684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41B4F6BB-E0E4-1013-7F12-F8734E1673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716112" y="4364019"/>
                <a:ext cx="169776" cy="242389"/>
                <a:chOff x="-716112" y="4364019"/>
                <a:chExt cx="169776" cy="242389"/>
              </a:xfrm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BD3CA00C-6DEF-507C-190B-34B65B0A0F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665911" y="4450851"/>
                  <a:ext cx="68726" cy="62051"/>
                </a:xfrm>
                <a:custGeom>
                  <a:avLst/>
                  <a:gdLst>
                    <a:gd name="T0" fmla="*/ 34363 w 319"/>
                    <a:gd name="T1" fmla="*/ 0 h 288"/>
                    <a:gd name="T2" fmla="*/ 68726 w 319"/>
                    <a:gd name="T3" fmla="*/ 31026 h 288"/>
                    <a:gd name="T4" fmla="*/ 34363 w 319"/>
                    <a:gd name="T5" fmla="*/ 62051 h 288"/>
                    <a:gd name="T6" fmla="*/ 0 w 319"/>
                    <a:gd name="T7" fmla="*/ 31026 h 288"/>
                    <a:gd name="T8" fmla="*/ 47397 w 319"/>
                    <a:gd name="T9" fmla="*/ 62051 h 288"/>
                    <a:gd name="T10" fmla="*/ 23052 w 319"/>
                    <a:gd name="T11" fmla="*/ 62051 h 288"/>
                    <a:gd name="T12" fmla="*/ 0 w 319"/>
                    <a:gd name="T13" fmla="*/ 0 h 288"/>
                    <a:gd name="T14" fmla="*/ 68726 w 319"/>
                    <a:gd name="T15" fmla="*/ 0 h 288"/>
                    <a:gd name="T16" fmla="*/ 47397 w 319"/>
                    <a:gd name="T17" fmla="*/ 62051 h 288"/>
                    <a:gd name="T18" fmla="*/ 17694720 60000 65536"/>
                    <a:gd name="T19" fmla="*/ 0 60000 65536"/>
                    <a:gd name="T20" fmla="*/ 5898240 60000 65536"/>
                    <a:gd name="T21" fmla="*/ 1179648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19"/>
                    <a:gd name="T28" fmla="*/ 0 h 288"/>
                    <a:gd name="T29" fmla="*/ 319 w 319"/>
                    <a:gd name="T30" fmla="*/ 288 h 288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0E027B10-884F-B4B4-3084-22EAE77225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661394" y="4582277"/>
                  <a:ext cx="60761" cy="24131"/>
                </a:xfrm>
                <a:custGeom>
                  <a:avLst/>
                  <a:gdLst>
                    <a:gd name="T0" fmla="*/ 30381 w 251"/>
                    <a:gd name="T1" fmla="*/ 0 h 100"/>
                    <a:gd name="T2" fmla="*/ 60761 w 251"/>
                    <a:gd name="T3" fmla="*/ 12066 h 100"/>
                    <a:gd name="T4" fmla="*/ 30381 w 251"/>
                    <a:gd name="T5" fmla="*/ 24131 h 100"/>
                    <a:gd name="T6" fmla="*/ 0 w 251"/>
                    <a:gd name="T7" fmla="*/ 12066 h 100"/>
                    <a:gd name="T8" fmla="*/ 55435 w 251"/>
                    <a:gd name="T9" fmla="*/ 16892 h 100"/>
                    <a:gd name="T10" fmla="*/ 55435 w 251"/>
                    <a:gd name="T11" fmla="*/ 16650 h 100"/>
                    <a:gd name="T12" fmla="*/ 60761 w 251"/>
                    <a:gd name="T13" fmla="*/ 0 h 100"/>
                    <a:gd name="T14" fmla="*/ 0 w 251"/>
                    <a:gd name="T15" fmla="*/ 0 h 100"/>
                    <a:gd name="T16" fmla="*/ 5326 w 251"/>
                    <a:gd name="T17" fmla="*/ 16650 h 100"/>
                    <a:gd name="T18" fmla="*/ 15251 w 251"/>
                    <a:gd name="T19" fmla="*/ 24131 h 100"/>
                    <a:gd name="T20" fmla="*/ 45510 w 251"/>
                    <a:gd name="T21" fmla="*/ 24131 h 100"/>
                    <a:gd name="T22" fmla="*/ 55435 w 251"/>
                    <a:gd name="T23" fmla="*/ 17133 h 100"/>
                    <a:gd name="T24" fmla="*/ 55435 w 251"/>
                    <a:gd name="T25" fmla="*/ 17133 h 100"/>
                    <a:gd name="T26" fmla="*/ 55435 w 251"/>
                    <a:gd name="T27" fmla="*/ 16892 h 100"/>
                    <a:gd name="T28" fmla="*/ 17694720 60000 65536"/>
                    <a:gd name="T29" fmla="*/ 0 60000 65536"/>
                    <a:gd name="T30" fmla="*/ 5898240 60000 65536"/>
                    <a:gd name="T31" fmla="*/ 1179648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251"/>
                    <a:gd name="T43" fmla="*/ 0 h 100"/>
                    <a:gd name="T44" fmla="*/ 251 w 251"/>
                    <a:gd name="T45" fmla="*/ 100 h 100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D9FA1"/>
                    </a:gs>
                    <a:gs pos="100000">
                      <a:srgbClr val="211F26"/>
                    </a:gs>
                  </a:gsLst>
                  <a:lin ang="270000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DDCF48E5-01C5-3FCD-6891-5951CD4D80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716112" y="4364019"/>
                  <a:ext cx="169776" cy="208126"/>
                </a:xfrm>
                <a:custGeom>
                  <a:avLst/>
                  <a:gdLst>
                    <a:gd name="T0" fmla="*/ 84888 w 702"/>
                    <a:gd name="T1" fmla="*/ 0 h 860"/>
                    <a:gd name="T2" fmla="*/ 169776 w 702"/>
                    <a:gd name="T3" fmla="*/ 104063 h 860"/>
                    <a:gd name="T4" fmla="*/ 84888 w 702"/>
                    <a:gd name="T5" fmla="*/ 208126 h 860"/>
                    <a:gd name="T6" fmla="*/ 0 w 702"/>
                    <a:gd name="T7" fmla="*/ 104063 h 860"/>
                    <a:gd name="T8" fmla="*/ 84888 w 702"/>
                    <a:gd name="T9" fmla="*/ 0 h 860"/>
                    <a:gd name="T10" fmla="*/ 0 w 702"/>
                    <a:gd name="T11" fmla="*/ 84944 h 860"/>
                    <a:gd name="T12" fmla="*/ 32407 w 702"/>
                    <a:gd name="T13" fmla="*/ 151738 h 860"/>
                    <a:gd name="T14" fmla="*/ 39905 w 702"/>
                    <a:gd name="T15" fmla="*/ 173761 h 860"/>
                    <a:gd name="T16" fmla="*/ 64331 w 702"/>
                    <a:gd name="T17" fmla="*/ 173761 h 860"/>
                    <a:gd name="T18" fmla="*/ 64331 w 702"/>
                    <a:gd name="T19" fmla="*/ 173761 h 860"/>
                    <a:gd name="T20" fmla="*/ 104961 w 702"/>
                    <a:gd name="T21" fmla="*/ 173761 h 860"/>
                    <a:gd name="T22" fmla="*/ 101334 w 702"/>
                    <a:gd name="T23" fmla="*/ 183925 h 860"/>
                    <a:gd name="T24" fmla="*/ 68684 w 702"/>
                    <a:gd name="T25" fmla="*/ 183925 h 860"/>
                    <a:gd name="T26" fmla="*/ 68684 w 702"/>
                    <a:gd name="T27" fmla="*/ 183925 h 860"/>
                    <a:gd name="T28" fmla="*/ 43290 w 702"/>
                    <a:gd name="T29" fmla="*/ 183925 h 860"/>
                    <a:gd name="T30" fmla="*/ 51271 w 702"/>
                    <a:gd name="T31" fmla="*/ 208126 h 860"/>
                    <a:gd name="T32" fmla="*/ 51271 w 702"/>
                    <a:gd name="T33" fmla="*/ 208126 h 860"/>
                    <a:gd name="T34" fmla="*/ 52239 w 702"/>
                    <a:gd name="T35" fmla="*/ 208126 h 860"/>
                    <a:gd name="T36" fmla="*/ 118021 w 702"/>
                    <a:gd name="T37" fmla="*/ 208126 h 860"/>
                    <a:gd name="T38" fmla="*/ 118746 w 702"/>
                    <a:gd name="T39" fmla="*/ 208126 h 860"/>
                    <a:gd name="T40" fmla="*/ 137852 w 702"/>
                    <a:gd name="T41" fmla="*/ 151254 h 860"/>
                    <a:gd name="T42" fmla="*/ 169776 w 702"/>
                    <a:gd name="T43" fmla="*/ 84944 h 860"/>
                    <a:gd name="T44" fmla="*/ 84888 w 702"/>
                    <a:gd name="T45" fmla="*/ 0 h 860"/>
                    <a:gd name="T46" fmla="*/ 141964 w 702"/>
                    <a:gd name="T47" fmla="*/ 105999 h 860"/>
                    <a:gd name="T48" fmla="*/ 117295 w 702"/>
                    <a:gd name="T49" fmla="*/ 136250 h 860"/>
                    <a:gd name="T50" fmla="*/ 109798 w 702"/>
                    <a:gd name="T51" fmla="*/ 159241 h 860"/>
                    <a:gd name="T52" fmla="*/ 60462 w 702"/>
                    <a:gd name="T53" fmla="*/ 159241 h 860"/>
                    <a:gd name="T54" fmla="*/ 52964 w 702"/>
                    <a:gd name="T55" fmla="*/ 136734 h 860"/>
                    <a:gd name="T56" fmla="*/ 27812 w 702"/>
                    <a:gd name="T57" fmla="*/ 106241 h 860"/>
                    <a:gd name="T58" fmla="*/ 23943 w 702"/>
                    <a:gd name="T59" fmla="*/ 84944 h 860"/>
                    <a:gd name="T60" fmla="*/ 84888 w 702"/>
                    <a:gd name="T61" fmla="*/ 23959 h 860"/>
                    <a:gd name="T62" fmla="*/ 145833 w 702"/>
                    <a:gd name="T63" fmla="*/ 84944 h 860"/>
                    <a:gd name="T64" fmla="*/ 141964 w 702"/>
                    <a:gd name="T65" fmla="*/ 105999 h 860"/>
                    <a:gd name="T66" fmla="*/ 17694720 60000 65536"/>
                    <a:gd name="T67" fmla="*/ 0 60000 65536"/>
                    <a:gd name="T68" fmla="*/ 5898240 60000 65536"/>
                    <a:gd name="T69" fmla="*/ 1179648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702"/>
                    <a:gd name="T100" fmla="*/ 0 h 860"/>
                    <a:gd name="T101" fmla="*/ 702 w 702"/>
                    <a:gd name="T102" fmla="*/ 860 h 860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D9FA1"/>
                    </a:gs>
                    <a:gs pos="100000">
                      <a:srgbClr val="211F26"/>
                    </a:gs>
                  </a:gsLst>
                  <a:lin ang="2700000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NL"/>
                </a:p>
              </p:txBody>
            </p:sp>
          </p:grpSp>
          <p:sp>
            <p:nvSpPr>
              <p:cNvPr id="28" name="Tekstvak 34">
                <a:extLst>
                  <a:ext uri="{FF2B5EF4-FFF2-40B4-BE49-F238E27FC236}">
                    <a16:creationId xmlns:a16="http://schemas.microsoft.com/office/drawing/2014/main" id="{C005A9E9-54ED-C4D8-93D0-74AD2D3286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938430" y="4618469"/>
                <a:ext cx="627799" cy="322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0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Inspiration</a:t>
                </a:r>
              </a:p>
            </p:txBody>
          </p:sp>
        </p:grpSp>
        <p:grpSp>
          <p:nvGrpSpPr>
            <p:cNvPr id="20" name="Groep 26">
              <a:extLst>
                <a:ext uri="{FF2B5EF4-FFF2-40B4-BE49-F238E27FC236}">
                  <a16:creationId xmlns:a16="http://schemas.microsoft.com/office/drawing/2014/main" id="{B4C7685A-6089-569A-ECB6-86E1E12E7A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365485" y="1226978"/>
              <a:ext cx="446940" cy="406486"/>
              <a:chOff x="-3365485" y="1226978"/>
              <a:chExt cx="446940" cy="406486"/>
            </a:xfrm>
          </p:grpSpPr>
          <p:grpSp>
            <p:nvGrpSpPr>
              <p:cNvPr id="21" name="Groep 27">
                <a:extLst>
                  <a:ext uri="{FF2B5EF4-FFF2-40B4-BE49-F238E27FC236}">
                    <a16:creationId xmlns:a16="http://schemas.microsoft.com/office/drawing/2014/main" id="{9B7FFA37-0E3C-D923-D15B-03225BD969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285311" y="1226978"/>
                <a:ext cx="284168" cy="246686"/>
                <a:chOff x="-3285311" y="1226978"/>
                <a:chExt cx="284168" cy="246686"/>
              </a:xfrm>
            </p:grpSpPr>
            <p:sp>
              <p:nvSpPr>
                <p:cNvPr id="23" name="Vrije vorm: vorm 29">
                  <a:extLst>
                    <a:ext uri="{FF2B5EF4-FFF2-40B4-BE49-F238E27FC236}">
                      <a16:creationId xmlns:a16="http://schemas.microsoft.com/office/drawing/2014/main" id="{BF77ACFC-1235-5FDD-E0D4-90CCF9A3A9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3236719" y="1287612"/>
                  <a:ext cx="47978" cy="47868"/>
                </a:xfrm>
                <a:custGeom>
                  <a:avLst/>
                  <a:gdLst>
                    <a:gd name="T0" fmla="*/ 23989 w 371475"/>
                    <a:gd name="T1" fmla="*/ 0 h 371475"/>
                    <a:gd name="T2" fmla="*/ 47978 w 371475"/>
                    <a:gd name="T3" fmla="*/ 23934 h 371475"/>
                    <a:gd name="T4" fmla="*/ 23989 w 371475"/>
                    <a:gd name="T5" fmla="*/ 47868 h 371475"/>
                    <a:gd name="T6" fmla="*/ 0 w 371475"/>
                    <a:gd name="T7" fmla="*/ 23934 h 371475"/>
                    <a:gd name="T8" fmla="*/ 47670 w 371475"/>
                    <a:gd name="T9" fmla="*/ 24241 h 371475"/>
                    <a:gd name="T10" fmla="*/ 24297 w 371475"/>
                    <a:gd name="T11" fmla="*/ 47561 h 371475"/>
                    <a:gd name="T12" fmla="*/ 923 w 371475"/>
                    <a:gd name="T13" fmla="*/ 24241 h 371475"/>
                    <a:gd name="T14" fmla="*/ 24297 w 371475"/>
                    <a:gd name="T15" fmla="*/ 921 h 371475"/>
                    <a:gd name="T16" fmla="*/ 47670 w 371475"/>
                    <a:gd name="T17" fmla="*/ 24241 h 371475"/>
                    <a:gd name="T18" fmla="*/ 17694720 60000 65536"/>
                    <a:gd name="T19" fmla="*/ 0 60000 65536"/>
                    <a:gd name="T20" fmla="*/ 5898240 60000 65536"/>
                    <a:gd name="T21" fmla="*/ 1179648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71475"/>
                    <a:gd name="T28" fmla="*/ 0 h 371475"/>
                    <a:gd name="T29" fmla="*/ 371475 w 371475"/>
                    <a:gd name="T30" fmla="*/ 371475 h 371475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NL"/>
                </a:p>
              </p:txBody>
            </p:sp>
            <p:grpSp>
              <p:nvGrpSpPr>
                <p:cNvPr id="24" name="Groep 30">
                  <a:extLst>
                    <a:ext uri="{FF2B5EF4-FFF2-40B4-BE49-F238E27FC236}">
                      <a16:creationId xmlns:a16="http://schemas.microsoft.com/office/drawing/2014/main" id="{27E84DFA-1882-860B-8192-8CB0299E520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285311" y="1226978"/>
                  <a:ext cx="284168" cy="246686"/>
                  <a:chOff x="-3285311" y="1226978"/>
                  <a:chExt cx="284168" cy="246686"/>
                </a:xfrm>
              </p:grpSpPr>
              <p:sp>
                <p:nvSpPr>
                  <p:cNvPr id="25" name="Vrije vorm: vorm 31">
                    <a:extLst>
                      <a:ext uri="{FF2B5EF4-FFF2-40B4-BE49-F238E27FC236}">
                        <a16:creationId xmlns:a16="http://schemas.microsoft.com/office/drawing/2014/main" id="{C007402F-602B-BD60-6422-527541F024C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3285311" y="1226978"/>
                    <a:ext cx="284168" cy="246686"/>
                  </a:xfrm>
                  <a:custGeom>
                    <a:avLst/>
                    <a:gdLst>
                      <a:gd name="T0" fmla="*/ 142084 w 2200275"/>
                      <a:gd name="T1" fmla="*/ 0 h 1914525"/>
                      <a:gd name="T2" fmla="*/ 284168 w 2200275"/>
                      <a:gd name="T3" fmla="*/ 123343 h 1914525"/>
                      <a:gd name="T4" fmla="*/ 142084 w 2200275"/>
                      <a:gd name="T5" fmla="*/ 246686 h 1914525"/>
                      <a:gd name="T6" fmla="*/ 0 w 2200275"/>
                      <a:gd name="T7" fmla="*/ 123343 h 1914525"/>
                      <a:gd name="T8" fmla="*/ 923 w 2200275"/>
                      <a:gd name="T9" fmla="*/ 921 h 1914525"/>
                      <a:gd name="T10" fmla="*/ 923 w 2200275"/>
                      <a:gd name="T11" fmla="*/ 31603 h 1914525"/>
                      <a:gd name="T12" fmla="*/ 55911 w 2200275"/>
                      <a:gd name="T13" fmla="*/ 31603 h 1914525"/>
                      <a:gd name="T14" fmla="*/ 55911 w 2200275"/>
                      <a:gd name="T15" fmla="*/ 31603 h 1914525"/>
                      <a:gd name="T16" fmla="*/ 253106 w 2200275"/>
                      <a:gd name="T17" fmla="*/ 31603 h 1914525"/>
                      <a:gd name="T18" fmla="*/ 253106 w 2200275"/>
                      <a:gd name="T19" fmla="*/ 215697 h 1914525"/>
                      <a:gd name="T20" fmla="*/ 31677 w 2200275"/>
                      <a:gd name="T21" fmla="*/ 215697 h 1914525"/>
                      <a:gd name="T22" fmla="*/ 31677 w 2200275"/>
                      <a:gd name="T23" fmla="*/ 45103 h 1914525"/>
                      <a:gd name="T24" fmla="*/ 923 w 2200275"/>
                      <a:gd name="T25" fmla="*/ 45103 h 1914525"/>
                      <a:gd name="T26" fmla="*/ 923 w 2200275"/>
                      <a:gd name="T27" fmla="*/ 246379 h 1914525"/>
                      <a:gd name="T28" fmla="*/ 283860 w 2200275"/>
                      <a:gd name="T29" fmla="*/ 246379 h 1914525"/>
                      <a:gd name="T30" fmla="*/ 283860 w 2200275"/>
                      <a:gd name="T31" fmla="*/ 921 h 1914525"/>
                      <a:gd name="T32" fmla="*/ 17694720 60000 65536"/>
                      <a:gd name="T33" fmla="*/ 0 60000 65536"/>
                      <a:gd name="T34" fmla="*/ 5898240 60000 65536"/>
                      <a:gd name="T35" fmla="*/ 1179648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2200275"/>
                      <a:gd name="T49" fmla="*/ 0 h 1914525"/>
                      <a:gd name="T50" fmla="*/ 2200275 w 2200275"/>
                      <a:gd name="T51" fmla="*/ 1914525 h 191452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lnTo>
                          <a:pt x="714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NL"/>
                  </a:p>
                </p:txBody>
              </p:sp>
              <p:sp>
                <p:nvSpPr>
                  <p:cNvPr id="26" name="Vrije vorm: vorm 32">
                    <a:extLst>
                      <a:ext uri="{FF2B5EF4-FFF2-40B4-BE49-F238E27FC236}">
                        <a16:creationId xmlns:a16="http://schemas.microsoft.com/office/drawing/2014/main" id="{9C17D40D-9A01-451F-5713-0E52DC40F9B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3236847" y="1303321"/>
                    <a:ext cx="185751" cy="114144"/>
                  </a:xfrm>
                  <a:custGeom>
                    <a:avLst/>
                    <a:gdLst>
                      <a:gd name="T0" fmla="*/ 92876 w 1438275"/>
                      <a:gd name="T1" fmla="*/ 0 h 885825"/>
                      <a:gd name="T2" fmla="*/ 185751 w 1438275"/>
                      <a:gd name="T3" fmla="*/ 57072 h 885825"/>
                      <a:gd name="T4" fmla="*/ 92876 w 1438275"/>
                      <a:gd name="T5" fmla="*/ 114144 h 885825"/>
                      <a:gd name="T6" fmla="*/ 0 w 1438275"/>
                      <a:gd name="T7" fmla="*/ 57072 h 885825"/>
                      <a:gd name="T8" fmla="*/ 138206 w 1438275"/>
                      <a:gd name="T9" fmla="*/ 921 h 885825"/>
                      <a:gd name="T10" fmla="*/ 103516 w 1438275"/>
                      <a:gd name="T11" fmla="*/ 35532 h 885825"/>
                      <a:gd name="T12" fmla="*/ 85556 w 1438275"/>
                      <a:gd name="T13" fmla="*/ 17735 h 885825"/>
                      <a:gd name="T14" fmla="*/ 923 w 1438275"/>
                      <a:gd name="T15" fmla="*/ 101073 h 885825"/>
                      <a:gd name="T16" fmla="*/ 13962 w 1438275"/>
                      <a:gd name="T17" fmla="*/ 114083 h 885825"/>
                      <a:gd name="T18" fmla="*/ 85556 w 1438275"/>
                      <a:gd name="T19" fmla="*/ 43632 h 885825"/>
                      <a:gd name="T20" fmla="*/ 119877 w 1438275"/>
                      <a:gd name="T21" fmla="*/ 77998 h 885825"/>
                      <a:gd name="T22" fmla="*/ 132916 w 1438275"/>
                      <a:gd name="T23" fmla="*/ 64866 h 885825"/>
                      <a:gd name="T24" fmla="*/ 116556 w 1438275"/>
                      <a:gd name="T25" fmla="*/ 48542 h 885825"/>
                      <a:gd name="T26" fmla="*/ 138206 w 1438275"/>
                      <a:gd name="T27" fmla="*/ 26940 h 885825"/>
                      <a:gd name="T28" fmla="*/ 172773 w 1438275"/>
                      <a:gd name="T29" fmla="*/ 61920 h 885825"/>
                      <a:gd name="T30" fmla="*/ 185812 w 1438275"/>
                      <a:gd name="T31" fmla="*/ 48787 h 885825"/>
                      <a:gd name="T32" fmla="*/ 17694720 60000 65536"/>
                      <a:gd name="T33" fmla="*/ 0 60000 65536"/>
                      <a:gd name="T34" fmla="*/ 5898240 60000 65536"/>
                      <a:gd name="T35" fmla="*/ 1179648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1438275"/>
                      <a:gd name="T49" fmla="*/ 0 h 885825"/>
                      <a:gd name="T50" fmla="*/ 1438275 w 1438275"/>
                      <a:gd name="T51" fmla="*/ 885825 h 88582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lnTo>
                          <a:pt x="1070134" y="714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D9FA1"/>
                      </a:gs>
                      <a:gs pos="100000">
                        <a:srgbClr val="211F26"/>
                      </a:gs>
                    </a:gsLst>
                    <a:lin ang="2700000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NL"/>
                  </a:p>
                </p:txBody>
              </p:sp>
            </p:grpSp>
          </p:grpSp>
          <p:sp>
            <p:nvSpPr>
              <p:cNvPr id="22" name="Tekstvak 28">
                <a:extLst>
                  <a:ext uri="{FF2B5EF4-FFF2-40B4-BE49-F238E27FC236}">
                    <a16:creationId xmlns:a16="http://schemas.microsoft.com/office/drawing/2014/main" id="{F45B7C92-63D8-1BC6-F620-7B3E710CC7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365485" y="1489959"/>
                <a:ext cx="446940" cy="1435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8004" rIns="0" bIns="0" anchorCtr="1"/>
              <a:lstStyle>
                <a:lvl1pPr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ptos" panose="020B00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altLang="en-NL" sz="100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Images</a:t>
                </a:r>
              </a:p>
            </p:txBody>
          </p:sp>
        </p:grpSp>
      </p:grpSp>
      <p:sp>
        <p:nvSpPr>
          <p:cNvPr id="2" name="Tijdelijke aanduiding voor afbeelding 16"/>
          <p:cNvSpPr txBox="1">
            <a:spLocks noGrp="1"/>
          </p:cNvSpPr>
          <p:nvPr>
            <p:ph type="pic" idx="4294967295"/>
          </p:nvPr>
        </p:nvSpPr>
        <p:spPr>
          <a:xfrm>
            <a:off x="8917814" y="1565279"/>
            <a:ext cx="2553462" cy="2129756"/>
          </a:xfrm>
          <a:blipFill>
            <a:blip r:embed="rId3"/>
            <a:tile/>
          </a:blipFill>
        </p:spPr>
        <p:txBody>
          <a:bodyPr bIns="1259997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‘Slidebuilder’,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3" name="Tijdelijke aanduiding voor afbeelding 16"/>
          <p:cNvSpPr txBox="1">
            <a:spLocks noGrp="1"/>
          </p:cNvSpPr>
          <p:nvPr>
            <p:ph type="pic" idx="4294967295"/>
          </p:nvPr>
        </p:nvSpPr>
        <p:spPr>
          <a:xfrm>
            <a:off x="719139" y="3873956"/>
            <a:ext cx="2553462" cy="2129756"/>
          </a:xfrm>
          <a:blipFill>
            <a:blip r:embed="rId3"/>
            <a:tile/>
          </a:blipFill>
        </p:spPr>
        <p:txBody>
          <a:bodyPr bIns="1259997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‘Slidebuilder’,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4" name="Tijdelijke aanduiding voor afbeelding 16"/>
          <p:cNvSpPr txBox="1">
            <a:spLocks noGrp="1"/>
          </p:cNvSpPr>
          <p:nvPr>
            <p:ph type="pic" idx="4294967295"/>
          </p:nvPr>
        </p:nvSpPr>
        <p:spPr>
          <a:xfrm>
            <a:off x="3452024" y="3873956"/>
            <a:ext cx="2553462" cy="2129756"/>
          </a:xfrm>
          <a:blipFill>
            <a:blip r:embed="rId3"/>
            <a:tile/>
          </a:blipFill>
        </p:spPr>
        <p:txBody>
          <a:bodyPr bIns="1259997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‘Slidebuilder’,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5" name="Tijdelijke aanduiding voor afbeelding 16"/>
          <p:cNvSpPr txBox="1">
            <a:spLocks noGrp="1"/>
          </p:cNvSpPr>
          <p:nvPr>
            <p:ph type="pic" idx="4294967295"/>
          </p:nvPr>
        </p:nvSpPr>
        <p:spPr>
          <a:xfrm>
            <a:off x="6184919" y="3873956"/>
            <a:ext cx="2553462" cy="2129756"/>
          </a:xfrm>
          <a:blipFill>
            <a:blip r:embed="rId3"/>
            <a:tile/>
          </a:blipFill>
        </p:spPr>
        <p:txBody>
          <a:bodyPr bIns="1259997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‘Slidebuilder’,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  <p:sp>
        <p:nvSpPr>
          <p:cNvPr id="6" name="Tijdelijke aanduiding voor afbeelding 16"/>
          <p:cNvSpPr txBox="1">
            <a:spLocks noGrp="1"/>
          </p:cNvSpPr>
          <p:nvPr>
            <p:ph type="pic" idx="4294967295"/>
          </p:nvPr>
        </p:nvSpPr>
        <p:spPr>
          <a:xfrm>
            <a:off x="8917814" y="3873956"/>
            <a:ext cx="2553462" cy="2129756"/>
          </a:xfrm>
          <a:blipFill>
            <a:blip r:embed="rId3"/>
            <a:tile/>
          </a:blipFill>
        </p:spPr>
        <p:txBody>
          <a:bodyPr bIns="1259997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/>
              <a:t>Select this placeholder, go to </a:t>
            </a:r>
            <a:br>
              <a:rPr lang="en-GB" noProof="0"/>
            </a:br>
            <a:r>
              <a:rPr lang="en-GB" noProof="0"/>
              <a:t>the tab ‘Slidebuilder’, click on ‘Images’, select the preferred image </a:t>
            </a:r>
            <a:br>
              <a:rPr lang="en-GB" noProof="0"/>
            </a:br>
            <a:r>
              <a:rPr lang="en-GB" noProof="0"/>
              <a:t>and click on ‘Insert’.</a:t>
            </a:r>
          </a:p>
        </p:txBody>
      </p:sp>
    </p:spTree>
    <p:extLst>
      <p:ext uri="{BB962C8B-B14F-4D97-AF65-F5344CB8AC3E}">
        <p14:creationId xmlns:p14="http://schemas.microsoft.com/office/powerpoint/2010/main" val="2005405710"/>
      </p:ext>
    </p:extLst>
  </p:cSld>
  <p:clrMapOvr>
    <a:masterClrMapping/>
  </p:clrMapOvr>
  <p:transition spd="med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#1">
    <p:bg>
      <p:bgPr>
        <a:solidFill>
          <a:srgbClr val="00A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6380780"/>
      </p:ext>
    </p:extLst>
  </p:cSld>
  <p:clrMapOvr>
    <a:masterClrMapping/>
  </p:clrMapOvr>
  <p:transition spd="med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#2">
    <p:bg>
      <p:bgPr>
        <a:solidFill>
          <a:srgbClr val="00A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3908705"/>
      </p:ext>
    </p:extLst>
  </p:cSld>
  <p:clrMapOvr>
    <a:masterClrMapping/>
  </p:clrMapOvr>
  <p:transition spd="med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0882019"/>
      </p:ext>
    </p:extLst>
  </p:cSld>
  <p:clrMapOvr>
    <a:masterClrMapping/>
  </p:clrMapOvr>
  <p:transition spd="med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0721457"/>
      </p:ext>
    </p:extLst>
  </p:cSld>
  <p:clrMapOvr>
    <a:masterClrMapping/>
  </p:clrMapOvr>
  <p:transition spd="med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#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2624137"/>
      </p:ext>
    </p:extLst>
  </p:cSld>
  <p:clrMapOvr>
    <a:masterClrMapping/>
  </p:clrMapOvr>
  <p:transition spd="med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#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6797243"/>
      </p:ext>
    </p:extLst>
  </p:cSld>
  <p:clrMapOvr>
    <a:masterClrMapping/>
  </p:clrMapOvr>
  <p:transition spd="med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#1">
    <p:bg>
      <p:bgPr>
        <a:solidFill>
          <a:srgbClr val="00A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9461288"/>
      </p:ext>
    </p:extLst>
  </p:cSld>
  <p:clrMapOvr>
    <a:masterClrMapping/>
  </p:clrMapOvr>
  <p:transition spd="med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672195"/>
      </p:ext>
    </p:extLst>
  </p:cSld>
  <p:clrMapOvr>
    <a:masterClrMapping/>
  </p:clrMapOvr>
  <p:transition spd="med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750418"/>
      </p:ext>
    </p:extLst>
  </p:cSld>
  <p:clrMapOvr>
    <a:masterClrMapping/>
  </p:clrMapOvr>
  <p:transition spd="med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#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269044"/>
      </p:ext>
    </p:extLst>
  </p:cSld>
  <p:clrMapOvr>
    <a:masterClrMapping/>
  </p:clrMapOvr>
  <p:transition spd="med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#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6629792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jdelijke aanduiding voor titel 1">
            <a:extLst>
              <a:ext uri="{FF2B5EF4-FFF2-40B4-BE49-F238E27FC236}">
                <a16:creationId xmlns:a16="http://schemas.microsoft.com/office/drawing/2014/main" id="{A9D47743-59F9-F5B0-8277-5A96FD3E2203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719138" y="722313"/>
            <a:ext cx="10752137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37800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NL"/>
              <a:t>Title goes here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98E60C7-4833-1716-7839-AD1B206C0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9138" y="1563688"/>
            <a:ext cx="10752137" cy="44338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en-GB"/>
              <a:t>Bullet</a:t>
            </a:r>
          </a:p>
          <a:p>
            <a:pPr lvl="1"/>
            <a:r>
              <a:rPr lang="en-GB"/>
              <a:t>Sub-bullet </a:t>
            </a:r>
          </a:p>
          <a:p>
            <a:pPr lvl="2"/>
            <a:r>
              <a:rPr lang="en-GB"/>
              <a:t>Default text</a:t>
            </a:r>
            <a:br>
              <a:rPr lang="en-GB"/>
            </a:br>
            <a:endParaRPr lang="en-GB"/>
          </a:p>
          <a:p>
            <a:pPr lvl="3"/>
            <a:r>
              <a:rPr lang="en-GB"/>
              <a:t>Title/Quote</a:t>
            </a:r>
          </a:p>
          <a:p>
            <a:pPr lvl="4"/>
            <a:r>
              <a:rPr lang="en-GB"/>
              <a:t>Subtitle</a:t>
            </a:r>
          </a:p>
          <a:p>
            <a:pPr lvl="5"/>
            <a:r>
              <a:rPr lang="en-GB"/>
              <a:t>Default text</a:t>
            </a:r>
            <a:br>
              <a:rPr lang="en-GB"/>
            </a:br>
            <a:endParaRPr lang="en-GB"/>
          </a:p>
          <a:p>
            <a:pPr lvl="6"/>
            <a:r>
              <a:rPr lang="en-GB"/>
              <a:t>Numerical bullet</a:t>
            </a:r>
          </a:p>
          <a:p>
            <a:pPr lvl="7"/>
            <a:r>
              <a:rPr lang="en-GB"/>
              <a:t>Alphabetical bullet</a:t>
            </a:r>
          </a:p>
          <a:p>
            <a:pPr lvl="8"/>
            <a:r>
              <a:rPr lang="en-GB"/>
              <a:t>Source</a:t>
            </a:r>
          </a:p>
        </p:txBody>
      </p:sp>
      <p:grpSp>
        <p:nvGrpSpPr>
          <p:cNvPr id="1028" name="GRID">
            <a:extLst>
              <a:ext uri="{FF2B5EF4-FFF2-40B4-BE49-F238E27FC236}">
                <a16:creationId xmlns:a16="http://schemas.microsoft.com/office/drawing/2014/main" id="{94E8294F-A195-F685-FA71-4D0463CD340E}"/>
              </a:ext>
            </a:extLst>
          </p:cNvPr>
          <p:cNvGrpSpPr>
            <a:grpSpLocks/>
          </p:cNvGrpSpPr>
          <p:nvPr/>
        </p:nvGrpSpPr>
        <p:grpSpPr bwMode="auto">
          <a:xfrm>
            <a:off x="-12700" y="0"/>
            <a:ext cx="12204700" cy="6858000"/>
            <a:chOff x="-12033" y="0"/>
            <a:chExt cx="12204029" cy="6858000"/>
          </a:xfrm>
        </p:grpSpPr>
        <p:sp>
          <p:nvSpPr>
            <p:cNvPr id="1059" name="Rechthoek 7" hidden="1">
              <a:extLst>
                <a:ext uri="{FF2B5EF4-FFF2-40B4-BE49-F238E27FC236}">
                  <a16:creationId xmlns:a16="http://schemas.microsoft.com/office/drawing/2014/main" id="{64CBF4A4-8C53-3FD4-47CB-A45933696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2033" y="0"/>
              <a:ext cx="12191996" cy="719998"/>
            </a:xfrm>
            <a:prstGeom prst="rect">
              <a:avLst/>
            </a:prstGeom>
            <a:solidFill>
              <a:srgbClr val="00A6D6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endParaRPr lang="en-GB" altLang="en-NL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60" name="Rechthoek 11" hidden="1">
              <a:extLst>
                <a:ext uri="{FF2B5EF4-FFF2-40B4-BE49-F238E27FC236}">
                  <a16:creationId xmlns:a16="http://schemas.microsoft.com/office/drawing/2014/main" id="{A01247CE-7DC8-E8A6-260F-1C7544EF0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719998" cy="6858000"/>
            </a:xfrm>
            <a:prstGeom prst="rect">
              <a:avLst/>
            </a:prstGeom>
            <a:solidFill>
              <a:srgbClr val="00A6D6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endParaRPr lang="en-GB" altLang="en-NL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61" name="Rechthoek 12" hidden="1">
              <a:extLst>
                <a:ext uri="{FF2B5EF4-FFF2-40B4-BE49-F238E27FC236}">
                  <a16:creationId xmlns:a16="http://schemas.microsoft.com/office/drawing/2014/main" id="{649C76F8-C8C2-F5A7-43F5-E09B5D4A0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1998" y="0"/>
              <a:ext cx="719998" cy="6858000"/>
            </a:xfrm>
            <a:prstGeom prst="rect">
              <a:avLst/>
            </a:prstGeom>
            <a:solidFill>
              <a:srgbClr val="00A6D6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endParaRPr lang="en-GB" altLang="en-NL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62" name="Rechthoek 15" hidden="1">
              <a:extLst>
                <a:ext uri="{FF2B5EF4-FFF2-40B4-BE49-F238E27FC236}">
                  <a16:creationId xmlns:a16="http://schemas.microsoft.com/office/drawing/2014/main" id="{D00FF543-78DB-20E9-93D4-300871E14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064526"/>
              <a:ext cx="12191996" cy="539998"/>
            </a:xfrm>
            <a:prstGeom prst="rect">
              <a:avLst/>
            </a:prstGeom>
            <a:solidFill>
              <a:srgbClr val="00A6D6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endParaRPr lang="en-GB" altLang="en-NL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63" name="Rechthoek 16" hidden="1">
              <a:extLst>
                <a:ext uri="{FF2B5EF4-FFF2-40B4-BE49-F238E27FC236}">
                  <a16:creationId xmlns:a16="http://schemas.microsoft.com/office/drawing/2014/main" id="{E816B008-3768-ED50-0616-1CA691260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498000"/>
              <a:ext cx="12191996" cy="359999"/>
            </a:xfrm>
            <a:prstGeom prst="rect">
              <a:avLst/>
            </a:prstGeom>
            <a:solidFill>
              <a:srgbClr val="00A6D6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endParaRPr lang="en-GB" altLang="en-NL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64" name="Rechthoek 17" hidden="1">
              <a:extLst>
                <a:ext uri="{FF2B5EF4-FFF2-40B4-BE49-F238E27FC236}">
                  <a16:creationId xmlns:a16="http://schemas.microsoft.com/office/drawing/2014/main" id="{70B3121B-662A-0399-3A9C-65A4CA1FE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5806211"/>
              <a:ext cx="12191996" cy="539998"/>
            </a:xfrm>
            <a:prstGeom prst="rect">
              <a:avLst/>
            </a:prstGeom>
            <a:solidFill>
              <a:srgbClr val="00A6D6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endParaRPr lang="en-GB" altLang="en-NL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1" name="Tekstvak 19">
            <a:extLst>
              <a:ext uri="{FF2B5EF4-FFF2-40B4-BE49-F238E27FC236}">
                <a16:creationId xmlns:a16="http://schemas.microsoft.com/office/drawing/2014/main" id="{2EA31EA9-DEF5-BD54-EF68-BBC8763024F3}"/>
              </a:ext>
            </a:extLst>
          </p:cNvPr>
          <p:cNvSpPr txBox="1"/>
          <p:nvPr/>
        </p:nvSpPr>
        <p:spPr>
          <a:xfrm>
            <a:off x="0" y="-636588"/>
            <a:ext cx="565150" cy="168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cap="all">
                <a:solidFill>
                  <a:srgbClr val="00A6D6"/>
                </a:solidFill>
                <a:latin typeface="Arial"/>
              </a:rPr>
              <a:t>layout</a:t>
            </a:r>
          </a:p>
        </p:txBody>
      </p:sp>
      <p:sp>
        <p:nvSpPr>
          <p:cNvPr id="12" name="Tijdelijke aanduiding voor datum 3">
            <a:extLst>
              <a:ext uri="{FF2B5EF4-FFF2-40B4-BE49-F238E27FC236}">
                <a16:creationId xmlns:a16="http://schemas.microsoft.com/office/drawing/2014/main" id="{0E9A5771-2252-32DC-C0A5-BD5313ADC43B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0147300" y="6405563"/>
            <a:ext cx="765175" cy="1841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ctr" anchorCtr="0" compatLnSpc="1">
            <a:spAutoFit/>
          </a:bodyPr>
          <a:lstStyle>
            <a:lvl1pPr marL="0" marR="0" lvl="0" indent="0" algn="r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 smtClean="0">
                <a:solidFill>
                  <a:srgbClr val="000000"/>
                </a:solidFill>
                <a:uFillTx/>
                <a:latin typeface="Arial"/>
                <a:cs typeface="Segoe UI Light" pitchFamily="34"/>
              </a:defRPr>
            </a:lvl1pPr>
          </a:lstStyle>
          <a:p>
            <a:pPr>
              <a:defRPr/>
            </a:pPr>
            <a:fld id="{BAA239D5-A270-45B9-B8A4-6C0820BF5EF7}" type="datetime1">
              <a:rPr/>
              <a:pPr>
                <a:defRPr/>
              </a:pPr>
              <a:t>22-10-2025</a:t>
            </a:fld>
            <a:endParaRPr lang="en-GB"/>
          </a:p>
        </p:txBody>
      </p:sp>
      <p:sp>
        <p:nvSpPr>
          <p:cNvPr id="13" name="Tijdelijke aanduiding voor dianummer 5">
            <a:extLst>
              <a:ext uri="{FF2B5EF4-FFF2-40B4-BE49-F238E27FC236}">
                <a16:creationId xmlns:a16="http://schemas.microsoft.com/office/drawing/2014/main" id="{D38DB08E-B191-4BC6-CEF6-002893D9A0E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179175" y="6405563"/>
            <a:ext cx="290513" cy="1841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ctr" anchorCtr="0" compatLnSpc="1">
            <a:spAutoFit/>
          </a:bodyPr>
          <a:lstStyle>
            <a:lvl1pPr marL="0" marR="0" lvl="0" indent="0" algn="r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1" i="0" u="none" strike="noStrike" kern="1200" cap="none" spc="0" baseline="0" smtClean="0">
                <a:solidFill>
                  <a:srgbClr val="000000"/>
                </a:solidFill>
                <a:uFillTx/>
                <a:latin typeface="Arial"/>
                <a:cs typeface="Segoe UI Light" pitchFamily="34"/>
              </a:defRPr>
            </a:lvl1pPr>
          </a:lstStyle>
          <a:p>
            <a:pPr>
              <a:defRPr/>
            </a:pPr>
            <a:fld id="{35FA1DFE-7874-4260-8238-0CA40CB30B9F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14" name="Tekstvak 3">
            <a:extLst>
              <a:ext uri="{FF2B5EF4-FFF2-40B4-BE49-F238E27FC236}">
                <a16:creationId xmlns:a16="http://schemas.microsoft.com/office/drawing/2014/main" id="{A2B48324-42D0-4387-FED3-130ED6A8F8A0}"/>
              </a:ext>
            </a:extLst>
          </p:cNvPr>
          <p:cNvSpPr txBox="1"/>
          <p:nvPr/>
        </p:nvSpPr>
        <p:spPr>
          <a:xfrm>
            <a:off x="10912475" y="-1279525"/>
            <a:ext cx="1279525" cy="1698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cap="all">
                <a:solidFill>
                  <a:srgbClr val="00A6D6"/>
                </a:solidFill>
                <a:latin typeface="Arial"/>
              </a:rPr>
              <a:t>Primary colors</a:t>
            </a:r>
          </a:p>
        </p:txBody>
      </p:sp>
      <p:grpSp>
        <p:nvGrpSpPr>
          <p:cNvPr id="1033" name="Groep 33">
            <a:extLst>
              <a:ext uri="{FF2B5EF4-FFF2-40B4-BE49-F238E27FC236}">
                <a16:creationId xmlns:a16="http://schemas.microsoft.com/office/drawing/2014/main" id="{C14C6B3D-006D-A925-1FCF-51D3287216A7}"/>
              </a:ext>
            </a:extLst>
          </p:cNvPr>
          <p:cNvGrpSpPr>
            <a:grpSpLocks/>
          </p:cNvGrpSpPr>
          <p:nvPr/>
        </p:nvGrpSpPr>
        <p:grpSpPr bwMode="auto">
          <a:xfrm>
            <a:off x="11552238" y="-1016000"/>
            <a:ext cx="639762" cy="179387"/>
            <a:chOff x="11552191" y="-1016099"/>
            <a:chExt cx="639805" cy="179999"/>
          </a:xfrm>
        </p:grpSpPr>
        <p:sp>
          <p:nvSpPr>
            <p:cNvPr id="1056" name="Rechthoek 4">
              <a:extLst>
                <a:ext uri="{FF2B5EF4-FFF2-40B4-BE49-F238E27FC236}">
                  <a16:creationId xmlns:a16="http://schemas.microsoft.com/office/drawing/2014/main" id="{B11F8ED4-BD06-A905-42C2-D54548BF7F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11997" y="-1016099"/>
              <a:ext cx="179999" cy="179999"/>
            </a:xfrm>
            <a:prstGeom prst="rect">
              <a:avLst/>
            </a:prstGeom>
            <a:solidFill>
              <a:srgbClr val="000000"/>
            </a:solidFill>
            <a:ln w="12701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43999" tIns="143999" rIns="143999" bIns="143999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altLang="en-NL" sz="1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57" name="Rechthoek 6">
              <a:extLst>
                <a:ext uri="{FF2B5EF4-FFF2-40B4-BE49-F238E27FC236}">
                  <a16:creationId xmlns:a16="http://schemas.microsoft.com/office/drawing/2014/main" id="{D5A2547D-A2CB-941D-C86D-3E22AA9B0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82089" y="-1016099"/>
              <a:ext cx="179999" cy="179999"/>
            </a:xfrm>
            <a:prstGeom prst="rect">
              <a:avLst/>
            </a:prstGeom>
            <a:solidFill>
              <a:srgbClr val="FFFFFF"/>
            </a:solidFill>
            <a:ln w="12701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43999" tIns="143999" rIns="143999" bIns="143999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altLang="en-NL" sz="1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58" name="Rechthoek 8">
              <a:extLst>
                <a:ext uri="{FF2B5EF4-FFF2-40B4-BE49-F238E27FC236}">
                  <a16:creationId xmlns:a16="http://schemas.microsoft.com/office/drawing/2014/main" id="{C7DEA593-70AD-34E9-F2AB-27BA7C79FB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52191" y="-1016099"/>
              <a:ext cx="179999" cy="179999"/>
            </a:xfrm>
            <a:prstGeom prst="rect">
              <a:avLst/>
            </a:prstGeom>
            <a:solidFill>
              <a:srgbClr val="00A6D6"/>
            </a:solidFill>
            <a:ln w="12701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43999" tIns="143999" rIns="143999" bIns="143999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altLang="en-NL" sz="1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9" name="Tekstvak 9">
            <a:extLst>
              <a:ext uri="{FF2B5EF4-FFF2-40B4-BE49-F238E27FC236}">
                <a16:creationId xmlns:a16="http://schemas.microsoft.com/office/drawing/2014/main" id="{26ECBE66-5C1F-57A2-F52B-5986F956E27D}"/>
              </a:ext>
            </a:extLst>
          </p:cNvPr>
          <p:cNvSpPr txBox="1"/>
          <p:nvPr/>
        </p:nvSpPr>
        <p:spPr>
          <a:xfrm>
            <a:off x="10660063" y="-674688"/>
            <a:ext cx="1531937" cy="1698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cap="all">
                <a:solidFill>
                  <a:srgbClr val="00A6D6"/>
                </a:solidFill>
                <a:latin typeface="Arial"/>
              </a:rPr>
              <a:t>secondary colors</a:t>
            </a:r>
          </a:p>
        </p:txBody>
      </p:sp>
      <p:grpSp>
        <p:nvGrpSpPr>
          <p:cNvPr id="1035" name="Groep 32">
            <a:extLst>
              <a:ext uri="{FF2B5EF4-FFF2-40B4-BE49-F238E27FC236}">
                <a16:creationId xmlns:a16="http://schemas.microsoft.com/office/drawing/2014/main" id="{7F32DCC9-5281-91DC-74E2-F6D44F77B1F9}"/>
              </a:ext>
            </a:extLst>
          </p:cNvPr>
          <p:cNvGrpSpPr>
            <a:grpSpLocks/>
          </p:cNvGrpSpPr>
          <p:nvPr/>
        </p:nvGrpSpPr>
        <p:grpSpPr bwMode="auto">
          <a:xfrm>
            <a:off x="9688513" y="-411163"/>
            <a:ext cx="2503487" cy="179388"/>
            <a:chOff x="9687885" y="-411205"/>
            <a:chExt cx="2504111" cy="179999"/>
          </a:xfrm>
        </p:grpSpPr>
        <p:sp>
          <p:nvSpPr>
            <p:cNvPr id="1045" name="Rechthoek 10">
              <a:extLst>
                <a:ext uri="{FF2B5EF4-FFF2-40B4-BE49-F238E27FC236}">
                  <a16:creationId xmlns:a16="http://schemas.microsoft.com/office/drawing/2014/main" id="{7D413335-E9FE-468E-C790-AE989D444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11997" y="-411205"/>
              <a:ext cx="179999" cy="179999"/>
            </a:xfrm>
            <a:prstGeom prst="rect">
              <a:avLst/>
            </a:prstGeom>
            <a:solidFill>
              <a:srgbClr val="009B77"/>
            </a:solidFill>
            <a:ln w="12701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43999" tIns="143999" rIns="143999" bIns="143999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altLang="en-NL" sz="1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6" name="Rechthoek 13">
              <a:extLst>
                <a:ext uri="{FF2B5EF4-FFF2-40B4-BE49-F238E27FC236}">
                  <a16:creationId xmlns:a16="http://schemas.microsoft.com/office/drawing/2014/main" id="{86608645-2A6E-861C-82FE-32A0EF48A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82089" y="-411205"/>
              <a:ext cx="179999" cy="179999"/>
            </a:xfrm>
            <a:prstGeom prst="rect">
              <a:avLst/>
            </a:prstGeom>
            <a:solidFill>
              <a:srgbClr val="6CC24A"/>
            </a:solidFill>
            <a:ln w="12701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43999" tIns="143999" rIns="143999" bIns="143999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altLang="en-NL" sz="1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7" name="Rechthoek 18">
              <a:extLst>
                <a:ext uri="{FF2B5EF4-FFF2-40B4-BE49-F238E27FC236}">
                  <a16:creationId xmlns:a16="http://schemas.microsoft.com/office/drawing/2014/main" id="{677A60EC-91F2-BFA8-4E48-2A48C4264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52191" y="-411205"/>
              <a:ext cx="179999" cy="179999"/>
            </a:xfrm>
            <a:prstGeom prst="rect">
              <a:avLst/>
            </a:prstGeom>
            <a:solidFill>
              <a:srgbClr val="FFB81C"/>
            </a:solidFill>
            <a:ln w="12701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43999" tIns="143999" rIns="143999" bIns="143999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altLang="en-NL" sz="1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8" name="Rechthoek 21">
              <a:extLst>
                <a:ext uri="{FF2B5EF4-FFF2-40B4-BE49-F238E27FC236}">
                  <a16:creationId xmlns:a16="http://schemas.microsoft.com/office/drawing/2014/main" id="{432D461A-5380-4016-8002-0B0BD9C76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6020" y="-411205"/>
              <a:ext cx="179999" cy="179999"/>
            </a:xfrm>
            <a:prstGeom prst="rect">
              <a:avLst/>
            </a:prstGeom>
            <a:solidFill>
              <a:srgbClr val="EC6842"/>
            </a:solidFill>
            <a:ln w="12701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43999" tIns="143999" rIns="143999" bIns="143999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altLang="en-NL" sz="1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9" name="Rechthoek 22">
              <a:extLst>
                <a:ext uri="{FF2B5EF4-FFF2-40B4-BE49-F238E27FC236}">
                  <a16:creationId xmlns:a16="http://schemas.microsoft.com/office/drawing/2014/main" id="{7BB8159F-2A23-C251-6A83-4EBAB0BC68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6112" y="-411205"/>
              <a:ext cx="179999" cy="179999"/>
            </a:xfrm>
            <a:prstGeom prst="rect">
              <a:avLst/>
            </a:prstGeom>
            <a:solidFill>
              <a:srgbClr val="E03C31"/>
            </a:solidFill>
            <a:ln w="12701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43999" tIns="143999" rIns="143999" bIns="143999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altLang="en-NL" sz="1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50" name="Rechthoek 23">
              <a:extLst>
                <a:ext uri="{FF2B5EF4-FFF2-40B4-BE49-F238E27FC236}">
                  <a16:creationId xmlns:a16="http://schemas.microsoft.com/office/drawing/2014/main" id="{A0AFCD7B-44CF-8EF4-AACC-444B298EB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6204" y="-411205"/>
              <a:ext cx="179999" cy="179999"/>
            </a:xfrm>
            <a:prstGeom prst="rect">
              <a:avLst/>
            </a:prstGeom>
            <a:solidFill>
              <a:srgbClr val="A50034"/>
            </a:solidFill>
            <a:ln w="12701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43999" tIns="143999" rIns="143999" bIns="143999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altLang="en-NL" sz="1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51" name="Rechthoek 24">
              <a:extLst>
                <a:ext uri="{FF2B5EF4-FFF2-40B4-BE49-F238E27FC236}">
                  <a16:creationId xmlns:a16="http://schemas.microsoft.com/office/drawing/2014/main" id="{127CE8FF-7B93-9391-84BD-A1B34ED32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0033" y="-411205"/>
              <a:ext cx="179999" cy="179999"/>
            </a:xfrm>
            <a:prstGeom prst="rect">
              <a:avLst/>
            </a:prstGeom>
            <a:solidFill>
              <a:srgbClr val="EF60A3"/>
            </a:solidFill>
            <a:ln w="12701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43999" tIns="143999" rIns="143999" bIns="143999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altLang="en-NL" sz="1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52" name="Rechthoek 25">
              <a:extLst>
                <a:ext uri="{FF2B5EF4-FFF2-40B4-BE49-F238E27FC236}">
                  <a16:creationId xmlns:a16="http://schemas.microsoft.com/office/drawing/2014/main" id="{D93D64E8-5027-E15A-05DF-F4DC3A7E76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83862" y="-411205"/>
              <a:ext cx="179999" cy="179999"/>
            </a:xfrm>
            <a:prstGeom prst="rect">
              <a:avLst/>
            </a:prstGeom>
            <a:solidFill>
              <a:srgbClr val="6F1D77"/>
            </a:solidFill>
            <a:ln w="12701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43999" tIns="143999" rIns="143999" bIns="143999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altLang="en-NL" sz="1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53" name="Rechthoek 26">
              <a:extLst>
                <a:ext uri="{FF2B5EF4-FFF2-40B4-BE49-F238E27FC236}">
                  <a16:creationId xmlns:a16="http://schemas.microsoft.com/office/drawing/2014/main" id="{C5A0DF60-FD69-C6D0-FCD0-1206C7C4B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53963" y="-411205"/>
              <a:ext cx="179999" cy="179999"/>
            </a:xfrm>
            <a:prstGeom prst="rect">
              <a:avLst/>
            </a:prstGeom>
            <a:solidFill>
              <a:srgbClr val="0076C2"/>
            </a:solidFill>
            <a:ln w="12701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43999" tIns="143999" rIns="143999" bIns="143999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altLang="en-NL" sz="1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54" name="Rechthoek 30">
              <a:extLst>
                <a:ext uri="{FF2B5EF4-FFF2-40B4-BE49-F238E27FC236}">
                  <a16:creationId xmlns:a16="http://schemas.microsoft.com/office/drawing/2014/main" id="{0AB647B9-58B8-9644-2F60-62D2E6387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4056" y="-411205"/>
              <a:ext cx="179999" cy="179999"/>
            </a:xfrm>
            <a:prstGeom prst="rect">
              <a:avLst/>
            </a:prstGeom>
            <a:solidFill>
              <a:srgbClr val="00B8C8"/>
            </a:solidFill>
            <a:ln w="12701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43999" tIns="143999" rIns="143999" bIns="143999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altLang="en-NL" sz="1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55" name="Rechthoek 31">
              <a:extLst>
                <a:ext uri="{FF2B5EF4-FFF2-40B4-BE49-F238E27FC236}">
                  <a16:creationId xmlns:a16="http://schemas.microsoft.com/office/drawing/2014/main" id="{16FB429C-32F7-6FFF-A711-F8D9A66292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7885" y="-411205"/>
              <a:ext cx="179999" cy="179999"/>
            </a:xfrm>
            <a:prstGeom prst="rect">
              <a:avLst/>
            </a:prstGeom>
            <a:solidFill>
              <a:srgbClr val="0C2340"/>
            </a:solidFill>
            <a:ln w="12701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43999" tIns="143999" rIns="143999" bIns="143999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altLang="en-NL" sz="1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036" name="Groep 50">
            <a:extLst>
              <a:ext uri="{FF2B5EF4-FFF2-40B4-BE49-F238E27FC236}">
                <a16:creationId xmlns:a16="http://schemas.microsoft.com/office/drawing/2014/main" id="{1B1C8923-E816-436F-4023-E98A7BC831F1}"/>
              </a:ext>
            </a:extLst>
          </p:cNvPr>
          <p:cNvGrpSpPr>
            <a:grpSpLocks/>
          </p:cNvGrpSpPr>
          <p:nvPr/>
        </p:nvGrpSpPr>
        <p:grpSpPr bwMode="auto">
          <a:xfrm>
            <a:off x="720725" y="6216650"/>
            <a:ext cx="962025" cy="381000"/>
            <a:chOff x="721077" y="6216740"/>
            <a:chExt cx="961207" cy="381597"/>
          </a:xfrm>
        </p:grpSpPr>
        <p:sp>
          <p:nvSpPr>
            <p:cNvPr id="1037" name="Vrije vorm: vorm 42">
              <a:extLst>
                <a:ext uri="{FF2B5EF4-FFF2-40B4-BE49-F238E27FC236}">
                  <a16:creationId xmlns:a16="http://schemas.microsoft.com/office/drawing/2014/main" id="{194472D4-2DE4-1C99-ECD2-CA4589E53DB1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656" y="6405618"/>
              <a:ext cx="177302" cy="192618"/>
            </a:xfrm>
            <a:custGeom>
              <a:avLst/>
              <a:gdLst>
                <a:gd name="T0" fmla="*/ 88651 w 174307"/>
                <a:gd name="T1" fmla="*/ 0 h 186023"/>
                <a:gd name="T2" fmla="*/ 177302 w 174307"/>
                <a:gd name="T3" fmla="*/ 96309 h 186023"/>
                <a:gd name="T4" fmla="*/ 88651 w 174307"/>
                <a:gd name="T5" fmla="*/ 192618 h 186023"/>
                <a:gd name="T6" fmla="*/ 0 w 174307"/>
                <a:gd name="T7" fmla="*/ 96309 h 186023"/>
                <a:gd name="T8" fmla="*/ 88652 w 174307"/>
                <a:gd name="T9" fmla="*/ 156028 h 186023"/>
                <a:gd name="T10" fmla="*/ 125953 w 174307"/>
                <a:gd name="T11" fmla="*/ 116774 h 186023"/>
                <a:gd name="T12" fmla="*/ 125953 w 174307"/>
                <a:gd name="T13" fmla="*/ 0 h 186023"/>
                <a:gd name="T14" fmla="*/ 177302 w 174307"/>
                <a:gd name="T15" fmla="*/ 0 h 186023"/>
                <a:gd name="T16" fmla="*/ 177302 w 174307"/>
                <a:gd name="T17" fmla="*/ 119437 h 186023"/>
                <a:gd name="T18" fmla="*/ 88652 w 174307"/>
                <a:gd name="T19" fmla="*/ 192618 h 186023"/>
                <a:gd name="T20" fmla="*/ 0 w 174307"/>
                <a:gd name="T21" fmla="*/ 119437 h 186023"/>
                <a:gd name="T22" fmla="*/ 0 w 174307"/>
                <a:gd name="T23" fmla="*/ 0 h 186023"/>
                <a:gd name="T24" fmla="*/ 51349 w 174307"/>
                <a:gd name="T25" fmla="*/ 0 h 186023"/>
                <a:gd name="T26" fmla="*/ 51349 w 174307"/>
                <a:gd name="T27" fmla="*/ 116774 h 186023"/>
                <a:gd name="T28" fmla="*/ 88652 w 174307"/>
                <a:gd name="T29" fmla="*/ 156028 h 186023"/>
                <a:gd name="T30" fmla="*/ 17694720 60000 65536"/>
                <a:gd name="T31" fmla="*/ 0 60000 65536"/>
                <a:gd name="T32" fmla="*/ 5898240 60000 65536"/>
                <a:gd name="T33" fmla="*/ 1179648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74307"/>
                <a:gd name="T46" fmla="*/ 0 h 186023"/>
                <a:gd name="T47" fmla="*/ 174307 w 174307"/>
                <a:gd name="T48" fmla="*/ 186023 h 18602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NL"/>
            </a:p>
          </p:txBody>
        </p:sp>
        <p:sp>
          <p:nvSpPr>
            <p:cNvPr id="1038" name="Vrije vorm: vorm 43">
              <a:extLst>
                <a:ext uri="{FF2B5EF4-FFF2-40B4-BE49-F238E27FC236}">
                  <a16:creationId xmlns:a16="http://schemas.microsoft.com/office/drawing/2014/main" id="{3D0D2C2F-2609-3E10-717C-FE6AFF556D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077" y="6405618"/>
              <a:ext cx="166448" cy="188677"/>
            </a:xfrm>
            <a:custGeom>
              <a:avLst/>
              <a:gdLst>
                <a:gd name="T0" fmla="*/ 83224 w 163639"/>
                <a:gd name="T1" fmla="*/ 0 h 182213"/>
                <a:gd name="T2" fmla="*/ 166448 w 163639"/>
                <a:gd name="T3" fmla="*/ 94339 h 182213"/>
                <a:gd name="T4" fmla="*/ 83224 w 163639"/>
                <a:gd name="T5" fmla="*/ 188677 h 182213"/>
                <a:gd name="T6" fmla="*/ 0 w 163639"/>
                <a:gd name="T7" fmla="*/ 94339 h 182213"/>
                <a:gd name="T8" fmla="*/ 57549 w 163639"/>
                <a:gd name="T9" fmla="*/ 188677 h 182213"/>
                <a:gd name="T10" fmla="*/ 108899 w 163639"/>
                <a:gd name="T11" fmla="*/ 188677 h 182213"/>
                <a:gd name="T12" fmla="*/ 108899 w 163639"/>
                <a:gd name="T13" fmla="*/ 36592 h 182213"/>
                <a:gd name="T14" fmla="*/ 166449 w 163639"/>
                <a:gd name="T15" fmla="*/ 36592 h 182213"/>
                <a:gd name="T16" fmla="*/ 166449 w 163639"/>
                <a:gd name="T17" fmla="*/ 0 h 182213"/>
                <a:gd name="T18" fmla="*/ 0 w 163639"/>
                <a:gd name="T19" fmla="*/ 0 h 182213"/>
                <a:gd name="T20" fmla="*/ 0 w 163639"/>
                <a:gd name="T21" fmla="*/ 36592 h 182213"/>
                <a:gd name="T22" fmla="*/ 57549 w 163639"/>
                <a:gd name="T23" fmla="*/ 36592 h 182213"/>
                <a:gd name="T24" fmla="*/ 17694720 60000 65536"/>
                <a:gd name="T25" fmla="*/ 0 60000 65536"/>
                <a:gd name="T26" fmla="*/ 5898240 60000 65536"/>
                <a:gd name="T27" fmla="*/ 1179648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63639"/>
                <a:gd name="T37" fmla="*/ 0 h 182213"/>
                <a:gd name="T38" fmla="*/ 163639 w 163639"/>
                <a:gd name="T39" fmla="*/ 182213 h 18221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lnTo>
                    <a:pt x="56578" y="1822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NL"/>
            </a:p>
          </p:txBody>
        </p:sp>
        <p:sp>
          <p:nvSpPr>
            <p:cNvPr id="1039" name="Vrije vorm: vorm 44">
              <a:extLst>
                <a:ext uri="{FF2B5EF4-FFF2-40B4-BE49-F238E27FC236}">
                  <a16:creationId xmlns:a16="http://schemas.microsoft.com/office/drawing/2014/main" id="{F364D2AE-4834-AAD0-976B-3CF890089E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113" y="6216740"/>
              <a:ext cx="175409" cy="176963"/>
            </a:xfrm>
            <a:custGeom>
              <a:avLst/>
              <a:gdLst>
                <a:gd name="T0" fmla="*/ 87705 w 172449"/>
                <a:gd name="T1" fmla="*/ 0 h 170903"/>
                <a:gd name="T2" fmla="*/ 175409 w 172449"/>
                <a:gd name="T3" fmla="*/ 88482 h 170903"/>
                <a:gd name="T4" fmla="*/ 87705 w 172449"/>
                <a:gd name="T5" fmla="*/ 176963 h 170903"/>
                <a:gd name="T6" fmla="*/ 0 w 172449"/>
                <a:gd name="T7" fmla="*/ 88482 h 170903"/>
                <a:gd name="T8" fmla="*/ 130950 w 172449"/>
                <a:gd name="T9" fmla="*/ 96957 h 170903"/>
                <a:gd name="T10" fmla="*/ 105566 w 172449"/>
                <a:gd name="T11" fmla="*/ 80683 h 170903"/>
                <a:gd name="T12" fmla="*/ 173870 w 172449"/>
                <a:gd name="T13" fmla="*/ 10164 h 170903"/>
                <a:gd name="T14" fmla="*/ 173386 w 172449"/>
                <a:gd name="T15" fmla="*/ 6 h 170903"/>
                <a:gd name="T16" fmla="*/ 168735 w 172449"/>
                <a:gd name="T17" fmla="*/ 7206 h 170903"/>
                <a:gd name="T18" fmla="*/ 70300 w 172449"/>
                <a:gd name="T19" fmla="*/ 47051 h 170903"/>
                <a:gd name="T20" fmla="*/ 2093 w 172449"/>
                <a:gd name="T21" fmla="*/ 151596 h 170903"/>
                <a:gd name="T22" fmla="*/ 6453 w 172449"/>
                <a:gd name="T23" fmla="*/ 165108 h 170903"/>
                <a:gd name="T24" fmla="*/ 8584 w 172449"/>
                <a:gd name="T25" fmla="*/ 151400 h 170903"/>
                <a:gd name="T26" fmla="*/ 68363 w 172449"/>
                <a:gd name="T27" fmla="*/ 75949 h 170903"/>
                <a:gd name="T28" fmla="*/ 73885 w 172449"/>
                <a:gd name="T29" fmla="*/ 70623 h 170903"/>
                <a:gd name="T30" fmla="*/ 73401 w 172449"/>
                <a:gd name="T31" fmla="*/ 75752 h 170903"/>
                <a:gd name="T32" fmla="*/ 53345 w 172449"/>
                <a:gd name="T33" fmla="*/ 125164 h 170903"/>
                <a:gd name="T34" fmla="*/ 91130 w 172449"/>
                <a:gd name="T35" fmla="*/ 117570 h 170903"/>
                <a:gd name="T36" fmla="*/ 95296 w 172449"/>
                <a:gd name="T37" fmla="*/ 112342 h 170903"/>
                <a:gd name="T38" fmla="*/ 95587 w 172449"/>
                <a:gd name="T39" fmla="*/ 120134 h 170903"/>
                <a:gd name="T40" fmla="*/ 70494 w 172449"/>
                <a:gd name="T41" fmla="*/ 168264 h 170903"/>
                <a:gd name="T42" fmla="*/ 58189 w 172449"/>
                <a:gd name="T43" fmla="*/ 176352 h 170903"/>
                <a:gd name="T44" fmla="*/ 64777 w 172449"/>
                <a:gd name="T45" fmla="*/ 176747 h 170903"/>
                <a:gd name="T46" fmla="*/ 153718 w 172449"/>
                <a:gd name="T47" fmla="*/ 88179 h 170903"/>
                <a:gd name="T48" fmla="*/ 154009 w 172449"/>
                <a:gd name="T49" fmla="*/ 82754 h 170903"/>
                <a:gd name="T50" fmla="*/ 148873 w 172449"/>
                <a:gd name="T51" fmla="*/ 85812 h 170903"/>
                <a:gd name="T52" fmla="*/ 130950 w 172449"/>
                <a:gd name="T53" fmla="*/ 96957 h 170903"/>
                <a:gd name="T54" fmla="*/ 17694720 60000 65536"/>
                <a:gd name="T55" fmla="*/ 0 60000 65536"/>
                <a:gd name="T56" fmla="*/ 5898240 60000 65536"/>
                <a:gd name="T57" fmla="*/ 1179648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72449"/>
                <a:gd name="T82" fmla="*/ 0 h 170903"/>
                <a:gd name="T83" fmla="*/ 172449 w 172449"/>
                <a:gd name="T84" fmla="*/ 170903 h 170903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NL"/>
            </a:p>
          </p:txBody>
        </p:sp>
        <p:sp>
          <p:nvSpPr>
            <p:cNvPr id="1040" name="Vrije vorm: vorm 45">
              <a:extLst>
                <a:ext uri="{FF2B5EF4-FFF2-40B4-BE49-F238E27FC236}">
                  <a16:creationId xmlns:a16="http://schemas.microsoft.com/office/drawing/2014/main" id="{6B6730DA-8AE9-C165-65AF-8D9351E15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5181" y="6459175"/>
              <a:ext cx="116650" cy="139162"/>
            </a:xfrm>
            <a:custGeom>
              <a:avLst/>
              <a:gdLst>
                <a:gd name="T0" fmla="*/ 58325 w 114680"/>
                <a:gd name="T1" fmla="*/ 0 h 134397"/>
                <a:gd name="T2" fmla="*/ 116650 w 114680"/>
                <a:gd name="T3" fmla="*/ 69581 h 134397"/>
                <a:gd name="T4" fmla="*/ 58325 w 114680"/>
                <a:gd name="T5" fmla="*/ 139162 h 134397"/>
                <a:gd name="T6" fmla="*/ 0 w 114680"/>
                <a:gd name="T7" fmla="*/ 69581 h 134397"/>
                <a:gd name="T8" fmla="*/ 25384 w 114680"/>
                <a:gd name="T9" fmla="*/ 57006 h 134397"/>
                <a:gd name="T10" fmla="*/ 58035 w 114680"/>
                <a:gd name="T11" fmla="*/ 18049 h 134397"/>
                <a:gd name="T12" fmla="*/ 90879 w 114680"/>
                <a:gd name="T13" fmla="*/ 57006 h 134397"/>
                <a:gd name="T14" fmla="*/ 25384 w 114680"/>
                <a:gd name="T15" fmla="*/ 57006 h 134397"/>
                <a:gd name="T16" fmla="*/ 116651 w 114680"/>
                <a:gd name="T17" fmla="*/ 74266 h 134397"/>
                <a:gd name="T18" fmla="*/ 116651 w 114680"/>
                <a:gd name="T19" fmla="*/ 61938 h 134397"/>
                <a:gd name="T20" fmla="*/ 59875 w 114680"/>
                <a:gd name="T21" fmla="*/ 0 h 134397"/>
                <a:gd name="T22" fmla="*/ 0 w 114680"/>
                <a:gd name="T23" fmla="*/ 70617 h 134397"/>
                <a:gd name="T24" fmla="*/ 57841 w 114680"/>
                <a:gd name="T25" fmla="*/ 139163 h 134397"/>
                <a:gd name="T26" fmla="*/ 115101 w 114680"/>
                <a:gd name="T27" fmla="*/ 94485 h 134397"/>
                <a:gd name="T28" fmla="*/ 89426 w 114680"/>
                <a:gd name="T29" fmla="*/ 94485 h 134397"/>
                <a:gd name="T30" fmla="*/ 58132 w 114680"/>
                <a:gd name="T31" fmla="*/ 121114 h 134397"/>
                <a:gd name="T32" fmla="*/ 24900 w 114680"/>
                <a:gd name="T33" fmla="*/ 74364 h 134397"/>
                <a:gd name="T34" fmla="*/ 116651 w 114680"/>
                <a:gd name="T35" fmla="*/ 74364 h 134397"/>
                <a:gd name="T36" fmla="*/ 17694720 60000 65536"/>
                <a:gd name="T37" fmla="*/ 0 60000 65536"/>
                <a:gd name="T38" fmla="*/ 5898240 60000 65536"/>
                <a:gd name="T39" fmla="*/ 1179648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14680"/>
                <a:gd name="T55" fmla="*/ 0 h 134397"/>
                <a:gd name="T56" fmla="*/ 114680 w 114680"/>
                <a:gd name="T57" fmla="*/ 134397 h 134397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lnTo>
                    <a:pt x="114681" y="717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NL"/>
            </a:p>
          </p:txBody>
        </p:sp>
        <p:sp>
          <p:nvSpPr>
            <p:cNvPr id="1041" name="Vrije vorm: vorm 46">
              <a:extLst>
                <a:ext uri="{FF2B5EF4-FFF2-40B4-BE49-F238E27FC236}">
                  <a16:creationId xmlns:a16="http://schemas.microsoft.com/office/drawing/2014/main" id="{19B2AD1B-534B-571A-CFF7-4920AB1BE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1384" y="6405618"/>
              <a:ext cx="24414" cy="188677"/>
            </a:xfrm>
            <a:custGeom>
              <a:avLst/>
              <a:gdLst>
                <a:gd name="T0" fmla="*/ 12207 w 24003"/>
                <a:gd name="T1" fmla="*/ 0 h 182213"/>
                <a:gd name="T2" fmla="*/ 24414 w 24003"/>
                <a:gd name="T3" fmla="*/ 94339 h 182213"/>
                <a:gd name="T4" fmla="*/ 12207 w 24003"/>
                <a:gd name="T5" fmla="*/ 188677 h 182213"/>
                <a:gd name="T6" fmla="*/ 0 w 24003"/>
                <a:gd name="T7" fmla="*/ 94339 h 182213"/>
                <a:gd name="T8" fmla="*/ 0 w 24003"/>
                <a:gd name="T9" fmla="*/ 0 h 182213"/>
                <a:gd name="T10" fmla="*/ 24414 w 24003"/>
                <a:gd name="T11" fmla="*/ 0 h 182213"/>
                <a:gd name="T12" fmla="*/ 24414 w 24003"/>
                <a:gd name="T13" fmla="*/ 188677 h 182213"/>
                <a:gd name="T14" fmla="*/ 0 w 24003"/>
                <a:gd name="T15" fmla="*/ 188677 h 182213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4003"/>
                <a:gd name="T25" fmla="*/ 0 h 182213"/>
                <a:gd name="T26" fmla="*/ 24003 w 24003"/>
                <a:gd name="T27" fmla="*/ 182213 h 18221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NL"/>
            </a:p>
          </p:txBody>
        </p:sp>
        <p:sp>
          <p:nvSpPr>
            <p:cNvPr id="1042" name="Vrije vorm: vorm 47">
              <a:extLst>
                <a:ext uri="{FF2B5EF4-FFF2-40B4-BE49-F238E27FC236}">
                  <a16:creationId xmlns:a16="http://schemas.microsoft.com/office/drawing/2014/main" id="{E4180362-04D0-8035-30C2-BBA31D28EA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728" y="6401668"/>
              <a:ext cx="82936" cy="192618"/>
            </a:xfrm>
            <a:custGeom>
              <a:avLst/>
              <a:gdLst>
                <a:gd name="T0" fmla="*/ 41468 w 81533"/>
                <a:gd name="T1" fmla="*/ 0 h 186023"/>
                <a:gd name="T2" fmla="*/ 82936 w 81533"/>
                <a:gd name="T3" fmla="*/ 96309 h 186023"/>
                <a:gd name="T4" fmla="*/ 41468 w 81533"/>
                <a:gd name="T5" fmla="*/ 192618 h 186023"/>
                <a:gd name="T6" fmla="*/ 0 w 81533"/>
                <a:gd name="T7" fmla="*/ 96309 h 186023"/>
                <a:gd name="T8" fmla="*/ 49607 w 81533"/>
                <a:gd name="T9" fmla="*/ 192618 h 186023"/>
                <a:gd name="T10" fmla="*/ 49607 w 81533"/>
                <a:gd name="T11" fmla="*/ 78704 h 186023"/>
                <a:gd name="T12" fmla="*/ 79352 w 81533"/>
                <a:gd name="T13" fmla="*/ 78704 h 186023"/>
                <a:gd name="T14" fmla="*/ 79352 w 81533"/>
                <a:gd name="T15" fmla="*/ 61445 h 186023"/>
                <a:gd name="T16" fmla="*/ 49607 w 81533"/>
                <a:gd name="T17" fmla="*/ 61445 h 186023"/>
                <a:gd name="T18" fmla="*/ 49607 w 81533"/>
                <a:gd name="T19" fmla="*/ 40240 h 186023"/>
                <a:gd name="T20" fmla="*/ 70632 w 81533"/>
                <a:gd name="T21" fmla="*/ 22487 h 186023"/>
                <a:gd name="T22" fmla="*/ 82937 w 81533"/>
                <a:gd name="T23" fmla="*/ 23276 h 186023"/>
                <a:gd name="T24" fmla="*/ 82937 w 81533"/>
                <a:gd name="T25" fmla="*/ 2663 h 186023"/>
                <a:gd name="T26" fmla="*/ 65497 w 81533"/>
                <a:gd name="T27" fmla="*/ 0 h 186023"/>
                <a:gd name="T28" fmla="*/ 25191 w 81533"/>
                <a:gd name="T29" fmla="*/ 36887 h 186023"/>
                <a:gd name="T30" fmla="*/ 25191 w 81533"/>
                <a:gd name="T31" fmla="*/ 61445 h 186023"/>
                <a:gd name="T32" fmla="*/ 0 w 81533"/>
                <a:gd name="T33" fmla="*/ 61445 h 186023"/>
                <a:gd name="T34" fmla="*/ 0 w 81533"/>
                <a:gd name="T35" fmla="*/ 78704 h 186023"/>
                <a:gd name="T36" fmla="*/ 25191 w 81533"/>
                <a:gd name="T37" fmla="*/ 78704 h 186023"/>
                <a:gd name="T38" fmla="*/ 25191 w 81533"/>
                <a:gd name="T39" fmla="*/ 192618 h 186023"/>
                <a:gd name="T40" fmla="*/ 49607 w 81533"/>
                <a:gd name="T41" fmla="*/ 192618 h 186023"/>
                <a:gd name="T42" fmla="*/ 17694720 60000 65536"/>
                <a:gd name="T43" fmla="*/ 0 60000 65536"/>
                <a:gd name="T44" fmla="*/ 5898240 60000 65536"/>
                <a:gd name="T45" fmla="*/ 1179648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81533"/>
                <a:gd name="T64" fmla="*/ 0 h 186023"/>
                <a:gd name="T65" fmla="*/ 81533 w 81533"/>
                <a:gd name="T66" fmla="*/ 186023 h 186023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NL"/>
            </a:p>
          </p:txBody>
        </p:sp>
        <p:sp>
          <p:nvSpPr>
            <p:cNvPr id="1043" name="Vrije vorm: vorm 48">
              <a:extLst>
                <a:ext uri="{FF2B5EF4-FFF2-40B4-BE49-F238E27FC236}">
                  <a16:creationId xmlns:a16="http://schemas.microsoft.com/office/drawing/2014/main" id="{DEC92DB7-4FE3-7F3E-EECC-5B498BF9D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6033" y="6427409"/>
              <a:ext cx="76251" cy="170828"/>
            </a:xfrm>
            <a:custGeom>
              <a:avLst/>
              <a:gdLst>
                <a:gd name="T0" fmla="*/ 38126 w 74961"/>
                <a:gd name="T1" fmla="*/ 0 h 164972"/>
                <a:gd name="T2" fmla="*/ 76251 w 74961"/>
                <a:gd name="T3" fmla="*/ 85414 h 164972"/>
                <a:gd name="T4" fmla="*/ 38126 w 74961"/>
                <a:gd name="T5" fmla="*/ 170828 h 164972"/>
                <a:gd name="T6" fmla="*/ 0 w 74961"/>
                <a:gd name="T7" fmla="*/ 85414 h 164972"/>
                <a:gd name="T8" fmla="*/ 0 w 74961"/>
                <a:gd name="T9" fmla="*/ 35704 h 164972"/>
                <a:gd name="T10" fmla="*/ 0 w 74961"/>
                <a:gd name="T11" fmla="*/ 52965 h 164972"/>
                <a:gd name="T12" fmla="*/ 22091 w 74961"/>
                <a:gd name="T13" fmla="*/ 52965 h 164972"/>
                <a:gd name="T14" fmla="*/ 22091 w 74961"/>
                <a:gd name="T15" fmla="*/ 136604 h 164972"/>
                <a:gd name="T16" fmla="*/ 58618 w 74961"/>
                <a:gd name="T17" fmla="*/ 170829 h 164972"/>
                <a:gd name="T18" fmla="*/ 75283 w 74961"/>
                <a:gd name="T19" fmla="*/ 169251 h 164972"/>
                <a:gd name="T20" fmla="*/ 75283 w 74961"/>
                <a:gd name="T21" fmla="*/ 150215 h 164972"/>
                <a:gd name="T22" fmla="*/ 62397 w 74961"/>
                <a:gd name="T23" fmla="*/ 151793 h 164972"/>
                <a:gd name="T24" fmla="*/ 46507 w 74961"/>
                <a:gd name="T25" fmla="*/ 137985 h 164972"/>
                <a:gd name="T26" fmla="*/ 46507 w 74961"/>
                <a:gd name="T27" fmla="*/ 53064 h 164972"/>
                <a:gd name="T28" fmla="*/ 76252 w 74961"/>
                <a:gd name="T29" fmla="*/ 53064 h 164972"/>
                <a:gd name="T30" fmla="*/ 76252 w 74961"/>
                <a:gd name="T31" fmla="*/ 35803 h 164972"/>
                <a:gd name="T32" fmla="*/ 46507 w 74961"/>
                <a:gd name="T33" fmla="*/ 35803 h 164972"/>
                <a:gd name="T34" fmla="*/ 46507 w 74961"/>
                <a:gd name="T35" fmla="*/ 0 h 164972"/>
                <a:gd name="T36" fmla="*/ 22091 w 74961"/>
                <a:gd name="T37" fmla="*/ 7792 h 164972"/>
                <a:gd name="T38" fmla="*/ 22091 w 74961"/>
                <a:gd name="T39" fmla="*/ 35803 h 164972"/>
                <a:gd name="T40" fmla="*/ 0 w 74961"/>
                <a:gd name="T41" fmla="*/ 35704 h 164972"/>
                <a:gd name="T42" fmla="*/ 17694720 60000 65536"/>
                <a:gd name="T43" fmla="*/ 0 60000 65536"/>
                <a:gd name="T44" fmla="*/ 5898240 60000 65536"/>
                <a:gd name="T45" fmla="*/ 1179648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74961"/>
                <a:gd name="T64" fmla="*/ 0 h 164972"/>
                <a:gd name="T65" fmla="*/ 74961 w 74961"/>
                <a:gd name="T66" fmla="*/ 164972 h 16497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NL"/>
            </a:p>
          </p:txBody>
        </p:sp>
        <p:sp>
          <p:nvSpPr>
            <p:cNvPr id="1044" name="Vrije vorm: vorm 49">
              <a:extLst>
                <a:ext uri="{FF2B5EF4-FFF2-40B4-BE49-F238E27FC236}">
                  <a16:creationId xmlns:a16="http://schemas.microsoft.com/office/drawing/2014/main" id="{3D8EE8C9-6113-236A-E826-AC50870CF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0302" y="6405518"/>
              <a:ext cx="151241" cy="188777"/>
            </a:xfrm>
            <a:custGeom>
              <a:avLst/>
              <a:gdLst>
                <a:gd name="T0" fmla="*/ 75621 w 148685"/>
                <a:gd name="T1" fmla="*/ 0 h 182308"/>
                <a:gd name="T2" fmla="*/ 151241 w 148685"/>
                <a:gd name="T3" fmla="*/ 94389 h 182308"/>
                <a:gd name="T4" fmla="*/ 75621 w 148685"/>
                <a:gd name="T5" fmla="*/ 188777 h 182308"/>
                <a:gd name="T6" fmla="*/ 0 w 148685"/>
                <a:gd name="T7" fmla="*/ 94389 h 182308"/>
                <a:gd name="T8" fmla="*/ 0 w 148685"/>
                <a:gd name="T9" fmla="*/ 188778 h 182308"/>
                <a:gd name="T10" fmla="*/ 63655 w 148685"/>
                <a:gd name="T11" fmla="*/ 188778 h 182308"/>
                <a:gd name="T12" fmla="*/ 151241 w 148685"/>
                <a:gd name="T13" fmla="*/ 94389 h 182308"/>
                <a:gd name="T14" fmla="*/ 63655 w 148685"/>
                <a:gd name="T15" fmla="*/ 0 h 182308"/>
                <a:gd name="T16" fmla="*/ 0 w 148685"/>
                <a:gd name="T17" fmla="*/ 0 h 182308"/>
                <a:gd name="T18" fmla="*/ 0 w 148685"/>
                <a:gd name="T19" fmla="*/ 188778 h 182308"/>
                <a:gd name="T20" fmla="*/ 25675 w 148685"/>
                <a:gd name="T21" fmla="*/ 22586 h 182308"/>
                <a:gd name="T22" fmla="*/ 63655 w 148685"/>
                <a:gd name="T23" fmla="*/ 22586 h 182308"/>
                <a:gd name="T24" fmla="*/ 124307 w 148685"/>
                <a:gd name="T25" fmla="*/ 94488 h 182308"/>
                <a:gd name="T26" fmla="*/ 63655 w 148685"/>
                <a:gd name="T27" fmla="*/ 166389 h 182308"/>
                <a:gd name="T28" fmla="*/ 25675 w 148685"/>
                <a:gd name="T29" fmla="*/ 166389 h 182308"/>
                <a:gd name="T30" fmla="*/ 25675 w 148685"/>
                <a:gd name="T31" fmla="*/ 22586 h 182308"/>
                <a:gd name="T32" fmla="*/ 17694720 60000 65536"/>
                <a:gd name="T33" fmla="*/ 0 60000 65536"/>
                <a:gd name="T34" fmla="*/ 5898240 60000 65536"/>
                <a:gd name="T35" fmla="*/ 1179648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48685"/>
                <a:gd name="T49" fmla="*/ 0 h 182308"/>
                <a:gd name="T50" fmla="*/ 148685 w 148685"/>
                <a:gd name="T51" fmla="*/ 182308 h 18230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NL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  <p:sldLayoutId id="2147483744" r:id="rId17"/>
    <p:sldLayoutId id="2147483745" r:id="rId18"/>
    <p:sldLayoutId id="2147483746" r:id="rId19"/>
    <p:sldLayoutId id="2147483747" r:id="rId20"/>
    <p:sldLayoutId id="2147483748" r:id="rId21"/>
    <p:sldLayoutId id="2147483749" r:id="rId22"/>
    <p:sldLayoutId id="2147483750" r:id="rId23"/>
    <p:sldLayoutId id="2147483751" r:id="rId24"/>
    <p:sldLayoutId id="2147483752" r:id="rId25"/>
    <p:sldLayoutId id="2147483753" r:id="rId26"/>
    <p:sldLayoutId id="2147483754" r:id="rId27"/>
    <p:sldLayoutId id="2147483755" r:id="rId28"/>
    <p:sldLayoutId id="2147483756" r:id="rId29"/>
    <p:sldLayoutId id="2147483757" r:id="rId30"/>
    <p:sldLayoutId id="2147483758" r:id="rId31"/>
    <p:sldLayoutId id="2147483759" r:id="rId32"/>
    <p:sldLayoutId id="2147483760" r:id="rId33"/>
    <p:sldLayoutId id="2147483761" r:id="rId34"/>
  </p:sldLayoutIdLst>
  <p:transition spd="med">
    <p:fade/>
  </p:transition>
  <p:txStyles>
    <p:titleStyle>
      <a:lvl1pPr algn="l" rtl="0" eaLnBrk="0" fontAlgn="base">
        <a:lnSpc>
          <a:spcPts val="3600"/>
        </a:lnSpc>
        <a:spcBef>
          <a:spcPct val="0"/>
        </a:spcBef>
        <a:spcAft>
          <a:spcPct val="0"/>
        </a:spcAft>
        <a:defRPr lang="en-GB" sz="3600" b="1" kern="1200">
          <a:solidFill>
            <a:srgbClr val="000000"/>
          </a:solidFill>
          <a:latin typeface="Arial"/>
        </a:defRPr>
      </a:lvl1pPr>
      <a:lvl2pPr algn="l" rtl="0" eaLnBrk="0" fontAlgn="base">
        <a:lnSpc>
          <a:spcPts val="3600"/>
        </a:lnSpc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anose="020B0604020202020204" pitchFamily="34" charset="0"/>
        </a:defRPr>
      </a:lvl2pPr>
      <a:lvl3pPr algn="l" rtl="0" eaLnBrk="0" fontAlgn="base">
        <a:lnSpc>
          <a:spcPts val="3600"/>
        </a:lnSpc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anose="020B0604020202020204" pitchFamily="34" charset="0"/>
        </a:defRPr>
      </a:lvl3pPr>
      <a:lvl4pPr algn="l" rtl="0" eaLnBrk="0" fontAlgn="base">
        <a:lnSpc>
          <a:spcPts val="3600"/>
        </a:lnSpc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anose="020B0604020202020204" pitchFamily="34" charset="0"/>
        </a:defRPr>
      </a:lvl4pPr>
      <a:lvl5pPr algn="l" rtl="0" eaLnBrk="0" fontAlgn="base">
        <a:lnSpc>
          <a:spcPts val="3600"/>
        </a:lnSpc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anose="020B0604020202020204" pitchFamily="34" charset="0"/>
        </a:defRPr>
      </a:lvl5pPr>
      <a:lvl6pPr marL="457200" algn="l" rtl="0" eaLnBrk="0" fontAlgn="base">
        <a:lnSpc>
          <a:spcPts val="3600"/>
        </a:lnSpc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anose="020B0604020202020204" pitchFamily="34" charset="0"/>
        </a:defRPr>
      </a:lvl6pPr>
      <a:lvl7pPr marL="914400" algn="l" rtl="0" eaLnBrk="0" fontAlgn="base">
        <a:lnSpc>
          <a:spcPts val="3600"/>
        </a:lnSpc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anose="020B0604020202020204" pitchFamily="34" charset="0"/>
        </a:defRPr>
      </a:lvl7pPr>
      <a:lvl8pPr marL="1371600" algn="l" rtl="0" eaLnBrk="0" fontAlgn="base">
        <a:lnSpc>
          <a:spcPts val="3600"/>
        </a:lnSpc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anose="020B0604020202020204" pitchFamily="34" charset="0"/>
        </a:defRPr>
      </a:lvl8pPr>
      <a:lvl9pPr marL="1828800" algn="l" rtl="0" eaLnBrk="0" fontAlgn="base">
        <a:lnSpc>
          <a:spcPts val="3600"/>
        </a:lnSpc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anose="020B0604020202020204" pitchFamily="34" charset="0"/>
        </a:defRPr>
      </a:lvl9pPr>
    </p:titleStyle>
    <p:bodyStyle>
      <a:lvl1pPr marL="360363" indent="-360363" algn="l" rtl="0" eaLnBrk="0" fontAlgn="base">
        <a:lnSpc>
          <a:spcPct val="90000"/>
        </a:lnSpc>
        <a:spcBef>
          <a:spcPts val="600"/>
        </a:spcBef>
        <a:spcAft>
          <a:spcPts val="600"/>
        </a:spcAft>
        <a:buClr>
          <a:srgbClr val="00A6D6"/>
        </a:buClr>
        <a:buSzPct val="120000"/>
        <a:buFont typeface="Arial" panose="020B0604020202020204" pitchFamily="34" charset="0"/>
        <a:buChar char="•"/>
        <a:defRPr lang="en-GB" sz="2000" kern="1200">
          <a:solidFill>
            <a:srgbClr val="000000"/>
          </a:solidFill>
          <a:latin typeface="Arial"/>
        </a:defRPr>
      </a:lvl1pPr>
      <a:lvl2pPr marL="711200" lvl="1" indent="-349250" algn="l" rtl="0" eaLnBrk="0" fontAlgn="base">
        <a:lnSpc>
          <a:spcPct val="90000"/>
        </a:lnSpc>
        <a:spcBef>
          <a:spcPts val="600"/>
        </a:spcBef>
        <a:spcAft>
          <a:spcPts val="600"/>
        </a:spcAft>
        <a:buClr>
          <a:srgbClr val="00A6D6"/>
        </a:buClr>
        <a:buSzPct val="120000"/>
        <a:buFont typeface="Arial" panose="020B0604020202020204" pitchFamily="34" charset="0"/>
        <a:buChar char="•"/>
        <a:tabLst>
          <a:tab pos="711200" algn="l"/>
        </a:tabLst>
        <a:defRPr lang="en-GB" sz="2000" kern="1200">
          <a:solidFill>
            <a:srgbClr val="000000"/>
          </a:solidFill>
          <a:latin typeface="Arial"/>
        </a:defRPr>
      </a:lvl2pPr>
      <a:lvl3pPr lvl="2" algn="l" rtl="0" eaLnBrk="0" fontAlgn="base">
        <a:lnSpc>
          <a:spcPct val="90000"/>
        </a:lnSpc>
        <a:spcBef>
          <a:spcPts val="600"/>
        </a:spcBef>
        <a:spcAft>
          <a:spcPts val="600"/>
        </a:spcAft>
        <a:defRPr lang="en-GB" sz="2000" kern="1200">
          <a:solidFill>
            <a:srgbClr val="000000"/>
          </a:solidFill>
          <a:latin typeface="Arial"/>
        </a:defRPr>
      </a:lvl3pPr>
      <a:lvl4pPr lvl="3" algn="l" rtl="0" eaLnBrk="0" fontAlgn="base">
        <a:lnSpc>
          <a:spcPct val="90000"/>
        </a:lnSpc>
        <a:spcBef>
          <a:spcPts val="600"/>
        </a:spcBef>
        <a:spcAft>
          <a:spcPts val="600"/>
        </a:spcAft>
        <a:defRPr lang="en-GB" sz="3600" b="1" kern="1200">
          <a:solidFill>
            <a:srgbClr val="000000"/>
          </a:solidFill>
          <a:latin typeface="Arial"/>
        </a:defRPr>
      </a:lvl4pPr>
      <a:lvl5pPr lvl="4" algn="l" rtl="0" eaLnBrk="0" fontAlgn="base">
        <a:lnSpc>
          <a:spcPct val="90000"/>
        </a:lnSpc>
        <a:spcBef>
          <a:spcPts val="600"/>
        </a:spcBef>
        <a:spcAft>
          <a:spcPts val="600"/>
        </a:spcAft>
        <a:defRPr lang="en-GB" sz="2400" kern="1200">
          <a:solidFill>
            <a:srgbClr val="00A6D6"/>
          </a:solidFill>
          <a:latin typeface="Arial"/>
        </a:defRPr>
      </a:lvl5pPr>
      <a:lvl6pPr marL="0" marR="0" lvl="5" indent="0" algn="l" defTabSz="914400" rtl="0" fontAlgn="auto" hangingPunct="1">
        <a:lnSpc>
          <a:spcPct val="90000"/>
        </a:lnSpc>
        <a:spcBef>
          <a:spcPts val="600"/>
        </a:spcBef>
        <a:spcAft>
          <a:spcPts val="600"/>
        </a:spcAft>
        <a:buNone/>
        <a:tabLst/>
        <a:defRPr lang="en-GB" sz="2000" b="0" i="0" u="none" strike="noStrike" kern="1200" cap="none" spc="0" baseline="0">
          <a:solidFill>
            <a:srgbClr val="000000"/>
          </a:solidFill>
          <a:uFillTx/>
          <a:latin typeface="Arial"/>
        </a:defRPr>
      </a:lvl6pPr>
      <a:lvl7pPr marL="361946" marR="0" lvl="6" indent="-361946" algn="l" defTabSz="914400" rtl="0" fontAlgn="auto" hangingPunct="1">
        <a:lnSpc>
          <a:spcPct val="90000"/>
        </a:lnSpc>
        <a:spcBef>
          <a:spcPts val="600"/>
        </a:spcBef>
        <a:spcAft>
          <a:spcPts val="600"/>
        </a:spcAft>
        <a:buClr>
          <a:srgbClr val="00A6D6"/>
        </a:buClr>
        <a:buSzPct val="100000"/>
        <a:buFont typeface="Arial"/>
        <a:buAutoNum type="arabicPeriod"/>
        <a:tabLst/>
        <a:defRPr lang="en-GB" sz="2000" b="0" i="0" u="none" strike="noStrike" kern="1200" cap="none" spc="0" baseline="0">
          <a:solidFill>
            <a:srgbClr val="000000"/>
          </a:solidFill>
          <a:uFillTx/>
          <a:latin typeface="Arial"/>
        </a:defRPr>
      </a:lvl7pPr>
      <a:lvl8pPr marL="361946" marR="0" lvl="7" indent="-361946" algn="l" defTabSz="914400" rtl="0" fontAlgn="auto" hangingPunct="1">
        <a:lnSpc>
          <a:spcPct val="90000"/>
        </a:lnSpc>
        <a:spcBef>
          <a:spcPts val="600"/>
        </a:spcBef>
        <a:spcAft>
          <a:spcPts val="600"/>
        </a:spcAft>
        <a:buClr>
          <a:srgbClr val="00A6D6"/>
        </a:buClr>
        <a:buSzPct val="100000"/>
        <a:buFont typeface="Arial"/>
        <a:buAutoNum type="alphaLcPeriod"/>
        <a:tabLst/>
        <a:defRPr lang="en-GB" sz="2000" b="0" i="0" u="none" strike="noStrike" kern="1200" cap="none" spc="0" baseline="0">
          <a:solidFill>
            <a:srgbClr val="000000"/>
          </a:solidFill>
          <a:uFillTx/>
          <a:latin typeface="Arial"/>
        </a:defRPr>
      </a:lvl8pPr>
      <a:lvl9pPr marL="0" marR="0" lvl="8" indent="0" algn="l" defTabSz="914400" rtl="0" fontAlgn="auto" hangingPunct="1">
        <a:lnSpc>
          <a:spcPct val="90000"/>
        </a:lnSpc>
        <a:spcBef>
          <a:spcPts val="600"/>
        </a:spcBef>
        <a:spcAft>
          <a:spcPts val="600"/>
        </a:spcAft>
        <a:buNone/>
        <a:tabLst/>
        <a:defRPr lang="en-GB" sz="1600" b="0" i="1" u="none" strike="noStrike" kern="1200" cap="none" spc="0" baseline="0">
          <a:solidFill>
            <a:srgbClr val="000000"/>
          </a:solidFill>
          <a:uFillTx/>
          <a:latin typeface="Arial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jdelijke aanduiding voor titel 1">
            <a:extLst>
              <a:ext uri="{FF2B5EF4-FFF2-40B4-BE49-F238E27FC236}">
                <a16:creationId xmlns:a16="http://schemas.microsoft.com/office/drawing/2014/main" id="{76756A05-914C-277B-1B66-4A0FCD7F8A69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719138" y="722313"/>
            <a:ext cx="10752137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37800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NL"/>
              <a:t>Title goes here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32BB86A-E405-C44A-B330-9F0B3C7D5D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9138" y="1563688"/>
            <a:ext cx="10752137" cy="44338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en-GB"/>
              <a:t>Bullet</a:t>
            </a:r>
          </a:p>
          <a:p>
            <a:pPr lvl="1"/>
            <a:r>
              <a:rPr lang="en-GB"/>
              <a:t>Sub-bullet </a:t>
            </a:r>
          </a:p>
          <a:p>
            <a:pPr lvl="2"/>
            <a:r>
              <a:rPr lang="en-GB"/>
              <a:t>Default text</a:t>
            </a:r>
            <a:br>
              <a:rPr lang="en-GB"/>
            </a:br>
            <a:endParaRPr lang="en-GB"/>
          </a:p>
          <a:p>
            <a:pPr lvl="3"/>
            <a:r>
              <a:rPr lang="en-GB"/>
              <a:t>Title/Quote</a:t>
            </a:r>
          </a:p>
          <a:p>
            <a:pPr lvl="4"/>
            <a:r>
              <a:rPr lang="en-GB"/>
              <a:t>Subtitle</a:t>
            </a:r>
          </a:p>
          <a:p>
            <a:pPr lvl="5"/>
            <a:r>
              <a:rPr lang="en-GB"/>
              <a:t>Default text</a:t>
            </a:r>
            <a:br>
              <a:rPr lang="en-GB"/>
            </a:br>
            <a:endParaRPr lang="en-GB"/>
          </a:p>
          <a:p>
            <a:pPr lvl="6"/>
            <a:r>
              <a:rPr lang="en-GB"/>
              <a:t>Numerical bullet</a:t>
            </a:r>
          </a:p>
          <a:p>
            <a:pPr lvl="7"/>
            <a:r>
              <a:rPr lang="en-GB"/>
              <a:t>Alphabetical bullet</a:t>
            </a:r>
          </a:p>
          <a:p>
            <a:pPr lvl="8"/>
            <a:r>
              <a:rPr lang="en-GB"/>
              <a:t>Source</a:t>
            </a:r>
          </a:p>
        </p:txBody>
      </p:sp>
      <p:grpSp>
        <p:nvGrpSpPr>
          <p:cNvPr id="2052" name="GRID">
            <a:extLst>
              <a:ext uri="{FF2B5EF4-FFF2-40B4-BE49-F238E27FC236}">
                <a16:creationId xmlns:a16="http://schemas.microsoft.com/office/drawing/2014/main" id="{10A9054B-5367-AACF-3408-481958C7A13A}"/>
              </a:ext>
            </a:extLst>
          </p:cNvPr>
          <p:cNvGrpSpPr>
            <a:grpSpLocks/>
          </p:cNvGrpSpPr>
          <p:nvPr/>
        </p:nvGrpSpPr>
        <p:grpSpPr bwMode="auto">
          <a:xfrm>
            <a:off x="-12700" y="0"/>
            <a:ext cx="12204700" cy="6858000"/>
            <a:chOff x="-12033" y="0"/>
            <a:chExt cx="12204029" cy="6858000"/>
          </a:xfrm>
        </p:grpSpPr>
        <p:sp>
          <p:nvSpPr>
            <p:cNvPr id="2083" name="Rechthoek 7" hidden="1">
              <a:extLst>
                <a:ext uri="{FF2B5EF4-FFF2-40B4-BE49-F238E27FC236}">
                  <a16:creationId xmlns:a16="http://schemas.microsoft.com/office/drawing/2014/main" id="{555EFFAE-2812-E4F6-B4EF-84C1A73D5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2033" y="0"/>
              <a:ext cx="12191996" cy="719998"/>
            </a:xfrm>
            <a:prstGeom prst="rect">
              <a:avLst/>
            </a:prstGeom>
            <a:solidFill>
              <a:srgbClr val="00A6D6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endParaRPr lang="en-GB" altLang="en-NL">
                <a:solidFill>
                  <a:srgbClr val="F2F2F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84" name="Rechthoek 11" hidden="1">
              <a:extLst>
                <a:ext uri="{FF2B5EF4-FFF2-40B4-BE49-F238E27FC236}">
                  <a16:creationId xmlns:a16="http://schemas.microsoft.com/office/drawing/2014/main" id="{A4D19842-2EAA-A0E6-09E9-705E5A94BA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719998" cy="6858000"/>
            </a:xfrm>
            <a:prstGeom prst="rect">
              <a:avLst/>
            </a:prstGeom>
            <a:solidFill>
              <a:srgbClr val="00A6D6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endParaRPr lang="en-GB" altLang="en-NL">
                <a:solidFill>
                  <a:srgbClr val="F2F2F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85" name="Rechthoek 12" hidden="1">
              <a:extLst>
                <a:ext uri="{FF2B5EF4-FFF2-40B4-BE49-F238E27FC236}">
                  <a16:creationId xmlns:a16="http://schemas.microsoft.com/office/drawing/2014/main" id="{5B3E280C-A742-B3E9-82C3-EC46C8D2F2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1998" y="0"/>
              <a:ext cx="719998" cy="6858000"/>
            </a:xfrm>
            <a:prstGeom prst="rect">
              <a:avLst/>
            </a:prstGeom>
            <a:solidFill>
              <a:srgbClr val="00A6D6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endParaRPr lang="en-GB" altLang="en-NL">
                <a:solidFill>
                  <a:srgbClr val="F2F2F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86" name="Rechthoek 15" hidden="1">
              <a:extLst>
                <a:ext uri="{FF2B5EF4-FFF2-40B4-BE49-F238E27FC236}">
                  <a16:creationId xmlns:a16="http://schemas.microsoft.com/office/drawing/2014/main" id="{71E376B9-3288-EFD4-D528-041B6147F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064526"/>
              <a:ext cx="12191996" cy="539998"/>
            </a:xfrm>
            <a:prstGeom prst="rect">
              <a:avLst/>
            </a:prstGeom>
            <a:solidFill>
              <a:srgbClr val="00A6D6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endParaRPr lang="en-GB" altLang="en-NL">
                <a:solidFill>
                  <a:srgbClr val="F2F2F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87" name="Rechthoek 16" hidden="1">
              <a:extLst>
                <a:ext uri="{FF2B5EF4-FFF2-40B4-BE49-F238E27FC236}">
                  <a16:creationId xmlns:a16="http://schemas.microsoft.com/office/drawing/2014/main" id="{3E09867B-3029-C05D-B387-EEA064ED1D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498000"/>
              <a:ext cx="12191996" cy="359999"/>
            </a:xfrm>
            <a:prstGeom prst="rect">
              <a:avLst/>
            </a:prstGeom>
            <a:solidFill>
              <a:srgbClr val="00A6D6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endParaRPr lang="en-GB" altLang="en-NL">
                <a:solidFill>
                  <a:srgbClr val="F2F2F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88" name="Rechthoek 17" hidden="1">
              <a:extLst>
                <a:ext uri="{FF2B5EF4-FFF2-40B4-BE49-F238E27FC236}">
                  <a16:creationId xmlns:a16="http://schemas.microsoft.com/office/drawing/2014/main" id="{56E2E535-931E-B43C-2514-2E48881267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5806211"/>
              <a:ext cx="12191996" cy="539998"/>
            </a:xfrm>
            <a:prstGeom prst="rect">
              <a:avLst/>
            </a:prstGeom>
            <a:solidFill>
              <a:srgbClr val="00A6D6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endParaRPr lang="en-GB" altLang="en-NL">
                <a:solidFill>
                  <a:srgbClr val="F2F2F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1" name="Tekstvak 19">
            <a:extLst>
              <a:ext uri="{FF2B5EF4-FFF2-40B4-BE49-F238E27FC236}">
                <a16:creationId xmlns:a16="http://schemas.microsoft.com/office/drawing/2014/main" id="{632A7EE6-011B-F9B8-82AA-124007C648CC}"/>
              </a:ext>
            </a:extLst>
          </p:cNvPr>
          <p:cNvSpPr txBox="1"/>
          <p:nvPr/>
        </p:nvSpPr>
        <p:spPr>
          <a:xfrm>
            <a:off x="0" y="-636588"/>
            <a:ext cx="565150" cy="168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cap="all">
                <a:solidFill>
                  <a:srgbClr val="00A6D6"/>
                </a:solidFill>
                <a:latin typeface="Arial"/>
              </a:rPr>
              <a:t>layout</a:t>
            </a:r>
          </a:p>
        </p:txBody>
      </p:sp>
      <p:sp>
        <p:nvSpPr>
          <p:cNvPr id="12" name="Tijdelijke aanduiding voor datum 3">
            <a:extLst>
              <a:ext uri="{FF2B5EF4-FFF2-40B4-BE49-F238E27FC236}">
                <a16:creationId xmlns:a16="http://schemas.microsoft.com/office/drawing/2014/main" id="{B7122178-A4EC-0C70-A890-30030656CEB9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0147300" y="6405563"/>
            <a:ext cx="765175" cy="1841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ctr" anchorCtr="0" compatLnSpc="1">
            <a:spAutoFit/>
          </a:bodyPr>
          <a:lstStyle>
            <a:lvl1pPr marL="0" marR="0" lvl="0" indent="0" algn="r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l-NL" sz="1200" b="0" i="0" u="none" strike="noStrike" kern="1200" cap="none" spc="0" baseline="0" smtClean="0">
                <a:solidFill>
                  <a:srgbClr val="000000"/>
                </a:solidFill>
                <a:uFillTx/>
                <a:latin typeface="Arial"/>
                <a:cs typeface="Segoe UI Light" pitchFamily="34"/>
              </a:defRPr>
            </a:lvl1pPr>
          </a:lstStyle>
          <a:p>
            <a:pPr>
              <a:defRPr/>
            </a:pPr>
            <a:fld id="{826EDEC4-A894-472F-BDF4-EB8658672825}" type="datetime1">
              <a:rPr/>
              <a:pPr>
                <a:defRPr/>
              </a:pPr>
              <a:t>22-10-2025</a:t>
            </a:fld>
            <a:endParaRPr lang="en-GB"/>
          </a:p>
        </p:txBody>
      </p:sp>
      <p:sp>
        <p:nvSpPr>
          <p:cNvPr id="13" name="Tijdelijke aanduiding voor dianummer 5">
            <a:extLst>
              <a:ext uri="{FF2B5EF4-FFF2-40B4-BE49-F238E27FC236}">
                <a16:creationId xmlns:a16="http://schemas.microsoft.com/office/drawing/2014/main" id="{66521A79-AA96-6B4A-1D00-0CEC32E77F0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179175" y="6405563"/>
            <a:ext cx="290513" cy="1841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ctr" anchorCtr="0" compatLnSpc="1">
            <a:spAutoFit/>
          </a:bodyPr>
          <a:lstStyle>
            <a:lvl1pPr marL="0" marR="0" lvl="0" indent="0" algn="r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1" i="0" u="none" strike="noStrike" kern="1200" cap="none" spc="0" baseline="0" smtClean="0">
                <a:solidFill>
                  <a:srgbClr val="000000"/>
                </a:solidFill>
                <a:uFillTx/>
                <a:latin typeface="Arial"/>
                <a:cs typeface="Segoe UI Light" pitchFamily="34"/>
              </a:defRPr>
            </a:lvl1pPr>
          </a:lstStyle>
          <a:p>
            <a:pPr>
              <a:defRPr/>
            </a:pPr>
            <a:fld id="{70A919EE-E3F5-4C85-AE20-946ED1D60FA6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14" name="Tekstvak 3">
            <a:extLst>
              <a:ext uri="{FF2B5EF4-FFF2-40B4-BE49-F238E27FC236}">
                <a16:creationId xmlns:a16="http://schemas.microsoft.com/office/drawing/2014/main" id="{7E9600CA-F6AD-ACB8-7003-C527EDDBD644}"/>
              </a:ext>
            </a:extLst>
          </p:cNvPr>
          <p:cNvSpPr txBox="1"/>
          <p:nvPr/>
        </p:nvSpPr>
        <p:spPr>
          <a:xfrm>
            <a:off x="10912475" y="-1279525"/>
            <a:ext cx="1279525" cy="1698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cap="all">
                <a:solidFill>
                  <a:srgbClr val="00A6D6"/>
                </a:solidFill>
                <a:latin typeface="Arial"/>
              </a:rPr>
              <a:t>Primary colors</a:t>
            </a:r>
          </a:p>
        </p:txBody>
      </p:sp>
      <p:grpSp>
        <p:nvGrpSpPr>
          <p:cNvPr id="2057" name="Groep 33">
            <a:extLst>
              <a:ext uri="{FF2B5EF4-FFF2-40B4-BE49-F238E27FC236}">
                <a16:creationId xmlns:a16="http://schemas.microsoft.com/office/drawing/2014/main" id="{07975091-9C99-BD15-BDC1-033FC808FD2F}"/>
              </a:ext>
            </a:extLst>
          </p:cNvPr>
          <p:cNvGrpSpPr>
            <a:grpSpLocks/>
          </p:cNvGrpSpPr>
          <p:nvPr/>
        </p:nvGrpSpPr>
        <p:grpSpPr bwMode="auto">
          <a:xfrm>
            <a:off x="11552238" y="-1016000"/>
            <a:ext cx="639762" cy="179387"/>
            <a:chOff x="11552191" y="-1016099"/>
            <a:chExt cx="639805" cy="179999"/>
          </a:xfrm>
        </p:grpSpPr>
        <p:sp>
          <p:nvSpPr>
            <p:cNvPr id="2080" name="Rechthoek 4">
              <a:extLst>
                <a:ext uri="{FF2B5EF4-FFF2-40B4-BE49-F238E27FC236}">
                  <a16:creationId xmlns:a16="http://schemas.microsoft.com/office/drawing/2014/main" id="{A6F9050A-B0EB-CD91-FF49-D541A2296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11997" y="-1016099"/>
              <a:ext cx="179999" cy="179999"/>
            </a:xfrm>
            <a:prstGeom prst="rect">
              <a:avLst/>
            </a:prstGeom>
            <a:solidFill>
              <a:srgbClr val="000000"/>
            </a:solidFill>
            <a:ln w="12701">
              <a:solidFill>
                <a:srgbClr val="F2F2F2"/>
              </a:solidFill>
              <a:miter lim="800000"/>
              <a:headEnd/>
              <a:tailEnd/>
            </a:ln>
          </p:spPr>
          <p:txBody>
            <a:bodyPr lIns="143999" tIns="143999" rIns="143999" bIns="143999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altLang="en-NL" sz="1600">
                <a:solidFill>
                  <a:srgbClr val="F2F2F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81" name="Rechthoek 6">
              <a:extLst>
                <a:ext uri="{FF2B5EF4-FFF2-40B4-BE49-F238E27FC236}">
                  <a16:creationId xmlns:a16="http://schemas.microsoft.com/office/drawing/2014/main" id="{8AEC049E-5B3C-F8C2-64BC-54A5876F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82089" y="-1016099"/>
              <a:ext cx="179999" cy="179999"/>
            </a:xfrm>
            <a:prstGeom prst="rect">
              <a:avLst/>
            </a:prstGeom>
            <a:solidFill>
              <a:srgbClr val="F2F2F2"/>
            </a:solidFill>
            <a:ln w="12701">
              <a:solidFill>
                <a:srgbClr val="F2F2F2"/>
              </a:solidFill>
              <a:miter lim="800000"/>
              <a:headEnd/>
              <a:tailEnd/>
            </a:ln>
          </p:spPr>
          <p:txBody>
            <a:bodyPr lIns="143999" tIns="143999" rIns="143999" bIns="143999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altLang="en-NL" sz="1600">
                <a:solidFill>
                  <a:srgbClr val="F2F2F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82" name="Rechthoek 8">
              <a:extLst>
                <a:ext uri="{FF2B5EF4-FFF2-40B4-BE49-F238E27FC236}">
                  <a16:creationId xmlns:a16="http://schemas.microsoft.com/office/drawing/2014/main" id="{E60BC95C-EE28-500D-3EEC-47129D15B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52191" y="-1016099"/>
              <a:ext cx="179999" cy="179999"/>
            </a:xfrm>
            <a:prstGeom prst="rect">
              <a:avLst/>
            </a:prstGeom>
            <a:solidFill>
              <a:srgbClr val="00A6D6"/>
            </a:solidFill>
            <a:ln w="12701">
              <a:solidFill>
                <a:srgbClr val="F2F2F2"/>
              </a:solidFill>
              <a:miter lim="800000"/>
              <a:headEnd/>
              <a:tailEnd/>
            </a:ln>
          </p:spPr>
          <p:txBody>
            <a:bodyPr lIns="143999" tIns="143999" rIns="143999" bIns="143999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altLang="en-NL" sz="1600">
                <a:solidFill>
                  <a:srgbClr val="F2F2F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9" name="Tekstvak 9">
            <a:extLst>
              <a:ext uri="{FF2B5EF4-FFF2-40B4-BE49-F238E27FC236}">
                <a16:creationId xmlns:a16="http://schemas.microsoft.com/office/drawing/2014/main" id="{9E1B0D83-2553-EF82-F658-BA6088926089}"/>
              </a:ext>
            </a:extLst>
          </p:cNvPr>
          <p:cNvSpPr txBox="1"/>
          <p:nvPr/>
        </p:nvSpPr>
        <p:spPr>
          <a:xfrm>
            <a:off x="10660063" y="-674688"/>
            <a:ext cx="1531937" cy="1698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cap="all">
                <a:solidFill>
                  <a:srgbClr val="00A6D6"/>
                </a:solidFill>
                <a:latin typeface="Arial"/>
              </a:rPr>
              <a:t>secondary colors</a:t>
            </a:r>
          </a:p>
        </p:txBody>
      </p:sp>
      <p:grpSp>
        <p:nvGrpSpPr>
          <p:cNvPr id="2059" name="Groep 32">
            <a:extLst>
              <a:ext uri="{FF2B5EF4-FFF2-40B4-BE49-F238E27FC236}">
                <a16:creationId xmlns:a16="http://schemas.microsoft.com/office/drawing/2014/main" id="{8D385434-EA53-6619-DAA5-22C8F45B6C33}"/>
              </a:ext>
            </a:extLst>
          </p:cNvPr>
          <p:cNvGrpSpPr>
            <a:grpSpLocks/>
          </p:cNvGrpSpPr>
          <p:nvPr/>
        </p:nvGrpSpPr>
        <p:grpSpPr bwMode="auto">
          <a:xfrm>
            <a:off x="9688513" y="-411163"/>
            <a:ext cx="2503487" cy="179388"/>
            <a:chOff x="9687885" y="-411205"/>
            <a:chExt cx="2504111" cy="179999"/>
          </a:xfrm>
        </p:grpSpPr>
        <p:sp>
          <p:nvSpPr>
            <p:cNvPr id="2069" name="Rechthoek 10">
              <a:extLst>
                <a:ext uri="{FF2B5EF4-FFF2-40B4-BE49-F238E27FC236}">
                  <a16:creationId xmlns:a16="http://schemas.microsoft.com/office/drawing/2014/main" id="{68BC2217-2FAD-127B-478F-CFAE49A55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11997" y="-411205"/>
              <a:ext cx="179999" cy="179999"/>
            </a:xfrm>
            <a:prstGeom prst="rect">
              <a:avLst/>
            </a:prstGeom>
            <a:solidFill>
              <a:srgbClr val="009B77"/>
            </a:solidFill>
            <a:ln w="12701">
              <a:solidFill>
                <a:srgbClr val="F2F2F2"/>
              </a:solidFill>
              <a:miter lim="800000"/>
              <a:headEnd/>
              <a:tailEnd/>
            </a:ln>
          </p:spPr>
          <p:txBody>
            <a:bodyPr lIns="143999" tIns="143999" rIns="143999" bIns="143999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altLang="en-NL" sz="1600">
                <a:solidFill>
                  <a:srgbClr val="F2F2F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70" name="Rechthoek 13">
              <a:extLst>
                <a:ext uri="{FF2B5EF4-FFF2-40B4-BE49-F238E27FC236}">
                  <a16:creationId xmlns:a16="http://schemas.microsoft.com/office/drawing/2014/main" id="{5514E8A4-A4C0-9CB2-846F-E4A2F938A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82089" y="-411205"/>
              <a:ext cx="179999" cy="179999"/>
            </a:xfrm>
            <a:prstGeom prst="rect">
              <a:avLst/>
            </a:prstGeom>
            <a:solidFill>
              <a:srgbClr val="6CC24A"/>
            </a:solidFill>
            <a:ln w="12701">
              <a:solidFill>
                <a:srgbClr val="F2F2F2"/>
              </a:solidFill>
              <a:miter lim="800000"/>
              <a:headEnd/>
              <a:tailEnd/>
            </a:ln>
          </p:spPr>
          <p:txBody>
            <a:bodyPr lIns="143999" tIns="143999" rIns="143999" bIns="143999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altLang="en-NL" sz="1600">
                <a:solidFill>
                  <a:srgbClr val="F2F2F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71" name="Rechthoek 18">
              <a:extLst>
                <a:ext uri="{FF2B5EF4-FFF2-40B4-BE49-F238E27FC236}">
                  <a16:creationId xmlns:a16="http://schemas.microsoft.com/office/drawing/2014/main" id="{96BEB97C-5F00-0A9F-56C4-213169097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52191" y="-411205"/>
              <a:ext cx="179999" cy="179999"/>
            </a:xfrm>
            <a:prstGeom prst="rect">
              <a:avLst/>
            </a:prstGeom>
            <a:solidFill>
              <a:srgbClr val="FFB81C"/>
            </a:solidFill>
            <a:ln w="12701">
              <a:solidFill>
                <a:srgbClr val="F2F2F2"/>
              </a:solidFill>
              <a:miter lim="800000"/>
              <a:headEnd/>
              <a:tailEnd/>
            </a:ln>
          </p:spPr>
          <p:txBody>
            <a:bodyPr lIns="143999" tIns="143999" rIns="143999" bIns="143999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altLang="en-NL" sz="1600">
                <a:solidFill>
                  <a:srgbClr val="F2F2F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72" name="Rechthoek 21">
              <a:extLst>
                <a:ext uri="{FF2B5EF4-FFF2-40B4-BE49-F238E27FC236}">
                  <a16:creationId xmlns:a16="http://schemas.microsoft.com/office/drawing/2014/main" id="{D270F88D-74C4-55B1-42E5-1A866AA35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6020" y="-411205"/>
              <a:ext cx="179999" cy="179999"/>
            </a:xfrm>
            <a:prstGeom prst="rect">
              <a:avLst/>
            </a:prstGeom>
            <a:solidFill>
              <a:srgbClr val="EC6842"/>
            </a:solidFill>
            <a:ln w="12701">
              <a:solidFill>
                <a:srgbClr val="F2F2F2"/>
              </a:solidFill>
              <a:miter lim="800000"/>
              <a:headEnd/>
              <a:tailEnd/>
            </a:ln>
          </p:spPr>
          <p:txBody>
            <a:bodyPr lIns="143999" tIns="143999" rIns="143999" bIns="143999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altLang="en-NL" sz="1600">
                <a:solidFill>
                  <a:srgbClr val="F2F2F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73" name="Rechthoek 22">
              <a:extLst>
                <a:ext uri="{FF2B5EF4-FFF2-40B4-BE49-F238E27FC236}">
                  <a16:creationId xmlns:a16="http://schemas.microsoft.com/office/drawing/2014/main" id="{12FA6058-BC08-2693-F9F8-A12B5CD0A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6112" y="-411205"/>
              <a:ext cx="179999" cy="179999"/>
            </a:xfrm>
            <a:prstGeom prst="rect">
              <a:avLst/>
            </a:prstGeom>
            <a:solidFill>
              <a:srgbClr val="E03C31"/>
            </a:solidFill>
            <a:ln w="12701">
              <a:solidFill>
                <a:srgbClr val="F2F2F2"/>
              </a:solidFill>
              <a:miter lim="800000"/>
              <a:headEnd/>
              <a:tailEnd/>
            </a:ln>
          </p:spPr>
          <p:txBody>
            <a:bodyPr lIns="143999" tIns="143999" rIns="143999" bIns="143999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altLang="en-NL" sz="1600">
                <a:solidFill>
                  <a:srgbClr val="F2F2F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74" name="Rechthoek 23">
              <a:extLst>
                <a:ext uri="{FF2B5EF4-FFF2-40B4-BE49-F238E27FC236}">
                  <a16:creationId xmlns:a16="http://schemas.microsoft.com/office/drawing/2014/main" id="{71D5C127-E94F-201E-9010-BECCA64CC3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6204" y="-411205"/>
              <a:ext cx="179999" cy="179999"/>
            </a:xfrm>
            <a:prstGeom prst="rect">
              <a:avLst/>
            </a:prstGeom>
            <a:solidFill>
              <a:srgbClr val="A50034"/>
            </a:solidFill>
            <a:ln w="12701">
              <a:solidFill>
                <a:srgbClr val="F2F2F2"/>
              </a:solidFill>
              <a:miter lim="800000"/>
              <a:headEnd/>
              <a:tailEnd/>
            </a:ln>
          </p:spPr>
          <p:txBody>
            <a:bodyPr lIns="143999" tIns="143999" rIns="143999" bIns="143999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altLang="en-NL" sz="1600">
                <a:solidFill>
                  <a:srgbClr val="F2F2F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75" name="Rechthoek 24">
              <a:extLst>
                <a:ext uri="{FF2B5EF4-FFF2-40B4-BE49-F238E27FC236}">
                  <a16:creationId xmlns:a16="http://schemas.microsoft.com/office/drawing/2014/main" id="{9FCC0F59-0B76-F048-77C4-42B8488291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0033" y="-411205"/>
              <a:ext cx="179999" cy="179999"/>
            </a:xfrm>
            <a:prstGeom prst="rect">
              <a:avLst/>
            </a:prstGeom>
            <a:solidFill>
              <a:srgbClr val="EF60A3"/>
            </a:solidFill>
            <a:ln w="12701">
              <a:solidFill>
                <a:srgbClr val="F2F2F2"/>
              </a:solidFill>
              <a:miter lim="800000"/>
              <a:headEnd/>
              <a:tailEnd/>
            </a:ln>
          </p:spPr>
          <p:txBody>
            <a:bodyPr lIns="143999" tIns="143999" rIns="143999" bIns="143999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altLang="en-NL" sz="1600">
                <a:solidFill>
                  <a:srgbClr val="F2F2F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76" name="Rechthoek 25">
              <a:extLst>
                <a:ext uri="{FF2B5EF4-FFF2-40B4-BE49-F238E27FC236}">
                  <a16:creationId xmlns:a16="http://schemas.microsoft.com/office/drawing/2014/main" id="{C421D41D-11A8-6704-2DD7-D29CDF4AB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83862" y="-411205"/>
              <a:ext cx="179999" cy="179999"/>
            </a:xfrm>
            <a:prstGeom prst="rect">
              <a:avLst/>
            </a:prstGeom>
            <a:solidFill>
              <a:srgbClr val="6F1D77"/>
            </a:solidFill>
            <a:ln w="12701">
              <a:solidFill>
                <a:srgbClr val="F2F2F2"/>
              </a:solidFill>
              <a:miter lim="800000"/>
              <a:headEnd/>
              <a:tailEnd/>
            </a:ln>
          </p:spPr>
          <p:txBody>
            <a:bodyPr lIns="143999" tIns="143999" rIns="143999" bIns="143999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altLang="en-NL" sz="1600">
                <a:solidFill>
                  <a:srgbClr val="F2F2F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77" name="Rechthoek 26">
              <a:extLst>
                <a:ext uri="{FF2B5EF4-FFF2-40B4-BE49-F238E27FC236}">
                  <a16:creationId xmlns:a16="http://schemas.microsoft.com/office/drawing/2014/main" id="{42EAB630-D6A3-B70D-8AC9-AEA73300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53963" y="-411205"/>
              <a:ext cx="179999" cy="179999"/>
            </a:xfrm>
            <a:prstGeom prst="rect">
              <a:avLst/>
            </a:prstGeom>
            <a:solidFill>
              <a:srgbClr val="0076C2"/>
            </a:solidFill>
            <a:ln w="12701">
              <a:solidFill>
                <a:srgbClr val="F2F2F2"/>
              </a:solidFill>
              <a:miter lim="800000"/>
              <a:headEnd/>
              <a:tailEnd/>
            </a:ln>
          </p:spPr>
          <p:txBody>
            <a:bodyPr lIns="143999" tIns="143999" rIns="143999" bIns="143999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altLang="en-NL" sz="1600">
                <a:solidFill>
                  <a:srgbClr val="F2F2F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78" name="Rechthoek 30">
              <a:extLst>
                <a:ext uri="{FF2B5EF4-FFF2-40B4-BE49-F238E27FC236}">
                  <a16:creationId xmlns:a16="http://schemas.microsoft.com/office/drawing/2014/main" id="{83AB1789-68E1-8D85-0046-CB7BD581BC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4056" y="-411205"/>
              <a:ext cx="179999" cy="179999"/>
            </a:xfrm>
            <a:prstGeom prst="rect">
              <a:avLst/>
            </a:prstGeom>
            <a:solidFill>
              <a:srgbClr val="00B8C8"/>
            </a:solidFill>
            <a:ln w="12701">
              <a:solidFill>
                <a:srgbClr val="F2F2F2"/>
              </a:solidFill>
              <a:miter lim="800000"/>
              <a:headEnd/>
              <a:tailEnd/>
            </a:ln>
          </p:spPr>
          <p:txBody>
            <a:bodyPr lIns="143999" tIns="143999" rIns="143999" bIns="143999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altLang="en-NL" sz="1600">
                <a:solidFill>
                  <a:srgbClr val="F2F2F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79" name="Rechthoek 31">
              <a:extLst>
                <a:ext uri="{FF2B5EF4-FFF2-40B4-BE49-F238E27FC236}">
                  <a16:creationId xmlns:a16="http://schemas.microsoft.com/office/drawing/2014/main" id="{9C7DCA24-363B-3247-3576-0DAA4678E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7885" y="-411205"/>
              <a:ext cx="179999" cy="179999"/>
            </a:xfrm>
            <a:prstGeom prst="rect">
              <a:avLst/>
            </a:prstGeom>
            <a:solidFill>
              <a:srgbClr val="0C2340"/>
            </a:solidFill>
            <a:ln w="12701">
              <a:solidFill>
                <a:srgbClr val="F2F2F2"/>
              </a:solidFill>
              <a:miter lim="800000"/>
              <a:headEnd/>
              <a:tailEnd/>
            </a:ln>
          </p:spPr>
          <p:txBody>
            <a:bodyPr lIns="143999" tIns="143999" rIns="143999" bIns="143999" anchor="ctr" anchorCtr="1"/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altLang="en-NL" sz="1600">
                <a:solidFill>
                  <a:srgbClr val="F2F2F2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060" name="Groep 50">
            <a:extLst>
              <a:ext uri="{FF2B5EF4-FFF2-40B4-BE49-F238E27FC236}">
                <a16:creationId xmlns:a16="http://schemas.microsoft.com/office/drawing/2014/main" id="{5CDC4715-DB2D-9A05-DBBB-3B6B3C5B0CF7}"/>
              </a:ext>
            </a:extLst>
          </p:cNvPr>
          <p:cNvGrpSpPr>
            <a:grpSpLocks/>
          </p:cNvGrpSpPr>
          <p:nvPr/>
        </p:nvGrpSpPr>
        <p:grpSpPr bwMode="auto">
          <a:xfrm>
            <a:off x="720725" y="6216650"/>
            <a:ext cx="962025" cy="381000"/>
            <a:chOff x="721077" y="6216740"/>
            <a:chExt cx="961207" cy="381597"/>
          </a:xfrm>
        </p:grpSpPr>
        <p:sp>
          <p:nvSpPr>
            <p:cNvPr id="2061" name="Vrije vorm: vorm 42">
              <a:extLst>
                <a:ext uri="{FF2B5EF4-FFF2-40B4-BE49-F238E27FC236}">
                  <a16:creationId xmlns:a16="http://schemas.microsoft.com/office/drawing/2014/main" id="{E8A36BF3-F684-6AE2-4C30-325DE7D9A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656" y="6405618"/>
              <a:ext cx="177302" cy="192618"/>
            </a:xfrm>
            <a:custGeom>
              <a:avLst/>
              <a:gdLst>
                <a:gd name="T0" fmla="*/ 88651 w 174307"/>
                <a:gd name="T1" fmla="*/ 0 h 186023"/>
                <a:gd name="T2" fmla="*/ 177302 w 174307"/>
                <a:gd name="T3" fmla="*/ 96309 h 186023"/>
                <a:gd name="T4" fmla="*/ 88651 w 174307"/>
                <a:gd name="T5" fmla="*/ 192618 h 186023"/>
                <a:gd name="T6" fmla="*/ 0 w 174307"/>
                <a:gd name="T7" fmla="*/ 96309 h 186023"/>
                <a:gd name="T8" fmla="*/ 88652 w 174307"/>
                <a:gd name="T9" fmla="*/ 156028 h 186023"/>
                <a:gd name="T10" fmla="*/ 125953 w 174307"/>
                <a:gd name="T11" fmla="*/ 116774 h 186023"/>
                <a:gd name="T12" fmla="*/ 125953 w 174307"/>
                <a:gd name="T13" fmla="*/ 0 h 186023"/>
                <a:gd name="T14" fmla="*/ 177302 w 174307"/>
                <a:gd name="T15" fmla="*/ 0 h 186023"/>
                <a:gd name="T16" fmla="*/ 177302 w 174307"/>
                <a:gd name="T17" fmla="*/ 119437 h 186023"/>
                <a:gd name="T18" fmla="*/ 88652 w 174307"/>
                <a:gd name="T19" fmla="*/ 192618 h 186023"/>
                <a:gd name="T20" fmla="*/ 0 w 174307"/>
                <a:gd name="T21" fmla="*/ 119437 h 186023"/>
                <a:gd name="T22" fmla="*/ 0 w 174307"/>
                <a:gd name="T23" fmla="*/ 0 h 186023"/>
                <a:gd name="T24" fmla="*/ 51349 w 174307"/>
                <a:gd name="T25" fmla="*/ 0 h 186023"/>
                <a:gd name="T26" fmla="*/ 51349 w 174307"/>
                <a:gd name="T27" fmla="*/ 116774 h 186023"/>
                <a:gd name="T28" fmla="*/ 88652 w 174307"/>
                <a:gd name="T29" fmla="*/ 156028 h 186023"/>
                <a:gd name="T30" fmla="*/ 17694720 60000 65536"/>
                <a:gd name="T31" fmla="*/ 0 60000 65536"/>
                <a:gd name="T32" fmla="*/ 5898240 60000 65536"/>
                <a:gd name="T33" fmla="*/ 1179648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74307"/>
                <a:gd name="T46" fmla="*/ 0 h 186023"/>
                <a:gd name="T47" fmla="*/ 174307 w 174307"/>
                <a:gd name="T48" fmla="*/ 186023 h 18602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74307" h="186023">
                  <a:moveTo>
                    <a:pt x="87154" y="150686"/>
                  </a:moveTo>
                  <a:cubicBezTo>
                    <a:pt x="110871" y="150686"/>
                    <a:pt x="123825" y="134874"/>
                    <a:pt x="123825" y="112776"/>
                  </a:cubicBezTo>
                  <a:lnTo>
                    <a:pt x="123825" y="0"/>
                  </a:lnTo>
                  <a:lnTo>
                    <a:pt x="174307" y="0"/>
                  </a:lnTo>
                  <a:lnTo>
                    <a:pt x="174307" y="115348"/>
                  </a:lnTo>
                  <a:cubicBezTo>
                    <a:pt x="173831" y="166116"/>
                    <a:pt x="133159" y="186023"/>
                    <a:pt x="87154" y="186023"/>
                  </a:cubicBezTo>
                  <a:cubicBezTo>
                    <a:pt x="41148" y="186023"/>
                    <a:pt x="571" y="166116"/>
                    <a:pt x="0" y="115348"/>
                  </a:cubicBezTo>
                  <a:lnTo>
                    <a:pt x="0" y="0"/>
                  </a:lnTo>
                  <a:lnTo>
                    <a:pt x="50482" y="0"/>
                  </a:lnTo>
                  <a:lnTo>
                    <a:pt x="50482" y="112776"/>
                  </a:lnTo>
                  <a:cubicBezTo>
                    <a:pt x="50578" y="134874"/>
                    <a:pt x="63436" y="150686"/>
                    <a:pt x="87154" y="150686"/>
                  </a:cubicBezTo>
                  <a:close/>
                </a:path>
              </a:pathLst>
            </a:custGeom>
            <a:solidFill>
              <a:srgbClr val="00A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NL"/>
            </a:p>
          </p:txBody>
        </p:sp>
        <p:sp>
          <p:nvSpPr>
            <p:cNvPr id="2062" name="Vrije vorm: vorm 43">
              <a:extLst>
                <a:ext uri="{FF2B5EF4-FFF2-40B4-BE49-F238E27FC236}">
                  <a16:creationId xmlns:a16="http://schemas.microsoft.com/office/drawing/2014/main" id="{3D4DA61E-86EC-23FE-AE85-0549DE122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077" y="6405618"/>
              <a:ext cx="166448" cy="188677"/>
            </a:xfrm>
            <a:custGeom>
              <a:avLst/>
              <a:gdLst>
                <a:gd name="T0" fmla="*/ 83224 w 163639"/>
                <a:gd name="T1" fmla="*/ 0 h 182213"/>
                <a:gd name="T2" fmla="*/ 166448 w 163639"/>
                <a:gd name="T3" fmla="*/ 94339 h 182213"/>
                <a:gd name="T4" fmla="*/ 83224 w 163639"/>
                <a:gd name="T5" fmla="*/ 188677 h 182213"/>
                <a:gd name="T6" fmla="*/ 0 w 163639"/>
                <a:gd name="T7" fmla="*/ 94339 h 182213"/>
                <a:gd name="T8" fmla="*/ 57549 w 163639"/>
                <a:gd name="T9" fmla="*/ 188677 h 182213"/>
                <a:gd name="T10" fmla="*/ 108899 w 163639"/>
                <a:gd name="T11" fmla="*/ 188677 h 182213"/>
                <a:gd name="T12" fmla="*/ 108899 w 163639"/>
                <a:gd name="T13" fmla="*/ 36592 h 182213"/>
                <a:gd name="T14" fmla="*/ 166449 w 163639"/>
                <a:gd name="T15" fmla="*/ 36592 h 182213"/>
                <a:gd name="T16" fmla="*/ 166449 w 163639"/>
                <a:gd name="T17" fmla="*/ 0 h 182213"/>
                <a:gd name="T18" fmla="*/ 0 w 163639"/>
                <a:gd name="T19" fmla="*/ 0 h 182213"/>
                <a:gd name="T20" fmla="*/ 0 w 163639"/>
                <a:gd name="T21" fmla="*/ 36592 h 182213"/>
                <a:gd name="T22" fmla="*/ 57549 w 163639"/>
                <a:gd name="T23" fmla="*/ 36592 h 182213"/>
                <a:gd name="T24" fmla="*/ 17694720 60000 65536"/>
                <a:gd name="T25" fmla="*/ 0 60000 65536"/>
                <a:gd name="T26" fmla="*/ 5898240 60000 65536"/>
                <a:gd name="T27" fmla="*/ 1179648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63639"/>
                <a:gd name="T37" fmla="*/ 0 h 182213"/>
                <a:gd name="T38" fmla="*/ 163639 w 163639"/>
                <a:gd name="T39" fmla="*/ 182213 h 18221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63639" h="182213">
                  <a:moveTo>
                    <a:pt x="56578" y="182213"/>
                  </a:moveTo>
                  <a:lnTo>
                    <a:pt x="107061" y="182213"/>
                  </a:lnTo>
                  <a:lnTo>
                    <a:pt x="107061" y="35338"/>
                  </a:lnTo>
                  <a:lnTo>
                    <a:pt x="163640" y="35338"/>
                  </a:lnTo>
                  <a:lnTo>
                    <a:pt x="163640" y="0"/>
                  </a:lnTo>
                  <a:lnTo>
                    <a:pt x="0" y="0"/>
                  </a:lnTo>
                  <a:lnTo>
                    <a:pt x="0" y="35338"/>
                  </a:lnTo>
                  <a:lnTo>
                    <a:pt x="56578" y="35338"/>
                  </a:lnTo>
                  <a:lnTo>
                    <a:pt x="56578" y="1822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NL"/>
            </a:p>
          </p:txBody>
        </p:sp>
        <p:sp>
          <p:nvSpPr>
            <p:cNvPr id="2063" name="Vrije vorm: vorm 44">
              <a:extLst>
                <a:ext uri="{FF2B5EF4-FFF2-40B4-BE49-F238E27FC236}">
                  <a16:creationId xmlns:a16="http://schemas.microsoft.com/office/drawing/2014/main" id="{AC7B9653-A07E-B755-4B7D-18DE791896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113" y="6216740"/>
              <a:ext cx="175409" cy="176963"/>
            </a:xfrm>
            <a:custGeom>
              <a:avLst/>
              <a:gdLst>
                <a:gd name="T0" fmla="*/ 87705 w 172449"/>
                <a:gd name="T1" fmla="*/ 0 h 170903"/>
                <a:gd name="T2" fmla="*/ 175409 w 172449"/>
                <a:gd name="T3" fmla="*/ 88482 h 170903"/>
                <a:gd name="T4" fmla="*/ 87705 w 172449"/>
                <a:gd name="T5" fmla="*/ 176963 h 170903"/>
                <a:gd name="T6" fmla="*/ 0 w 172449"/>
                <a:gd name="T7" fmla="*/ 88482 h 170903"/>
                <a:gd name="T8" fmla="*/ 130950 w 172449"/>
                <a:gd name="T9" fmla="*/ 96957 h 170903"/>
                <a:gd name="T10" fmla="*/ 105566 w 172449"/>
                <a:gd name="T11" fmla="*/ 80683 h 170903"/>
                <a:gd name="T12" fmla="*/ 173870 w 172449"/>
                <a:gd name="T13" fmla="*/ 10164 h 170903"/>
                <a:gd name="T14" fmla="*/ 173386 w 172449"/>
                <a:gd name="T15" fmla="*/ 6 h 170903"/>
                <a:gd name="T16" fmla="*/ 168735 w 172449"/>
                <a:gd name="T17" fmla="*/ 7206 h 170903"/>
                <a:gd name="T18" fmla="*/ 70300 w 172449"/>
                <a:gd name="T19" fmla="*/ 47051 h 170903"/>
                <a:gd name="T20" fmla="*/ 2093 w 172449"/>
                <a:gd name="T21" fmla="*/ 151596 h 170903"/>
                <a:gd name="T22" fmla="*/ 6453 w 172449"/>
                <a:gd name="T23" fmla="*/ 165108 h 170903"/>
                <a:gd name="T24" fmla="*/ 8584 w 172449"/>
                <a:gd name="T25" fmla="*/ 151400 h 170903"/>
                <a:gd name="T26" fmla="*/ 68363 w 172449"/>
                <a:gd name="T27" fmla="*/ 75949 h 170903"/>
                <a:gd name="T28" fmla="*/ 73885 w 172449"/>
                <a:gd name="T29" fmla="*/ 70623 h 170903"/>
                <a:gd name="T30" fmla="*/ 73401 w 172449"/>
                <a:gd name="T31" fmla="*/ 75752 h 170903"/>
                <a:gd name="T32" fmla="*/ 53345 w 172449"/>
                <a:gd name="T33" fmla="*/ 125164 h 170903"/>
                <a:gd name="T34" fmla="*/ 91130 w 172449"/>
                <a:gd name="T35" fmla="*/ 117570 h 170903"/>
                <a:gd name="T36" fmla="*/ 95296 w 172449"/>
                <a:gd name="T37" fmla="*/ 112342 h 170903"/>
                <a:gd name="T38" fmla="*/ 95587 w 172449"/>
                <a:gd name="T39" fmla="*/ 120134 h 170903"/>
                <a:gd name="T40" fmla="*/ 70494 w 172449"/>
                <a:gd name="T41" fmla="*/ 168264 h 170903"/>
                <a:gd name="T42" fmla="*/ 58189 w 172449"/>
                <a:gd name="T43" fmla="*/ 176352 h 170903"/>
                <a:gd name="T44" fmla="*/ 64777 w 172449"/>
                <a:gd name="T45" fmla="*/ 176747 h 170903"/>
                <a:gd name="T46" fmla="*/ 153718 w 172449"/>
                <a:gd name="T47" fmla="*/ 88179 h 170903"/>
                <a:gd name="T48" fmla="*/ 154009 w 172449"/>
                <a:gd name="T49" fmla="*/ 82754 h 170903"/>
                <a:gd name="T50" fmla="*/ 148873 w 172449"/>
                <a:gd name="T51" fmla="*/ 85812 h 170903"/>
                <a:gd name="T52" fmla="*/ 130950 w 172449"/>
                <a:gd name="T53" fmla="*/ 96957 h 170903"/>
                <a:gd name="T54" fmla="*/ 17694720 60000 65536"/>
                <a:gd name="T55" fmla="*/ 0 60000 65536"/>
                <a:gd name="T56" fmla="*/ 5898240 60000 65536"/>
                <a:gd name="T57" fmla="*/ 1179648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72449"/>
                <a:gd name="T82" fmla="*/ 0 h 170903"/>
                <a:gd name="T83" fmla="*/ 172449 w 172449"/>
                <a:gd name="T84" fmla="*/ 170903 h 170903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72449" h="170903">
                  <a:moveTo>
                    <a:pt x="128740" y="93637"/>
                  </a:moveTo>
                  <a:cubicBezTo>
                    <a:pt x="116453" y="97542"/>
                    <a:pt x="103689" y="94399"/>
                    <a:pt x="103785" y="77920"/>
                  </a:cubicBezTo>
                  <a:cubicBezTo>
                    <a:pt x="103785" y="52774"/>
                    <a:pt x="162744" y="31724"/>
                    <a:pt x="170936" y="9816"/>
                  </a:cubicBezTo>
                  <a:cubicBezTo>
                    <a:pt x="172936" y="4387"/>
                    <a:pt x="173127" y="-185"/>
                    <a:pt x="170460" y="6"/>
                  </a:cubicBezTo>
                  <a:cubicBezTo>
                    <a:pt x="168555" y="101"/>
                    <a:pt x="170079" y="2863"/>
                    <a:pt x="165888" y="6959"/>
                  </a:cubicBezTo>
                  <a:cubicBezTo>
                    <a:pt x="141504" y="31438"/>
                    <a:pt x="100546" y="31343"/>
                    <a:pt x="69114" y="45440"/>
                  </a:cubicBezTo>
                  <a:cubicBezTo>
                    <a:pt x="48540" y="54679"/>
                    <a:pt x="-11849" y="83064"/>
                    <a:pt x="2058" y="146405"/>
                  </a:cubicBezTo>
                  <a:cubicBezTo>
                    <a:pt x="2724" y="149453"/>
                    <a:pt x="4534" y="159454"/>
                    <a:pt x="6344" y="159454"/>
                  </a:cubicBezTo>
                  <a:cubicBezTo>
                    <a:pt x="8439" y="159454"/>
                    <a:pt x="8439" y="153454"/>
                    <a:pt x="8439" y="146215"/>
                  </a:cubicBezTo>
                  <a:cubicBezTo>
                    <a:pt x="7963" y="108495"/>
                    <a:pt x="52635" y="98018"/>
                    <a:pt x="67209" y="73348"/>
                  </a:cubicBezTo>
                  <a:cubicBezTo>
                    <a:pt x="68923" y="70395"/>
                    <a:pt x="71971" y="66300"/>
                    <a:pt x="72638" y="68205"/>
                  </a:cubicBezTo>
                  <a:cubicBezTo>
                    <a:pt x="73019" y="69157"/>
                    <a:pt x="72733" y="70491"/>
                    <a:pt x="72162" y="73158"/>
                  </a:cubicBezTo>
                  <a:cubicBezTo>
                    <a:pt x="67590" y="93446"/>
                    <a:pt x="46444" y="106400"/>
                    <a:pt x="52445" y="120878"/>
                  </a:cubicBezTo>
                  <a:cubicBezTo>
                    <a:pt x="60255" y="139642"/>
                    <a:pt x="82639" y="125641"/>
                    <a:pt x="89592" y="113544"/>
                  </a:cubicBezTo>
                  <a:cubicBezTo>
                    <a:pt x="91402" y="110210"/>
                    <a:pt x="92450" y="108115"/>
                    <a:pt x="93688" y="108495"/>
                  </a:cubicBezTo>
                  <a:cubicBezTo>
                    <a:pt x="94641" y="108781"/>
                    <a:pt x="94545" y="112591"/>
                    <a:pt x="93974" y="116020"/>
                  </a:cubicBezTo>
                  <a:cubicBezTo>
                    <a:pt x="90259" y="137833"/>
                    <a:pt x="85306" y="150025"/>
                    <a:pt x="69304" y="162502"/>
                  </a:cubicBezTo>
                  <a:cubicBezTo>
                    <a:pt x="64161" y="166503"/>
                    <a:pt x="56160" y="167265"/>
                    <a:pt x="57207" y="170313"/>
                  </a:cubicBezTo>
                  <a:cubicBezTo>
                    <a:pt x="57493" y="171075"/>
                    <a:pt x="60922" y="170979"/>
                    <a:pt x="63684" y="170694"/>
                  </a:cubicBezTo>
                  <a:cubicBezTo>
                    <a:pt x="106166" y="167932"/>
                    <a:pt x="141694" y="117925"/>
                    <a:pt x="151124" y="85159"/>
                  </a:cubicBezTo>
                  <a:cubicBezTo>
                    <a:pt x="152076" y="82873"/>
                    <a:pt x="152362" y="80683"/>
                    <a:pt x="151410" y="79920"/>
                  </a:cubicBezTo>
                  <a:cubicBezTo>
                    <a:pt x="150171" y="78968"/>
                    <a:pt x="148266" y="81159"/>
                    <a:pt x="146361" y="82873"/>
                  </a:cubicBezTo>
                  <a:cubicBezTo>
                    <a:pt x="141504" y="87255"/>
                    <a:pt x="134836" y="91732"/>
                    <a:pt x="128740" y="9363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NL"/>
            </a:p>
          </p:txBody>
        </p:sp>
        <p:sp>
          <p:nvSpPr>
            <p:cNvPr id="2064" name="Vrije vorm: vorm 45">
              <a:extLst>
                <a:ext uri="{FF2B5EF4-FFF2-40B4-BE49-F238E27FC236}">
                  <a16:creationId xmlns:a16="http://schemas.microsoft.com/office/drawing/2014/main" id="{999AC419-6FC3-5778-700E-58EF0010DD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5181" y="6459175"/>
              <a:ext cx="116650" cy="139162"/>
            </a:xfrm>
            <a:custGeom>
              <a:avLst/>
              <a:gdLst>
                <a:gd name="T0" fmla="*/ 58325 w 114680"/>
                <a:gd name="T1" fmla="*/ 0 h 134397"/>
                <a:gd name="T2" fmla="*/ 116650 w 114680"/>
                <a:gd name="T3" fmla="*/ 69581 h 134397"/>
                <a:gd name="T4" fmla="*/ 58325 w 114680"/>
                <a:gd name="T5" fmla="*/ 139162 h 134397"/>
                <a:gd name="T6" fmla="*/ 0 w 114680"/>
                <a:gd name="T7" fmla="*/ 69581 h 134397"/>
                <a:gd name="T8" fmla="*/ 25384 w 114680"/>
                <a:gd name="T9" fmla="*/ 57006 h 134397"/>
                <a:gd name="T10" fmla="*/ 58035 w 114680"/>
                <a:gd name="T11" fmla="*/ 18049 h 134397"/>
                <a:gd name="T12" fmla="*/ 90879 w 114680"/>
                <a:gd name="T13" fmla="*/ 57006 h 134397"/>
                <a:gd name="T14" fmla="*/ 25384 w 114680"/>
                <a:gd name="T15" fmla="*/ 57006 h 134397"/>
                <a:gd name="T16" fmla="*/ 116651 w 114680"/>
                <a:gd name="T17" fmla="*/ 74266 h 134397"/>
                <a:gd name="T18" fmla="*/ 116651 w 114680"/>
                <a:gd name="T19" fmla="*/ 61938 h 134397"/>
                <a:gd name="T20" fmla="*/ 59875 w 114680"/>
                <a:gd name="T21" fmla="*/ 0 h 134397"/>
                <a:gd name="T22" fmla="*/ 0 w 114680"/>
                <a:gd name="T23" fmla="*/ 70617 h 134397"/>
                <a:gd name="T24" fmla="*/ 57841 w 114680"/>
                <a:gd name="T25" fmla="*/ 139163 h 134397"/>
                <a:gd name="T26" fmla="*/ 115101 w 114680"/>
                <a:gd name="T27" fmla="*/ 94485 h 134397"/>
                <a:gd name="T28" fmla="*/ 89426 w 114680"/>
                <a:gd name="T29" fmla="*/ 94485 h 134397"/>
                <a:gd name="T30" fmla="*/ 58132 w 114680"/>
                <a:gd name="T31" fmla="*/ 121114 h 134397"/>
                <a:gd name="T32" fmla="*/ 24900 w 114680"/>
                <a:gd name="T33" fmla="*/ 74364 h 134397"/>
                <a:gd name="T34" fmla="*/ 116651 w 114680"/>
                <a:gd name="T35" fmla="*/ 74364 h 134397"/>
                <a:gd name="T36" fmla="*/ 17694720 60000 65536"/>
                <a:gd name="T37" fmla="*/ 0 60000 65536"/>
                <a:gd name="T38" fmla="*/ 5898240 60000 65536"/>
                <a:gd name="T39" fmla="*/ 1179648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14680"/>
                <a:gd name="T55" fmla="*/ 0 h 134397"/>
                <a:gd name="T56" fmla="*/ 114680 w 114680"/>
                <a:gd name="T57" fmla="*/ 134397 h 134397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14680" h="134397">
                  <a:moveTo>
                    <a:pt x="24955" y="55054"/>
                  </a:moveTo>
                  <a:cubicBezTo>
                    <a:pt x="25146" y="35242"/>
                    <a:pt x="37052" y="17431"/>
                    <a:pt x="57055" y="17431"/>
                  </a:cubicBezTo>
                  <a:cubicBezTo>
                    <a:pt x="80296" y="17431"/>
                    <a:pt x="89344" y="33338"/>
                    <a:pt x="89344" y="55054"/>
                  </a:cubicBezTo>
                  <a:lnTo>
                    <a:pt x="24955" y="55054"/>
                  </a:lnTo>
                  <a:close/>
                  <a:moveTo>
                    <a:pt x="114681" y="71723"/>
                  </a:moveTo>
                  <a:lnTo>
                    <a:pt x="114681" y="59817"/>
                  </a:lnTo>
                  <a:cubicBezTo>
                    <a:pt x="114681" y="24765"/>
                    <a:pt x="94774" y="0"/>
                    <a:pt x="58864" y="0"/>
                  </a:cubicBezTo>
                  <a:cubicBezTo>
                    <a:pt x="18764" y="0"/>
                    <a:pt x="0" y="31051"/>
                    <a:pt x="0" y="68199"/>
                  </a:cubicBezTo>
                  <a:cubicBezTo>
                    <a:pt x="0" y="105537"/>
                    <a:pt x="16192" y="134398"/>
                    <a:pt x="56864" y="134398"/>
                  </a:cubicBezTo>
                  <a:cubicBezTo>
                    <a:pt x="87154" y="134398"/>
                    <a:pt x="109347" y="120015"/>
                    <a:pt x="113157" y="91250"/>
                  </a:cubicBezTo>
                  <a:lnTo>
                    <a:pt x="87916" y="91250"/>
                  </a:lnTo>
                  <a:cubicBezTo>
                    <a:pt x="85154" y="109633"/>
                    <a:pt x="75819" y="116967"/>
                    <a:pt x="57150" y="116967"/>
                  </a:cubicBezTo>
                  <a:cubicBezTo>
                    <a:pt x="32671" y="116967"/>
                    <a:pt x="24479" y="95155"/>
                    <a:pt x="24479" y="71818"/>
                  </a:cubicBezTo>
                  <a:lnTo>
                    <a:pt x="114681" y="71818"/>
                  </a:lnTo>
                  <a:lnTo>
                    <a:pt x="114681" y="717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NL"/>
            </a:p>
          </p:txBody>
        </p:sp>
        <p:sp>
          <p:nvSpPr>
            <p:cNvPr id="2065" name="Vrije vorm: vorm 46">
              <a:extLst>
                <a:ext uri="{FF2B5EF4-FFF2-40B4-BE49-F238E27FC236}">
                  <a16:creationId xmlns:a16="http://schemas.microsoft.com/office/drawing/2014/main" id="{F7C4FB8A-F2FD-DCEF-BB4C-0E3C45E1DE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1384" y="6405618"/>
              <a:ext cx="24414" cy="188677"/>
            </a:xfrm>
            <a:custGeom>
              <a:avLst/>
              <a:gdLst>
                <a:gd name="T0" fmla="*/ 12207 w 24003"/>
                <a:gd name="T1" fmla="*/ 0 h 182213"/>
                <a:gd name="T2" fmla="*/ 24414 w 24003"/>
                <a:gd name="T3" fmla="*/ 94339 h 182213"/>
                <a:gd name="T4" fmla="*/ 12207 w 24003"/>
                <a:gd name="T5" fmla="*/ 188677 h 182213"/>
                <a:gd name="T6" fmla="*/ 0 w 24003"/>
                <a:gd name="T7" fmla="*/ 94339 h 182213"/>
                <a:gd name="T8" fmla="*/ 0 w 24003"/>
                <a:gd name="T9" fmla="*/ 0 h 182213"/>
                <a:gd name="T10" fmla="*/ 24414 w 24003"/>
                <a:gd name="T11" fmla="*/ 0 h 182213"/>
                <a:gd name="T12" fmla="*/ 24414 w 24003"/>
                <a:gd name="T13" fmla="*/ 188677 h 182213"/>
                <a:gd name="T14" fmla="*/ 0 w 24003"/>
                <a:gd name="T15" fmla="*/ 188677 h 182213"/>
                <a:gd name="T16" fmla="*/ 17694720 60000 65536"/>
                <a:gd name="T17" fmla="*/ 0 60000 65536"/>
                <a:gd name="T18" fmla="*/ 5898240 60000 65536"/>
                <a:gd name="T19" fmla="*/ 1179648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4003"/>
                <a:gd name="T25" fmla="*/ 0 h 182213"/>
                <a:gd name="T26" fmla="*/ 24003 w 24003"/>
                <a:gd name="T27" fmla="*/ 182213 h 18221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4003" h="182213">
                  <a:moveTo>
                    <a:pt x="0" y="0"/>
                  </a:moveTo>
                  <a:lnTo>
                    <a:pt x="24003" y="0"/>
                  </a:lnTo>
                  <a:lnTo>
                    <a:pt x="24003" y="182213"/>
                  </a:lnTo>
                  <a:lnTo>
                    <a:pt x="0" y="1822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NL"/>
            </a:p>
          </p:txBody>
        </p:sp>
        <p:sp>
          <p:nvSpPr>
            <p:cNvPr id="2066" name="Vrije vorm: vorm 47">
              <a:extLst>
                <a:ext uri="{FF2B5EF4-FFF2-40B4-BE49-F238E27FC236}">
                  <a16:creationId xmlns:a16="http://schemas.microsoft.com/office/drawing/2014/main" id="{AA0A7D0B-6996-D45B-2AA2-EDB065E46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728" y="6401668"/>
              <a:ext cx="82936" cy="192618"/>
            </a:xfrm>
            <a:custGeom>
              <a:avLst/>
              <a:gdLst>
                <a:gd name="T0" fmla="*/ 41468 w 81533"/>
                <a:gd name="T1" fmla="*/ 0 h 186023"/>
                <a:gd name="T2" fmla="*/ 82936 w 81533"/>
                <a:gd name="T3" fmla="*/ 96309 h 186023"/>
                <a:gd name="T4" fmla="*/ 41468 w 81533"/>
                <a:gd name="T5" fmla="*/ 192618 h 186023"/>
                <a:gd name="T6" fmla="*/ 0 w 81533"/>
                <a:gd name="T7" fmla="*/ 96309 h 186023"/>
                <a:gd name="T8" fmla="*/ 49607 w 81533"/>
                <a:gd name="T9" fmla="*/ 192618 h 186023"/>
                <a:gd name="T10" fmla="*/ 49607 w 81533"/>
                <a:gd name="T11" fmla="*/ 78704 h 186023"/>
                <a:gd name="T12" fmla="*/ 79352 w 81533"/>
                <a:gd name="T13" fmla="*/ 78704 h 186023"/>
                <a:gd name="T14" fmla="*/ 79352 w 81533"/>
                <a:gd name="T15" fmla="*/ 61445 h 186023"/>
                <a:gd name="T16" fmla="*/ 49607 w 81533"/>
                <a:gd name="T17" fmla="*/ 61445 h 186023"/>
                <a:gd name="T18" fmla="*/ 49607 w 81533"/>
                <a:gd name="T19" fmla="*/ 40240 h 186023"/>
                <a:gd name="T20" fmla="*/ 70632 w 81533"/>
                <a:gd name="T21" fmla="*/ 22487 h 186023"/>
                <a:gd name="T22" fmla="*/ 82937 w 81533"/>
                <a:gd name="T23" fmla="*/ 23276 h 186023"/>
                <a:gd name="T24" fmla="*/ 82937 w 81533"/>
                <a:gd name="T25" fmla="*/ 2663 h 186023"/>
                <a:gd name="T26" fmla="*/ 65497 w 81533"/>
                <a:gd name="T27" fmla="*/ 0 h 186023"/>
                <a:gd name="T28" fmla="*/ 25191 w 81533"/>
                <a:gd name="T29" fmla="*/ 36887 h 186023"/>
                <a:gd name="T30" fmla="*/ 25191 w 81533"/>
                <a:gd name="T31" fmla="*/ 61445 h 186023"/>
                <a:gd name="T32" fmla="*/ 0 w 81533"/>
                <a:gd name="T33" fmla="*/ 61445 h 186023"/>
                <a:gd name="T34" fmla="*/ 0 w 81533"/>
                <a:gd name="T35" fmla="*/ 78704 h 186023"/>
                <a:gd name="T36" fmla="*/ 25191 w 81533"/>
                <a:gd name="T37" fmla="*/ 78704 h 186023"/>
                <a:gd name="T38" fmla="*/ 25191 w 81533"/>
                <a:gd name="T39" fmla="*/ 192618 h 186023"/>
                <a:gd name="T40" fmla="*/ 49607 w 81533"/>
                <a:gd name="T41" fmla="*/ 192618 h 186023"/>
                <a:gd name="T42" fmla="*/ 17694720 60000 65536"/>
                <a:gd name="T43" fmla="*/ 0 60000 65536"/>
                <a:gd name="T44" fmla="*/ 5898240 60000 65536"/>
                <a:gd name="T45" fmla="*/ 1179648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81533"/>
                <a:gd name="T64" fmla="*/ 0 h 186023"/>
                <a:gd name="T65" fmla="*/ 81533 w 81533"/>
                <a:gd name="T66" fmla="*/ 186023 h 186023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81533" h="186023">
                  <a:moveTo>
                    <a:pt x="48768" y="186023"/>
                  </a:moveTo>
                  <a:lnTo>
                    <a:pt x="48768" y="76009"/>
                  </a:lnTo>
                  <a:lnTo>
                    <a:pt x="78010" y="76009"/>
                  </a:lnTo>
                  <a:lnTo>
                    <a:pt x="78010" y="59341"/>
                  </a:lnTo>
                  <a:lnTo>
                    <a:pt x="48768" y="59341"/>
                  </a:lnTo>
                  <a:lnTo>
                    <a:pt x="48768" y="38862"/>
                  </a:lnTo>
                  <a:cubicBezTo>
                    <a:pt x="48768" y="24193"/>
                    <a:pt x="55817" y="21717"/>
                    <a:pt x="69437" y="21717"/>
                  </a:cubicBezTo>
                  <a:cubicBezTo>
                    <a:pt x="73438" y="21717"/>
                    <a:pt x="77533" y="22193"/>
                    <a:pt x="81534" y="22479"/>
                  </a:cubicBezTo>
                  <a:lnTo>
                    <a:pt x="81534" y="2572"/>
                  </a:lnTo>
                  <a:cubicBezTo>
                    <a:pt x="75914" y="1333"/>
                    <a:pt x="70199" y="0"/>
                    <a:pt x="64389" y="0"/>
                  </a:cubicBezTo>
                  <a:cubicBezTo>
                    <a:pt x="41720" y="0"/>
                    <a:pt x="24765" y="11430"/>
                    <a:pt x="24765" y="35624"/>
                  </a:cubicBezTo>
                  <a:lnTo>
                    <a:pt x="24765" y="59341"/>
                  </a:lnTo>
                  <a:lnTo>
                    <a:pt x="0" y="59341"/>
                  </a:lnTo>
                  <a:lnTo>
                    <a:pt x="0" y="76009"/>
                  </a:lnTo>
                  <a:lnTo>
                    <a:pt x="24765" y="76009"/>
                  </a:lnTo>
                  <a:lnTo>
                    <a:pt x="24765" y="186023"/>
                  </a:lnTo>
                  <a:lnTo>
                    <a:pt x="48768" y="1860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NL"/>
            </a:p>
          </p:txBody>
        </p:sp>
        <p:sp>
          <p:nvSpPr>
            <p:cNvPr id="2067" name="Vrije vorm: vorm 48">
              <a:extLst>
                <a:ext uri="{FF2B5EF4-FFF2-40B4-BE49-F238E27FC236}">
                  <a16:creationId xmlns:a16="http://schemas.microsoft.com/office/drawing/2014/main" id="{43AC6FF4-40B0-B3A4-3413-3864A50251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6033" y="6427409"/>
              <a:ext cx="76251" cy="170828"/>
            </a:xfrm>
            <a:custGeom>
              <a:avLst/>
              <a:gdLst>
                <a:gd name="T0" fmla="*/ 38126 w 74961"/>
                <a:gd name="T1" fmla="*/ 0 h 164972"/>
                <a:gd name="T2" fmla="*/ 76251 w 74961"/>
                <a:gd name="T3" fmla="*/ 85414 h 164972"/>
                <a:gd name="T4" fmla="*/ 38126 w 74961"/>
                <a:gd name="T5" fmla="*/ 170828 h 164972"/>
                <a:gd name="T6" fmla="*/ 0 w 74961"/>
                <a:gd name="T7" fmla="*/ 85414 h 164972"/>
                <a:gd name="T8" fmla="*/ 0 w 74961"/>
                <a:gd name="T9" fmla="*/ 35704 h 164972"/>
                <a:gd name="T10" fmla="*/ 0 w 74961"/>
                <a:gd name="T11" fmla="*/ 52965 h 164972"/>
                <a:gd name="T12" fmla="*/ 22091 w 74961"/>
                <a:gd name="T13" fmla="*/ 52965 h 164972"/>
                <a:gd name="T14" fmla="*/ 22091 w 74961"/>
                <a:gd name="T15" fmla="*/ 136604 h 164972"/>
                <a:gd name="T16" fmla="*/ 58618 w 74961"/>
                <a:gd name="T17" fmla="*/ 170829 h 164972"/>
                <a:gd name="T18" fmla="*/ 75283 w 74961"/>
                <a:gd name="T19" fmla="*/ 169251 h 164972"/>
                <a:gd name="T20" fmla="*/ 75283 w 74961"/>
                <a:gd name="T21" fmla="*/ 150215 h 164972"/>
                <a:gd name="T22" fmla="*/ 62397 w 74961"/>
                <a:gd name="T23" fmla="*/ 151793 h 164972"/>
                <a:gd name="T24" fmla="*/ 46507 w 74961"/>
                <a:gd name="T25" fmla="*/ 137985 h 164972"/>
                <a:gd name="T26" fmla="*/ 46507 w 74961"/>
                <a:gd name="T27" fmla="*/ 53064 h 164972"/>
                <a:gd name="T28" fmla="*/ 76252 w 74961"/>
                <a:gd name="T29" fmla="*/ 53064 h 164972"/>
                <a:gd name="T30" fmla="*/ 76252 w 74961"/>
                <a:gd name="T31" fmla="*/ 35803 h 164972"/>
                <a:gd name="T32" fmla="*/ 46507 w 74961"/>
                <a:gd name="T33" fmla="*/ 35803 h 164972"/>
                <a:gd name="T34" fmla="*/ 46507 w 74961"/>
                <a:gd name="T35" fmla="*/ 0 h 164972"/>
                <a:gd name="T36" fmla="*/ 22091 w 74961"/>
                <a:gd name="T37" fmla="*/ 7792 h 164972"/>
                <a:gd name="T38" fmla="*/ 22091 w 74961"/>
                <a:gd name="T39" fmla="*/ 35803 h 164972"/>
                <a:gd name="T40" fmla="*/ 0 w 74961"/>
                <a:gd name="T41" fmla="*/ 35704 h 164972"/>
                <a:gd name="T42" fmla="*/ 17694720 60000 65536"/>
                <a:gd name="T43" fmla="*/ 0 60000 65536"/>
                <a:gd name="T44" fmla="*/ 5898240 60000 65536"/>
                <a:gd name="T45" fmla="*/ 1179648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74961"/>
                <a:gd name="T64" fmla="*/ 0 h 164972"/>
                <a:gd name="T65" fmla="*/ 74961 w 74961"/>
                <a:gd name="T66" fmla="*/ 164972 h 16497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74961" h="164972">
                  <a:moveTo>
                    <a:pt x="0" y="34480"/>
                  </a:moveTo>
                  <a:lnTo>
                    <a:pt x="0" y="51149"/>
                  </a:lnTo>
                  <a:lnTo>
                    <a:pt x="21717" y="51149"/>
                  </a:lnTo>
                  <a:lnTo>
                    <a:pt x="21717" y="131921"/>
                  </a:lnTo>
                  <a:cubicBezTo>
                    <a:pt x="21717" y="148780"/>
                    <a:pt x="22003" y="164973"/>
                    <a:pt x="57626" y="164973"/>
                  </a:cubicBezTo>
                  <a:cubicBezTo>
                    <a:pt x="63151" y="164973"/>
                    <a:pt x="68389" y="164497"/>
                    <a:pt x="74009" y="163449"/>
                  </a:cubicBezTo>
                  <a:lnTo>
                    <a:pt x="74009" y="145066"/>
                  </a:lnTo>
                  <a:cubicBezTo>
                    <a:pt x="70104" y="146018"/>
                    <a:pt x="65151" y="146590"/>
                    <a:pt x="61341" y="146590"/>
                  </a:cubicBezTo>
                  <a:cubicBezTo>
                    <a:pt x="52768" y="146590"/>
                    <a:pt x="45720" y="142304"/>
                    <a:pt x="45720" y="133255"/>
                  </a:cubicBezTo>
                  <a:lnTo>
                    <a:pt x="45720" y="51245"/>
                  </a:lnTo>
                  <a:lnTo>
                    <a:pt x="74962" y="51245"/>
                  </a:lnTo>
                  <a:lnTo>
                    <a:pt x="74962" y="34576"/>
                  </a:lnTo>
                  <a:lnTo>
                    <a:pt x="45720" y="34576"/>
                  </a:lnTo>
                  <a:lnTo>
                    <a:pt x="45720" y="0"/>
                  </a:lnTo>
                  <a:lnTo>
                    <a:pt x="21717" y="7525"/>
                  </a:lnTo>
                  <a:lnTo>
                    <a:pt x="21717" y="34576"/>
                  </a:lnTo>
                  <a:lnTo>
                    <a:pt x="0" y="344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NL"/>
            </a:p>
          </p:txBody>
        </p:sp>
        <p:sp>
          <p:nvSpPr>
            <p:cNvPr id="2068" name="Vrije vorm: vorm 49">
              <a:extLst>
                <a:ext uri="{FF2B5EF4-FFF2-40B4-BE49-F238E27FC236}">
                  <a16:creationId xmlns:a16="http://schemas.microsoft.com/office/drawing/2014/main" id="{4FA7A153-05DE-9DEC-2287-7F5976D677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0302" y="6405518"/>
              <a:ext cx="151241" cy="188777"/>
            </a:xfrm>
            <a:custGeom>
              <a:avLst/>
              <a:gdLst>
                <a:gd name="T0" fmla="*/ 75621 w 148685"/>
                <a:gd name="T1" fmla="*/ 0 h 182308"/>
                <a:gd name="T2" fmla="*/ 151241 w 148685"/>
                <a:gd name="T3" fmla="*/ 94389 h 182308"/>
                <a:gd name="T4" fmla="*/ 75621 w 148685"/>
                <a:gd name="T5" fmla="*/ 188777 h 182308"/>
                <a:gd name="T6" fmla="*/ 0 w 148685"/>
                <a:gd name="T7" fmla="*/ 94389 h 182308"/>
                <a:gd name="T8" fmla="*/ 0 w 148685"/>
                <a:gd name="T9" fmla="*/ 188778 h 182308"/>
                <a:gd name="T10" fmla="*/ 63655 w 148685"/>
                <a:gd name="T11" fmla="*/ 188778 h 182308"/>
                <a:gd name="T12" fmla="*/ 151241 w 148685"/>
                <a:gd name="T13" fmla="*/ 94389 h 182308"/>
                <a:gd name="T14" fmla="*/ 63655 w 148685"/>
                <a:gd name="T15" fmla="*/ 0 h 182308"/>
                <a:gd name="T16" fmla="*/ 0 w 148685"/>
                <a:gd name="T17" fmla="*/ 0 h 182308"/>
                <a:gd name="T18" fmla="*/ 0 w 148685"/>
                <a:gd name="T19" fmla="*/ 188778 h 182308"/>
                <a:gd name="T20" fmla="*/ 25675 w 148685"/>
                <a:gd name="T21" fmla="*/ 22586 h 182308"/>
                <a:gd name="T22" fmla="*/ 63655 w 148685"/>
                <a:gd name="T23" fmla="*/ 22586 h 182308"/>
                <a:gd name="T24" fmla="*/ 124307 w 148685"/>
                <a:gd name="T25" fmla="*/ 94488 h 182308"/>
                <a:gd name="T26" fmla="*/ 63655 w 148685"/>
                <a:gd name="T27" fmla="*/ 166389 h 182308"/>
                <a:gd name="T28" fmla="*/ 25675 w 148685"/>
                <a:gd name="T29" fmla="*/ 166389 h 182308"/>
                <a:gd name="T30" fmla="*/ 25675 w 148685"/>
                <a:gd name="T31" fmla="*/ 22586 h 182308"/>
                <a:gd name="T32" fmla="*/ 17694720 60000 65536"/>
                <a:gd name="T33" fmla="*/ 0 60000 65536"/>
                <a:gd name="T34" fmla="*/ 5898240 60000 65536"/>
                <a:gd name="T35" fmla="*/ 1179648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48685"/>
                <a:gd name="T49" fmla="*/ 0 h 182308"/>
                <a:gd name="T50" fmla="*/ 148685 w 148685"/>
                <a:gd name="T51" fmla="*/ 182308 h 18230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48685" h="182308">
                  <a:moveTo>
                    <a:pt x="0" y="182309"/>
                  </a:moveTo>
                  <a:lnTo>
                    <a:pt x="62579" y="182309"/>
                  </a:lnTo>
                  <a:cubicBezTo>
                    <a:pt x="140494" y="182309"/>
                    <a:pt x="148685" y="116300"/>
                    <a:pt x="148685" y="91154"/>
                  </a:cubicBezTo>
                  <a:cubicBezTo>
                    <a:pt x="148685" y="66008"/>
                    <a:pt x="140494" y="0"/>
                    <a:pt x="62579" y="0"/>
                  </a:cubicBezTo>
                  <a:lnTo>
                    <a:pt x="0" y="0"/>
                  </a:lnTo>
                  <a:lnTo>
                    <a:pt x="0" y="182309"/>
                  </a:lnTo>
                  <a:close/>
                  <a:moveTo>
                    <a:pt x="25241" y="21812"/>
                  </a:moveTo>
                  <a:lnTo>
                    <a:pt x="62579" y="21812"/>
                  </a:lnTo>
                  <a:cubicBezTo>
                    <a:pt x="104680" y="21812"/>
                    <a:pt x="122206" y="53626"/>
                    <a:pt x="122206" y="91250"/>
                  </a:cubicBezTo>
                  <a:cubicBezTo>
                    <a:pt x="122206" y="128873"/>
                    <a:pt x="104680" y="160687"/>
                    <a:pt x="62579" y="160687"/>
                  </a:cubicBezTo>
                  <a:lnTo>
                    <a:pt x="25241" y="160687"/>
                  </a:lnTo>
                  <a:lnTo>
                    <a:pt x="25241" y="218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NL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</p:sldLayoutIdLst>
  <p:transition spd="med">
    <p:fade/>
  </p:transition>
  <p:txStyles>
    <p:titleStyle>
      <a:lvl1pPr algn="l" rtl="0" eaLnBrk="0" fontAlgn="base">
        <a:lnSpc>
          <a:spcPts val="3600"/>
        </a:lnSpc>
        <a:spcBef>
          <a:spcPct val="0"/>
        </a:spcBef>
        <a:spcAft>
          <a:spcPct val="0"/>
        </a:spcAft>
        <a:defRPr lang="en-GB" sz="3600" b="1" kern="1200">
          <a:solidFill>
            <a:srgbClr val="000000"/>
          </a:solidFill>
          <a:latin typeface="Arial"/>
        </a:defRPr>
      </a:lvl1pPr>
      <a:lvl2pPr algn="l" rtl="0" eaLnBrk="0" fontAlgn="base">
        <a:lnSpc>
          <a:spcPts val="3600"/>
        </a:lnSpc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anose="020B0604020202020204" pitchFamily="34" charset="0"/>
        </a:defRPr>
      </a:lvl2pPr>
      <a:lvl3pPr algn="l" rtl="0" eaLnBrk="0" fontAlgn="base">
        <a:lnSpc>
          <a:spcPts val="3600"/>
        </a:lnSpc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anose="020B0604020202020204" pitchFamily="34" charset="0"/>
        </a:defRPr>
      </a:lvl3pPr>
      <a:lvl4pPr algn="l" rtl="0" eaLnBrk="0" fontAlgn="base">
        <a:lnSpc>
          <a:spcPts val="3600"/>
        </a:lnSpc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anose="020B0604020202020204" pitchFamily="34" charset="0"/>
        </a:defRPr>
      </a:lvl4pPr>
      <a:lvl5pPr algn="l" rtl="0" eaLnBrk="0" fontAlgn="base">
        <a:lnSpc>
          <a:spcPts val="3600"/>
        </a:lnSpc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anose="020B0604020202020204" pitchFamily="34" charset="0"/>
        </a:defRPr>
      </a:lvl5pPr>
      <a:lvl6pPr marL="457200" algn="l" rtl="0" eaLnBrk="0" fontAlgn="base">
        <a:lnSpc>
          <a:spcPts val="3600"/>
        </a:lnSpc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anose="020B0604020202020204" pitchFamily="34" charset="0"/>
        </a:defRPr>
      </a:lvl6pPr>
      <a:lvl7pPr marL="914400" algn="l" rtl="0" eaLnBrk="0" fontAlgn="base">
        <a:lnSpc>
          <a:spcPts val="3600"/>
        </a:lnSpc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anose="020B0604020202020204" pitchFamily="34" charset="0"/>
        </a:defRPr>
      </a:lvl7pPr>
      <a:lvl8pPr marL="1371600" algn="l" rtl="0" eaLnBrk="0" fontAlgn="base">
        <a:lnSpc>
          <a:spcPts val="3600"/>
        </a:lnSpc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anose="020B0604020202020204" pitchFamily="34" charset="0"/>
        </a:defRPr>
      </a:lvl8pPr>
      <a:lvl9pPr marL="1828800" algn="l" rtl="0" eaLnBrk="0" fontAlgn="base">
        <a:lnSpc>
          <a:spcPts val="3600"/>
        </a:lnSpc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anose="020B0604020202020204" pitchFamily="34" charset="0"/>
        </a:defRPr>
      </a:lvl9pPr>
    </p:titleStyle>
    <p:bodyStyle>
      <a:lvl1pPr marL="360363" indent="-360363" algn="l" rtl="0" eaLnBrk="0" fontAlgn="base">
        <a:lnSpc>
          <a:spcPct val="90000"/>
        </a:lnSpc>
        <a:spcBef>
          <a:spcPts val="200"/>
        </a:spcBef>
        <a:spcAft>
          <a:spcPts val="200"/>
        </a:spcAft>
        <a:buClr>
          <a:srgbClr val="00A6D6"/>
        </a:buClr>
        <a:buSzPct val="120000"/>
        <a:buFont typeface="Arial" panose="020B0604020202020204" pitchFamily="34" charset="0"/>
        <a:buChar char="•"/>
        <a:defRPr lang="en-GB" sz="1400" kern="1200">
          <a:solidFill>
            <a:srgbClr val="000000"/>
          </a:solidFill>
          <a:latin typeface="Arial"/>
        </a:defRPr>
      </a:lvl1pPr>
      <a:lvl2pPr marL="711200" lvl="1" indent="-349250" algn="l" rtl="0" eaLnBrk="0" fontAlgn="base">
        <a:lnSpc>
          <a:spcPct val="90000"/>
        </a:lnSpc>
        <a:spcBef>
          <a:spcPts val="200"/>
        </a:spcBef>
        <a:spcAft>
          <a:spcPts val="200"/>
        </a:spcAft>
        <a:buClr>
          <a:srgbClr val="00A6D6"/>
        </a:buClr>
        <a:buSzPct val="120000"/>
        <a:buFont typeface="Arial" panose="020B0604020202020204" pitchFamily="34" charset="0"/>
        <a:buChar char="•"/>
        <a:tabLst>
          <a:tab pos="711200" algn="l"/>
        </a:tabLst>
        <a:defRPr lang="en-GB" sz="1400" kern="1200">
          <a:solidFill>
            <a:srgbClr val="000000"/>
          </a:solidFill>
          <a:latin typeface="Arial"/>
        </a:defRPr>
      </a:lvl2pPr>
      <a:lvl3pPr lvl="2" algn="l" rtl="0" eaLnBrk="0" fontAlgn="base">
        <a:lnSpc>
          <a:spcPct val="90000"/>
        </a:lnSpc>
        <a:spcBef>
          <a:spcPts val="200"/>
        </a:spcBef>
        <a:spcAft>
          <a:spcPts val="200"/>
        </a:spcAft>
        <a:defRPr lang="en-GB" sz="1400" kern="1200">
          <a:solidFill>
            <a:srgbClr val="000000"/>
          </a:solidFill>
          <a:latin typeface="Arial"/>
        </a:defRPr>
      </a:lvl3pPr>
      <a:lvl4pPr lvl="3" algn="l" rtl="0" eaLnBrk="0" fontAlgn="base">
        <a:lnSpc>
          <a:spcPct val="90000"/>
        </a:lnSpc>
        <a:spcBef>
          <a:spcPts val="200"/>
        </a:spcBef>
        <a:spcAft>
          <a:spcPts val="200"/>
        </a:spcAft>
        <a:defRPr lang="en-GB" sz="3600" b="1" kern="1200">
          <a:solidFill>
            <a:srgbClr val="000000"/>
          </a:solidFill>
          <a:latin typeface="Arial"/>
        </a:defRPr>
      </a:lvl4pPr>
      <a:lvl5pPr lvl="4" algn="l" rtl="0" eaLnBrk="0" fontAlgn="base">
        <a:lnSpc>
          <a:spcPct val="90000"/>
        </a:lnSpc>
        <a:spcBef>
          <a:spcPts val="200"/>
        </a:spcBef>
        <a:spcAft>
          <a:spcPts val="200"/>
        </a:spcAft>
        <a:defRPr lang="en-GB" sz="1600" kern="1200">
          <a:solidFill>
            <a:srgbClr val="00A6D6"/>
          </a:solidFill>
          <a:latin typeface="Arial"/>
        </a:defRPr>
      </a:lvl5pPr>
      <a:lvl6pPr marL="0" marR="0" lvl="5" indent="0" algn="l" defTabSz="914400" rtl="0" fontAlgn="auto" hangingPunct="1">
        <a:lnSpc>
          <a:spcPct val="90000"/>
        </a:lnSpc>
        <a:spcBef>
          <a:spcPts val="200"/>
        </a:spcBef>
        <a:spcAft>
          <a:spcPts val="200"/>
        </a:spcAft>
        <a:buNone/>
        <a:tabLst/>
        <a:defRPr lang="en-GB" sz="1400" b="0" i="0" u="none" strike="noStrike" kern="1200" cap="none" spc="0" baseline="0">
          <a:solidFill>
            <a:srgbClr val="000000"/>
          </a:solidFill>
          <a:uFillTx/>
          <a:latin typeface="Arial"/>
        </a:defRPr>
      </a:lvl6pPr>
      <a:lvl7pPr marL="361946" marR="0" lvl="6" indent="-361946" algn="l" defTabSz="914400" rtl="0" fontAlgn="auto" hangingPunct="1">
        <a:lnSpc>
          <a:spcPct val="90000"/>
        </a:lnSpc>
        <a:spcBef>
          <a:spcPts val="200"/>
        </a:spcBef>
        <a:spcAft>
          <a:spcPts val="200"/>
        </a:spcAft>
        <a:buClr>
          <a:srgbClr val="00A6D6"/>
        </a:buClr>
        <a:buSzPct val="100000"/>
        <a:buFont typeface="Arial"/>
        <a:buAutoNum type="arabicPeriod"/>
        <a:tabLst/>
        <a:defRPr lang="en-GB" sz="1400" b="0" i="0" u="none" strike="noStrike" kern="1200" cap="none" spc="0" baseline="0">
          <a:solidFill>
            <a:srgbClr val="000000"/>
          </a:solidFill>
          <a:uFillTx/>
          <a:latin typeface="Arial"/>
        </a:defRPr>
      </a:lvl7pPr>
      <a:lvl8pPr marL="361946" marR="0" lvl="7" indent="-361946" algn="l" defTabSz="914400" rtl="0" fontAlgn="auto" hangingPunct="1">
        <a:lnSpc>
          <a:spcPct val="90000"/>
        </a:lnSpc>
        <a:spcBef>
          <a:spcPts val="200"/>
        </a:spcBef>
        <a:spcAft>
          <a:spcPts val="200"/>
        </a:spcAft>
        <a:buClr>
          <a:srgbClr val="00A6D6"/>
        </a:buClr>
        <a:buSzPct val="100000"/>
        <a:buFont typeface="Arial"/>
        <a:buAutoNum type="alphaLcPeriod"/>
        <a:tabLst/>
        <a:defRPr lang="en-GB" sz="1400" b="0" i="0" u="none" strike="noStrike" kern="1200" cap="none" spc="0" baseline="0">
          <a:solidFill>
            <a:srgbClr val="000000"/>
          </a:solidFill>
          <a:uFillTx/>
          <a:latin typeface="Arial"/>
        </a:defRPr>
      </a:lvl8pPr>
      <a:lvl9pPr marL="0" marR="0" lvl="8" indent="0" algn="l" defTabSz="914400" rtl="0" fontAlgn="auto" hangingPunct="1">
        <a:lnSpc>
          <a:spcPct val="90000"/>
        </a:lnSpc>
        <a:spcBef>
          <a:spcPts val="200"/>
        </a:spcBef>
        <a:spcAft>
          <a:spcPts val="200"/>
        </a:spcAft>
        <a:buNone/>
        <a:tabLst/>
        <a:defRPr lang="en-GB" sz="1100" b="0" i="1" u="none" strike="noStrike" kern="1200" cap="none" spc="0" baseline="0">
          <a:solidFill>
            <a:srgbClr val="000000"/>
          </a:solidFill>
          <a:uFillTx/>
          <a:latin typeface="Arial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el 6">
            <a:extLst>
              <a:ext uri="{FF2B5EF4-FFF2-40B4-BE49-F238E27FC236}">
                <a16:creationId xmlns:a16="http://schemas.microsoft.com/office/drawing/2014/main" id="{012508E6-0084-004C-7F81-0BBE9B333C94}"/>
              </a:ext>
            </a:extLst>
          </p:cNvPr>
          <p:cNvSpPr txBox="1">
            <a:spLocks noGrp="1" noChangeArrowheads="1"/>
          </p:cNvSpPr>
          <p:nvPr>
            <p:ph type="title" idx="4294967295"/>
          </p:nvPr>
        </p:nvSpPr>
        <p:spPr>
          <a:xfrm>
            <a:off x="0" y="-428625"/>
            <a:ext cx="1990725" cy="276225"/>
          </a:xfrm>
        </p:spPr>
        <p:txBody>
          <a:bodyPr wrap="none" bIns="0" anchor="ctr">
            <a:spAutoFit/>
          </a:bodyPr>
          <a:lstStyle/>
          <a:p>
            <a:pPr eaLnBrk="1">
              <a:lnSpc>
                <a:spcPct val="100000"/>
              </a:lnSpc>
            </a:pPr>
            <a:r>
              <a:rPr altLang="en-NL" sz="1800">
                <a:solidFill>
                  <a:srgbClr val="00A6D6"/>
                </a:solidFill>
                <a:latin typeface="Arial" panose="020B0604020202020204" pitchFamily="34" charset="0"/>
              </a:rPr>
              <a:t>Title slide + image</a:t>
            </a:r>
          </a:p>
        </p:txBody>
      </p:sp>
      <p:sp>
        <p:nvSpPr>
          <p:cNvPr id="45059" name="Tijdelijke aanduiding voor tekst 14">
            <a:extLst>
              <a:ext uri="{FF2B5EF4-FFF2-40B4-BE49-F238E27FC236}">
                <a16:creationId xmlns:a16="http://schemas.microsoft.com/office/drawing/2014/main" id="{F289164F-B7C3-4E23-9D72-B13F66426E36}"/>
              </a:ext>
            </a:extLst>
          </p:cNvPr>
          <p:cNvSpPr txBox="1">
            <a:spLocks noGrp="1" noChangeArrowheads="1"/>
          </p:cNvSpPr>
          <p:nvPr>
            <p:ph type="body" idx="4294967295"/>
          </p:nvPr>
        </p:nvSpPr>
        <p:spPr bwMode="auto">
          <a:xfrm>
            <a:off x="434975" y="2643188"/>
            <a:ext cx="6443663" cy="1333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="b">
            <a:prstTxWarp prst="textNoShape">
              <a:avLst/>
            </a:prstTxWarp>
            <a:spAutoFit/>
          </a:bodyPr>
          <a:lstStyle/>
          <a:p>
            <a:pPr marL="0" indent="0" eaLnBrk="1">
              <a:lnSpc>
                <a:spcPts val="52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altLang="en-NL" sz="4800">
                <a:solidFill>
                  <a:srgbClr val="FFFFFF"/>
                </a:solidFill>
                <a:latin typeface="Lato" panose="020F0502020204030203" pitchFamily="34" charset="0"/>
                <a:cs typeface="Lato" panose="020F0502020204030203" pitchFamily="34" charset="0"/>
              </a:rPr>
              <a:t>Technology Dynamics</a:t>
            </a:r>
            <a:endParaRPr altLang="en-NL" sz="4800" b="1">
              <a:solidFill>
                <a:srgbClr val="FFFFFF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  <a:p>
            <a:pPr marL="0" indent="0" algn="ctr" eaLnBrk="1">
              <a:lnSpc>
                <a:spcPts val="52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altLang="en-NL" sz="4800">
                <a:solidFill>
                  <a:srgbClr val="FFFFFF"/>
                </a:solidFill>
                <a:latin typeface="Lato" panose="020F0502020204030203" pitchFamily="34" charset="0"/>
                <a:cs typeface="Lato" panose="020F0502020204030203" pitchFamily="34" charset="0"/>
              </a:rPr>
              <a:t>(MOT113A)</a:t>
            </a:r>
            <a:endParaRPr altLang="en-NL" sz="4800" b="1">
              <a:solidFill>
                <a:srgbClr val="FFFFFF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5060" name="Tijdelijke aanduiding voor tekst 15">
            <a:extLst>
              <a:ext uri="{FF2B5EF4-FFF2-40B4-BE49-F238E27FC236}">
                <a16:creationId xmlns:a16="http://schemas.microsoft.com/office/drawing/2014/main" id="{783F2316-D7EF-4612-F442-26514EA5AE3D}"/>
              </a:ext>
            </a:extLst>
          </p:cNvPr>
          <p:cNvSpPr txBox="1">
            <a:spLocks noGrp="1" noChangeArrowheads="1"/>
          </p:cNvSpPr>
          <p:nvPr>
            <p:ph type="body" idx="4294967295"/>
          </p:nvPr>
        </p:nvSpPr>
        <p:spPr bwMode="auto">
          <a:xfrm>
            <a:off x="719138" y="5403850"/>
            <a:ext cx="5872162" cy="333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>
            <a:prstTxWarp prst="textNoShape">
              <a:avLst/>
            </a:prstTxWarp>
            <a:spAutoFit/>
          </a:bodyPr>
          <a:lstStyle/>
          <a:p>
            <a:pPr marL="0" indent="0" eaLnBrk="1">
              <a:buFont typeface="Arial" panose="020B0604020202020204" pitchFamily="34" charset="0"/>
              <a:buNone/>
            </a:pPr>
            <a:r>
              <a:rPr altLang="en-NL" sz="2400" b="1">
                <a:solidFill>
                  <a:srgbClr val="FFFFFF"/>
                </a:solidFill>
                <a:latin typeface="Arial" panose="020B0604020202020204" pitchFamily="34" charset="0"/>
              </a:rPr>
              <a:t>Group 14</a:t>
            </a:r>
          </a:p>
        </p:txBody>
      </p:sp>
      <p:sp>
        <p:nvSpPr>
          <p:cNvPr id="45061" name="Tijdelijke aanduiding voor datum 4">
            <a:extLst>
              <a:ext uri="{FF2B5EF4-FFF2-40B4-BE49-F238E27FC236}">
                <a16:creationId xmlns:a16="http://schemas.microsoft.com/office/drawing/2014/main" id="{E67F6B97-4924-22F7-9A6A-FB6ABF7FA23A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719138" y="5813425"/>
            <a:ext cx="766762" cy="1841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fld id="{03015D07-0BE7-4AA8-9040-841F3F91126C}" type="datetime1">
              <a:rPr altLang="en-NL">
                <a:solidFill>
                  <a:srgbClr val="000000"/>
                </a:solidFill>
                <a:latin typeface="Arial" panose="020B0604020202020204" pitchFamily="34" charset="0"/>
                <a:cs typeface="Segoe UI Light" panose="020B0502040204020203" pitchFamily="34" charset="0"/>
              </a:rPr>
              <a:pPr algn="l" fontAlgn="base">
                <a:spcBef>
                  <a:spcPct val="0"/>
                </a:spcBef>
                <a:spcAft>
                  <a:spcPct val="0"/>
                </a:spcAft>
              </a:pPr>
              <a:t>22-10-2025</a:t>
            </a:fld>
            <a:endParaRPr lang="en-GB" altLang="en-NL">
              <a:solidFill>
                <a:srgbClr val="000000"/>
              </a:solidFill>
              <a:latin typeface="Arial" panose="020B060402020202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45062" name="image11.jpeg" descr="image11.jpeg">
            <a:extLst>
              <a:ext uri="{FF2B5EF4-FFF2-40B4-BE49-F238E27FC236}">
                <a16:creationId xmlns:a16="http://schemas.microsoft.com/office/drawing/2014/main" id="{2501A77D-A2B2-6649-DFF1-40DD27BE12A4}"/>
              </a:ext>
            </a:extLst>
          </p:cNvPr>
          <p:cNvPicPr>
            <a:picLocks noGrp="1" noChangeAspect="1" noChangeArrowheads="1"/>
          </p:cNvPicPr>
          <p:nvPr>
            <p:ph type="pic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10" r="16710"/>
          <a:stretch>
            <a:fillRect/>
          </a:stretch>
        </p:blipFill>
        <p:spPr bwMode="auto">
          <a:xfrm>
            <a:off x="7308850" y="0"/>
            <a:ext cx="4883150" cy="6858000"/>
          </a:xfrm>
          <a:blipFill dpi="0" rotWithShape="1">
            <a:blip r:embed="rId4"/>
            <a:srcRect l="16710" r="16710"/>
            <a:tile tx="0" ty="0" sx="100000" sy="100000" flip="none" algn="tl"/>
          </a:blipFill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jdelijke aanduiding voor datum 4">
            <a:extLst>
              <a:ext uri="{FF2B5EF4-FFF2-40B4-BE49-F238E27FC236}">
                <a16:creationId xmlns:a16="http://schemas.microsoft.com/office/drawing/2014/main" id="{0CA1C4B7-F2CC-6C99-E730-241B85652363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AFF409F-DCAF-4957-B53A-EDE5EFB397A4}" type="datetime1">
              <a:rPr altLang="en-NL">
                <a:solidFill>
                  <a:srgbClr val="000000"/>
                </a:solidFill>
                <a:latin typeface="Arial" panose="020B0604020202020204" pitchFamily="34" charset="0"/>
                <a:cs typeface="Segoe UI Light" panose="020B0502040204020203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22-10-2025</a:t>
            </a:fld>
            <a:endParaRPr lang="en-GB" altLang="en-NL">
              <a:solidFill>
                <a:srgbClr val="000000"/>
              </a:solidFill>
              <a:latin typeface="Arial" panose="020B06040202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47107" name="Tijdelijke aanduiding voor dianummer 102">
            <a:extLst>
              <a:ext uri="{FF2B5EF4-FFF2-40B4-BE49-F238E27FC236}">
                <a16:creationId xmlns:a16="http://schemas.microsoft.com/office/drawing/2014/main" id="{4E707502-D8C1-5B6D-488B-FF3F5B91866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509593A-BEC2-4C2D-92F9-BBB6B1F86FCD}" type="slidenum">
              <a:rPr altLang="en-NL">
                <a:solidFill>
                  <a:srgbClr val="000000"/>
                </a:solidFill>
                <a:latin typeface="Arial" panose="020B0604020202020204" pitchFamily="34" charset="0"/>
                <a:cs typeface="Segoe UI Light" panose="020B0502040204020203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altLang="en-NL">
              <a:solidFill>
                <a:srgbClr val="000000"/>
              </a:solidFill>
              <a:latin typeface="Arial" panose="020B06040202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47108" name="TextBox 80">
            <a:extLst>
              <a:ext uri="{FF2B5EF4-FFF2-40B4-BE49-F238E27FC236}">
                <a16:creationId xmlns:a16="http://schemas.microsoft.com/office/drawing/2014/main" id="{26C83876-5E67-E6F5-AF01-7943C2B632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913" y="5443538"/>
            <a:ext cx="11368087" cy="444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NL" altLang="en-NL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47109" name="Straight Connector 83">
            <a:extLst>
              <a:ext uri="{FF2B5EF4-FFF2-40B4-BE49-F238E27FC236}">
                <a16:creationId xmlns:a16="http://schemas.microsoft.com/office/drawing/2014/main" id="{74540108-6849-E135-F9F7-E899325AD7C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6138863"/>
            <a:ext cx="12192000" cy="0"/>
          </a:xfrm>
          <a:prstGeom prst="straightConnector1">
            <a:avLst/>
          </a:prstGeom>
          <a:noFill/>
          <a:ln w="28575" cap="rnd">
            <a:solidFill>
              <a:srgbClr val="00A6D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10" name="TextBox 9">
            <a:extLst>
              <a:ext uri="{FF2B5EF4-FFF2-40B4-BE49-F238E27FC236}">
                <a16:creationId xmlns:a16="http://schemas.microsoft.com/office/drawing/2014/main" id="{6BBD4774-5D0D-A2F7-BD51-AA32022CF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1743075"/>
            <a:ext cx="9024937" cy="410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2857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NL" altLang="en-NL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D0B71340-4476-90B7-65B9-DED5E478C88B}"/>
              </a:ext>
            </a:extLst>
          </p:cNvPr>
          <p:cNvGraphicFramePr>
            <a:graphicFrameLocks noGrp="1"/>
          </p:cNvGraphicFramePr>
          <p:nvPr/>
        </p:nvGraphicFramePr>
        <p:xfrm>
          <a:off x="711200" y="822325"/>
          <a:ext cx="10769600" cy="4149725"/>
        </p:xfrm>
        <a:graphic>
          <a:graphicData uri="http://schemas.openxmlformats.org/drawingml/2006/table">
            <a:tbl>
              <a:tblPr bandRow="1">
                <a:effectLst/>
                <a:tableStyleId>{69012ECD-51FC-41F1-AA8D-1B2483CD663E}</a:tableStyleId>
              </a:tblPr>
              <a:tblGrid>
                <a:gridCol w="1076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24897">
                <a:tc>
                  <a:txBody>
                    <a:bodyPr/>
                    <a:lstStyle/>
                    <a:p>
                      <a:pPr marL="0" lvl="0" algn="ctr" rtl="0" hangingPunct="1">
                        <a:buNone/>
                      </a:pPr>
                      <a:r>
                        <a:rPr lang="en-GB" sz="2800" b="1" kern="1200">
                          <a:solidFill>
                            <a:srgbClr val="000000"/>
                          </a:solidFill>
                        </a:rPr>
                        <a:t>Table of Contents</a:t>
                      </a:r>
                      <a:endParaRPr lang="en-GB" sz="2800" b="1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471">
                <a:tc>
                  <a:txBody>
                    <a:bodyPr/>
                    <a:lstStyle/>
                    <a:p>
                      <a:pPr marL="0" lvl="0" indent="0" algn="ctr" rtl="0" hangingPunct="1">
                        <a:buNone/>
                      </a:pPr>
                      <a:r>
                        <a:rPr lang="en-GB" sz="2000" b="1" kern="1200">
                          <a:solidFill>
                            <a:srgbClr val="000000"/>
                          </a:solidFill>
                        </a:rPr>
                        <a:t>Core Contribution</a:t>
                      </a:r>
                      <a:endParaRPr lang="en-GB" sz="2000" b="1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471">
                <a:tc>
                  <a:txBody>
                    <a:bodyPr/>
                    <a:lstStyle/>
                    <a:p>
                      <a:pPr marL="0" lvl="0" indent="0" algn="ctr" rtl="0" hangingPunct="1">
                        <a:buNone/>
                      </a:pPr>
                      <a:r>
                        <a:rPr lang="en-GB" sz="2000" b="1" kern="1200">
                          <a:solidFill>
                            <a:srgbClr val="000000"/>
                          </a:solidFill>
                        </a:rPr>
                        <a:t>Key Concepts &amp; Relationships</a:t>
                      </a:r>
                      <a:endParaRPr lang="en-GB" sz="2000" b="1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471">
                <a:tc>
                  <a:txBody>
                    <a:bodyPr/>
                    <a:lstStyle/>
                    <a:p>
                      <a:pPr marL="0" lvl="0" indent="0" algn="ctr" rtl="0" hangingPunct="1">
                        <a:buNone/>
                      </a:pPr>
                      <a:r>
                        <a:rPr lang="en-GB" sz="2000" b="1" kern="1200">
                          <a:solidFill>
                            <a:srgbClr val="000000"/>
                          </a:solidFill>
                        </a:rPr>
                        <a:t>Link to Conceptual Framework</a:t>
                      </a:r>
                      <a:endParaRPr lang="en-GB" sz="2000" b="1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471">
                <a:tc>
                  <a:txBody>
                    <a:bodyPr/>
                    <a:lstStyle/>
                    <a:p>
                      <a:pPr marL="0" lvl="0" indent="0" algn="ctr" rtl="0" hangingPunct="1">
                        <a:buNone/>
                      </a:pPr>
                      <a:r>
                        <a:rPr lang="en-GB" sz="2000" b="1" kern="1200">
                          <a:solidFill>
                            <a:srgbClr val="000000"/>
                          </a:solidFill>
                        </a:rPr>
                        <a:t> Critical Discussion</a:t>
                      </a:r>
                      <a:endParaRPr lang="en-GB" sz="2000" b="1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471">
                <a:tc>
                  <a:txBody>
                    <a:bodyPr/>
                    <a:lstStyle/>
                    <a:p>
                      <a:pPr marL="0" lvl="0" indent="0" algn="ctr" rtl="0" hangingPunct="1">
                        <a:buNone/>
                      </a:pPr>
                      <a:r>
                        <a:rPr lang="en-GB" sz="2000" b="1" kern="1200">
                          <a:solidFill>
                            <a:srgbClr val="000000"/>
                          </a:solidFill>
                        </a:rPr>
                        <a:t> Conclusion</a:t>
                      </a:r>
                      <a:endParaRPr lang="en-GB" sz="2000" b="1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471">
                <a:tc>
                  <a:txBody>
                    <a:bodyPr/>
                    <a:lstStyle/>
                    <a:p>
                      <a:pPr marL="0" lvl="0" indent="0" algn="ctr" rtl="0" hangingPunct="1">
                        <a:buNone/>
                      </a:pPr>
                      <a:r>
                        <a:rPr lang="en-GB" sz="2000" b="1" kern="1200">
                          <a:solidFill>
                            <a:srgbClr val="000000"/>
                          </a:solidFill>
                        </a:rPr>
                        <a:t>Discussion Question </a:t>
                      </a:r>
                      <a:endParaRPr lang="en-GB" sz="2000" b="1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Date Placeholder 1">
            <a:extLst>
              <a:ext uri="{FF2B5EF4-FFF2-40B4-BE49-F238E27FC236}">
                <a16:creationId xmlns:a16="http://schemas.microsoft.com/office/drawing/2014/main" id="{C6145675-AB06-B366-2FF8-E7E619D8FD89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02D3548-9DD4-4911-B400-18EFEE2DA734}" type="datetime1">
              <a:rPr altLang="en-NL">
                <a:solidFill>
                  <a:srgbClr val="000000"/>
                </a:solidFill>
                <a:latin typeface="Arial" panose="020B0604020202020204" pitchFamily="34" charset="0"/>
                <a:cs typeface="Segoe UI Light" panose="020B0502040204020203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22-10-2025</a:t>
            </a:fld>
            <a:endParaRPr lang="en-GB" altLang="en-NL">
              <a:solidFill>
                <a:srgbClr val="000000"/>
              </a:solidFill>
              <a:latin typeface="Arial" panose="020B06040202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48131" name="Slide Number Placeholder 2">
            <a:extLst>
              <a:ext uri="{FF2B5EF4-FFF2-40B4-BE49-F238E27FC236}">
                <a16:creationId xmlns:a16="http://schemas.microsoft.com/office/drawing/2014/main" id="{212D1724-6578-AACD-2892-C8292FF7282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5803F10-A8E1-4BDD-8B2A-FD3C1CBDC469}" type="slidenum">
              <a:rPr altLang="en-NL">
                <a:solidFill>
                  <a:srgbClr val="000000"/>
                </a:solidFill>
                <a:latin typeface="Arial" panose="020B0604020202020204" pitchFamily="34" charset="0"/>
                <a:cs typeface="Segoe UI Light" panose="020B0502040204020203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altLang="en-NL">
              <a:solidFill>
                <a:srgbClr val="000000"/>
              </a:solidFill>
              <a:latin typeface="Arial" panose="020B06040202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48132" name="Title 3">
            <a:extLst>
              <a:ext uri="{FF2B5EF4-FFF2-40B4-BE49-F238E27FC236}">
                <a16:creationId xmlns:a16="http://schemas.microsoft.com/office/drawing/2014/main" id="{0D4BA20B-9F4E-C949-0284-C34C9897F571}"/>
              </a:ext>
            </a:extLst>
          </p:cNvPr>
          <p:cNvSpPr txBox="1">
            <a:spLocks noGrp="1" noChangeArrowheads="1"/>
          </p:cNvSpPr>
          <p:nvPr>
            <p:ph type="title" idx="4294967295"/>
          </p:nvPr>
        </p:nvSpPr>
        <p:spPr>
          <a:xfrm>
            <a:off x="566738" y="504825"/>
            <a:ext cx="11623675" cy="1096963"/>
          </a:xfrm>
        </p:spPr>
        <p:txBody>
          <a:bodyPr/>
          <a:lstStyle/>
          <a:p>
            <a:pPr eaLnBrk="1"/>
            <a:r>
              <a:rPr lang="en-US" altLang="en-NL">
                <a:latin typeface="Arial" panose="020B0604020202020204" pitchFamily="34" charset="0"/>
              </a:rPr>
              <a:t>Paper Contribution </a:t>
            </a:r>
            <a:r>
              <a:rPr lang="en-US" altLang="en-NL" sz="3200" b="0">
                <a:latin typeface="Arial" panose="020B0604020202020204" pitchFamily="34" charset="0"/>
              </a:rPr>
              <a:t>(</a:t>
            </a:r>
            <a:r>
              <a:rPr altLang="en-NL" sz="3200" b="0">
                <a:solidFill>
                  <a:srgbClr val="202122"/>
                </a:solidFill>
                <a:latin typeface="Lato" panose="020F0502020204030203" pitchFamily="34" charset="0"/>
                <a:cs typeface="Lato" panose="020F0502020204030203" pitchFamily="34" charset="0"/>
              </a:rPr>
              <a:t>Murmann &amp; Frenken, 2006)</a:t>
            </a:r>
            <a:br>
              <a:rPr altLang="en-NL" sz="3200" b="0">
                <a:latin typeface="Lato" panose="020F0502020204030203" pitchFamily="34" charset="0"/>
                <a:cs typeface="Lato" panose="020F0502020204030203" pitchFamily="34" charset="0"/>
              </a:rPr>
            </a:br>
            <a:r>
              <a:rPr altLang="en-NL" sz="1600" i="1">
                <a:latin typeface="Arial" panose="020B0604020202020204" pitchFamily="34" charset="0"/>
                <a:cs typeface="Arial" panose="020B0604020202020204" pitchFamily="34" charset="0"/>
              </a:rPr>
              <a:t>"Toward a systematic framework for research on dominant designs, technological innovations, and industrial change""</a:t>
            </a:r>
            <a:br>
              <a:rPr altLang="en-NL" sz="1600" i="1">
                <a:latin typeface="Arial" panose="020B0604020202020204" pitchFamily="34" charset="0"/>
              </a:rPr>
            </a:br>
            <a:endParaRPr lang="LID4096" altLang="en-NL"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9C75037-189D-81B5-416E-73B53776C1C7}"/>
              </a:ext>
            </a:extLst>
          </p:cNvPr>
          <p:cNvGraphicFramePr>
            <a:graphicFrameLocks noGrp="1"/>
          </p:cNvGraphicFramePr>
          <p:nvPr/>
        </p:nvGraphicFramePr>
        <p:xfrm>
          <a:off x="719138" y="1997075"/>
          <a:ext cx="10752137" cy="3567113"/>
        </p:xfrm>
        <a:graphic>
          <a:graphicData uri="http://schemas.openxmlformats.org/drawingml/2006/table">
            <a:tbl>
              <a:tblPr>
                <a:effectLst/>
                <a:tableStyleId>{BC89EF96-8CEA-46FF-86C4-4CE0E7609802}</a:tableStyleId>
              </a:tblPr>
              <a:tblGrid>
                <a:gridCol w="5376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6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858">
                <a:tc>
                  <a:txBody>
                    <a:bodyPr/>
                    <a:lstStyle/>
                    <a:p>
                      <a:pPr lvl="0" algn="ctr"/>
                      <a:r>
                        <a:rPr lang="en-GB" sz="1800" b="1"/>
                        <a:t>Key Idea</a:t>
                      </a:r>
                      <a:endParaRPr lang="en-GB" sz="1800"/>
                    </a:p>
                  </a:txBody>
                  <a:tcPr marT="45732" marB="45732"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1800" b="1"/>
                        <a:t>Details</a:t>
                      </a:r>
                      <a:endParaRPr lang="en-GB" sz="1800"/>
                    </a:p>
                  </a:txBody>
                  <a:tcPr marT="45732" marB="4573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58">
                <a:tc>
                  <a:txBody>
                    <a:bodyPr/>
                    <a:lstStyle/>
                    <a:p>
                      <a:pPr lvl="0" algn="ctr"/>
                      <a:r>
                        <a:rPr lang="en-GB" sz="1800" b="1"/>
                        <a:t>Unified Framework</a:t>
                      </a:r>
                    </a:p>
                  </a:txBody>
                  <a:tcPr marT="45732" marB="45732" anchor="ctr"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1800"/>
                        <a:t>For studying dominant designs</a:t>
                      </a:r>
                    </a:p>
                  </a:txBody>
                  <a:tcPr marT="45732" marB="457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58">
                <a:tc>
                  <a:txBody>
                    <a:bodyPr/>
                    <a:lstStyle/>
                    <a:p>
                      <a:pPr lvl="0" algn="ctr"/>
                      <a:r>
                        <a:rPr lang="en-GB" sz="1800" b="1"/>
                        <a:t>Nested Systems</a:t>
                      </a:r>
                    </a:p>
                  </a:txBody>
                  <a:tcPr marT="45732" marB="45732" anchor="ctr"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1800"/>
                        <a:t>Systems → Subsystems → Components</a:t>
                      </a:r>
                    </a:p>
                  </a:txBody>
                  <a:tcPr marT="45732" marB="457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58">
                <a:tc>
                  <a:txBody>
                    <a:bodyPr/>
                    <a:lstStyle/>
                    <a:p>
                      <a:pPr lvl="0" algn="ctr"/>
                      <a:r>
                        <a:rPr lang="en-GB" sz="1800" b="1"/>
                        <a:t>Design Evolution</a:t>
                      </a:r>
                    </a:p>
                  </a:txBody>
                  <a:tcPr marT="45732" marB="45732" anchor="ctr"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1800"/>
                        <a:t>Each level evolves over time</a:t>
                      </a:r>
                    </a:p>
                  </a:txBody>
                  <a:tcPr marT="45732" marB="457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58">
                <a:tc>
                  <a:txBody>
                    <a:bodyPr/>
                    <a:lstStyle/>
                    <a:p>
                      <a:pPr lvl="0" algn="ctr"/>
                      <a:r>
                        <a:rPr lang="en-GB" sz="1800" b="1"/>
                        <a:t>Pleiotropy</a:t>
                      </a:r>
                    </a:p>
                  </a:txBody>
                  <a:tcPr marT="45732" marB="45732" anchor="ctr"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1800"/>
                        <a:t>Defines core vs. peripheral components</a:t>
                      </a:r>
                    </a:p>
                  </a:txBody>
                  <a:tcPr marT="45732" marB="457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58">
                <a:tc>
                  <a:txBody>
                    <a:bodyPr/>
                    <a:lstStyle/>
                    <a:p>
                      <a:pPr lvl="0" algn="ctr"/>
                      <a:r>
                        <a:rPr lang="en-GB" sz="1800" b="1"/>
                        <a:t>Core Components</a:t>
                      </a:r>
                    </a:p>
                  </a:txBody>
                  <a:tcPr marT="45732" marB="45732" anchor="ctr"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1800"/>
                        <a:t>Affect many functions → Hard to change</a:t>
                      </a:r>
                    </a:p>
                  </a:txBody>
                  <a:tcPr marT="45732" marB="457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58">
                <a:tc>
                  <a:txBody>
                    <a:bodyPr/>
                    <a:lstStyle/>
                    <a:p>
                      <a:pPr lvl="0" algn="ctr"/>
                      <a:r>
                        <a:rPr lang="en-GB" sz="1800" b="1"/>
                        <a:t>Peripheral Components</a:t>
                      </a:r>
                    </a:p>
                  </a:txBody>
                  <a:tcPr marT="45732" marB="45732" anchor="ctr"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1800"/>
                        <a:t>Affect few functions → Easier to change</a:t>
                      </a:r>
                    </a:p>
                  </a:txBody>
                  <a:tcPr marT="45732" marB="457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58">
                <a:tc>
                  <a:txBody>
                    <a:bodyPr/>
                    <a:lstStyle/>
                    <a:p>
                      <a:pPr lvl="0" algn="ctr"/>
                      <a:r>
                        <a:rPr lang="en-GB" sz="1800" b="1"/>
                        <a:t>Clarifies Past Research</a:t>
                      </a:r>
                    </a:p>
                  </a:txBody>
                  <a:tcPr marT="45732" marB="45732" anchor="ctr"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1800"/>
                        <a:t>Definitions, cause-effect links, and level of analysis</a:t>
                      </a:r>
                    </a:p>
                  </a:txBody>
                  <a:tcPr marT="45732" marB="4573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0251">
                <a:tc>
                  <a:txBody>
                    <a:bodyPr/>
                    <a:lstStyle/>
                    <a:p>
                      <a:pPr lvl="0" algn="ctr"/>
                      <a:r>
                        <a:rPr lang="en-GB" sz="1800" b="1"/>
                        <a:t>Practical Relevance</a:t>
                      </a:r>
                    </a:p>
                  </a:txBody>
                  <a:tcPr marT="45732" marB="45732" anchor="ctr"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1800"/>
                        <a:t>Helps study tech stabilization and industry dynamics , prevents confusion</a:t>
                      </a:r>
                    </a:p>
                  </a:txBody>
                  <a:tcPr marT="45732" marB="4573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>
            <a:extLst>
              <a:ext uri="{FF2B5EF4-FFF2-40B4-BE49-F238E27FC236}">
                <a16:creationId xmlns:a16="http://schemas.microsoft.com/office/drawing/2014/main" id="{9B71A925-2996-6876-04B2-AD511A38F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950" y="1582738"/>
            <a:ext cx="7181850" cy="409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rved Left Arrow 8">
            <a:extLst>
              <a:ext uri="{FF2B5EF4-FFF2-40B4-BE49-F238E27FC236}">
                <a16:creationId xmlns:a16="http://schemas.microsoft.com/office/drawing/2014/main" id="{E36C0859-E230-49E3-4262-02986062B3A9}"/>
              </a:ext>
            </a:extLst>
          </p:cNvPr>
          <p:cNvSpPr>
            <a:spLocks/>
          </p:cNvSpPr>
          <p:nvPr/>
        </p:nvSpPr>
        <p:spPr bwMode="auto">
          <a:xfrm>
            <a:off x="7572375" y="2433638"/>
            <a:ext cx="1504950" cy="1506537"/>
          </a:xfrm>
          <a:custGeom>
            <a:avLst/>
            <a:gdLst>
              <a:gd name="T0" fmla="*/ 752478 w 1504956"/>
              <a:gd name="T1" fmla="*/ 0 h 1507351"/>
              <a:gd name="T2" fmla="*/ 1504956 w 1504956"/>
              <a:gd name="T3" fmla="*/ 753676 h 1507351"/>
              <a:gd name="T4" fmla="*/ 752478 w 1504956"/>
              <a:gd name="T5" fmla="*/ 1507351 h 1507351"/>
              <a:gd name="T6" fmla="*/ 0 w 1504956"/>
              <a:gd name="T7" fmla="*/ 753676 h 1507351"/>
              <a:gd name="T8" fmla="*/ 0 w 1504956"/>
              <a:gd name="T9" fmla="*/ 112676 h 1507351"/>
              <a:gd name="T10" fmla="*/ 388595 w 1504956"/>
              <a:gd name="T11" fmla="*/ 975953 h 1507351"/>
              <a:gd name="T12" fmla="*/ 0 w 1504956"/>
              <a:gd name="T13" fmla="*/ 1251305 h 1507351"/>
              <a:gd name="T14" fmla="*/ 388595 w 1504956"/>
              <a:gd name="T15" fmla="*/ 1488045 h 1507351"/>
              <a:gd name="T16" fmla="*/ 1504956 w 1504956"/>
              <a:gd name="T17" fmla="*/ 681991 h 1507351"/>
              <a:gd name="T18" fmla="*/ 17694720 60000 65536"/>
              <a:gd name="T19" fmla="*/ 0 60000 65536"/>
              <a:gd name="T20" fmla="*/ 5898240 60000 65536"/>
              <a:gd name="T21" fmla="*/ 11796480 60000 65536"/>
              <a:gd name="T22" fmla="*/ 11796480 60000 65536"/>
              <a:gd name="T23" fmla="*/ 11796480 60000 65536"/>
              <a:gd name="T24" fmla="*/ 0 60000 65536"/>
              <a:gd name="T25" fmla="*/ 5898240 60000 65536"/>
              <a:gd name="T26" fmla="*/ 0 60000 65536"/>
              <a:gd name="T27" fmla="*/ 0 w 1504956"/>
              <a:gd name="T28" fmla="*/ 0 h 1507351"/>
              <a:gd name="T29" fmla="*/ 1504956 w 1504956"/>
              <a:gd name="T30" fmla="*/ 1507351 h 1507351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504956" h="1507351" stroke="0">
                <a:moveTo>
                  <a:pt x="0" y="1251305"/>
                </a:moveTo>
                <a:lnTo>
                  <a:pt x="388595" y="975953"/>
                </a:lnTo>
                <a:lnTo>
                  <a:pt x="388595" y="1119323"/>
                </a:lnTo>
                <a:lnTo>
                  <a:pt x="388594" y="1119322"/>
                </a:lnTo>
                <a:cubicBezTo>
                  <a:pt x="941000" y="1063470"/>
                  <a:pt x="1362018" y="894018"/>
                  <a:pt x="1475186" y="681990"/>
                </a:cubicBezTo>
                <a:lnTo>
                  <a:pt x="1475186" y="681991"/>
                </a:lnTo>
                <a:cubicBezTo>
                  <a:pt x="1494983" y="719082"/>
                  <a:pt x="1504956" y="756827"/>
                  <a:pt x="1504956" y="794667"/>
                </a:cubicBezTo>
                <a:cubicBezTo>
                  <a:pt x="1504956" y="1052475"/>
                  <a:pt x="1046988" y="1278107"/>
                  <a:pt x="388594" y="1344675"/>
                </a:cubicBezTo>
                <a:lnTo>
                  <a:pt x="388595" y="1488045"/>
                </a:lnTo>
                <a:lnTo>
                  <a:pt x="0" y="1251305"/>
                </a:lnTo>
                <a:close/>
              </a:path>
              <a:path w="1504956" h="1507351" stroke="0">
                <a:moveTo>
                  <a:pt x="1504956" y="794667"/>
                </a:moveTo>
                <a:lnTo>
                  <a:pt x="1504956" y="794667"/>
                </a:lnTo>
                <a:cubicBezTo>
                  <a:pt x="1504956" y="480243"/>
                  <a:pt x="831164" y="225352"/>
                  <a:pt x="0" y="225352"/>
                </a:cubicBezTo>
                <a:lnTo>
                  <a:pt x="0" y="0"/>
                </a:lnTo>
                <a:cubicBezTo>
                  <a:pt x="831164" y="0"/>
                  <a:pt x="1504956" y="254891"/>
                  <a:pt x="1504956" y="569315"/>
                </a:cubicBezTo>
                <a:lnTo>
                  <a:pt x="1504956" y="794667"/>
                </a:lnTo>
                <a:close/>
              </a:path>
              <a:path w="1504956" h="1507351" fill="none">
                <a:moveTo>
                  <a:pt x="1504956" y="794667"/>
                </a:moveTo>
                <a:lnTo>
                  <a:pt x="1504956" y="794667"/>
                </a:lnTo>
                <a:cubicBezTo>
                  <a:pt x="1504956" y="480243"/>
                  <a:pt x="831164" y="225352"/>
                  <a:pt x="0" y="225352"/>
                </a:cubicBezTo>
                <a:lnTo>
                  <a:pt x="0" y="0"/>
                </a:lnTo>
                <a:cubicBezTo>
                  <a:pt x="831164" y="0"/>
                  <a:pt x="1504956" y="254891"/>
                  <a:pt x="1504956" y="569315"/>
                </a:cubicBezTo>
                <a:lnTo>
                  <a:pt x="1504956" y="794667"/>
                </a:lnTo>
                <a:cubicBezTo>
                  <a:pt x="1504956" y="1052475"/>
                  <a:pt x="1046988" y="1278107"/>
                  <a:pt x="388594" y="1344675"/>
                </a:cubicBezTo>
                <a:lnTo>
                  <a:pt x="388595" y="1488045"/>
                </a:lnTo>
                <a:lnTo>
                  <a:pt x="0" y="1251305"/>
                </a:lnTo>
                <a:lnTo>
                  <a:pt x="388595" y="975953"/>
                </a:lnTo>
                <a:lnTo>
                  <a:pt x="388595" y="1119323"/>
                </a:lnTo>
                <a:lnTo>
                  <a:pt x="388594" y="1119322"/>
                </a:lnTo>
                <a:cubicBezTo>
                  <a:pt x="941000" y="1063470"/>
                  <a:pt x="1362018" y="894018"/>
                  <a:pt x="1475186" y="681990"/>
                </a:cubicBezTo>
              </a:path>
            </a:pathLst>
          </a:custGeom>
          <a:solidFill>
            <a:srgbClr val="00A6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lIns="143999" tIns="143999" rIns="143999" bIns="143999" anchor="ctr" anchorCtr="1"/>
          <a:lstStyle/>
          <a:p>
            <a:endParaRPr lang="en-NL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03EE69BC-7336-6B11-2B13-69AB85997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3213" y="2878138"/>
            <a:ext cx="1504950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NL" sz="1600">
                <a:solidFill>
                  <a:srgbClr val="000000"/>
                </a:solidFill>
                <a:latin typeface="Arial" panose="020B0604020202020204" pitchFamily="34" charset="0"/>
              </a:rPr>
              <a:t>Market provides incentives for certain types of innovation</a:t>
            </a:r>
          </a:p>
        </p:txBody>
      </p:sp>
      <p:sp>
        <p:nvSpPr>
          <p:cNvPr id="5" name="Up Arrow 10">
            <a:extLst>
              <a:ext uri="{FF2B5EF4-FFF2-40B4-BE49-F238E27FC236}">
                <a16:creationId xmlns:a16="http://schemas.microsoft.com/office/drawing/2014/main" id="{74C7D273-536B-1BC6-C0D4-48FE407780F4}"/>
              </a:ext>
            </a:extLst>
          </p:cNvPr>
          <p:cNvSpPr>
            <a:spLocks/>
          </p:cNvSpPr>
          <p:nvPr/>
        </p:nvSpPr>
        <p:spPr bwMode="auto">
          <a:xfrm>
            <a:off x="5992813" y="3908425"/>
            <a:ext cx="365125" cy="703263"/>
          </a:xfrm>
          <a:custGeom>
            <a:avLst/>
            <a:gdLst>
              <a:gd name="T0" fmla="*/ 182880 w 21600"/>
              <a:gd name="T1" fmla="*/ 0 h 21600"/>
              <a:gd name="T2" fmla="*/ 365760 w 21600"/>
              <a:gd name="T3" fmla="*/ 351843 h 21600"/>
              <a:gd name="T4" fmla="*/ 182880 w 21600"/>
              <a:gd name="T5" fmla="*/ 703685 h 21600"/>
              <a:gd name="T6" fmla="*/ 0 w 21600"/>
              <a:gd name="T7" fmla="*/ 351843 h 21600"/>
              <a:gd name="T8" fmla="*/ 0 w 21600"/>
              <a:gd name="T9" fmla="*/ 182893 h 21600"/>
              <a:gd name="T10" fmla="*/ 365760 w 21600"/>
              <a:gd name="T11" fmla="*/ 182893 h 21600"/>
              <a:gd name="T12" fmla="*/ 17694720 60000 65536"/>
              <a:gd name="T13" fmla="*/ 0 60000 65536"/>
              <a:gd name="T14" fmla="*/ 5898240 60000 65536"/>
              <a:gd name="T15" fmla="*/ 11796480 60000 65536"/>
              <a:gd name="T16" fmla="*/ 11796480 60000 65536"/>
              <a:gd name="T17" fmla="*/ 0 60000 65536"/>
              <a:gd name="T18" fmla="*/ 5400 w 21600"/>
              <a:gd name="T19" fmla="*/ 2807 h 21600"/>
              <a:gd name="T20" fmla="*/ 16200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5400" y="21600"/>
                </a:moveTo>
                <a:lnTo>
                  <a:pt x="5400" y="5614"/>
                </a:lnTo>
                <a:lnTo>
                  <a:pt x="0" y="5614"/>
                </a:lnTo>
                <a:lnTo>
                  <a:pt x="10800" y="0"/>
                </a:lnTo>
                <a:lnTo>
                  <a:pt x="21600" y="5614"/>
                </a:lnTo>
                <a:lnTo>
                  <a:pt x="16200" y="5614"/>
                </a:lnTo>
                <a:lnTo>
                  <a:pt x="16200" y="21600"/>
                </a:lnTo>
                <a:lnTo>
                  <a:pt x="5400" y="21600"/>
                </a:lnTo>
                <a:close/>
              </a:path>
            </a:pathLst>
          </a:custGeom>
          <a:solidFill>
            <a:srgbClr val="00A6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lIns="143999" tIns="143999" rIns="143999" bIns="143999" anchor="ctr" anchorCtr="1"/>
          <a:lstStyle/>
          <a:p>
            <a:endParaRPr lang="en-NL"/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E1A37F0C-7F4F-A452-FFAC-75DF4F088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663" y="4162425"/>
            <a:ext cx="3446462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/>
            <a:r>
              <a:rPr lang="en-US" altLang="en-NL" sz="1600">
                <a:solidFill>
                  <a:srgbClr val="000000"/>
                </a:solidFill>
                <a:latin typeface="Arial" panose="020B0604020202020204" pitchFamily="34" charset="0"/>
              </a:rPr>
              <a:t>Deciding on core or peripheral changes to product</a:t>
            </a:r>
          </a:p>
        </p:txBody>
      </p:sp>
      <p:sp>
        <p:nvSpPr>
          <p:cNvPr id="7" name="Curved Left Arrow 13">
            <a:extLst>
              <a:ext uri="{FF2B5EF4-FFF2-40B4-BE49-F238E27FC236}">
                <a16:creationId xmlns:a16="http://schemas.microsoft.com/office/drawing/2014/main" id="{79B4BAB9-5672-BFF1-2AA7-9F74A55D0541}"/>
              </a:ext>
            </a:extLst>
          </p:cNvPr>
          <p:cNvSpPr>
            <a:spLocks/>
          </p:cNvSpPr>
          <p:nvPr/>
        </p:nvSpPr>
        <p:spPr bwMode="auto">
          <a:xfrm flipH="1" flipV="1">
            <a:off x="3271838" y="2362200"/>
            <a:ext cx="1504950" cy="1506538"/>
          </a:xfrm>
          <a:custGeom>
            <a:avLst/>
            <a:gdLst>
              <a:gd name="T0" fmla="*/ 752478 w 1504956"/>
              <a:gd name="T1" fmla="*/ 0 h 1507351"/>
              <a:gd name="T2" fmla="*/ 1504956 w 1504956"/>
              <a:gd name="T3" fmla="*/ 753676 h 1507351"/>
              <a:gd name="T4" fmla="*/ 752478 w 1504956"/>
              <a:gd name="T5" fmla="*/ 1507351 h 1507351"/>
              <a:gd name="T6" fmla="*/ 0 w 1504956"/>
              <a:gd name="T7" fmla="*/ 753676 h 1507351"/>
              <a:gd name="T8" fmla="*/ 0 w 1504956"/>
              <a:gd name="T9" fmla="*/ 112676 h 1507351"/>
              <a:gd name="T10" fmla="*/ 388595 w 1504956"/>
              <a:gd name="T11" fmla="*/ 975953 h 1507351"/>
              <a:gd name="T12" fmla="*/ 0 w 1504956"/>
              <a:gd name="T13" fmla="*/ 1251305 h 1507351"/>
              <a:gd name="T14" fmla="*/ 388595 w 1504956"/>
              <a:gd name="T15" fmla="*/ 1488045 h 1507351"/>
              <a:gd name="T16" fmla="*/ 1504956 w 1504956"/>
              <a:gd name="T17" fmla="*/ 681991 h 1507351"/>
              <a:gd name="T18" fmla="*/ 17694720 60000 65536"/>
              <a:gd name="T19" fmla="*/ 0 60000 65536"/>
              <a:gd name="T20" fmla="*/ 5898240 60000 65536"/>
              <a:gd name="T21" fmla="*/ 11796480 60000 65536"/>
              <a:gd name="T22" fmla="*/ 11796480 60000 65536"/>
              <a:gd name="T23" fmla="*/ 11796480 60000 65536"/>
              <a:gd name="T24" fmla="*/ 0 60000 65536"/>
              <a:gd name="T25" fmla="*/ 5898240 60000 65536"/>
              <a:gd name="T26" fmla="*/ 0 60000 65536"/>
              <a:gd name="T27" fmla="*/ 0 w 1504956"/>
              <a:gd name="T28" fmla="*/ 0 h 1507351"/>
              <a:gd name="T29" fmla="*/ 1504956 w 1504956"/>
              <a:gd name="T30" fmla="*/ 1507351 h 1507351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504956" h="1507351" stroke="0">
                <a:moveTo>
                  <a:pt x="0" y="1251305"/>
                </a:moveTo>
                <a:lnTo>
                  <a:pt x="388595" y="975953"/>
                </a:lnTo>
                <a:lnTo>
                  <a:pt x="388595" y="1119323"/>
                </a:lnTo>
                <a:lnTo>
                  <a:pt x="388594" y="1119322"/>
                </a:lnTo>
                <a:cubicBezTo>
                  <a:pt x="941000" y="1063470"/>
                  <a:pt x="1362018" y="894018"/>
                  <a:pt x="1475186" y="681990"/>
                </a:cubicBezTo>
                <a:lnTo>
                  <a:pt x="1475186" y="681991"/>
                </a:lnTo>
                <a:cubicBezTo>
                  <a:pt x="1494983" y="719082"/>
                  <a:pt x="1504956" y="756827"/>
                  <a:pt x="1504956" y="794667"/>
                </a:cubicBezTo>
                <a:cubicBezTo>
                  <a:pt x="1504956" y="1052475"/>
                  <a:pt x="1046988" y="1278107"/>
                  <a:pt x="388594" y="1344675"/>
                </a:cubicBezTo>
                <a:lnTo>
                  <a:pt x="388595" y="1488045"/>
                </a:lnTo>
                <a:lnTo>
                  <a:pt x="0" y="1251305"/>
                </a:lnTo>
                <a:close/>
              </a:path>
              <a:path w="1504956" h="1507351" stroke="0">
                <a:moveTo>
                  <a:pt x="1504956" y="794667"/>
                </a:moveTo>
                <a:lnTo>
                  <a:pt x="1504956" y="794667"/>
                </a:lnTo>
                <a:cubicBezTo>
                  <a:pt x="1504956" y="480243"/>
                  <a:pt x="831164" y="225352"/>
                  <a:pt x="0" y="225352"/>
                </a:cubicBezTo>
                <a:lnTo>
                  <a:pt x="0" y="0"/>
                </a:lnTo>
                <a:cubicBezTo>
                  <a:pt x="831164" y="0"/>
                  <a:pt x="1504956" y="254891"/>
                  <a:pt x="1504956" y="569315"/>
                </a:cubicBezTo>
                <a:lnTo>
                  <a:pt x="1504956" y="794667"/>
                </a:lnTo>
                <a:close/>
              </a:path>
              <a:path w="1504956" h="1507351" fill="none">
                <a:moveTo>
                  <a:pt x="1504956" y="794667"/>
                </a:moveTo>
                <a:lnTo>
                  <a:pt x="1504956" y="794667"/>
                </a:lnTo>
                <a:cubicBezTo>
                  <a:pt x="1504956" y="480243"/>
                  <a:pt x="831164" y="225352"/>
                  <a:pt x="0" y="225352"/>
                </a:cubicBezTo>
                <a:lnTo>
                  <a:pt x="0" y="0"/>
                </a:lnTo>
                <a:cubicBezTo>
                  <a:pt x="831164" y="0"/>
                  <a:pt x="1504956" y="254891"/>
                  <a:pt x="1504956" y="569315"/>
                </a:cubicBezTo>
                <a:lnTo>
                  <a:pt x="1504956" y="794667"/>
                </a:lnTo>
                <a:cubicBezTo>
                  <a:pt x="1504956" y="1052475"/>
                  <a:pt x="1046988" y="1278107"/>
                  <a:pt x="388594" y="1344675"/>
                </a:cubicBezTo>
                <a:lnTo>
                  <a:pt x="388595" y="1488045"/>
                </a:lnTo>
                <a:lnTo>
                  <a:pt x="0" y="1251305"/>
                </a:lnTo>
                <a:lnTo>
                  <a:pt x="388595" y="975953"/>
                </a:lnTo>
                <a:lnTo>
                  <a:pt x="388595" y="1119323"/>
                </a:lnTo>
                <a:lnTo>
                  <a:pt x="388594" y="1119322"/>
                </a:lnTo>
                <a:cubicBezTo>
                  <a:pt x="941000" y="1063470"/>
                  <a:pt x="1362018" y="894018"/>
                  <a:pt x="1475186" y="681990"/>
                </a:cubicBezTo>
              </a:path>
            </a:pathLst>
          </a:custGeom>
          <a:solidFill>
            <a:srgbClr val="00A6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lIns="143999" tIns="143999" rIns="143999" bIns="143999" anchor="ctr" anchorCtr="1"/>
          <a:lstStyle/>
          <a:p>
            <a:endParaRPr lang="en-NL"/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5811AC97-37B4-34B3-F3A1-FB4161525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9725" y="2155825"/>
            <a:ext cx="1504950" cy="103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NL" sz="1600">
                <a:solidFill>
                  <a:srgbClr val="000000"/>
                </a:solidFill>
                <a:latin typeface="Arial" panose="020B0604020202020204" pitchFamily="34" charset="0"/>
              </a:rPr>
              <a:t>Dominant design dictates organizations of industries and provides a measure of economic improvement</a:t>
            </a:r>
          </a:p>
        </p:txBody>
      </p:sp>
      <p:sp>
        <p:nvSpPr>
          <p:cNvPr id="9" name="TextBox 18">
            <a:extLst>
              <a:ext uri="{FF2B5EF4-FFF2-40B4-BE49-F238E27FC236}">
                <a16:creationId xmlns:a16="http://schemas.microsoft.com/office/drawing/2014/main" id="{A8C6FCFA-487D-D048-5864-765E15CBCB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3213" y="2830513"/>
            <a:ext cx="1504950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NL" sz="1600">
                <a:solidFill>
                  <a:srgbClr val="000000"/>
                </a:solidFill>
                <a:latin typeface="Arial" panose="020B0604020202020204" pitchFamily="34" charset="0"/>
              </a:rPr>
              <a:t>Era of incremental change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5CE4679E-7AF3-23B4-9EFF-F536AE75A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9725" y="3114675"/>
            <a:ext cx="1504950" cy="103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NL" sz="1600">
                <a:solidFill>
                  <a:srgbClr val="000000"/>
                </a:solidFill>
                <a:latin typeface="Arial" panose="020B0604020202020204" pitchFamily="34" charset="0"/>
              </a:rPr>
              <a:t>Era of ferment</a:t>
            </a:r>
          </a:p>
        </p:txBody>
      </p:sp>
      <p:sp>
        <p:nvSpPr>
          <p:cNvPr id="50187" name="Date Placeholder 1">
            <a:extLst>
              <a:ext uri="{FF2B5EF4-FFF2-40B4-BE49-F238E27FC236}">
                <a16:creationId xmlns:a16="http://schemas.microsoft.com/office/drawing/2014/main" id="{51E40EBB-88AC-7D03-BF6D-497C5348392B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BD35299-7928-409E-B8A2-3DB472B50657}" type="datetime1">
              <a:rPr altLang="en-NL">
                <a:solidFill>
                  <a:srgbClr val="000000"/>
                </a:solidFill>
                <a:latin typeface="Arial" panose="020B0604020202020204" pitchFamily="34" charset="0"/>
                <a:cs typeface="Segoe UI Light" panose="020B0502040204020203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22-10-2025</a:t>
            </a:fld>
            <a:endParaRPr lang="en-GB" altLang="en-NL">
              <a:solidFill>
                <a:srgbClr val="000000"/>
              </a:solidFill>
              <a:latin typeface="Arial" panose="020B06040202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50188" name="Slide Number Placeholder 2">
            <a:extLst>
              <a:ext uri="{FF2B5EF4-FFF2-40B4-BE49-F238E27FC236}">
                <a16:creationId xmlns:a16="http://schemas.microsoft.com/office/drawing/2014/main" id="{0D8B8A32-2B68-3CED-A971-2D8DC85458D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46C5329-CC6D-4B60-8154-E805C0002971}" type="slidenum">
              <a:rPr altLang="en-NL">
                <a:solidFill>
                  <a:srgbClr val="000000"/>
                </a:solidFill>
                <a:latin typeface="Arial" panose="020B0604020202020204" pitchFamily="34" charset="0"/>
                <a:cs typeface="Segoe UI Light" panose="020B0502040204020203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altLang="en-NL">
              <a:solidFill>
                <a:srgbClr val="000000"/>
              </a:solidFill>
              <a:latin typeface="Arial" panose="020B06040202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50189" name="Title 3">
            <a:extLst>
              <a:ext uri="{FF2B5EF4-FFF2-40B4-BE49-F238E27FC236}">
                <a16:creationId xmlns:a16="http://schemas.microsoft.com/office/drawing/2014/main" id="{DDB6E633-CA2C-637D-3A4D-82E4FB12D3F6}"/>
              </a:ext>
            </a:extLst>
          </p:cNvPr>
          <p:cNvSpPr txBox="1"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/>
            <a:r>
              <a:rPr lang="en-US" altLang="en-NL">
                <a:latin typeface="Arial" panose="020B0604020202020204" pitchFamily="34" charset="0"/>
              </a:rPr>
              <a:t>Link to course’s guiding conceptual model</a:t>
            </a:r>
          </a:p>
        </p:txBody>
      </p:sp>
      <p:sp>
        <p:nvSpPr>
          <p:cNvPr id="50190" name="TextBox 5">
            <a:extLst>
              <a:ext uri="{FF2B5EF4-FFF2-40B4-BE49-F238E27FC236}">
                <a16:creationId xmlns:a16="http://schemas.microsoft.com/office/drawing/2014/main" id="{841499A1-9E48-4C11-8625-B2853081D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038" y="-2103438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NL" altLang="en-NL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" name="Up Arrow 12">
            <a:extLst>
              <a:ext uri="{FF2B5EF4-FFF2-40B4-BE49-F238E27FC236}">
                <a16:creationId xmlns:a16="http://schemas.microsoft.com/office/drawing/2014/main" id="{64D7FFE0-FBE8-42B2-EB79-353B81FEDB18}"/>
              </a:ext>
            </a:extLst>
          </p:cNvPr>
          <p:cNvSpPr>
            <a:spLocks/>
          </p:cNvSpPr>
          <p:nvPr/>
        </p:nvSpPr>
        <p:spPr bwMode="auto">
          <a:xfrm flipV="1">
            <a:off x="6505575" y="3908425"/>
            <a:ext cx="365125" cy="703263"/>
          </a:xfrm>
          <a:custGeom>
            <a:avLst/>
            <a:gdLst>
              <a:gd name="T0" fmla="*/ 182880 w 21600"/>
              <a:gd name="T1" fmla="*/ 0 h 21600"/>
              <a:gd name="T2" fmla="*/ 365760 w 21600"/>
              <a:gd name="T3" fmla="*/ 351843 h 21600"/>
              <a:gd name="T4" fmla="*/ 182880 w 21600"/>
              <a:gd name="T5" fmla="*/ 703685 h 21600"/>
              <a:gd name="T6" fmla="*/ 0 w 21600"/>
              <a:gd name="T7" fmla="*/ 351843 h 21600"/>
              <a:gd name="T8" fmla="*/ 0 w 21600"/>
              <a:gd name="T9" fmla="*/ 182893 h 21600"/>
              <a:gd name="T10" fmla="*/ 365760 w 21600"/>
              <a:gd name="T11" fmla="*/ 182893 h 21600"/>
              <a:gd name="T12" fmla="*/ 17694720 60000 65536"/>
              <a:gd name="T13" fmla="*/ 0 60000 65536"/>
              <a:gd name="T14" fmla="*/ 5898240 60000 65536"/>
              <a:gd name="T15" fmla="*/ 11796480 60000 65536"/>
              <a:gd name="T16" fmla="*/ 11796480 60000 65536"/>
              <a:gd name="T17" fmla="*/ 0 60000 65536"/>
              <a:gd name="T18" fmla="*/ 5400 w 21600"/>
              <a:gd name="T19" fmla="*/ 2807 h 21600"/>
              <a:gd name="T20" fmla="*/ 16200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5400" y="21600"/>
                </a:moveTo>
                <a:lnTo>
                  <a:pt x="5400" y="5614"/>
                </a:lnTo>
                <a:lnTo>
                  <a:pt x="0" y="5614"/>
                </a:lnTo>
                <a:lnTo>
                  <a:pt x="10800" y="0"/>
                </a:lnTo>
                <a:lnTo>
                  <a:pt x="21600" y="5614"/>
                </a:lnTo>
                <a:lnTo>
                  <a:pt x="16200" y="5614"/>
                </a:lnTo>
                <a:lnTo>
                  <a:pt x="16200" y="21600"/>
                </a:lnTo>
                <a:lnTo>
                  <a:pt x="5400" y="21600"/>
                </a:lnTo>
                <a:close/>
              </a:path>
            </a:pathLst>
          </a:custGeom>
          <a:solidFill>
            <a:srgbClr val="00A6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lIns="143999" tIns="143999" rIns="143999" bIns="143999" anchor="ctr" anchorCtr="1"/>
          <a:lstStyle/>
          <a:p>
            <a:endParaRPr lang="en-NL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DEFF32F5-A734-8F42-4D48-B67D3B76AC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6725" y="4019550"/>
            <a:ext cx="3446463" cy="26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/>
            <a:r>
              <a:rPr lang="en-US" altLang="en-NL" sz="1600">
                <a:solidFill>
                  <a:srgbClr val="000000"/>
                </a:solidFill>
                <a:latin typeface="Arial" panose="020B0604020202020204" pitchFamily="34" charset="0"/>
              </a:rPr>
              <a:t>Assessment of entry and exit barriers</a:t>
            </a:r>
          </a:p>
          <a:p>
            <a:pPr eaLnBrk="1" hangingPunct="1"/>
            <a:endParaRPr lang="en-US" altLang="en-NL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6" grpId="1"/>
      <p:bldP spid="8" grpId="0"/>
      <p:bldP spid="9" grpId="0"/>
      <p:bldP spid="9" grpId="1"/>
      <p:bldP spid="10" grpId="0"/>
      <p:bldP spid="10" grpId="1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Date Placeholder 1">
            <a:extLst>
              <a:ext uri="{FF2B5EF4-FFF2-40B4-BE49-F238E27FC236}">
                <a16:creationId xmlns:a16="http://schemas.microsoft.com/office/drawing/2014/main" id="{12672530-51D5-4983-2021-B4121F1033D1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761993E-528B-4674-B265-768F0FB976F0}" type="datetime1">
              <a:rPr altLang="en-NL">
                <a:solidFill>
                  <a:srgbClr val="000000"/>
                </a:solidFill>
                <a:latin typeface="Arial" panose="020B0604020202020204" pitchFamily="34" charset="0"/>
                <a:cs typeface="Segoe UI Light" panose="020B0502040204020203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22-10-2025</a:t>
            </a:fld>
            <a:endParaRPr lang="en-GB" altLang="en-NL">
              <a:solidFill>
                <a:srgbClr val="000000"/>
              </a:solidFill>
              <a:latin typeface="Arial" panose="020B06040202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51203" name="Slide Number Placeholder 2">
            <a:extLst>
              <a:ext uri="{FF2B5EF4-FFF2-40B4-BE49-F238E27FC236}">
                <a16:creationId xmlns:a16="http://schemas.microsoft.com/office/drawing/2014/main" id="{2F577B69-7E33-A44A-9483-5822B9C6280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5318C97-2CEC-403F-81DA-19C19C82C0F1}" type="slidenum">
              <a:rPr altLang="en-NL">
                <a:solidFill>
                  <a:srgbClr val="000000"/>
                </a:solidFill>
                <a:latin typeface="Arial" panose="020B0604020202020204" pitchFamily="34" charset="0"/>
                <a:cs typeface="Segoe UI Light" panose="020B0502040204020203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altLang="en-NL">
              <a:solidFill>
                <a:srgbClr val="000000"/>
              </a:solidFill>
              <a:latin typeface="Arial" panose="020B06040202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51204" name="Text Placeholder 3">
            <a:extLst>
              <a:ext uri="{FF2B5EF4-FFF2-40B4-BE49-F238E27FC236}">
                <a16:creationId xmlns:a16="http://schemas.microsoft.com/office/drawing/2014/main" id="{8E4899AA-238A-4E8A-63F5-FC7347B85EA3}"/>
              </a:ext>
            </a:extLst>
          </p:cNvPr>
          <p:cNvSpPr txBox="1">
            <a:spLocks noGrp="1" noChangeArrowheads="1"/>
          </p:cNvSpPr>
          <p:nvPr>
            <p:ph type="body" idx="4294967295"/>
          </p:nvPr>
        </p:nvSpPr>
        <p:spPr bwMode="auto">
          <a:xfrm>
            <a:off x="719138" y="1565275"/>
            <a:ext cx="5553075" cy="4435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>
            <a:prstTxWarp prst="textNoShape">
              <a:avLst/>
            </a:prstTxWarp>
          </a:bodyPr>
          <a:lstStyle/>
          <a:p>
            <a:pPr eaLnBrk="1"/>
            <a:r>
              <a:rPr lang="en-US" altLang="en-NL">
                <a:latin typeface="Arial" panose="020B0604020202020204" pitchFamily="34" charset="0"/>
                <a:cs typeface="Arial" panose="020B0604020202020204" pitchFamily="34" charset="0"/>
              </a:rPr>
              <a:t>Dominant design acts an independent variable, causes shifts in innovations type, firm strategies &amp; industry dynamics. </a:t>
            </a:r>
          </a:p>
          <a:p>
            <a:pPr eaLnBrk="1"/>
            <a:r>
              <a:rPr lang="en-US" altLang="en-NL">
                <a:latin typeface="Arial" panose="020B0604020202020204" pitchFamily="34" charset="0"/>
                <a:cs typeface="Arial" panose="020B0604020202020204" pitchFamily="34" charset="0"/>
              </a:rPr>
              <a:t>Innovation outcomes, market structures &amp; organizational responses are dependent variables. </a:t>
            </a:r>
          </a:p>
          <a:p>
            <a:pPr eaLnBrk="1"/>
            <a:r>
              <a:rPr lang="en-US" altLang="en-NL">
                <a:latin typeface="Arial" panose="020B0604020202020204" pitchFamily="34" charset="0"/>
                <a:cs typeface="Arial" panose="020B0604020202020204" pitchFamily="34" charset="0"/>
              </a:rPr>
              <a:t>Contextual factors mediate the main effect. </a:t>
            </a:r>
          </a:p>
          <a:p>
            <a:pPr eaLnBrk="1"/>
            <a:r>
              <a:rPr lang="en-US" altLang="en-NL">
                <a:latin typeface="Arial" panose="020B0604020202020204" pitchFamily="34" charset="0"/>
                <a:cs typeface="Arial" panose="020B0604020202020204" pitchFamily="34" charset="0"/>
              </a:rPr>
              <a:t>Feedback loop exists where industry structure &amp; firm behavior can reinforce the dominance of certain designs. </a:t>
            </a:r>
          </a:p>
        </p:txBody>
      </p:sp>
      <p:sp>
        <p:nvSpPr>
          <p:cNvPr id="51205" name="Title 4">
            <a:extLst>
              <a:ext uri="{FF2B5EF4-FFF2-40B4-BE49-F238E27FC236}">
                <a16:creationId xmlns:a16="http://schemas.microsoft.com/office/drawing/2014/main" id="{8E1AE6DA-A840-C16F-6173-0CDA6858DE86}"/>
              </a:ext>
            </a:extLst>
          </p:cNvPr>
          <p:cNvSpPr txBox="1"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/>
            <a:r>
              <a:rPr lang="en-US" altLang="en-NL">
                <a:latin typeface="Arial" panose="020B0604020202020204" pitchFamily="34" charset="0"/>
                <a:cs typeface="Arial" panose="020B0604020202020204" pitchFamily="34" charset="0"/>
              </a:rPr>
              <a:t>Relationship Between Key Concepts</a:t>
            </a:r>
          </a:p>
        </p:txBody>
      </p:sp>
      <p:sp>
        <p:nvSpPr>
          <p:cNvPr id="51206" name="Rectangle: Rounded Corners 5">
            <a:extLst>
              <a:ext uri="{FF2B5EF4-FFF2-40B4-BE49-F238E27FC236}">
                <a16:creationId xmlns:a16="http://schemas.microsoft.com/office/drawing/2014/main" id="{563EFD0D-E1E5-32D6-625D-D1ED57E81DC6}"/>
              </a:ext>
            </a:extLst>
          </p:cNvPr>
          <p:cNvSpPr>
            <a:spLocks/>
          </p:cNvSpPr>
          <p:nvPr/>
        </p:nvSpPr>
        <p:spPr bwMode="auto">
          <a:xfrm>
            <a:off x="6672263" y="1589088"/>
            <a:ext cx="1779587" cy="676275"/>
          </a:xfrm>
          <a:custGeom>
            <a:avLst/>
            <a:gdLst>
              <a:gd name="T0" fmla="*/ 889862 w 1779724"/>
              <a:gd name="T1" fmla="*/ 0 h 675467"/>
              <a:gd name="T2" fmla="*/ 1779724 w 1779724"/>
              <a:gd name="T3" fmla="*/ 337734 h 675467"/>
              <a:gd name="T4" fmla="*/ 889862 w 1779724"/>
              <a:gd name="T5" fmla="*/ 675467 h 675467"/>
              <a:gd name="T6" fmla="*/ 0 w 1779724"/>
              <a:gd name="T7" fmla="*/ 337734 h 675467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32974 w 1779724"/>
              <a:gd name="T13" fmla="*/ 32974 h 675467"/>
              <a:gd name="T14" fmla="*/ 1746750 w 1779724"/>
              <a:gd name="T15" fmla="*/ 642493 h 67546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79724" h="675467">
                <a:moveTo>
                  <a:pt x="112578" y="0"/>
                </a:moveTo>
                <a:lnTo>
                  <a:pt x="112578" y="0"/>
                </a:lnTo>
                <a:cubicBezTo>
                  <a:pt x="50402" y="0"/>
                  <a:pt x="0" y="50402"/>
                  <a:pt x="0" y="112577"/>
                </a:cubicBezTo>
                <a:lnTo>
                  <a:pt x="0" y="562889"/>
                </a:lnTo>
                <a:lnTo>
                  <a:pt x="0" y="562888"/>
                </a:lnTo>
                <a:cubicBezTo>
                  <a:pt x="0" y="625064"/>
                  <a:pt x="50402" y="675466"/>
                  <a:pt x="112577" y="675466"/>
                </a:cubicBezTo>
                <a:lnTo>
                  <a:pt x="1667146" y="675467"/>
                </a:lnTo>
                <a:lnTo>
                  <a:pt x="1667146" y="675466"/>
                </a:lnTo>
                <a:cubicBezTo>
                  <a:pt x="1729321" y="675466"/>
                  <a:pt x="1779724" y="625064"/>
                  <a:pt x="1779724" y="562889"/>
                </a:cubicBezTo>
                <a:lnTo>
                  <a:pt x="1779724" y="112578"/>
                </a:lnTo>
                <a:cubicBezTo>
                  <a:pt x="1779724" y="50402"/>
                  <a:pt x="1729321" y="0"/>
                  <a:pt x="1667146" y="0"/>
                </a:cubicBezTo>
                <a:lnTo>
                  <a:pt x="112578" y="0"/>
                </a:lnTo>
                <a:close/>
              </a:path>
            </a:pathLst>
          </a:custGeom>
          <a:solidFill>
            <a:srgbClr val="FFFFFF"/>
          </a:solidFill>
          <a:ln w="12701">
            <a:solidFill>
              <a:srgbClr val="00B8C8"/>
            </a:solidFill>
            <a:miter lim="800000"/>
            <a:headEnd/>
            <a:tailEnd/>
          </a:ln>
        </p:spPr>
        <p:txBody>
          <a:bodyPr lIns="143999" tIns="143999" rIns="143999" bIns="143999" anchor="ctr" anchorCtr="1"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en-NL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Independent Variable </a:t>
            </a:r>
          </a:p>
        </p:txBody>
      </p:sp>
      <p:sp>
        <p:nvSpPr>
          <p:cNvPr id="51207" name="Rectangle: Rounded Corners 6">
            <a:extLst>
              <a:ext uri="{FF2B5EF4-FFF2-40B4-BE49-F238E27FC236}">
                <a16:creationId xmlns:a16="http://schemas.microsoft.com/office/drawing/2014/main" id="{57006CF9-2B36-B2B8-6376-62E2E28F3665}"/>
              </a:ext>
            </a:extLst>
          </p:cNvPr>
          <p:cNvSpPr>
            <a:spLocks/>
          </p:cNvSpPr>
          <p:nvPr/>
        </p:nvSpPr>
        <p:spPr bwMode="auto">
          <a:xfrm>
            <a:off x="9764713" y="1589088"/>
            <a:ext cx="1779587" cy="676275"/>
          </a:xfrm>
          <a:custGeom>
            <a:avLst/>
            <a:gdLst>
              <a:gd name="T0" fmla="*/ 889862 w 1779724"/>
              <a:gd name="T1" fmla="*/ 0 h 675467"/>
              <a:gd name="T2" fmla="*/ 1779724 w 1779724"/>
              <a:gd name="T3" fmla="*/ 337734 h 675467"/>
              <a:gd name="T4" fmla="*/ 889862 w 1779724"/>
              <a:gd name="T5" fmla="*/ 675467 h 675467"/>
              <a:gd name="T6" fmla="*/ 0 w 1779724"/>
              <a:gd name="T7" fmla="*/ 337734 h 675467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32974 w 1779724"/>
              <a:gd name="T13" fmla="*/ 32974 h 675467"/>
              <a:gd name="T14" fmla="*/ 1746750 w 1779724"/>
              <a:gd name="T15" fmla="*/ 642493 h 67546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79724" h="675467">
                <a:moveTo>
                  <a:pt x="112578" y="0"/>
                </a:moveTo>
                <a:lnTo>
                  <a:pt x="112578" y="0"/>
                </a:lnTo>
                <a:cubicBezTo>
                  <a:pt x="50402" y="0"/>
                  <a:pt x="0" y="50402"/>
                  <a:pt x="0" y="112577"/>
                </a:cubicBezTo>
                <a:lnTo>
                  <a:pt x="0" y="562889"/>
                </a:lnTo>
                <a:lnTo>
                  <a:pt x="0" y="562888"/>
                </a:lnTo>
                <a:cubicBezTo>
                  <a:pt x="0" y="625064"/>
                  <a:pt x="50402" y="675466"/>
                  <a:pt x="112577" y="675466"/>
                </a:cubicBezTo>
                <a:lnTo>
                  <a:pt x="1667146" y="675467"/>
                </a:lnTo>
                <a:lnTo>
                  <a:pt x="1667146" y="675466"/>
                </a:lnTo>
                <a:cubicBezTo>
                  <a:pt x="1729321" y="675466"/>
                  <a:pt x="1779724" y="625064"/>
                  <a:pt x="1779724" y="562889"/>
                </a:cubicBezTo>
                <a:lnTo>
                  <a:pt x="1779724" y="112578"/>
                </a:lnTo>
                <a:cubicBezTo>
                  <a:pt x="1779724" y="50402"/>
                  <a:pt x="1729321" y="0"/>
                  <a:pt x="1667146" y="0"/>
                </a:cubicBezTo>
                <a:lnTo>
                  <a:pt x="112578" y="0"/>
                </a:lnTo>
                <a:close/>
              </a:path>
            </a:pathLst>
          </a:custGeom>
          <a:solidFill>
            <a:srgbClr val="FFFFFF"/>
          </a:solidFill>
          <a:ln w="12701">
            <a:solidFill>
              <a:srgbClr val="00B8C8"/>
            </a:solidFill>
            <a:miter lim="800000"/>
            <a:headEnd/>
            <a:tailEnd/>
          </a:ln>
        </p:spPr>
        <p:txBody>
          <a:bodyPr lIns="143999" tIns="143999" rIns="143999" bIns="143999" anchor="ctr" anchorCtr="1"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en-NL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Dependent Variable</a:t>
            </a:r>
          </a:p>
        </p:txBody>
      </p:sp>
      <p:cxnSp>
        <p:nvCxnSpPr>
          <p:cNvPr id="51208" name="Straight Arrow Connector 7">
            <a:extLst>
              <a:ext uri="{FF2B5EF4-FFF2-40B4-BE49-F238E27FC236}">
                <a16:creationId xmlns:a16="http://schemas.microsoft.com/office/drawing/2014/main" id="{81CBF078-C28A-4750-554C-B162B970E0D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455025" y="1936750"/>
            <a:ext cx="1308100" cy="3175"/>
          </a:xfrm>
          <a:prstGeom prst="straightConnector1">
            <a:avLst/>
          </a:prstGeom>
          <a:noFill/>
          <a:ln w="12701" cap="rnd">
            <a:solidFill>
              <a:srgbClr val="00B8C8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209" name="TextBox 10">
            <a:extLst>
              <a:ext uri="{FF2B5EF4-FFF2-40B4-BE49-F238E27FC236}">
                <a16:creationId xmlns:a16="http://schemas.microsoft.com/office/drawing/2014/main" id="{8158300B-D08D-E07F-F97D-4FF5F38B6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5288" y="2435225"/>
            <a:ext cx="1679575" cy="16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Ctr="1"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NL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Dominant Design</a:t>
            </a:r>
          </a:p>
        </p:txBody>
      </p:sp>
      <p:sp>
        <p:nvSpPr>
          <p:cNvPr id="51210" name="TextBox 11">
            <a:extLst>
              <a:ext uri="{FF2B5EF4-FFF2-40B4-BE49-F238E27FC236}">
                <a16:creationId xmlns:a16="http://schemas.microsoft.com/office/drawing/2014/main" id="{F38804B6-6357-6621-531E-DE0311F20F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2800" y="2435225"/>
            <a:ext cx="1906588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Ctr="1"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NL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Innovation Outcomes, Market Structures &amp; Organizational Responses</a:t>
            </a:r>
            <a:endParaRPr lang="en-US" altLang="en-NL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1211" name="Rectangle: Rounded Corners 12">
            <a:extLst>
              <a:ext uri="{FF2B5EF4-FFF2-40B4-BE49-F238E27FC236}">
                <a16:creationId xmlns:a16="http://schemas.microsoft.com/office/drawing/2014/main" id="{F37EE3D2-6C03-E096-B55D-BB3A1DA60A29}"/>
              </a:ext>
            </a:extLst>
          </p:cNvPr>
          <p:cNvSpPr>
            <a:spLocks/>
          </p:cNvSpPr>
          <p:nvPr/>
        </p:nvSpPr>
        <p:spPr bwMode="auto">
          <a:xfrm>
            <a:off x="6704013" y="3721100"/>
            <a:ext cx="1779587" cy="674688"/>
          </a:xfrm>
          <a:custGeom>
            <a:avLst/>
            <a:gdLst>
              <a:gd name="T0" fmla="*/ 889862 w 1779724"/>
              <a:gd name="T1" fmla="*/ 0 h 675467"/>
              <a:gd name="T2" fmla="*/ 1779724 w 1779724"/>
              <a:gd name="T3" fmla="*/ 337734 h 675467"/>
              <a:gd name="T4" fmla="*/ 889862 w 1779724"/>
              <a:gd name="T5" fmla="*/ 675467 h 675467"/>
              <a:gd name="T6" fmla="*/ 0 w 1779724"/>
              <a:gd name="T7" fmla="*/ 337734 h 675467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32974 w 1779724"/>
              <a:gd name="T13" fmla="*/ 32974 h 675467"/>
              <a:gd name="T14" fmla="*/ 1746750 w 1779724"/>
              <a:gd name="T15" fmla="*/ 642493 h 67546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79724" h="675467">
                <a:moveTo>
                  <a:pt x="112578" y="0"/>
                </a:moveTo>
                <a:lnTo>
                  <a:pt x="112578" y="0"/>
                </a:lnTo>
                <a:cubicBezTo>
                  <a:pt x="50402" y="0"/>
                  <a:pt x="0" y="50402"/>
                  <a:pt x="0" y="112577"/>
                </a:cubicBezTo>
                <a:lnTo>
                  <a:pt x="0" y="562889"/>
                </a:lnTo>
                <a:lnTo>
                  <a:pt x="0" y="562888"/>
                </a:lnTo>
                <a:cubicBezTo>
                  <a:pt x="0" y="625064"/>
                  <a:pt x="50402" y="675466"/>
                  <a:pt x="112577" y="675466"/>
                </a:cubicBezTo>
                <a:lnTo>
                  <a:pt x="1667146" y="675467"/>
                </a:lnTo>
                <a:lnTo>
                  <a:pt x="1667146" y="675466"/>
                </a:lnTo>
                <a:cubicBezTo>
                  <a:pt x="1729321" y="675466"/>
                  <a:pt x="1779724" y="625064"/>
                  <a:pt x="1779724" y="562889"/>
                </a:cubicBezTo>
                <a:lnTo>
                  <a:pt x="1779724" y="112578"/>
                </a:lnTo>
                <a:cubicBezTo>
                  <a:pt x="1779724" y="50402"/>
                  <a:pt x="1729321" y="0"/>
                  <a:pt x="1667146" y="0"/>
                </a:cubicBezTo>
                <a:lnTo>
                  <a:pt x="112578" y="0"/>
                </a:lnTo>
                <a:close/>
              </a:path>
            </a:pathLst>
          </a:custGeom>
          <a:solidFill>
            <a:srgbClr val="FFFFFF"/>
          </a:solidFill>
          <a:ln w="12701">
            <a:solidFill>
              <a:srgbClr val="00B8C8"/>
            </a:solidFill>
            <a:miter lim="800000"/>
            <a:headEnd/>
            <a:tailEnd/>
          </a:ln>
        </p:spPr>
        <p:txBody>
          <a:bodyPr lIns="143999" tIns="143999" rIns="143999" bIns="143999" anchor="ctr" anchorCtr="1"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en-NL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Independent Variable </a:t>
            </a:r>
          </a:p>
        </p:txBody>
      </p:sp>
      <p:sp>
        <p:nvSpPr>
          <p:cNvPr id="51212" name="Rectangle: Rounded Corners 13">
            <a:extLst>
              <a:ext uri="{FF2B5EF4-FFF2-40B4-BE49-F238E27FC236}">
                <a16:creationId xmlns:a16="http://schemas.microsoft.com/office/drawing/2014/main" id="{8A5C3F3C-AE4B-C5D6-BF99-F96BC818D1E0}"/>
              </a:ext>
            </a:extLst>
          </p:cNvPr>
          <p:cNvSpPr>
            <a:spLocks/>
          </p:cNvSpPr>
          <p:nvPr/>
        </p:nvSpPr>
        <p:spPr bwMode="auto">
          <a:xfrm>
            <a:off x="9798050" y="3721100"/>
            <a:ext cx="1779588" cy="674688"/>
          </a:xfrm>
          <a:custGeom>
            <a:avLst/>
            <a:gdLst>
              <a:gd name="T0" fmla="*/ 889862 w 1779724"/>
              <a:gd name="T1" fmla="*/ 0 h 675467"/>
              <a:gd name="T2" fmla="*/ 1779724 w 1779724"/>
              <a:gd name="T3" fmla="*/ 337734 h 675467"/>
              <a:gd name="T4" fmla="*/ 889862 w 1779724"/>
              <a:gd name="T5" fmla="*/ 675467 h 675467"/>
              <a:gd name="T6" fmla="*/ 0 w 1779724"/>
              <a:gd name="T7" fmla="*/ 337734 h 675467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32974 w 1779724"/>
              <a:gd name="T13" fmla="*/ 32974 h 675467"/>
              <a:gd name="T14" fmla="*/ 1746750 w 1779724"/>
              <a:gd name="T15" fmla="*/ 642493 h 67546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79724" h="675467">
                <a:moveTo>
                  <a:pt x="112578" y="0"/>
                </a:moveTo>
                <a:lnTo>
                  <a:pt x="112578" y="0"/>
                </a:lnTo>
                <a:cubicBezTo>
                  <a:pt x="50402" y="0"/>
                  <a:pt x="0" y="50402"/>
                  <a:pt x="0" y="112577"/>
                </a:cubicBezTo>
                <a:lnTo>
                  <a:pt x="0" y="562889"/>
                </a:lnTo>
                <a:lnTo>
                  <a:pt x="0" y="562888"/>
                </a:lnTo>
                <a:cubicBezTo>
                  <a:pt x="0" y="625064"/>
                  <a:pt x="50402" y="675466"/>
                  <a:pt x="112577" y="675466"/>
                </a:cubicBezTo>
                <a:lnTo>
                  <a:pt x="1667146" y="675467"/>
                </a:lnTo>
                <a:lnTo>
                  <a:pt x="1667146" y="675466"/>
                </a:lnTo>
                <a:cubicBezTo>
                  <a:pt x="1729321" y="675466"/>
                  <a:pt x="1779724" y="625064"/>
                  <a:pt x="1779724" y="562889"/>
                </a:cubicBezTo>
                <a:lnTo>
                  <a:pt x="1779724" y="112578"/>
                </a:lnTo>
                <a:cubicBezTo>
                  <a:pt x="1779724" y="50402"/>
                  <a:pt x="1729321" y="0"/>
                  <a:pt x="1667146" y="0"/>
                </a:cubicBezTo>
                <a:lnTo>
                  <a:pt x="112578" y="0"/>
                </a:lnTo>
                <a:close/>
              </a:path>
            </a:pathLst>
          </a:custGeom>
          <a:solidFill>
            <a:srgbClr val="FFFFFF"/>
          </a:solidFill>
          <a:ln w="12701">
            <a:solidFill>
              <a:srgbClr val="00B8C8"/>
            </a:solidFill>
            <a:miter lim="800000"/>
            <a:headEnd/>
            <a:tailEnd/>
          </a:ln>
        </p:spPr>
        <p:txBody>
          <a:bodyPr lIns="143999" tIns="143999" rIns="143999" bIns="143999" anchor="ctr" anchorCtr="1"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en-NL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Dependent Variable</a:t>
            </a:r>
          </a:p>
        </p:txBody>
      </p:sp>
      <p:cxnSp>
        <p:nvCxnSpPr>
          <p:cNvPr id="51213" name="Straight Arrow Connector 15">
            <a:extLst>
              <a:ext uri="{FF2B5EF4-FFF2-40B4-BE49-F238E27FC236}">
                <a16:creationId xmlns:a16="http://schemas.microsoft.com/office/drawing/2014/main" id="{5EDA28F6-D0B5-060F-6BB3-EF27B898DC3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486775" y="4060825"/>
            <a:ext cx="1309688" cy="3175"/>
          </a:xfrm>
          <a:prstGeom prst="straightConnector1">
            <a:avLst/>
          </a:prstGeom>
          <a:noFill/>
          <a:ln w="12701" cap="rnd">
            <a:solidFill>
              <a:srgbClr val="00B8C8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4" name="Straight Arrow Connector 16">
            <a:extLst>
              <a:ext uri="{FF2B5EF4-FFF2-40B4-BE49-F238E27FC236}">
                <a16:creationId xmlns:a16="http://schemas.microsoft.com/office/drawing/2014/main" id="{CF477017-DFB8-C4F9-7063-DC506C857FE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9113838" y="4060825"/>
            <a:ext cx="3175" cy="603250"/>
          </a:xfrm>
          <a:prstGeom prst="straightConnector1">
            <a:avLst/>
          </a:prstGeom>
          <a:noFill/>
          <a:ln w="12701" cap="rnd">
            <a:solidFill>
              <a:srgbClr val="00B8C8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215" name="Rectangle: Rounded Corners 17">
            <a:extLst>
              <a:ext uri="{FF2B5EF4-FFF2-40B4-BE49-F238E27FC236}">
                <a16:creationId xmlns:a16="http://schemas.microsoft.com/office/drawing/2014/main" id="{05CB0C7D-8A7D-58C9-6A02-6A3FE5302845}"/>
              </a:ext>
            </a:extLst>
          </p:cNvPr>
          <p:cNvSpPr>
            <a:spLocks/>
          </p:cNvSpPr>
          <p:nvPr/>
        </p:nvSpPr>
        <p:spPr bwMode="auto">
          <a:xfrm>
            <a:off x="8228013" y="4664075"/>
            <a:ext cx="1779587" cy="674688"/>
          </a:xfrm>
          <a:custGeom>
            <a:avLst/>
            <a:gdLst>
              <a:gd name="T0" fmla="*/ 889862 w 1779724"/>
              <a:gd name="T1" fmla="*/ 0 h 675467"/>
              <a:gd name="T2" fmla="*/ 1779724 w 1779724"/>
              <a:gd name="T3" fmla="*/ 337734 h 675467"/>
              <a:gd name="T4" fmla="*/ 889862 w 1779724"/>
              <a:gd name="T5" fmla="*/ 675467 h 675467"/>
              <a:gd name="T6" fmla="*/ 0 w 1779724"/>
              <a:gd name="T7" fmla="*/ 337734 h 675467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32974 w 1779724"/>
              <a:gd name="T13" fmla="*/ 32974 h 675467"/>
              <a:gd name="T14" fmla="*/ 1746750 w 1779724"/>
              <a:gd name="T15" fmla="*/ 642493 h 67546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79724" h="675467">
                <a:moveTo>
                  <a:pt x="112578" y="0"/>
                </a:moveTo>
                <a:lnTo>
                  <a:pt x="112578" y="0"/>
                </a:lnTo>
                <a:cubicBezTo>
                  <a:pt x="50402" y="0"/>
                  <a:pt x="0" y="50402"/>
                  <a:pt x="0" y="112577"/>
                </a:cubicBezTo>
                <a:lnTo>
                  <a:pt x="0" y="562889"/>
                </a:lnTo>
                <a:lnTo>
                  <a:pt x="0" y="562888"/>
                </a:lnTo>
                <a:cubicBezTo>
                  <a:pt x="0" y="625064"/>
                  <a:pt x="50402" y="675466"/>
                  <a:pt x="112577" y="675466"/>
                </a:cubicBezTo>
                <a:lnTo>
                  <a:pt x="1667146" y="675467"/>
                </a:lnTo>
                <a:lnTo>
                  <a:pt x="1667146" y="675466"/>
                </a:lnTo>
                <a:cubicBezTo>
                  <a:pt x="1729321" y="675466"/>
                  <a:pt x="1779724" y="625064"/>
                  <a:pt x="1779724" y="562889"/>
                </a:cubicBezTo>
                <a:lnTo>
                  <a:pt x="1779724" y="112578"/>
                </a:lnTo>
                <a:cubicBezTo>
                  <a:pt x="1779724" y="50402"/>
                  <a:pt x="1729321" y="0"/>
                  <a:pt x="1667146" y="0"/>
                </a:cubicBezTo>
                <a:lnTo>
                  <a:pt x="112578" y="0"/>
                </a:lnTo>
                <a:close/>
              </a:path>
            </a:pathLst>
          </a:custGeom>
          <a:solidFill>
            <a:srgbClr val="FFFFFF"/>
          </a:solidFill>
          <a:ln w="12701">
            <a:solidFill>
              <a:srgbClr val="00B8C8"/>
            </a:solidFill>
            <a:miter lim="800000"/>
            <a:headEnd/>
            <a:tailEnd/>
          </a:ln>
        </p:spPr>
        <p:txBody>
          <a:bodyPr lIns="143999" tIns="143999" rIns="143999" bIns="143999" anchor="ctr" anchorCtr="1"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en-NL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Mediator</a:t>
            </a:r>
          </a:p>
        </p:txBody>
      </p:sp>
      <p:sp>
        <p:nvSpPr>
          <p:cNvPr id="51216" name="TextBox 18">
            <a:extLst>
              <a:ext uri="{FF2B5EF4-FFF2-40B4-BE49-F238E27FC236}">
                <a16:creationId xmlns:a16="http://schemas.microsoft.com/office/drawing/2014/main" id="{71B4A427-7277-FF97-B9F9-F31CDBF6C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7850" y="5510213"/>
            <a:ext cx="1906588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Ctr="1"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NL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 Externalities, Economies of Scale &amp; Strategic Coalitions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jdelijke aanduiding voor tekst 22">
            <a:extLst>
              <a:ext uri="{FF2B5EF4-FFF2-40B4-BE49-F238E27FC236}">
                <a16:creationId xmlns:a16="http://schemas.microsoft.com/office/drawing/2014/main" id="{C02E86AE-1B15-CF9E-F1FB-38801940555E}"/>
              </a:ext>
            </a:extLst>
          </p:cNvPr>
          <p:cNvSpPr txBox="1">
            <a:spLocks noGrp="1" noChangeArrowheads="1"/>
          </p:cNvSpPr>
          <p:nvPr>
            <p:ph type="body" idx="4294967295"/>
          </p:nvPr>
        </p:nvSpPr>
        <p:spPr bwMode="auto">
          <a:xfrm>
            <a:off x="2795588" y="3101975"/>
            <a:ext cx="7742237" cy="666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="b">
            <a:prstTxWarp prst="textNoShape">
              <a:avLst/>
            </a:prstTxWarp>
            <a:spAutoFit/>
          </a:bodyPr>
          <a:lstStyle/>
          <a:p>
            <a:pPr marL="0" indent="0" eaLnBrk="1">
              <a:lnSpc>
                <a:spcPts val="52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altLang="en-NL" sz="4800" b="1">
                <a:solidFill>
                  <a:srgbClr val="FFFFFF"/>
                </a:solidFill>
                <a:latin typeface="Arial" panose="020B0604020202020204" pitchFamily="34" charset="0"/>
              </a:rPr>
              <a:t>Thank you for your time! 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U DELFT | TEMPLATE (SLIDEBUILDER)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U DELFT | DOCUMENT (SLIDEBUILDER)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388</Words>
  <Application>Microsoft Office PowerPoint</Application>
  <PresentationFormat>Widescreen</PresentationFormat>
  <Paragraphs>68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Calibri</vt:lpstr>
      <vt:lpstr>Segoe UI Light</vt:lpstr>
      <vt:lpstr>Lato</vt:lpstr>
      <vt:lpstr>TU DELFT | TEMPLATE (SLIDEBUILDER)</vt:lpstr>
      <vt:lpstr>TU DELFT | DOCUMENT (SLIDEBUILDER)</vt:lpstr>
      <vt:lpstr>Title slide + image</vt:lpstr>
      <vt:lpstr>PowerPoint Presentation</vt:lpstr>
      <vt:lpstr>Paper Contribution (Murmann &amp; Frenken, 2006) "Toward a systematic framework for research on dominant designs, technological innovations, and industrial change"" </vt:lpstr>
      <vt:lpstr>Link to course’s guiding conceptual model</vt:lpstr>
      <vt:lpstr>Relationship Between Key Concepts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van de presentatie</dc:title>
  <dc:creator>Silvana Salamur</dc:creator>
  <cp:keywords>www.pptsolutions.nl</cp:keywords>
  <cp:lastModifiedBy>Symeon Efstathiou</cp:lastModifiedBy>
  <cp:revision>12</cp:revision>
  <dcterms:created xsi:type="dcterms:W3CDTF">2018-03-15T13:05:51Z</dcterms:created>
  <dcterms:modified xsi:type="dcterms:W3CDTF">2025-10-22T12:36:50Z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0x01010047619C50047C9743A1A19A1813F2F42C</vt:lpwstr>
  </property>
</Properties>
</file>