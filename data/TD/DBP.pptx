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83" r:id="rId2"/>
  </p:sldMasterIdLst>
  <p:notesMasterIdLst>
    <p:notesMasterId r:id="rId39"/>
  </p:notesMasterIdLst>
  <p:handoutMasterIdLst>
    <p:handoutMasterId r:id="rId40"/>
  </p:handoutMasterIdLst>
  <p:sldIdLst>
    <p:sldId id="258" r:id="rId3"/>
    <p:sldId id="352" r:id="rId4"/>
    <p:sldId id="375" r:id="rId5"/>
    <p:sldId id="371" r:id="rId6"/>
    <p:sldId id="353" r:id="rId7"/>
    <p:sldId id="354" r:id="rId8"/>
    <p:sldId id="355" r:id="rId9"/>
    <p:sldId id="369" r:id="rId10"/>
    <p:sldId id="358" r:id="rId11"/>
    <p:sldId id="359" r:id="rId12"/>
    <p:sldId id="370" r:id="rId13"/>
    <p:sldId id="366" r:id="rId14"/>
    <p:sldId id="360" r:id="rId15"/>
    <p:sldId id="367" r:id="rId16"/>
    <p:sldId id="372" r:id="rId17"/>
    <p:sldId id="357" r:id="rId18"/>
    <p:sldId id="356" r:id="rId19"/>
    <p:sldId id="363" r:id="rId20"/>
    <p:sldId id="364" r:id="rId21"/>
    <p:sldId id="365" r:id="rId22"/>
    <p:sldId id="377" r:id="rId23"/>
    <p:sldId id="373" r:id="rId24"/>
    <p:sldId id="380" r:id="rId25"/>
    <p:sldId id="378" r:id="rId26"/>
    <p:sldId id="381" r:id="rId27"/>
    <p:sldId id="382" r:id="rId28"/>
    <p:sldId id="379" r:id="rId29"/>
    <p:sldId id="383" r:id="rId30"/>
    <p:sldId id="385" r:id="rId31"/>
    <p:sldId id="384" r:id="rId32"/>
    <p:sldId id="386" r:id="rId33"/>
    <p:sldId id="387" r:id="rId34"/>
    <p:sldId id="388" r:id="rId35"/>
    <p:sldId id="389" r:id="rId36"/>
    <p:sldId id="390" r:id="rId37"/>
    <p:sldId id="321" r:id="rId38"/>
  </p:sldIdLst>
  <p:sldSz cx="12192000" cy="6858000"/>
  <p:notesSz cx="6858000" cy="9144000"/>
  <p:defaultTex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
    <a:wholeTbl>
      <a:tcTxStyle>
        <a:font>
          <a:latin typeface="+mn-lt"/>
          <a:ea typeface="+mn-ea"/>
          <a:cs typeface="+mn-cs"/>
        </a:font>
        <a:srgbClr val="000000"/>
      </a:tcTxStyle>
      <a:tcStyle>
        <a:tcBdr>
          <a:left>
            <a:ln w="12701" cap="flat" cmpd="sng" algn="ctr">
              <a:solidFill>
                <a:srgbClr val="FFFFFF"/>
              </a:solidFill>
              <a:prstDash val="solid"/>
              <a:round/>
              <a:headEnd type="none" w="med" len="med"/>
              <a:tailEnd type="none" w="med" len="med"/>
            </a:ln>
          </a:left>
          <a:right>
            <a:ln w="12701" cap="flat" cmpd="sng" algn="ctr">
              <a:solidFill>
                <a:srgbClr val="FFFFFF"/>
              </a:solidFill>
              <a:prstDash val="solid"/>
              <a:round/>
              <a:headEnd type="none" w="med" len="med"/>
              <a:tailEnd type="none" w="med" len="med"/>
            </a:ln>
          </a:right>
          <a:top>
            <a:ln w="12701" cap="flat" cmpd="sng" algn="ctr">
              <a:solidFill>
                <a:srgbClr val="FFFFFF"/>
              </a:solidFill>
              <a:prstDash val="solid"/>
              <a:round/>
              <a:headEnd type="none" w="med" len="med"/>
              <a:tailEnd type="none" w="med" len="med"/>
            </a:ln>
          </a:top>
          <a:bottom>
            <a:ln w="12701" cap="flat" cmpd="sng" algn="ctr">
              <a:solidFill>
                <a:srgbClr val="FFFFFF"/>
              </a:solidFill>
              <a:prstDash val="solid"/>
              <a:round/>
              <a:headEnd type="none" w="med" len="med"/>
              <a:tailEnd type="none" w="med" len="med"/>
            </a:ln>
          </a:bottom>
        </a:tcBdr>
        <a:fill>
          <a:solidFill>
            <a:srgbClr val="E9EBF5"/>
          </a:solidFill>
        </a:fill>
      </a:tcStyle>
    </a:wholeTbl>
    <a:band1H>
      <a:tcStyle>
        <a:tcBdr/>
        <a:fill>
          <a:solidFill>
            <a:srgbClr val="CFD5EA"/>
          </a:solidFill>
        </a:fill>
      </a:tcStyle>
    </a:band1H>
    <a:band2H>
      <a:tcStyle>
        <a:tcBdr/>
      </a:tcStyle>
    </a:band2H>
    <a:band1V>
      <a:tcStyle>
        <a:tcBdr/>
        <a:fill>
          <a:solidFill>
            <a:srgbClr val="CFD5EA"/>
          </a:solidFill>
        </a:fill>
      </a:tcStyle>
    </a:band1V>
    <a:band2V>
      <a:tcStyle>
        <a:tcBdr/>
      </a:tcStyle>
    </a:band2V>
    <a:lastCol>
      <a:tcTxStyle b="on">
        <a:font>
          <a:latin typeface="+mn-lt"/>
          <a:ea typeface="+mn-ea"/>
          <a:cs typeface="+mn-cs"/>
        </a:font>
        <a:srgbClr val="FFFFFF"/>
      </a:tcTxStyle>
      <a:tcStyle>
        <a:tcBdr/>
        <a:fill>
          <a:solidFill>
            <a:srgbClr val="4472C4"/>
          </a:solidFill>
        </a:fill>
      </a:tcStyle>
    </a:lastCol>
    <a:firstCol>
      <a:tcTxStyle b="on">
        <a:font>
          <a:latin typeface="+mn-lt"/>
          <a:ea typeface="+mn-ea"/>
          <a:cs typeface="+mn-cs"/>
        </a:font>
        <a:srgbClr val="FFFFFF"/>
      </a:tcTxStyle>
      <a:tcStyle>
        <a:tcBdr/>
        <a:fill>
          <a:solidFill>
            <a:srgbClr val="4472C4"/>
          </a:solidFill>
        </a:fill>
      </a:tcStyle>
    </a:firstCol>
    <a:lastRow>
      <a:tcTxStyle b="on">
        <a:font>
          <a:latin typeface="+mn-lt"/>
          <a:ea typeface="+mn-ea"/>
          <a:cs typeface="+mn-cs"/>
        </a:font>
        <a:srgbClr val="FFFFFF"/>
      </a:tcTxStyle>
      <a:tcStyle>
        <a:tcBdr>
          <a:top>
            <a:ln w="38103" cap="flat" cmpd="sng" algn="ctr">
              <a:solidFill>
                <a:srgbClr val="FFFFFF"/>
              </a:solidFill>
              <a:prstDash val="solid"/>
              <a:round/>
              <a:headEnd type="none" w="med" len="med"/>
              <a:tailEnd type="none" w="med" len="med"/>
            </a:ln>
          </a:top>
        </a:tcBdr>
        <a:fill>
          <a:solidFill>
            <a:srgbClr val="4472C4"/>
          </a:solidFill>
        </a:fill>
      </a:tcStyle>
    </a:lastRow>
    <a:firstRow>
      <a:tcTxStyle b="on">
        <a:font>
          <a:latin typeface="+mn-lt"/>
          <a:ea typeface="+mn-ea"/>
          <a:cs typeface="+mn-cs"/>
        </a:font>
        <a:srgbClr val="FFFFFF"/>
      </a:tcTxStyle>
      <a:tcStyle>
        <a:tcBdr>
          <a:bottom>
            <a:ln w="38103" cap="flat" cmpd="sng" algn="ctr">
              <a:solidFill>
                <a:srgbClr val="FFFFFF"/>
              </a:solidFill>
              <a:prstDash val="solid"/>
              <a:round/>
              <a:headEnd type="none" w="med" len="med"/>
              <a:tailEnd type="none" w="med" len="med"/>
            </a:ln>
          </a:bottom>
        </a:tcBdr>
        <a:fill>
          <a:solidFill>
            <a:srgbClr val="4472C4"/>
          </a:solidFill>
        </a:fill>
      </a:tcStyle>
    </a:firstRow>
  </a:tblStyle>
  <a:tblStyle styleId="{BC89EF96-8CEA-46FF-86C4-4CE0E7609802}" styleName="">
    <a:wholeTbl>
      <a:tcTxStyle>
        <a:font>
          <a:latin typeface="+mn-lt"/>
          <a:ea typeface="+mn-ea"/>
          <a:cs typeface="+mn-cs"/>
        </a:font>
        <a:srgbClr val="000000"/>
      </a:tcTxStyle>
      <a:tcStyle>
        <a:tcBdr>
          <a:left>
            <a:ln w="12701" cap="flat" cmpd="sng" algn="ctr">
              <a:solidFill>
                <a:srgbClr val="4472C4"/>
              </a:solidFill>
              <a:prstDash val="solid"/>
              <a:round/>
              <a:headEnd type="none" w="med" len="med"/>
              <a:tailEnd type="none" w="med" len="med"/>
            </a:ln>
          </a:left>
          <a:right>
            <a:ln w="12701" cap="flat" cmpd="sng" algn="ctr">
              <a:solidFill>
                <a:srgbClr val="4472C4"/>
              </a:solidFill>
              <a:prstDash val="solid"/>
              <a:round/>
              <a:headEnd type="none" w="med" len="med"/>
              <a:tailEnd type="none" w="med" len="med"/>
            </a:ln>
          </a:right>
          <a:top>
            <a:ln w="12701" cap="flat" cmpd="sng" algn="ctr">
              <a:solidFill>
                <a:srgbClr val="4472C4"/>
              </a:solidFill>
              <a:prstDash val="solid"/>
              <a:round/>
              <a:headEnd type="none" w="med" len="med"/>
              <a:tailEnd type="none" w="med" len="med"/>
            </a:ln>
          </a:top>
          <a:bottom>
            <a:ln w="12701" cap="flat" cmpd="sng" algn="ctr">
              <a:solidFill>
                <a:srgbClr val="4472C4"/>
              </a:solidFill>
              <a:prstDash val="solid"/>
              <a:round/>
              <a:headEnd type="none" w="med" len="med"/>
              <a:tailEnd type="none" w="med" len="med"/>
            </a:ln>
          </a:bottom>
        </a:tcBdr>
      </a:tcStyle>
    </a:wholeTbl>
    <a:band1H>
      <a:tcStyle>
        <a:tcBdr/>
        <a:fill>
          <a:solidFill>
            <a:srgbClr val="4472C4"/>
          </a:solidFill>
        </a:fill>
      </a:tcStyle>
    </a:band1H>
    <a:band1V>
      <a:tcStyle>
        <a:tcBdr/>
        <a:fill>
          <a:solidFill>
            <a:srgbClr val="4472C4"/>
          </a:solidFill>
        </a:fill>
      </a:tcStyle>
    </a:band1V>
    <a:lastCol>
      <a:tcTxStyle b="on">
        <a:font>
          <a:latin typeface=""/>
          <a:ea typeface=""/>
          <a:cs typeface=""/>
        </a:font>
      </a:tcTxStyle>
      <a:tcStyle>
        <a:tcBdr/>
      </a:tcStyle>
    </a:lastCol>
    <a:firstCol>
      <a:tcTxStyle b="on">
        <a:font>
          <a:latin typeface=""/>
          <a:ea typeface=""/>
          <a:cs typeface=""/>
        </a:font>
      </a:tcTxStyle>
      <a:tcStyle>
        <a:tcBdr/>
      </a:tcStyle>
    </a:firstCol>
    <a:lastRow>
      <a:tcTxStyle b="on">
        <a:font>
          <a:latin typeface=""/>
          <a:ea typeface=""/>
          <a:cs typeface=""/>
        </a:font>
      </a:tcTxStyle>
      <a:tcStyle>
        <a:tcBdr>
          <a:top>
            <a:ln w="50804" cap="flat" cmpd="dbl" algn="ctr">
              <a:solidFill>
                <a:srgbClr val="4472C4"/>
              </a:solidFill>
              <a:prstDash val="solid"/>
              <a:round/>
              <a:headEnd type="none" w="med" len="med"/>
              <a:tailEnd type="none" w="med" len="med"/>
            </a:ln>
          </a:top>
        </a:tcBdr>
      </a:tcStyle>
    </a:lastRow>
    <a:firstRow>
      <a:tcTxStyle b="on">
        <a:font>
          <a:latin typeface=""/>
          <a:ea typeface=""/>
          <a:cs typeface=""/>
        </a:font>
      </a:tcTxStyle>
      <a:tcStyle>
        <a:tcBdr>
          <a:bottom>
            <a:ln w="25402" cap="flat" cmpd="sng" algn="ctr">
              <a:solidFill>
                <a:srgbClr val="4472C4"/>
              </a:solidFill>
              <a:prstDash val="solid"/>
              <a:round/>
              <a:headEnd type="none" w="med" len="med"/>
              <a:tailEnd type="none" w="med" len="med"/>
            </a:ln>
          </a:bottom>
        </a:tcBdr>
      </a:tcStyle>
    </a:firstRow>
  </a:tblStyle>
  <a:tblStyle styleId="{69012ECD-51FC-41F1-AA8D-1B2483CD663E}" styleName="">
    <a:wholeTbl>
      <a:tcTxStyle>
        <a:font>
          <a:latin typeface="+mn-lt"/>
          <a:ea typeface="+mn-ea"/>
          <a:cs typeface="+mn-cs"/>
        </a:font>
        <a:srgbClr val="000000"/>
      </a:tcTxStyle>
      <a:tcStyle>
        <a:tcBdr>
          <a:left>
            <a:ln w="3172" cap="flat" cmpd="sng" algn="ctr">
              <a:solidFill>
                <a:srgbClr val="4472C4"/>
              </a:solidFill>
              <a:prstDash val="solid"/>
              <a:round/>
              <a:headEnd type="none" w="med" len="med"/>
              <a:tailEnd type="none" w="med" len="med"/>
            </a:ln>
          </a:left>
          <a:right>
            <a:ln w="3172" cap="flat" cmpd="sng" algn="ctr">
              <a:solidFill>
                <a:srgbClr val="4472C4"/>
              </a:solidFill>
              <a:prstDash val="solid"/>
              <a:round/>
              <a:headEnd type="none" w="med" len="med"/>
              <a:tailEnd type="none" w="med" len="med"/>
            </a:ln>
          </a:right>
          <a:top>
            <a:ln w="3172" cap="flat" cmpd="sng" algn="ctr">
              <a:solidFill>
                <a:srgbClr val="4472C4"/>
              </a:solidFill>
              <a:prstDash val="solid"/>
              <a:round/>
              <a:headEnd type="none" w="med" len="med"/>
              <a:tailEnd type="none" w="med" len="med"/>
            </a:ln>
          </a:top>
          <a:bottom>
            <a:ln w="3172" cap="flat" cmpd="sng" algn="ctr">
              <a:solidFill>
                <a:srgbClr val="4472C4"/>
              </a:solidFill>
              <a:prstDash val="solid"/>
              <a:round/>
              <a:headEnd type="none" w="med" len="med"/>
              <a:tailEnd type="none" w="med" len="med"/>
            </a:ln>
          </a:bottom>
        </a:tcBdr>
      </a:tcStyle>
    </a:wholeTbl>
    <a:band1H>
      <a:tcStyle>
        <a:tcBdr>
          <a:top>
            <a:ln w="3172" cap="flat" cmpd="sng" algn="ctr">
              <a:solidFill>
                <a:srgbClr val="4472C4"/>
              </a:solidFill>
              <a:prstDash val="solid"/>
              <a:round/>
              <a:headEnd type="none" w="med" len="med"/>
              <a:tailEnd type="none" w="med" len="med"/>
            </a:ln>
          </a:top>
          <a:bottom>
            <a:ln w="3172" cap="flat" cmpd="sng" algn="ctr">
              <a:solidFill>
                <a:srgbClr val="4472C4"/>
              </a:solidFill>
              <a:prstDash val="solid"/>
              <a:round/>
              <a:headEnd type="none" w="med" len="med"/>
              <a:tailEnd type="none" w="med" len="med"/>
            </a:ln>
          </a:bottom>
        </a:tcBdr>
      </a:tcStyle>
    </a:band1H>
    <a:band1V>
      <a:tcStyle>
        <a:tcBdr>
          <a:left>
            <a:ln w="3172" cap="flat" cmpd="sng" algn="ctr">
              <a:solidFill>
                <a:srgbClr val="4472C4"/>
              </a:solidFill>
              <a:prstDash val="solid"/>
              <a:round/>
              <a:headEnd type="none" w="med" len="med"/>
              <a:tailEnd type="none" w="med" len="med"/>
            </a:ln>
          </a:left>
          <a:right>
            <a:ln w="3172" cap="flat" cmpd="sng" algn="ctr">
              <a:solidFill>
                <a:srgbClr val="4472C4"/>
              </a:solidFill>
              <a:prstDash val="solid"/>
              <a:round/>
              <a:headEnd type="none" w="med" len="med"/>
              <a:tailEnd type="none" w="med" len="med"/>
            </a:ln>
          </a:right>
        </a:tcBdr>
      </a:tcStyle>
    </a:band1V>
    <a:band2V>
      <a:tcStyle>
        <a:tcBdr>
          <a:left>
            <a:ln w="3172" cap="flat" cmpd="sng" algn="ctr">
              <a:solidFill>
                <a:srgbClr val="4472C4"/>
              </a:solidFill>
              <a:prstDash val="solid"/>
              <a:round/>
              <a:headEnd type="none" w="med" len="med"/>
              <a:tailEnd type="none" w="med" len="med"/>
            </a:ln>
          </a:left>
          <a:right>
            <a:ln w="3172" cap="flat" cmpd="sng" algn="ctr">
              <a:solidFill>
                <a:srgbClr val="4472C4"/>
              </a:solidFill>
              <a:prstDash val="solid"/>
              <a:round/>
              <a:headEnd type="none" w="med" len="med"/>
              <a:tailEnd type="none" w="med" len="med"/>
            </a:ln>
          </a:right>
        </a:tcBdr>
      </a:tcStyle>
    </a:band2V>
    <a:lastCol>
      <a:tcTxStyle b="on">
        <a:font>
          <a:latin typeface=""/>
          <a:ea typeface=""/>
          <a:cs typeface=""/>
        </a:font>
      </a:tcTxStyle>
      <a:tcStyle>
        <a:tcBdr/>
      </a:tcStyle>
    </a:lastCol>
    <a:firstCol>
      <a:tcTxStyle b="on">
        <a:font>
          <a:latin typeface=""/>
          <a:ea typeface=""/>
          <a:cs typeface=""/>
        </a:font>
      </a:tcTxStyle>
      <a:tcStyle>
        <a:tcBdr/>
      </a:tcStyle>
    </a:firstCol>
    <a:lastRow>
      <a:tcTxStyle b="on">
        <a:font>
          <a:latin typeface=""/>
          <a:ea typeface=""/>
          <a:cs typeface=""/>
        </a:font>
      </a:tcTxStyle>
      <a:tcStyle>
        <a:tcBdr>
          <a:top>
            <a:ln w="50804" cap="flat" cmpd="dbl" algn="ctr">
              <a:solidFill>
                <a:srgbClr val="4472C4"/>
              </a:solidFill>
              <a:prstDash val="solid"/>
              <a:round/>
              <a:headEnd type="none" w="med" len="med"/>
              <a:tailEnd type="none" w="med" len="med"/>
            </a:ln>
          </a:top>
        </a:tcBdr>
      </a:tcStyle>
    </a:lastRow>
    <a:firstRow>
      <a:tcTxStyle b="on">
        <a:font>
          <a:latin typeface="+mn-lt"/>
          <a:ea typeface="+mn-ea"/>
          <a:cs typeface="+mn-cs"/>
        </a:font>
        <a:srgbClr val="FFFFFF"/>
      </a:tcTxStyle>
      <a:tcStyle>
        <a:tcBdr/>
        <a:fill>
          <a:solidFill>
            <a:srgbClr val="4472C4"/>
          </a:solidFill>
        </a:fill>
      </a:tcStyle>
    </a:firstRow>
  </a:tblStyle>
  <a:tblStyle styleId="{3B4B98B0-60AC-42C2-AFA5-B58CD77FA1E5}" styleName="">
    <a:wholeTbl>
      <a:tcTxStyle>
        <a:font>
          <a:latin typeface="+mn-lt"/>
          <a:ea typeface="+mn-ea"/>
          <a:cs typeface="+mn-cs"/>
        </a:font>
        <a:srgbClr val="000000"/>
      </a:tcTxStyle>
      <a:tcStyle>
        <a:tcBdr>
          <a:top>
            <a:ln w="12701" cap="flat" cmpd="sng" algn="ctr">
              <a:solidFill>
                <a:srgbClr val="4472C4"/>
              </a:solidFill>
              <a:prstDash val="solid"/>
              <a:round/>
              <a:headEnd type="none" w="med" len="med"/>
              <a:tailEnd type="none" w="med" len="med"/>
            </a:ln>
          </a:top>
          <a:bottom>
            <a:ln w="12701" cap="flat" cmpd="sng" algn="ctr">
              <a:solidFill>
                <a:srgbClr val="4472C4"/>
              </a:solidFill>
              <a:prstDash val="solid"/>
              <a:round/>
              <a:headEnd type="none" w="med" len="med"/>
              <a:tailEnd type="none" w="med" len="med"/>
            </a:ln>
          </a:bottom>
        </a:tcBdr>
      </a:tcStyle>
    </a:wholeTbl>
    <a:band1H>
      <a:tcStyle>
        <a:tcBdr/>
        <a:fill>
          <a:solidFill>
            <a:srgbClr val="4472C4"/>
          </a:solidFill>
        </a:fill>
      </a:tcStyle>
    </a:band1H>
    <a:band2H>
      <a:tcStyle>
        <a:tcBdr/>
      </a:tcStyle>
    </a:band2H>
    <a:band1V>
      <a:tcStyle>
        <a:tcBdr/>
        <a:fill>
          <a:solidFill>
            <a:srgbClr val="4472C4"/>
          </a:solidFill>
        </a:fill>
      </a:tcStyle>
    </a:band1V>
    <a:lastCol>
      <a:tcTxStyle b="on">
        <a:font>
          <a:latin typeface=""/>
          <a:ea typeface=""/>
          <a:cs typeface=""/>
        </a:font>
      </a:tcTxStyle>
      <a:tcStyle>
        <a:tcBdr/>
      </a:tcStyle>
    </a:lastCol>
    <a:firstCol>
      <a:tcTxStyle b="on">
        <a:font>
          <a:latin typeface=""/>
          <a:ea typeface=""/>
          <a:cs typeface=""/>
        </a:font>
      </a:tcTxStyle>
      <a:tcStyle>
        <a:tcBdr/>
      </a:tcStyle>
    </a:firstCol>
    <a:lastRow>
      <a:tcTxStyle b="on">
        <a:font>
          <a:latin typeface=""/>
          <a:ea typeface=""/>
          <a:cs typeface=""/>
        </a:font>
      </a:tcTxStyle>
      <a:tcStyle>
        <a:tcBdr>
          <a:top>
            <a:ln w="12701" cap="flat" cmpd="sng" algn="ctr">
              <a:solidFill>
                <a:srgbClr val="4472C4"/>
              </a:solidFill>
              <a:prstDash val="solid"/>
              <a:round/>
              <a:headEnd type="none" w="med" len="med"/>
              <a:tailEnd type="none" w="med" len="med"/>
            </a:ln>
          </a:top>
        </a:tcBdr>
      </a:tcStyle>
    </a:lastRow>
    <a:firstRow>
      <a:tcTxStyle b="on">
        <a:font>
          <a:latin typeface=""/>
          <a:ea typeface=""/>
          <a:cs typeface=""/>
        </a:font>
      </a:tcTxStyle>
      <a:tcStyle>
        <a:tcBdr>
          <a:bottom>
            <a:ln w="12701" cap="flat" cmpd="sng" algn="ctr">
              <a:solidFill>
                <a:srgbClr val="4472C4"/>
              </a:solidFill>
              <a:prstDash val="solid"/>
              <a:round/>
              <a:headEnd type="none" w="med" len="med"/>
              <a:tailEnd type="none" w="med" len="med"/>
            </a:ln>
          </a:bottom>
        </a:tcBdr>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99" y="6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notesMaster" Target="notesMasters/notesMaster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jdelijke aanduiding voor koptekst 1">
            <a:extLst>
              <a:ext uri="{FF2B5EF4-FFF2-40B4-BE49-F238E27FC236}">
                <a16:creationId xmlns:a16="http://schemas.microsoft.com/office/drawing/2014/main" id="{C480F1A7-0F96-40B6-D5C8-BFEC99512979}"/>
              </a:ext>
            </a:extLst>
          </p:cNvPr>
          <p:cNvSpPr txBox="1">
            <a:spLocks noGrp="1"/>
          </p:cNvSpPr>
          <p:nvPr>
            <p:ph type="hdr" sz="quarter"/>
          </p:nvPr>
        </p:nvSpPr>
        <p:spPr>
          <a:xfrm>
            <a:off x="0" y="0"/>
            <a:ext cx="2971800" cy="458791"/>
          </a:xfrm>
          <a:prstGeom prst="rect">
            <a:avLst/>
          </a:prstGeom>
          <a:noFill/>
          <a:ln>
            <a:noFill/>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nl-NL" sz="1200" b="0" i="0" u="none" strike="noStrike" kern="1200" cap="none" spc="0" baseline="0">
              <a:solidFill>
                <a:srgbClr val="000000"/>
              </a:solidFill>
              <a:uFillTx/>
              <a:latin typeface="Calibri"/>
            </a:endParaRPr>
          </a:p>
        </p:txBody>
      </p:sp>
      <p:sp>
        <p:nvSpPr>
          <p:cNvPr id="3" name="Tijdelijke aanduiding voor datum 2">
            <a:extLst>
              <a:ext uri="{FF2B5EF4-FFF2-40B4-BE49-F238E27FC236}">
                <a16:creationId xmlns:a16="http://schemas.microsoft.com/office/drawing/2014/main" id="{C2A75197-9C67-D49B-AD10-B64CBBBACC8A}"/>
              </a:ext>
            </a:extLst>
          </p:cNvPr>
          <p:cNvSpPr txBox="1">
            <a:spLocks noGrp="1"/>
          </p:cNvSpPr>
          <p:nvPr>
            <p:ph type="dt" sz="quarter" idx="1"/>
          </p:nvPr>
        </p:nvSpPr>
        <p:spPr>
          <a:xfrm>
            <a:off x="3884608" y="0"/>
            <a:ext cx="2971800" cy="458791"/>
          </a:xfrm>
          <a:prstGeom prst="rect">
            <a:avLst/>
          </a:prstGeom>
          <a:noFill/>
          <a:ln>
            <a:noFill/>
          </a:ln>
        </p:spPr>
        <p:txBody>
          <a:bodyPr vert="horz" wrap="square" lIns="91440" tIns="45720" rIns="91440" bIns="45720" anchor="t"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1FEC2744-F1C0-4322-A3DD-AC237CC9C698}" type="datetime1">
              <a:rPr lang="nl-NL" sz="1200" b="0" i="0" u="none" strike="noStrike" kern="1200" cap="none" spc="0" baseline="0">
                <a:solidFill>
                  <a:srgbClr val="000000"/>
                </a:solidFill>
                <a:uFillTx/>
                <a:latin typeface="Calibri"/>
              </a:rPr>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t>22-10-2025</a:t>
            </a:fld>
            <a:endParaRPr lang="nl-NL" sz="1200" b="0" i="0" u="none" strike="noStrike" kern="1200" cap="none" spc="0" baseline="0">
              <a:solidFill>
                <a:srgbClr val="000000"/>
              </a:solidFill>
              <a:uFillTx/>
              <a:latin typeface="Calibri"/>
            </a:endParaRPr>
          </a:p>
        </p:txBody>
      </p:sp>
      <p:sp>
        <p:nvSpPr>
          <p:cNvPr id="4" name="Tijdelijke aanduiding voor voettekst 3">
            <a:extLst>
              <a:ext uri="{FF2B5EF4-FFF2-40B4-BE49-F238E27FC236}">
                <a16:creationId xmlns:a16="http://schemas.microsoft.com/office/drawing/2014/main" id="{7DE8651F-4D9A-99D2-12BD-1E364B4E0942}"/>
              </a:ext>
            </a:extLst>
          </p:cNvPr>
          <p:cNvSpPr txBox="1">
            <a:spLocks noGrp="1"/>
          </p:cNvSpPr>
          <p:nvPr>
            <p:ph type="ftr" sz="quarter" idx="2"/>
          </p:nvPr>
        </p:nvSpPr>
        <p:spPr>
          <a:xfrm>
            <a:off x="0" y="8685208"/>
            <a:ext cx="2971800" cy="458791"/>
          </a:xfrm>
          <a:prstGeom prst="rect">
            <a:avLst/>
          </a:prstGeom>
          <a:noFill/>
          <a:ln>
            <a:noFill/>
          </a:ln>
        </p:spPr>
        <p:txBody>
          <a:bodyPr vert="horz" wrap="square" lIns="91440" tIns="45720" rIns="91440" bIns="45720" anchor="b"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nl-NL" sz="1200" b="0" i="0" u="none" strike="noStrike" kern="1200" cap="none" spc="0" baseline="0">
              <a:solidFill>
                <a:srgbClr val="000000"/>
              </a:solidFill>
              <a:uFillTx/>
              <a:latin typeface="Calibri"/>
            </a:endParaRPr>
          </a:p>
        </p:txBody>
      </p:sp>
      <p:sp>
        <p:nvSpPr>
          <p:cNvPr id="5" name="Tijdelijke aanduiding voor dianummer 4">
            <a:extLst>
              <a:ext uri="{FF2B5EF4-FFF2-40B4-BE49-F238E27FC236}">
                <a16:creationId xmlns:a16="http://schemas.microsoft.com/office/drawing/2014/main" id="{5F0C6DD4-AFF1-9210-0F2E-F81D02F524CA}"/>
              </a:ext>
            </a:extLst>
          </p:cNvPr>
          <p:cNvSpPr txBox="1">
            <a:spLocks noGrp="1"/>
          </p:cNvSpPr>
          <p:nvPr>
            <p:ph type="sldNum" sz="quarter" idx="3"/>
          </p:nvPr>
        </p:nvSpPr>
        <p:spPr>
          <a:xfrm>
            <a:off x="3884608" y="8685208"/>
            <a:ext cx="2971800" cy="458791"/>
          </a:xfrm>
          <a:prstGeom prst="rect">
            <a:avLst/>
          </a:prstGeom>
          <a:noFill/>
          <a:ln>
            <a:noFill/>
          </a:ln>
        </p:spPr>
        <p:txBody>
          <a:bodyPr vert="horz" wrap="square" lIns="91440" tIns="45720" rIns="91440" bIns="45720" anchor="b"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7B5C230C-89FD-41B3-A025-9729B6335CB7}" type="slidenum">
              <a:t>‹#›</a:t>
            </a:fld>
            <a:endParaRPr lang="nl-NL" sz="1200" b="0" i="0" u="none" strike="noStrike" kern="1200" cap="none" spc="0" baseline="0">
              <a:solidFill>
                <a:srgbClr val="000000"/>
              </a:solidFill>
              <a:uFillTx/>
              <a:latin typeface="Calibri"/>
            </a:endParaRPr>
          </a:p>
        </p:txBody>
      </p:sp>
    </p:spTree>
    <p:extLst>
      <p:ext uri="{BB962C8B-B14F-4D97-AF65-F5344CB8AC3E}">
        <p14:creationId xmlns:p14="http://schemas.microsoft.com/office/powerpoint/2010/main" val="305969538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jdelijke aanduiding voor koptekst 1">
            <a:extLst>
              <a:ext uri="{FF2B5EF4-FFF2-40B4-BE49-F238E27FC236}">
                <a16:creationId xmlns:a16="http://schemas.microsoft.com/office/drawing/2014/main" id="{95647888-0CAF-0AAE-D85E-C8EB79E4ADA2}"/>
              </a:ext>
            </a:extLst>
          </p:cNvPr>
          <p:cNvSpPr txBox="1">
            <a:spLocks noGrp="1"/>
          </p:cNvSpPr>
          <p:nvPr>
            <p:ph type="hdr" sz="quarter"/>
          </p:nvPr>
        </p:nvSpPr>
        <p:spPr>
          <a:xfrm>
            <a:off x="0" y="0"/>
            <a:ext cx="2971800" cy="458791"/>
          </a:xfrm>
          <a:prstGeom prst="rect">
            <a:avLst/>
          </a:prstGeom>
          <a:noFill/>
          <a:ln>
            <a:noFill/>
          </a:ln>
        </p:spPr>
        <p:txBody>
          <a:bodyPr vert="horz" wrap="square" lIns="91440" tIns="45720" rIns="91440" bIns="45720" anchor="t" anchorCtr="0" compatLnSpc="1">
            <a:noAutofit/>
          </a:bodyPr>
          <a:lstStyle>
            <a:lvl1pPr marL="0" marR="0" lvl="0" indent="0" algn="l" defTabSz="914400" rtl="0" fontAlgn="auto" hangingPunct="1">
              <a:lnSpc>
                <a:spcPct val="100000"/>
              </a:lnSpc>
              <a:spcBef>
                <a:spcPts val="0"/>
              </a:spcBef>
              <a:spcAft>
                <a:spcPts val="0"/>
              </a:spcAft>
              <a:buNone/>
              <a:tabLst/>
              <a:defRPr lang="nl-NL" sz="1200" b="0" i="0" u="none" strike="noStrike" kern="1200" cap="none" spc="0" baseline="0">
                <a:solidFill>
                  <a:srgbClr val="000000"/>
                </a:solidFill>
                <a:uFillTx/>
                <a:latin typeface="Calibri"/>
              </a:defRPr>
            </a:lvl1pPr>
          </a:lstStyle>
          <a:p>
            <a:pPr lvl="0"/>
            <a:endParaRPr lang="nl-NL"/>
          </a:p>
        </p:txBody>
      </p:sp>
      <p:sp>
        <p:nvSpPr>
          <p:cNvPr id="3" name="Tijdelijke aanduiding voor datum 2">
            <a:extLst>
              <a:ext uri="{FF2B5EF4-FFF2-40B4-BE49-F238E27FC236}">
                <a16:creationId xmlns:a16="http://schemas.microsoft.com/office/drawing/2014/main" id="{1DFBACFE-8B52-3E62-01A9-6A5606CFDAFE}"/>
              </a:ext>
            </a:extLst>
          </p:cNvPr>
          <p:cNvSpPr txBox="1">
            <a:spLocks noGrp="1"/>
          </p:cNvSpPr>
          <p:nvPr>
            <p:ph type="dt" idx="1"/>
          </p:nvPr>
        </p:nvSpPr>
        <p:spPr>
          <a:xfrm>
            <a:off x="3884608" y="0"/>
            <a:ext cx="2971800" cy="458791"/>
          </a:xfrm>
          <a:prstGeom prst="rect">
            <a:avLst/>
          </a:prstGeom>
          <a:noFill/>
          <a:ln>
            <a:noFill/>
          </a:ln>
        </p:spPr>
        <p:txBody>
          <a:bodyPr vert="horz" wrap="square" lIns="91440" tIns="45720" rIns="91440" bIns="45720" anchor="t" anchorCtr="0" compatLnSpc="1">
            <a:noAutofit/>
          </a:bodyPr>
          <a:lstStyle>
            <a:lvl1pPr marL="0" marR="0" lvl="0" indent="0" algn="r" defTabSz="914400" rtl="0" fontAlgn="auto" hangingPunct="1">
              <a:lnSpc>
                <a:spcPct val="100000"/>
              </a:lnSpc>
              <a:spcBef>
                <a:spcPts val="0"/>
              </a:spcBef>
              <a:spcAft>
                <a:spcPts val="0"/>
              </a:spcAft>
              <a:buNone/>
              <a:tabLst/>
              <a:defRPr lang="nl-NL" sz="1200" b="0" i="0" u="none" strike="noStrike" kern="1200" cap="none" spc="0" baseline="0">
                <a:solidFill>
                  <a:srgbClr val="000000"/>
                </a:solidFill>
                <a:uFillTx/>
                <a:latin typeface="Calibri"/>
              </a:defRPr>
            </a:lvl1pPr>
          </a:lstStyle>
          <a:p>
            <a:pPr lvl="0"/>
            <a:fld id="{7F9E3D12-10C1-494A-A40C-AACB6E878F70}" type="datetime1">
              <a:rPr lang="nl-NL"/>
              <a:pPr lvl="0"/>
              <a:t>22-10-2025</a:t>
            </a:fld>
            <a:endParaRPr lang="nl-NL"/>
          </a:p>
        </p:txBody>
      </p:sp>
      <p:sp>
        <p:nvSpPr>
          <p:cNvPr id="4" name="Tijdelijke aanduiding voor dia-afbeelding 3">
            <a:extLst>
              <a:ext uri="{FF2B5EF4-FFF2-40B4-BE49-F238E27FC236}">
                <a16:creationId xmlns:a16="http://schemas.microsoft.com/office/drawing/2014/main" id="{218B6481-1427-7C40-A5F8-568BD4DBE6D8}"/>
              </a:ext>
            </a:extLst>
          </p:cNvPr>
          <p:cNvSpPr>
            <a:spLocks noGrp="1" noRot="1" noChangeAspect="1"/>
          </p:cNvSpPr>
          <p:nvPr>
            <p:ph type="sldImg" idx="2"/>
          </p:nvPr>
        </p:nvSpPr>
        <p:spPr>
          <a:xfrm>
            <a:off x="685800" y="1143000"/>
            <a:ext cx="5486400" cy="3086099"/>
          </a:xfrm>
          <a:prstGeom prst="rect">
            <a:avLst/>
          </a:prstGeom>
          <a:noFill/>
          <a:ln w="12701">
            <a:solidFill>
              <a:srgbClr val="000000"/>
            </a:solidFill>
            <a:prstDash val="solid"/>
          </a:ln>
        </p:spPr>
      </p:sp>
      <p:sp>
        <p:nvSpPr>
          <p:cNvPr id="5" name="Tijdelijke aanduiding voor notities 4">
            <a:extLst>
              <a:ext uri="{FF2B5EF4-FFF2-40B4-BE49-F238E27FC236}">
                <a16:creationId xmlns:a16="http://schemas.microsoft.com/office/drawing/2014/main" id="{8C740EFA-BBD6-8C94-FE2A-65783E63722A}"/>
              </a:ext>
            </a:extLst>
          </p:cNvPr>
          <p:cNvSpPr txBox="1">
            <a:spLocks noGrp="1"/>
          </p:cNvSpPr>
          <p:nvPr>
            <p:ph type="body" sz="quarter" idx="3"/>
          </p:nvPr>
        </p:nvSpPr>
        <p:spPr>
          <a:xfrm>
            <a:off x="685800" y="4400549"/>
            <a:ext cx="5486400" cy="3600450"/>
          </a:xfrm>
          <a:prstGeom prst="rect">
            <a:avLst/>
          </a:prstGeom>
          <a:noFill/>
          <a:ln>
            <a:noFill/>
          </a:ln>
        </p:spPr>
        <p:txBody>
          <a:bodyPr vert="horz" wrap="square" lIns="91440" tIns="45720" rIns="91440" bIns="45720" anchor="t" anchorCtr="0" compatLnSpc="1">
            <a:noAutofit/>
          </a:body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a:extLst>
              <a:ext uri="{FF2B5EF4-FFF2-40B4-BE49-F238E27FC236}">
                <a16:creationId xmlns:a16="http://schemas.microsoft.com/office/drawing/2014/main" id="{0C5ED1F4-C43D-7903-5677-3DD19A831302}"/>
              </a:ext>
            </a:extLst>
          </p:cNvPr>
          <p:cNvSpPr txBox="1">
            <a:spLocks noGrp="1"/>
          </p:cNvSpPr>
          <p:nvPr>
            <p:ph type="ftr" sz="quarter" idx="4"/>
          </p:nvPr>
        </p:nvSpPr>
        <p:spPr>
          <a:xfrm>
            <a:off x="0" y="8685208"/>
            <a:ext cx="2971800" cy="458791"/>
          </a:xfrm>
          <a:prstGeom prst="rect">
            <a:avLst/>
          </a:prstGeom>
          <a:noFill/>
          <a:ln>
            <a:noFill/>
          </a:ln>
        </p:spPr>
        <p:txBody>
          <a:bodyPr vert="horz" wrap="square" lIns="91440" tIns="45720" rIns="91440" bIns="45720" anchor="b" anchorCtr="0" compatLnSpc="1">
            <a:noAutofit/>
          </a:bodyPr>
          <a:lstStyle>
            <a:lvl1pPr marL="0" marR="0" lvl="0" indent="0" algn="l" defTabSz="914400" rtl="0" fontAlgn="auto" hangingPunct="1">
              <a:lnSpc>
                <a:spcPct val="100000"/>
              </a:lnSpc>
              <a:spcBef>
                <a:spcPts val="0"/>
              </a:spcBef>
              <a:spcAft>
                <a:spcPts val="0"/>
              </a:spcAft>
              <a:buNone/>
              <a:tabLst/>
              <a:defRPr lang="nl-NL" sz="1200" b="0" i="0" u="none" strike="noStrike" kern="1200" cap="none" spc="0" baseline="0">
                <a:solidFill>
                  <a:srgbClr val="000000"/>
                </a:solidFill>
                <a:uFillTx/>
                <a:latin typeface="Calibri"/>
              </a:defRPr>
            </a:lvl1pPr>
          </a:lstStyle>
          <a:p>
            <a:pPr lvl="0"/>
            <a:endParaRPr lang="nl-NL"/>
          </a:p>
        </p:txBody>
      </p:sp>
      <p:sp>
        <p:nvSpPr>
          <p:cNvPr id="7" name="Tijdelijke aanduiding voor dianummer 6">
            <a:extLst>
              <a:ext uri="{FF2B5EF4-FFF2-40B4-BE49-F238E27FC236}">
                <a16:creationId xmlns:a16="http://schemas.microsoft.com/office/drawing/2014/main" id="{275A4187-9990-7D7F-B8D7-8C10D44F2C17}"/>
              </a:ext>
            </a:extLst>
          </p:cNvPr>
          <p:cNvSpPr txBox="1">
            <a:spLocks noGrp="1"/>
          </p:cNvSpPr>
          <p:nvPr>
            <p:ph type="sldNum" sz="quarter" idx="5"/>
          </p:nvPr>
        </p:nvSpPr>
        <p:spPr>
          <a:xfrm>
            <a:off x="3884608" y="8685208"/>
            <a:ext cx="2971800" cy="458791"/>
          </a:xfrm>
          <a:prstGeom prst="rect">
            <a:avLst/>
          </a:prstGeom>
          <a:noFill/>
          <a:ln>
            <a:noFill/>
          </a:ln>
        </p:spPr>
        <p:txBody>
          <a:bodyPr vert="horz" wrap="square" lIns="91440" tIns="45720" rIns="91440" bIns="45720" anchor="b" anchorCtr="0" compatLnSpc="1">
            <a:noAutofit/>
          </a:bodyPr>
          <a:lstStyle>
            <a:lvl1pPr marL="0" marR="0" lvl="0" indent="0" algn="r" defTabSz="914400" rtl="0" fontAlgn="auto" hangingPunct="1">
              <a:lnSpc>
                <a:spcPct val="100000"/>
              </a:lnSpc>
              <a:spcBef>
                <a:spcPts val="0"/>
              </a:spcBef>
              <a:spcAft>
                <a:spcPts val="0"/>
              </a:spcAft>
              <a:buNone/>
              <a:tabLst/>
              <a:defRPr lang="nl-NL" sz="1200" b="0" i="0" u="none" strike="noStrike" kern="1200" cap="none" spc="0" baseline="0">
                <a:solidFill>
                  <a:srgbClr val="000000"/>
                </a:solidFill>
                <a:uFillTx/>
                <a:latin typeface="Calibri"/>
              </a:defRPr>
            </a:lvl1pPr>
          </a:lstStyle>
          <a:p>
            <a:pPr lvl="0"/>
            <a:fld id="{85ACD56E-0DA8-40A0-9DBC-DA78D98058D7}" type="slidenum">
              <a:t>‹#›</a:t>
            </a:fld>
            <a:endParaRPr lang="nl-NL"/>
          </a:p>
        </p:txBody>
      </p:sp>
    </p:spTree>
    <p:extLst>
      <p:ext uri="{BB962C8B-B14F-4D97-AF65-F5344CB8AC3E}">
        <p14:creationId xmlns:p14="http://schemas.microsoft.com/office/powerpoint/2010/main" val="282170554"/>
      </p:ext>
    </p:extLst>
  </p:cSld>
  <p:clrMap bg1="lt1" tx1="dk1" bg2="lt2" tx2="dk2" accent1="accent1" accent2="accent2" accent3="accent3" accent4="accent4" accent5="accent5" accent6="accent6" hlink="hlink" folHlink="folHlink"/>
  <p:notesStyle>
    <a:lvl1pPr marL="0" marR="0" lvl="0" indent="0" algn="l" defTabSz="914400" rtl="0" fontAlgn="auto" hangingPunct="1">
      <a:lnSpc>
        <a:spcPct val="100000"/>
      </a:lnSpc>
      <a:spcBef>
        <a:spcPts val="0"/>
      </a:spcBef>
      <a:spcAft>
        <a:spcPts val="0"/>
      </a:spcAft>
      <a:buNone/>
      <a:tabLst/>
      <a:defRPr lang="nl-NL" sz="1200" b="0" i="0" u="none" strike="noStrike" kern="1200" cap="none" spc="0" baseline="0">
        <a:solidFill>
          <a:srgbClr val="000000"/>
        </a:solidFill>
        <a:uFillTx/>
        <a:latin typeface="Calibri"/>
      </a:defRPr>
    </a:lvl1pPr>
    <a:lvl2pPr marL="457200" marR="0" lvl="1" indent="0" algn="l" defTabSz="914400" rtl="0" fontAlgn="auto" hangingPunct="1">
      <a:lnSpc>
        <a:spcPct val="100000"/>
      </a:lnSpc>
      <a:spcBef>
        <a:spcPts val="0"/>
      </a:spcBef>
      <a:spcAft>
        <a:spcPts val="0"/>
      </a:spcAft>
      <a:buNone/>
      <a:tabLst/>
      <a:defRPr lang="nl-NL" sz="1200" b="0" i="0" u="none" strike="noStrike" kern="1200" cap="none" spc="0" baseline="0">
        <a:solidFill>
          <a:srgbClr val="000000"/>
        </a:solidFill>
        <a:uFillTx/>
        <a:latin typeface="Calibri"/>
      </a:defRPr>
    </a:lvl2pPr>
    <a:lvl3pPr marL="914400" marR="0" lvl="2" indent="0" algn="l" defTabSz="914400" rtl="0" fontAlgn="auto" hangingPunct="1">
      <a:lnSpc>
        <a:spcPct val="100000"/>
      </a:lnSpc>
      <a:spcBef>
        <a:spcPts val="0"/>
      </a:spcBef>
      <a:spcAft>
        <a:spcPts val="0"/>
      </a:spcAft>
      <a:buNone/>
      <a:tabLst/>
      <a:defRPr lang="nl-NL" sz="1200" b="0" i="0" u="none" strike="noStrike" kern="1200" cap="none" spc="0" baseline="0">
        <a:solidFill>
          <a:srgbClr val="000000"/>
        </a:solidFill>
        <a:uFillTx/>
        <a:latin typeface="Calibri"/>
      </a:defRPr>
    </a:lvl3pPr>
    <a:lvl4pPr marL="1371600" marR="0" lvl="3" indent="0" algn="l" defTabSz="914400" rtl="0" fontAlgn="auto" hangingPunct="1">
      <a:lnSpc>
        <a:spcPct val="100000"/>
      </a:lnSpc>
      <a:spcBef>
        <a:spcPts val="0"/>
      </a:spcBef>
      <a:spcAft>
        <a:spcPts val="0"/>
      </a:spcAft>
      <a:buNone/>
      <a:tabLst/>
      <a:defRPr lang="nl-NL" sz="1200" b="0" i="0" u="none" strike="noStrike" kern="1200" cap="none" spc="0" baseline="0">
        <a:solidFill>
          <a:srgbClr val="000000"/>
        </a:solidFill>
        <a:uFillTx/>
        <a:latin typeface="Calibri"/>
      </a:defRPr>
    </a:lvl4pPr>
    <a:lvl5pPr marL="1828800" marR="0" lvl="4" indent="0" algn="l" defTabSz="914400" rtl="0" fontAlgn="auto" hangingPunct="1">
      <a:lnSpc>
        <a:spcPct val="100000"/>
      </a:lnSpc>
      <a:spcBef>
        <a:spcPts val="0"/>
      </a:spcBef>
      <a:spcAft>
        <a:spcPts val="0"/>
      </a:spcAft>
      <a:buNone/>
      <a:tabLst/>
      <a:defRPr lang="nl-NL" sz="1200" b="0" i="0" u="none" strike="noStrike" kern="1200" cap="none" spc="0" baseline="0">
        <a:solidFill>
          <a:srgbClr val="000000"/>
        </a:solidFill>
        <a:uFillTx/>
        <a:latin typeface="Calibri"/>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83BFDCCD-1186-F862-42D6-544F3614EA73}"/>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EB35724A-7B5A-86DC-ACA2-CE1D4ECAA01F}"/>
              </a:ext>
            </a:extLst>
          </p:cNvPr>
          <p:cNvSpPr txBox="1">
            <a:spLocks noGrp="1"/>
          </p:cNvSpPr>
          <p:nvPr>
            <p:ph type="body" sz="quarter" idx="1"/>
          </p:nvPr>
        </p:nvSpPr>
        <p:spPr/>
        <p:txBody>
          <a:bodyPr/>
          <a:lstStyle/>
          <a:p>
            <a:endParaRPr lang="en-NL"/>
          </a:p>
        </p:txBody>
      </p:sp>
      <p:sp>
        <p:nvSpPr>
          <p:cNvPr id="4" name="Tijdelijke aanduiding voor dianummer 3">
            <a:extLst>
              <a:ext uri="{FF2B5EF4-FFF2-40B4-BE49-F238E27FC236}">
                <a16:creationId xmlns:a16="http://schemas.microsoft.com/office/drawing/2014/main" id="{C110A3FC-5419-6B48-65CF-2C8A6C0EE2F1}"/>
              </a:ext>
            </a:extLst>
          </p:cNvPr>
          <p:cNvSpPr txBox="1">
            <a:spLocks noGrp="1"/>
          </p:cNvSpPr>
          <p:nvPr>
            <p:ph type="sldNum" sz="quarter" idx="8"/>
          </p:nvPr>
        </p:nvSpPr>
        <p:spPr/>
        <p:txBody>
          <a:bodyPr/>
          <a:lstStyle/>
          <a:p>
            <a:pPr lvl="0"/>
            <a:fld id="{0C1A92B4-D1EB-49C5-A626-851F5D64AC3F}" type="slidenum">
              <a:t>1</a:t>
            </a:fld>
            <a:endParaRPr lang="nl-NL"/>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AC2446-5139-F468-96CF-842CE1C74E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A33E7F-69BE-8FFE-0BB2-D1856D5B4F83}"/>
              </a:ext>
            </a:extLst>
          </p:cNvPr>
          <p:cNvSpPr txBox="1">
            <a:spLocks noGrp="1"/>
          </p:cNvSpPr>
          <p:nvPr>
            <p:ph type="body" sz="quarter" idx="1"/>
          </p:nvPr>
        </p:nvSpPr>
        <p:spPr/>
        <p:txBody>
          <a:bodyPr/>
          <a:lstStyle/>
          <a:p>
            <a:endParaRPr lang="en-NL"/>
          </a:p>
        </p:txBody>
      </p:sp>
      <p:sp>
        <p:nvSpPr>
          <p:cNvPr id="4" name="Slide Number Placeholder 3">
            <a:extLst>
              <a:ext uri="{FF2B5EF4-FFF2-40B4-BE49-F238E27FC236}">
                <a16:creationId xmlns:a16="http://schemas.microsoft.com/office/drawing/2014/main" id="{3A926507-E107-896B-4408-4C33D9DEB106}"/>
              </a:ext>
            </a:extLst>
          </p:cNvPr>
          <p:cNvSpPr txBox="1">
            <a:spLocks noGrp="1"/>
          </p:cNvSpPr>
          <p:nvPr>
            <p:ph type="sldNum" sz="quarter" idx="8"/>
          </p:nvPr>
        </p:nvSpPr>
        <p:spPr/>
        <p:txBody>
          <a:bodyPr/>
          <a:lstStyle/>
          <a:p>
            <a:pPr lvl="0"/>
            <a:fld id="{D0B38957-EF22-41A6-ADDE-664C0677CEFA}" type="slidenum">
              <a:t>5</a:t>
            </a:fld>
            <a:endParaRPr lang="nl-NL"/>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99F4C8-7982-41B5-804B-F62B2DCDE9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E6BFCC-9178-2206-F697-BF208265BAC5}"/>
              </a:ext>
            </a:extLst>
          </p:cNvPr>
          <p:cNvSpPr txBox="1">
            <a:spLocks noGrp="1"/>
          </p:cNvSpPr>
          <p:nvPr>
            <p:ph type="body" sz="quarter" idx="1"/>
          </p:nvPr>
        </p:nvSpPr>
        <p:spPr/>
        <p:txBody>
          <a:bodyPr/>
          <a:lstStyle/>
          <a:p>
            <a:endParaRPr lang="en-NL"/>
          </a:p>
        </p:txBody>
      </p:sp>
      <p:sp>
        <p:nvSpPr>
          <p:cNvPr id="4" name="Slide Number Placeholder 3">
            <a:extLst>
              <a:ext uri="{FF2B5EF4-FFF2-40B4-BE49-F238E27FC236}">
                <a16:creationId xmlns:a16="http://schemas.microsoft.com/office/drawing/2014/main" id="{6FA9EBE9-FDFE-2A03-507A-8EF5B1A7921B}"/>
              </a:ext>
            </a:extLst>
          </p:cNvPr>
          <p:cNvSpPr txBox="1">
            <a:spLocks noGrp="1"/>
          </p:cNvSpPr>
          <p:nvPr>
            <p:ph type="sldNum" sz="quarter" idx="8"/>
          </p:nvPr>
        </p:nvSpPr>
        <p:spPr/>
        <p:txBody>
          <a:bodyPr/>
          <a:lstStyle/>
          <a:p>
            <a:pPr lvl="0"/>
            <a:fld id="{C328DAF1-D4B9-453A-998D-CA67486AC2BF}" type="slidenum">
              <a:t>7</a:t>
            </a:fld>
            <a:endParaRPr lang="nl-NL"/>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A2A1F9-A6AE-FC14-5CC2-A481EF9FC2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E689C6-384B-CED5-FA3F-11C7D85FAB1A}"/>
              </a:ext>
            </a:extLst>
          </p:cNvPr>
          <p:cNvSpPr txBox="1">
            <a:spLocks noGrp="1"/>
          </p:cNvSpPr>
          <p:nvPr>
            <p:ph type="body" sz="quarter" idx="1"/>
          </p:nvPr>
        </p:nvSpPr>
        <p:spPr/>
        <p:txBody>
          <a:bodyPr/>
          <a:lstStyle/>
          <a:p>
            <a:endParaRPr lang="en-NL"/>
          </a:p>
        </p:txBody>
      </p:sp>
      <p:sp>
        <p:nvSpPr>
          <p:cNvPr id="4" name="Slide Number Placeholder 3">
            <a:extLst>
              <a:ext uri="{FF2B5EF4-FFF2-40B4-BE49-F238E27FC236}">
                <a16:creationId xmlns:a16="http://schemas.microsoft.com/office/drawing/2014/main" id="{4182D687-374E-55F4-05AF-56DD3E843EB6}"/>
              </a:ext>
            </a:extLst>
          </p:cNvPr>
          <p:cNvSpPr txBox="1">
            <a:spLocks noGrp="1"/>
          </p:cNvSpPr>
          <p:nvPr>
            <p:ph type="sldNum" sz="quarter" idx="8"/>
          </p:nvPr>
        </p:nvSpPr>
        <p:spPr/>
        <p:txBody>
          <a:bodyPr/>
          <a:lstStyle/>
          <a:p>
            <a:pPr lvl="0"/>
            <a:fld id="{1E6B75D4-FAC6-463A-BFBA-8CABC176D772}" type="slidenum">
              <a:t>8</a:t>
            </a:fld>
            <a:endParaRPr lang="nl-NL"/>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4FF6DA-85C4-9C4E-9D47-5C5EDB547A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61D737-16BB-4B56-BB76-9C8380587228}"/>
              </a:ext>
            </a:extLst>
          </p:cNvPr>
          <p:cNvSpPr txBox="1">
            <a:spLocks noGrp="1"/>
          </p:cNvSpPr>
          <p:nvPr>
            <p:ph type="body" sz="quarter" idx="1"/>
          </p:nvPr>
        </p:nvSpPr>
        <p:spPr/>
        <p:txBody>
          <a:bodyPr/>
          <a:lstStyle/>
          <a:p>
            <a:endParaRPr lang="en-NL"/>
          </a:p>
        </p:txBody>
      </p:sp>
      <p:sp>
        <p:nvSpPr>
          <p:cNvPr id="4" name="Slide Number Placeholder 3">
            <a:extLst>
              <a:ext uri="{FF2B5EF4-FFF2-40B4-BE49-F238E27FC236}">
                <a16:creationId xmlns:a16="http://schemas.microsoft.com/office/drawing/2014/main" id="{CCB69CE3-3A93-8C5F-51AB-9CB9CA4D2E0D}"/>
              </a:ext>
            </a:extLst>
          </p:cNvPr>
          <p:cNvSpPr txBox="1">
            <a:spLocks noGrp="1"/>
          </p:cNvSpPr>
          <p:nvPr>
            <p:ph type="sldNum" sz="quarter" idx="8"/>
          </p:nvPr>
        </p:nvSpPr>
        <p:spPr/>
        <p:txBody>
          <a:bodyPr/>
          <a:lstStyle/>
          <a:p>
            <a:pPr lvl="0"/>
            <a:fld id="{636220F5-8F68-4CCE-8626-D98C52FA1174}" type="slidenum">
              <a:t>9</a:t>
            </a:fld>
            <a:endParaRPr lang="nl-NL"/>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CCC4B4-9996-1590-6EAA-6AF9196962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C8061E-7775-7788-3318-029DB69C5E55}"/>
              </a:ext>
            </a:extLst>
          </p:cNvPr>
          <p:cNvSpPr txBox="1">
            <a:spLocks noGrp="1"/>
          </p:cNvSpPr>
          <p:nvPr>
            <p:ph type="body" sz="quarter" idx="1"/>
          </p:nvPr>
        </p:nvSpPr>
        <p:spPr/>
        <p:txBody>
          <a:bodyPr/>
          <a:lstStyle/>
          <a:p>
            <a:endParaRPr lang="en-NL"/>
          </a:p>
        </p:txBody>
      </p:sp>
      <p:sp>
        <p:nvSpPr>
          <p:cNvPr id="4" name="Slide Number Placeholder 3">
            <a:extLst>
              <a:ext uri="{FF2B5EF4-FFF2-40B4-BE49-F238E27FC236}">
                <a16:creationId xmlns:a16="http://schemas.microsoft.com/office/drawing/2014/main" id="{9C8BD0AF-3768-9159-FAB0-5F6DD7959F5A}"/>
              </a:ext>
            </a:extLst>
          </p:cNvPr>
          <p:cNvSpPr txBox="1">
            <a:spLocks noGrp="1"/>
          </p:cNvSpPr>
          <p:nvPr>
            <p:ph type="sldNum" sz="quarter" idx="8"/>
          </p:nvPr>
        </p:nvSpPr>
        <p:spPr/>
        <p:txBody>
          <a:bodyPr/>
          <a:lstStyle/>
          <a:p>
            <a:pPr lvl="0"/>
            <a:fld id="{6CA9F68F-0779-415A-8A78-37DC741EE9CB}" type="slidenum">
              <a:t>10</a:t>
            </a:fld>
            <a:endParaRPr lang="nl-NL"/>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7092E9-80D4-94B4-2DA0-4449290EA0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6F274A-B3C5-01DE-6665-5D51BEAE2BA0}"/>
              </a:ext>
            </a:extLst>
          </p:cNvPr>
          <p:cNvSpPr txBox="1">
            <a:spLocks noGrp="1"/>
          </p:cNvSpPr>
          <p:nvPr>
            <p:ph type="body" sz="quarter" idx="1"/>
          </p:nvPr>
        </p:nvSpPr>
        <p:spPr/>
        <p:txBody>
          <a:bodyPr/>
          <a:lstStyle/>
          <a:p>
            <a:endParaRPr lang="en-NL"/>
          </a:p>
        </p:txBody>
      </p:sp>
      <p:sp>
        <p:nvSpPr>
          <p:cNvPr id="4" name="Slide Number Placeholder 3">
            <a:extLst>
              <a:ext uri="{FF2B5EF4-FFF2-40B4-BE49-F238E27FC236}">
                <a16:creationId xmlns:a16="http://schemas.microsoft.com/office/drawing/2014/main" id="{6B4798A5-11F7-02A5-AF47-E3592AB91112}"/>
              </a:ext>
            </a:extLst>
          </p:cNvPr>
          <p:cNvSpPr txBox="1">
            <a:spLocks noGrp="1"/>
          </p:cNvSpPr>
          <p:nvPr>
            <p:ph type="sldNum" sz="quarter" idx="8"/>
          </p:nvPr>
        </p:nvSpPr>
        <p:spPr/>
        <p:txBody>
          <a:bodyPr/>
          <a:lstStyle/>
          <a:p>
            <a:pPr lvl="0"/>
            <a:fld id="{285E404F-E769-4394-AC2A-60C3A827D4B1}" type="slidenum">
              <a:t>11</a:t>
            </a:fld>
            <a:endParaRPr lang="nl-NL"/>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3E431A-40F9-5C6D-A69D-2EFCA3C753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0FD514-28ED-3C5D-5CEF-A31B985A311E}"/>
              </a:ext>
            </a:extLst>
          </p:cNvPr>
          <p:cNvSpPr txBox="1">
            <a:spLocks noGrp="1"/>
          </p:cNvSpPr>
          <p:nvPr>
            <p:ph type="body" sz="quarter" idx="1"/>
          </p:nvPr>
        </p:nvSpPr>
        <p:spPr/>
        <p:txBody>
          <a:bodyPr/>
          <a:lstStyle/>
          <a:p>
            <a:endParaRPr lang="en-NL"/>
          </a:p>
        </p:txBody>
      </p:sp>
      <p:sp>
        <p:nvSpPr>
          <p:cNvPr id="4" name="Slide Number Placeholder 3">
            <a:extLst>
              <a:ext uri="{FF2B5EF4-FFF2-40B4-BE49-F238E27FC236}">
                <a16:creationId xmlns:a16="http://schemas.microsoft.com/office/drawing/2014/main" id="{CB79A9CD-F9D8-B0A2-465A-9E56FC381F88}"/>
              </a:ext>
            </a:extLst>
          </p:cNvPr>
          <p:cNvSpPr txBox="1">
            <a:spLocks noGrp="1"/>
          </p:cNvSpPr>
          <p:nvPr>
            <p:ph type="sldNum" sz="quarter" idx="8"/>
          </p:nvPr>
        </p:nvSpPr>
        <p:spPr/>
        <p:txBody>
          <a:bodyPr/>
          <a:lstStyle/>
          <a:p>
            <a:pPr lvl="0"/>
            <a:fld id="{5AFC6A02-DCEB-461B-8A64-1EBCDDD6A3A2}" type="slidenum">
              <a:t>12</a:t>
            </a:fld>
            <a:endParaRPr lang="nl-NL"/>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473D09-2E12-2B8C-4000-56EE147939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AB23A0-0A37-7C37-A01E-667534C59B1C}"/>
              </a:ext>
            </a:extLst>
          </p:cNvPr>
          <p:cNvSpPr txBox="1">
            <a:spLocks noGrp="1"/>
          </p:cNvSpPr>
          <p:nvPr>
            <p:ph type="body" sz="quarter" idx="1"/>
          </p:nvPr>
        </p:nvSpPr>
        <p:spPr/>
        <p:txBody>
          <a:bodyPr/>
          <a:lstStyle/>
          <a:p>
            <a:endParaRPr lang="en-NL"/>
          </a:p>
        </p:txBody>
      </p:sp>
      <p:sp>
        <p:nvSpPr>
          <p:cNvPr id="4" name="Slide Number Placeholder 3">
            <a:extLst>
              <a:ext uri="{FF2B5EF4-FFF2-40B4-BE49-F238E27FC236}">
                <a16:creationId xmlns:a16="http://schemas.microsoft.com/office/drawing/2014/main" id="{0B6282D1-8976-3FC0-0A0E-C2399D791A4B}"/>
              </a:ext>
            </a:extLst>
          </p:cNvPr>
          <p:cNvSpPr txBox="1">
            <a:spLocks noGrp="1"/>
          </p:cNvSpPr>
          <p:nvPr>
            <p:ph type="sldNum" sz="quarter" idx="8"/>
          </p:nvPr>
        </p:nvSpPr>
        <p:spPr/>
        <p:txBody>
          <a:bodyPr/>
          <a:lstStyle/>
          <a:p>
            <a:pPr lvl="0"/>
            <a:fld id="{E46621B0-DAEF-437F-AB4B-C46F33E1DCA1}" type="slidenum">
              <a:t>13</a:t>
            </a:fld>
            <a:endParaRPr lang="nl-NL"/>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9D7ACD-E036-C193-8924-1A17540465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AA8886-2CAD-6418-940E-B93914AC5CB7}"/>
              </a:ext>
            </a:extLst>
          </p:cNvPr>
          <p:cNvSpPr txBox="1">
            <a:spLocks noGrp="1"/>
          </p:cNvSpPr>
          <p:nvPr>
            <p:ph type="body" sz="quarter" idx="1"/>
          </p:nvPr>
        </p:nvSpPr>
        <p:spPr/>
        <p:txBody>
          <a:bodyPr/>
          <a:lstStyle/>
          <a:p>
            <a:endParaRPr lang="en-NL"/>
          </a:p>
        </p:txBody>
      </p:sp>
      <p:sp>
        <p:nvSpPr>
          <p:cNvPr id="4" name="Slide Number Placeholder 3">
            <a:extLst>
              <a:ext uri="{FF2B5EF4-FFF2-40B4-BE49-F238E27FC236}">
                <a16:creationId xmlns:a16="http://schemas.microsoft.com/office/drawing/2014/main" id="{89920FA5-46D7-6CE9-4E22-75A79D710574}"/>
              </a:ext>
            </a:extLst>
          </p:cNvPr>
          <p:cNvSpPr txBox="1">
            <a:spLocks noGrp="1"/>
          </p:cNvSpPr>
          <p:nvPr>
            <p:ph type="sldNum" sz="quarter" idx="8"/>
          </p:nvPr>
        </p:nvSpPr>
        <p:spPr/>
        <p:txBody>
          <a:bodyPr/>
          <a:lstStyle/>
          <a:p>
            <a:pPr lvl="0"/>
            <a:fld id="{0E5B72D5-680D-4055-AC04-185192A33FF2}" type="slidenum">
              <a:t>14</a:t>
            </a:fld>
            <a:endParaRPr lang="nl-NL"/>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854626-8B67-1ABD-3B40-1CEA46F670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7E008E-04C1-739B-E25A-3CB9F29AAD90}"/>
              </a:ext>
            </a:extLst>
          </p:cNvPr>
          <p:cNvSpPr txBox="1">
            <a:spLocks noGrp="1"/>
          </p:cNvSpPr>
          <p:nvPr>
            <p:ph type="body" sz="quarter" idx="1"/>
          </p:nvPr>
        </p:nvSpPr>
        <p:spPr/>
        <p:txBody>
          <a:bodyPr/>
          <a:lstStyle/>
          <a:p>
            <a:endParaRPr lang="en-NL"/>
          </a:p>
        </p:txBody>
      </p:sp>
      <p:sp>
        <p:nvSpPr>
          <p:cNvPr id="4" name="Slide Number Placeholder 3">
            <a:extLst>
              <a:ext uri="{FF2B5EF4-FFF2-40B4-BE49-F238E27FC236}">
                <a16:creationId xmlns:a16="http://schemas.microsoft.com/office/drawing/2014/main" id="{33ABD71F-7674-52AF-10CF-A589AF791651}"/>
              </a:ext>
            </a:extLst>
          </p:cNvPr>
          <p:cNvSpPr txBox="1">
            <a:spLocks noGrp="1"/>
          </p:cNvSpPr>
          <p:nvPr>
            <p:ph type="sldNum" sz="quarter" idx="8"/>
          </p:nvPr>
        </p:nvSpPr>
        <p:spPr/>
        <p:txBody>
          <a:bodyPr/>
          <a:lstStyle/>
          <a:p>
            <a:pPr lvl="0"/>
            <a:fld id="{E3CF0A80-066D-4095-8F21-5C5AFC6644F2}" type="slidenum">
              <a:t>15</a:t>
            </a:fld>
            <a:endParaRPr lang="nl-NL"/>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BF1C57-4253-B981-28C7-44E8752E41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CD28A7-1C9C-C044-4115-F806CDA767FA}"/>
              </a:ext>
            </a:extLst>
          </p:cNvPr>
          <p:cNvSpPr txBox="1">
            <a:spLocks noGrp="1"/>
          </p:cNvSpPr>
          <p:nvPr>
            <p:ph type="body" sz="quarter" idx="1"/>
          </p:nvPr>
        </p:nvSpPr>
        <p:spPr/>
        <p:txBody>
          <a:bodyPr/>
          <a:lstStyle/>
          <a:p>
            <a:endParaRPr lang="en-NL"/>
          </a:p>
        </p:txBody>
      </p:sp>
      <p:sp>
        <p:nvSpPr>
          <p:cNvPr id="4" name="Slide Number Placeholder 3">
            <a:extLst>
              <a:ext uri="{FF2B5EF4-FFF2-40B4-BE49-F238E27FC236}">
                <a16:creationId xmlns:a16="http://schemas.microsoft.com/office/drawing/2014/main" id="{5A740A3C-5907-1FC4-893B-D7CE15211286}"/>
              </a:ext>
            </a:extLst>
          </p:cNvPr>
          <p:cNvSpPr txBox="1">
            <a:spLocks noGrp="1"/>
          </p:cNvSpPr>
          <p:nvPr>
            <p:ph type="sldNum" sz="quarter" idx="8"/>
          </p:nvPr>
        </p:nvSpPr>
        <p:spPr/>
        <p:txBody>
          <a:bodyPr/>
          <a:lstStyle/>
          <a:p>
            <a:pPr lvl="0"/>
            <a:fld id="{1369BCBD-90D7-4DC7-82B9-2C896910EBED}" type="slidenum">
              <a:t>16</a:t>
            </a:fld>
            <a:endParaRPr lang="nl-NL"/>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DB7DAD-AADA-AFE6-345A-45E7AFDA51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182D3F-8ECA-40BB-BD6F-9D5AB6B15566}"/>
              </a:ext>
            </a:extLst>
          </p:cNvPr>
          <p:cNvSpPr txBox="1">
            <a:spLocks noGrp="1"/>
          </p:cNvSpPr>
          <p:nvPr>
            <p:ph type="body" sz="quarter" idx="1"/>
          </p:nvPr>
        </p:nvSpPr>
        <p:spPr/>
        <p:txBody>
          <a:bodyPr/>
          <a:lstStyle/>
          <a:p>
            <a:endParaRPr lang="en-NL"/>
          </a:p>
        </p:txBody>
      </p:sp>
      <p:sp>
        <p:nvSpPr>
          <p:cNvPr id="4" name="Slide Number Placeholder 3">
            <a:extLst>
              <a:ext uri="{FF2B5EF4-FFF2-40B4-BE49-F238E27FC236}">
                <a16:creationId xmlns:a16="http://schemas.microsoft.com/office/drawing/2014/main" id="{A7F05378-9FE4-F875-45C5-6E84B7136CB3}"/>
              </a:ext>
            </a:extLst>
          </p:cNvPr>
          <p:cNvSpPr txBox="1">
            <a:spLocks noGrp="1"/>
          </p:cNvSpPr>
          <p:nvPr>
            <p:ph type="sldNum" sz="quarter" idx="8"/>
          </p:nvPr>
        </p:nvSpPr>
        <p:spPr/>
        <p:txBody>
          <a:bodyPr/>
          <a:lstStyle/>
          <a:p>
            <a:pPr lvl="0"/>
            <a:fld id="{61011683-CE13-40A3-B419-CC52AD4C6DAD}" type="slidenum">
              <a:t>17</a:t>
            </a:fld>
            <a:endParaRPr lang="nl-NL"/>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AB1AD9-4D65-1B83-03D3-67A161F9D0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929DE1-65C2-CF7D-3A1A-E58CA1A03DF2}"/>
              </a:ext>
            </a:extLst>
          </p:cNvPr>
          <p:cNvSpPr txBox="1">
            <a:spLocks noGrp="1"/>
          </p:cNvSpPr>
          <p:nvPr>
            <p:ph type="body" sz="quarter" idx="1"/>
          </p:nvPr>
        </p:nvSpPr>
        <p:spPr/>
        <p:txBody>
          <a:bodyPr/>
          <a:lstStyle/>
          <a:p>
            <a:endParaRPr lang="en-NL"/>
          </a:p>
        </p:txBody>
      </p:sp>
      <p:sp>
        <p:nvSpPr>
          <p:cNvPr id="4" name="Slide Number Placeholder 3">
            <a:extLst>
              <a:ext uri="{FF2B5EF4-FFF2-40B4-BE49-F238E27FC236}">
                <a16:creationId xmlns:a16="http://schemas.microsoft.com/office/drawing/2014/main" id="{F3010404-CB49-73DA-C6D3-0EC325F21F7F}"/>
              </a:ext>
            </a:extLst>
          </p:cNvPr>
          <p:cNvSpPr txBox="1">
            <a:spLocks noGrp="1"/>
          </p:cNvSpPr>
          <p:nvPr>
            <p:ph type="sldNum" sz="quarter" idx="8"/>
          </p:nvPr>
        </p:nvSpPr>
        <p:spPr/>
        <p:txBody>
          <a:bodyPr/>
          <a:lstStyle/>
          <a:p>
            <a:pPr lvl="0"/>
            <a:fld id="{B4238607-C497-4C14-87D0-A6146A24C09A}" type="slidenum">
              <a:t>18</a:t>
            </a:fld>
            <a:endParaRPr lang="nl-NL"/>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FE5974-D360-D398-E4FE-C2C9A4A86B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8CCC9C-DF94-A4DF-9931-81C7D82BA181}"/>
              </a:ext>
            </a:extLst>
          </p:cNvPr>
          <p:cNvSpPr txBox="1">
            <a:spLocks noGrp="1"/>
          </p:cNvSpPr>
          <p:nvPr>
            <p:ph type="body" sz="quarter" idx="1"/>
          </p:nvPr>
        </p:nvSpPr>
        <p:spPr/>
        <p:txBody>
          <a:bodyPr/>
          <a:lstStyle/>
          <a:p>
            <a:endParaRPr lang="en-NL"/>
          </a:p>
        </p:txBody>
      </p:sp>
      <p:sp>
        <p:nvSpPr>
          <p:cNvPr id="4" name="Slide Number Placeholder 3">
            <a:extLst>
              <a:ext uri="{FF2B5EF4-FFF2-40B4-BE49-F238E27FC236}">
                <a16:creationId xmlns:a16="http://schemas.microsoft.com/office/drawing/2014/main" id="{6AC4CDC6-BA75-BE3E-4A2C-289B79BD7AB9}"/>
              </a:ext>
            </a:extLst>
          </p:cNvPr>
          <p:cNvSpPr txBox="1">
            <a:spLocks noGrp="1"/>
          </p:cNvSpPr>
          <p:nvPr>
            <p:ph type="sldNum" sz="quarter" idx="8"/>
          </p:nvPr>
        </p:nvSpPr>
        <p:spPr/>
        <p:txBody>
          <a:bodyPr/>
          <a:lstStyle/>
          <a:p>
            <a:pPr lvl="0"/>
            <a:fld id="{EAD2D75D-3AE0-46F0-B26B-5839017CE628}" type="slidenum">
              <a:t>19</a:t>
            </a:fld>
            <a:endParaRPr lang="nl-NL"/>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D310B6-04CA-6017-185A-AA7461DF26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C7ADDE-EABC-8E16-D272-153402FA2656}"/>
              </a:ext>
            </a:extLst>
          </p:cNvPr>
          <p:cNvSpPr txBox="1">
            <a:spLocks noGrp="1"/>
          </p:cNvSpPr>
          <p:nvPr>
            <p:ph type="body" sz="quarter" idx="1"/>
          </p:nvPr>
        </p:nvSpPr>
        <p:spPr/>
        <p:txBody>
          <a:bodyPr/>
          <a:lstStyle/>
          <a:p>
            <a:endParaRPr lang="en-NL"/>
          </a:p>
        </p:txBody>
      </p:sp>
      <p:sp>
        <p:nvSpPr>
          <p:cNvPr id="4" name="Slide Number Placeholder 3">
            <a:extLst>
              <a:ext uri="{FF2B5EF4-FFF2-40B4-BE49-F238E27FC236}">
                <a16:creationId xmlns:a16="http://schemas.microsoft.com/office/drawing/2014/main" id="{A28EDFEE-197A-7289-39A0-B6C53352B6EE}"/>
              </a:ext>
            </a:extLst>
          </p:cNvPr>
          <p:cNvSpPr txBox="1">
            <a:spLocks noGrp="1"/>
          </p:cNvSpPr>
          <p:nvPr>
            <p:ph type="sldNum" sz="quarter" idx="8"/>
          </p:nvPr>
        </p:nvSpPr>
        <p:spPr/>
        <p:txBody>
          <a:bodyPr/>
          <a:lstStyle/>
          <a:p>
            <a:pPr lvl="0"/>
            <a:fld id="{5F14A9B9-2216-402F-8CBD-7EAA7FA842D5}" type="slidenum">
              <a:t>20</a:t>
            </a:fld>
            <a:endParaRPr lang="nl-NL"/>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EE9186-311F-1ACB-1F23-2F8F25C937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A2847A-3DBB-4ABD-C421-12EBD4E4786B}"/>
              </a:ext>
            </a:extLst>
          </p:cNvPr>
          <p:cNvSpPr txBox="1">
            <a:spLocks noGrp="1"/>
          </p:cNvSpPr>
          <p:nvPr>
            <p:ph type="body" sz="quarter" idx="1"/>
          </p:nvPr>
        </p:nvSpPr>
        <p:spPr/>
        <p:txBody>
          <a:bodyPr/>
          <a:lstStyle/>
          <a:p>
            <a:endParaRPr lang="en-NL"/>
          </a:p>
        </p:txBody>
      </p:sp>
      <p:sp>
        <p:nvSpPr>
          <p:cNvPr id="4" name="Slide Number Placeholder 3">
            <a:extLst>
              <a:ext uri="{FF2B5EF4-FFF2-40B4-BE49-F238E27FC236}">
                <a16:creationId xmlns:a16="http://schemas.microsoft.com/office/drawing/2014/main" id="{EA6DC56A-2771-F338-C013-2F9214C8C5A9}"/>
              </a:ext>
            </a:extLst>
          </p:cNvPr>
          <p:cNvSpPr txBox="1">
            <a:spLocks noGrp="1"/>
          </p:cNvSpPr>
          <p:nvPr>
            <p:ph type="sldNum" sz="quarter" idx="8"/>
          </p:nvPr>
        </p:nvSpPr>
        <p:spPr/>
        <p:txBody>
          <a:bodyPr/>
          <a:lstStyle/>
          <a:p>
            <a:pPr lvl="0"/>
            <a:fld id="{6341724B-32A4-4012-A9A1-59DE00F2151B}" type="slidenum">
              <a:t>21</a:t>
            </a:fld>
            <a:endParaRPr lang="nl-NL"/>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A64951-A529-00C2-37A0-ABCEBB7DA5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FCB40B-27CC-8442-1F29-5CF55660BCEC}"/>
              </a:ext>
            </a:extLst>
          </p:cNvPr>
          <p:cNvSpPr txBox="1">
            <a:spLocks noGrp="1"/>
          </p:cNvSpPr>
          <p:nvPr>
            <p:ph type="body" sz="quarter" idx="1"/>
          </p:nvPr>
        </p:nvSpPr>
        <p:spPr/>
        <p:txBody>
          <a:bodyPr/>
          <a:lstStyle/>
          <a:p>
            <a:endParaRPr lang="en-NL"/>
          </a:p>
        </p:txBody>
      </p:sp>
      <p:sp>
        <p:nvSpPr>
          <p:cNvPr id="4" name="Slide Number Placeholder 3">
            <a:extLst>
              <a:ext uri="{FF2B5EF4-FFF2-40B4-BE49-F238E27FC236}">
                <a16:creationId xmlns:a16="http://schemas.microsoft.com/office/drawing/2014/main" id="{204AFA82-A216-F30B-5D1C-C9B58D6EF483}"/>
              </a:ext>
            </a:extLst>
          </p:cNvPr>
          <p:cNvSpPr txBox="1">
            <a:spLocks noGrp="1"/>
          </p:cNvSpPr>
          <p:nvPr>
            <p:ph type="sldNum" sz="quarter" idx="8"/>
          </p:nvPr>
        </p:nvSpPr>
        <p:spPr/>
        <p:txBody>
          <a:bodyPr/>
          <a:lstStyle/>
          <a:p>
            <a:pPr lvl="0"/>
            <a:fld id="{BB02CFE4-100A-492A-B7FA-57401D74D101}" type="slidenum">
              <a:t>22</a:t>
            </a:fld>
            <a:endParaRPr lang="nl-NL"/>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7B55DA-42DB-8F15-D006-22E2572EFD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91AA51-4A4F-E2A0-87B6-456415796046}"/>
              </a:ext>
            </a:extLst>
          </p:cNvPr>
          <p:cNvSpPr txBox="1">
            <a:spLocks noGrp="1"/>
          </p:cNvSpPr>
          <p:nvPr>
            <p:ph type="body" sz="quarter" idx="1"/>
          </p:nvPr>
        </p:nvSpPr>
        <p:spPr/>
        <p:txBody>
          <a:bodyPr/>
          <a:lstStyle/>
          <a:p>
            <a:endParaRPr lang="en-NL"/>
          </a:p>
        </p:txBody>
      </p:sp>
      <p:sp>
        <p:nvSpPr>
          <p:cNvPr id="4" name="Slide Number Placeholder 3">
            <a:extLst>
              <a:ext uri="{FF2B5EF4-FFF2-40B4-BE49-F238E27FC236}">
                <a16:creationId xmlns:a16="http://schemas.microsoft.com/office/drawing/2014/main" id="{D5B820A4-A65E-ADBD-CBD1-CDAFD3D6C23B}"/>
              </a:ext>
            </a:extLst>
          </p:cNvPr>
          <p:cNvSpPr txBox="1">
            <a:spLocks noGrp="1"/>
          </p:cNvSpPr>
          <p:nvPr>
            <p:ph type="sldNum" sz="quarter" idx="8"/>
          </p:nvPr>
        </p:nvSpPr>
        <p:spPr/>
        <p:txBody>
          <a:bodyPr/>
          <a:lstStyle/>
          <a:p>
            <a:pPr lvl="0"/>
            <a:fld id="{4D79FE5C-50AD-4FD5-A62A-B10C83290F04}" type="slidenum">
              <a:t>23</a:t>
            </a:fld>
            <a:endParaRPr lang="nl-NL"/>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0AEF62-144C-3718-E271-FDA9A1DA64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4578EB-2DD7-CF66-7EDE-DD2507591895}"/>
              </a:ext>
            </a:extLst>
          </p:cNvPr>
          <p:cNvSpPr txBox="1">
            <a:spLocks noGrp="1"/>
          </p:cNvSpPr>
          <p:nvPr>
            <p:ph type="body" sz="quarter" idx="1"/>
          </p:nvPr>
        </p:nvSpPr>
        <p:spPr/>
        <p:txBody>
          <a:bodyPr/>
          <a:lstStyle/>
          <a:p>
            <a:endParaRPr lang="en-NL"/>
          </a:p>
        </p:txBody>
      </p:sp>
      <p:sp>
        <p:nvSpPr>
          <p:cNvPr id="4" name="Slide Number Placeholder 3">
            <a:extLst>
              <a:ext uri="{FF2B5EF4-FFF2-40B4-BE49-F238E27FC236}">
                <a16:creationId xmlns:a16="http://schemas.microsoft.com/office/drawing/2014/main" id="{9B473679-4A32-95C9-BC5E-267120CDC312}"/>
              </a:ext>
            </a:extLst>
          </p:cNvPr>
          <p:cNvSpPr txBox="1">
            <a:spLocks noGrp="1"/>
          </p:cNvSpPr>
          <p:nvPr>
            <p:ph type="sldNum" sz="quarter" idx="8"/>
          </p:nvPr>
        </p:nvSpPr>
        <p:spPr/>
        <p:txBody>
          <a:bodyPr/>
          <a:lstStyle/>
          <a:p>
            <a:pPr lvl="0"/>
            <a:fld id="{6748E8E7-386B-4834-AD54-F0A9C41F2A00}" type="slidenum">
              <a:t>24</a:t>
            </a:fld>
            <a:endParaRPr lang="nl-NL"/>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DACE7D-BDC0-44A3-9599-55C84599C8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3BB059-7E91-C450-3510-6C23ACE31874}"/>
              </a:ext>
            </a:extLst>
          </p:cNvPr>
          <p:cNvSpPr txBox="1">
            <a:spLocks noGrp="1"/>
          </p:cNvSpPr>
          <p:nvPr>
            <p:ph type="body" sz="quarter" idx="1"/>
          </p:nvPr>
        </p:nvSpPr>
        <p:spPr/>
        <p:txBody>
          <a:bodyPr/>
          <a:lstStyle/>
          <a:p>
            <a:endParaRPr lang="en-NL"/>
          </a:p>
        </p:txBody>
      </p:sp>
      <p:sp>
        <p:nvSpPr>
          <p:cNvPr id="4" name="Slide Number Placeholder 3">
            <a:extLst>
              <a:ext uri="{FF2B5EF4-FFF2-40B4-BE49-F238E27FC236}">
                <a16:creationId xmlns:a16="http://schemas.microsoft.com/office/drawing/2014/main" id="{89F5D6E9-613A-51BB-FD99-6B2BAE126A0E}"/>
              </a:ext>
            </a:extLst>
          </p:cNvPr>
          <p:cNvSpPr txBox="1">
            <a:spLocks noGrp="1"/>
          </p:cNvSpPr>
          <p:nvPr>
            <p:ph type="sldNum" sz="quarter" idx="8"/>
          </p:nvPr>
        </p:nvSpPr>
        <p:spPr/>
        <p:txBody>
          <a:bodyPr/>
          <a:lstStyle/>
          <a:p>
            <a:pPr lvl="0"/>
            <a:fld id="{4C1D96FB-AC53-4DD0-A990-01F104C46C8D}" type="slidenum">
              <a:t>25</a:t>
            </a:fld>
            <a:endParaRPr lang="nl-NL"/>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CA7B78-20C9-A7FC-A33C-608C83ACDD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D78602-533A-1F31-6E6A-D0E494E709E2}"/>
              </a:ext>
            </a:extLst>
          </p:cNvPr>
          <p:cNvSpPr txBox="1">
            <a:spLocks noGrp="1"/>
          </p:cNvSpPr>
          <p:nvPr>
            <p:ph type="body" sz="quarter" idx="1"/>
          </p:nvPr>
        </p:nvSpPr>
        <p:spPr/>
        <p:txBody>
          <a:bodyPr/>
          <a:lstStyle/>
          <a:p>
            <a:endParaRPr lang="en-NL"/>
          </a:p>
        </p:txBody>
      </p:sp>
      <p:sp>
        <p:nvSpPr>
          <p:cNvPr id="4" name="Slide Number Placeholder 3">
            <a:extLst>
              <a:ext uri="{FF2B5EF4-FFF2-40B4-BE49-F238E27FC236}">
                <a16:creationId xmlns:a16="http://schemas.microsoft.com/office/drawing/2014/main" id="{4E6D4D4B-D107-B57E-D331-F12D4E42299F}"/>
              </a:ext>
            </a:extLst>
          </p:cNvPr>
          <p:cNvSpPr txBox="1">
            <a:spLocks noGrp="1"/>
          </p:cNvSpPr>
          <p:nvPr>
            <p:ph type="sldNum" sz="quarter" idx="8"/>
          </p:nvPr>
        </p:nvSpPr>
        <p:spPr/>
        <p:txBody>
          <a:bodyPr/>
          <a:lstStyle/>
          <a:p>
            <a:pPr lvl="0"/>
            <a:fld id="{80A14BFC-4278-4700-B4E2-A9CD1AA45EB0}" type="slidenum">
              <a:t>26</a:t>
            </a:fld>
            <a:endParaRPr lang="nl-NL"/>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8BE81E-9918-9D93-6164-4F5826D6AB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37AA34-92EC-3CA4-735D-FDDC634C3D0B}"/>
              </a:ext>
            </a:extLst>
          </p:cNvPr>
          <p:cNvSpPr txBox="1">
            <a:spLocks noGrp="1"/>
          </p:cNvSpPr>
          <p:nvPr>
            <p:ph type="body" sz="quarter" idx="1"/>
          </p:nvPr>
        </p:nvSpPr>
        <p:spPr/>
        <p:txBody>
          <a:bodyPr/>
          <a:lstStyle/>
          <a:p>
            <a:endParaRPr lang="en-NL"/>
          </a:p>
        </p:txBody>
      </p:sp>
      <p:sp>
        <p:nvSpPr>
          <p:cNvPr id="4" name="Slide Number Placeholder 3">
            <a:extLst>
              <a:ext uri="{FF2B5EF4-FFF2-40B4-BE49-F238E27FC236}">
                <a16:creationId xmlns:a16="http://schemas.microsoft.com/office/drawing/2014/main" id="{B94EB17A-55A1-45BC-538E-EB92F50DFEDA}"/>
              </a:ext>
            </a:extLst>
          </p:cNvPr>
          <p:cNvSpPr txBox="1">
            <a:spLocks noGrp="1"/>
          </p:cNvSpPr>
          <p:nvPr>
            <p:ph type="sldNum" sz="quarter" idx="8"/>
          </p:nvPr>
        </p:nvSpPr>
        <p:spPr/>
        <p:txBody>
          <a:bodyPr/>
          <a:lstStyle/>
          <a:p>
            <a:pPr lvl="0"/>
            <a:fld id="{9865B0A4-F3D2-4BA6-9C51-C9C96CAC1DF7}" type="slidenum">
              <a:t>27</a:t>
            </a:fld>
            <a:endParaRPr lang="nl-NL"/>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2D3DDC-3C81-4643-3876-166E14DD8F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047685-F5C7-3340-0222-B0100CA6B147}"/>
              </a:ext>
            </a:extLst>
          </p:cNvPr>
          <p:cNvSpPr txBox="1">
            <a:spLocks noGrp="1"/>
          </p:cNvSpPr>
          <p:nvPr>
            <p:ph type="body" sz="quarter" idx="1"/>
          </p:nvPr>
        </p:nvSpPr>
        <p:spPr/>
        <p:txBody>
          <a:bodyPr/>
          <a:lstStyle/>
          <a:p>
            <a:endParaRPr lang="en-NL"/>
          </a:p>
        </p:txBody>
      </p:sp>
      <p:sp>
        <p:nvSpPr>
          <p:cNvPr id="4" name="Slide Number Placeholder 3">
            <a:extLst>
              <a:ext uri="{FF2B5EF4-FFF2-40B4-BE49-F238E27FC236}">
                <a16:creationId xmlns:a16="http://schemas.microsoft.com/office/drawing/2014/main" id="{F9BC3A70-4088-9A4F-9605-BEA023CEAF46}"/>
              </a:ext>
            </a:extLst>
          </p:cNvPr>
          <p:cNvSpPr txBox="1">
            <a:spLocks noGrp="1"/>
          </p:cNvSpPr>
          <p:nvPr>
            <p:ph type="sldNum" sz="quarter" idx="8"/>
          </p:nvPr>
        </p:nvSpPr>
        <p:spPr/>
        <p:txBody>
          <a:bodyPr/>
          <a:lstStyle/>
          <a:p>
            <a:pPr lvl="0"/>
            <a:fld id="{EBD1965C-B483-4B8B-B292-9D72BD045B8E}" type="slidenum">
              <a:t>28</a:t>
            </a:fld>
            <a:endParaRPr lang="nl-NL"/>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DB555D-4060-66E1-67B1-B4F7DBE8E9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270D56-EC40-4AF7-9313-499AFAD022F1}"/>
              </a:ext>
            </a:extLst>
          </p:cNvPr>
          <p:cNvSpPr txBox="1">
            <a:spLocks noGrp="1"/>
          </p:cNvSpPr>
          <p:nvPr>
            <p:ph type="body" sz="quarter" idx="1"/>
          </p:nvPr>
        </p:nvSpPr>
        <p:spPr/>
        <p:txBody>
          <a:bodyPr/>
          <a:lstStyle/>
          <a:p>
            <a:endParaRPr lang="en-NL"/>
          </a:p>
        </p:txBody>
      </p:sp>
      <p:sp>
        <p:nvSpPr>
          <p:cNvPr id="4" name="Slide Number Placeholder 3">
            <a:extLst>
              <a:ext uri="{FF2B5EF4-FFF2-40B4-BE49-F238E27FC236}">
                <a16:creationId xmlns:a16="http://schemas.microsoft.com/office/drawing/2014/main" id="{FC207F11-423F-3FCD-F26D-F3E9C39EA077}"/>
              </a:ext>
            </a:extLst>
          </p:cNvPr>
          <p:cNvSpPr txBox="1">
            <a:spLocks noGrp="1"/>
          </p:cNvSpPr>
          <p:nvPr>
            <p:ph type="sldNum" sz="quarter" idx="8"/>
          </p:nvPr>
        </p:nvSpPr>
        <p:spPr/>
        <p:txBody>
          <a:bodyPr/>
          <a:lstStyle/>
          <a:p>
            <a:pPr lvl="0"/>
            <a:fld id="{A5BE118E-2603-44B6-A4B0-1260BB02A9D1}" type="slidenum">
              <a:t>29</a:t>
            </a:fld>
            <a:endParaRPr lang="nl-NL"/>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image" Target="../media/image4.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 symbol #1">
    <p:bg>
      <p:bgPr>
        <a:solidFill>
          <a:srgbClr val="FFFFFF"/>
        </a:solidFill>
        <a:effectLst/>
      </p:bgPr>
    </p:bg>
    <p:spTree>
      <p:nvGrpSpPr>
        <p:cNvPr id="1" name=""/>
        <p:cNvGrpSpPr/>
        <p:nvPr/>
      </p:nvGrpSpPr>
      <p:grpSpPr>
        <a:xfrm>
          <a:off x="0" y="0"/>
          <a:ext cx="0" cy="0"/>
          <a:chOff x="0" y="0"/>
          <a:chExt cx="0" cy="0"/>
        </a:xfrm>
      </p:grpSpPr>
      <p:sp>
        <p:nvSpPr>
          <p:cNvPr id="2" name="Tijdelijke aanduiding voor datum 16">
            <a:extLst>
              <a:ext uri="{FF2B5EF4-FFF2-40B4-BE49-F238E27FC236}">
                <a16:creationId xmlns:a16="http://schemas.microsoft.com/office/drawing/2014/main" id="{3882FAA9-E248-AB91-7D05-D2CF7B258D2E}"/>
              </a:ext>
            </a:extLst>
          </p:cNvPr>
          <p:cNvSpPr txBox="1">
            <a:spLocks noGrp="1" noMove="1" noResize="1"/>
          </p:cNvSpPr>
          <p:nvPr>
            <p:ph type="dt" sz="half" idx="7"/>
          </p:nvPr>
        </p:nvSpPr>
        <p:spPr>
          <a:xfrm>
            <a:off x="10705036" y="5813672"/>
            <a:ext cx="766230" cy="184663"/>
          </a:xfrm>
        </p:spPr>
        <p:txBody>
          <a:bodyPr/>
          <a:lstStyle>
            <a:lvl1pPr>
              <a:defRPr>
                <a:solidFill>
                  <a:srgbClr val="FFFFFF"/>
                </a:solidFill>
              </a:defRPr>
            </a:lvl1pPr>
          </a:lstStyle>
          <a:p>
            <a:pPr lvl="0"/>
            <a:fld id="{893D4636-410A-4993-8877-7C3122DE8E19}" type="datetime1">
              <a:rPr lang="nl-NL"/>
              <a:pPr lvl="0"/>
              <a:t>22-10-2025</a:t>
            </a:fld>
            <a:endParaRPr lang="en-GB"/>
          </a:p>
        </p:txBody>
      </p:sp>
      <p:grpSp>
        <p:nvGrpSpPr>
          <p:cNvPr id="3" name="INSTRUCTION">
            <a:extLst>
              <a:ext uri="{FF2B5EF4-FFF2-40B4-BE49-F238E27FC236}">
                <a16:creationId xmlns:a16="http://schemas.microsoft.com/office/drawing/2014/main" id="{961F07AF-DDBE-9524-F699-7BAC0B921D50}"/>
              </a:ext>
            </a:extLst>
          </p:cNvPr>
          <p:cNvGrpSpPr/>
          <p:nvPr/>
        </p:nvGrpSpPr>
        <p:grpSpPr>
          <a:xfrm>
            <a:off x="12377592" y="0"/>
            <a:ext cx="3693389" cy="6640345"/>
            <a:chOff x="12377592" y="0"/>
            <a:chExt cx="3693389" cy="6640345"/>
          </a:xfrm>
        </p:grpSpPr>
        <p:sp>
          <p:nvSpPr>
            <p:cNvPr id="4" name="Rechthoek 6">
              <a:extLst>
                <a:ext uri="{FF2B5EF4-FFF2-40B4-BE49-F238E27FC236}">
                  <a16:creationId xmlns:a16="http://schemas.microsoft.com/office/drawing/2014/main" id="{6305DAB8-D211-079E-A38E-98485E618E77}"/>
                </a:ext>
              </a:extLst>
            </p:cNvPr>
            <p:cNvSpPr/>
            <p:nvPr/>
          </p:nvSpPr>
          <p:spPr>
            <a:xfrm>
              <a:off x="12377592" y="0"/>
              <a:ext cx="3593089" cy="5991724"/>
            </a:xfrm>
            <a:prstGeom prst="rect">
              <a:avLst/>
            </a:prstGeom>
            <a:solidFill>
              <a:srgbClr val="FFFFFF"/>
            </a:solidFill>
            <a:ln w="6345" cap="flat">
              <a:solidFill>
                <a:srgbClr val="ECECEC"/>
              </a:solidFill>
              <a:prstDash val="solid"/>
              <a:miter/>
            </a:ln>
          </p:spPr>
          <p:txBody>
            <a:bodyPr vert="horz" wrap="square" lIns="179999" tIns="143999" rIns="179999" bIns="143999"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400" b="1" i="0" u="none" strike="noStrike" kern="1200" cap="all" spc="0" baseline="0">
                  <a:solidFill>
                    <a:srgbClr val="00A6D6"/>
                  </a:solidFill>
                  <a:uFillTx/>
                  <a:latin typeface="Calibri" pitchFamily="34"/>
                  <a:cs typeface="Calibri" pitchFamily="34"/>
                </a:rPr>
                <a:t>Insert/edit an image</a:t>
              </a:r>
            </a:p>
          </p:txBody>
        </p:sp>
        <p:sp>
          <p:nvSpPr>
            <p:cNvPr id="5" name="Ovaal 7">
              <a:extLst>
                <a:ext uri="{FF2B5EF4-FFF2-40B4-BE49-F238E27FC236}">
                  <a16:creationId xmlns:a16="http://schemas.microsoft.com/office/drawing/2014/main" id="{2CC0660C-AAA6-7BC6-7521-A876515613E2}"/>
                </a:ext>
              </a:extLst>
            </p:cNvPr>
            <p:cNvSpPr/>
            <p:nvPr/>
          </p:nvSpPr>
          <p:spPr>
            <a:xfrm>
              <a:off x="12560170" y="465319"/>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1</a:t>
              </a:r>
            </a:p>
          </p:txBody>
        </p:sp>
        <p:sp>
          <p:nvSpPr>
            <p:cNvPr id="6" name="Rechthoek 8">
              <a:extLst>
                <a:ext uri="{FF2B5EF4-FFF2-40B4-BE49-F238E27FC236}">
                  <a16:creationId xmlns:a16="http://schemas.microsoft.com/office/drawing/2014/main" id="{821FCF05-26CB-B8F3-95BD-28DEAC548FEF}"/>
                </a:ext>
              </a:extLst>
            </p:cNvPr>
            <p:cNvSpPr/>
            <p:nvPr/>
          </p:nvSpPr>
          <p:spPr>
            <a:xfrm>
              <a:off x="12844348" y="465319"/>
              <a:ext cx="2962701" cy="668152"/>
            </a:xfrm>
            <a:prstGeom prst="rect">
              <a:avLst/>
            </a:prstGeom>
            <a:noFill/>
            <a:ln>
              <a:noFill/>
              <a:prstDash val="solid"/>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0" i="0" u="none" strike="noStrike" kern="0" cap="none" spc="0" baseline="0">
                  <a:solidFill>
                    <a:srgbClr val="000000"/>
                  </a:solidFill>
                  <a:uFillTx/>
                  <a:latin typeface="Calibri" pitchFamily="34"/>
                  <a:cs typeface="Calibri" pitchFamily="34"/>
                </a:rPr>
                <a:t>If necessary, delete the existing image</a:t>
              </a:r>
              <a:br>
                <a:rPr lang="en-GB" sz="1200" b="0" i="0" u="none" strike="noStrike" kern="0" cap="none" spc="0" baseline="0">
                  <a:solidFill>
                    <a:srgbClr val="000000"/>
                  </a:solidFill>
                  <a:uFillTx/>
                  <a:latin typeface="Calibri" pitchFamily="34"/>
                  <a:cs typeface="Calibri" pitchFamily="34"/>
                </a:rPr>
              </a:br>
              <a:r>
                <a:rPr lang="en-GB" sz="1200" b="0" i="0" u="none" strike="noStrike" kern="0" cap="none" spc="0" baseline="0">
                  <a:solidFill>
                    <a:srgbClr val="000000"/>
                  </a:solidFill>
                  <a:uFillTx/>
                  <a:latin typeface="Calibri" pitchFamily="34"/>
                  <a:cs typeface="Calibri" pitchFamily="34"/>
                </a:rPr>
                <a:t>by using the </a:t>
              </a:r>
              <a:r>
                <a:rPr lang="en-GB" sz="1200" b="1" i="0" u="none" strike="noStrike" kern="0" cap="none" spc="0" baseline="0">
                  <a:solidFill>
                    <a:srgbClr val="000000"/>
                  </a:solidFill>
                  <a:uFillTx/>
                  <a:latin typeface="Calibri" pitchFamily="34"/>
                  <a:cs typeface="Calibri" pitchFamily="34"/>
                </a:rPr>
                <a:t>‘Backspace key’</a:t>
              </a:r>
              <a:r>
                <a:rPr lang="en-GB" sz="1200" b="0" i="0" u="none" strike="noStrike" kern="0" cap="none" spc="0" baseline="0">
                  <a:solidFill>
                    <a:srgbClr val="000000"/>
                  </a:solidFill>
                  <a:uFillTx/>
                  <a:latin typeface="Calibri" pitchFamily="34"/>
                  <a:cs typeface="Calibri" pitchFamily="34"/>
                </a:rPr>
                <a:t>. Select the placeholder, go to the tab </a:t>
              </a:r>
              <a:r>
                <a:rPr lang="en-GB" sz="1200" b="1" i="0" u="none" strike="noStrike" kern="0" cap="none" spc="0" baseline="0">
                  <a:solidFill>
                    <a:srgbClr val="000000"/>
                  </a:solidFill>
                  <a:uFillTx/>
                  <a:latin typeface="Calibri" pitchFamily="34"/>
                  <a:cs typeface="Calibri" pitchFamily="34"/>
                </a:rPr>
                <a:t>‘Slidebuilder’</a:t>
              </a:r>
              <a:r>
                <a:rPr lang="en-GB" sz="1200" b="0" i="0" u="none" strike="noStrike" kern="0" cap="none" spc="0" baseline="0">
                  <a:solidFill>
                    <a:srgbClr val="000000"/>
                  </a:solidFill>
                  <a:uFillTx/>
                  <a:latin typeface="Calibri" pitchFamily="34"/>
                  <a:cs typeface="Calibri" pitchFamily="34"/>
                </a:rPr>
                <a:t> and click on the button </a:t>
              </a:r>
              <a:r>
                <a:rPr lang="en-GB" sz="1200" b="1" i="0" u="none" strike="noStrike" kern="0" cap="none" spc="0" baseline="0">
                  <a:solidFill>
                    <a:srgbClr val="000000"/>
                  </a:solidFill>
                  <a:uFillTx/>
                  <a:latin typeface="Calibri" pitchFamily="34"/>
                  <a:cs typeface="Calibri" pitchFamily="34"/>
                </a:rPr>
                <a:t>‘Images’</a:t>
              </a:r>
              <a:r>
                <a:rPr lang="en-GB" sz="1200" b="0" i="0" u="none" strike="noStrike" kern="0" cap="none" spc="0" baseline="0">
                  <a:solidFill>
                    <a:srgbClr val="000000"/>
                  </a:solidFill>
                  <a:uFillTx/>
                  <a:latin typeface="Calibri" pitchFamily="34"/>
                  <a:cs typeface="Calibri" pitchFamily="34"/>
                </a:rPr>
                <a:t>.</a:t>
              </a:r>
            </a:p>
          </p:txBody>
        </p:sp>
        <p:sp>
          <p:nvSpPr>
            <p:cNvPr id="7" name="Ovaal 9">
              <a:extLst>
                <a:ext uri="{FF2B5EF4-FFF2-40B4-BE49-F238E27FC236}">
                  <a16:creationId xmlns:a16="http://schemas.microsoft.com/office/drawing/2014/main" id="{5EEBFD6F-EB1E-1DA9-E251-A37964923F83}"/>
                </a:ext>
              </a:extLst>
            </p:cNvPr>
            <p:cNvSpPr/>
            <p:nvPr/>
          </p:nvSpPr>
          <p:spPr>
            <a:xfrm>
              <a:off x="12560170" y="2633938"/>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3</a:t>
              </a:r>
            </a:p>
          </p:txBody>
        </p:sp>
        <p:sp>
          <p:nvSpPr>
            <p:cNvPr id="8" name="Rechthoek 10">
              <a:extLst>
                <a:ext uri="{FF2B5EF4-FFF2-40B4-BE49-F238E27FC236}">
                  <a16:creationId xmlns:a16="http://schemas.microsoft.com/office/drawing/2014/main" id="{E3C67540-E321-F2B1-2475-01F46F72B91B}"/>
                </a:ext>
              </a:extLst>
            </p:cNvPr>
            <p:cNvSpPr/>
            <p:nvPr/>
          </p:nvSpPr>
          <p:spPr>
            <a:xfrm>
              <a:off x="12844348" y="2633938"/>
              <a:ext cx="3126342" cy="462796"/>
            </a:xfrm>
            <a:prstGeom prst="rect">
              <a:avLst/>
            </a:prstGeom>
            <a:noFill/>
            <a:ln>
              <a:noFill/>
              <a:prstDash val="solid"/>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0" i="0" u="none" strike="noStrike" kern="0" cap="none" spc="0" baseline="0">
                  <a:solidFill>
                    <a:srgbClr val="000000"/>
                  </a:solidFill>
                  <a:uFillTx/>
                  <a:latin typeface="Calibri" pitchFamily="34"/>
                  <a:cs typeface="Calibri" pitchFamily="34"/>
                </a:rPr>
                <a:t>Click with the right mouse button on the thumbnail display of the slide on the left side </a:t>
              </a:r>
              <a:br>
                <a:rPr lang="en-GB" sz="1200" b="0" i="0" u="none" strike="noStrike" kern="0" cap="none" spc="0" baseline="0">
                  <a:solidFill>
                    <a:srgbClr val="000000"/>
                  </a:solidFill>
                  <a:uFillTx/>
                  <a:latin typeface="Calibri" pitchFamily="34"/>
                  <a:cs typeface="Calibri" pitchFamily="34"/>
                </a:rPr>
              </a:br>
              <a:r>
                <a:rPr lang="en-GB" sz="1200" b="0" i="0" u="none" strike="noStrike" kern="0" cap="none" spc="0" baseline="0">
                  <a:solidFill>
                    <a:srgbClr val="000000"/>
                  </a:solidFill>
                  <a:uFillTx/>
                  <a:latin typeface="Calibri" pitchFamily="34"/>
                  <a:cs typeface="Calibri" pitchFamily="34"/>
                </a:rPr>
                <a:t>of the screen and choose </a:t>
              </a:r>
              <a:r>
                <a:rPr lang="en-GB" sz="1200" b="1" i="0" u="none" strike="noStrike" kern="0" cap="none" spc="0" baseline="0">
                  <a:solidFill>
                    <a:srgbClr val="000000"/>
                  </a:solidFill>
                  <a:uFillTx/>
                  <a:latin typeface="Calibri" pitchFamily="34"/>
                  <a:cs typeface="Calibri" pitchFamily="34"/>
                </a:rPr>
                <a:t>‘Reset slide’</a:t>
              </a:r>
              <a:r>
                <a:rPr lang="en-GB" sz="1200" b="0" i="0" u="none" strike="noStrike" kern="0" cap="none" spc="0" baseline="0">
                  <a:solidFill>
                    <a:srgbClr val="000000"/>
                  </a:solidFill>
                  <a:uFillTx/>
                  <a:latin typeface="Calibri" pitchFamily="34"/>
                  <a:cs typeface="Calibri" pitchFamily="34"/>
                </a:rPr>
                <a:t>.</a:t>
              </a:r>
            </a:p>
          </p:txBody>
        </p:sp>
        <p:sp>
          <p:nvSpPr>
            <p:cNvPr id="9" name="Ovaal 11">
              <a:extLst>
                <a:ext uri="{FF2B5EF4-FFF2-40B4-BE49-F238E27FC236}">
                  <a16:creationId xmlns:a16="http://schemas.microsoft.com/office/drawing/2014/main" id="{B27809A3-FD5D-1427-1DE7-A77AA61F807E}"/>
                </a:ext>
              </a:extLst>
            </p:cNvPr>
            <p:cNvSpPr/>
            <p:nvPr/>
          </p:nvSpPr>
          <p:spPr>
            <a:xfrm>
              <a:off x="12560170" y="4226365"/>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4</a:t>
              </a:r>
            </a:p>
          </p:txBody>
        </p:sp>
        <p:sp>
          <p:nvSpPr>
            <p:cNvPr id="10" name="Rechthoek 12">
              <a:extLst>
                <a:ext uri="{FF2B5EF4-FFF2-40B4-BE49-F238E27FC236}">
                  <a16:creationId xmlns:a16="http://schemas.microsoft.com/office/drawing/2014/main" id="{7CF5CC42-8E96-41C2-C3BB-8656BEEC60FC}"/>
                </a:ext>
              </a:extLst>
            </p:cNvPr>
            <p:cNvSpPr/>
            <p:nvPr/>
          </p:nvSpPr>
          <p:spPr>
            <a:xfrm>
              <a:off x="12844348" y="4226365"/>
              <a:ext cx="2944678" cy="820957"/>
            </a:xfrm>
            <a:prstGeom prst="rect">
              <a:avLst/>
            </a:prstGeom>
            <a:noFill/>
            <a:ln>
              <a:noFill/>
              <a:prstDash val="solid"/>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0" i="0" u="none" strike="noStrike" kern="0" cap="none" spc="0" baseline="0">
                  <a:solidFill>
                    <a:srgbClr val="000000"/>
                  </a:solidFill>
                  <a:uFillTx/>
                  <a:latin typeface="Calibri" pitchFamily="34"/>
                  <a:cs typeface="Calibri" pitchFamily="34"/>
                </a:rPr>
                <a:t>To scale or drag the image, go to the tab </a:t>
              </a:r>
              <a:r>
                <a:rPr lang="en-GB" sz="1200" b="1" i="0" u="none" strike="noStrike" kern="0" cap="none" spc="0" baseline="0">
                  <a:solidFill>
                    <a:srgbClr val="000000"/>
                  </a:solidFill>
                  <a:uFillTx/>
                  <a:latin typeface="Calibri" pitchFamily="34"/>
                  <a:cs typeface="Calibri" pitchFamily="34"/>
                </a:rPr>
                <a:t>‘Picture Tools - Format’</a:t>
              </a:r>
              <a:r>
                <a:rPr lang="en-GB" sz="1200" b="0" i="0" u="none" strike="noStrike" kern="0" cap="none" spc="0" baseline="0">
                  <a:solidFill>
                    <a:srgbClr val="000000"/>
                  </a:solidFill>
                  <a:uFillTx/>
                  <a:latin typeface="Calibri" pitchFamily="34"/>
                  <a:cs typeface="Calibri" pitchFamily="34"/>
                </a:rPr>
                <a:t> and click on</a:t>
              </a:r>
              <a:br>
                <a:rPr lang="en-GB" sz="1200" b="0" i="0" u="none" strike="noStrike" kern="0" cap="none" spc="0" baseline="0">
                  <a:solidFill>
                    <a:srgbClr val="000000"/>
                  </a:solidFill>
                  <a:uFillTx/>
                  <a:latin typeface="Calibri" pitchFamily="34"/>
                  <a:cs typeface="Calibri" pitchFamily="34"/>
                </a:rPr>
              </a:br>
              <a:r>
                <a:rPr lang="en-GB" sz="1200" b="0" i="0" u="none" strike="noStrike" kern="0" cap="none" spc="0" baseline="0">
                  <a:solidFill>
                    <a:srgbClr val="000000"/>
                  </a:solidFill>
                  <a:uFillTx/>
                  <a:latin typeface="Calibri" pitchFamily="34"/>
                  <a:cs typeface="Calibri" pitchFamily="34"/>
                </a:rPr>
                <a:t>the button </a:t>
              </a:r>
              <a:r>
                <a:rPr lang="en-GB" sz="1200" b="1" i="0" u="none" strike="noStrike" kern="0" cap="none" spc="0" baseline="0">
                  <a:solidFill>
                    <a:srgbClr val="000000"/>
                  </a:solidFill>
                  <a:uFillTx/>
                  <a:latin typeface="Calibri" pitchFamily="34"/>
                  <a:cs typeface="Calibri" pitchFamily="34"/>
                </a:rPr>
                <a:t>‘Crop’</a:t>
              </a:r>
              <a:r>
                <a:rPr lang="en-GB" sz="1200" b="0" i="0" u="none" strike="noStrike" kern="0" cap="none" spc="0" baseline="0">
                  <a:solidFill>
                    <a:srgbClr val="000000"/>
                  </a:solidFill>
                  <a:uFillTx/>
                  <a:latin typeface="Calibri" pitchFamily="34"/>
                  <a:cs typeface="Calibri" pitchFamily="34"/>
                </a:rPr>
                <a:t>. Scale the image itself with</a:t>
              </a:r>
              <a:br>
                <a:rPr lang="en-GB" sz="1200" b="0" i="0" u="none" strike="noStrike" kern="0" cap="none" spc="0" baseline="0">
                  <a:solidFill>
                    <a:srgbClr val="000000"/>
                  </a:solidFill>
                  <a:uFillTx/>
                  <a:latin typeface="Calibri" pitchFamily="34"/>
                  <a:cs typeface="Calibri" pitchFamily="34"/>
                </a:rPr>
              </a:br>
              <a:r>
                <a:rPr lang="en-GB" sz="1200" b="0" i="0" u="none" strike="noStrike" kern="0" cap="none" spc="0" baseline="0">
                  <a:solidFill>
                    <a:srgbClr val="000000"/>
                  </a:solidFill>
                  <a:uFillTx/>
                  <a:latin typeface="Calibri" pitchFamily="34"/>
                  <a:cs typeface="Calibri" pitchFamily="34"/>
                </a:rPr>
                <a:t>the spheres and scale the image frame with the brackets.</a:t>
              </a:r>
            </a:p>
          </p:txBody>
        </p:sp>
        <p:sp>
          <p:nvSpPr>
            <p:cNvPr id="11" name="Rechthoek 13">
              <a:extLst>
                <a:ext uri="{FF2B5EF4-FFF2-40B4-BE49-F238E27FC236}">
                  <a16:creationId xmlns:a16="http://schemas.microsoft.com/office/drawing/2014/main" id="{063D7F33-E203-1E90-6959-4DA60F99F7D7}"/>
                </a:ext>
              </a:extLst>
            </p:cNvPr>
            <p:cNvSpPr/>
            <p:nvPr/>
          </p:nvSpPr>
          <p:spPr>
            <a:xfrm>
              <a:off x="12846926" y="3200262"/>
              <a:ext cx="1239213" cy="719916"/>
            </a:xfrm>
            <a:prstGeom prst="rect">
              <a:avLst/>
            </a:prstGeom>
            <a:blipFill>
              <a:blip r:embed="rId2">
                <a:alphaModFix/>
              </a:blip>
              <a:tile/>
            </a:blipFill>
            <a:ln w="12701" cap="flat">
              <a:solidFill>
                <a:srgbClr val="D3D3D3"/>
              </a:solidFill>
              <a:prstDash val="solid"/>
              <a:miter/>
            </a:ln>
          </p:spPr>
          <p:txBody>
            <a:bodyPr vert="horz" wrap="square" lIns="71999"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0" i="1" u="none" strike="noStrike" kern="1200" cap="none" spc="0" baseline="0">
                <a:solidFill>
                  <a:srgbClr val="211F26"/>
                </a:solidFill>
                <a:uFillTx/>
                <a:latin typeface="Calibri" pitchFamily="34"/>
                <a:cs typeface="Calibri" pitchFamily="34"/>
              </a:endParaRPr>
            </a:p>
          </p:txBody>
        </p:sp>
        <p:grpSp>
          <p:nvGrpSpPr>
            <p:cNvPr id="12" name="Groep 14">
              <a:extLst>
                <a:ext uri="{FF2B5EF4-FFF2-40B4-BE49-F238E27FC236}">
                  <a16:creationId xmlns:a16="http://schemas.microsoft.com/office/drawing/2014/main" id="{0A03F0C0-BB6F-D2F2-7237-3E4969A840A5}"/>
                </a:ext>
              </a:extLst>
            </p:cNvPr>
            <p:cNvGrpSpPr/>
            <p:nvPr/>
          </p:nvGrpSpPr>
          <p:grpSpPr>
            <a:xfrm>
              <a:off x="13677942" y="3479785"/>
              <a:ext cx="1222991" cy="563928"/>
              <a:chOff x="13677942" y="3479785"/>
              <a:chExt cx="1222991" cy="563928"/>
            </a:xfrm>
          </p:grpSpPr>
          <p:sp>
            <p:nvSpPr>
              <p:cNvPr id="13" name="Rechthoek 57">
                <a:extLst>
                  <a:ext uri="{FF2B5EF4-FFF2-40B4-BE49-F238E27FC236}">
                    <a16:creationId xmlns:a16="http://schemas.microsoft.com/office/drawing/2014/main" id="{1661FCFE-B806-738E-96D2-1B64903619AE}"/>
                  </a:ext>
                </a:extLst>
              </p:cNvPr>
              <p:cNvSpPr/>
              <p:nvPr/>
            </p:nvSpPr>
            <p:spPr>
              <a:xfrm>
                <a:off x="13677942" y="3479785"/>
                <a:ext cx="1176476" cy="504849"/>
              </a:xfrm>
              <a:prstGeom prst="rect">
                <a:avLst/>
              </a:prstGeom>
              <a:solidFill>
                <a:srgbClr val="FFFFFF"/>
              </a:solidFill>
              <a:ln w="12701" cap="flat">
                <a:solidFill>
                  <a:srgbClr val="D1D1D1"/>
                </a:solidFill>
                <a:prstDash val="solid"/>
                <a:miter/>
              </a:ln>
            </p:spPr>
            <p:txBody>
              <a:bodyPr vert="horz" wrap="square" lIns="107999"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800" b="0" i="0" u="none" strike="noStrike" kern="1200" cap="none" spc="0" baseline="0">
                  <a:solidFill>
                    <a:srgbClr val="211F26"/>
                  </a:solidFill>
                  <a:uFillTx/>
                  <a:latin typeface="Calibri" pitchFamily="34"/>
                  <a:cs typeface="Calibri" pitchFamily="34"/>
                </a:endParaRPr>
              </a:p>
            </p:txBody>
          </p:sp>
          <p:sp>
            <p:nvSpPr>
              <p:cNvPr id="14" name="Rechthoek 58">
                <a:extLst>
                  <a:ext uri="{FF2B5EF4-FFF2-40B4-BE49-F238E27FC236}">
                    <a16:creationId xmlns:a16="http://schemas.microsoft.com/office/drawing/2014/main" id="{B428E755-3519-3C78-920A-D4561F946C2F}"/>
                  </a:ext>
                </a:extLst>
              </p:cNvPr>
              <p:cNvSpPr/>
              <p:nvPr/>
            </p:nvSpPr>
            <p:spPr>
              <a:xfrm>
                <a:off x="13684178" y="3733412"/>
                <a:ext cx="1164003" cy="246705"/>
              </a:xfrm>
              <a:prstGeom prst="rect">
                <a:avLst/>
              </a:prstGeom>
              <a:solidFill>
                <a:srgbClr val="FCE4DC"/>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nvGrpSpPr>
              <p:cNvPr id="15" name="Groep 59">
                <a:extLst>
                  <a:ext uri="{FF2B5EF4-FFF2-40B4-BE49-F238E27FC236}">
                    <a16:creationId xmlns:a16="http://schemas.microsoft.com/office/drawing/2014/main" id="{EE132763-856E-7C16-0978-4A7BEB3121D1}"/>
                  </a:ext>
                </a:extLst>
              </p:cNvPr>
              <p:cNvGrpSpPr/>
              <p:nvPr/>
            </p:nvGrpSpPr>
            <p:grpSpPr>
              <a:xfrm>
                <a:off x="13759891" y="3541123"/>
                <a:ext cx="155950" cy="131920"/>
                <a:chOff x="13759891" y="3541123"/>
                <a:chExt cx="155950" cy="131920"/>
              </a:xfrm>
            </p:grpSpPr>
            <p:sp>
              <p:nvSpPr>
                <p:cNvPr id="16" name="Rechthoek: afgeronde hoeken 72">
                  <a:extLst>
                    <a:ext uri="{FF2B5EF4-FFF2-40B4-BE49-F238E27FC236}">
                      <a16:creationId xmlns:a16="http://schemas.microsoft.com/office/drawing/2014/main" id="{94920989-D4DE-7761-A29E-12BDE87AB4A0}"/>
                    </a:ext>
                  </a:extLst>
                </p:cNvPr>
                <p:cNvSpPr/>
                <p:nvPr/>
              </p:nvSpPr>
              <p:spPr>
                <a:xfrm>
                  <a:off x="13759891" y="3541123"/>
                  <a:ext cx="155950" cy="131920"/>
                </a:xfrm>
                <a:custGeom>
                  <a:avLst>
                    <a:gd name="f0" fmla="val 629"/>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FFFF"/>
                </a:solidFill>
                <a:ln w="12701" cap="flat">
                  <a:solidFill>
                    <a:srgbClr val="818181"/>
                  </a:solidFill>
                  <a:prstDash val="solid"/>
                  <a:miter/>
                </a:ln>
              </p:spPr>
              <p:txBody>
                <a:bodyPr vert="horz" wrap="square" lIns="107999"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800" b="0" i="0" u="none" strike="noStrike" kern="1200" cap="none" spc="0" baseline="0">
                    <a:solidFill>
                      <a:srgbClr val="211F26"/>
                    </a:solidFill>
                    <a:uFillTx/>
                    <a:latin typeface="Calibri" pitchFamily="34"/>
                    <a:cs typeface="Calibri" pitchFamily="34"/>
                  </a:endParaRPr>
                </a:p>
              </p:txBody>
            </p:sp>
            <p:sp>
              <p:nvSpPr>
                <p:cNvPr id="17" name="Rechthoek 73">
                  <a:extLst>
                    <a:ext uri="{FF2B5EF4-FFF2-40B4-BE49-F238E27FC236}">
                      <a16:creationId xmlns:a16="http://schemas.microsoft.com/office/drawing/2014/main" id="{48B3B773-263A-2495-E542-2E4CF39527B6}"/>
                    </a:ext>
                  </a:extLst>
                </p:cNvPr>
                <p:cNvSpPr/>
                <p:nvPr/>
              </p:nvSpPr>
              <p:spPr>
                <a:xfrm>
                  <a:off x="13781599" y="3559228"/>
                  <a:ext cx="117582" cy="16011"/>
                </a:xfrm>
                <a:prstGeom prst="rect">
                  <a:avLst/>
                </a:prstGeom>
                <a:solidFill>
                  <a:srgbClr val="D1D1D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18" name="Rechthoek 74">
                  <a:extLst>
                    <a:ext uri="{FF2B5EF4-FFF2-40B4-BE49-F238E27FC236}">
                      <a16:creationId xmlns:a16="http://schemas.microsoft.com/office/drawing/2014/main" id="{A3894298-4826-4B3D-3E26-1AAF5A93A7C3}"/>
                    </a:ext>
                  </a:extLst>
                </p:cNvPr>
                <p:cNvSpPr/>
                <p:nvPr/>
              </p:nvSpPr>
              <p:spPr>
                <a:xfrm>
                  <a:off x="13781599" y="3586349"/>
                  <a:ext cx="45756" cy="69997"/>
                </a:xfrm>
                <a:prstGeom prst="rect">
                  <a:avLst/>
                </a:prstGeom>
                <a:solidFill>
                  <a:srgbClr val="D1D1D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19" name="Rechthoek 75">
                  <a:extLst>
                    <a:ext uri="{FF2B5EF4-FFF2-40B4-BE49-F238E27FC236}">
                      <a16:creationId xmlns:a16="http://schemas.microsoft.com/office/drawing/2014/main" id="{88E4CFF0-8C5F-2E92-141D-48F80C9B6FBA}"/>
                    </a:ext>
                  </a:extLst>
                </p:cNvPr>
                <p:cNvSpPr/>
                <p:nvPr/>
              </p:nvSpPr>
              <p:spPr>
                <a:xfrm>
                  <a:off x="13841556" y="3590355"/>
                  <a:ext cx="52111" cy="8220"/>
                </a:xfrm>
                <a:prstGeom prst="rect">
                  <a:avLst/>
                </a:prstGeom>
                <a:solidFill>
                  <a:srgbClr val="B2B2B2"/>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20" name="Rechthoek 76">
                  <a:extLst>
                    <a:ext uri="{FF2B5EF4-FFF2-40B4-BE49-F238E27FC236}">
                      <a16:creationId xmlns:a16="http://schemas.microsoft.com/office/drawing/2014/main" id="{329B48FD-6303-B066-3F19-035B8A105691}"/>
                    </a:ext>
                  </a:extLst>
                </p:cNvPr>
                <p:cNvSpPr/>
                <p:nvPr/>
              </p:nvSpPr>
              <p:spPr>
                <a:xfrm>
                  <a:off x="13841556" y="3618408"/>
                  <a:ext cx="26746" cy="8220"/>
                </a:xfrm>
                <a:prstGeom prst="rect">
                  <a:avLst/>
                </a:prstGeom>
                <a:solidFill>
                  <a:srgbClr val="B2B2B2"/>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21" name="Rechthoek 77">
                  <a:extLst>
                    <a:ext uri="{FF2B5EF4-FFF2-40B4-BE49-F238E27FC236}">
                      <a16:creationId xmlns:a16="http://schemas.microsoft.com/office/drawing/2014/main" id="{164B1B8D-9132-00B2-23FC-BC240D4D0B76}"/>
                    </a:ext>
                  </a:extLst>
                </p:cNvPr>
                <p:cNvSpPr/>
                <p:nvPr/>
              </p:nvSpPr>
              <p:spPr>
                <a:xfrm>
                  <a:off x="13841556" y="3646462"/>
                  <a:ext cx="26746" cy="8220"/>
                </a:xfrm>
                <a:prstGeom prst="rect">
                  <a:avLst/>
                </a:prstGeom>
                <a:solidFill>
                  <a:srgbClr val="B2B2B2"/>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grpSp>
            <p:nvGrpSpPr>
              <p:cNvPr id="22" name="Groep 60">
                <a:extLst>
                  <a:ext uri="{FF2B5EF4-FFF2-40B4-BE49-F238E27FC236}">
                    <a16:creationId xmlns:a16="http://schemas.microsoft.com/office/drawing/2014/main" id="{A1645532-9ED1-1E38-4955-764BD822A378}"/>
                  </a:ext>
                </a:extLst>
              </p:cNvPr>
              <p:cNvGrpSpPr/>
              <p:nvPr/>
            </p:nvGrpSpPr>
            <p:grpSpPr>
              <a:xfrm>
                <a:off x="13740332" y="3770784"/>
                <a:ext cx="166740" cy="218962"/>
                <a:chOff x="13740332" y="3770784"/>
                <a:chExt cx="166740" cy="218962"/>
              </a:xfrm>
            </p:grpSpPr>
            <p:grpSp>
              <p:nvGrpSpPr>
                <p:cNvPr id="23" name="Groep 64">
                  <a:extLst>
                    <a:ext uri="{FF2B5EF4-FFF2-40B4-BE49-F238E27FC236}">
                      <a16:creationId xmlns:a16="http://schemas.microsoft.com/office/drawing/2014/main" id="{9BEF9CA3-0262-C826-1D3C-ABCE33CB9165}"/>
                    </a:ext>
                  </a:extLst>
                </p:cNvPr>
                <p:cNvGrpSpPr/>
                <p:nvPr/>
              </p:nvGrpSpPr>
              <p:grpSpPr>
                <a:xfrm>
                  <a:off x="13763274" y="3792473"/>
                  <a:ext cx="143798" cy="121642"/>
                  <a:chOff x="13763274" y="3792473"/>
                  <a:chExt cx="143798" cy="121642"/>
                </a:xfrm>
              </p:grpSpPr>
              <p:sp>
                <p:nvSpPr>
                  <p:cNvPr id="24" name="Rechthoek: afgeronde hoeken 66">
                    <a:extLst>
                      <a:ext uri="{FF2B5EF4-FFF2-40B4-BE49-F238E27FC236}">
                        <a16:creationId xmlns:a16="http://schemas.microsoft.com/office/drawing/2014/main" id="{4831E2C1-F773-EC11-5D1E-DF073A7DC63D}"/>
                      </a:ext>
                    </a:extLst>
                  </p:cNvPr>
                  <p:cNvSpPr/>
                  <p:nvPr/>
                </p:nvSpPr>
                <p:spPr>
                  <a:xfrm>
                    <a:off x="13763274" y="3792473"/>
                    <a:ext cx="143798" cy="121642"/>
                  </a:xfrm>
                  <a:custGeom>
                    <a:avLst>
                      <a:gd name="f0" fmla="val 629"/>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FFFF"/>
                  </a:solidFill>
                  <a:ln w="12701" cap="flat">
                    <a:solidFill>
                      <a:srgbClr val="818181"/>
                    </a:solidFill>
                    <a:prstDash val="solid"/>
                    <a:miter/>
                  </a:ln>
                </p:spPr>
                <p:txBody>
                  <a:bodyPr vert="horz" wrap="square" lIns="107999"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800" b="0" i="0" u="none" strike="noStrike" kern="1200" cap="none" spc="0" baseline="0">
                      <a:solidFill>
                        <a:srgbClr val="211F26"/>
                      </a:solidFill>
                      <a:uFillTx/>
                      <a:latin typeface="Calibri" pitchFamily="34"/>
                      <a:cs typeface="Calibri" pitchFamily="34"/>
                    </a:endParaRPr>
                  </a:p>
                </p:txBody>
              </p:sp>
              <p:sp>
                <p:nvSpPr>
                  <p:cNvPr id="25" name="Rechthoek 67">
                    <a:extLst>
                      <a:ext uri="{FF2B5EF4-FFF2-40B4-BE49-F238E27FC236}">
                        <a16:creationId xmlns:a16="http://schemas.microsoft.com/office/drawing/2014/main" id="{B11CCCF2-27D5-B2D7-5A70-F7E461C5EBCF}"/>
                      </a:ext>
                    </a:extLst>
                  </p:cNvPr>
                  <p:cNvSpPr/>
                  <p:nvPr/>
                </p:nvSpPr>
                <p:spPr>
                  <a:xfrm>
                    <a:off x="13783290" y="3809170"/>
                    <a:ext cx="108420" cy="14767"/>
                  </a:xfrm>
                  <a:prstGeom prst="rect">
                    <a:avLst/>
                  </a:prstGeom>
                  <a:solidFill>
                    <a:srgbClr val="D1D1D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26" name="Rechthoek 68">
                    <a:extLst>
                      <a:ext uri="{FF2B5EF4-FFF2-40B4-BE49-F238E27FC236}">
                        <a16:creationId xmlns:a16="http://schemas.microsoft.com/office/drawing/2014/main" id="{772DF935-7D84-AE4A-1459-363C05394D1F}"/>
                      </a:ext>
                    </a:extLst>
                  </p:cNvPr>
                  <p:cNvSpPr/>
                  <p:nvPr/>
                </p:nvSpPr>
                <p:spPr>
                  <a:xfrm>
                    <a:off x="13783290" y="3834179"/>
                    <a:ext cx="42190" cy="64538"/>
                  </a:xfrm>
                  <a:prstGeom prst="rect">
                    <a:avLst/>
                  </a:prstGeom>
                  <a:solidFill>
                    <a:srgbClr val="D1D1D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27" name="Rechthoek 69">
                    <a:extLst>
                      <a:ext uri="{FF2B5EF4-FFF2-40B4-BE49-F238E27FC236}">
                        <a16:creationId xmlns:a16="http://schemas.microsoft.com/office/drawing/2014/main" id="{D7C7B19F-1E3A-0509-797F-1C94E95558D4}"/>
                      </a:ext>
                    </a:extLst>
                  </p:cNvPr>
                  <p:cNvSpPr/>
                  <p:nvPr/>
                </p:nvSpPr>
                <p:spPr>
                  <a:xfrm>
                    <a:off x="13838575" y="3837873"/>
                    <a:ext cx="48051" cy="7580"/>
                  </a:xfrm>
                  <a:prstGeom prst="rect">
                    <a:avLst/>
                  </a:prstGeom>
                  <a:solidFill>
                    <a:srgbClr val="B2B2B2"/>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28" name="Rechthoek 70">
                    <a:extLst>
                      <a:ext uri="{FF2B5EF4-FFF2-40B4-BE49-F238E27FC236}">
                        <a16:creationId xmlns:a16="http://schemas.microsoft.com/office/drawing/2014/main" id="{E0AC9B9A-0837-5A91-6A97-15B0B90DCDD0}"/>
                      </a:ext>
                    </a:extLst>
                  </p:cNvPr>
                  <p:cNvSpPr/>
                  <p:nvPr/>
                </p:nvSpPr>
                <p:spPr>
                  <a:xfrm>
                    <a:off x="13838575" y="3863742"/>
                    <a:ext cx="24661" cy="7580"/>
                  </a:xfrm>
                  <a:prstGeom prst="rect">
                    <a:avLst/>
                  </a:prstGeom>
                  <a:solidFill>
                    <a:srgbClr val="B2B2B2"/>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29" name="Rechthoek 71">
                    <a:extLst>
                      <a:ext uri="{FF2B5EF4-FFF2-40B4-BE49-F238E27FC236}">
                        <a16:creationId xmlns:a16="http://schemas.microsoft.com/office/drawing/2014/main" id="{505A5F24-CA95-DC6A-50B9-C22C91EE139A}"/>
                      </a:ext>
                    </a:extLst>
                  </p:cNvPr>
                  <p:cNvSpPr/>
                  <p:nvPr/>
                </p:nvSpPr>
                <p:spPr>
                  <a:xfrm>
                    <a:off x="13838575" y="3889610"/>
                    <a:ext cx="24661" cy="7580"/>
                  </a:xfrm>
                  <a:prstGeom prst="rect">
                    <a:avLst/>
                  </a:prstGeom>
                  <a:solidFill>
                    <a:srgbClr val="B2B2B2"/>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sp>
              <p:nvSpPr>
                <p:cNvPr id="30" name="Boog 65">
                  <a:extLst>
                    <a:ext uri="{FF2B5EF4-FFF2-40B4-BE49-F238E27FC236}">
                      <a16:creationId xmlns:a16="http://schemas.microsoft.com/office/drawing/2014/main" id="{B3D49284-C3B0-433A-1F8A-0A50C995AAE0}"/>
                    </a:ext>
                  </a:extLst>
                </p:cNvPr>
                <p:cNvSpPr/>
                <p:nvPr/>
              </p:nvSpPr>
              <p:spPr>
                <a:xfrm rot="17637085">
                  <a:off x="13676891" y="3834225"/>
                  <a:ext cx="218962" cy="92080"/>
                </a:xfrm>
                <a:custGeom>
                  <a:avLst>
                    <a:gd name="f12" fmla="val 175"/>
                    <a:gd name="f13" fmla="val 292"/>
                  </a:avLst>
                  <a:gdLst>
                    <a:gd name="f2" fmla="val 10800000"/>
                    <a:gd name="f3" fmla="val 5400000"/>
                    <a:gd name="f4" fmla="val 16200000"/>
                    <a:gd name="f5" fmla="val 180"/>
                    <a:gd name="f6" fmla="val w"/>
                    <a:gd name="f7" fmla="val h"/>
                    <a:gd name="f8" fmla="val ss"/>
                    <a:gd name="f9" fmla="val 0"/>
                    <a:gd name="f10" fmla="*/ 5419351 1 1725033"/>
                    <a:gd name="f11" fmla="+- 0 0 1"/>
                    <a:gd name="f12" fmla="val 175"/>
                    <a:gd name="f13" fmla="val 292"/>
                    <a:gd name="f14" fmla="+- 0 0 -265"/>
                    <a:gd name="f15" fmla="+- 0 0 -234"/>
                    <a:gd name="f16" fmla="+- 0 0 -202"/>
                    <a:gd name="f17" fmla="abs f6"/>
                    <a:gd name="f18" fmla="abs f7"/>
                    <a:gd name="f19" fmla="abs f8"/>
                    <a:gd name="f20" fmla="val f9"/>
                    <a:gd name="f21" fmla="+- 0 0 f12"/>
                    <a:gd name="f22" fmla="+- 0 0 f13"/>
                    <a:gd name="f23" fmla="*/ f14 f2 1"/>
                    <a:gd name="f24" fmla="*/ f15 f2 1"/>
                    <a:gd name="f25" fmla="*/ f16 f2 1"/>
                    <a:gd name="f26" fmla="?: f17 f6 1"/>
                    <a:gd name="f27" fmla="?: f18 f7 1"/>
                    <a:gd name="f28" fmla="?: f19 f8 1"/>
                    <a:gd name="f29" fmla="*/ f21 f2 1"/>
                    <a:gd name="f30" fmla="*/ f22 f2 1"/>
                    <a:gd name="f31" fmla="*/ f23 1 f5"/>
                    <a:gd name="f32" fmla="*/ f24 1 f5"/>
                    <a:gd name="f33" fmla="*/ f25 1 f5"/>
                    <a:gd name="f34" fmla="*/ f26 1 21600"/>
                    <a:gd name="f35" fmla="*/ f27 1 21600"/>
                    <a:gd name="f36" fmla="*/ 21600 f26 1"/>
                    <a:gd name="f37" fmla="*/ 21600 f27 1"/>
                    <a:gd name="f38" fmla="*/ f29 1 f5"/>
                    <a:gd name="f39" fmla="*/ f30 1 f5"/>
                    <a:gd name="f40" fmla="+- f31 0 f3"/>
                    <a:gd name="f41" fmla="+- f32 0 f3"/>
                    <a:gd name="f42" fmla="+- f33 0 f3"/>
                    <a:gd name="f43" fmla="min f35 f34"/>
                    <a:gd name="f44" fmla="*/ f36 1 f28"/>
                    <a:gd name="f45" fmla="*/ f37 1 f28"/>
                    <a:gd name="f46" fmla="+- f38 0 f3"/>
                    <a:gd name="f47" fmla="+- f39 0 f3"/>
                    <a:gd name="f48" fmla="val f44"/>
                    <a:gd name="f49" fmla="val f45"/>
                    <a:gd name="f50" fmla="+- 0 0 f46"/>
                    <a:gd name="f51" fmla="+- 0 0 f47"/>
                    <a:gd name="f52" fmla="+- f49 0 f20"/>
                    <a:gd name="f53" fmla="+- f48 0 f20"/>
                    <a:gd name="f54" fmla="val f50"/>
                    <a:gd name="f55" fmla="val f51"/>
                    <a:gd name="f56" fmla="*/ f52 1 2"/>
                    <a:gd name="f57" fmla="*/ f53 1 2"/>
                    <a:gd name="f58" fmla="+- f55 0 f54"/>
                    <a:gd name="f59" fmla="+- f54 f3 0"/>
                    <a:gd name="f60" fmla="+- f55 f3 0"/>
                    <a:gd name="f61" fmla="+- 21600000 0 f54"/>
                    <a:gd name="f62" fmla="+- f3 0 f54"/>
                    <a:gd name="f63" fmla="+- 27000000 0 f54"/>
                    <a:gd name="f64" fmla="+- f2 0 f54"/>
                    <a:gd name="f65" fmla="+- 32400000 0 f54"/>
                    <a:gd name="f66" fmla="+- f4 0 f54"/>
                    <a:gd name="f67" fmla="+- 37800000 0 f54"/>
                    <a:gd name="f68" fmla="+- f20 f56 0"/>
                    <a:gd name="f69" fmla="+- f20 f57 0"/>
                    <a:gd name="f70" fmla="+- f58 21600000 0"/>
                    <a:gd name="f71" fmla="*/ f59 f10 1"/>
                    <a:gd name="f72" fmla="*/ f60 f10 1"/>
                    <a:gd name="f73" fmla="?: f62 f62 f63"/>
                    <a:gd name="f74" fmla="?: f64 f64 f65"/>
                    <a:gd name="f75" fmla="?: f66 f66 f67"/>
                    <a:gd name="f76" fmla="*/ f57 f43 1"/>
                    <a:gd name="f77" fmla="*/ f56 f43 1"/>
                    <a:gd name="f78" fmla="?: f58 f58 f70"/>
                    <a:gd name="f79" fmla="*/ f71 1 f2"/>
                    <a:gd name="f80" fmla="*/ f72 1 f2"/>
                    <a:gd name="f81" fmla="*/ f69 f43 1"/>
                    <a:gd name="f82" fmla="*/ f68 f43 1"/>
                    <a:gd name="f83" fmla="+- 0 0 f79"/>
                    <a:gd name="f84" fmla="+- 0 0 f80"/>
                    <a:gd name="f85" fmla="+- f78 0 f61"/>
                    <a:gd name="f86" fmla="+- f78 0 f73"/>
                    <a:gd name="f87" fmla="+- f78 0 f74"/>
                    <a:gd name="f88" fmla="+- f78 0 f75"/>
                    <a:gd name="f89" fmla="+- 0 0 f83"/>
                    <a:gd name="f90" fmla="+- 0 0 f84"/>
                    <a:gd name="f91" fmla="*/ f89 f2 1"/>
                    <a:gd name="f92" fmla="*/ f90 f2 1"/>
                    <a:gd name="f93" fmla="*/ f91 1 f10"/>
                    <a:gd name="f94" fmla="*/ f92 1 f10"/>
                    <a:gd name="f95" fmla="+- f93 0 f3"/>
                    <a:gd name="f96" fmla="+- f94 0 f3"/>
                    <a:gd name="f97" fmla="sin 1 f95"/>
                    <a:gd name="f98" fmla="cos 1 f95"/>
                    <a:gd name="f99" fmla="sin 1 f96"/>
                    <a:gd name="f100" fmla="cos 1 f96"/>
                    <a:gd name="f101" fmla="+- 0 0 f97"/>
                    <a:gd name="f102" fmla="+- 0 0 f98"/>
                    <a:gd name="f103" fmla="+- 0 0 f99"/>
                    <a:gd name="f104" fmla="+- 0 0 f100"/>
                    <a:gd name="f105" fmla="+- 0 0 f101"/>
                    <a:gd name="f106" fmla="+- 0 0 f102"/>
                    <a:gd name="f107" fmla="+- 0 0 f103"/>
                    <a:gd name="f108" fmla="+- 0 0 f104"/>
                    <a:gd name="f109" fmla="*/ f105 f57 1"/>
                    <a:gd name="f110" fmla="*/ f106 f56 1"/>
                    <a:gd name="f111" fmla="*/ f107 f57 1"/>
                    <a:gd name="f112" fmla="*/ f108 f56 1"/>
                    <a:gd name="f113" fmla="+- 0 0 f110"/>
                    <a:gd name="f114" fmla="+- 0 0 f109"/>
                    <a:gd name="f115" fmla="+- 0 0 f112"/>
                    <a:gd name="f116" fmla="+- 0 0 f111"/>
                    <a:gd name="f117" fmla="+- 0 0 f113"/>
                    <a:gd name="f118" fmla="+- 0 0 f114"/>
                    <a:gd name="f119" fmla="+- 0 0 f115"/>
                    <a:gd name="f120" fmla="+- 0 0 f116"/>
                    <a:gd name="f121" fmla="at2 f117 f118"/>
                    <a:gd name="f122" fmla="at2 f119 f120"/>
                    <a:gd name="f123" fmla="+- f121 f3 0"/>
                    <a:gd name="f124" fmla="+- f122 f3 0"/>
                    <a:gd name="f125" fmla="*/ f123 f10 1"/>
                    <a:gd name="f126" fmla="*/ f124 f10 1"/>
                    <a:gd name="f127" fmla="*/ f125 1 f2"/>
                    <a:gd name="f128" fmla="*/ f126 1 f2"/>
                    <a:gd name="f129" fmla="+- 0 0 f127"/>
                    <a:gd name="f130" fmla="+- 0 0 f128"/>
                    <a:gd name="f131" fmla="val f129"/>
                    <a:gd name="f132" fmla="val f130"/>
                    <a:gd name="f133" fmla="+- 0 0 f131"/>
                    <a:gd name="f134" fmla="+- 0 0 f132"/>
                    <a:gd name="f135" fmla="*/ f133 f2 1"/>
                    <a:gd name="f136" fmla="*/ f134 f2 1"/>
                    <a:gd name="f137" fmla="*/ f135 1 f10"/>
                    <a:gd name="f138" fmla="*/ f136 1 f10"/>
                    <a:gd name="f139" fmla="+- f137 0 f3"/>
                    <a:gd name="f140" fmla="+- f138 0 f3"/>
                    <a:gd name="f141" fmla="cos 1 f139"/>
                    <a:gd name="f142" fmla="sin 1 f139"/>
                    <a:gd name="f143" fmla="cos 1 f140"/>
                    <a:gd name="f144" fmla="sin 1 f140"/>
                    <a:gd name="f145" fmla="+- 0 0 f141"/>
                    <a:gd name="f146" fmla="+- 0 0 f142"/>
                    <a:gd name="f147" fmla="+- 0 0 f143"/>
                    <a:gd name="f148" fmla="+- 0 0 f144"/>
                    <a:gd name="f149" fmla="*/ f11 f145 1"/>
                    <a:gd name="f150" fmla="*/ f11 f146 1"/>
                    <a:gd name="f151" fmla="*/ f11 f147 1"/>
                    <a:gd name="f152" fmla="*/ f11 f148 1"/>
                    <a:gd name="f153" fmla="*/ f149 f57 1"/>
                    <a:gd name="f154" fmla="*/ f150 f56 1"/>
                    <a:gd name="f155" fmla="*/ f151 f57 1"/>
                    <a:gd name="f156" fmla="*/ f152 f56 1"/>
                    <a:gd name="f157" fmla="+- f69 f153 0"/>
                    <a:gd name="f158" fmla="+- f68 f154 0"/>
                    <a:gd name="f159" fmla="+- f69 f155 0"/>
                    <a:gd name="f160" fmla="+- f68 f156 0"/>
                    <a:gd name="f161" fmla="max f157 f159"/>
                    <a:gd name="f162" fmla="max f158 f160"/>
                    <a:gd name="f163" fmla="min f157 f159"/>
                    <a:gd name="f164" fmla="min f158 f160"/>
                    <a:gd name="f165" fmla="*/ f157 f43 1"/>
                    <a:gd name="f166" fmla="*/ f158 f43 1"/>
                    <a:gd name="f167" fmla="*/ f159 f43 1"/>
                    <a:gd name="f168" fmla="*/ f160 f43 1"/>
                    <a:gd name="f169" fmla="?: f85 f48 f161"/>
                    <a:gd name="f170" fmla="?: f86 f49 f162"/>
                    <a:gd name="f171" fmla="?: f87 f20 f163"/>
                    <a:gd name="f172" fmla="?: f88 f20 f164"/>
                    <a:gd name="f173" fmla="*/ f171 f43 1"/>
                    <a:gd name="f174" fmla="*/ f172 f43 1"/>
                    <a:gd name="f175" fmla="*/ f169 f43 1"/>
                    <a:gd name="f176" fmla="*/ f170 f43 1"/>
                  </a:gdLst>
                  <a:ahLst/>
                  <a:cxnLst>
                    <a:cxn ang="3cd4">
                      <a:pos x="hc" y="t"/>
                    </a:cxn>
                    <a:cxn ang="0">
                      <a:pos x="r" y="vc"/>
                    </a:cxn>
                    <a:cxn ang="cd4">
                      <a:pos x="hc" y="b"/>
                    </a:cxn>
                    <a:cxn ang="cd2">
                      <a:pos x="l" y="vc"/>
                    </a:cxn>
                    <a:cxn ang="f40">
                      <a:pos x="f165" y="f166"/>
                    </a:cxn>
                    <a:cxn ang="f41">
                      <a:pos x="f81" y="f82"/>
                    </a:cxn>
                    <a:cxn ang="f42">
                      <a:pos x="f167" y="f168"/>
                    </a:cxn>
                  </a:cxnLst>
                  <a:rect l="f173" t="f174" r="f175" b="f176"/>
                  <a:pathLst>
                    <a:path stroke="0">
                      <a:moveTo>
                        <a:pt x="f165" y="f166"/>
                      </a:moveTo>
                      <a:arcTo wR="f76" hR="f77" stAng="f54" swAng="f78"/>
                      <a:lnTo>
                        <a:pt x="f81" y="f82"/>
                      </a:lnTo>
                      <a:close/>
                    </a:path>
                    <a:path fill="none">
                      <a:moveTo>
                        <a:pt x="f165" y="f166"/>
                      </a:moveTo>
                      <a:arcTo wR="f76" hR="f77" stAng="f54" swAng="f78"/>
                    </a:path>
                  </a:pathLst>
                </a:custGeom>
                <a:noFill/>
                <a:ln w="19046" cap="flat">
                  <a:solidFill>
                    <a:srgbClr val="4D82B8"/>
                  </a:solidFill>
                  <a:prstDash val="solid"/>
                  <a:headEnd type="arrow"/>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2400" b="0" i="0" u="none" strike="noStrike" kern="1200" cap="none" spc="0" baseline="0">
                    <a:solidFill>
                      <a:srgbClr val="211F26"/>
                    </a:solidFill>
                    <a:uFillTx/>
                    <a:latin typeface="Calibri" pitchFamily="34"/>
                    <a:cs typeface="Calibri" pitchFamily="34"/>
                  </a:endParaRPr>
                </a:p>
              </p:txBody>
            </p:sp>
          </p:grpSp>
          <p:sp>
            <p:nvSpPr>
              <p:cNvPr id="31" name="Tekstvak 61">
                <a:extLst>
                  <a:ext uri="{FF2B5EF4-FFF2-40B4-BE49-F238E27FC236}">
                    <a16:creationId xmlns:a16="http://schemas.microsoft.com/office/drawing/2014/main" id="{5E41D8F4-BE35-4C6E-7F1D-8070E805FC69}"/>
                  </a:ext>
                </a:extLst>
              </p:cNvPr>
              <p:cNvSpPr txBox="1"/>
              <p:nvPr/>
            </p:nvSpPr>
            <p:spPr>
              <a:xfrm>
                <a:off x="13918301" y="3541123"/>
                <a:ext cx="896112" cy="134709"/>
              </a:xfrm>
              <a:prstGeom prst="rect">
                <a:avLst/>
              </a:prstGeom>
              <a:noFill/>
              <a:ln>
                <a:noFill/>
              </a:ln>
            </p:spPr>
            <p:txBody>
              <a:bodyPr vert="horz" wrap="square" lIns="91440" tIns="45720" rIns="91440" bIns="45720" anchor="ctr" anchorCtr="0" compatLnSpc="1">
                <a:noAutofit/>
              </a:bodyPr>
              <a:lstStyle/>
              <a:p>
                <a:pPr marL="0" marR="0" lvl="0" indent="0" algn="l" defTabSz="1217514"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900" b="0" i="0" u="none" strike="noStrike" kern="1200" cap="none" spc="0" baseline="0">
                    <a:solidFill>
                      <a:srgbClr val="211F26"/>
                    </a:solidFill>
                    <a:uFillTx/>
                    <a:latin typeface="Calibri" pitchFamily="34"/>
                    <a:cs typeface="Calibri" pitchFamily="34"/>
                  </a:rPr>
                  <a:t>Layout</a:t>
                </a:r>
              </a:p>
            </p:txBody>
          </p:sp>
          <p:sp>
            <p:nvSpPr>
              <p:cNvPr id="32" name="Tekstvak 62">
                <a:extLst>
                  <a:ext uri="{FF2B5EF4-FFF2-40B4-BE49-F238E27FC236}">
                    <a16:creationId xmlns:a16="http://schemas.microsoft.com/office/drawing/2014/main" id="{56CCF30D-5B75-782B-C42A-543DB937FAE4}"/>
                  </a:ext>
                </a:extLst>
              </p:cNvPr>
              <p:cNvSpPr txBox="1"/>
              <p:nvPr/>
            </p:nvSpPr>
            <p:spPr>
              <a:xfrm>
                <a:off x="13904878" y="3793552"/>
                <a:ext cx="909544" cy="126415"/>
              </a:xfrm>
              <a:prstGeom prst="rect">
                <a:avLst/>
              </a:prstGeom>
              <a:noFill/>
              <a:ln>
                <a:noFill/>
              </a:ln>
            </p:spPr>
            <p:txBody>
              <a:bodyPr vert="horz" wrap="square" lIns="91440" tIns="45720" rIns="91440" bIns="45720" anchor="ctr" anchorCtr="0" compatLnSpc="1">
                <a:noAutofit/>
              </a:bodyPr>
              <a:lstStyle/>
              <a:p>
                <a:pPr marL="0" marR="0" lvl="0" indent="0" algn="l" defTabSz="1217514"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900" b="0" i="0" u="none" strike="noStrike" kern="1200" cap="none" spc="0" baseline="0">
                    <a:solidFill>
                      <a:srgbClr val="211F26"/>
                    </a:solidFill>
                    <a:uFillTx/>
                    <a:latin typeface="Calibri" pitchFamily="34"/>
                    <a:cs typeface="Calibri" pitchFamily="34"/>
                  </a:rPr>
                  <a:t>Reset slide</a:t>
                </a:r>
              </a:p>
            </p:txBody>
          </p:sp>
          <p:sp>
            <p:nvSpPr>
              <p:cNvPr id="33" name="Vrije vorm: vorm 63">
                <a:extLst>
                  <a:ext uri="{FF2B5EF4-FFF2-40B4-BE49-F238E27FC236}">
                    <a16:creationId xmlns:a16="http://schemas.microsoft.com/office/drawing/2014/main" id="{235E8432-4D91-EC21-2F9D-F4C0D36B5DCE}"/>
                  </a:ext>
                </a:extLst>
              </p:cNvPr>
              <p:cNvSpPr/>
              <p:nvPr/>
            </p:nvSpPr>
            <p:spPr>
              <a:xfrm>
                <a:off x="14803367" y="3863714"/>
                <a:ext cx="97566" cy="179999"/>
              </a:xfrm>
              <a:custGeom>
                <a:avLst/>
                <a:gdLst>
                  <a:gd name="f0" fmla="val 10800000"/>
                  <a:gd name="f1" fmla="val 5400000"/>
                  <a:gd name="f2" fmla="val 180"/>
                  <a:gd name="f3" fmla="val w"/>
                  <a:gd name="f4" fmla="val h"/>
                  <a:gd name="f5" fmla="val 0"/>
                  <a:gd name="f6" fmla="val 880280"/>
                  <a:gd name="f7" fmla="val 1624084"/>
                  <a:gd name="f8" fmla="val 1262418"/>
                  <a:gd name="f9" fmla="val 313898"/>
                  <a:gd name="f10" fmla="val 996287"/>
                  <a:gd name="f11" fmla="val 620973"/>
                  <a:gd name="f12" fmla="val 839337"/>
                  <a:gd name="f13" fmla="val 1480782"/>
                  <a:gd name="f14" fmla="val 498144"/>
                  <a:gd name="f15" fmla="val 900753"/>
                  <a:gd name="f16" fmla="val 893929"/>
                  <a:gd name="f17" fmla="+- 0 0 -90"/>
                  <a:gd name="f18" fmla="*/ f3 1 880280"/>
                  <a:gd name="f19" fmla="*/ f4 1 1624084"/>
                  <a:gd name="f20" fmla="val f5"/>
                  <a:gd name="f21" fmla="val f6"/>
                  <a:gd name="f22" fmla="val f7"/>
                  <a:gd name="f23" fmla="*/ f17 f0 1"/>
                  <a:gd name="f24" fmla="+- f22 0 f20"/>
                  <a:gd name="f25" fmla="+- f21 0 f20"/>
                  <a:gd name="f26" fmla="*/ f23 1 f2"/>
                  <a:gd name="f27" fmla="*/ f25 1 880280"/>
                  <a:gd name="f28" fmla="*/ f24 1 1624084"/>
                  <a:gd name="f29" fmla="*/ 0 f25 1"/>
                  <a:gd name="f30" fmla="*/ 0 f24 1"/>
                  <a:gd name="f31" fmla="*/ 1262418 f24 1"/>
                  <a:gd name="f32" fmla="*/ 620973 f25 1"/>
                  <a:gd name="f33" fmla="*/ 1624084 f24 1"/>
                  <a:gd name="f34" fmla="*/ 839337 f25 1"/>
                  <a:gd name="f35" fmla="*/ 1480782 f24 1"/>
                  <a:gd name="f36" fmla="*/ 900753 f24 1"/>
                  <a:gd name="f37" fmla="*/ 880280 f25 1"/>
                  <a:gd name="f38" fmla="*/ 893929 f24 1"/>
                  <a:gd name="f39" fmla="*/ 313898 f25 1"/>
                  <a:gd name="f40" fmla="*/ 996287 f24 1"/>
                  <a:gd name="f41" fmla="*/ 498144 f25 1"/>
                  <a:gd name="f42" fmla="+- f26 0 f1"/>
                  <a:gd name="f43" fmla="*/ f29 1 880280"/>
                  <a:gd name="f44" fmla="*/ f30 1 1624084"/>
                  <a:gd name="f45" fmla="*/ f31 1 1624084"/>
                  <a:gd name="f46" fmla="*/ f32 1 880280"/>
                  <a:gd name="f47" fmla="*/ f33 1 1624084"/>
                  <a:gd name="f48" fmla="*/ f34 1 880280"/>
                  <a:gd name="f49" fmla="*/ f35 1 1624084"/>
                  <a:gd name="f50" fmla="*/ f36 1 1624084"/>
                  <a:gd name="f51" fmla="*/ f37 1 880280"/>
                  <a:gd name="f52" fmla="*/ f38 1 1624084"/>
                  <a:gd name="f53" fmla="*/ f39 1 880280"/>
                  <a:gd name="f54" fmla="*/ f40 1 1624084"/>
                  <a:gd name="f55" fmla="*/ f41 1 880280"/>
                  <a:gd name="f56" fmla="*/ f20 1 f27"/>
                  <a:gd name="f57" fmla="*/ f21 1 f27"/>
                  <a:gd name="f58" fmla="*/ f20 1 f28"/>
                  <a:gd name="f59" fmla="*/ f22 1 f28"/>
                  <a:gd name="f60" fmla="*/ f43 1 f27"/>
                  <a:gd name="f61" fmla="*/ f44 1 f28"/>
                  <a:gd name="f62" fmla="*/ f45 1 f28"/>
                  <a:gd name="f63" fmla="*/ f53 1 f27"/>
                  <a:gd name="f64" fmla="*/ f54 1 f28"/>
                  <a:gd name="f65" fmla="*/ f46 1 f27"/>
                  <a:gd name="f66" fmla="*/ f47 1 f28"/>
                  <a:gd name="f67" fmla="*/ f48 1 f27"/>
                  <a:gd name="f68" fmla="*/ f49 1 f28"/>
                  <a:gd name="f69" fmla="*/ f55 1 f27"/>
                  <a:gd name="f70" fmla="*/ f50 1 f28"/>
                  <a:gd name="f71" fmla="*/ f51 1 f27"/>
                  <a:gd name="f72" fmla="*/ f52 1 f28"/>
                  <a:gd name="f73" fmla="*/ f56 f18 1"/>
                  <a:gd name="f74" fmla="*/ f57 f18 1"/>
                  <a:gd name="f75" fmla="*/ f59 f19 1"/>
                  <a:gd name="f76" fmla="*/ f58 f19 1"/>
                  <a:gd name="f77" fmla="*/ f60 f18 1"/>
                  <a:gd name="f78" fmla="*/ f61 f19 1"/>
                  <a:gd name="f79" fmla="*/ f62 f19 1"/>
                  <a:gd name="f80" fmla="*/ f63 f18 1"/>
                  <a:gd name="f81" fmla="*/ f64 f19 1"/>
                  <a:gd name="f82" fmla="*/ f65 f18 1"/>
                  <a:gd name="f83" fmla="*/ f66 f19 1"/>
                  <a:gd name="f84" fmla="*/ f67 f18 1"/>
                  <a:gd name="f85" fmla="*/ f68 f19 1"/>
                  <a:gd name="f86" fmla="*/ f69 f18 1"/>
                  <a:gd name="f87" fmla="*/ f70 f19 1"/>
                  <a:gd name="f88" fmla="*/ f71 f18 1"/>
                  <a:gd name="f89" fmla="*/ f72 f19 1"/>
                </a:gdLst>
                <a:ahLst/>
                <a:cxnLst>
                  <a:cxn ang="3cd4">
                    <a:pos x="hc" y="t"/>
                  </a:cxn>
                  <a:cxn ang="0">
                    <a:pos x="r" y="vc"/>
                  </a:cxn>
                  <a:cxn ang="cd4">
                    <a:pos x="hc" y="b"/>
                  </a:cxn>
                  <a:cxn ang="cd2">
                    <a:pos x="l" y="vc"/>
                  </a:cxn>
                  <a:cxn ang="f42">
                    <a:pos x="f77" y="f78"/>
                  </a:cxn>
                  <a:cxn ang="f42">
                    <a:pos x="f77" y="f79"/>
                  </a:cxn>
                  <a:cxn ang="f42">
                    <a:pos x="f80" y="f81"/>
                  </a:cxn>
                  <a:cxn ang="f42">
                    <a:pos x="f82" y="f83"/>
                  </a:cxn>
                  <a:cxn ang="f42">
                    <a:pos x="f84" y="f85"/>
                  </a:cxn>
                  <a:cxn ang="f42">
                    <a:pos x="f86" y="f87"/>
                  </a:cxn>
                  <a:cxn ang="f42">
                    <a:pos x="f88" y="f89"/>
                  </a:cxn>
                  <a:cxn ang="f42">
                    <a:pos x="f77" y="f78"/>
                  </a:cxn>
                </a:cxnLst>
                <a:rect l="f73" t="f76" r="f74" b="f75"/>
                <a:pathLst>
                  <a:path w="880280" h="1624084">
                    <a:moveTo>
                      <a:pt x="f5" y="f5"/>
                    </a:moveTo>
                    <a:lnTo>
                      <a:pt x="f5" y="f8"/>
                    </a:lnTo>
                    <a:lnTo>
                      <a:pt x="f9" y="f10"/>
                    </a:lnTo>
                    <a:lnTo>
                      <a:pt x="f11" y="f7"/>
                    </a:lnTo>
                    <a:lnTo>
                      <a:pt x="f12" y="f13"/>
                    </a:lnTo>
                    <a:lnTo>
                      <a:pt x="f14" y="f15"/>
                    </a:lnTo>
                    <a:lnTo>
                      <a:pt x="f6" y="f16"/>
                    </a:lnTo>
                    <a:lnTo>
                      <a:pt x="f5" y="f5"/>
                    </a:lnTo>
                    <a:close/>
                  </a:path>
                </a:pathLst>
              </a:custGeom>
              <a:solidFill>
                <a:srgbClr val="FFFFFF"/>
              </a:solidFill>
              <a:ln w="12701" cap="flat">
                <a:solidFill>
                  <a:srgbClr val="000000"/>
                </a:solidFill>
                <a:prstDash val="solid"/>
                <a:miter/>
              </a:ln>
            </p:spPr>
            <p:txBody>
              <a:bodyPr vert="horz" wrap="square" lIns="179999" tIns="179999" rIns="179999" bIns="179999"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1600" b="0" i="0" u="none" strike="noStrike" kern="1200" cap="all" spc="0" baseline="0">
                  <a:solidFill>
                    <a:srgbClr val="FFFFFF"/>
                  </a:solidFill>
                  <a:uFillTx/>
                  <a:latin typeface="Calibri" pitchFamily="34"/>
                  <a:cs typeface="Calibri" pitchFamily="34"/>
                </a:endParaRPr>
              </a:p>
            </p:txBody>
          </p:sp>
        </p:grpSp>
        <p:grpSp>
          <p:nvGrpSpPr>
            <p:cNvPr id="34" name="Groep 15">
              <a:extLst>
                <a:ext uri="{FF2B5EF4-FFF2-40B4-BE49-F238E27FC236}">
                  <a16:creationId xmlns:a16="http://schemas.microsoft.com/office/drawing/2014/main" id="{9D570402-204E-0D39-2ED3-2697187CFF11}"/>
                </a:ext>
              </a:extLst>
            </p:cNvPr>
            <p:cNvGrpSpPr/>
            <p:nvPr/>
          </p:nvGrpSpPr>
          <p:grpSpPr>
            <a:xfrm>
              <a:off x="12377592" y="5680655"/>
              <a:ext cx="3693389" cy="959690"/>
              <a:chOff x="12377592" y="5680655"/>
              <a:chExt cx="3693389" cy="959690"/>
            </a:xfrm>
          </p:grpSpPr>
          <p:sp>
            <p:nvSpPr>
              <p:cNvPr id="35" name="Rechthoek 47">
                <a:extLst>
                  <a:ext uri="{FF2B5EF4-FFF2-40B4-BE49-F238E27FC236}">
                    <a16:creationId xmlns:a16="http://schemas.microsoft.com/office/drawing/2014/main" id="{DF55E737-A17C-447B-2CFB-C3DFB7C39814}"/>
                  </a:ext>
                </a:extLst>
              </p:cNvPr>
              <p:cNvSpPr/>
              <p:nvPr/>
            </p:nvSpPr>
            <p:spPr>
              <a:xfrm>
                <a:off x="12377592" y="5812347"/>
                <a:ext cx="3593637" cy="827998"/>
              </a:xfrm>
              <a:prstGeom prst="rect">
                <a:avLst/>
              </a:prstGeom>
              <a:solidFill>
                <a:srgbClr val="ECECEC"/>
              </a:solidFill>
              <a:ln w="6345" cap="flat">
                <a:solidFill>
                  <a:srgbClr val="ECECEC"/>
                </a:solidFill>
                <a:prstDash val="solid"/>
                <a:miter/>
              </a:ln>
            </p:spPr>
            <p:txBody>
              <a:bodyPr vert="horz" wrap="square" lIns="179999" tIns="143999" rIns="179999" bIns="143999"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1" i="0" u="none" strike="noStrike" kern="1200" cap="all" spc="0" baseline="0">
                    <a:solidFill>
                      <a:srgbClr val="211F26"/>
                    </a:solidFill>
                    <a:uFillTx/>
                    <a:latin typeface="Calibri" pitchFamily="34"/>
                    <a:cs typeface="Calibri" pitchFamily="34"/>
                  </a:rPr>
                  <a:t>Want to know more?</a:t>
                </a:r>
                <a:br>
                  <a:rPr lang="en-GB" sz="1200" b="1" i="0" u="none" strike="noStrike" kern="1200" cap="all" spc="0" baseline="0">
                    <a:solidFill>
                      <a:srgbClr val="211F26"/>
                    </a:solidFill>
                    <a:uFillTx/>
                    <a:latin typeface="Calibri" pitchFamily="34"/>
                    <a:cs typeface="Calibri" pitchFamily="34"/>
                  </a:rPr>
                </a:br>
                <a:r>
                  <a:rPr lang="en-GB" sz="1200" b="0" i="0" u="none" strike="noStrike" kern="1200" cap="none" spc="0" baseline="0">
                    <a:solidFill>
                      <a:srgbClr val="211F26"/>
                    </a:solidFill>
                    <a:uFillTx/>
                    <a:latin typeface="Calibri" pitchFamily="34"/>
                    <a:cs typeface="Calibri" pitchFamily="34"/>
                  </a:rPr>
                  <a:t>Go to the tab</a:t>
                </a:r>
                <a:r>
                  <a:rPr lang="en-GB" sz="1200" b="1" i="0" u="none" strike="noStrike" kern="1200" cap="all" spc="0" baseline="0">
                    <a:solidFill>
                      <a:srgbClr val="211F26"/>
                    </a:solidFill>
                    <a:uFillTx/>
                    <a:latin typeface="Calibri" pitchFamily="34"/>
                    <a:cs typeface="Calibri" pitchFamily="34"/>
                  </a:rPr>
                  <a:t> 'SLIDEBUILDER’ </a:t>
                </a:r>
                <a:r>
                  <a:rPr lang="en-GB" sz="1200" b="0" i="0" u="none" strike="noStrike" kern="1200" cap="none" spc="0" baseline="0">
                    <a:solidFill>
                      <a:srgbClr val="211F26"/>
                    </a:solidFill>
                    <a:uFillTx/>
                    <a:latin typeface="Calibri" pitchFamily="34"/>
                    <a:cs typeface="Calibri" pitchFamily="34"/>
                  </a:rPr>
                  <a:t>and click</a:t>
                </a:r>
                <a:br>
                  <a:rPr lang="en-GB" sz="1200" b="0" i="0" u="none" strike="noStrike" kern="1200" cap="none" spc="0" baseline="0">
                    <a:solidFill>
                      <a:srgbClr val="211F26"/>
                    </a:solidFill>
                    <a:uFillTx/>
                    <a:latin typeface="Calibri" pitchFamily="34"/>
                    <a:cs typeface="Calibri" pitchFamily="34"/>
                  </a:rPr>
                </a:br>
                <a:r>
                  <a:rPr lang="en-GB" sz="1200" b="0" i="0" u="none" strike="noStrike" kern="1200" cap="none" spc="0" baseline="0">
                    <a:solidFill>
                      <a:srgbClr val="211F26"/>
                    </a:solidFill>
                    <a:uFillTx/>
                    <a:latin typeface="Calibri" pitchFamily="34"/>
                    <a:cs typeface="Calibri" pitchFamily="34"/>
                  </a:rPr>
                  <a:t>on the button </a:t>
                </a:r>
                <a:r>
                  <a:rPr lang="en-GB" sz="1200" b="1" i="0" u="none" strike="noStrike" kern="1200" cap="all" spc="0" baseline="0">
                    <a:solidFill>
                      <a:srgbClr val="211F26"/>
                    </a:solidFill>
                    <a:uFillTx/>
                    <a:latin typeface="Calibri" pitchFamily="34"/>
                    <a:cs typeface="Calibri" pitchFamily="34"/>
                  </a:rPr>
                  <a:t>‘Inspiration'</a:t>
                </a:r>
              </a:p>
            </p:txBody>
          </p:sp>
          <p:grpSp>
            <p:nvGrpSpPr>
              <p:cNvPr id="36" name="ICOON_info">
                <a:extLst>
                  <a:ext uri="{FF2B5EF4-FFF2-40B4-BE49-F238E27FC236}">
                    <a16:creationId xmlns:a16="http://schemas.microsoft.com/office/drawing/2014/main" id="{039CDE64-30A0-4A36-7026-DAABA15C41B2}"/>
                  </a:ext>
                </a:extLst>
              </p:cNvPr>
              <p:cNvGrpSpPr/>
              <p:nvPr/>
            </p:nvGrpSpPr>
            <p:grpSpPr>
              <a:xfrm>
                <a:off x="15787298" y="5680655"/>
                <a:ext cx="283683" cy="283683"/>
                <a:chOff x="15787298" y="5680655"/>
                <a:chExt cx="283683" cy="283683"/>
              </a:xfrm>
            </p:grpSpPr>
            <p:sp>
              <p:nvSpPr>
                <p:cNvPr id="37" name="Ovaal 55">
                  <a:extLst>
                    <a:ext uri="{FF2B5EF4-FFF2-40B4-BE49-F238E27FC236}">
                      <a16:creationId xmlns:a16="http://schemas.microsoft.com/office/drawing/2014/main" id="{1A33622F-1A92-A717-FAB1-90B3FA2DE6E0}"/>
                    </a:ext>
                  </a:extLst>
                </p:cNvPr>
                <p:cNvSpPr/>
                <p:nvPr/>
              </p:nvSpPr>
              <p:spPr>
                <a:xfrm>
                  <a:off x="15807324" y="5700113"/>
                  <a:ext cx="244748" cy="244748"/>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211F26"/>
                </a:solidFill>
                <a:ln>
                  <a:noFill/>
                  <a:prstDash val="solid"/>
                </a:ln>
              </p:spPr>
              <p:txBody>
                <a:bodyPr vert="horz" wrap="square" lIns="179999" tIns="179999" rIns="179999" bIns="179999"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1600" b="0" i="0" u="none" strike="noStrike" kern="1200" cap="all" spc="0" baseline="0">
                    <a:solidFill>
                      <a:srgbClr val="FFFFFF"/>
                    </a:solidFill>
                    <a:uFillTx/>
                    <a:latin typeface="Calibri" pitchFamily="34"/>
                    <a:cs typeface="Calibri" pitchFamily="34"/>
                  </a:endParaRPr>
                </a:p>
              </p:txBody>
            </p:sp>
            <p:sp>
              <p:nvSpPr>
                <p:cNvPr id="38" name="Graphic 163" descr="Informatie">
                  <a:extLst>
                    <a:ext uri="{FF2B5EF4-FFF2-40B4-BE49-F238E27FC236}">
                      <a16:creationId xmlns:a16="http://schemas.microsoft.com/office/drawing/2014/main" id="{2BAF471E-A52A-15CE-F8F3-2E2C5CA615A7}"/>
                    </a:ext>
                  </a:extLst>
                </p:cNvPr>
                <p:cNvSpPr/>
                <p:nvPr/>
              </p:nvSpPr>
              <p:spPr>
                <a:xfrm>
                  <a:off x="15787298" y="5680655"/>
                  <a:ext cx="283683" cy="283683"/>
                </a:xfrm>
                <a:custGeom>
                  <a:avLst/>
                  <a:gdLst>
                    <a:gd name="f0" fmla="val 10800000"/>
                    <a:gd name="f1" fmla="val 5400000"/>
                    <a:gd name="f2" fmla="val 180"/>
                    <a:gd name="f3" fmla="val w"/>
                    <a:gd name="f4" fmla="val h"/>
                    <a:gd name="f5" fmla="val 0"/>
                    <a:gd name="f6" fmla="val 291719"/>
                    <a:gd name="f7" fmla="val 145860"/>
                    <a:gd name="f8" fmla="val 65253"/>
                    <a:gd name="f9" fmla="val 226467"/>
                    <a:gd name="f10" fmla="val 291720"/>
                    <a:gd name="f11" fmla="val 138183"/>
                    <a:gd name="f12" fmla="val 38384"/>
                    <a:gd name="f13" fmla="val 148931"/>
                    <a:gd name="f14" fmla="val 157375"/>
                    <a:gd name="f15" fmla="val 46829"/>
                    <a:gd name="f16" fmla="val 57576"/>
                    <a:gd name="f17" fmla="val 68324"/>
                    <a:gd name="f18" fmla="val 76768"/>
                    <a:gd name="f19" fmla="val 127435"/>
                    <a:gd name="f20" fmla="val 118991"/>
                    <a:gd name="f21" fmla="val 184244"/>
                    <a:gd name="f22" fmla="val 253336"/>
                    <a:gd name="f23" fmla="val 107476"/>
                    <a:gd name="f24" fmla="val 230305"/>
                    <a:gd name="f25" fmla="val 134345"/>
                    <a:gd name="f26" fmla="val 115153"/>
                    <a:gd name="f27" fmla="val 111314"/>
                    <a:gd name="f28" fmla="val 92122"/>
                    <a:gd name="f29" fmla="+- 0 0 -90"/>
                    <a:gd name="f30" fmla="*/ f3 1 291719"/>
                    <a:gd name="f31" fmla="*/ f4 1 291719"/>
                    <a:gd name="f32" fmla="val f5"/>
                    <a:gd name="f33" fmla="val f6"/>
                    <a:gd name="f34" fmla="*/ f29 f0 1"/>
                    <a:gd name="f35" fmla="+- f33 0 f32"/>
                    <a:gd name="f36" fmla="*/ f34 1 f2"/>
                    <a:gd name="f37" fmla="*/ f35 1 291719"/>
                    <a:gd name="f38" fmla="*/ 145860 f35 1"/>
                    <a:gd name="f39" fmla="*/ 0 f35 1"/>
                    <a:gd name="f40" fmla="*/ 291720 f35 1"/>
                    <a:gd name="f41" fmla="*/ 138183 f35 1"/>
                    <a:gd name="f42" fmla="*/ 38384 f35 1"/>
                    <a:gd name="f43" fmla="*/ 157375 f35 1"/>
                    <a:gd name="f44" fmla="*/ 57576 f35 1"/>
                    <a:gd name="f45" fmla="*/ 76768 f35 1"/>
                    <a:gd name="f46" fmla="*/ 118991 f35 1"/>
                    <a:gd name="f47" fmla="*/ 184244 f35 1"/>
                    <a:gd name="f48" fmla="*/ 253336 f35 1"/>
                    <a:gd name="f49" fmla="*/ 107476 f35 1"/>
                    <a:gd name="f50" fmla="*/ 230305 f35 1"/>
                    <a:gd name="f51" fmla="*/ 134345 f35 1"/>
                    <a:gd name="f52" fmla="*/ 115153 f35 1"/>
                    <a:gd name="f53" fmla="*/ 111314 f35 1"/>
                    <a:gd name="f54" fmla="*/ 92122 f35 1"/>
                    <a:gd name="f55" fmla="+- f36 0 f1"/>
                    <a:gd name="f56" fmla="*/ f38 1 291719"/>
                    <a:gd name="f57" fmla="*/ f39 1 291719"/>
                    <a:gd name="f58" fmla="*/ f40 1 291719"/>
                    <a:gd name="f59" fmla="*/ f41 1 291719"/>
                    <a:gd name="f60" fmla="*/ f42 1 291719"/>
                    <a:gd name="f61" fmla="*/ f43 1 291719"/>
                    <a:gd name="f62" fmla="*/ f44 1 291719"/>
                    <a:gd name="f63" fmla="*/ f45 1 291719"/>
                    <a:gd name="f64" fmla="*/ f46 1 291719"/>
                    <a:gd name="f65" fmla="*/ f47 1 291719"/>
                    <a:gd name="f66" fmla="*/ f48 1 291719"/>
                    <a:gd name="f67" fmla="*/ f49 1 291719"/>
                    <a:gd name="f68" fmla="*/ f50 1 291719"/>
                    <a:gd name="f69" fmla="*/ f51 1 291719"/>
                    <a:gd name="f70" fmla="*/ f52 1 291719"/>
                    <a:gd name="f71" fmla="*/ f53 1 291719"/>
                    <a:gd name="f72" fmla="*/ f54 1 291719"/>
                    <a:gd name="f73" fmla="*/ f32 1 f37"/>
                    <a:gd name="f74" fmla="*/ f33 1 f37"/>
                    <a:gd name="f75" fmla="*/ f56 1 f37"/>
                    <a:gd name="f76" fmla="*/ f57 1 f37"/>
                    <a:gd name="f77" fmla="*/ f58 1 f37"/>
                    <a:gd name="f78" fmla="*/ f59 1 f37"/>
                    <a:gd name="f79" fmla="*/ f60 1 f37"/>
                    <a:gd name="f80" fmla="*/ f61 1 f37"/>
                    <a:gd name="f81" fmla="*/ f62 1 f37"/>
                    <a:gd name="f82" fmla="*/ f63 1 f37"/>
                    <a:gd name="f83" fmla="*/ f64 1 f37"/>
                    <a:gd name="f84" fmla="*/ f65 1 f37"/>
                    <a:gd name="f85" fmla="*/ f66 1 f37"/>
                    <a:gd name="f86" fmla="*/ f67 1 f37"/>
                    <a:gd name="f87" fmla="*/ f68 1 f37"/>
                    <a:gd name="f88" fmla="*/ f69 1 f37"/>
                    <a:gd name="f89" fmla="*/ f70 1 f37"/>
                    <a:gd name="f90" fmla="*/ f71 1 f37"/>
                    <a:gd name="f91" fmla="*/ f72 1 f37"/>
                    <a:gd name="f92" fmla="*/ f73 f30 1"/>
                    <a:gd name="f93" fmla="*/ f74 f30 1"/>
                    <a:gd name="f94" fmla="*/ f74 f31 1"/>
                    <a:gd name="f95" fmla="*/ f73 f31 1"/>
                    <a:gd name="f96" fmla="*/ f75 f30 1"/>
                    <a:gd name="f97" fmla="*/ f76 f31 1"/>
                    <a:gd name="f98" fmla="*/ f76 f30 1"/>
                    <a:gd name="f99" fmla="*/ f75 f31 1"/>
                    <a:gd name="f100" fmla="*/ f77 f31 1"/>
                    <a:gd name="f101" fmla="*/ f77 f30 1"/>
                    <a:gd name="f102" fmla="*/ f78 f30 1"/>
                    <a:gd name="f103" fmla="*/ f79 f31 1"/>
                    <a:gd name="f104" fmla="*/ f80 f30 1"/>
                    <a:gd name="f105" fmla="*/ f81 f31 1"/>
                    <a:gd name="f106" fmla="*/ f82 f31 1"/>
                    <a:gd name="f107" fmla="*/ f83 f30 1"/>
                    <a:gd name="f108" fmla="*/ f84 f30 1"/>
                    <a:gd name="f109" fmla="*/ f85 f31 1"/>
                    <a:gd name="f110" fmla="*/ f86 f30 1"/>
                    <a:gd name="f111" fmla="*/ f87 f31 1"/>
                    <a:gd name="f112" fmla="*/ f88 f30 1"/>
                    <a:gd name="f113" fmla="*/ f89 f31 1"/>
                    <a:gd name="f114" fmla="*/ f90 f30 1"/>
                    <a:gd name="f115" fmla="*/ f91 f31 1"/>
                  </a:gdLst>
                  <a:ahLst/>
                  <a:cxnLst>
                    <a:cxn ang="3cd4">
                      <a:pos x="hc" y="t"/>
                    </a:cxn>
                    <a:cxn ang="0">
                      <a:pos x="r" y="vc"/>
                    </a:cxn>
                    <a:cxn ang="cd4">
                      <a:pos x="hc" y="b"/>
                    </a:cxn>
                    <a:cxn ang="cd2">
                      <a:pos x="l" y="vc"/>
                    </a:cxn>
                    <a:cxn ang="f55">
                      <a:pos x="f96" y="f97"/>
                    </a:cxn>
                    <a:cxn ang="f55">
                      <a:pos x="f98" y="f99"/>
                    </a:cxn>
                    <a:cxn ang="f55">
                      <a:pos x="f96" y="f100"/>
                    </a:cxn>
                    <a:cxn ang="f55">
                      <a:pos x="f101" y="f99"/>
                    </a:cxn>
                    <a:cxn ang="f55">
                      <a:pos x="f96" y="f97"/>
                    </a:cxn>
                    <a:cxn ang="f55">
                      <a:pos x="f102" y="f103"/>
                    </a:cxn>
                    <a:cxn ang="f55">
                      <a:pos x="f104" y="f105"/>
                    </a:cxn>
                    <a:cxn ang="f55">
                      <a:pos x="f102" y="f106"/>
                    </a:cxn>
                    <a:cxn ang="f55">
                      <a:pos x="f107" y="f105"/>
                    </a:cxn>
                    <a:cxn ang="f55">
                      <a:pos x="f102" y="f103"/>
                    </a:cxn>
                    <a:cxn ang="f55">
                      <a:pos x="f108" y="f109"/>
                    </a:cxn>
                    <a:cxn ang="f55">
                      <a:pos x="f110" y="f109"/>
                    </a:cxn>
                    <a:cxn ang="f55">
                      <a:pos x="f110" y="f111"/>
                    </a:cxn>
                    <a:cxn ang="f55">
                      <a:pos x="f112" y="f111"/>
                    </a:cxn>
                    <a:cxn ang="f55">
                      <a:pos x="f112" y="f113"/>
                    </a:cxn>
                    <a:cxn ang="f55">
                      <a:pos x="f114" y="f113"/>
                    </a:cxn>
                    <a:cxn ang="f55">
                      <a:pos x="f114" y="f115"/>
                    </a:cxn>
                    <a:cxn ang="f55">
                      <a:pos x="f104" y="f115"/>
                    </a:cxn>
                    <a:cxn ang="f55">
                      <a:pos x="f104" y="f113"/>
                    </a:cxn>
                    <a:cxn ang="f55">
                      <a:pos x="f104" y="f111"/>
                    </a:cxn>
                    <a:cxn ang="f55">
                      <a:pos x="f108" y="f111"/>
                    </a:cxn>
                    <a:cxn ang="f55">
                      <a:pos x="f108" y="f109"/>
                    </a:cxn>
                  </a:cxnLst>
                  <a:rect l="f92" t="f95" r="f93" b="f94"/>
                  <a:pathLst>
                    <a:path w="291719" h="291719">
                      <a:moveTo>
                        <a:pt x="f7" y="f5"/>
                      </a:moveTo>
                      <a:cubicBezTo>
                        <a:pt x="f8" y="f5"/>
                        <a:pt x="f5" y="f8"/>
                        <a:pt x="f5" y="f7"/>
                      </a:cubicBezTo>
                      <a:cubicBezTo>
                        <a:pt x="f5" y="f9"/>
                        <a:pt x="f8" y="f10"/>
                        <a:pt x="f7" y="f10"/>
                      </a:cubicBezTo>
                      <a:cubicBezTo>
                        <a:pt x="f9" y="f10"/>
                        <a:pt x="f10" y="f9"/>
                        <a:pt x="f10" y="f7"/>
                      </a:cubicBezTo>
                      <a:cubicBezTo>
                        <a:pt x="f10" y="f8"/>
                        <a:pt x="f9" y="f5"/>
                        <a:pt x="f7" y="f5"/>
                      </a:cubicBezTo>
                      <a:close/>
                      <a:moveTo>
                        <a:pt x="f11" y="f12"/>
                      </a:moveTo>
                      <a:cubicBezTo>
                        <a:pt x="f13" y="f12"/>
                        <a:pt x="f14" y="f15"/>
                        <a:pt x="f14" y="f16"/>
                      </a:cubicBezTo>
                      <a:cubicBezTo>
                        <a:pt x="f14" y="f17"/>
                        <a:pt x="f13" y="f18"/>
                        <a:pt x="f11" y="f18"/>
                      </a:cubicBezTo>
                      <a:cubicBezTo>
                        <a:pt x="f19" y="f18"/>
                        <a:pt x="f20" y="f17"/>
                        <a:pt x="f20" y="f16"/>
                      </a:cubicBezTo>
                      <a:cubicBezTo>
                        <a:pt x="f20" y="f15"/>
                        <a:pt x="f19" y="f12"/>
                        <a:pt x="f11" y="f12"/>
                      </a:cubicBezTo>
                      <a:close/>
                      <a:moveTo>
                        <a:pt x="f21" y="f22"/>
                      </a:moveTo>
                      <a:lnTo>
                        <a:pt x="f23" y="f22"/>
                      </a:lnTo>
                      <a:lnTo>
                        <a:pt x="f23" y="f24"/>
                      </a:lnTo>
                      <a:lnTo>
                        <a:pt x="f25" y="f24"/>
                      </a:lnTo>
                      <a:lnTo>
                        <a:pt x="f25" y="f26"/>
                      </a:lnTo>
                      <a:lnTo>
                        <a:pt x="f27" y="f26"/>
                      </a:lnTo>
                      <a:lnTo>
                        <a:pt x="f27" y="f28"/>
                      </a:lnTo>
                      <a:lnTo>
                        <a:pt x="f14" y="f28"/>
                      </a:lnTo>
                      <a:lnTo>
                        <a:pt x="f14" y="f26"/>
                      </a:lnTo>
                      <a:lnTo>
                        <a:pt x="f14" y="f24"/>
                      </a:lnTo>
                      <a:lnTo>
                        <a:pt x="f21" y="f24"/>
                      </a:lnTo>
                      <a:lnTo>
                        <a:pt x="f21" y="f22"/>
                      </a:lnTo>
                      <a:close/>
                    </a:path>
                  </a:pathLst>
                </a:custGeom>
                <a:solidFill>
                  <a:srgbClr val="1FF524"/>
                </a:solidFill>
                <a:ln>
                  <a:noFill/>
                  <a:prstDash val="soli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2000" b="0" i="0" u="none" strike="noStrike" kern="1200" cap="none" spc="0" baseline="0">
                    <a:solidFill>
                      <a:srgbClr val="211F26"/>
                    </a:solidFill>
                    <a:uFillTx/>
                    <a:latin typeface="Calibri" pitchFamily="34"/>
                    <a:cs typeface="Calibri" pitchFamily="34"/>
                  </a:endParaRPr>
                </a:p>
              </p:txBody>
            </p:sp>
          </p:grpSp>
          <p:grpSp>
            <p:nvGrpSpPr>
              <p:cNvPr id="39" name="Groep 49">
                <a:extLst>
                  <a:ext uri="{FF2B5EF4-FFF2-40B4-BE49-F238E27FC236}">
                    <a16:creationId xmlns:a16="http://schemas.microsoft.com/office/drawing/2014/main" id="{2C20D6D4-0516-1E8F-F293-2E2D0296EC6C}"/>
                  </a:ext>
                </a:extLst>
              </p:cNvPr>
              <p:cNvGrpSpPr/>
              <p:nvPr/>
            </p:nvGrpSpPr>
            <p:grpSpPr>
              <a:xfrm>
                <a:off x="15225601" y="5938003"/>
                <a:ext cx="627799" cy="576684"/>
                <a:chOff x="15225601" y="5938003"/>
                <a:chExt cx="627799" cy="576684"/>
              </a:xfrm>
            </p:grpSpPr>
            <p:grpSp>
              <p:nvGrpSpPr>
                <p:cNvPr id="40" name="Inspireren">
                  <a:extLst>
                    <a:ext uri="{FF2B5EF4-FFF2-40B4-BE49-F238E27FC236}">
                      <a16:creationId xmlns:a16="http://schemas.microsoft.com/office/drawing/2014/main" id="{3D070DDA-3E3F-B593-D683-71C58F151FC4}"/>
                    </a:ext>
                  </a:extLst>
                </p:cNvPr>
                <p:cNvGrpSpPr/>
                <p:nvPr/>
              </p:nvGrpSpPr>
              <p:grpSpPr>
                <a:xfrm>
                  <a:off x="15447919" y="5938003"/>
                  <a:ext cx="169776" cy="242380"/>
                  <a:chOff x="15447919" y="5938003"/>
                  <a:chExt cx="169776" cy="242380"/>
                </a:xfrm>
              </p:grpSpPr>
              <p:sp>
                <p:nvSpPr>
                  <p:cNvPr id="41" name="Freeform 12">
                    <a:extLst>
                      <a:ext uri="{FF2B5EF4-FFF2-40B4-BE49-F238E27FC236}">
                        <a16:creationId xmlns:a16="http://schemas.microsoft.com/office/drawing/2014/main" id="{E2534535-09D9-9203-5F30-4F1B75D33DEB}"/>
                      </a:ext>
                    </a:extLst>
                  </p:cNvPr>
                  <p:cNvSpPr/>
                  <p:nvPr/>
                </p:nvSpPr>
                <p:spPr>
                  <a:xfrm>
                    <a:off x="15498119" y="6024826"/>
                    <a:ext cx="68726" cy="62051"/>
                  </a:xfrm>
                  <a:custGeom>
                    <a:avLst/>
                    <a:gdLst>
                      <a:gd name="f0" fmla="val 10800000"/>
                      <a:gd name="f1" fmla="val 5400000"/>
                      <a:gd name="f2" fmla="val 180"/>
                      <a:gd name="f3" fmla="val w"/>
                      <a:gd name="f4" fmla="val h"/>
                      <a:gd name="f5" fmla="val 0"/>
                      <a:gd name="f6" fmla="val 319"/>
                      <a:gd name="f7" fmla="val 288"/>
                      <a:gd name="f8" fmla="val 220"/>
                      <a:gd name="f9" fmla="val 107"/>
                      <a:gd name="f10" fmla="+- 0 0 -90"/>
                      <a:gd name="f11" fmla="*/ f3 1 319"/>
                      <a:gd name="f12" fmla="*/ f4 1 288"/>
                      <a:gd name="f13" fmla="val f5"/>
                      <a:gd name="f14" fmla="val f6"/>
                      <a:gd name="f15" fmla="val f7"/>
                      <a:gd name="f16" fmla="*/ f10 f0 1"/>
                      <a:gd name="f17" fmla="+- f15 0 f13"/>
                      <a:gd name="f18" fmla="+- f14 0 f13"/>
                      <a:gd name="f19" fmla="*/ f16 1 f2"/>
                      <a:gd name="f20" fmla="*/ f18 1 319"/>
                      <a:gd name="f21" fmla="*/ f17 1 288"/>
                      <a:gd name="f22" fmla="*/ 220 f18 1"/>
                      <a:gd name="f23" fmla="*/ 288 f17 1"/>
                      <a:gd name="f24" fmla="*/ 107 f18 1"/>
                      <a:gd name="f25" fmla="*/ 0 f18 1"/>
                      <a:gd name="f26" fmla="*/ 0 f17 1"/>
                      <a:gd name="f27" fmla="*/ 319 f18 1"/>
                      <a:gd name="f28" fmla="+- f19 0 f1"/>
                      <a:gd name="f29" fmla="*/ f22 1 319"/>
                      <a:gd name="f30" fmla="*/ f23 1 288"/>
                      <a:gd name="f31" fmla="*/ f24 1 319"/>
                      <a:gd name="f32" fmla="*/ f25 1 319"/>
                      <a:gd name="f33" fmla="*/ f26 1 288"/>
                      <a:gd name="f34" fmla="*/ f27 1 319"/>
                      <a:gd name="f35" fmla="*/ 0 1 f20"/>
                      <a:gd name="f36" fmla="*/ f14 1 f20"/>
                      <a:gd name="f37" fmla="*/ 0 1 f21"/>
                      <a:gd name="f38" fmla="*/ f15 1 f21"/>
                      <a:gd name="f39" fmla="*/ f29 1 f20"/>
                      <a:gd name="f40" fmla="*/ f30 1 f21"/>
                      <a:gd name="f41" fmla="*/ f31 1 f20"/>
                      <a:gd name="f42" fmla="*/ f32 1 f20"/>
                      <a:gd name="f43" fmla="*/ f33 1 f21"/>
                      <a:gd name="f44" fmla="*/ f34 1 f20"/>
                      <a:gd name="f45" fmla="*/ f35 f11 1"/>
                      <a:gd name="f46" fmla="*/ f36 f11 1"/>
                      <a:gd name="f47" fmla="*/ f38 f12 1"/>
                      <a:gd name="f48" fmla="*/ f37 f12 1"/>
                      <a:gd name="f49" fmla="*/ f39 f11 1"/>
                      <a:gd name="f50" fmla="*/ f40 f12 1"/>
                      <a:gd name="f51" fmla="*/ f41 f11 1"/>
                      <a:gd name="f52" fmla="*/ f42 f11 1"/>
                      <a:gd name="f53" fmla="*/ f43 f12 1"/>
                      <a:gd name="f54" fmla="*/ f44 f11 1"/>
                    </a:gdLst>
                    <a:ahLst/>
                    <a:cxnLst>
                      <a:cxn ang="3cd4">
                        <a:pos x="hc" y="t"/>
                      </a:cxn>
                      <a:cxn ang="0">
                        <a:pos x="r" y="vc"/>
                      </a:cxn>
                      <a:cxn ang="cd4">
                        <a:pos x="hc" y="b"/>
                      </a:cxn>
                      <a:cxn ang="cd2">
                        <a:pos x="l" y="vc"/>
                      </a:cxn>
                      <a:cxn ang="f28">
                        <a:pos x="f49" y="f50"/>
                      </a:cxn>
                      <a:cxn ang="f28">
                        <a:pos x="f51" y="f50"/>
                      </a:cxn>
                      <a:cxn ang="f28">
                        <a:pos x="f52" y="f53"/>
                      </a:cxn>
                      <a:cxn ang="f28">
                        <a:pos x="f54" y="f53"/>
                      </a:cxn>
                      <a:cxn ang="f28">
                        <a:pos x="f49" y="f50"/>
                      </a:cxn>
                    </a:cxnLst>
                    <a:rect l="f45" t="f48" r="f46" b="f47"/>
                    <a:pathLst>
                      <a:path w="319" h="288">
                        <a:moveTo>
                          <a:pt x="f8" y="f7"/>
                        </a:moveTo>
                        <a:lnTo>
                          <a:pt x="f9" y="f7"/>
                        </a:lnTo>
                        <a:lnTo>
                          <a:pt x="f5" y="f5"/>
                        </a:lnTo>
                        <a:lnTo>
                          <a:pt x="f6" y="f5"/>
                        </a:lnTo>
                        <a:lnTo>
                          <a:pt x="f8" y="f7"/>
                        </a:lnTo>
                        <a:close/>
                      </a:path>
                    </a:pathLst>
                  </a:custGeom>
                  <a:solidFill>
                    <a:srgbClr val="1FF524"/>
                  </a:solidFill>
                  <a:ln>
                    <a:noFill/>
                    <a:prstDash val="solid"/>
                  </a:ln>
                </p:spPr>
                <p:txBody>
                  <a:bodyPr vert="horz" wrap="square" lIns="91440" tIns="45720" rIns="91440" bIns="45720" anchor="t"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300" b="0" i="0" u="none" strike="noStrike" kern="0" cap="none" spc="0" baseline="0">
                      <a:solidFill>
                        <a:srgbClr val="211F26"/>
                      </a:solidFill>
                      <a:uFillTx/>
                      <a:latin typeface="Arial"/>
                    </a:endParaRPr>
                  </a:p>
                </p:txBody>
              </p:sp>
              <p:sp>
                <p:nvSpPr>
                  <p:cNvPr id="42" name="Freeform 13">
                    <a:extLst>
                      <a:ext uri="{FF2B5EF4-FFF2-40B4-BE49-F238E27FC236}">
                        <a16:creationId xmlns:a16="http://schemas.microsoft.com/office/drawing/2014/main" id="{CE264733-378F-48CC-8BF8-CD4A144D6627}"/>
                      </a:ext>
                    </a:extLst>
                  </p:cNvPr>
                  <p:cNvSpPr/>
                  <p:nvPr/>
                </p:nvSpPr>
                <p:spPr>
                  <a:xfrm>
                    <a:off x="15502637" y="6156252"/>
                    <a:ext cx="60761" cy="24131"/>
                  </a:xfrm>
                  <a:custGeom>
                    <a:avLst/>
                    <a:gdLst>
                      <a:gd name="f0" fmla="val 10800000"/>
                      <a:gd name="f1" fmla="val 5400000"/>
                      <a:gd name="f2" fmla="val 180"/>
                      <a:gd name="f3" fmla="val w"/>
                      <a:gd name="f4" fmla="val h"/>
                      <a:gd name="f5" fmla="val 0"/>
                      <a:gd name="f6" fmla="val 251"/>
                      <a:gd name="f7" fmla="val 100"/>
                      <a:gd name="f8" fmla="val 229"/>
                      <a:gd name="f9" fmla="val 70"/>
                      <a:gd name="f10" fmla="val 69"/>
                      <a:gd name="f11" fmla="val 22"/>
                      <a:gd name="f12" fmla="val 27"/>
                      <a:gd name="f13" fmla="val 87"/>
                      <a:gd name="f14" fmla="val 44"/>
                      <a:gd name="f15" fmla="val 63"/>
                      <a:gd name="f16" fmla="val 188"/>
                      <a:gd name="f17" fmla="val 207"/>
                      <a:gd name="f18" fmla="val 223"/>
                      <a:gd name="f19" fmla="val 88"/>
                      <a:gd name="f20" fmla="val 71"/>
                      <a:gd name="f21" fmla="+- 0 0 -90"/>
                      <a:gd name="f22" fmla="*/ f3 1 251"/>
                      <a:gd name="f23" fmla="*/ f4 1 100"/>
                      <a:gd name="f24" fmla="val f5"/>
                      <a:gd name="f25" fmla="val f6"/>
                      <a:gd name="f26" fmla="val f7"/>
                      <a:gd name="f27" fmla="*/ f21 f0 1"/>
                      <a:gd name="f28" fmla="+- f26 0 f24"/>
                      <a:gd name="f29" fmla="+- f25 0 f24"/>
                      <a:gd name="f30" fmla="*/ f27 1 f2"/>
                      <a:gd name="f31" fmla="*/ f29 1 251"/>
                      <a:gd name="f32" fmla="*/ f28 1 100"/>
                      <a:gd name="f33" fmla="*/ 229 f29 1"/>
                      <a:gd name="f34" fmla="*/ 70 f28 1"/>
                      <a:gd name="f35" fmla="*/ 69 f28 1"/>
                      <a:gd name="f36" fmla="*/ 251 f29 1"/>
                      <a:gd name="f37" fmla="*/ 0 f28 1"/>
                      <a:gd name="f38" fmla="*/ 0 f29 1"/>
                      <a:gd name="f39" fmla="*/ 22 f29 1"/>
                      <a:gd name="f40" fmla="*/ 63 f29 1"/>
                      <a:gd name="f41" fmla="*/ 100 f28 1"/>
                      <a:gd name="f42" fmla="*/ 188 f29 1"/>
                      <a:gd name="f43" fmla="*/ 71 f28 1"/>
                      <a:gd name="f44" fmla="+- f30 0 f1"/>
                      <a:gd name="f45" fmla="*/ f33 1 251"/>
                      <a:gd name="f46" fmla="*/ f34 1 100"/>
                      <a:gd name="f47" fmla="*/ f35 1 100"/>
                      <a:gd name="f48" fmla="*/ f36 1 251"/>
                      <a:gd name="f49" fmla="*/ f37 1 100"/>
                      <a:gd name="f50" fmla="*/ f38 1 251"/>
                      <a:gd name="f51" fmla="*/ f39 1 251"/>
                      <a:gd name="f52" fmla="*/ f40 1 251"/>
                      <a:gd name="f53" fmla="*/ f41 1 100"/>
                      <a:gd name="f54" fmla="*/ f42 1 251"/>
                      <a:gd name="f55" fmla="*/ f43 1 100"/>
                      <a:gd name="f56" fmla="*/ 0 1 f31"/>
                      <a:gd name="f57" fmla="*/ f25 1 f31"/>
                      <a:gd name="f58" fmla="*/ 0 1 f32"/>
                      <a:gd name="f59" fmla="*/ f26 1 f32"/>
                      <a:gd name="f60" fmla="*/ f45 1 f31"/>
                      <a:gd name="f61" fmla="*/ f46 1 f32"/>
                      <a:gd name="f62" fmla="*/ f47 1 f32"/>
                      <a:gd name="f63" fmla="*/ f48 1 f31"/>
                      <a:gd name="f64" fmla="*/ f49 1 f32"/>
                      <a:gd name="f65" fmla="*/ f50 1 f31"/>
                      <a:gd name="f66" fmla="*/ f51 1 f31"/>
                      <a:gd name="f67" fmla="*/ f52 1 f31"/>
                      <a:gd name="f68" fmla="*/ f53 1 f32"/>
                      <a:gd name="f69" fmla="*/ f54 1 f31"/>
                      <a:gd name="f70" fmla="*/ f55 1 f32"/>
                      <a:gd name="f71" fmla="*/ f56 f22 1"/>
                      <a:gd name="f72" fmla="*/ f57 f22 1"/>
                      <a:gd name="f73" fmla="*/ f59 f23 1"/>
                      <a:gd name="f74" fmla="*/ f58 f23 1"/>
                      <a:gd name="f75" fmla="*/ f60 f22 1"/>
                      <a:gd name="f76" fmla="*/ f61 f23 1"/>
                      <a:gd name="f77" fmla="*/ f62 f23 1"/>
                      <a:gd name="f78" fmla="*/ f63 f22 1"/>
                      <a:gd name="f79" fmla="*/ f64 f23 1"/>
                      <a:gd name="f80" fmla="*/ f65 f22 1"/>
                      <a:gd name="f81" fmla="*/ f66 f22 1"/>
                      <a:gd name="f82" fmla="*/ f67 f22 1"/>
                      <a:gd name="f83" fmla="*/ f68 f23 1"/>
                      <a:gd name="f84" fmla="*/ f69 f22 1"/>
                      <a:gd name="f85" fmla="*/ f70 f23 1"/>
                    </a:gdLst>
                    <a:ahLst/>
                    <a:cxnLst>
                      <a:cxn ang="3cd4">
                        <a:pos x="hc" y="t"/>
                      </a:cxn>
                      <a:cxn ang="0">
                        <a:pos x="r" y="vc"/>
                      </a:cxn>
                      <a:cxn ang="cd4">
                        <a:pos x="hc" y="b"/>
                      </a:cxn>
                      <a:cxn ang="cd2">
                        <a:pos x="l" y="vc"/>
                      </a:cxn>
                      <a:cxn ang="f44">
                        <a:pos x="f75" y="f76"/>
                      </a:cxn>
                      <a:cxn ang="f44">
                        <a:pos x="f75" y="f77"/>
                      </a:cxn>
                      <a:cxn ang="f44">
                        <a:pos x="f78" y="f79"/>
                      </a:cxn>
                      <a:cxn ang="f44">
                        <a:pos x="f80" y="f79"/>
                      </a:cxn>
                      <a:cxn ang="f44">
                        <a:pos x="f81" y="f77"/>
                      </a:cxn>
                      <a:cxn ang="f44">
                        <a:pos x="f82" y="f83"/>
                      </a:cxn>
                      <a:cxn ang="f44">
                        <a:pos x="f84" y="f83"/>
                      </a:cxn>
                      <a:cxn ang="f44">
                        <a:pos x="f75" y="f85"/>
                      </a:cxn>
                      <a:cxn ang="f44">
                        <a:pos x="f75" y="f85"/>
                      </a:cxn>
                      <a:cxn ang="f44">
                        <a:pos x="f75" y="f76"/>
                      </a:cxn>
                    </a:cxnLst>
                    <a:rect l="f71" t="f74" r="f72" b="f73"/>
                    <a:pathLst>
                      <a:path w="251" h="100">
                        <a:moveTo>
                          <a:pt x="f8" y="f9"/>
                        </a:moveTo>
                        <a:cubicBezTo>
                          <a:pt x="f8" y="f9"/>
                          <a:pt x="f8" y="f10"/>
                          <a:pt x="f8" y="f10"/>
                        </a:cubicBezTo>
                        <a:cubicBezTo>
                          <a:pt x="f6" y="f5"/>
                          <a:pt x="f6" y="f5"/>
                          <a:pt x="f6" y="f5"/>
                        </a:cubicBezTo>
                        <a:cubicBezTo>
                          <a:pt x="f5" y="f5"/>
                          <a:pt x="f5" y="f5"/>
                          <a:pt x="f5" y="f5"/>
                        </a:cubicBezTo>
                        <a:cubicBezTo>
                          <a:pt x="f11" y="f10"/>
                          <a:pt x="f11" y="f10"/>
                          <a:pt x="f11" y="f10"/>
                        </a:cubicBezTo>
                        <a:cubicBezTo>
                          <a:pt x="f12" y="f13"/>
                          <a:pt x="f14" y="f7"/>
                          <a:pt x="f15" y="f7"/>
                        </a:cubicBezTo>
                        <a:cubicBezTo>
                          <a:pt x="f16" y="f7"/>
                          <a:pt x="f16" y="f7"/>
                          <a:pt x="f16" y="f7"/>
                        </a:cubicBezTo>
                        <a:cubicBezTo>
                          <a:pt x="f17" y="f7"/>
                          <a:pt x="f18" y="f19"/>
                          <a:pt x="f8" y="f20"/>
                        </a:cubicBezTo>
                        <a:cubicBezTo>
                          <a:pt x="f8" y="f20"/>
                          <a:pt x="f8" y="f20"/>
                          <a:pt x="f8" y="f20"/>
                        </a:cubicBezTo>
                        <a:lnTo>
                          <a:pt x="f8" y="f9"/>
                        </a:lnTo>
                        <a:close/>
                      </a:path>
                    </a:pathLst>
                  </a:custGeom>
                  <a:gradFill>
                    <a:gsLst>
                      <a:gs pos="0">
                        <a:srgbClr val="9D9FA1"/>
                      </a:gs>
                      <a:gs pos="100000">
                        <a:srgbClr val="211F26"/>
                      </a:gs>
                    </a:gsLst>
                    <a:lin ang="2700000"/>
                  </a:gradFill>
                  <a:ln>
                    <a:noFill/>
                    <a:prstDash val="solid"/>
                  </a:ln>
                </p:spPr>
                <p:txBody>
                  <a:bodyPr vert="horz" wrap="square" lIns="91440" tIns="45720" rIns="91440" bIns="45720" anchor="t"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300" b="0" i="0" u="none" strike="noStrike" kern="0" cap="none" spc="0" baseline="0">
                      <a:solidFill>
                        <a:srgbClr val="211F26"/>
                      </a:solidFill>
                      <a:uFillTx/>
                      <a:latin typeface="Arial"/>
                    </a:endParaRPr>
                  </a:p>
                </p:txBody>
              </p:sp>
              <p:sp>
                <p:nvSpPr>
                  <p:cNvPr id="43" name="Freeform 14">
                    <a:extLst>
                      <a:ext uri="{FF2B5EF4-FFF2-40B4-BE49-F238E27FC236}">
                        <a16:creationId xmlns:a16="http://schemas.microsoft.com/office/drawing/2014/main" id="{D7E4E0D5-0842-F6E7-54F4-A22261651300}"/>
                      </a:ext>
                    </a:extLst>
                  </p:cNvPr>
                  <p:cNvSpPr/>
                  <p:nvPr/>
                </p:nvSpPr>
                <p:spPr>
                  <a:xfrm>
                    <a:off x="15447919" y="5938003"/>
                    <a:ext cx="169776" cy="208126"/>
                  </a:xfrm>
                  <a:custGeom>
                    <a:avLst/>
                    <a:gdLst>
                      <a:gd name="f0" fmla="val 10800000"/>
                      <a:gd name="f1" fmla="val 5400000"/>
                      <a:gd name="f2" fmla="val 180"/>
                      <a:gd name="f3" fmla="val w"/>
                      <a:gd name="f4" fmla="val h"/>
                      <a:gd name="f5" fmla="val 0"/>
                      <a:gd name="f6" fmla="val 702"/>
                      <a:gd name="f7" fmla="val 860"/>
                      <a:gd name="f8" fmla="val 351"/>
                      <a:gd name="f9" fmla="val 157"/>
                      <a:gd name="f10" fmla="val 463"/>
                      <a:gd name="f11" fmla="val 52"/>
                      <a:gd name="f12" fmla="val 562"/>
                      <a:gd name="f13" fmla="val 134"/>
                      <a:gd name="f14" fmla="val 627"/>
                      <a:gd name="f15" fmla="val 165"/>
                      <a:gd name="f16" fmla="val 718"/>
                      <a:gd name="f17" fmla="val 266"/>
                      <a:gd name="f18" fmla="val 434"/>
                      <a:gd name="f19" fmla="val 419"/>
                      <a:gd name="f20" fmla="val 760"/>
                      <a:gd name="f21" fmla="val 284"/>
                      <a:gd name="f22" fmla="val 179"/>
                      <a:gd name="f23" fmla="val 212"/>
                      <a:gd name="f24" fmla="val 216"/>
                      <a:gd name="f25" fmla="val 488"/>
                      <a:gd name="f26" fmla="val 491"/>
                      <a:gd name="f27" fmla="val 570"/>
                      <a:gd name="f28" fmla="val 625"/>
                      <a:gd name="f29" fmla="val 651"/>
                      <a:gd name="f30" fmla="val 560"/>
                      <a:gd name="f31" fmla="val 461"/>
                      <a:gd name="f32" fmla="val 545"/>
                      <a:gd name="f33" fmla="val 587"/>
                      <a:gd name="f34" fmla="val 438"/>
                      <a:gd name="f35" fmla="val 568"/>
                      <a:gd name="f36" fmla="val 490"/>
                      <a:gd name="f37" fmla="val 531"/>
                      <a:gd name="f38" fmla="val 534"/>
                      <a:gd name="f39" fmla="val 485"/>
                      <a:gd name="f40" fmla="val 563"/>
                      <a:gd name="f41" fmla="val 454"/>
                      <a:gd name="f42" fmla="val 658"/>
                      <a:gd name="f43" fmla="val 250"/>
                      <a:gd name="f44" fmla="val 219"/>
                      <a:gd name="f45" fmla="val 565"/>
                      <a:gd name="f46" fmla="val 172"/>
                      <a:gd name="f47" fmla="val 536"/>
                      <a:gd name="f48" fmla="val 135"/>
                      <a:gd name="f49" fmla="val 115"/>
                      <a:gd name="f50" fmla="val 439"/>
                      <a:gd name="f51" fmla="val 105"/>
                      <a:gd name="f52" fmla="val 411"/>
                      <a:gd name="f53" fmla="val 99"/>
                      <a:gd name="f54" fmla="val 382"/>
                      <a:gd name="f55" fmla="val 603"/>
                      <a:gd name="f56" fmla="val 381"/>
                      <a:gd name="f57" fmla="val 597"/>
                      <a:gd name="f58" fmla="+- 0 0 -90"/>
                      <a:gd name="f59" fmla="*/ f3 1 702"/>
                      <a:gd name="f60" fmla="*/ f4 1 860"/>
                      <a:gd name="f61" fmla="val f5"/>
                      <a:gd name="f62" fmla="val f6"/>
                      <a:gd name="f63" fmla="val f7"/>
                      <a:gd name="f64" fmla="*/ f58 f0 1"/>
                      <a:gd name="f65" fmla="+- f63 0 f61"/>
                      <a:gd name="f66" fmla="+- f62 0 f61"/>
                      <a:gd name="f67" fmla="*/ f64 1 f2"/>
                      <a:gd name="f68" fmla="*/ f66 1 702"/>
                      <a:gd name="f69" fmla="*/ f65 1 860"/>
                      <a:gd name="f70" fmla="*/ 351 f66 1"/>
                      <a:gd name="f71" fmla="*/ 0 f65 1"/>
                      <a:gd name="f72" fmla="*/ 0 f66 1"/>
                      <a:gd name="f73" fmla="*/ 351 f65 1"/>
                      <a:gd name="f74" fmla="*/ 134 f66 1"/>
                      <a:gd name="f75" fmla="*/ 627 f65 1"/>
                      <a:gd name="f76" fmla="*/ 165 f66 1"/>
                      <a:gd name="f77" fmla="*/ 718 f65 1"/>
                      <a:gd name="f78" fmla="*/ 266 f66 1"/>
                      <a:gd name="f79" fmla="*/ 434 f66 1"/>
                      <a:gd name="f80" fmla="*/ 419 f66 1"/>
                      <a:gd name="f81" fmla="*/ 760 f65 1"/>
                      <a:gd name="f82" fmla="*/ 284 f66 1"/>
                      <a:gd name="f83" fmla="*/ 179 f66 1"/>
                      <a:gd name="f84" fmla="*/ 212 f66 1"/>
                      <a:gd name="f85" fmla="*/ 860 f65 1"/>
                      <a:gd name="f86" fmla="*/ 216 f66 1"/>
                      <a:gd name="f87" fmla="*/ 488 f66 1"/>
                      <a:gd name="f88" fmla="*/ 491 f66 1"/>
                      <a:gd name="f89" fmla="*/ 570 f66 1"/>
                      <a:gd name="f90" fmla="*/ 625 f65 1"/>
                      <a:gd name="f91" fmla="*/ 702 f66 1"/>
                      <a:gd name="f92" fmla="*/ 587 f66 1"/>
                      <a:gd name="f93" fmla="*/ 438 f65 1"/>
                      <a:gd name="f94" fmla="*/ 485 f66 1"/>
                      <a:gd name="f95" fmla="*/ 563 f65 1"/>
                      <a:gd name="f96" fmla="*/ 454 f66 1"/>
                      <a:gd name="f97" fmla="*/ 658 f65 1"/>
                      <a:gd name="f98" fmla="*/ 250 f66 1"/>
                      <a:gd name="f99" fmla="*/ 219 f66 1"/>
                      <a:gd name="f100" fmla="*/ 565 f65 1"/>
                      <a:gd name="f101" fmla="*/ 115 f66 1"/>
                      <a:gd name="f102" fmla="*/ 439 f65 1"/>
                      <a:gd name="f103" fmla="*/ 99 f66 1"/>
                      <a:gd name="f104" fmla="*/ 99 f65 1"/>
                      <a:gd name="f105" fmla="*/ 603 f66 1"/>
                      <a:gd name="f106" fmla="+- f67 0 f1"/>
                      <a:gd name="f107" fmla="*/ f70 1 702"/>
                      <a:gd name="f108" fmla="*/ f71 1 860"/>
                      <a:gd name="f109" fmla="*/ f72 1 702"/>
                      <a:gd name="f110" fmla="*/ f73 1 860"/>
                      <a:gd name="f111" fmla="*/ f74 1 702"/>
                      <a:gd name="f112" fmla="*/ f75 1 860"/>
                      <a:gd name="f113" fmla="*/ f76 1 702"/>
                      <a:gd name="f114" fmla="*/ f77 1 860"/>
                      <a:gd name="f115" fmla="*/ f78 1 702"/>
                      <a:gd name="f116" fmla="*/ f79 1 702"/>
                      <a:gd name="f117" fmla="*/ f80 1 702"/>
                      <a:gd name="f118" fmla="*/ f81 1 860"/>
                      <a:gd name="f119" fmla="*/ f82 1 702"/>
                      <a:gd name="f120" fmla="*/ f83 1 702"/>
                      <a:gd name="f121" fmla="*/ f84 1 702"/>
                      <a:gd name="f122" fmla="*/ f85 1 860"/>
                      <a:gd name="f123" fmla="*/ f86 1 702"/>
                      <a:gd name="f124" fmla="*/ f87 1 702"/>
                      <a:gd name="f125" fmla="*/ f88 1 702"/>
                      <a:gd name="f126" fmla="*/ f89 1 702"/>
                      <a:gd name="f127" fmla="*/ f90 1 860"/>
                      <a:gd name="f128" fmla="*/ f91 1 702"/>
                      <a:gd name="f129" fmla="*/ f92 1 702"/>
                      <a:gd name="f130" fmla="*/ f93 1 860"/>
                      <a:gd name="f131" fmla="*/ f94 1 702"/>
                      <a:gd name="f132" fmla="*/ f95 1 860"/>
                      <a:gd name="f133" fmla="*/ f96 1 702"/>
                      <a:gd name="f134" fmla="*/ f97 1 860"/>
                      <a:gd name="f135" fmla="*/ f98 1 702"/>
                      <a:gd name="f136" fmla="*/ f99 1 702"/>
                      <a:gd name="f137" fmla="*/ f100 1 860"/>
                      <a:gd name="f138" fmla="*/ f101 1 702"/>
                      <a:gd name="f139" fmla="*/ f102 1 860"/>
                      <a:gd name="f140" fmla="*/ f103 1 702"/>
                      <a:gd name="f141" fmla="*/ f104 1 860"/>
                      <a:gd name="f142" fmla="*/ f105 1 702"/>
                      <a:gd name="f143" fmla="*/ 0 1 f68"/>
                      <a:gd name="f144" fmla="*/ f62 1 f68"/>
                      <a:gd name="f145" fmla="*/ 0 1 f69"/>
                      <a:gd name="f146" fmla="*/ f63 1 f69"/>
                      <a:gd name="f147" fmla="*/ f107 1 f68"/>
                      <a:gd name="f148" fmla="*/ f108 1 f69"/>
                      <a:gd name="f149" fmla="*/ f109 1 f68"/>
                      <a:gd name="f150" fmla="*/ f110 1 f69"/>
                      <a:gd name="f151" fmla="*/ f111 1 f68"/>
                      <a:gd name="f152" fmla="*/ f112 1 f69"/>
                      <a:gd name="f153" fmla="*/ f113 1 f68"/>
                      <a:gd name="f154" fmla="*/ f114 1 f69"/>
                      <a:gd name="f155" fmla="*/ f115 1 f68"/>
                      <a:gd name="f156" fmla="*/ f116 1 f68"/>
                      <a:gd name="f157" fmla="*/ f117 1 f68"/>
                      <a:gd name="f158" fmla="*/ f118 1 f69"/>
                      <a:gd name="f159" fmla="*/ f119 1 f68"/>
                      <a:gd name="f160" fmla="*/ f120 1 f68"/>
                      <a:gd name="f161" fmla="*/ f121 1 f68"/>
                      <a:gd name="f162" fmla="*/ f122 1 f69"/>
                      <a:gd name="f163" fmla="*/ f123 1 f68"/>
                      <a:gd name="f164" fmla="*/ f124 1 f68"/>
                      <a:gd name="f165" fmla="*/ f125 1 f68"/>
                      <a:gd name="f166" fmla="*/ f126 1 f68"/>
                      <a:gd name="f167" fmla="*/ f127 1 f69"/>
                      <a:gd name="f168" fmla="*/ f128 1 f68"/>
                      <a:gd name="f169" fmla="*/ f129 1 f68"/>
                      <a:gd name="f170" fmla="*/ f130 1 f69"/>
                      <a:gd name="f171" fmla="*/ f131 1 f68"/>
                      <a:gd name="f172" fmla="*/ f132 1 f69"/>
                      <a:gd name="f173" fmla="*/ f133 1 f68"/>
                      <a:gd name="f174" fmla="*/ f134 1 f69"/>
                      <a:gd name="f175" fmla="*/ f135 1 f68"/>
                      <a:gd name="f176" fmla="*/ f136 1 f68"/>
                      <a:gd name="f177" fmla="*/ f137 1 f69"/>
                      <a:gd name="f178" fmla="*/ f138 1 f68"/>
                      <a:gd name="f179" fmla="*/ f139 1 f69"/>
                      <a:gd name="f180" fmla="*/ f140 1 f68"/>
                      <a:gd name="f181" fmla="*/ f141 1 f69"/>
                      <a:gd name="f182" fmla="*/ f142 1 f68"/>
                      <a:gd name="f183" fmla="*/ f143 f59 1"/>
                      <a:gd name="f184" fmla="*/ f144 f59 1"/>
                      <a:gd name="f185" fmla="*/ f146 f60 1"/>
                      <a:gd name="f186" fmla="*/ f145 f60 1"/>
                      <a:gd name="f187" fmla="*/ f147 f59 1"/>
                      <a:gd name="f188" fmla="*/ f148 f60 1"/>
                      <a:gd name="f189" fmla="*/ f149 f59 1"/>
                      <a:gd name="f190" fmla="*/ f150 f60 1"/>
                      <a:gd name="f191" fmla="*/ f151 f59 1"/>
                      <a:gd name="f192" fmla="*/ f152 f60 1"/>
                      <a:gd name="f193" fmla="*/ f153 f59 1"/>
                      <a:gd name="f194" fmla="*/ f154 f60 1"/>
                      <a:gd name="f195" fmla="*/ f155 f59 1"/>
                      <a:gd name="f196" fmla="*/ f156 f59 1"/>
                      <a:gd name="f197" fmla="*/ f157 f59 1"/>
                      <a:gd name="f198" fmla="*/ f158 f60 1"/>
                      <a:gd name="f199" fmla="*/ f159 f59 1"/>
                      <a:gd name="f200" fmla="*/ f160 f59 1"/>
                      <a:gd name="f201" fmla="*/ f161 f59 1"/>
                      <a:gd name="f202" fmla="*/ f162 f60 1"/>
                      <a:gd name="f203" fmla="*/ f163 f59 1"/>
                      <a:gd name="f204" fmla="*/ f164 f59 1"/>
                      <a:gd name="f205" fmla="*/ f165 f59 1"/>
                      <a:gd name="f206" fmla="*/ f166 f59 1"/>
                      <a:gd name="f207" fmla="*/ f167 f60 1"/>
                      <a:gd name="f208" fmla="*/ f168 f59 1"/>
                      <a:gd name="f209" fmla="*/ f169 f59 1"/>
                      <a:gd name="f210" fmla="*/ f170 f60 1"/>
                      <a:gd name="f211" fmla="*/ f171 f59 1"/>
                      <a:gd name="f212" fmla="*/ f172 f60 1"/>
                      <a:gd name="f213" fmla="*/ f173 f59 1"/>
                      <a:gd name="f214" fmla="*/ f174 f60 1"/>
                      <a:gd name="f215" fmla="*/ f175 f59 1"/>
                      <a:gd name="f216" fmla="*/ f176 f59 1"/>
                      <a:gd name="f217" fmla="*/ f177 f60 1"/>
                      <a:gd name="f218" fmla="*/ f178 f59 1"/>
                      <a:gd name="f219" fmla="*/ f179 f60 1"/>
                      <a:gd name="f220" fmla="*/ f180 f59 1"/>
                      <a:gd name="f221" fmla="*/ f181 f60 1"/>
                      <a:gd name="f222" fmla="*/ f182 f59 1"/>
                    </a:gdLst>
                    <a:ahLst/>
                    <a:cxnLst>
                      <a:cxn ang="3cd4">
                        <a:pos x="hc" y="t"/>
                      </a:cxn>
                      <a:cxn ang="0">
                        <a:pos x="r" y="vc"/>
                      </a:cxn>
                      <a:cxn ang="cd4">
                        <a:pos x="hc" y="b"/>
                      </a:cxn>
                      <a:cxn ang="cd2">
                        <a:pos x="l" y="vc"/>
                      </a:cxn>
                      <a:cxn ang="f106">
                        <a:pos x="f187" y="f188"/>
                      </a:cxn>
                      <a:cxn ang="f106">
                        <a:pos x="f189" y="f190"/>
                      </a:cxn>
                      <a:cxn ang="f106">
                        <a:pos x="f191" y="f192"/>
                      </a:cxn>
                      <a:cxn ang="f106">
                        <a:pos x="f193" y="f194"/>
                      </a:cxn>
                      <a:cxn ang="f106">
                        <a:pos x="f195" y="f194"/>
                      </a:cxn>
                      <a:cxn ang="f106">
                        <a:pos x="f195" y="f194"/>
                      </a:cxn>
                      <a:cxn ang="f106">
                        <a:pos x="f196" y="f194"/>
                      </a:cxn>
                      <a:cxn ang="f106">
                        <a:pos x="f197" y="f198"/>
                      </a:cxn>
                      <a:cxn ang="f106">
                        <a:pos x="f199" y="f198"/>
                      </a:cxn>
                      <a:cxn ang="f106">
                        <a:pos x="f199" y="f198"/>
                      </a:cxn>
                      <a:cxn ang="f106">
                        <a:pos x="f200" y="f198"/>
                      </a:cxn>
                      <a:cxn ang="f106">
                        <a:pos x="f201" y="f202"/>
                      </a:cxn>
                      <a:cxn ang="f106">
                        <a:pos x="f201" y="f202"/>
                      </a:cxn>
                      <a:cxn ang="f106">
                        <a:pos x="f203" y="f202"/>
                      </a:cxn>
                      <a:cxn ang="f106">
                        <a:pos x="f204" y="f202"/>
                      </a:cxn>
                      <a:cxn ang="f106">
                        <a:pos x="f205" y="f202"/>
                      </a:cxn>
                      <a:cxn ang="f106">
                        <a:pos x="f206" y="f207"/>
                      </a:cxn>
                      <a:cxn ang="f106">
                        <a:pos x="f208" y="f190"/>
                      </a:cxn>
                      <a:cxn ang="f106">
                        <a:pos x="f187" y="f188"/>
                      </a:cxn>
                      <a:cxn ang="f106">
                        <a:pos x="f209" y="f210"/>
                      </a:cxn>
                      <a:cxn ang="f106">
                        <a:pos x="f211" y="f212"/>
                      </a:cxn>
                      <a:cxn ang="f106">
                        <a:pos x="f213" y="f214"/>
                      </a:cxn>
                      <a:cxn ang="f106">
                        <a:pos x="f215" y="f214"/>
                      </a:cxn>
                      <a:cxn ang="f106">
                        <a:pos x="f216" y="f217"/>
                      </a:cxn>
                      <a:cxn ang="f106">
                        <a:pos x="f218" y="f219"/>
                      </a:cxn>
                      <a:cxn ang="f106">
                        <a:pos x="f220" y="f190"/>
                      </a:cxn>
                      <a:cxn ang="f106">
                        <a:pos x="f187" y="f221"/>
                      </a:cxn>
                      <a:cxn ang="f106">
                        <a:pos x="f222" y="f190"/>
                      </a:cxn>
                      <a:cxn ang="f106">
                        <a:pos x="f209" y="f210"/>
                      </a:cxn>
                    </a:cxnLst>
                    <a:rect l="f183" t="f186" r="f184" b="f185"/>
                    <a:pathLst>
                      <a:path w="702" h="860">
                        <a:moveTo>
                          <a:pt x="f8" y="f5"/>
                        </a:moveTo>
                        <a:cubicBezTo>
                          <a:pt x="f9" y="f5"/>
                          <a:pt x="f5" y="f9"/>
                          <a:pt x="f5" y="f8"/>
                        </a:cubicBezTo>
                        <a:cubicBezTo>
                          <a:pt x="f5" y="f10"/>
                          <a:pt x="f11" y="f12"/>
                          <a:pt x="f13" y="f14"/>
                        </a:cubicBezTo>
                        <a:cubicBezTo>
                          <a:pt x="f15" y="f16"/>
                          <a:pt x="f15" y="f16"/>
                          <a:pt x="f15" y="f16"/>
                        </a:cubicBezTo>
                        <a:cubicBezTo>
                          <a:pt x="f17" y="f16"/>
                          <a:pt x="f17" y="f16"/>
                          <a:pt x="f17" y="f16"/>
                        </a:cubicBezTo>
                        <a:cubicBezTo>
                          <a:pt x="f17" y="f16"/>
                          <a:pt x="f17" y="f16"/>
                          <a:pt x="f17" y="f16"/>
                        </a:cubicBezTo>
                        <a:cubicBezTo>
                          <a:pt x="f18" y="f16"/>
                          <a:pt x="f18" y="f16"/>
                          <a:pt x="f18" y="f16"/>
                        </a:cubicBezTo>
                        <a:cubicBezTo>
                          <a:pt x="f19" y="f20"/>
                          <a:pt x="f19" y="f20"/>
                          <a:pt x="f19" y="f20"/>
                        </a:cubicBezTo>
                        <a:cubicBezTo>
                          <a:pt x="f21" y="f20"/>
                          <a:pt x="f21" y="f20"/>
                          <a:pt x="f21" y="f20"/>
                        </a:cubicBezTo>
                        <a:cubicBezTo>
                          <a:pt x="f21" y="f20"/>
                          <a:pt x="f21" y="f20"/>
                          <a:pt x="f21" y="f20"/>
                        </a:cubicBezTo>
                        <a:cubicBezTo>
                          <a:pt x="f22" y="f20"/>
                          <a:pt x="f22" y="f20"/>
                          <a:pt x="f22" y="f20"/>
                        </a:cubicBezTo>
                        <a:cubicBezTo>
                          <a:pt x="f23" y="f7"/>
                          <a:pt x="f23" y="f7"/>
                          <a:pt x="f23" y="f7"/>
                        </a:cubicBezTo>
                        <a:cubicBezTo>
                          <a:pt x="f23" y="f7"/>
                          <a:pt x="f23" y="f7"/>
                          <a:pt x="f23" y="f7"/>
                        </a:cubicBezTo>
                        <a:cubicBezTo>
                          <a:pt x="f24" y="f7"/>
                          <a:pt x="f24" y="f7"/>
                          <a:pt x="f24" y="f7"/>
                        </a:cubicBezTo>
                        <a:cubicBezTo>
                          <a:pt x="f25" y="f7"/>
                          <a:pt x="f25" y="f7"/>
                          <a:pt x="f25" y="f7"/>
                        </a:cubicBezTo>
                        <a:cubicBezTo>
                          <a:pt x="f26" y="f7"/>
                          <a:pt x="f26" y="f7"/>
                          <a:pt x="f26" y="f7"/>
                        </a:cubicBezTo>
                        <a:cubicBezTo>
                          <a:pt x="f27" y="f28"/>
                          <a:pt x="f27" y="f28"/>
                          <a:pt x="f27" y="f28"/>
                        </a:cubicBezTo>
                        <a:cubicBezTo>
                          <a:pt x="f29" y="f30"/>
                          <a:pt x="f6" y="f31"/>
                          <a:pt x="f6" y="f8"/>
                        </a:cubicBezTo>
                        <a:cubicBezTo>
                          <a:pt x="f6" y="f9"/>
                          <a:pt x="f32" y="f5"/>
                          <a:pt x="f8" y="f5"/>
                        </a:cubicBezTo>
                        <a:close/>
                        <a:moveTo>
                          <a:pt x="f33" y="f34"/>
                        </a:moveTo>
                        <a:cubicBezTo>
                          <a:pt x="f35" y="f36"/>
                          <a:pt x="f37" y="f38"/>
                          <a:pt x="f39" y="f40"/>
                        </a:cubicBezTo>
                        <a:cubicBezTo>
                          <a:pt x="f41" y="f42"/>
                          <a:pt x="f41" y="f42"/>
                          <a:pt x="f41" y="f42"/>
                        </a:cubicBezTo>
                        <a:cubicBezTo>
                          <a:pt x="f43" y="f42"/>
                          <a:pt x="f43" y="f42"/>
                          <a:pt x="f43" y="f42"/>
                        </a:cubicBezTo>
                        <a:cubicBezTo>
                          <a:pt x="f44" y="f45"/>
                          <a:pt x="f44" y="f45"/>
                          <a:pt x="f44" y="f45"/>
                        </a:cubicBezTo>
                        <a:cubicBezTo>
                          <a:pt x="f46" y="f47"/>
                          <a:pt x="f48" y="f26"/>
                          <a:pt x="f49" y="f50"/>
                        </a:cubicBezTo>
                        <a:cubicBezTo>
                          <a:pt x="f51" y="f52"/>
                          <a:pt x="f53" y="f54"/>
                          <a:pt x="f53" y="f8"/>
                        </a:cubicBezTo>
                        <a:cubicBezTo>
                          <a:pt x="f53" y="f23"/>
                          <a:pt x="f23" y="f53"/>
                          <a:pt x="f8" y="f53"/>
                        </a:cubicBezTo>
                        <a:cubicBezTo>
                          <a:pt x="f36" y="f53"/>
                          <a:pt x="f55" y="f23"/>
                          <a:pt x="f55" y="f8"/>
                        </a:cubicBezTo>
                        <a:cubicBezTo>
                          <a:pt x="f55" y="f56"/>
                          <a:pt x="f57" y="f52"/>
                          <a:pt x="f33" y="f34"/>
                        </a:cubicBezTo>
                        <a:close/>
                      </a:path>
                    </a:pathLst>
                  </a:custGeom>
                  <a:gradFill>
                    <a:gsLst>
                      <a:gs pos="0">
                        <a:srgbClr val="9D9FA1"/>
                      </a:gs>
                      <a:gs pos="100000">
                        <a:srgbClr val="211F26"/>
                      </a:gs>
                    </a:gsLst>
                    <a:lin ang="2700000"/>
                  </a:gradFill>
                  <a:ln>
                    <a:noFill/>
                    <a:prstDash val="solid"/>
                  </a:ln>
                </p:spPr>
                <p:txBody>
                  <a:bodyPr vert="horz" wrap="square" lIns="91440" tIns="45720" rIns="91440" bIns="45720" anchor="t"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300" b="0" i="0" u="none" strike="noStrike" kern="0" cap="none" spc="0" baseline="0">
                      <a:solidFill>
                        <a:srgbClr val="211F26"/>
                      </a:solidFill>
                      <a:uFillTx/>
                      <a:latin typeface="Arial"/>
                    </a:endParaRPr>
                  </a:p>
                </p:txBody>
              </p:sp>
            </p:grpSp>
            <p:sp>
              <p:nvSpPr>
                <p:cNvPr id="44" name="Tekstvak 51">
                  <a:extLst>
                    <a:ext uri="{FF2B5EF4-FFF2-40B4-BE49-F238E27FC236}">
                      <a16:creationId xmlns:a16="http://schemas.microsoft.com/office/drawing/2014/main" id="{DFD832B1-EA62-FFC1-4231-8C036D32B80E}"/>
                    </a:ext>
                  </a:extLst>
                </p:cNvPr>
                <p:cNvSpPr txBox="1"/>
                <p:nvPr/>
              </p:nvSpPr>
              <p:spPr>
                <a:xfrm>
                  <a:off x="15225601" y="6192453"/>
                  <a:ext cx="627799" cy="322234"/>
                </a:xfrm>
                <a:prstGeom prst="rect">
                  <a:avLst/>
                </a:prstGeom>
                <a:noFill/>
                <a:ln>
                  <a:noFill/>
                </a:ln>
              </p:spPr>
              <p:txBody>
                <a:bodyPr vert="horz" wrap="square" lIns="0" tIns="0" rIns="0" bIns="0"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000" b="0" i="0" u="none" strike="noStrike" kern="0" cap="none" spc="0" baseline="0">
                      <a:solidFill>
                        <a:srgbClr val="211F26"/>
                      </a:solidFill>
                      <a:uFillTx/>
                      <a:latin typeface="Calibri" pitchFamily="34"/>
                      <a:cs typeface="Calibri" pitchFamily="34"/>
                    </a:rPr>
                    <a:t>Inspiration</a:t>
                  </a:r>
                </a:p>
              </p:txBody>
            </p:sp>
          </p:grpSp>
        </p:grpSp>
        <p:grpSp>
          <p:nvGrpSpPr>
            <p:cNvPr id="45" name="Groep 17">
              <a:extLst>
                <a:ext uri="{FF2B5EF4-FFF2-40B4-BE49-F238E27FC236}">
                  <a16:creationId xmlns:a16="http://schemas.microsoft.com/office/drawing/2014/main" id="{D020BD96-2E8C-DBBD-05CD-88EE730A66FC}"/>
                </a:ext>
              </a:extLst>
            </p:cNvPr>
            <p:cNvGrpSpPr/>
            <p:nvPr/>
          </p:nvGrpSpPr>
          <p:grpSpPr>
            <a:xfrm>
              <a:off x="12736951" y="5129582"/>
              <a:ext cx="514285" cy="506541"/>
              <a:chOff x="12736951" y="5129582"/>
              <a:chExt cx="514285" cy="506541"/>
            </a:xfrm>
          </p:grpSpPr>
          <p:grpSp>
            <p:nvGrpSpPr>
              <p:cNvPr id="46" name="Groep 31">
                <a:extLst>
                  <a:ext uri="{FF2B5EF4-FFF2-40B4-BE49-F238E27FC236}">
                    <a16:creationId xmlns:a16="http://schemas.microsoft.com/office/drawing/2014/main" id="{5C555735-FC03-B73C-E0BD-96EB6E43C8F4}"/>
                  </a:ext>
                </a:extLst>
              </p:cNvPr>
              <p:cNvGrpSpPr/>
              <p:nvPr/>
            </p:nvGrpSpPr>
            <p:grpSpPr>
              <a:xfrm>
                <a:off x="12842062" y="5129582"/>
                <a:ext cx="319088" cy="306324"/>
                <a:chOff x="12842062" y="5129582"/>
                <a:chExt cx="319088" cy="306324"/>
              </a:xfrm>
            </p:grpSpPr>
            <p:grpSp>
              <p:nvGrpSpPr>
                <p:cNvPr id="47" name="Groep 34">
                  <a:extLst>
                    <a:ext uri="{FF2B5EF4-FFF2-40B4-BE49-F238E27FC236}">
                      <a16:creationId xmlns:a16="http://schemas.microsoft.com/office/drawing/2014/main" id="{E900EC62-E891-A31D-11C0-BE9F73BF3980}"/>
                    </a:ext>
                  </a:extLst>
                </p:cNvPr>
                <p:cNvGrpSpPr/>
                <p:nvPr/>
              </p:nvGrpSpPr>
              <p:grpSpPr>
                <a:xfrm>
                  <a:off x="12842062" y="5129582"/>
                  <a:ext cx="282064" cy="270561"/>
                  <a:chOff x="12842062" y="5129582"/>
                  <a:chExt cx="282064" cy="270561"/>
                </a:xfrm>
              </p:grpSpPr>
              <p:grpSp>
                <p:nvGrpSpPr>
                  <p:cNvPr id="48" name="Groep 41">
                    <a:extLst>
                      <a:ext uri="{FF2B5EF4-FFF2-40B4-BE49-F238E27FC236}">
                        <a16:creationId xmlns:a16="http://schemas.microsoft.com/office/drawing/2014/main" id="{4D004FC3-472C-C7E5-AAE1-754E062137B5}"/>
                      </a:ext>
                    </a:extLst>
                  </p:cNvPr>
                  <p:cNvGrpSpPr/>
                  <p:nvPr/>
                </p:nvGrpSpPr>
                <p:grpSpPr>
                  <a:xfrm>
                    <a:off x="12842062" y="5129582"/>
                    <a:ext cx="282064" cy="270561"/>
                    <a:chOff x="12842062" y="5129582"/>
                    <a:chExt cx="282064" cy="270561"/>
                  </a:xfrm>
                </p:grpSpPr>
                <p:sp>
                  <p:nvSpPr>
                    <p:cNvPr id="49" name="Rechthoek 44">
                      <a:extLst>
                        <a:ext uri="{FF2B5EF4-FFF2-40B4-BE49-F238E27FC236}">
                          <a16:creationId xmlns:a16="http://schemas.microsoft.com/office/drawing/2014/main" id="{4640767B-22C8-0AA6-FA40-7FE402BD19E3}"/>
                        </a:ext>
                      </a:extLst>
                    </p:cNvPr>
                    <p:cNvSpPr/>
                    <p:nvPr/>
                  </p:nvSpPr>
                  <p:spPr>
                    <a:xfrm>
                      <a:off x="12842062" y="5129582"/>
                      <a:ext cx="282064" cy="270561"/>
                    </a:xfrm>
                    <a:prstGeom prst="rect">
                      <a:avLst/>
                    </a:prstGeom>
                    <a:noFill/>
                    <a:ln w="12701" cap="flat">
                      <a:solidFill>
                        <a:srgbClr val="818181"/>
                      </a:solidFill>
                      <a:custDash>
                        <a:ds d="300000" sp="300000"/>
                      </a:custDash>
                      <a:miter/>
                    </a:ln>
                  </p:spPr>
                  <p:txBody>
                    <a:bodyPr vert="horz" wrap="square" lIns="107999"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800" b="0" i="0" u="none" strike="noStrike" kern="1200" cap="none" spc="0" baseline="0">
                        <a:solidFill>
                          <a:srgbClr val="211F26"/>
                        </a:solidFill>
                        <a:uFillTx/>
                        <a:latin typeface="Calibri" pitchFamily="34"/>
                        <a:cs typeface="Calibri" pitchFamily="34"/>
                      </a:endParaRPr>
                    </a:p>
                  </p:txBody>
                </p:sp>
                <p:sp>
                  <p:nvSpPr>
                    <p:cNvPr id="50" name="Rechthoek 45">
                      <a:extLst>
                        <a:ext uri="{FF2B5EF4-FFF2-40B4-BE49-F238E27FC236}">
                          <a16:creationId xmlns:a16="http://schemas.microsoft.com/office/drawing/2014/main" id="{DA07FAC3-8F4C-C486-3F57-2C473FE0602E}"/>
                        </a:ext>
                      </a:extLst>
                    </p:cNvPr>
                    <p:cNvSpPr/>
                    <p:nvPr/>
                  </p:nvSpPr>
                  <p:spPr>
                    <a:xfrm>
                      <a:off x="12842062" y="5129582"/>
                      <a:ext cx="166237" cy="163814"/>
                    </a:xfrm>
                    <a:prstGeom prst="rect">
                      <a:avLst/>
                    </a:prstGeom>
                    <a:solidFill>
                      <a:srgbClr val="FFFFFF"/>
                    </a:solidFill>
                    <a:ln w="12701" cap="flat">
                      <a:solidFill>
                        <a:srgbClr val="818181"/>
                      </a:solidFill>
                      <a:prstDash val="solid"/>
                      <a:miter/>
                    </a:ln>
                  </p:spPr>
                  <p:txBody>
                    <a:bodyPr vert="horz" wrap="square" lIns="107999"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800" b="0" i="0" u="none" strike="noStrike" kern="1200" cap="none" spc="0" baseline="0">
                        <a:solidFill>
                          <a:srgbClr val="211F26"/>
                        </a:solidFill>
                        <a:uFillTx/>
                        <a:latin typeface="Calibri" pitchFamily="34"/>
                        <a:cs typeface="Calibri" pitchFamily="34"/>
                      </a:endParaRPr>
                    </a:p>
                  </p:txBody>
                </p:sp>
                <p:sp>
                  <p:nvSpPr>
                    <p:cNvPr id="51" name="Ovaal 46">
                      <a:extLst>
                        <a:ext uri="{FF2B5EF4-FFF2-40B4-BE49-F238E27FC236}">
                          <a16:creationId xmlns:a16="http://schemas.microsoft.com/office/drawing/2014/main" id="{5B39E5FE-289F-B00E-F604-A12B4A6604A5}"/>
                        </a:ext>
                      </a:extLst>
                    </p:cNvPr>
                    <p:cNvSpPr/>
                    <p:nvPr/>
                  </p:nvSpPr>
                  <p:spPr>
                    <a:xfrm>
                      <a:off x="12943341" y="5150275"/>
                      <a:ext cx="45866" cy="45866"/>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ECC679"/>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pic>
                <p:nvPicPr>
                  <p:cNvPr id="52" name="Afbeelding 42">
                    <a:extLst>
                      <a:ext uri="{FF2B5EF4-FFF2-40B4-BE49-F238E27FC236}">
                        <a16:creationId xmlns:a16="http://schemas.microsoft.com/office/drawing/2014/main" id="{78ACA2CC-8851-DCF6-49A7-31075D8B4A7C}"/>
                      </a:ext>
                    </a:extLst>
                  </p:cNvPr>
                  <p:cNvPicPr>
                    <a:picLocks noChangeAspect="1"/>
                  </p:cNvPicPr>
                  <p:nvPr/>
                </p:nvPicPr>
                <p:blipFill>
                  <a:blip r:embed="rId3"/>
                  <a:stretch>
                    <a:fillRect/>
                  </a:stretch>
                </p:blipFill>
                <p:spPr>
                  <a:xfrm>
                    <a:off x="12849935" y="5196224"/>
                    <a:ext cx="110157" cy="89099"/>
                  </a:xfrm>
                  <a:prstGeom prst="rect">
                    <a:avLst/>
                  </a:prstGeom>
                  <a:noFill/>
                  <a:ln>
                    <a:noFill/>
                  </a:ln>
                </p:spPr>
              </p:pic>
              <p:pic>
                <p:nvPicPr>
                  <p:cNvPr id="53" name="Afbeelding 43">
                    <a:extLst>
                      <a:ext uri="{FF2B5EF4-FFF2-40B4-BE49-F238E27FC236}">
                        <a16:creationId xmlns:a16="http://schemas.microsoft.com/office/drawing/2014/main" id="{E853C83A-58E7-5FC0-E897-3FB47A3C2F03}"/>
                      </a:ext>
                    </a:extLst>
                  </p:cNvPr>
                  <p:cNvPicPr>
                    <a:picLocks noChangeAspect="1"/>
                  </p:cNvPicPr>
                  <p:nvPr/>
                </p:nvPicPr>
                <p:blipFill>
                  <a:blip r:embed="rId3"/>
                  <a:stretch>
                    <a:fillRect/>
                  </a:stretch>
                </p:blipFill>
                <p:spPr>
                  <a:xfrm flipH="1">
                    <a:off x="12893332" y="5211650"/>
                    <a:ext cx="110157" cy="70801"/>
                  </a:xfrm>
                  <a:prstGeom prst="rect">
                    <a:avLst/>
                  </a:prstGeom>
                  <a:noFill/>
                  <a:ln>
                    <a:noFill/>
                  </a:ln>
                </p:spPr>
              </p:pic>
            </p:grpSp>
            <p:grpSp>
              <p:nvGrpSpPr>
                <p:cNvPr id="54" name="Groep 35">
                  <a:extLst>
                    <a:ext uri="{FF2B5EF4-FFF2-40B4-BE49-F238E27FC236}">
                      <a16:creationId xmlns:a16="http://schemas.microsoft.com/office/drawing/2014/main" id="{04FCFCD8-CD9E-2F46-0E42-93AE9B6D2DC7}"/>
                    </a:ext>
                  </a:extLst>
                </p:cNvPr>
                <p:cNvGrpSpPr/>
                <p:nvPr/>
              </p:nvGrpSpPr>
              <p:grpSpPr>
                <a:xfrm>
                  <a:off x="13061553" y="5335871"/>
                  <a:ext cx="99597" cy="100035"/>
                  <a:chOff x="13061553" y="5335871"/>
                  <a:chExt cx="99597" cy="100035"/>
                </a:xfrm>
              </p:grpSpPr>
              <p:sp>
                <p:nvSpPr>
                  <p:cNvPr id="55" name="Rechthoek 39">
                    <a:extLst>
                      <a:ext uri="{FF2B5EF4-FFF2-40B4-BE49-F238E27FC236}">
                        <a16:creationId xmlns:a16="http://schemas.microsoft.com/office/drawing/2014/main" id="{44A8A504-6329-8E97-6FBE-2E8234F09BB2}"/>
                      </a:ext>
                    </a:extLst>
                  </p:cNvPr>
                  <p:cNvSpPr/>
                  <p:nvPr/>
                </p:nvSpPr>
                <p:spPr>
                  <a:xfrm>
                    <a:off x="13061554" y="5335871"/>
                    <a:ext cx="99596" cy="19385"/>
                  </a:xfrm>
                  <a:prstGeom prst="rect">
                    <a:avLst/>
                  </a:prstGeom>
                  <a:solidFill>
                    <a:srgbClr val="81818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56" name="Rechthoek 40">
                    <a:extLst>
                      <a:ext uri="{FF2B5EF4-FFF2-40B4-BE49-F238E27FC236}">
                        <a16:creationId xmlns:a16="http://schemas.microsoft.com/office/drawing/2014/main" id="{9017DDA6-99B0-7F02-C4DE-F780D29C35B5}"/>
                      </a:ext>
                    </a:extLst>
                  </p:cNvPr>
                  <p:cNvSpPr/>
                  <p:nvPr/>
                </p:nvSpPr>
                <p:spPr>
                  <a:xfrm rot="5400013">
                    <a:off x="13021448" y="5376415"/>
                    <a:ext cx="99596" cy="19385"/>
                  </a:xfrm>
                  <a:prstGeom prst="rect">
                    <a:avLst/>
                  </a:prstGeom>
                  <a:solidFill>
                    <a:srgbClr val="81818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grpSp>
              <p:nvGrpSpPr>
                <p:cNvPr id="57" name="Groep 36">
                  <a:extLst>
                    <a:ext uri="{FF2B5EF4-FFF2-40B4-BE49-F238E27FC236}">
                      <a16:creationId xmlns:a16="http://schemas.microsoft.com/office/drawing/2014/main" id="{A861BDBB-B3EF-0EEE-DBB2-F7A586C35B78}"/>
                    </a:ext>
                  </a:extLst>
                </p:cNvPr>
                <p:cNvGrpSpPr/>
                <p:nvPr/>
              </p:nvGrpSpPr>
              <p:grpSpPr>
                <a:xfrm>
                  <a:off x="13032787" y="5308806"/>
                  <a:ext cx="99597" cy="100024"/>
                  <a:chOff x="13032787" y="5308806"/>
                  <a:chExt cx="99597" cy="100024"/>
                </a:xfrm>
              </p:grpSpPr>
              <p:sp>
                <p:nvSpPr>
                  <p:cNvPr id="58" name="Rechthoek 37">
                    <a:extLst>
                      <a:ext uri="{FF2B5EF4-FFF2-40B4-BE49-F238E27FC236}">
                        <a16:creationId xmlns:a16="http://schemas.microsoft.com/office/drawing/2014/main" id="{E6435457-7A83-4718-1F7C-1B5045B93FEC}"/>
                      </a:ext>
                    </a:extLst>
                  </p:cNvPr>
                  <p:cNvSpPr/>
                  <p:nvPr/>
                </p:nvSpPr>
                <p:spPr>
                  <a:xfrm rot="10799991">
                    <a:off x="13032787" y="5389445"/>
                    <a:ext cx="99596" cy="19385"/>
                  </a:xfrm>
                  <a:prstGeom prst="rect">
                    <a:avLst/>
                  </a:prstGeom>
                  <a:solidFill>
                    <a:srgbClr val="81818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59" name="Rechthoek 38">
                    <a:extLst>
                      <a:ext uri="{FF2B5EF4-FFF2-40B4-BE49-F238E27FC236}">
                        <a16:creationId xmlns:a16="http://schemas.microsoft.com/office/drawing/2014/main" id="{9070EA78-3AE1-4292-7B73-370229F0B8BE}"/>
                      </a:ext>
                    </a:extLst>
                  </p:cNvPr>
                  <p:cNvSpPr/>
                  <p:nvPr/>
                </p:nvSpPr>
                <p:spPr>
                  <a:xfrm rot="16200004">
                    <a:off x="13072894" y="5348911"/>
                    <a:ext cx="99596" cy="19385"/>
                  </a:xfrm>
                  <a:prstGeom prst="rect">
                    <a:avLst/>
                  </a:prstGeom>
                  <a:solidFill>
                    <a:srgbClr val="81818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grpSp>
          <p:sp>
            <p:nvSpPr>
              <p:cNvPr id="60" name="Rechthoek 32">
                <a:extLst>
                  <a:ext uri="{FF2B5EF4-FFF2-40B4-BE49-F238E27FC236}">
                    <a16:creationId xmlns:a16="http://schemas.microsoft.com/office/drawing/2014/main" id="{E5AA888D-0D22-FA1D-E072-FD773BBF5C2B}"/>
                  </a:ext>
                </a:extLst>
              </p:cNvPr>
              <p:cNvSpPr/>
              <p:nvPr/>
            </p:nvSpPr>
            <p:spPr>
              <a:xfrm>
                <a:off x="12736951" y="5461967"/>
                <a:ext cx="514285" cy="110084"/>
              </a:xfrm>
              <a:prstGeom prst="rect">
                <a:avLst/>
              </a:prstGeom>
              <a:noFill/>
              <a:ln>
                <a:noFill/>
                <a:prstDash val="solid"/>
              </a:ln>
            </p:spPr>
            <p:txBody>
              <a:bodyPr vert="horz" wrap="square" lIns="0" tIns="0" rIns="0" bIns="0"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900" b="0" i="0" u="none" strike="noStrike" kern="1200" cap="none" spc="0" baseline="0">
                    <a:solidFill>
                      <a:srgbClr val="211F26"/>
                    </a:solidFill>
                    <a:uFillTx/>
                    <a:latin typeface="Calibri" pitchFamily="34"/>
                    <a:cs typeface="Calibri" pitchFamily="34"/>
                  </a:rPr>
                  <a:t>Crop</a:t>
                </a:r>
              </a:p>
            </p:txBody>
          </p:sp>
          <p:sp>
            <p:nvSpPr>
              <p:cNvPr id="61" name="Gelijkbenige driehoek 33">
                <a:extLst>
                  <a:ext uri="{FF2B5EF4-FFF2-40B4-BE49-F238E27FC236}">
                    <a16:creationId xmlns:a16="http://schemas.microsoft.com/office/drawing/2014/main" id="{D868A60D-C22D-2FC3-9BA6-9A268F602C70}"/>
                  </a:ext>
                </a:extLst>
              </p:cNvPr>
              <p:cNvSpPr/>
              <p:nvPr/>
            </p:nvSpPr>
            <p:spPr>
              <a:xfrm rot="10799991">
                <a:off x="12964427" y="5601193"/>
                <a:ext cx="59335" cy="34930"/>
              </a:xfrm>
              <a:custGeom>
                <a:avLst>
                  <a:gd name="f8" fmla="val 50000"/>
                </a:avLst>
                <a:gdLst>
                  <a:gd name="f1" fmla="val 10800000"/>
                  <a:gd name="f2" fmla="val 5400000"/>
                  <a:gd name="f3" fmla="val 180"/>
                  <a:gd name="f4" fmla="val w"/>
                  <a:gd name="f5" fmla="val h"/>
                  <a:gd name="f6" fmla="val ss"/>
                  <a:gd name="f7" fmla="val 0"/>
                  <a:gd name="f8" fmla="val 50000"/>
                  <a:gd name="f9" fmla="+- 0 0 -360"/>
                  <a:gd name="f10" fmla="+- 0 0 -270"/>
                  <a:gd name="f11" fmla="+- 0 0 -180"/>
                  <a:gd name="f12" fmla="+- 0 0 -90"/>
                  <a:gd name="f13" fmla="abs f4"/>
                  <a:gd name="f14" fmla="abs f5"/>
                  <a:gd name="f15" fmla="abs f6"/>
                  <a:gd name="f16" fmla="val f7"/>
                  <a:gd name="f17" fmla="val f8"/>
                  <a:gd name="f18" fmla="*/ f9 f1 1"/>
                  <a:gd name="f19" fmla="*/ f10 f1 1"/>
                  <a:gd name="f20" fmla="*/ f11 f1 1"/>
                  <a:gd name="f21" fmla="*/ f12 f1 1"/>
                  <a:gd name="f22" fmla="?: f13 f4 1"/>
                  <a:gd name="f23" fmla="?: f14 f5 1"/>
                  <a:gd name="f24" fmla="?: f15 f6 1"/>
                  <a:gd name="f25" fmla="*/ f18 1 f3"/>
                  <a:gd name="f26" fmla="*/ f19 1 f3"/>
                  <a:gd name="f27" fmla="*/ f20 1 f3"/>
                  <a:gd name="f28" fmla="*/ f21 1 f3"/>
                  <a:gd name="f29" fmla="*/ f22 1 21600"/>
                  <a:gd name="f30" fmla="*/ f23 1 21600"/>
                  <a:gd name="f31" fmla="*/ 21600 f22 1"/>
                  <a:gd name="f32" fmla="*/ 21600 f23 1"/>
                  <a:gd name="f33" fmla="+- f25 0 f2"/>
                  <a:gd name="f34" fmla="+- f26 0 f2"/>
                  <a:gd name="f35" fmla="+- f27 0 f2"/>
                  <a:gd name="f36" fmla="+- f28 0 f2"/>
                  <a:gd name="f37" fmla="min f30 f29"/>
                  <a:gd name="f38" fmla="*/ f31 1 f24"/>
                  <a:gd name="f39" fmla="*/ f32 1 f24"/>
                  <a:gd name="f40" fmla="val f38"/>
                  <a:gd name="f41" fmla="val f39"/>
                  <a:gd name="f42" fmla="*/ f16 f37 1"/>
                  <a:gd name="f43" fmla="+- f41 0 f16"/>
                  <a:gd name="f44" fmla="+- f40 0 f16"/>
                  <a:gd name="f45" fmla="*/ f41 f37 1"/>
                  <a:gd name="f46" fmla="*/ f40 f37 1"/>
                  <a:gd name="f47" fmla="*/ f43 1 2"/>
                  <a:gd name="f48" fmla="*/ f44 1 2"/>
                  <a:gd name="f49" fmla="*/ f44 f17 1"/>
                  <a:gd name="f50" fmla="+- f16 f47 0"/>
                  <a:gd name="f51" fmla="*/ f49 1 200000"/>
                  <a:gd name="f52" fmla="*/ f49 1 100000"/>
                  <a:gd name="f53" fmla="+- f51 f48 0"/>
                  <a:gd name="f54" fmla="*/ f51 f37 1"/>
                  <a:gd name="f55" fmla="*/ f50 f37 1"/>
                  <a:gd name="f56" fmla="*/ f52 f37 1"/>
                  <a:gd name="f57" fmla="*/ f53 f37 1"/>
                </a:gdLst>
                <a:ahLst/>
                <a:cxnLst>
                  <a:cxn ang="3cd4">
                    <a:pos x="hc" y="t"/>
                  </a:cxn>
                  <a:cxn ang="0">
                    <a:pos x="r" y="vc"/>
                  </a:cxn>
                  <a:cxn ang="cd4">
                    <a:pos x="hc" y="b"/>
                  </a:cxn>
                  <a:cxn ang="cd2">
                    <a:pos x="l" y="vc"/>
                  </a:cxn>
                  <a:cxn ang="f33">
                    <a:pos x="f56" y="f42"/>
                  </a:cxn>
                  <a:cxn ang="f34">
                    <a:pos x="f54" y="f55"/>
                  </a:cxn>
                  <a:cxn ang="f35">
                    <a:pos x="f42" y="f45"/>
                  </a:cxn>
                  <a:cxn ang="f35">
                    <a:pos x="f56" y="f45"/>
                  </a:cxn>
                  <a:cxn ang="f35">
                    <a:pos x="f46" y="f45"/>
                  </a:cxn>
                  <a:cxn ang="f36">
                    <a:pos x="f57" y="f55"/>
                  </a:cxn>
                </a:cxnLst>
                <a:rect l="f54" t="f55" r="f57" b="f45"/>
                <a:pathLst>
                  <a:path>
                    <a:moveTo>
                      <a:pt x="f42" y="f45"/>
                    </a:moveTo>
                    <a:lnTo>
                      <a:pt x="f56" y="f42"/>
                    </a:lnTo>
                    <a:lnTo>
                      <a:pt x="f46" y="f45"/>
                    </a:lnTo>
                    <a:close/>
                  </a:path>
                </a:pathLst>
              </a:custGeom>
              <a:solidFill>
                <a:srgbClr val="81818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sp>
          <p:nvSpPr>
            <p:cNvPr id="62" name="Ovaal 18">
              <a:extLst>
                <a:ext uri="{FF2B5EF4-FFF2-40B4-BE49-F238E27FC236}">
                  <a16:creationId xmlns:a16="http://schemas.microsoft.com/office/drawing/2014/main" id="{C30816DF-05F9-CCDA-A9B4-9D23CCB9A2D7}"/>
                </a:ext>
              </a:extLst>
            </p:cNvPr>
            <p:cNvSpPr/>
            <p:nvPr/>
          </p:nvSpPr>
          <p:spPr>
            <a:xfrm>
              <a:off x="12560170" y="1811179"/>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2</a:t>
              </a:r>
            </a:p>
          </p:txBody>
        </p:sp>
        <p:sp>
          <p:nvSpPr>
            <p:cNvPr id="63" name="Rechthoek 22">
              <a:extLst>
                <a:ext uri="{FF2B5EF4-FFF2-40B4-BE49-F238E27FC236}">
                  <a16:creationId xmlns:a16="http://schemas.microsoft.com/office/drawing/2014/main" id="{A44B16FF-31E9-D9C0-22A2-4735C585B86C}"/>
                </a:ext>
              </a:extLst>
            </p:cNvPr>
            <p:cNvSpPr/>
            <p:nvPr/>
          </p:nvSpPr>
          <p:spPr>
            <a:xfrm>
              <a:off x="12844348" y="1811188"/>
              <a:ext cx="2944678" cy="326340"/>
            </a:xfrm>
            <a:prstGeom prst="rect">
              <a:avLst/>
            </a:prstGeom>
            <a:noFill/>
            <a:ln>
              <a:noFill/>
              <a:prstDash val="solid"/>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0" i="0" u="none" strike="noStrike" kern="0" cap="none" spc="0" baseline="0">
                  <a:solidFill>
                    <a:srgbClr val="000000"/>
                  </a:solidFill>
                  <a:uFillTx/>
                  <a:latin typeface="Calibri" pitchFamily="34"/>
                  <a:cs typeface="Calibri" pitchFamily="34"/>
                </a:rPr>
                <a:t>Select the preferred category and image</a:t>
              </a:r>
              <a:br>
                <a:rPr lang="en-GB" sz="1200" b="0" i="0" u="none" strike="noStrike" kern="0" cap="none" spc="0" baseline="0">
                  <a:solidFill>
                    <a:srgbClr val="000000"/>
                  </a:solidFill>
                  <a:uFillTx/>
                  <a:latin typeface="Calibri" pitchFamily="34"/>
                  <a:cs typeface="Calibri" pitchFamily="34"/>
                </a:rPr>
              </a:br>
              <a:r>
                <a:rPr lang="en-GB" sz="1200" b="0" i="0" u="none" strike="noStrike" kern="0" cap="none" spc="0" baseline="0">
                  <a:solidFill>
                    <a:srgbClr val="000000"/>
                  </a:solidFill>
                  <a:uFillTx/>
                  <a:latin typeface="Calibri" pitchFamily="34"/>
                  <a:cs typeface="Calibri" pitchFamily="34"/>
                </a:rPr>
                <a:t>and click on  </a:t>
              </a:r>
              <a:r>
                <a:rPr lang="en-GB" sz="1200" b="1" i="0" u="none" strike="noStrike" kern="0" cap="none" spc="0" baseline="0">
                  <a:solidFill>
                    <a:srgbClr val="000000"/>
                  </a:solidFill>
                  <a:uFillTx/>
                  <a:latin typeface="Calibri" pitchFamily="34"/>
                  <a:cs typeface="Calibri" pitchFamily="34"/>
                </a:rPr>
                <a:t>‘Insert’</a:t>
              </a:r>
              <a:r>
                <a:rPr lang="en-GB" sz="1200" b="0" i="0" u="none" strike="noStrike" kern="0" cap="none" spc="0" baseline="0">
                  <a:solidFill>
                    <a:srgbClr val="000000"/>
                  </a:solidFill>
                  <a:uFillTx/>
                  <a:latin typeface="Calibri" pitchFamily="34"/>
                  <a:cs typeface="Calibri" pitchFamily="34"/>
                </a:rPr>
                <a:t>.</a:t>
              </a:r>
            </a:p>
          </p:txBody>
        </p:sp>
        <p:sp>
          <p:nvSpPr>
            <p:cNvPr id="64" name="Rechthoek 23">
              <a:extLst>
                <a:ext uri="{FF2B5EF4-FFF2-40B4-BE49-F238E27FC236}">
                  <a16:creationId xmlns:a16="http://schemas.microsoft.com/office/drawing/2014/main" id="{1AAC75CF-72C0-070B-1E95-9737490B25C1}"/>
                </a:ext>
              </a:extLst>
            </p:cNvPr>
            <p:cNvSpPr/>
            <p:nvPr/>
          </p:nvSpPr>
          <p:spPr>
            <a:xfrm>
              <a:off x="12844348" y="2245757"/>
              <a:ext cx="825502" cy="209553"/>
            </a:xfrm>
            <a:prstGeom prst="rect">
              <a:avLst/>
            </a:prstGeom>
            <a:solidFill>
              <a:srgbClr val="1FF524"/>
            </a:solidFill>
            <a:ln>
              <a:noFill/>
              <a:prstDash val="solid"/>
            </a:ln>
          </p:spPr>
          <p:txBody>
            <a:bodyPr vert="horz" wrap="square" lIns="0" tIns="0" rIns="0" bIns="0"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000" b="1" i="0" u="none" strike="noStrike" kern="1200" cap="none" spc="0" baseline="0">
                  <a:solidFill>
                    <a:srgbClr val="211F26"/>
                  </a:solidFill>
                  <a:uFillTx/>
                  <a:latin typeface="Calibri" pitchFamily="34"/>
                  <a:cs typeface="Calibri" pitchFamily="34"/>
                </a:rPr>
                <a:t>Insert</a:t>
              </a:r>
            </a:p>
          </p:txBody>
        </p:sp>
        <p:grpSp>
          <p:nvGrpSpPr>
            <p:cNvPr id="65" name="Groep 24">
              <a:extLst>
                <a:ext uri="{FF2B5EF4-FFF2-40B4-BE49-F238E27FC236}">
                  <a16:creationId xmlns:a16="http://schemas.microsoft.com/office/drawing/2014/main" id="{9E4B8D88-9FEC-D6A9-4C28-901E88CB0A4B}"/>
                </a:ext>
              </a:extLst>
            </p:cNvPr>
            <p:cNvGrpSpPr/>
            <p:nvPr/>
          </p:nvGrpSpPr>
          <p:grpSpPr>
            <a:xfrm>
              <a:off x="12798271" y="1226978"/>
              <a:ext cx="446940" cy="406486"/>
              <a:chOff x="12798271" y="1226978"/>
              <a:chExt cx="446940" cy="406486"/>
            </a:xfrm>
          </p:grpSpPr>
          <p:grpSp>
            <p:nvGrpSpPr>
              <p:cNvPr id="66" name="Groep 25">
                <a:extLst>
                  <a:ext uri="{FF2B5EF4-FFF2-40B4-BE49-F238E27FC236}">
                    <a16:creationId xmlns:a16="http://schemas.microsoft.com/office/drawing/2014/main" id="{0790F13F-1880-9975-85F6-F2932DD93DB3}"/>
                  </a:ext>
                </a:extLst>
              </p:cNvPr>
              <p:cNvGrpSpPr/>
              <p:nvPr/>
            </p:nvGrpSpPr>
            <p:grpSpPr>
              <a:xfrm>
                <a:off x="12878446" y="1226978"/>
                <a:ext cx="284168" cy="246686"/>
                <a:chOff x="12878446" y="1226978"/>
                <a:chExt cx="284168" cy="246686"/>
              </a:xfrm>
            </p:grpSpPr>
            <p:sp>
              <p:nvSpPr>
                <p:cNvPr id="67" name="Vrije vorm: vorm 27">
                  <a:extLst>
                    <a:ext uri="{FF2B5EF4-FFF2-40B4-BE49-F238E27FC236}">
                      <a16:creationId xmlns:a16="http://schemas.microsoft.com/office/drawing/2014/main" id="{DA286D69-6566-4E68-EA33-2A3ECE2C5299}"/>
                    </a:ext>
                  </a:extLst>
                </p:cNvPr>
                <p:cNvSpPr/>
                <p:nvPr/>
              </p:nvSpPr>
              <p:spPr>
                <a:xfrm>
                  <a:off x="12927037" y="1287612"/>
                  <a:ext cx="47978" cy="47868"/>
                </a:xfrm>
                <a:custGeom>
                  <a:avLst/>
                  <a:gdLst>
                    <a:gd name="f0" fmla="val 10800000"/>
                    <a:gd name="f1" fmla="val 5400000"/>
                    <a:gd name="f2" fmla="val 180"/>
                    <a:gd name="f3" fmla="val w"/>
                    <a:gd name="f4" fmla="val h"/>
                    <a:gd name="f5" fmla="val 0"/>
                    <a:gd name="f6" fmla="val 371475"/>
                    <a:gd name="f7" fmla="val 369094"/>
                    <a:gd name="f8" fmla="val 188119"/>
                    <a:gd name="f9" fmla="val 288068"/>
                    <a:gd name="f10" fmla="val 88169"/>
                    <a:gd name="f11" fmla="val 7144"/>
                    <a:gd name="f12" fmla="+- 0 0 -90"/>
                    <a:gd name="f13" fmla="*/ f3 1 371475"/>
                    <a:gd name="f14" fmla="*/ f4 1 371475"/>
                    <a:gd name="f15" fmla="val f5"/>
                    <a:gd name="f16" fmla="val f6"/>
                    <a:gd name="f17" fmla="*/ f12 f0 1"/>
                    <a:gd name="f18" fmla="+- f16 0 f15"/>
                    <a:gd name="f19" fmla="*/ f17 1 f2"/>
                    <a:gd name="f20" fmla="*/ f18 1 371475"/>
                    <a:gd name="f21" fmla="*/ 369094 f18 1"/>
                    <a:gd name="f22" fmla="*/ 188119 f18 1"/>
                    <a:gd name="f23" fmla="*/ 7144 f18 1"/>
                    <a:gd name="f24" fmla="+- f19 0 f1"/>
                    <a:gd name="f25" fmla="*/ f21 1 371475"/>
                    <a:gd name="f26" fmla="*/ f22 1 371475"/>
                    <a:gd name="f27" fmla="*/ f23 1 371475"/>
                    <a:gd name="f28" fmla="*/ f15 1 f20"/>
                    <a:gd name="f29" fmla="*/ f16 1 f20"/>
                    <a:gd name="f30" fmla="*/ f25 1 f20"/>
                    <a:gd name="f31" fmla="*/ f26 1 f20"/>
                    <a:gd name="f32" fmla="*/ f27 1 f20"/>
                    <a:gd name="f33" fmla="*/ f28 f13 1"/>
                    <a:gd name="f34" fmla="*/ f29 f13 1"/>
                    <a:gd name="f35" fmla="*/ f29 f14 1"/>
                    <a:gd name="f36" fmla="*/ f28 f14 1"/>
                    <a:gd name="f37" fmla="*/ f30 f13 1"/>
                    <a:gd name="f38" fmla="*/ f31 f14 1"/>
                    <a:gd name="f39" fmla="*/ f31 f13 1"/>
                    <a:gd name="f40" fmla="*/ f30 f14 1"/>
                    <a:gd name="f41" fmla="*/ f32 f13 1"/>
                    <a:gd name="f42" fmla="*/ f32 f14 1"/>
                  </a:gdLst>
                  <a:ahLst/>
                  <a:cxnLst>
                    <a:cxn ang="3cd4">
                      <a:pos x="hc" y="t"/>
                    </a:cxn>
                    <a:cxn ang="0">
                      <a:pos x="r" y="vc"/>
                    </a:cxn>
                    <a:cxn ang="cd4">
                      <a:pos x="hc" y="b"/>
                    </a:cxn>
                    <a:cxn ang="cd2">
                      <a:pos x="l" y="vc"/>
                    </a:cxn>
                    <a:cxn ang="f24">
                      <a:pos x="f37" y="f38"/>
                    </a:cxn>
                    <a:cxn ang="f24">
                      <a:pos x="f39" y="f40"/>
                    </a:cxn>
                    <a:cxn ang="f24">
                      <a:pos x="f41" y="f38"/>
                    </a:cxn>
                    <a:cxn ang="f24">
                      <a:pos x="f39" y="f42"/>
                    </a:cxn>
                    <a:cxn ang="f24">
                      <a:pos x="f37" y="f38"/>
                    </a:cxn>
                  </a:cxnLst>
                  <a:rect l="f33" t="f36" r="f34" b="f35"/>
                  <a:pathLst>
                    <a:path w="371475" h="371475">
                      <a:moveTo>
                        <a:pt x="f7" y="f8"/>
                      </a:moveTo>
                      <a:cubicBezTo>
                        <a:pt x="f7" y="f9"/>
                        <a:pt x="f9" y="f7"/>
                        <a:pt x="f8" y="f7"/>
                      </a:cubicBezTo>
                      <a:cubicBezTo>
                        <a:pt x="f10" y="f7"/>
                        <a:pt x="f11" y="f9"/>
                        <a:pt x="f11" y="f8"/>
                      </a:cubicBezTo>
                      <a:cubicBezTo>
                        <a:pt x="f11" y="f10"/>
                        <a:pt x="f10" y="f11"/>
                        <a:pt x="f8" y="f11"/>
                      </a:cubicBezTo>
                      <a:cubicBezTo>
                        <a:pt x="f9" y="f11"/>
                        <a:pt x="f7" y="f10"/>
                        <a:pt x="f7" y="f8"/>
                      </a:cubicBezTo>
                      <a:close/>
                    </a:path>
                  </a:pathLst>
                </a:custGeom>
                <a:solidFill>
                  <a:srgbClr val="1FF524"/>
                </a:solidFill>
                <a:ln>
                  <a:noFill/>
                  <a:prstDash val="solid"/>
                </a:ln>
              </p:spPr>
              <p:txBody>
                <a:bodyPr vert="horz" wrap="square" lIns="91440" tIns="45720" rIns="91440" bIns="45720" anchor="ctr"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7200" b="0" i="0" u="none" strike="noStrike" kern="1200" cap="none" spc="0" baseline="0">
                    <a:solidFill>
                      <a:srgbClr val="211F26"/>
                    </a:solidFill>
                    <a:uFillTx/>
                    <a:latin typeface="Arial"/>
                  </a:endParaRPr>
                </a:p>
              </p:txBody>
            </p:sp>
            <p:grpSp>
              <p:nvGrpSpPr>
                <p:cNvPr id="68" name="Groep 28">
                  <a:extLst>
                    <a:ext uri="{FF2B5EF4-FFF2-40B4-BE49-F238E27FC236}">
                      <a16:creationId xmlns:a16="http://schemas.microsoft.com/office/drawing/2014/main" id="{EC7041BC-3F4A-3BA5-2121-3F2FC54442D9}"/>
                    </a:ext>
                  </a:extLst>
                </p:cNvPr>
                <p:cNvGrpSpPr/>
                <p:nvPr/>
              </p:nvGrpSpPr>
              <p:grpSpPr>
                <a:xfrm>
                  <a:off x="12878446" y="1226978"/>
                  <a:ext cx="284168" cy="246686"/>
                  <a:chOff x="12878446" y="1226978"/>
                  <a:chExt cx="284168" cy="246686"/>
                </a:xfrm>
              </p:grpSpPr>
              <p:sp>
                <p:nvSpPr>
                  <p:cNvPr id="69" name="Vrije vorm: vorm 29">
                    <a:extLst>
                      <a:ext uri="{FF2B5EF4-FFF2-40B4-BE49-F238E27FC236}">
                        <a16:creationId xmlns:a16="http://schemas.microsoft.com/office/drawing/2014/main" id="{A8474164-50C7-32FC-9B24-7513FEE361DA}"/>
                      </a:ext>
                    </a:extLst>
                  </p:cNvPr>
                  <p:cNvSpPr/>
                  <p:nvPr/>
                </p:nvSpPr>
                <p:spPr>
                  <a:xfrm>
                    <a:off x="12878446" y="1226978"/>
                    <a:ext cx="284168" cy="246686"/>
                  </a:xfrm>
                  <a:custGeom>
                    <a:avLst/>
                    <a:gdLst>
                      <a:gd name="f0" fmla="val 10800000"/>
                      <a:gd name="f1" fmla="val 5400000"/>
                      <a:gd name="f2" fmla="val 180"/>
                      <a:gd name="f3" fmla="val w"/>
                      <a:gd name="f4" fmla="val h"/>
                      <a:gd name="f5" fmla="val 0"/>
                      <a:gd name="f6" fmla="val 2200275"/>
                      <a:gd name="f7" fmla="val 1914525"/>
                      <a:gd name="f8" fmla="val 7144"/>
                      <a:gd name="f9" fmla="val 245269"/>
                      <a:gd name="f10" fmla="val 432911"/>
                      <a:gd name="f11" fmla="val 1959769"/>
                      <a:gd name="f12" fmla="val 1674019"/>
                      <a:gd name="f13" fmla="val 350044"/>
                      <a:gd name="f14" fmla="val 1912144"/>
                      <a:gd name="f15" fmla="val 2197894"/>
                      <a:gd name="f16" fmla="+- 0 0 -90"/>
                      <a:gd name="f17" fmla="*/ f3 1 2200275"/>
                      <a:gd name="f18" fmla="*/ f4 1 1914525"/>
                      <a:gd name="f19" fmla="val f5"/>
                      <a:gd name="f20" fmla="val f6"/>
                      <a:gd name="f21" fmla="val f7"/>
                      <a:gd name="f22" fmla="*/ f16 f0 1"/>
                      <a:gd name="f23" fmla="+- f21 0 f19"/>
                      <a:gd name="f24" fmla="+- f20 0 f19"/>
                      <a:gd name="f25" fmla="*/ f22 1 f2"/>
                      <a:gd name="f26" fmla="*/ f24 1 2200275"/>
                      <a:gd name="f27" fmla="*/ f23 1 1914525"/>
                      <a:gd name="f28" fmla="*/ 7144 f24 1"/>
                      <a:gd name="f29" fmla="*/ 7144 f23 1"/>
                      <a:gd name="f30" fmla="*/ 245269 f23 1"/>
                      <a:gd name="f31" fmla="*/ 432911 f24 1"/>
                      <a:gd name="f32" fmla="*/ 1959769 f24 1"/>
                      <a:gd name="f33" fmla="*/ 1674019 f23 1"/>
                      <a:gd name="f34" fmla="*/ 245269 f24 1"/>
                      <a:gd name="f35" fmla="*/ 350044 f23 1"/>
                      <a:gd name="f36" fmla="*/ 1912144 f23 1"/>
                      <a:gd name="f37" fmla="*/ 2197894 f24 1"/>
                      <a:gd name="f38" fmla="+- f25 0 f1"/>
                      <a:gd name="f39" fmla="*/ f28 1 2200275"/>
                      <a:gd name="f40" fmla="*/ f29 1 1914525"/>
                      <a:gd name="f41" fmla="*/ f30 1 1914525"/>
                      <a:gd name="f42" fmla="*/ f31 1 2200275"/>
                      <a:gd name="f43" fmla="*/ f32 1 2200275"/>
                      <a:gd name="f44" fmla="*/ f33 1 1914525"/>
                      <a:gd name="f45" fmla="*/ f34 1 2200275"/>
                      <a:gd name="f46" fmla="*/ f35 1 1914525"/>
                      <a:gd name="f47" fmla="*/ f36 1 1914525"/>
                      <a:gd name="f48" fmla="*/ f37 1 2200275"/>
                      <a:gd name="f49" fmla="*/ f19 1 f26"/>
                      <a:gd name="f50" fmla="*/ f20 1 f26"/>
                      <a:gd name="f51" fmla="*/ f19 1 f27"/>
                      <a:gd name="f52" fmla="*/ f21 1 f27"/>
                      <a:gd name="f53" fmla="*/ f39 1 f26"/>
                      <a:gd name="f54" fmla="*/ f40 1 f27"/>
                      <a:gd name="f55" fmla="*/ f41 1 f27"/>
                      <a:gd name="f56" fmla="*/ f42 1 f26"/>
                      <a:gd name="f57" fmla="*/ f43 1 f26"/>
                      <a:gd name="f58" fmla="*/ f44 1 f27"/>
                      <a:gd name="f59" fmla="*/ f45 1 f26"/>
                      <a:gd name="f60" fmla="*/ f46 1 f27"/>
                      <a:gd name="f61" fmla="*/ f47 1 f27"/>
                      <a:gd name="f62" fmla="*/ f48 1 f26"/>
                      <a:gd name="f63" fmla="*/ f49 f17 1"/>
                      <a:gd name="f64" fmla="*/ f50 f17 1"/>
                      <a:gd name="f65" fmla="*/ f52 f18 1"/>
                      <a:gd name="f66" fmla="*/ f51 f18 1"/>
                      <a:gd name="f67" fmla="*/ f53 f17 1"/>
                      <a:gd name="f68" fmla="*/ f54 f18 1"/>
                      <a:gd name="f69" fmla="*/ f55 f18 1"/>
                      <a:gd name="f70" fmla="*/ f56 f17 1"/>
                      <a:gd name="f71" fmla="*/ f57 f17 1"/>
                      <a:gd name="f72" fmla="*/ f58 f18 1"/>
                      <a:gd name="f73" fmla="*/ f59 f17 1"/>
                      <a:gd name="f74" fmla="*/ f60 f18 1"/>
                      <a:gd name="f75" fmla="*/ f61 f18 1"/>
                      <a:gd name="f76" fmla="*/ f62 f17 1"/>
                    </a:gdLst>
                    <a:ahLst/>
                    <a:cxnLst>
                      <a:cxn ang="3cd4">
                        <a:pos x="hc" y="t"/>
                      </a:cxn>
                      <a:cxn ang="0">
                        <a:pos x="r" y="vc"/>
                      </a:cxn>
                      <a:cxn ang="cd4">
                        <a:pos x="hc" y="b"/>
                      </a:cxn>
                      <a:cxn ang="cd2">
                        <a:pos x="l" y="vc"/>
                      </a:cxn>
                      <a:cxn ang="f38">
                        <a:pos x="f67" y="f68"/>
                      </a:cxn>
                      <a:cxn ang="f38">
                        <a:pos x="f67" y="f69"/>
                      </a:cxn>
                      <a:cxn ang="f38">
                        <a:pos x="f70" y="f69"/>
                      </a:cxn>
                      <a:cxn ang="f38">
                        <a:pos x="f70" y="f69"/>
                      </a:cxn>
                      <a:cxn ang="f38">
                        <a:pos x="f71" y="f69"/>
                      </a:cxn>
                      <a:cxn ang="f38">
                        <a:pos x="f71" y="f72"/>
                      </a:cxn>
                      <a:cxn ang="f38">
                        <a:pos x="f73" y="f72"/>
                      </a:cxn>
                      <a:cxn ang="f38">
                        <a:pos x="f73" y="f74"/>
                      </a:cxn>
                      <a:cxn ang="f38">
                        <a:pos x="f67" y="f74"/>
                      </a:cxn>
                      <a:cxn ang="f38">
                        <a:pos x="f67" y="f75"/>
                      </a:cxn>
                      <a:cxn ang="f38">
                        <a:pos x="f76" y="f75"/>
                      </a:cxn>
                      <a:cxn ang="f38">
                        <a:pos x="f76" y="f68"/>
                      </a:cxn>
                    </a:cxnLst>
                    <a:rect l="f63" t="f66" r="f64" b="f65"/>
                    <a:pathLst>
                      <a:path w="2200275" h="1914525">
                        <a:moveTo>
                          <a:pt x="f8" y="f8"/>
                        </a:moveTo>
                        <a:lnTo>
                          <a:pt x="f8" y="f9"/>
                        </a:lnTo>
                        <a:lnTo>
                          <a:pt x="f10" y="f9"/>
                        </a:lnTo>
                        <a:lnTo>
                          <a:pt x="f10" y="f9"/>
                        </a:lnTo>
                        <a:lnTo>
                          <a:pt x="f11" y="f9"/>
                        </a:lnTo>
                        <a:lnTo>
                          <a:pt x="f11" y="f12"/>
                        </a:lnTo>
                        <a:lnTo>
                          <a:pt x="f9" y="f12"/>
                        </a:lnTo>
                        <a:lnTo>
                          <a:pt x="f9" y="f13"/>
                        </a:lnTo>
                        <a:lnTo>
                          <a:pt x="f8" y="f13"/>
                        </a:lnTo>
                        <a:lnTo>
                          <a:pt x="f8" y="f14"/>
                        </a:lnTo>
                        <a:lnTo>
                          <a:pt x="f15" y="f14"/>
                        </a:lnTo>
                        <a:lnTo>
                          <a:pt x="f15" y="f8"/>
                        </a:lnTo>
                        <a:close/>
                      </a:path>
                    </a:pathLst>
                  </a:custGeom>
                  <a:gradFill>
                    <a:gsLst>
                      <a:gs pos="0">
                        <a:srgbClr val="9D9FA1"/>
                      </a:gs>
                      <a:gs pos="100000">
                        <a:srgbClr val="211F26"/>
                      </a:gs>
                    </a:gsLst>
                    <a:lin ang="2700000"/>
                  </a:gradFill>
                  <a:ln>
                    <a:noFill/>
                    <a:prstDash val="solid"/>
                  </a:ln>
                </p:spPr>
                <p:txBody>
                  <a:bodyPr vert="horz" wrap="square" lIns="91440" tIns="45720" rIns="91440" bIns="45720" anchor="ctr"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7200" b="0" i="0" u="none" strike="noStrike" kern="1200" cap="none" spc="0" baseline="0">
                      <a:solidFill>
                        <a:srgbClr val="211F26"/>
                      </a:solidFill>
                      <a:uFillTx/>
                      <a:latin typeface="Arial"/>
                    </a:endParaRPr>
                  </a:p>
                </p:txBody>
              </p:sp>
              <p:sp>
                <p:nvSpPr>
                  <p:cNvPr id="70" name="Vrije vorm: vorm 30">
                    <a:extLst>
                      <a:ext uri="{FF2B5EF4-FFF2-40B4-BE49-F238E27FC236}">
                        <a16:creationId xmlns:a16="http://schemas.microsoft.com/office/drawing/2014/main" id="{195C0E95-2258-61EE-2D1A-879A1D486789}"/>
                      </a:ext>
                    </a:extLst>
                  </p:cNvPr>
                  <p:cNvSpPr/>
                  <p:nvPr/>
                </p:nvSpPr>
                <p:spPr>
                  <a:xfrm>
                    <a:off x="12926918" y="1303321"/>
                    <a:ext cx="185751" cy="114144"/>
                  </a:xfrm>
                  <a:custGeom>
                    <a:avLst/>
                    <a:gdLst>
                      <a:gd name="f0" fmla="val 10800000"/>
                      <a:gd name="f1" fmla="val 5400000"/>
                      <a:gd name="f2" fmla="val 180"/>
                      <a:gd name="f3" fmla="val w"/>
                      <a:gd name="f4" fmla="val h"/>
                      <a:gd name="f5" fmla="val 0"/>
                      <a:gd name="f6" fmla="val 1438275"/>
                      <a:gd name="f7" fmla="val 885825"/>
                      <a:gd name="f8" fmla="val 1070134"/>
                      <a:gd name="f9" fmla="val 7144"/>
                      <a:gd name="f10" fmla="val 801529"/>
                      <a:gd name="f11" fmla="val 275749"/>
                      <a:gd name="f12" fmla="val 662464"/>
                      <a:gd name="f13" fmla="val 137636"/>
                      <a:gd name="f14" fmla="val 784384"/>
                      <a:gd name="f15" fmla="val 108109"/>
                      <a:gd name="f16" fmla="val 885349"/>
                      <a:gd name="f17" fmla="val 338614"/>
                      <a:gd name="f18" fmla="val 928211"/>
                      <a:gd name="f19" fmla="val 605314"/>
                      <a:gd name="f20" fmla="val 1029176"/>
                      <a:gd name="f21" fmla="val 503396"/>
                      <a:gd name="f22" fmla="val 902494"/>
                      <a:gd name="f23" fmla="val 376714"/>
                      <a:gd name="f24" fmla="val 209074"/>
                      <a:gd name="f25" fmla="val 1337786"/>
                      <a:gd name="f26" fmla="val 480536"/>
                      <a:gd name="f27" fmla="val 1438751"/>
                      <a:gd name="f28" fmla="val 378619"/>
                      <a:gd name="f29" fmla="+- 0 0 -90"/>
                      <a:gd name="f30" fmla="*/ f3 1 1438275"/>
                      <a:gd name="f31" fmla="*/ f4 1 885825"/>
                      <a:gd name="f32" fmla="val f5"/>
                      <a:gd name="f33" fmla="val f6"/>
                      <a:gd name="f34" fmla="val f7"/>
                      <a:gd name="f35" fmla="*/ f29 f0 1"/>
                      <a:gd name="f36" fmla="+- f34 0 f32"/>
                      <a:gd name="f37" fmla="+- f33 0 f32"/>
                      <a:gd name="f38" fmla="*/ f35 1 f2"/>
                      <a:gd name="f39" fmla="*/ f37 1 1438275"/>
                      <a:gd name="f40" fmla="*/ f36 1 885825"/>
                      <a:gd name="f41" fmla="*/ 1070134 f37 1"/>
                      <a:gd name="f42" fmla="*/ 7144 f36 1"/>
                      <a:gd name="f43" fmla="*/ 801529 f37 1"/>
                      <a:gd name="f44" fmla="*/ 275749 f36 1"/>
                      <a:gd name="f45" fmla="*/ 662464 f37 1"/>
                      <a:gd name="f46" fmla="*/ 137636 f36 1"/>
                      <a:gd name="f47" fmla="*/ 7144 f37 1"/>
                      <a:gd name="f48" fmla="*/ 784384 f36 1"/>
                      <a:gd name="f49" fmla="*/ 108109 f37 1"/>
                      <a:gd name="f50" fmla="*/ 885349 f36 1"/>
                      <a:gd name="f51" fmla="*/ 338614 f36 1"/>
                      <a:gd name="f52" fmla="*/ 928211 f37 1"/>
                      <a:gd name="f53" fmla="*/ 605314 f36 1"/>
                      <a:gd name="f54" fmla="*/ 1029176 f37 1"/>
                      <a:gd name="f55" fmla="*/ 503396 f36 1"/>
                      <a:gd name="f56" fmla="*/ 902494 f37 1"/>
                      <a:gd name="f57" fmla="*/ 376714 f36 1"/>
                      <a:gd name="f58" fmla="*/ 209074 f36 1"/>
                      <a:gd name="f59" fmla="*/ 1337786 f37 1"/>
                      <a:gd name="f60" fmla="*/ 480536 f36 1"/>
                      <a:gd name="f61" fmla="*/ 1438751 f37 1"/>
                      <a:gd name="f62" fmla="*/ 378619 f36 1"/>
                      <a:gd name="f63" fmla="+- f38 0 f1"/>
                      <a:gd name="f64" fmla="*/ f41 1 1438275"/>
                      <a:gd name="f65" fmla="*/ f42 1 885825"/>
                      <a:gd name="f66" fmla="*/ f43 1 1438275"/>
                      <a:gd name="f67" fmla="*/ f44 1 885825"/>
                      <a:gd name="f68" fmla="*/ f45 1 1438275"/>
                      <a:gd name="f69" fmla="*/ f46 1 885825"/>
                      <a:gd name="f70" fmla="*/ f47 1 1438275"/>
                      <a:gd name="f71" fmla="*/ f48 1 885825"/>
                      <a:gd name="f72" fmla="*/ f49 1 1438275"/>
                      <a:gd name="f73" fmla="*/ f50 1 885825"/>
                      <a:gd name="f74" fmla="*/ f51 1 885825"/>
                      <a:gd name="f75" fmla="*/ f52 1 1438275"/>
                      <a:gd name="f76" fmla="*/ f53 1 885825"/>
                      <a:gd name="f77" fmla="*/ f54 1 1438275"/>
                      <a:gd name="f78" fmla="*/ f55 1 885825"/>
                      <a:gd name="f79" fmla="*/ f56 1 1438275"/>
                      <a:gd name="f80" fmla="*/ f57 1 885825"/>
                      <a:gd name="f81" fmla="*/ f58 1 885825"/>
                      <a:gd name="f82" fmla="*/ f59 1 1438275"/>
                      <a:gd name="f83" fmla="*/ f60 1 885825"/>
                      <a:gd name="f84" fmla="*/ f61 1 1438275"/>
                      <a:gd name="f85" fmla="*/ f62 1 885825"/>
                      <a:gd name="f86" fmla="*/ f32 1 f39"/>
                      <a:gd name="f87" fmla="*/ f33 1 f39"/>
                      <a:gd name="f88" fmla="*/ f32 1 f40"/>
                      <a:gd name="f89" fmla="*/ f34 1 f40"/>
                      <a:gd name="f90" fmla="*/ f64 1 f39"/>
                      <a:gd name="f91" fmla="*/ f65 1 f40"/>
                      <a:gd name="f92" fmla="*/ f66 1 f39"/>
                      <a:gd name="f93" fmla="*/ f67 1 f40"/>
                      <a:gd name="f94" fmla="*/ f68 1 f39"/>
                      <a:gd name="f95" fmla="*/ f69 1 f40"/>
                      <a:gd name="f96" fmla="*/ f70 1 f39"/>
                      <a:gd name="f97" fmla="*/ f71 1 f40"/>
                      <a:gd name="f98" fmla="*/ f72 1 f39"/>
                      <a:gd name="f99" fmla="*/ f73 1 f40"/>
                      <a:gd name="f100" fmla="*/ f74 1 f40"/>
                      <a:gd name="f101" fmla="*/ f75 1 f39"/>
                      <a:gd name="f102" fmla="*/ f76 1 f40"/>
                      <a:gd name="f103" fmla="*/ f77 1 f39"/>
                      <a:gd name="f104" fmla="*/ f78 1 f40"/>
                      <a:gd name="f105" fmla="*/ f79 1 f39"/>
                      <a:gd name="f106" fmla="*/ f80 1 f40"/>
                      <a:gd name="f107" fmla="*/ f81 1 f40"/>
                      <a:gd name="f108" fmla="*/ f82 1 f39"/>
                      <a:gd name="f109" fmla="*/ f83 1 f40"/>
                      <a:gd name="f110" fmla="*/ f84 1 f39"/>
                      <a:gd name="f111" fmla="*/ f85 1 f40"/>
                      <a:gd name="f112" fmla="*/ f86 f30 1"/>
                      <a:gd name="f113" fmla="*/ f87 f30 1"/>
                      <a:gd name="f114" fmla="*/ f89 f31 1"/>
                      <a:gd name="f115" fmla="*/ f88 f31 1"/>
                      <a:gd name="f116" fmla="*/ f90 f30 1"/>
                      <a:gd name="f117" fmla="*/ f91 f31 1"/>
                      <a:gd name="f118" fmla="*/ f92 f30 1"/>
                      <a:gd name="f119" fmla="*/ f93 f31 1"/>
                      <a:gd name="f120" fmla="*/ f94 f30 1"/>
                      <a:gd name="f121" fmla="*/ f95 f31 1"/>
                      <a:gd name="f122" fmla="*/ f96 f30 1"/>
                      <a:gd name="f123" fmla="*/ f97 f31 1"/>
                      <a:gd name="f124" fmla="*/ f98 f30 1"/>
                      <a:gd name="f125" fmla="*/ f99 f31 1"/>
                      <a:gd name="f126" fmla="*/ f100 f31 1"/>
                      <a:gd name="f127" fmla="*/ f101 f30 1"/>
                      <a:gd name="f128" fmla="*/ f102 f31 1"/>
                      <a:gd name="f129" fmla="*/ f103 f30 1"/>
                      <a:gd name="f130" fmla="*/ f104 f31 1"/>
                      <a:gd name="f131" fmla="*/ f105 f30 1"/>
                      <a:gd name="f132" fmla="*/ f106 f31 1"/>
                      <a:gd name="f133" fmla="*/ f107 f31 1"/>
                      <a:gd name="f134" fmla="*/ f108 f30 1"/>
                      <a:gd name="f135" fmla="*/ f109 f31 1"/>
                      <a:gd name="f136" fmla="*/ f110 f30 1"/>
                      <a:gd name="f137" fmla="*/ f111 f31 1"/>
                    </a:gdLst>
                    <a:ahLst/>
                    <a:cxnLst>
                      <a:cxn ang="3cd4">
                        <a:pos x="hc" y="t"/>
                      </a:cxn>
                      <a:cxn ang="0">
                        <a:pos x="r" y="vc"/>
                      </a:cxn>
                      <a:cxn ang="cd4">
                        <a:pos x="hc" y="b"/>
                      </a:cxn>
                      <a:cxn ang="cd2">
                        <a:pos x="l" y="vc"/>
                      </a:cxn>
                      <a:cxn ang="f63">
                        <a:pos x="f116" y="f117"/>
                      </a:cxn>
                      <a:cxn ang="f63">
                        <a:pos x="f118" y="f119"/>
                      </a:cxn>
                      <a:cxn ang="f63">
                        <a:pos x="f120" y="f121"/>
                      </a:cxn>
                      <a:cxn ang="f63">
                        <a:pos x="f122" y="f123"/>
                      </a:cxn>
                      <a:cxn ang="f63">
                        <a:pos x="f124" y="f125"/>
                      </a:cxn>
                      <a:cxn ang="f63">
                        <a:pos x="f120" y="f126"/>
                      </a:cxn>
                      <a:cxn ang="f63">
                        <a:pos x="f127" y="f128"/>
                      </a:cxn>
                      <a:cxn ang="f63">
                        <a:pos x="f129" y="f130"/>
                      </a:cxn>
                      <a:cxn ang="f63">
                        <a:pos x="f131" y="f132"/>
                      </a:cxn>
                      <a:cxn ang="f63">
                        <a:pos x="f116" y="f133"/>
                      </a:cxn>
                      <a:cxn ang="f63">
                        <a:pos x="f134" y="f135"/>
                      </a:cxn>
                      <a:cxn ang="f63">
                        <a:pos x="f136" y="f137"/>
                      </a:cxn>
                    </a:cxnLst>
                    <a:rect l="f112" t="f115" r="f113" b="f114"/>
                    <a:pathLst>
                      <a:path w="1438275" h="885825">
                        <a:moveTo>
                          <a:pt x="f8" y="f9"/>
                        </a:moveTo>
                        <a:lnTo>
                          <a:pt x="f10" y="f11"/>
                        </a:lnTo>
                        <a:lnTo>
                          <a:pt x="f12" y="f13"/>
                        </a:lnTo>
                        <a:lnTo>
                          <a:pt x="f9" y="f14"/>
                        </a:lnTo>
                        <a:lnTo>
                          <a:pt x="f15" y="f16"/>
                        </a:lnTo>
                        <a:lnTo>
                          <a:pt x="f12" y="f17"/>
                        </a:lnTo>
                        <a:lnTo>
                          <a:pt x="f18" y="f19"/>
                        </a:lnTo>
                        <a:lnTo>
                          <a:pt x="f20" y="f21"/>
                        </a:lnTo>
                        <a:lnTo>
                          <a:pt x="f22" y="f23"/>
                        </a:lnTo>
                        <a:lnTo>
                          <a:pt x="f8" y="f24"/>
                        </a:lnTo>
                        <a:lnTo>
                          <a:pt x="f25" y="f26"/>
                        </a:lnTo>
                        <a:lnTo>
                          <a:pt x="f27" y="f28"/>
                        </a:lnTo>
                        <a:close/>
                      </a:path>
                    </a:pathLst>
                  </a:custGeom>
                  <a:gradFill>
                    <a:gsLst>
                      <a:gs pos="0">
                        <a:srgbClr val="9D9FA1"/>
                      </a:gs>
                      <a:gs pos="100000">
                        <a:srgbClr val="211F26"/>
                      </a:gs>
                    </a:gsLst>
                    <a:lin ang="2700000"/>
                  </a:gradFill>
                  <a:ln>
                    <a:noFill/>
                    <a:prstDash val="solid"/>
                  </a:ln>
                </p:spPr>
                <p:txBody>
                  <a:bodyPr vert="horz" wrap="square" lIns="91440" tIns="45720" rIns="91440" bIns="45720" anchor="ctr"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7200" b="0" i="0" u="none" strike="noStrike" kern="1200" cap="none" spc="0" baseline="0">
                      <a:solidFill>
                        <a:srgbClr val="211F26"/>
                      </a:solidFill>
                      <a:uFillTx/>
                      <a:latin typeface="Arial"/>
                    </a:endParaRPr>
                  </a:p>
                </p:txBody>
              </p:sp>
            </p:grpSp>
          </p:grpSp>
          <p:sp>
            <p:nvSpPr>
              <p:cNvPr id="71" name="Tekstvak 26">
                <a:extLst>
                  <a:ext uri="{FF2B5EF4-FFF2-40B4-BE49-F238E27FC236}">
                    <a16:creationId xmlns:a16="http://schemas.microsoft.com/office/drawing/2014/main" id="{DEEAED43-CD36-B1B5-00CD-464CB395D9FF}"/>
                  </a:ext>
                </a:extLst>
              </p:cNvPr>
              <p:cNvSpPr txBox="1"/>
              <p:nvPr/>
            </p:nvSpPr>
            <p:spPr>
              <a:xfrm>
                <a:off x="12798271" y="1489959"/>
                <a:ext cx="446940" cy="143505"/>
              </a:xfrm>
              <a:prstGeom prst="rect">
                <a:avLst/>
              </a:prstGeom>
              <a:noFill/>
              <a:ln>
                <a:noFill/>
              </a:ln>
            </p:spPr>
            <p:txBody>
              <a:bodyPr vert="horz" wrap="square" lIns="0" tIns="18004" rIns="0" bIns="0" anchor="t"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000" b="0" i="0" u="none" strike="noStrike" kern="0" cap="none" spc="0" baseline="0">
                    <a:solidFill>
                      <a:srgbClr val="211F26"/>
                    </a:solidFill>
                    <a:uFillTx/>
                    <a:latin typeface="Calibri" pitchFamily="34"/>
                    <a:cs typeface="Calibri" pitchFamily="34"/>
                  </a:rPr>
                  <a:t>Images</a:t>
                </a:r>
              </a:p>
            </p:txBody>
          </p:sp>
        </p:grpSp>
      </p:grpSp>
      <p:grpSp>
        <p:nvGrpSpPr>
          <p:cNvPr id="72" name="INSTRUCTION">
            <a:extLst>
              <a:ext uri="{FF2B5EF4-FFF2-40B4-BE49-F238E27FC236}">
                <a16:creationId xmlns:a16="http://schemas.microsoft.com/office/drawing/2014/main" id="{9E014E56-65AA-F8E3-D130-0804FE0DBAFD}"/>
              </a:ext>
            </a:extLst>
          </p:cNvPr>
          <p:cNvGrpSpPr/>
          <p:nvPr/>
        </p:nvGrpSpPr>
        <p:grpSpPr>
          <a:xfrm>
            <a:off x="12274722" y="7037999"/>
            <a:ext cx="3695959" cy="1277745"/>
            <a:chOff x="12274722" y="7037999"/>
            <a:chExt cx="3695959" cy="1277745"/>
          </a:xfrm>
        </p:grpSpPr>
        <p:sp>
          <p:nvSpPr>
            <p:cNvPr id="73" name="Rechthoek 79">
              <a:extLst>
                <a:ext uri="{FF2B5EF4-FFF2-40B4-BE49-F238E27FC236}">
                  <a16:creationId xmlns:a16="http://schemas.microsoft.com/office/drawing/2014/main" id="{08A7D8D3-C87C-CD79-4529-AB9D8C820839}"/>
                </a:ext>
              </a:extLst>
            </p:cNvPr>
            <p:cNvSpPr/>
            <p:nvPr/>
          </p:nvSpPr>
          <p:spPr>
            <a:xfrm>
              <a:off x="12377592" y="7037999"/>
              <a:ext cx="3593089" cy="1277745"/>
            </a:xfrm>
            <a:prstGeom prst="rect">
              <a:avLst/>
            </a:prstGeom>
            <a:solidFill>
              <a:srgbClr val="FFFFFF"/>
            </a:solidFill>
            <a:ln w="6345" cap="flat">
              <a:solidFill>
                <a:srgbClr val="ECECEC"/>
              </a:solidFill>
              <a:prstDash val="solid"/>
              <a:miter/>
            </a:ln>
          </p:spPr>
          <p:txBody>
            <a:bodyPr vert="horz" wrap="square" lIns="179999" tIns="143999" rIns="179999" bIns="143999"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400" b="1" i="0" u="none" strike="noStrike" kern="1200" cap="all" spc="0" baseline="0">
                  <a:solidFill>
                    <a:srgbClr val="00A6D6"/>
                  </a:solidFill>
                  <a:uFillTx/>
                  <a:latin typeface="Calibri" pitchFamily="34"/>
                  <a:cs typeface="Calibri" pitchFamily="34"/>
                </a:rPr>
                <a:t>Insert an image</a:t>
              </a:r>
            </a:p>
          </p:txBody>
        </p:sp>
        <p:sp>
          <p:nvSpPr>
            <p:cNvPr id="74" name="Rechthoek 80">
              <a:extLst>
                <a:ext uri="{FF2B5EF4-FFF2-40B4-BE49-F238E27FC236}">
                  <a16:creationId xmlns:a16="http://schemas.microsoft.com/office/drawing/2014/main" id="{51525382-8EAE-95F4-8AA6-9BCD35300E8C}"/>
                </a:ext>
              </a:extLst>
            </p:cNvPr>
            <p:cNvSpPr/>
            <p:nvPr/>
          </p:nvSpPr>
          <p:spPr>
            <a:xfrm>
              <a:off x="12560170" y="7505907"/>
              <a:ext cx="3229130" cy="657435"/>
            </a:xfrm>
            <a:prstGeom prst="rect">
              <a:avLst/>
            </a:prstGeom>
            <a:noFill/>
            <a:ln>
              <a:noFill/>
              <a:prstDash val="solid"/>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0" i="0" u="none" strike="noStrike" kern="0" cap="none" spc="0" baseline="0">
                  <a:solidFill>
                    <a:srgbClr val="000000"/>
                  </a:solidFill>
                  <a:uFillTx/>
                  <a:latin typeface="Calibri" pitchFamily="34"/>
                  <a:cs typeface="Calibri" pitchFamily="34"/>
                </a:rPr>
                <a:t>Select the frame of the image by clicking on the tag alongside this instruction. Go to the tab </a:t>
              </a:r>
              <a:r>
                <a:rPr lang="en-GB" sz="1200" b="1" i="0" u="none" strike="noStrike" kern="0" cap="none" spc="0" baseline="0">
                  <a:solidFill>
                    <a:srgbClr val="000000"/>
                  </a:solidFill>
                  <a:uFillTx/>
                  <a:latin typeface="Calibri" pitchFamily="34"/>
                  <a:cs typeface="Calibri" pitchFamily="34"/>
                </a:rPr>
                <a:t>‘Slidebuilder’</a:t>
              </a:r>
              <a:r>
                <a:rPr lang="en-GB" sz="1200" b="0" i="0" u="none" strike="noStrike" kern="0" cap="none" spc="0" baseline="0">
                  <a:solidFill>
                    <a:srgbClr val="000000"/>
                  </a:solidFill>
                  <a:uFillTx/>
                  <a:latin typeface="Calibri" pitchFamily="34"/>
                  <a:cs typeface="Calibri" pitchFamily="34"/>
                </a:rPr>
                <a:t>, click on </a:t>
              </a:r>
              <a:r>
                <a:rPr lang="en-GB" sz="1200" b="1" i="0" u="none" strike="noStrike" kern="0" cap="none" spc="0" baseline="0">
                  <a:solidFill>
                    <a:srgbClr val="000000"/>
                  </a:solidFill>
                  <a:uFillTx/>
                  <a:latin typeface="Calibri" pitchFamily="34"/>
                  <a:cs typeface="Calibri" pitchFamily="34"/>
                </a:rPr>
                <a:t>‘Images’</a:t>
              </a:r>
              <a:r>
                <a:rPr lang="en-GB" sz="1200" b="0" i="0" u="none" strike="noStrike" kern="0" cap="none" spc="0" baseline="0">
                  <a:solidFill>
                    <a:srgbClr val="000000"/>
                  </a:solidFill>
                  <a:uFillTx/>
                  <a:latin typeface="Calibri" pitchFamily="34"/>
                  <a:cs typeface="Calibri" pitchFamily="34"/>
                </a:rPr>
                <a:t>, select the preferred image and click on </a:t>
              </a:r>
              <a:r>
                <a:rPr lang="en-GB" sz="1200" b="1" i="0" u="none" strike="noStrike" kern="0" cap="none" spc="0" baseline="0">
                  <a:solidFill>
                    <a:srgbClr val="000000"/>
                  </a:solidFill>
                  <a:uFillTx/>
                  <a:latin typeface="Calibri" pitchFamily="34"/>
                  <a:cs typeface="Calibri" pitchFamily="34"/>
                </a:rPr>
                <a:t>‘Insert’</a:t>
              </a:r>
              <a:r>
                <a:rPr lang="en-GB" sz="1200" b="0" i="0" u="none" strike="noStrike" kern="0" cap="none" spc="0" baseline="0">
                  <a:solidFill>
                    <a:srgbClr val="000000"/>
                  </a:solidFill>
                  <a:uFillTx/>
                  <a:latin typeface="Calibri" pitchFamily="34"/>
                  <a:cs typeface="Calibri" pitchFamily="34"/>
                </a:rPr>
                <a:t>.</a:t>
              </a:r>
            </a:p>
          </p:txBody>
        </p:sp>
        <p:sp>
          <p:nvSpPr>
            <p:cNvPr id="75" name="Gelijkbenige driehoek 81">
              <a:extLst>
                <a:ext uri="{FF2B5EF4-FFF2-40B4-BE49-F238E27FC236}">
                  <a16:creationId xmlns:a16="http://schemas.microsoft.com/office/drawing/2014/main" id="{3AEA0CC5-C689-09C0-22E5-A8B057E6D505}"/>
                </a:ext>
              </a:extLst>
            </p:cNvPr>
            <p:cNvSpPr/>
            <p:nvPr/>
          </p:nvSpPr>
          <p:spPr>
            <a:xfrm rot="16199987" flipH="1">
              <a:off x="12238535" y="7107013"/>
              <a:ext cx="175253" cy="102879"/>
            </a:xfrm>
            <a:custGeom>
              <a:avLst>
                <a:gd name="f8" fmla="val 50000"/>
              </a:avLst>
              <a:gdLst>
                <a:gd name="f1" fmla="val 10800000"/>
                <a:gd name="f2" fmla="val 5400000"/>
                <a:gd name="f3" fmla="val 180"/>
                <a:gd name="f4" fmla="val w"/>
                <a:gd name="f5" fmla="val h"/>
                <a:gd name="f6" fmla="val ss"/>
                <a:gd name="f7" fmla="val 0"/>
                <a:gd name="f8" fmla="val 50000"/>
                <a:gd name="f9" fmla="+- 0 0 -360"/>
                <a:gd name="f10" fmla="+- 0 0 -270"/>
                <a:gd name="f11" fmla="+- 0 0 -180"/>
                <a:gd name="f12" fmla="+- 0 0 -90"/>
                <a:gd name="f13" fmla="abs f4"/>
                <a:gd name="f14" fmla="abs f5"/>
                <a:gd name="f15" fmla="abs f6"/>
                <a:gd name="f16" fmla="val f7"/>
                <a:gd name="f17" fmla="val f8"/>
                <a:gd name="f18" fmla="*/ f9 f1 1"/>
                <a:gd name="f19" fmla="*/ f10 f1 1"/>
                <a:gd name="f20" fmla="*/ f11 f1 1"/>
                <a:gd name="f21" fmla="*/ f12 f1 1"/>
                <a:gd name="f22" fmla="?: f13 f4 1"/>
                <a:gd name="f23" fmla="?: f14 f5 1"/>
                <a:gd name="f24" fmla="?: f15 f6 1"/>
                <a:gd name="f25" fmla="*/ f18 1 f3"/>
                <a:gd name="f26" fmla="*/ f19 1 f3"/>
                <a:gd name="f27" fmla="*/ f20 1 f3"/>
                <a:gd name="f28" fmla="*/ f21 1 f3"/>
                <a:gd name="f29" fmla="*/ f22 1 21600"/>
                <a:gd name="f30" fmla="*/ f23 1 21600"/>
                <a:gd name="f31" fmla="*/ 21600 f22 1"/>
                <a:gd name="f32" fmla="*/ 21600 f23 1"/>
                <a:gd name="f33" fmla="+- f25 0 f2"/>
                <a:gd name="f34" fmla="+- f26 0 f2"/>
                <a:gd name="f35" fmla="+- f27 0 f2"/>
                <a:gd name="f36" fmla="+- f28 0 f2"/>
                <a:gd name="f37" fmla="min f30 f29"/>
                <a:gd name="f38" fmla="*/ f31 1 f24"/>
                <a:gd name="f39" fmla="*/ f32 1 f24"/>
                <a:gd name="f40" fmla="val f38"/>
                <a:gd name="f41" fmla="val f39"/>
                <a:gd name="f42" fmla="*/ f16 f37 1"/>
                <a:gd name="f43" fmla="+- f41 0 f16"/>
                <a:gd name="f44" fmla="+- f40 0 f16"/>
                <a:gd name="f45" fmla="*/ f41 f37 1"/>
                <a:gd name="f46" fmla="*/ f40 f37 1"/>
                <a:gd name="f47" fmla="*/ f43 1 2"/>
                <a:gd name="f48" fmla="*/ f44 1 2"/>
                <a:gd name="f49" fmla="*/ f44 f17 1"/>
                <a:gd name="f50" fmla="+- f16 f47 0"/>
                <a:gd name="f51" fmla="*/ f49 1 200000"/>
                <a:gd name="f52" fmla="*/ f49 1 100000"/>
                <a:gd name="f53" fmla="+- f51 f48 0"/>
                <a:gd name="f54" fmla="*/ f51 f37 1"/>
                <a:gd name="f55" fmla="*/ f50 f37 1"/>
                <a:gd name="f56" fmla="*/ f52 f37 1"/>
                <a:gd name="f57" fmla="*/ f53 f37 1"/>
              </a:gdLst>
              <a:ahLst/>
              <a:cxnLst>
                <a:cxn ang="3cd4">
                  <a:pos x="hc" y="t"/>
                </a:cxn>
                <a:cxn ang="0">
                  <a:pos x="r" y="vc"/>
                </a:cxn>
                <a:cxn ang="cd4">
                  <a:pos x="hc" y="b"/>
                </a:cxn>
                <a:cxn ang="cd2">
                  <a:pos x="l" y="vc"/>
                </a:cxn>
                <a:cxn ang="f33">
                  <a:pos x="f56" y="f42"/>
                </a:cxn>
                <a:cxn ang="f34">
                  <a:pos x="f54" y="f55"/>
                </a:cxn>
                <a:cxn ang="f35">
                  <a:pos x="f42" y="f45"/>
                </a:cxn>
                <a:cxn ang="f35">
                  <a:pos x="f56" y="f45"/>
                </a:cxn>
                <a:cxn ang="f35">
                  <a:pos x="f46" y="f45"/>
                </a:cxn>
                <a:cxn ang="f36">
                  <a:pos x="f57" y="f55"/>
                </a:cxn>
              </a:cxnLst>
              <a:rect l="f54" t="f55" r="f57" b="f45"/>
              <a:pathLst>
                <a:path>
                  <a:moveTo>
                    <a:pt x="f42" y="f45"/>
                  </a:moveTo>
                  <a:lnTo>
                    <a:pt x="f56" y="f42"/>
                  </a:lnTo>
                  <a:lnTo>
                    <a:pt x="f46" y="f45"/>
                  </a:lnTo>
                  <a:close/>
                </a:path>
              </a:pathLst>
            </a:custGeom>
            <a:solidFill>
              <a:srgbClr val="00A6D6"/>
            </a:solidFill>
            <a:ln>
              <a:noFill/>
              <a:prstDash val="solid"/>
            </a:ln>
          </p:spPr>
          <p:txBody>
            <a:bodyPr vert="horz" wrap="square" lIns="179999" tIns="179999" rIns="179999" bIns="179999"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1600" b="0" i="0" u="none" strike="noStrike" kern="1200" cap="all" spc="0" baseline="0">
                <a:solidFill>
                  <a:srgbClr val="FFFFFF"/>
                </a:solidFill>
                <a:uFillTx/>
                <a:latin typeface="Calibri" pitchFamily="34"/>
                <a:cs typeface="Calibri" pitchFamily="34"/>
              </a:endParaRPr>
            </a:p>
          </p:txBody>
        </p:sp>
      </p:grpSp>
    </p:spTree>
    <p:extLst>
      <p:ext uri="{BB962C8B-B14F-4D97-AF65-F5344CB8AC3E}">
        <p14:creationId xmlns:p14="http://schemas.microsoft.com/office/powerpoint/2010/main" val="3329001031"/>
      </p:ext>
    </p:extLst>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 symbol #2">
    <p:bg>
      <p:bgPr>
        <a:solidFill>
          <a:srgbClr val="00A6D6"/>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7434171"/>
      </p:ext>
    </p:extLst>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 image">
    <p:bg>
      <p:bgPr>
        <a:solidFill>
          <a:srgbClr val="00A6D6"/>
        </a:solidFill>
        <a:effectLst/>
      </p:bgPr>
    </p:bg>
    <p:spTree>
      <p:nvGrpSpPr>
        <p:cNvPr id="1" name=""/>
        <p:cNvGrpSpPr/>
        <p:nvPr/>
      </p:nvGrpSpPr>
      <p:grpSpPr>
        <a:xfrm>
          <a:off x="0" y="0"/>
          <a:ext cx="0" cy="0"/>
          <a:chOff x="0" y="0"/>
          <a:chExt cx="0" cy="0"/>
        </a:xfrm>
      </p:grpSpPr>
      <p:grpSp>
        <p:nvGrpSpPr>
          <p:cNvPr id="2" name="INSTRUCTION">
            <a:extLst>
              <a:ext uri="{FF2B5EF4-FFF2-40B4-BE49-F238E27FC236}">
                <a16:creationId xmlns:a16="http://schemas.microsoft.com/office/drawing/2014/main" id="{CD4E1B2C-27EA-7CDE-DFD4-F4A5BA591A40}"/>
              </a:ext>
            </a:extLst>
          </p:cNvPr>
          <p:cNvGrpSpPr/>
          <p:nvPr/>
        </p:nvGrpSpPr>
        <p:grpSpPr>
          <a:xfrm>
            <a:off x="12377592" y="0"/>
            <a:ext cx="3693389" cy="6640345"/>
            <a:chOff x="12377592" y="0"/>
            <a:chExt cx="3693389" cy="6640345"/>
          </a:xfrm>
        </p:grpSpPr>
        <p:sp>
          <p:nvSpPr>
            <p:cNvPr id="3" name="Rechthoek 6">
              <a:extLst>
                <a:ext uri="{FF2B5EF4-FFF2-40B4-BE49-F238E27FC236}">
                  <a16:creationId xmlns:a16="http://schemas.microsoft.com/office/drawing/2014/main" id="{6DAEFA73-B01A-B4CE-46C4-8F32BAE47D04}"/>
                </a:ext>
              </a:extLst>
            </p:cNvPr>
            <p:cNvSpPr/>
            <p:nvPr/>
          </p:nvSpPr>
          <p:spPr>
            <a:xfrm>
              <a:off x="12377592" y="0"/>
              <a:ext cx="3593089" cy="5991724"/>
            </a:xfrm>
            <a:prstGeom prst="rect">
              <a:avLst/>
            </a:prstGeom>
            <a:solidFill>
              <a:srgbClr val="FFFFFF"/>
            </a:solidFill>
            <a:ln w="6345" cap="flat">
              <a:solidFill>
                <a:srgbClr val="ECECEC"/>
              </a:solidFill>
              <a:prstDash val="solid"/>
              <a:miter/>
            </a:ln>
          </p:spPr>
          <p:txBody>
            <a:bodyPr vert="horz" wrap="square" lIns="179999" tIns="143999" rIns="179999" bIns="143999"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400" b="1" i="0" u="none" strike="noStrike" kern="1200" cap="all" spc="0" baseline="0">
                  <a:solidFill>
                    <a:srgbClr val="00A6D6"/>
                  </a:solidFill>
                  <a:uFillTx/>
                  <a:latin typeface="Calibri" pitchFamily="34"/>
                  <a:cs typeface="Calibri" pitchFamily="34"/>
                </a:rPr>
                <a:t>Insert/edit an image</a:t>
              </a:r>
            </a:p>
          </p:txBody>
        </p:sp>
        <p:sp>
          <p:nvSpPr>
            <p:cNvPr id="4" name="Ovaal 17">
              <a:extLst>
                <a:ext uri="{FF2B5EF4-FFF2-40B4-BE49-F238E27FC236}">
                  <a16:creationId xmlns:a16="http://schemas.microsoft.com/office/drawing/2014/main" id="{AC2BCC0F-9503-5879-C33A-776AD5337E79}"/>
                </a:ext>
              </a:extLst>
            </p:cNvPr>
            <p:cNvSpPr/>
            <p:nvPr/>
          </p:nvSpPr>
          <p:spPr>
            <a:xfrm>
              <a:off x="12560170" y="465319"/>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1</a:t>
              </a:r>
            </a:p>
          </p:txBody>
        </p:sp>
        <p:sp>
          <p:nvSpPr>
            <p:cNvPr id="5" name="Rechthoek 18">
              <a:extLst>
                <a:ext uri="{FF2B5EF4-FFF2-40B4-BE49-F238E27FC236}">
                  <a16:creationId xmlns:a16="http://schemas.microsoft.com/office/drawing/2014/main" id="{4DB7166C-F9A3-E062-2C58-9CE231A021D0}"/>
                </a:ext>
              </a:extLst>
            </p:cNvPr>
            <p:cNvSpPr/>
            <p:nvPr/>
          </p:nvSpPr>
          <p:spPr>
            <a:xfrm>
              <a:off x="12844348" y="465319"/>
              <a:ext cx="2962701" cy="668152"/>
            </a:xfrm>
            <a:prstGeom prst="rect">
              <a:avLst/>
            </a:prstGeom>
            <a:noFill/>
            <a:ln>
              <a:noFill/>
              <a:prstDash val="solid"/>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0" i="0" u="none" strike="noStrike" kern="0" cap="none" spc="0" baseline="0">
                  <a:solidFill>
                    <a:srgbClr val="000000"/>
                  </a:solidFill>
                  <a:uFillTx/>
                  <a:latin typeface="Calibri" pitchFamily="34"/>
                  <a:cs typeface="Calibri" pitchFamily="34"/>
                </a:rPr>
                <a:t>If necessary, delete the existing image</a:t>
              </a:r>
              <a:br>
                <a:rPr lang="en-GB" sz="1200" b="0" i="0" u="none" strike="noStrike" kern="0" cap="none" spc="0" baseline="0">
                  <a:solidFill>
                    <a:srgbClr val="000000"/>
                  </a:solidFill>
                  <a:uFillTx/>
                  <a:latin typeface="Calibri" pitchFamily="34"/>
                  <a:cs typeface="Calibri" pitchFamily="34"/>
                </a:rPr>
              </a:br>
              <a:r>
                <a:rPr lang="en-GB" sz="1200" b="0" i="0" u="none" strike="noStrike" kern="0" cap="none" spc="0" baseline="0">
                  <a:solidFill>
                    <a:srgbClr val="000000"/>
                  </a:solidFill>
                  <a:uFillTx/>
                  <a:latin typeface="Calibri" pitchFamily="34"/>
                  <a:cs typeface="Calibri" pitchFamily="34"/>
                </a:rPr>
                <a:t>by using the </a:t>
              </a:r>
              <a:r>
                <a:rPr lang="en-GB" sz="1200" b="1" i="0" u="none" strike="noStrike" kern="0" cap="none" spc="0" baseline="0">
                  <a:solidFill>
                    <a:srgbClr val="000000"/>
                  </a:solidFill>
                  <a:uFillTx/>
                  <a:latin typeface="Calibri" pitchFamily="34"/>
                  <a:cs typeface="Calibri" pitchFamily="34"/>
                </a:rPr>
                <a:t>‘Backspace key’</a:t>
              </a:r>
              <a:r>
                <a:rPr lang="en-GB" sz="1200" b="0" i="0" u="none" strike="noStrike" kern="0" cap="none" spc="0" baseline="0">
                  <a:solidFill>
                    <a:srgbClr val="000000"/>
                  </a:solidFill>
                  <a:uFillTx/>
                  <a:latin typeface="Calibri" pitchFamily="34"/>
                  <a:cs typeface="Calibri" pitchFamily="34"/>
                </a:rPr>
                <a:t>. Select the placeholder, go to the tab </a:t>
              </a:r>
              <a:r>
                <a:rPr lang="en-GB" sz="1200" b="1" i="0" u="none" strike="noStrike" kern="0" cap="none" spc="0" baseline="0">
                  <a:solidFill>
                    <a:srgbClr val="000000"/>
                  </a:solidFill>
                  <a:uFillTx/>
                  <a:latin typeface="Calibri" pitchFamily="34"/>
                  <a:cs typeface="Calibri" pitchFamily="34"/>
                </a:rPr>
                <a:t>‘Slidebuilder’</a:t>
              </a:r>
              <a:r>
                <a:rPr lang="en-GB" sz="1200" b="0" i="0" u="none" strike="noStrike" kern="0" cap="none" spc="0" baseline="0">
                  <a:solidFill>
                    <a:srgbClr val="000000"/>
                  </a:solidFill>
                  <a:uFillTx/>
                  <a:latin typeface="Calibri" pitchFamily="34"/>
                  <a:cs typeface="Calibri" pitchFamily="34"/>
                </a:rPr>
                <a:t> and click on the button </a:t>
              </a:r>
              <a:r>
                <a:rPr lang="en-GB" sz="1200" b="1" i="0" u="none" strike="noStrike" kern="0" cap="none" spc="0" baseline="0">
                  <a:solidFill>
                    <a:srgbClr val="000000"/>
                  </a:solidFill>
                  <a:uFillTx/>
                  <a:latin typeface="Calibri" pitchFamily="34"/>
                  <a:cs typeface="Calibri" pitchFamily="34"/>
                </a:rPr>
                <a:t>‘Images’</a:t>
              </a:r>
              <a:r>
                <a:rPr lang="en-GB" sz="1200" b="0" i="0" u="none" strike="noStrike" kern="0" cap="none" spc="0" baseline="0">
                  <a:solidFill>
                    <a:srgbClr val="000000"/>
                  </a:solidFill>
                  <a:uFillTx/>
                  <a:latin typeface="Calibri" pitchFamily="34"/>
                  <a:cs typeface="Calibri" pitchFamily="34"/>
                </a:rPr>
                <a:t>.</a:t>
              </a:r>
            </a:p>
          </p:txBody>
        </p:sp>
        <p:sp>
          <p:nvSpPr>
            <p:cNvPr id="6" name="Ovaal 20">
              <a:extLst>
                <a:ext uri="{FF2B5EF4-FFF2-40B4-BE49-F238E27FC236}">
                  <a16:creationId xmlns:a16="http://schemas.microsoft.com/office/drawing/2014/main" id="{36669C21-4256-CBB0-B999-614FEC54868A}"/>
                </a:ext>
              </a:extLst>
            </p:cNvPr>
            <p:cNvSpPr/>
            <p:nvPr/>
          </p:nvSpPr>
          <p:spPr>
            <a:xfrm>
              <a:off x="12560170" y="2633938"/>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3</a:t>
              </a:r>
            </a:p>
          </p:txBody>
        </p:sp>
        <p:sp>
          <p:nvSpPr>
            <p:cNvPr id="7" name="Rechthoek 21">
              <a:extLst>
                <a:ext uri="{FF2B5EF4-FFF2-40B4-BE49-F238E27FC236}">
                  <a16:creationId xmlns:a16="http://schemas.microsoft.com/office/drawing/2014/main" id="{F3AD9FC7-41EF-2918-D02F-CC0F515212F0}"/>
                </a:ext>
              </a:extLst>
            </p:cNvPr>
            <p:cNvSpPr/>
            <p:nvPr/>
          </p:nvSpPr>
          <p:spPr>
            <a:xfrm>
              <a:off x="12844348" y="2633938"/>
              <a:ext cx="3126342" cy="462796"/>
            </a:xfrm>
            <a:prstGeom prst="rect">
              <a:avLst/>
            </a:prstGeom>
            <a:noFill/>
            <a:ln>
              <a:noFill/>
              <a:prstDash val="solid"/>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0" i="0" u="none" strike="noStrike" kern="0" cap="none" spc="0" baseline="0">
                  <a:solidFill>
                    <a:srgbClr val="000000"/>
                  </a:solidFill>
                  <a:uFillTx/>
                  <a:latin typeface="Calibri" pitchFamily="34"/>
                  <a:cs typeface="Calibri" pitchFamily="34"/>
                </a:rPr>
                <a:t>Click with the right mouse button on the thumbnail display of the slide on the left side </a:t>
              </a:r>
              <a:br>
                <a:rPr lang="en-GB" sz="1200" b="0" i="0" u="none" strike="noStrike" kern="0" cap="none" spc="0" baseline="0">
                  <a:solidFill>
                    <a:srgbClr val="000000"/>
                  </a:solidFill>
                  <a:uFillTx/>
                  <a:latin typeface="Calibri" pitchFamily="34"/>
                  <a:cs typeface="Calibri" pitchFamily="34"/>
                </a:rPr>
              </a:br>
              <a:r>
                <a:rPr lang="en-GB" sz="1200" b="0" i="0" u="none" strike="noStrike" kern="0" cap="none" spc="0" baseline="0">
                  <a:solidFill>
                    <a:srgbClr val="000000"/>
                  </a:solidFill>
                  <a:uFillTx/>
                  <a:latin typeface="Calibri" pitchFamily="34"/>
                  <a:cs typeface="Calibri" pitchFamily="34"/>
                </a:rPr>
                <a:t>of the screen and choose </a:t>
              </a:r>
              <a:r>
                <a:rPr lang="en-GB" sz="1200" b="1" i="0" u="none" strike="noStrike" kern="0" cap="none" spc="0" baseline="0">
                  <a:solidFill>
                    <a:srgbClr val="000000"/>
                  </a:solidFill>
                  <a:uFillTx/>
                  <a:latin typeface="Calibri" pitchFamily="34"/>
                  <a:cs typeface="Calibri" pitchFamily="34"/>
                </a:rPr>
                <a:t>‘Reset slide’</a:t>
              </a:r>
              <a:r>
                <a:rPr lang="en-GB" sz="1200" b="0" i="0" u="none" strike="noStrike" kern="0" cap="none" spc="0" baseline="0">
                  <a:solidFill>
                    <a:srgbClr val="000000"/>
                  </a:solidFill>
                  <a:uFillTx/>
                  <a:latin typeface="Calibri" pitchFamily="34"/>
                  <a:cs typeface="Calibri" pitchFamily="34"/>
                </a:rPr>
                <a:t>.</a:t>
              </a:r>
            </a:p>
          </p:txBody>
        </p:sp>
        <p:sp>
          <p:nvSpPr>
            <p:cNvPr id="8" name="Ovaal 22">
              <a:extLst>
                <a:ext uri="{FF2B5EF4-FFF2-40B4-BE49-F238E27FC236}">
                  <a16:creationId xmlns:a16="http://schemas.microsoft.com/office/drawing/2014/main" id="{476D4842-8732-86FB-7189-F50EF5BB4640}"/>
                </a:ext>
              </a:extLst>
            </p:cNvPr>
            <p:cNvSpPr/>
            <p:nvPr/>
          </p:nvSpPr>
          <p:spPr>
            <a:xfrm>
              <a:off x="12560170" y="4226365"/>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4</a:t>
              </a:r>
            </a:p>
          </p:txBody>
        </p:sp>
        <p:sp>
          <p:nvSpPr>
            <p:cNvPr id="9" name="Rechthoek 23">
              <a:extLst>
                <a:ext uri="{FF2B5EF4-FFF2-40B4-BE49-F238E27FC236}">
                  <a16:creationId xmlns:a16="http://schemas.microsoft.com/office/drawing/2014/main" id="{82165B2A-19B4-4F89-F5A8-3326C116E4EE}"/>
                </a:ext>
              </a:extLst>
            </p:cNvPr>
            <p:cNvSpPr/>
            <p:nvPr/>
          </p:nvSpPr>
          <p:spPr>
            <a:xfrm>
              <a:off x="12844348" y="4226365"/>
              <a:ext cx="2944678" cy="820957"/>
            </a:xfrm>
            <a:prstGeom prst="rect">
              <a:avLst/>
            </a:prstGeom>
            <a:noFill/>
            <a:ln>
              <a:noFill/>
              <a:prstDash val="solid"/>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0" i="0" u="none" strike="noStrike" kern="0" cap="none" spc="0" baseline="0">
                  <a:solidFill>
                    <a:srgbClr val="000000"/>
                  </a:solidFill>
                  <a:uFillTx/>
                  <a:latin typeface="Calibri" pitchFamily="34"/>
                  <a:cs typeface="Calibri" pitchFamily="34"/>
                </a:rPr>
                <a:t>To scale or drag the image, go to the tab </a:t>
              </a:r>
              <a:r>
                <a:rPr lang="en-GB" sz="1200" b="1" i="0" u="none" strike="noStrike" kern="0" cap="none" spc="0" baseline="0">
                  <a:solidFill>
                    <a:srgbClr val="000000"/>
                  </a:solidFill>
                  <a:uFillTx/>
                  <a:latin typeface="Calibri" pitchFamily="34"/>
                  <a:cs typeface="Calibri" pitchFamily="34"/>
                </a:rPr>
                <a:t>‘Picture Tools - Format’</a:t>
              </a:r>
              <a:r>
                <a:rPr lang="en-GB" sz="1200" b="0" i="0" u="none" strike="noStrike" kern="0" cap="none" spc="0" baseline="0">
                  <a:solidFill>
                    <a:srgbClr val="000000"/>
                  </a:solidFill>
                  <a:uFillTx/>
                  <a:latin typeface="Calibri" pitchFamily="34"/>
                  <a:cs typeface="Calibri" pitchFamily="34"/>
                </a:rPr>
                <a:t> and click on</a:t>
              </a:r>
              <a:br>
                <a:rPr lang="en-GB" sz="1200" b="0" i="0" u="none" strike="noStrike" kern="0" cap="none" spc="0" baseline="0">
                  <a:solidFill>
                    <a:srgbClr val="000000"/>
                  </a:solidFill>
                  <a:uFillTx/>
                  <a:latin typeface="Calibri" pitchFamily="34"/>
                  <a:cs typeface="Calibri" pitchFamily="34"/>
                </a:rPr>
              </a:br>
              <a:r>
                <a:rPr lang="en-GB" sz="1200" b="0" i="0" u="none" strike="noStrike" kern="0" cap="none" spc="0" baseline="0">
                  <a:solidFill>
                    <a:srgbClr val="000000"/>
                  </a:solidFill>
                  <a:uFillTx/>
                  <a:latin typeface="Calibri" pitchFamily="34"/>
                  <a:cs typeface="Calibri" pitchFamily="34"/>
                </a:rPr>
                <a:t>the button </a:t>
              </a:r>
              <a:r>
                <a:rPr lang="en-GB" sz="1200" b="1" i="0" u="none" strike="noStrike" kern="0" cap="none" spc="0" baseline="0">
                  <a:solidFill>
                    <a:srgbClr val="000000"/>
                  </a:solidFill>
                  <a:uFillTx/>
                  <a:latin typeface="Calibri" pitchFamily="34"/>
                  <a:cs typeface="Calibri" pitchFamily="34"/>
                </a:rPr>
                <a:t>‘Crop’</a:t>
              </a:r>
              <a:r>
                <a:rPr lang="en-GB" sz="1200" b="0" i="0" u="none" strike="noStrike" kern="0" cap="none" spc="0" baseline="0">
                  <a:solidFill>
                    <a:srgbClr val="000000"/>
                  </a:solidFill>
                  <a:uFillTx/>
                  <a:latin typeface="Calibri" pitchFamily="34"/>
                  <a:cs typeface="Calibri" pitchFamily="34"/>
                </a:rPr>
                <a:t>. Scale the image itself with</a:t>
              </a:r>
              <a:br>
                <a:rPr lang="en-GB" sz="1200" b="0" i="0" u="none" strike="noStrike" kern="0" cap="none" spc="0" baseline="0">
                  <a:solidFill>
                    <a:srgbClr val="000000"/>
                  </a:solidFill>
                  <a:uFillTx/>
                  <a:latin typeface="Calibri" pitchFamily="34"/>
                  <a:cs typeface="Calibri" pitchFamily="34"/>
                </a:rPr>
              </a:br>
              <a:r>
                <a:rPr lang="en-GB" sz="1200" b="0" i="0" u="none" strike="noStrike" kern="0" cap="none" spc="0" baseline="0">
                  <a:solidFill>
                    <a:srgbClr val="000000"/>
                  </a:solidFill>
                  <a:uFillTx/>
                  <a:latin typeface="Calibri" pitchFamily="34"/>
                  <a:cs typeface="Calibri" pitchFamily="34"/>
                </a:rPr>
                <a:t>the spheres and scale the image frame with the brackets.</a:t>
              </a:r>
            </a:p>
          </p:txBody>
        </p:sp>
        <p:sp>
          <p:nvSpPr>
            <p:cNvPr id="10" name="Rechthoek 24">
              <a:extLst>
                <a:ext uri="{FF2B5EF4-FFF2-40B4-BE49-F238E27FC236}">
                  <a16:creationId xmlns:a16="http://schemas.microsoft.com/office/drawing/2014/main" id="{E2827198-7361-D58C-061E-C6E8E07935E7}"/>
                </a:ext>
              </a:extLst>
            </p:cNvPr>
            <p:cNvSpPr/>
            <p:nvPr/>
          </p:nvSpPr>
          <p:spPr>
            <a:xfrm>
              <a:off x="12846926" y="3200262"/>
              <a:ext cx="1239213" cy="719916"/>
            </a:xfrm>
            <a:prstGeom prst="rect">
              <a:avLst/>
            </a:prstGeom>
            <a:blipFill>
              <a:blip r:embed="rId2">
                <a:alphaModFix/>
              </a:blip>
              <a:tile/>
            </a:blipFill>
            <a:ln w="12701" cap="flat">
              <a:solidFill>
                <a:srgbClr val="D3D3D3"/>
              </a:solidFill>
              <a:prstDash val="solid"/>
              <a:miter/>
            </a:ln>
          </p:spPr>
          <p:txBody>
            <a:bodyPr vert="horz" wrap="square" lIns="71999"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0" i="1" u="none" strike="noStrike" kern="1200" cap="none" spc="0" baseline="0">
                <a:solidFill>
                  <a:srgbClr val="211F26"/>
                </a:solidFill>
                <a:uFillTx/>
                <a:latin typeface="Calibri" pitchFamily="34"/>
                <a:cs typeface="Calibri" pitchFamily="34"/>
              </a:endParaRPr>
            </a:p>
          </p:txBody>
        </p:sp>
        <p:grpSp>
          <p:nvGrpSpPr>
            <p:cNvPr id="11" name="Groep 25">
              <a:extLst>
                <a:ext uri="{FF2B5EF4-FFF2-40B4-BE49-F238E27FC236}">
                  <a16:creationId xmlns:a16="http://schemas.microsoft.com/office/drawing/2014/main" id="{5A66994D-E324-580A-79EA-B511B8BCB7E8}"/>
                </a:ext>
              </a:extLst>
            </p:cNvPr>
            <p:cNvGrpSpPr/>
            <p:nvPr/>
          </p:nvGrpSpPr>
          <p:grpSpPr>
            <a:xfrm>
              <a:off x="13677942" y="3479785"/>
              <a:ext cx="1222991" cy="563928"/>
              <a:chOff x="13677942" y="3479785"/>
              <a:chExt cx="1222991" cy="563928"/>
            </a:xfrm>
          </p:grpSpPr>
          <p:sp>
            <p:nvSpPr>
              <p:cNvPr id="12" name="Rechthoek 64">
                <a:extLst>
                  <a:ext uri="{FF2B5EF4-FFF2-40B4-BE49-F238E27FC236}">
                    <a16:creationId xmlns:a16="http://schemas.microsoft.com/office/drawing/2014/main" id="{256E4575-657E-DDF7-E7AD-6AD9EB44FB0E}"/>
                  </a:ext>
                </a:extLst>
              </p:cNvPr>
              <p:cNvSpPr/>
              <p:nvPr/>
            </p:nvSpPr>
            <p:spPr>
              <a:xfrm>
                <a:off x="13677942" y="3479785"/>
                <a:ext cx="1176476" cy="504849"/>
              </a:xfrm>
              <a:prstGeom prst="rect">
                <a:avLst/>
              </a:prstGeom>
              <a:solidFill>
                <a:srgbClr val="FFFFFF"/>
              </a:solidFill>
              <a:ln w="12701" cap="flat">
                <a:solidFill>
                  <a:srgbClr val="D1D1D1"/>
                </a:solidFill>
                <a:prstDash val="solid"/>
                <a:miter/>
              </a:ln>
            </p:spPr>
            <p:txBody>
              <a:bodyPr vert="horz" wrap="square" lIns="107999"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800" b="0" i="0" u="none" strike="noStrike" kern="1200" cap="none" spc="0" baseline="0">
                  <a:solidFill>
                    <a:srgbClr val="211F26"/>
                  </a:solidFill>
                  <a:uFillTx/>
                  <a:latin typeface="Calibri" pitchFamily="34"/>
                  <a:cs typeface="Calibri" pitchFamily="34"/>
                </a:endParaRPr>
              </a:p>
            </p:txBody>
          </p:sp>
          <p:sp>
            <p:nvSpPr>
              <p:cNvPr id="13" name="Rechthoek 65">
                <a:extLst>
                  <a:ext uri="{FF2B5EF4-FFF2-40B4-BE49-F238E27FC236}">
                    <a16:creationId xmlns:a16="http://schemas.microsoft.com/office/drawing/2014/main" id="{6819C08B-7378-C9DE-19EF-81978BB8F60C}"/>
                  </a:ext>
                </a:extLst>
              </p:cNvPr>
              <p:cNvSpPr/>
              <p:nvPr/>
            </p:nvSpPr>
            <p:spPr>
              <a:xfrm>
                <a:off x="13684178" y="3733412"/>
                <a:ext cx="1164003" cy="246705"/>
              </a:xfrm>
              <a:prstGeom prst="rect">
                <a:avLst/>
              </a:prstGeom>
              <a:solidFill>
                <a:srgbClr val="FCE4DC"/>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nvGrpSpPr>
              <p:cNvPr id="14" name="Groep 66">
                <a:extLst>
                  <a:ext uri="{FF2B5EF4-FFF2-40B4-BE49-F238E27FC236}">
                    <a16:creationId xmlns:a16="http://schemas.microsoft.com/office/drawing/2014/main" id="{876265FC-0878-FDBD-02DE-7CAD3C3DE0BC}"/>
                  </a:ext>
                </a:extLst>
              </p:cNvPr>
              <p:cNvGrpSpPr/>
              <p:nvPr/>
            </p:nvGrpSpPr>
            <p:grpSpPr>
              <a:xfrm>
                <a:off x="13759891" y="3541123"/>
                <a:ext cx="155950" cy="131920"/>
                <a:chOff x="13759891" y="3541123"/>
                <a:chExt cx="155950" cy="131920"/>
              </a:xfrm>
            </p:grpSpPr>
            <p:sp>
              <p:nvSpPr>
                <p:cNvPr id="15" name="Rechthoek: afgeronde hoeken 79">
                  <a:extLst>
                    <a:ext uri="{FF2B5EF4-FFF2-40B4-BE49-F238E27FC236}">
                      <a16:creationId xmlns:a16="http://schemas.microsoft.com/office/drawing/2014/main" id="{4A4F80E5-D361-C835-1660-E3AD4CE2A668}"/>
                    </a:ext>
                  </a:extLst>
                </p:cNvPr>
                <p:cNvSpPr/>
                <p:nvPr/>
              </p:nvSpPr>
              <p:spPr>
                <a:xfrm>
                  <a:off x="13759891" y="3541123"/>
                  <a:ext cx="155950" cy="131920"/>
                </a:xfrm>
                <a:custGeom>
                  <a:avLst>
                    <a:gd name="f0" fmla="val 629"/>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FFFF"/>
                </a:solidFill>
                <a:ln w="12701" cap="flat">
                  <a:solidFill>
                    <a:srgbClr val="818181"/>
                  </a:solidFill>
                  <a:prstDash val="solid"/>
                  <a:miter/>
                </a:ln>
              </p:spPr>
              <p:txBody>
                <a:bodyPr vert="horz" wrap="square" lIns="107999"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800" b="0" i="0" u="none" strike="noStrike" kern="1200" cap="none" spc="0" baseline="0">
                    <a:solidFill>
                      <a:srgbClr val="211F26"/>
                    </a:solidFill>
                    <a:uFillTx/>
                    <a:latin typeface="Calibri" pitchFamily="34"/>
                    <a:cs typeface="Calibri" pitchFamily="34"/>
                  </a:endParaRPr>
                </a:p>
              </p:txBody>
            </p:sp>
            <p:sp>
              <p:nvSpPr>
                <p:cNvPr id="16" name="Rechthoek 80">
                  <a:extLst>
                    <a:ext uri="{FF2B5EF4-FFF2-40B4-BE49-F238E27FC236}">
                      <a16:creationId xmlns:a16="http://schemas.microsoft.com/office/drawing/2014/main" id="{B35D241C-348F-618B-C912-7413925CD135}"/>
                    </a:ext>
                  </a:extLst>
                </p:cNvPr>
                <p:cNvSpPr/>
                <p:nvPr/>
              </p:nvSpPr>
              <p:spPr>
                <a:xfrm>
                  <a:off x="13781599" y="3559228"/>
                  <a:ext cx="117582" cy="16011"/>
                </a:xfrm>
                <a:prstGeom prst="rect">
                  <a:avLst/>
                </a:prstGeom>
                <a:solidFill>
                  <a:srgbClr val="D1D1D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17" name="Rechthoek 81">
                  <a:extLst>
                    <a:ext uri="{FF2B5EF4-FFF2-40B4-BE49-F238E27FC236}">
                      <a16:creationId xmlns:a16="http://schemas.microsoft.com/office/drawing/2014/main" id="{C110CDA8-C633-8B0A-BDC7-D705A3162DED}"/>
                    </a:ext>
                  </a:extLst>
                </p:cNvPr>
                <p:cNvSpPr/>
                <p:nvPr/>
              </p:nvSpPr>
              <p:spPr>
                <a:xfrm>
                  <a:off x="13781599" y="3586349"/>
                  <a:ext cx="45756" cy="69997"/>
                </a:xfrm>
                <a:prstGeom prst="rect">
                  <a:avLst/>
                </a:prstGeom>
                <a:solidFill>
                  <a:srgbClr val="D1D1D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18" name="Rechthoek 82">
                  <a:extLst>
                    <a:ext uri="{FF2B5EF4-FFF2-40B4-BE49-F238E27FC236}">
                      <a16:creationId xmlns:a16="http://schemas.microsoft.com/office/drawing/2014/main" id="{8D698DD3-93B5-2BB4-4FB6-1299C9B836D5}"/>
                    </a:ext>
                  </a:extLst>
                </p:cNvPr>
                <p:cNvSpPr/>
                <p:nvPr/>
              </p:nvSpPr>
              <p:spPr>
                <a:xfrm>
                  <a:off x="13841556" y="3590355"/>
                  <a:ext cx="52111" cy="8220"/>
                </a:xfrm>
                <a:prstGeom prst="rect">
                  <a:avLst/>
                </a:prstGeom>
                <a:solidFill>
                  <a:srgbClr val="B2B2B2"/>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19" name="Rechthoek 83">
                  <a:extLst>
                    <a:ext uri="{FF2B5EF4-FFF2-40B4-BE49-F238E27FC236}">
                      <a16:creationId xmlns:a16="http://schemas.microsoft.com/office/drawing/2014/main" id="{2928E8ED-5674-F6D1-C64B-A4A7BBE19CF8}"/>
                    </a:ext>
                  </a:extLst>
                </p:cNvPr>
                <p:cNvSpPr/>
                <p:nvPr/>
              </p:nvSpPr>
              <p:spPr>
                <a:xfrm>
                  <a:off x="13841556" y="3618408"/>
                  <a:ext cx="26746" cy="8220"/>
                </a:xfrm>
                <a:prstGeom prst="rect">
                  <a:avLst/>
                </a:prstGeom>
                <a:solidFill>
                  <a:srgbClr val="B2B2B2"/>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20" name="Rechthoek 84">
                  <a:extLst>
                    <a:ext uri="{FF2B5EF4-FFF2-40B4-BE49-F238E27FC236}">
                      <a16:creationId xmlns:a16="http://schemas.microsoft.com/office/drawing/2014/main" id="{9DB84261-EA16-1CB0-69D7-C71345BE19B1}"/>
                    </a:ext>
                  </a:extLst>
                </p:cNvPr>
                <p:cNvSpPr/>
                <p:nvPr/>
              </p:nvSpPr>
              <p:spPr>
                <a:xfrm>
                  <a:off x="13841556" y="3646462"/>
                  <a:ext cx="26746" cy="8220"/>
                </a:xfrm>
                <a:prstGeom prst="rect">
                  <a:avLst/>
                </a:prstGeom>
                <a:solidFill>
                  <a:srgbClr val="B2B2B2"/>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grpSp>
            <p:nvGrpSpPr>
              <p:cNvPr id="21" name="Groep 67">
                <a:extLst>
                  <a:ext uri="{FF2B5EF4-FFF2-40B4-BE49-F238E27FC236}">
                    <a16:creationId xmlns:a16="http://schemas.microsoft.com/office/drawing/2014/main" id="{E65914FF-9E65-8CF5-6E60-A30339F69142}"/>
                  </a:ext>
                </a:extLst>
              </p:cNvPr>
              <p:cNvGrpSpPr/>
              <p:nvPr/>
            </p:nvGrpSpPr>
            <p:grpSpPr>
              <a:xfrm>
                <a:off x="13740332" y="3770784"/>
                <a:ext cx="166740" cy="218962"/>
                <a:chOff x="13740332" y="3770784"/>
                <a:chExt cx="166740" cy="218962"/>
              </a:xfrm>
            </p:grpSpPr>
            <p:grpSp>
              <p:nvGrpSpPr>
                <p:cNvPr id="22" name="Groep 71">
                  <a:extLst>
                    <a:ext uri="{FF2B5EF4-FFF2-40B4-BE49-F238E27FC236}">
                      <a16:creationId xmlns:a16="http://schemas.microsoft.com/office/drawing/2014/main" id="{0D49E8C7-D4A7-4FE9-89FA-C58BE20BB81D}"/>
                    </a:ext>
                  </a:extLst>
                </p:cNvPr>
                <p:cNvGrpSpPr/>
                <p:nvPr/>
              </p:nvGrpSpPr>
              <p:grpSpPr>
                <a:xfrm>
                  <a:off x="13763274" y="3792473"/>
                  <a:ext cx="143798" cy="121642"/>
                  <a:chOff x="13763274" y="3792473"/>
                  <a:chExt cx="143798" cy="121642"/>
                </a:xfrm>
              </p:grpSpPr>
              <p:sp>
                <p:nvSpPr>
                  <p:cNvPr id="23" name="Rechthoek: afgeronde hoeken 73">
                    <a:extLst>
                      <a:ext uri="{FF2B5EF4-FFF2-40B4-BE49-F238E27FC236}">
                        <a16:creationId xmlns:a16="http://schemas.microsoft.com/office/drawing/2014/main" id="{6B847292-93A1-3F90-23DF-7420C8440B36}"/>
                      </a:ext>
                    </a:extLst>
                  </p:cNvPr>
                  <p:cNvSpPr/>
                  <p:nvPr/>
                </p:nvSpPr>
                <p:spPr>
                  <a:xfrm>
                    <a:off x="13763274" y="3792473"/>
                    <a:ext cx="143798" cy="121642"/>
                  </a:xfrm>
                  <a:custGeom>
                    <a:avLst>
                      <a:gd name="f0" fmla="val 629"/>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FFFF"/>
                  </a:solidFill>
                  <a:ln w="12701" cap="flat">
                    <a:solidFill>
                      <a:srgbClr val="818181"/>
                    </a:solidFill>
                    <a:prstDash val="solid"/>
                    <a:miter/>
                  </a:ln>
                </p:spPr>
                <p:txBody>
                  <a:bodyPr vert="horz" wrap="square" lIns="107999"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800" b="0" i="0" u="none" strike="noStrike" kern="1200" cap="none" spc="0" baseline="0">
                      <a:solidFill>
                        <a:srgbClr val="211F26"/>
                      </a:solidFill>
                      <a:uFillTx/>
                      <a:latin typeface="Calibri" pitchFamily="34"/>
                      <a:cs typeface="Calibri" pitchFamily="34"/>
                    </a:endParaRPr>
                  </a:p>
                </p:txBody>
              </p:sp>
              <p:sp>
                <p:nvSpPr>
                  <p:cNvPr id="24" name="Rechthoek 74">
                    <a:extLst>
                      <a:ext uri="{FF2B5EF4-FFF2-40B4-BE49-F238E27FC236}">
                        <a16:creationId xmlns:a16="http://schemas.microsoft.com/office/drawing/2014/main" id="{2D9E5251-245D-E20C-ED1F-3F732BFEC1C2}"/>
                      </a:ext>
                    </a:extLst>
                  </p:cNvPr>
                  <p:cNvSpPr/>
                  <p:nvPr/>
                </p:nvSpPr>
                <p:spPr>
                  <a:xfrm>
                    <a:off x="13783290" y="3809170"/>
                    <a:ext cx="108420" cy="14767"/>
                  </a:xfrm>
                  <a:prstGeom prst="rect">
                    <a:avLst/>
                  </a:prstGeom>
                  <a:solidFill>
                    <a:srgbClr val="D1D1D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25" name="Rechthoek 75">
                    <a:extLst>
                      <a:ext uri="{FF2B5EF4-FFF2-40B4-BE49-F238E27FC236}">
                        <a16:creationId xmlns:a16="http://schemas.microsoft.com/office/drawing/2014/main" id="{7163E7B6-E637-2783-CC88-91C9C77D332C}"/>
                      </a:ext>
                    </a:extLst>
                  </p:cNvPr>
                  <p:cNvSpPr/>
                  <p:nvPr/>
                </p:nvSpPr>
                <p:spPr>
                  <a:xfrm>
                    <a:off x="13783290" y="3834179"/>
                    <a:ext cx="42190" cy="64538"/>
                  </a:xfrm>
                  <a:prstGeom prst="rect">
                    <a:avLst/>
                  </a:prstGeom>
                  <a:solidFill>
                    <a:srgbClr val="D1D1D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26" name="Rechthoek 76">
                    <a:extLst>
                      <a:ext uri="{FF2B5EF4-FFF2-40B4-BE49-F238E27FC236}">
                        <a16:creationId xmlns:a16="http://schemas.microsoft.com/office/drawing/2014/main" id="{B32CDDE7-780D-427E-C529-1CEA28A7D233}"/>
                      </a:ext>
                    </a:extLst>
                  </p:cNvPr>
                  <p:cNvSpPr/>
                  <p:nvPr/>
                </p:nvSpPr>
                <p:spPr>
                  <a:xfrm>
                    <a:off x="13838575" y="3837873"/>
                    <a:ext cx="48051" cy="7580"/>
                  </a:xfrm>
                  <a:prstGeom prst="rect">
                    <a:avLst/>
                  </a:prstGeom>
                  <a:solidFill>
                    <a:srgbClr val="B2B2B2"/>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27" name="Rechthoek 77">
                    <a:extLst>
                      <a:ext uri="{FF2B5EF4-FFF2-40B4-BE49-F238E27FC236}">
                        <a16:creationId xmlns:a16="http://schemas.microsoft.com/office/drawing/2014/main" id="{08D48C4E-E8B3-EAC4-7FCE-8D5D42649FB8}"/>
                      </a:ext>
                    </a:extLst>
                  </p:cNvPr>
                  <p:cNvSpPr/>
                  <p:nvPr/>
                </p:nvSpPr>
                <p:spPr>
                  <a:xfrm>
                    <a:off x="13838575" y="3863742"/>
                    <a:ext cx="24661" cy="7580"/>
                  </a:xfrm>
                  <a:prstGeom prst="rect">
                    <a:avLst/>
                  </a:prstGeom>
                  <a:solidFill>
                    <a:srgbClr val="B2B2B2"/>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28" name="Rechthoek 78">
                    <a:extLst>
                      <a:ext uri="{FF2B5EF4-FFF2-40B4-BE49-F238E27FC236}">
                        <a16:creationId xmlns:a16="http://schemas.microsoft.com/office/drawing/2014/main" id="{199AD2F8-F82A-275F-E1DC-272AF3C231D2}"/>
                      </a:ext>
                    </a:extLst>
                  </p:cNvPr>
                  <p:cNvSpPr/>
                  <p:nvPr/>
                </p:nvSpPr>
                <p:spPr>
                  <a:xfrm>
                    <a:off x="13838575" y="3889610"/>
                    <a:ext cx="24661" cy="7580"/>
                  </a:xfrm>
                  <a:prstGeom prst="rect">
                    <a:avLst/>
                  </a:prstGeom>
                  <a:solidFill>
                    <a:srgbClr val="B2B2B2"/>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sp>
              <p:nvSpPr>
                <p:cNvPr id="29" name="Boog 72">
                  <a:extLst>
                    <a:ext uri="{FF2B5EF4-FFF2-40B4-BE49-F238E27FC236}">
                      <a16:creationId xmlns:a16="http://schemas.microsoft.com/office/drawing/2014/main" id="{EAC2C8C7-1039-EBA2-9E0E-8F893239EA1E}"/>
                    </a:ext>
                  </a:extLst>
                </p:cNvPr>
                <p:cNvSpPr/>
                <p:nvPr/>
              </p:nvSpPr>
              <p:spPr>
                <a:xfrm rot="17637085">
                  <a:off x="13676891" y="3834225"/>
                  <a:ext cx="218962" cy="92080"/>
                </a:xfrm>
                <a:custGeom>
                  <a:avLst>
                    <a:gd name="f12" fmla="val 175"/>
                    <a:gd name="f13" fmla="val 292"/>
                  </a:avLst>
                  <a:gdLst>
                    <a:gd name="f2" fmla="val 10800000"/>
                    <a:gd name="f3" fmla="val 5400000"/>
                    <a:gd name="f4" fmla="val 16200000"/>
                    <a:gd name="f5" fmla="val 180"/>
                    <a:gd name="f6" fmla="val w"/>
                    <a:gd name="f7" fmla="val h"/>
                    <a:gd name="f8" fmla="val ss"/>
                    <a:gd name="f9" fmla="val 0"/>
                    <a:gd name="f10" fmla="*/ 5419351 1 1725033"/>
                    <a:gd name="f11" fmla="+- 0 0 1"/>
                    <a:gd name="f12" fmla="val 175"/>
                    <a:gd name="f13" fmla="val 292"/>
                    <a:gd name="f14" fmla="+- 0 0 -265"/>
                    <a:gd name="f15" fmla="+- 0 0 -234"/>
                    <a:gd name="f16" fmla="+- 0 0 -202"/>
                    <a:gd name="f17" fmla="abs f6"/>
                    <a:gd name="f18" fmla="abs f7"/>
                    <a:gd name="f19" fmla="abs f8"/>
                    <a:gd name="f20" fmla="val f9"/>
                    <a:gd name="f21" fmla="+- 0 0 f12"/>
                    <a:gd name="f22" fmla="+- 0 0 f13"/>
                    <a:gd name="f23" fmla="*/ f14 f2 1"/>
                    <a:gd name="f24" fmla="*/ f15 f2 1"/>
                    <a:gd name="f25" fmla="*/ f16 f2 1"/>
                    <a:gd name="f26" fmla="?: f17 f6 1"/>
                    <a:gd name="f27" fmla="?: f18 f7 1"/>
                    <a:gd name="f28" fmla="?: f19 f8 1"/>
                    <a:gd name="f29" fmla="*/ f21 f2 1"/>
                    <a:gd name="f30" fmla="*/ f22 f2 1"/>
                    <a:gd name="f31" fmla="*/ f23 1 f5"/>
                    <a:gd name="f32" fmla="*/ f24 1 f5"/>
                    <a:gd name="f33" fmla="*/ f25 1 f5"/>
                    <a:gd name="f34" fmla="*/ f26 1 21600"/>
                    <a:gd name="f35" fmla="*/ f27 1 21600"/>
                    <a:gd name="f36" fmla="*/ 21600 f26 1"/>
                    <a:gd name="f37" fmla="*/ 21600 f27 1"/>
                    <a:gd name="f38" fmla="*/ f29 1 f5"/>
                    <a:gd name="f39" fmla="*/ f30 1 f5"/>
                    <a:gd name="f40" fmla="+- f31 0 f3"/>
                    <a:gd name="f41" fmla="+- f32 0 f3"/>
                    <a:gd name="f42" fmla="+- f33 0 f3"/>
                    <a:gd name="f43" fmla="min f35 f34"/>
                    <a:gd name="f44" fmla="*/ f36 1 f28"/>
                    <a:gd name="f45" fmla="*/ f37 1 f28"/>
                    <a:gd name="f46" fmla="+- f38 0 f3"/>
                    <a:gd name="f47" fmla="+- f39 0 f3"/>
                    <a:gd name="f48" fmla="val f44"/>
                    <a:gd name="f49" fmla="val f45"/>
                    <a:gd name="f50" fmla="+- 0 0 f46"/>
                    <a:gd name="f51" fmla="+- 0 0 f47"/>
                    <a:gd name="f52" fmla="+- f49 0 f20"/>
                    <a:gd name="f53" fmla="+- f48 0 f20"/>
                    <a:gd name="f54" fmla="val f50"/>
                    <a:gd name="f55" fmla="val f51"/>
                    <a:gd name="f56" fmla="*/ f52 1 2"/>
                    <a:gd name="f57" fmla="*/ f53 1 2"/>
                    <a:gd name="f58" fmla="+- f55 0 f54"/>
                    <a:gd name="f59" fmla="+- f54 f3 0"/>
                    <a:gd name="f60" fmla="+- f55 f3 0"/>
                    <a:gd name="f61" fmla="+- 21600000 0 f54"/>
                    <a:gd name="f62" fmla="+- f3 0 f54"/>
                    <a:gd name="f63" fmla="+- 27000000 0 f54"/>
                    <a:gd name="f64" fmla="+- f2 0 f54"/>
                    <a:gd name="f65" fmla="+- 32400000 0 f54"/>
                    <a:gd name="f66" fmla="+- f4 0 f54"/>
                    <a:gd name="f67" fmla="+- 37800000 0 f54"/>
                    <a:gd name="f68" fmla="+- f20 f56 0"/>
                    <a:gd name="f69" fmla="+- f20 f57 0"/>
                    <a:gd name="f70" fmla="+- f58 21600000 0"/>
                    <a:gd name="f71" fmla="*/ f59 f10 1"/>
                    <a:gd name="f72" fmla="*/ f60 f10 1"/>
                    <a:gd name="f73" fmla="?: f62 f62 f63"/>
                    <a:gd name="f74" fmla="?: f64 f64 f65"/>
                    <a:gd name="f75" fmla="?: f66 f66 f67"/>
                    <a:gd name="f76" fmla="*/ f57 f43 1"/>
                    <a:gd name="f77" fmla="*/ f56 f43 1"/>
                    <a:gd name="f78" fmla="?: f58 f58 f70"/>
                    <a:gd name="f79" fmla="*/ f71 1 f2"/>
                    <a:gd name="f80" fmla="*/ f72 1 f2"/>
                    <a:gd name="f81" fmla="*/ f69 f43 1"/>
                    <a:gd name="f82" fmla="*/ f68 f43 1"/>
                    <a:gd name="f83" fmla="+- 0 0 f79"/>
                    <a:gd name="f84" fmla="+- 0 0 f80"/>
                    <a:gd name="f85" fmla="+- f78 0 f61"/>
                    <a:gd name="f86" fmla="+- f78 0 f73"/>
                    <a:gd name="f87" fmla="+- f78 0 f74"/>
                    <a:gd name="f88" fmla="+- f78 0 f75"/>
                    <a:gd name="f89" fmla="+- 0 0 f83"/>
                    <a:gd name="f90" fmla="+- 0 0 f84"/>
                    <a:gd name="f91" fmla="*/ f89 f2 1"/>
                    <a:gd name="f92" fmla="*/ f90 f2 1"/>
                    <a:gd name="f93" fmla="*/ f91 1 f10"/>
                    <a:gd name="f94" fmla="*/ f92 1 f10"/>
                    <a:gd name="f95" fmla="+- f93 0 f3"/>
                    <a:gd name="f96" fmla="+- f94 0 f3"/>
                    <a:gd name="f97" fmla="sin 1 f95"/>
                    <a:gd name="f98" fmla="cos 1 f95"/>
                    <a:gd name="f99" fmla="sin 1 f96"/>
                    <a:gd name="f100" fmla="cos 1 f96"/>
                    <a:gd name="f101" fmla="+- 0 0 f97"/>
                    <a:gd name="f102" fmla="+- 0 0 f98"/>
                    <a:gd name="f103" fmla="+- 0 0 f99"/>
                    <a:gd name="f104" fmla="+- 0 0 f100"/>
                    <a:gd name="f105" fmla="+- 0 0 f101"/>
                    <a:gd name="f106" fmla="+- 0 0 f102"/>
                    <a:gd name="f107" fmla="+- 0 0 f103"/>
                    <a:gd name="f108" fmla="+- 0 0 f104"/>
                    <a:gd name="f109" fmla="*/ f105 f57 1"/>
                    <a:gd name="f110" fmla="*/ f106 f56 1"/>
                    <a:gd name="f111" fmla="*/ f107 f57 1"/>
                    <a:gd name="f112" fmla="*/ f108 f56 1"/>
                    <a:gd name="f113" fmla="+- 0 0 f110"/>
                    <a:gd name="f114" fmla="+- 0 0 f109"/>
                    <a:gd name="f115" fmla="+- 0 0 f112"/>
                    <a:gd name="f116" fmla="+- 0 0 f111"/>
                    <a:gd name="f117" fmla="+- 0 0 f113"/>
                    <a:gd name="f118" fmla="+- 0 0 f114"/>
                    <a:gd name="f119" fmla="+- 0 0 f115"/>
                    <a:gd name="f120" fmla="+- 0 0 f116"/>
                    <a:gd name="f121" fmla="at2 f117 f118"/>
                    <a:gd name="f122" fmla="at2 f119 f120"/>
                    <a:gd name="f123" fmla="+- f121 f3 0"/>
                    <a:gd name="f124" fmla="+- f122 f3 0"/>
                    <a:gd name="f125" fmla="*/ f123 f10 1"/>
                    <a:gd name="f126" fmla="*/ f124 f10 1"/>
                    <a:gd name="f127" fmla="*/ f125 1 f2"/>
                    <a:gd name="f128" fmla="*/ f126 1 f2"/>
                    <a:gd name="f129" fmla="+- 0 0 f127"/>
                    <a:gd name="f130" fmla="+- 0 0 f128"/>
                    <a:gd name="f131" fmla="val f129"/>
                    <a:gd name="f132" fmla="val f130"/>
                    <a:gd name="f133" fmla="+- 0 0 f131"/>
                    <a:gd name="f134" fmla="+- 0 0 f132"/>
                    <a:gd name="f135" fmla="*/ f133 f2 1"/>
                    <a:gd name="f136" fmla="*/ f134 f2 1"/>
                    <a:gd name="f137" fmla="*/ f135 1 f10"/>
                    <a:gd name="f138" fmla="*/ f136 1 f10"/>
                    <a:gd name="f139" fmla="+- f137 0 f3"/>
                    <a:gd name="f140" fmla="+- f138 0 f3"/>
                    <a:gd name="f141" fmla="cos 1 f139"/>
                    <a:gd name="f142" fmla="sin 1 f139"/>
                    <a:gd name="f143" fmla="cos 1 f140"/>
                    <a:gd name="f144" fmla="sin 1 f140"/>
                    <a:gd name="f145" fmla="+- 0 0 f141"/>
                    <a:gd name="f146" fmla="+- 0 0 f142"/>
                    <a:gd name="f147" fmla="+- 0 0 f143"/>
                    <a:gd name="f148" fmla="+- 0 0 f144"/>
                    <a:gd name="f149" fmla="*/ f11 f145 1"/>
                    <a:gd name="f150" fmla="*/ f11 f146 1"/>
                    <a:gd name="f151" fmla="*/ f11 f147 1"/>
                    <a:gd name="f152" fmla="*/ f11 f148 1"/>
                    <a:gd name="f153" fmla="*/ f149 f57 1"/>
                    <a:gd name="f154" fmla="*/ f150 f56 1"/>
                    <a:gd name="f155" fmla="*/ f151 f57 1"/>
                    <a:gd name="f156" fmla="*/ f152 f56 1"/>
                    <a:gd name="f157" fmla="+- f69 f153 0"/>
                    <a:gd name="f158" fmla="+- f68 f154 0"/>
                    <a:gd name="f159" fmla="+- f69 f155 0"/>
                    <a:gd name="f160" fmla="+- f68 f156 0"/>
                    <a:gd name="f161" fmla="max f157 f159"/>
                    <a:gd name="f162" fmla="max f158 f160"/>
                    <a:gd name="f163" fmla="min f157 f159"/>
                    <a:gd name="f164" fmla="min f158 f160"/>
                    <a:gd name="f165" fmla="*/ f157 f43 1"/>
                    <a:gd name="f166" fmla="*/ f158 f43 1"/>
                    <a:gd name="f167" fmla="*/ f159 f43 1"/>
                    <a:gd name="f168" fmla="*/ f160 f43 1"/>
                    <a:gd name="f169" fmla="?: f85 f48 f161"/>
                    <a:gd name="f170" fmla="?: f86 f49 f162"/>
                    <a:gd name="f171" fmla="?: f87 f20 f163"/>
                    <a:gd name="f172" fmla="?: f88 f20 f164"/>
                    <a:gd name="f173" fmla="*/ f171 f43 1"/>
                    <a:gd name="f174" fmla="*/ f172 f43 1"/>
                    <a:gd name="f175" fmla="*/ f169 f43 1"/>
                    <a:gd name="f176" fmla="*/ f170 f43 1"/>
                  </a:gdLst>
                  <a:ahLst/>
                  <a:cxnLst>
                    <a:cxn ang="3cd4">
                      <a:pos x="hc" y="t"/>
                    </a:cxn>
                    <a:cxn ang="0">
                      <a:pos x="r" y="vc"/>
                    </a:cxn>
                    <a:cxn ang="cd4">
                      <a:pos x="hc" y="b"/>
                    </a:cxn>
                    <a:cxn ang="cd2">
                      <a:pos x="l" y="vc"/>
                    </a:cxn>
                    <a:cxn ang="f40">
                      <a:pos x="f165" y="f166"/>
                    </a:cxn>
                    <a:cxn ang="f41">
                      <a:pos x="f81" y="f82"/>
                    </a:cxn>
                    <a:cxn ang="f42">
                      <a:pos x="f167" y="f168"/>
                    </a:cxn>
                  </a:cxnLst>
                  <a:rect l="f173" t="f174" r="f175" b="f176"/>
                  <a:pathLst>
                    <a:path stroke="0">
                      <a:moveTo>
                        <a:pt x="f165" y="f166"/>
                      </a:moveTo>
                      <a:arcTo wR="f76" hR="f77" stAng="f54" swAng="f78"/>
                      <a:lnTo>
                        <a:pt x="f81" y="f82"/>
                      </a:lnTo>
                      <a:close/>
                    </a:path>
                    <a:path fill="none">
                      <a:moveTo>
                        <a:pt x="f165" y="f166"/>
                      </a:moveTo>
                      <a:arcTo wR="f76" hR="f77" stAng="f54" swAng="f78"/>
                    </a:path>
                  </a:pathLst>
                </a:custGeom>
                <a:noFill/>
                <a:ln w="19046" cap="flat">
                  <a:solidFill>
                    <a:srgbClr val="4D82B8"/>
                  </a:solidFill>
                  <a:prstDash val="solid"/>
                  <a:headEnd type="arrow"/>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2400" b="0" i="0" u="none" strike="noStrike" kern="1200" cap="none" spc="0" baseline="0">
                    <a:solidFill>
                      <a:srgbClr val="211F26"/>
                    </a:solidFill>
                    <a:uFillTx/>
                    <a:latin typeface="Calibri" pitchFamily="34"/>
                    <a:cs typeface="Calibri" pitchFamily="34"/>
                  </a:endParaRPr>
                </a:p>
              </p:txBody>
            </p:sp>
          </p:grpSp>
          <p:sp>
            <p:nvSpPr>
              <p:cNvPr id="30" name="Tekstvak 68">
                <a:extLst>
                  <a:ext uri="{FF2B5EF4-FFF2-40B4-BE49-F238E27FC236}">
                    <a16:creationId xmlns:a16="http://schemas.microsoft.com/office/drawing/2014/main" id="{864A0EF4-F065-9E96-C738-FB705A6ADF8D}"/>
                  </a:ext>
                </a:extLst>
              </p:cNvPr>
              <p:cNvSpPr txBox="1"/>
              <p:nvPr/>
            </p:nvSpPr>
            <p:spPr>
              <a:xfrm>
                <a:off x="13918301" y="3541123"/>
                <a:ext cx="896112" cy="134709"/>
              </a:xfrm>
              <a:prstGeom prst="rect">
                <a:avLst/>
              </a:prstGeom>
              <a:noFill/>
              <a:ln>
                <a:noFill/>
              </a:ln>
            </p:spPr>
            <p:txBody>
              <a:bodyPr vert="horz" wrap="square" lIns="91440" tIns="45720" rIns="91440" bIns="45720" anchor="ctr" anchorCtr="0" compatLnSpc="1">
                <a:noAutofit/>
              </a:bodyPr>
              <a:lstStyle/>
              <a:p>
                <a:pPr marL="0" marR="0" lvl="0" indent="0" algn="l" defTabSz="1217514"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900" b="0" i="0" u="none" strike="noStrike" kern="1200" cap="none" spc="0" baseline="0">
                    <a:solidFill>
                      <a:srgbClr val="211F26"/>
                    </a:solidFill>
                    <a:uFillTx/>
                    <a:latin typeface="Calibri" pitchFamily="34"/>
                    <a:cs typeface="Calibri" pitchFamily="34"/>
                  </a:rPr>
                  <a:t>Layout</a:t>
                </a:r>
              </a:p>
            </p:txBody>
          </p:sp>
          <p:sp>
            <p:nvSpPr>
              <p:cNvPr id="31" name="Tekstvak 69">
                <a:extLst>
                  <a:ext uri="{FF2B5EF4-FFF2-40B4-BE49-F238E27FC236}">
                    <a16:creationId xmlns:a16="http://schemas.microsoft.com/office/drawing/2014/main" id="{4269150B-E490-9D80-A437-320748D3B1BF}"/>
                  </a:ext>
                </a:extLst>
              </p:cNvPr>
              <p:cNvSpPr txBox="1"/>
              <p:nvPr/>
            </p:nvSpPr>
            <p:spPr>
              <a:xfrm>
                <a:off x="13904878" y="3793552"/>
                <a:ext cx="909544" cy="126415"/>
              </a:xfrm>
              <a:prstGeom prst="rect">
                <a:avLst/>
              </a:prstGeom>
              <a:noFill/>
              <a:ln>
                <a:noFill/>
              </a:ln>
            </p:spPr>
            <p:txBody>
              <a:bodyPr vert="horz" wrap="square" lIns="91440" tIns="45720" rIns="91440" bIns="45720" anchor="ctr" anchorCtr="0" compatLnSpc="1">
                <a:noAutofit/>
              </a:bodyPr>
              <a:lstStyle/>
              <a:p>
                <a:pPr marL="0" marR="0" lvl="0" indent="0" algn="l" defTabSz="1217514"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900" b="0" i="0" u="none" strike="noStrike" kern="1200" cap="none" spc="0" baseline="0">
                    <a:solidFill>
                      <a:srgbClr val="211F26"/>
                    </a:solidFill>
                    <a:uFillTx/>
                    <a:latin typeface="Calibri" pitchFamily="34"/>
                    <a:cs typeface="Calibri" pitchFamily="34"/>
                  </a:rPr>
                  <a:t>Reset slide</a:t>
                </a:r>
              </a:p>
            </p:txBody>
          </p:sp>
          <p:sp>
            <p:nvSpPr>
              <p:cNvPr id="32" name="Vrije vorm: vorm 70">
                <a:extLst>
                  <a:ext uri="{FF2B5EF4-FFF2-40B4-BE49-F238E27FC236}">
                    <a16:creationId xmlns:a16="http://schemas.microsoft.com/office/drawing/2014/main" id="{8F012638-06B7-DFDC-12B7-FC127059AE37}"/>
                  </a:ext>
                </a:extLst>
              </p:cNvPr>
              <p:cNvSpPr/>
              <p:nvPr/>
            </p:nvSpPr>
            <p:spPr>
              <a:xfrm>
                <a:off x="14803367" y="3863714"/>
                <a:ext cx="97566" cy="179999"/>
              </a:xfrm>
              <a:custGeom>
                <a:avLst/>
                <a:gdLst>
                  <a:gd name="f0" fmla="val 10800000"/>
                  <a:gd name="f1" fmla="val 5400000"/>
                  <a:gd name="f2" fmla="val 180"/>
                  <a:gd name="f3" fmla="val w"/>
                  <a:gd name="f4" fmla="val h"/>
                  <a:gd name="f5" fmla="val 0"/>
                  <a:gd name="f6" fmla="val 880280"/>
                  <a:gd name="f7" fmla="val 1624084"/>
                  <a:gd name="f8" fmla="val 1262418"/>
                  <a:gd name="f9" fmla="val 313898"/>
                  <a:gd name="f10" fmla="val 996287"/>
                  <a:gd name="f11" fmla="val 620973"/>
                  <a:gd name="f12" fmla="val 839337"/>
                  <a:gd name="f13" fmla="val 1480782"/>
                  <a:gd name="f14" fmla="val 498144"/>
                  <a:gd name="f15" fmla="val 900753"/>
                  <a:gd name="f16" fmla="val 893929"/>
                  <a:gd name="f17" fmla="+- 0 0 -90"/>
                  <a:gd name="f18" fmla="*/ f3 1 880280"/>
                  <a:gd name="f19" fmla="*/ f4 1 1624084"/>
                  <a:gd name="f20" fmla="val f5"/>
                  <a:gd name="f21" fmla="val f6"/>
                  <a:gd name="f22" fmla="val f7"/>
                  <a:gd name="f23" fmla="*/ f17 f0 1"/>
                  <a:gd name="f24" fmla="+- f22 0 f20"/>
                  <a:gd name="f25" fmla="+- f21 0 f20"/>
                  <a:gd name="f26" fmla="*/ f23 1 f2"/>
                  <a:gd name="f27" fmla="*/ f25 1 880280"/>
                  <a:gd name="f28" fmla="*/ f24 1 1624084"/>
                  <a:gd name="f29" fmla="*/ 0 f25 1"/>
                  <a:gd name="f30" fmla="*/ 0 f24 1"/>
                  <a:gd name="f31" fmla="*/ 1262418 f24 1"/>
                  <a:gd name="f32" fmla="*/ 620973 f25 1"/>
                  <a:gd name="f33" fmla="*/ 1624084 f24 1"/>
                  <a:gd name="f34" fmla="*/ 839337 f25 1"/>
                  <a:gd name="f35" fmla="*/ 1480782 f24 1"/>
                  <a:gd name="f36" fmla="*/ 900753 f24 1"/>
                  <a:gd name="f37" fmla="*/ 880280 f25 1"/>
                  <a:gd name="f38" fmla="*/ 893929 f24 1"/>
                  <a:gd name="f39" fmla="*/ 313898 f25 1"/>
                  <a:gd name="f40" fmla="*/ 996287 f24 1"/>
                  <a:gd name="f41" fmla="*/ 498144 f25 1"/>
                  <a:gd name="f42" fmla="+- f26 0 f1"/>
                  <a:gd name="f43" fmla="*/ f29 1 880280"/>
                  <a:gd name="f44" fmla="*/ f30 1 1624084"/>
                  <a:gd name="f45" fmla="*/ f31 1 1624084"/>
                  <a:gd name="f46" fmla="*/ f32 1 880280"/>
                  <a:gd name="f47" fmla="*/ f33 1 1624084"/>
                  <a:gd name="f48" fmla="*/ f34 1 880280"/>
                  <a:gd name="f49" fmla="*/ f35 1 1624084"/>
                  <a:gd name="f50" fmla="*/ f36 1 1624084"/>
                  <a:gd name="f51" fmla="*/ f37 1 880280"/>
                  <a:gd name="f52" fmla="*/ f38 1 1624084"/>
                  <a:gd name="f53" fmla="*/ f39 1 880280"/>
                  <a:gd name="f54" fmla="*/ f40 1 1624084"/>
                  <a:gd name="f55" fmla="*/ f41 1 880280"/>
                  <a:gd name="f56" fmla="*/ f20 1 f27"/>
                  <a:gd name="f57" fmla="*/ f21 1 f27"/>
                  <a:gd name="f58" fmla="*/ f20 1 f28"/>
                  <a:gd name="f59" fmla="*/ f22 1 f28"/>
                  <a:gd name="f60" fmla="*/ f43 1 f27"/>
                  <a:gd name="f61" fmla="*/ f44 1 f28"/>
                  <a:gd name="f62" fmla="*/ f45 1 f28"/>
                  <a:gd name="f63" fmla="*/ f53 1 f27"/>
                  <a:gd name="f64" fmla="*/ f54 1 f28"/>
                  <a:gd name="f65" fmla="*/ f46 1 f27"/>
                  <a:gd name="f66" fmla="*/ f47 1 f28"/>
                  <a:gd name="f67" fmla="*/ f48 1 f27"/>
                  <a:gd name="f68" fmla="*/ f49 1 f28"/>
                  <a:gd name="f69" fmla="*/ f55 1 f27"/>
                  <a:gd name="f70" fmla="*/ f50 1 f28"/>
                  <a:gd name="f71" fmla="*/ f51 1 f27"/>
                  <a:gd name="f72" fmla="*/ f52 1 f28"/>
                  <a:gd name="f73" fmla="*/ f56 f18 1"/>
                  <a:gd name="f74" fmla="*/ f57 f18 1"/>
                  <a:gd name="f75" fmla="*/ f59 f19 1"/>
                  <a:gd name="f76" fmla="*/ f58 f19 1"/>
                  <a:gd name="f77" fmla="*/ f60 f18 1"/>
                  <a:gd name="f78" fmla="*/ f61 f19 1"/>
                  <a:gd name="f79" fmla="*/ f62 f19 1"/>
                  <a:gd name="f80" fmla="*/ f63 f18 1"/>
                  <a:gd name="f81" fmla="*/ f64 f19 1"/>
                  <a:gd name="f82" fmla="*/ f65 f18 1"/>
                  <a:gd name="f83" fmla="*/ f66 f19 1"/>
                  <a:gd name="f84" fmla="*/ f67 f18 1"/>
                  <a:gd name="f85" fmla="*/ f68 f19 1"/>
                  <a:gd name="f86" fmla="*/ f69 f18 1"/>
                  <a:gd name="f87" fmla="*/ f70 f19 1"/>
                  <a:gd name="f88" fmla="*/ f71 f18 1"/>
                  <a:gd name="f89" fmla="*/ f72 f19 1"/>
                </a:gdLst>
                <a:ahLst/>
                <a:cxnLst>
                  <a:cxn ang="3cd4">
                    <a:pos x="hc" y="t"/>
                  </a:cxn>
                  <a:cxn ang="0">
                    <a:pos x="r" y="vc"/>
                  </a:cxn>
                  <a:cxn ang="cd4">
                    <a:pos x="hc" y="b"/>
                  </a:cxn>
                  <a:cxn ang="cd2">
                    <a:pos x="l" y="vc"/>
                  </a:cxn>
                  <a:cxn ang="f42">
                    <a:pos x="f77" y="f78"/>
                  </a:cxn>
                  <a:cxn ang="f42">
                    <a:pos x="f77" y="f79"/>
                  </a:cxn>
                  <a:cxn ang="f42">
                    <a:pos x="f80" y="f81"/>
                  </a:cxn>
                  <a:cxn ang="f42">
                    <a:pos x="f82" y="f83"/>
                  </a:cxn>
                  <a:cxn ang="f42">
                    <a:pos x="f84" y="f85"/>
                  </a:cxn>
                  <a:cxn ang="f42">
                    <a:pos x="f86" y="f87"/>
                  </a:cxn>
                  <a:cxn ang="f42">
                    <a:pos x="f88" y="f89"/>
                  </a:cxn>
                  <a:cxn ang="f42">
                    <a:pos x="f77" y="f78"/>
                  </a:cxn>
                </a:cxnLst>
                <a:rect l="f73" t="f76" r="f74" b="f75"/>
                <a:pathLst>
                  <a:path w="880280" h="1624084">
                    <a:moveTo>
                      <a:pt x="f5" y="f5"/>
                    </a:moveTo>
                    <a:lnTo>
                      <a:pt x="f5" y="f8"/>
                    </a:lnTo>
                    <a:lnTo>
                      <a:pt x="f9" y="f10"/>
                    </a:lnTo>
                    <a:lnTo>
                      <a:pt x="f11" y="f7"/>
                    </a:lnTo>
                    <a:lnTo>
                      <a:pt x="f12" y="f13"/>
                    </a:lnTo>
                    <a:lnTo>
                      <a:pt x="f14" y="f15"/>
                    </a:lnTo>
                    <a:lnTo>
                      <a:pt x="f6" y="f16"/>
                    </a:lnTo>
                    <a:lnTo>
                      <a:pt x="f5" y="f5"/>
                    </a:lnTo>
                    <a:close/>
                  </a:path>
                </a:pathLst>
              </a:custGeom>
              <a:solidFill>
                <a:srgbClr val="FFFFFF"/>
              </a:solidFill>
              <a:ln w="12701" cap="flat">
                <a:solidFill>
                  <a:srgbClr val="000000"/>
                </a:solidFill>
                <a:prstDash val="solid"/>
                <a:miter/>
              </a:ln>
            </p:spPr>
            <p:txBody>
              <a:bodyPr vert="horz" wrap="square" lIns="179999" tIns="179999" rIns="179999" bIns="179999"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1600" b="0" i="0" u="none" strike="noStrike" kern="1200" cap="all" spc="0" baseline="0">
                  <a:solidFill>
                    <a:srgbClr val="FFFFFF"/>
                  </a:solidFill>
                  <a:uFillTx/>
                  <a:latin typeface="Calibri" pitchFamily="34"/>
                  <a:cs typeface="Calibri" pitchFamily="34"/>
                </a:endParaRPr>
              </a:p>
            </p:txBody>
          </p:sp>
        </p:grpSp>
        <p:grpSp>
          <p:nvGrpSpPr>
            <p:cNvPr id="33" name="Groep 26">
              <a:extLst>
                <a:ext uri="{FF2B5EF4-FFF2-40B4-BE49-F238E27FC236}">
                  <a16:creationId xmlns:a16="http://schemas.microsoft.com/office/drawing/2014/main" id="{D4353D78-D3D9-A873-341C-03AA286D1321}"/>
                </a:ext>
              </a:extLst>
            </p:cNvPr>
            <p:cNvGrpSpPr/>
            <p:nvPr/>
          </p:nvGrpSpPr>
          <p:grpSpPr>
            <a:xfrm>
              <a:off x="12377592" y="5680655"/>
              <a:ext cx="3693389" cy="959690"/>
              <a:chOff x="12377592" y="5680655"/>
              <a:chExt cx="3693389" cy="959690"/>
            </a:xfrm>
          </p:grpSpPr>
          <p:sp>
            <p:nvSpPr>
              <p:cNvPr id="34" name="Rechthoek 54">
                <a:extLst>
                  <a:ext uri="{FF2B5EF4-FFF2-40B4-BE49-F238E27FC236}">
                    <a16:creationId xmlns:a16="http://schemas.microsoft.com/office/drawing/2014/main" id="{744613A5-6D6F-3644-E9E5-8799C2190040}"/>
                  </a:ext>
                </a:extLst>
              </p:cNvPr>
              <p:cNvSpPr/>
              <p:nvPr/>
            </p:nvSpPr>
            <p:spPr>
              <a:xfrm>
                <a:off x="12377592" y="5812347"/>
                <a:ext cx="3593637" cy="827998"/>
              </a:xfrm>
              <a:prstGeom prst="rect">
                <a:avLst/>
              </a:prstGeom>
              <a:solidFill>
                <a:srgbClr val="ECECEC"/>
              </a:solidFill>
              <a:ln w="6345" cap="flat">
                <a:solidFill>
                  <a:srgbClr val="ECECEC"/>
                </a:solidFill>
                <a:prstDash val="solid"/>
                <a:miter/>
              </a:ln>
            </p:spPr>
            <p:txBody>
              <a:bodyPr vert="horz" wrap="square" lIns="179999" tIns="143999" rIns="179999" bIns="143999"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1" i="0" u="none" strike="noStrike" kern="1200" cap="all" spc="0" baseline="0">
                    <a:solidFill>
                      <a:srgbClr val="211F26"/>
                    </a:solidFill>
                    <a:uFillTx/>
                    <a:latin typeface="Calibri" pitchFamily="34"/>
                    <a:cs typeface="Calibri" pitchFamily="34"/>
                  </a:rPr>
                  <a:t>Want to know more?</a:t>
                </a:r>
                <a:br>
                  <a:rPr lang="en-GB" sz="1200" b="1" i="0" u="none" strike="noStrike" kern="1200" cap="all" spc="0" baseline="0">
                    <a:solidFill>
                      <a:srgbClr val="211F26"/>
                    </a:solidFill>
                    <a:uFillTx/>
                    <a:latin typeface="Calibri" pitchFamily="34"/>
                    <a:cs typeface="Calibri" pitchFamily="34"/>
                  </a:rPr>
                </a:br>
                <a:r>
                  <a:rPr lang="en-GB" sz="1200" b="0" i="0" u="none" strike="noStrike" kern="1200" cap="none" spc="0" baseline="0">
                    <a:solidFill>
                      <a:srgbClr val="211F26"/>
                    </a:solidFill>
                    <a:uFillTx/>
                    <a:latin typeface="Calibri" pitchFamily="34"/>
                    <a:cs typeface="Calibri" pitchFamily="34"/>
                  </a:rPr>
                  <a:t>Go to the tab</a:t>
                </a:r>
                <a:r>
                  <a:rPr lang="en-GB" sz="1200" b="1" i="0" u="none" strike="noStrike" kern="1200" cap="all" spc="0" baseline="0">
                    <a:solidFill>
                      <a:srgbClr val="211F26"/>
                    </a:solidFill>
                    <a:uFillTx/>
                    <a:latin typeface="Calibri" pitchFamily="34"/>
                    <a:cs typeface="Calibri" pitchFamily="34"/>
                  </a:rPr>
                  <a:t> 'SLIDEBUILDER’ </a:t>
                </a:r>
                <a:r>
                  <a:rPr lang="en-GB" sz="1200" b="0" i="0" u="none" strike="noStrike" kern="1200" cap="none" spc="0" baseline="0">
                    <a:solidFill>
                      <a:srgbClr val="211F26"/>
                    </a:solidFill>
                    <a:uFillTx/>
                    <a:latin typeface="Calibri" pitchFamily="34"/>
                    <a:cs typeface="Calibri" pitchFamily="34"/>
                  </a:rPr>
                  <a:t>and click</a:t>
                </a:r>
                <a:br>
                  <a:rPr lang="en-GB" sz="1200" b="0" i="0" u="none" strike="noStrike" kern="1200" cap="none" spc="0" baseline="0">
                    <a:solidFill>
                      <a:srgbClr val="211F26"/>
                    </a:solidFill>
                    <a:uFillTx/>
                    <a:latin typeface="Calibri" pitchFamily="34"/>
                    <a:cs typeface="Calibri" pitchFamily="34"/>
                  </a:rPr>
                </a:br>
                <a:r>
                  <a:rPr lang="en-GB" sz="1200" b="0" i="0" u="none" strike="noStrike" kern="1200" cap="none" spc="0" baseline="0">
                    <a:solidFill>
                      <a:srgbClr val="211F26"/>
                    </a:solidFill>
                    <a:uFillTx/>
                    <a:latin typeface="Calibri" pitchFamily="34"/>
                    <a:cs typeface="Calibri" pitchFamily="34"/>
                  </a:rPr>
                  <a:t>on the button </a:t>
                </a:r>
                <a:r>
                  <a:rPr lang="en-GB" sz="1200" b="1" i="0" u="none" strike="noStrike" kern="1200" cap="all" spc="0" baseline="0">
                    <a:solidFill>
                      <a:srgbClr val="211F26"/>
                    </a:solidFill>
                    <a:uFillTx/>
                    <a:latin typeface="Calibri" pitchFamily="34"/>
                    <a:cs typeface="Calibri" pitchFamily="34"/>
                  </a:rPr>
                  <a:t>‘Inspiration'</a:t>
                </a:r>
              </a:p>
            </p:txBody>
          </p:sp>
          <p:grpSp>
            <p:nvGrpSpPr>
              <p:cNvPr id="35" name="ICOON_info">
                <a:extLst>
                  <a:ext uri="{FF2B5EF4-FFF2-40B4-BE49-F238E27FC236}">
                    <a16:creationId xmlns:a16="http://schemas.microsoft.com/office/drawing/2014/main" id="{0915A91C-6C25-D572-E4C0-822DC0607B31}"/>
                  </a:ext>
                </a:extLst>
              </p:cNvPr>
              <p:cNvGrpSpPr/>
              <p:nvPr/>
            </p:nvGrpSpPr>
            <p:grpSpPr>
              <a:xfrm>
                <a:off x="15787298" y="5680655"/>
                <a:ext cx="283683" cy="283683"/>
                <a:chOff x="15787298" y="5680655"/>
                <a:chExt cx="283683" cy="283683"/>
              </a:xfrm>
            </p:grpSpPr>
            <p:sp>
              <p:nvSpPr>
                <p:cNvPr id="36" name="Ovaal 62">
                  <a:extLst>
                    <a:ext uri="{FF2B5EF4-FFF2-40B4-BE49-F238E27FC236}">
                      <a16:creationId xmlns:a16="http://schemas.microsoft.com/office/drawing/2014/main" id="{76905116-498B-A833-5737-788F367741ED}"/>
                    </a:ext>
                  </a:extLst>
                </p:cNvPr>
                <p:cNvSpPr/>
                <p:nvPr/>
              </p:nvSpPr>
              <p:spPr>
                <a:xfrm>
                  <a:off x="15807324" y="5700113"/>
                  <a:ext cx="244748" cy="244748"/>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211F26"/>
                </a:solidFill>
                <a:ln>
                  <a:noFill/>
                  <a:prstDash val="solid"/>
                </a:ln>
              </p:spPr>
              <p:txBody>
                <a:bodyPr vert="horz" wrap="square" lIns="179999" tIns="179999" rIns="179999" bIns="179999"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1600" b="0" i="0" u="none" strike="noStrike" kern="1200" cap="all" spc="0" baseline="0">
                    <a:solidFill>
                      <a:srgbClr val="FFFFFF"/>
                    </a:solidFill>
                    <a:uFillTx/>
                    <a:latin typeface="Calibri" pitchFamily="34"/>
                    <a:cs typeface="Calibri" pitchFamily="34"/>
                  </a:endParaRPr>
                </a:p>
              </p:txBody>
            </p:sp>
            <p:sp>
              <p:nvSpPr>
                <p:cNvPr id="37" name="Graphic 163" descr="Informatie">
                  <a:extLst>
                    <a:ext uri="{FF2B5EF4-FFF2-40B4-BE49-F238E27FC236}">
                      <a16:creationId xmlns:a16="http://schemas.microsoft.com/office/drawing/2014/main" id="{AA024634-10B4-7790-948A-BDE73FABA8C4}"/>
                    </a:ext>
                  </a:extLst>
                </p:cNvPr>
                <p:cNvSpPr/>
                <p:nvPr/>
              </p:nvSpPr>
              <p:spPr>
                <a:xfrm>
                  <a:off x="15787298" y="5680655"/>
                  <a:ext cx="283683" cy="283683"/>
                </a:xfrm>
                <a:custGeom>
                  <a:avLst/>
                  <a:gdLst>
                    <a:gd name="f0" fmla="val 10800000"/>
                    <a:gd name="f1" fmla="val 5400000"/>
                    <a:gd name="f2" fmla="val 180"/>
                    <a:gd name="f3" fmla="val w"/>
                    <a:gd name="f4" fmla="val h"/>
                    <a:gd name="f5" fmla="val 0"/>
                    <a:gd name="f6" fmla="val 291719"/>
                    <a:gd name="f7" fmla="val 145860"/>
                    <a:gd name="f8" fmla="val 65253"/>
                    <a:gd name="f9" fmla="val 226467"/>
                    <a:gd name="f10" fmla="val 291720"/>
                    <a:gd name="f11" fmla="val 138183"/>
                    <a:gd name="f12" fmla="val 38384"/>
                    <a:gd name="f13" fmla="val 148931"/>
                    <a:gd name="f14" fmla="val 157375"/>
                    <a:gd name="f15" fmla="val 46829"/>
                    <a:gd name="f16" fmla="val 57576"/>
                    <a:gd name="f17" fmla="val 68324"/>
                    <a:gd name="f18" fmla="val 76768"/>
                    <a:gd name="f19" fmla="val 127435"/>
                    <a:gd name="f20" fmla="val 118991"/>
                    <a:gd name="f21" fmla="val 184244"/>
                    <a:gd name="f22" fmla="val 253336"/>
                    <a:gd name="f23" fmla="val 107476"/>
                    <a:gd name="f24" fmla="val 230305"/>
                    <a:gd name="f25" fmla="val 134345"/>
                    <a:gd name="f26" fmla="val 115153"/>
                    <a:gd name="f27" fmla="val 111314"/>
                    <a:gd name="f28" fmla="val 92122"/>
                    <a:gd name="f29" fmla="+- 0 0 -90"/>
                    <a:gd name="f30" fmla="*/ f3 1 291719"/>
                    <a:gd name="f31" fmla="*/ f4 1 291719"/>
                    <a:gd name="f32" fmla="val f5"/>
                    <a:gd name="f33" fmla="val f6"/>
                    <a:gd name="f34" fmla="*/ f29 f0 1"/>
                    <a:gd name="f35" fmla="+- f33 0 f32"/>
                    <a:gd name="f36" fmla="*/ f34 1 f2"/>
                    <a:gd name="f37" fmla="*/ f35 1 291719"/>
                    <a:gd name="f38" fmla="*/ 145860 f35 1"/>
                    <a:gd name="f39" fmla="*/ 0 f35 1"/>
                    <a:gd name="f40" fmla="*/ 291720 f35 1"/>
                    <a:gd name="f41" fmla="*/ 138183 f35 1"/>
                    <a:gd name="f42" fmla="*/ 38384 f35 1"/>
                    <a:gd name="f43" fmla="*/ 157375 f35 1"/>
                    <a:gd name="f44" fmla="*/ 57576 f35 1"/>
                    <a:gd name="f45" fmla="*/ 76768 f35 1"/>
                    <a:gd name="f46" fmla="*/ 118991 f35 1"/>
                    <a:gd name="f47" fmla="*/ 184244 f35 1"/>
                    <a:gd name="f48" fmla="*/ 253336 f35 1"/>
                    <a:gd name="f49" fmla="*/ 107476 f35 1"/>
                    <a:gd name="f50" fmla="*/ 230305 f35 1"/>
                    <a:gd name="f51" fmla="*/ 134345 f35 1"/>
                    <a:gd name="f52" fmla="*/ 115153 f35 1"/>
                    <a:gd name="f53" fmla="*/ 111314 f35 1"/>
                    <a:gd name="f54" fmla="*/ 92122 f35 1"/>
                    <a:gd name="f55" fmla="+- f36 0 f1"/>
                    <a:gd name="f56" fmla="*/ f38 1 291719"/>
                    <a:gd name="f57" fmla="*/ f39 1 291719"/>
                    <a:gd name="f58" fmla="*/ f40 1 291719"/>
                    <a:gd name="f59" fmla="*/ f41 1 291719"/>
                    <a:gd name="f60" fmla="*/ f42 1 291719"/>
                    <a:gd name="f61" fmla="*/ f43 1 291719"/>
                    <a:gd name="f62" fmla="*/ f44 1 291719"/>
                    <a:gd name="f63" fmla="*/ f45 1 291719"/>
                    <a:gd name="f64" fmla="*/ f46 1 291719"/>
                    <a:gd name="f65" fmla="*/ f47 1 291719"/>
                    <a:gd name="f66" fmla="*/ f48 1 291719"/>
                    <a:gd name="f67" fmla="*/ f49 1 291719"/>
                    <a:gd name="f68" fmla="*/ f50 1 291719"/>
                    <a:gd name="f69" fmla="*/ f51 1 291719"/>
                    <a:gd name="f70" fmla="*/ f52 1 291719"/>
                    <a:gd name="f71" fmla="*/ f53 1 291719"/>
                    <a:gd name="f72" fmla="*/ f54 1 291719"/>
                    <a:gd name="f73" fmla="*/ f32 1 f37"/>
                    <a:gd name="f74" fmla="*/ f33 1 f37"/>
                    <a:gd name="f75" fmla="*/ f56 1 f37"/>
                    <a:gd name="f76" fmla="*/ f57 1 f37"/>
                    <a:gd name="f77" fmla="*/ f58 1 f37"/>
                    <a:gd name="f78" fmla="*/ f59 1 f37"/>
                    <a:gd name="f79" fmla="*/ f60 1 f37"/>
                    <a:gd name="f80" fmla="*/ f61 1 f37"/>
                    <a:gd name="f81" fmla="*/ f62 1 f37"/>
                    <a:gd name="f82" fmla="*/ f63 1 f37"/>
                    <a:gd name="f83" fmla="*/ f64 1 f37"/>
                    <a:gd name="f84" fmla="*/ f65 1 f37"/>
                    <a:gd name="f85" fmla="*/ f66 1 f37"/>
                    <a:gd name="f86" fmla="*/ f67 1 f37"/>
                    <a:gd name="f87" fmla="*/ f68 1 f37"/>
                    <a:gd name="f88" fmla="*/ f69 1 f37"/>
                    <a:gd name="f89" fmla="*/ f70 1 f37"/>
                    <a:gd name="f90" fmla="*/ f71 1 f37"/>
                    <a:gd name="f91" fmla="*/ f72 1 f37"/>
                    <a:gd name="f92" fmla="*/ f73 f30 1"/>
                    <a:gd name="f93" fmla="*/ f74 f30 1"/>
                    <a:gd name="f94" fmla="*/ f74 f31 1"/>
                    <a:gd name="f95" fmla="*/ f73 f31 1"/>
                    <a:gd name="f96" fmla="*/ f75 f30 1"/>
                    <a:gd name="f97" fmla="*/ f76 f31 1"/>
                    <a:gd name="f98" fmla="*/ f76 f30 1"/>
                    <a:gd name="f99" fmla="*/ f75 f31 1"/>
                    <a:gd name="f100" fmla="*/ f77 f31 1"/>
                    <a:gd name="f101" fmla="*/ f77 f30 1"/>
                    <a:gd name="f102" fmla="*/ f78 f30 1"/>
                    <a:gd name="f103" fmla="*/ f79 f31 1"/>
                    <a:gd name="f104" fmla="*/ f80 f30 1"/>
                    <a:gd name="f105" fmla="*/ f81 f31 1"/>
                    <a:gd name="f106" fmla="*/ f82 f31 1"/>
                    <a:gd name="f107" fmla="*/ f83 f30 1"/>
                    <a:gd name="f108" fmla="*/ f84 f30 1"/>
                    <a:gd name="f109" fmla="*/ f85 f31 1"/>
                    <a:gd name="f110" fmla="*/ f86 f30 1"/>
                    <a:gd name="f111" fmla="*/ f87 f31 1"/>
                    <a:gd name="f112" fmla="*/ f88 f30 1"/>
                    <a:gd name="f113" fmla="*/ f89 f31 1"/>
                    <a:gd name="f114" fmla="*/ f90 f30 1"/>
                    <a:gd name="f115" fmla="*/ f91 f31 1"/>
                  </a:gdLst>
                  <a:ahLst/>
                  <a:cxnLst>
                    <a:cxn ang="3cd4">
                      <a:pos x="hc" y="t"/>
                    </a:cxn>
                    <a:cxn ang="0">
                      <a:pos x="r" y="vc"/>
                    </a:cxn>
                    <a:cxn ang="cd4">
                      <a:pos x="hc" y="b"/>
                    </a:cxn>
                    <a:cxn ang="cd2">
                      <a:pos x="l" y="vc"/>
                    </a:cxn>
                    <a:cxn ang="f55">
                      <a:pos x="f96" y="f97"/>
                    </a:cxn>
                    <a:cxn ang="f55">
                      <a:pos x="f98" y="f99"/>
                    </a:cxn>
                    <a:cxn ang="f55">
                      <a:pos x="f96" y="f100"/>
                    </a:cxn>
                    <a:cxn ang="f55">
                      <a:pos x="f101" y="f99"/>
                    </a:cxn>
                    <a:cxn ang="f55">
                      <a:pos x="f96" y="f97"/>
                    </a:cxn>
                    <a:cxn ang="f55">
                      <a:pos x="f102" y="f103"/>
                    </a:cxn>
                    <a:cxn ang="f55">
                      <a:pos x="f104" y="f105"/>
                    </a:cxn>
                    <a:cxn ang="f55">
                      <a:pos x="f102" y="f106"/>
                    </a:cxn>
                    <a:cxn ang="f55">
                      <a:pos x="f107" y="f105"/>
                    </a:cxn>
                    <a:cxn ang="f55">
                      <a:pos x="f102" y="f103"/>
                    </a:cxn>
                    <a:cxn ang="f55">
                      <a:pos x="f108" y="f109"/>
                    </a:cxn>
                    <a:cxn ang="f55">
                      <a:pos x="f110" y="f109"/>
                    </a:cxn>
                    <a:cxn ang="f55">
                      <a:pos x="f110" y="f111"/>
                    </a:cxn>
                    <a:cxn ang="f55">
                      <a:pos x="f112" y="f111"/>
                    </a:cxn>
                    <a:cxn ang="f55">
                      <a:pos x="f112" y="f113"/>
                    </a:cxn>
                    <a:cxn ang="f55">
                      <a:pos x="f114" y="f113"/>
                    </a:cxn>
                    <a:cxn ang="f55">
                      <a:pos x="f114" y="f115"/>
                    </a:cxn>
                    <a:cxn ang="f55">
                      <a:pos x="f104" y="f115"/>
                    </a:cxn>
                    <a:cxn ang="f55">
                      <a:pos x="f104" y="f113"/>
                    </a:cxn>
                    <a:cxn ang="f55">
                      <a:pos x="f104" y="f111"/>
                    </a:cxn>
                    <a:cxn ang="f55">
                      <a:pos x="f108" y="f111"/>
                    </a:cxn>
                    <a:cxn ang="f55">
                      <a:pos x="f108" y="f109"/>
                    </a:cxn>
                  </a:cxnLst>
                  <a:rect l="f92" t="f95" r="f93" b="f94"/>
                  <a:pathLst>
                    <a:path w="291719" h="291719">
                      <a:moveTo>
                        <a:pt x="f7" y="f5"/>
                      </a:moveTo>
                      <a:cubicBezTo>
                        <a:pt x="f8" y="f5"/>
                        <a:pt x="f5" y="f8"/>
                        <a:pt x="f5" y="f7"/>
                      </a:cubicBezTo>
                      <a:cubicBezTo>
                        <a:pt x="f5" y="f9"/>
                        <a:pt x="f8" y="f10"/>
                        <a:pt x="f7" y="f10"/>
                      </a:cubicBezTo>
                      <a:cubicBezTo>
                        <a:pt x="f9" y="f10"/>
                        <a:pt x="f10" y="f9"/>
                        <a:pt x="f10" y="f7"/>
                      </a:cubicBezTo>
                      <a:cubicBezTo>
                        <a:pt x="f10" y="f8"/>
                        <a:pt x="f9" y="f5"/>
                        <a:pt x="f7" y="f5"/>
                      </a:cubicBezTo>
                      <a:close/>
                      <a:moveTo>
                        <a:pt x="f11" y="f12"/>
                      </a:moveTo>
                      <a:cubicBezTo>
                        <a:pt x="f13" y="f12"/>
                        <a:pt x="f14" y="f15"/>
                        <a:pt x="f14" y="f16"/>
                      </a:cubicBezTo>
                      <a:cubicBezTo>
                        <a:pt x="f14" y="f17"/>
                        <a:pt x="f13" y="f18"/>
                        <a:pt x="f11" y="f18"/>
                      </a:cubicBezTo>
                      <a:cubicBezTo>
                        <a:pt x="f19" y="f18"/>
                        <a:pt x="f20" y="f17"/>
                        <a:pt x="f20" y="f16"/>
                      </a:cubicBezTo>
                      <a:cubicBezTo>
                        <a:pt x="f20" y="f15"/>
                        <a:pt x="f19" y="f12"/>
                        <a:pt x="f11" y="f12"/>
                      </a:cubicBezTo>
                      <a:close/>
                      <a:moveTo>
                        <a:pt x="f21" y="f22"/>
                      </a:moveTo>
                      <a:lnTo>
                        <a:pt x="f23" y="f22"/>
                      </a:lnTo>
                      <a:lnTo>
                        <a:pt x="f23" y="f24"/>
                      </a:lnTo>
                      <a:lnTo>
                        <a:pt x="f25" y="f24"/>
                      </a:lnTo>
                      <a:lnTo>
                        <a:pt x="f25" y="f26"/>
                      </a:lnTo>
                      <a:lnTo>
                        <a:pt x="f27" y="f26"/>
                      </a:lnTo>
                      <a:lnTo>
                        <a:pt x="f27" y="f28"/>
                      </a:lnTo>
                      <a:lnTo>
                        <a:pt x="f14" y="f28"/>
                      </a:lnTo>
                      <a:lnTo>
                        <a:pt x="f14" y="f26"/>
                      </a:lnTo>
                      <a:lnTo>
                        <a:pt x="f14" y="f24"/>
                      </a:lnTo>
                      <a:lnTo>
                        <a:pt x="f21" y="f24"/>
                      </a:lnTo>
                      <a:lnTo>
                        <a:pt x="f21" y="f22"/>
                      </a:lnTo>
                      <a:close/>
                    </a:path>
                  </a:pathLst>
                </a:custGeom>
                <a:solidFill>
                  <a:srgbClr val="1FF524"/>
                </a:solidFill>
                <a:ln>
                  <a:noFill/>
                  <a:prstDash val="soli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2000" b="0" i="0" u="none" strike="noStrike" kern="1200" cap="none" spc="0" baseline="0">
                    <a:solidFill>
                      <a:srgbClr val="211F26"/>
                    </a:solidFill>
                    <a:uFillTx/>
                    <a:latin typeface="Calibri" pitchFamily="34"/>
                    <a:cs typeface="Calibri" pitchFamily="34"/>
                  </a:endParaRPr>
                </a:p>
              </p:txBody>
            </p:sp>
          </p:grpSp>
          <p:grpSp>
            <p:nvGrpSpPr>
              <p:cNvPr id="38" name="Groep 56">
                <a:extLst>
                  <a:ext uri="{FF2B5EF4-FFF2-40B4-BE49-F238E27FC236}">
                    <a16:creationId xmlns:a16="http://schemas.microsoft.com/office/drawing/2014/main" id="{D280B277-3B41-CAEF-BBBB-F75B4B307EA2}"/>
                  </a:ext>
                </a:extLst>
              </p:cNvPr>
              <p:cNvGrpSpPr/>
              <p:nvPr/>
            </p:nvGrpSpPr>
            <p:grpSpPr>
              <a:xfrm>
                <a:off x="15225601" y="5938003"/>
                <a:ext cx="627799" cy="576684"/>
                <a:chOff x="15225601" y="5938003"/>
                <a:chExt cx="627799" cy="576684"/>
              </a:xfrm>
            </p:grpSpPr>
            <p:grpSp>
              <p:nvGrpSpPr>
                <p:cNvPr id="39" name="Inspireren">
                  <a:extLst>
                    <a:ext uri="{FF2B5EF4-FFF2-40B4-BE49-F238E27FC236}">
                      <a16:creationId xmlns:a16="http://schemas.microsoft.com/office/drawing/2014/main" id="{BF3100CD-6409-2396-2B3E-DD85888CA3CD}"/>
                    </a:ext>
                  </a:extLst>
                </p:cNvPr>
                <p:cNvGrpSpPr/>
                <p:nvPr/>
              </p:nvGrpSpPr>
              <p:grpSpPr>
                <a:xfrm>
                  <a:off x="15447919" y="5938003"/>
                  <a:ext cx="169776" cy="242380"/>
                  <a:chOff x="15447919" y="5938003"/>
                  <a:chExt cx="169776" cy="242380"/>
                </a:xfrm>
              </p:grpSpPr>
              <p:sp>
                <p:nvSpPr>
                  <p:cNvPr id="40" name="Freeform 12">
                    <a:extLst>
                      <a:ext uri="{FF2B5EF4-FFF2-40B4-BE49-F238E27FC236}">
                        <a16:creationId xmlns:a16="http://schemas.microsoft.com/office/drawing/2014/main" id="{25CF51FB-F2D8-73D4-8AB4-E7224330D051}"/>
                      </a:ext>
                    </a:extLst>
                  </p:cNvPr>
                  <p:cNvSpPr/>
                  <p:nvPr/>
                </p:nvSpPr>
                <p:spPr>
                  <a:xfrm>
                    <a:off x="15498119" y="6024826"/>
                    <a:ext cx="68726" cy="62051"/>
                  </a:xfrm>
                  <a:custGeom>
                    <a:avLst/>
                    <a:gdLst>
                      <a:gd name="f0" fmla="val 10800000"/>
                      <a:gd name="f1" fmla="val 5400000"/>
                      <a:gd name="f2" fmla="val 180"/>
                      <a:gd name="f3" fmla="val w"/>
                      <a:gd name="f4" fmla="val h"/>
                      <a:gd name="f5" fmla="val 0"/>
                      <a:gd name="f6" fmla="val 319"/>
                      <a:gd name="f7" fmla="val 288"/>
                      <a:gd name="f8" fmla="val 220"/>
                      <a:gd name="f9" fmla="val 107"/>
                      <a:gd name="f10" fmla="+- 0 0 -90"/>
                      <a:gd name="f11" fmla="*/ f3 1 319"/>
                      <a:gd name="f12" fmla="*/ f4 1 288"/>
                      <a:gd name="f13" fmla="val f5"/>
                      <a:gd name="f14" fmla="val f6"/>
                      <a:gd name="f15" fmla="val f7"/>
                      <a:gd name="f16" fmla="*/ f10 f0 1"/>
                      <a:gd name="f17" fmla="+- f15 0 f13"/>
                      <a:gd name="f18" fmla="+- f14 0 f13"/>
                      <a:gd name="f19" fmla="*/ f16 1 f2"/>
                      <a:gd name="f20" fmla="*/ f18 1 319"/>
                      <a:gd name="f21" fmla="*/ f17 1 288"/>
                      <a:gd name="f22" fmla="*/ 220 f18 1"/>
                      <a:gd name="f23" fmla="*/ 288 f17 1"/>
                      <a:gd name="f24" fmla="*/ 107 f18 1"/>
                      <a:gd name="f25" fmla="*/ 0 f18 1"/>
                      <a:gd name="f26" fmla="*/ 0 f17 1"/>
                      <a:gd name="f27" fmla="*/ 319 f18 1"/>
                      <a:gd name="f28" fmla="+- f19 0 f1"/>
                      <a:gd name="f29" fmla="*/ f22 1 319"/>
                      <a:gd name="f30" fmla="*/ f23 1 288"/>
                      <a:gd name="f31" fmla="*/ f24 1 319"/>
                      <a:gd name="f32" fmla="*/ f25 1 319"/>
                      <a:gd name="f33" fmla="*/ f26 1 288"/>
                      <a:gd name="f34" fmla="*/ f27 1 319"/>
                      <a:gd name="f35" fmla="*/ 0 1 f20"/>
                      <a:gd name="f36" fmla="*/ f14 1 f20"/>
                      <a:gd name="f37" fmla="*/ 0 1 f21"/>
                      <a:gd name="f38" fmla="*/ f15 1 f21"/>
                      <a:gd name="f39" fmla="*/ f29 1 f20"/>
                      <a:gd name="f40" fmla="*/ f30 1 f21"/>
                      <a:gd name="f41" fmla="*/ f31 1 f20"/>
                      <a:gd name="f42" fmla="*/ f32 1 f20"/>
                      <a:gd name="f43" fmla="*/ f33 1 f21"/>
                      <a:gd name="f44" fmla="*/ f34 1 f20"/>
                      <a:gd name="f45" fmla="*/ f35 f11 1"/>
                      <a:gd name="f46" fmla="*/ f36 f11 1"/>
                      <a:gd name="f47" fmla="*/ f38 f12 1"/>
                      <a:gd name="f48" fmla="*/ f37 f12 1"/>
                      <a:gd name="f49" fmla="*/ f39 f11 1"/>
                      <a:gd name="f50" fmla="*/ f40 f12 1"/>
                      <a:gd name="f51" fmla="*/ f41 f11 1"/>
                      <a:gd name="f52" fmla="*/ f42 f11 1"/>
                      <a:gd name="f53" fmla="*/ f43 f12 1"/>
                      <a:gd name="f54" fmla="*/ f44 f11 1"/>
                    </a:gdLst>
                    <a:ahLst/>
                    <a:cxnLst>
                      <a:cxn ang="3cd4">
                        <a:pos x="hc" y="t"/>
                      </a:cxn>
                      <a:cxn ang="0">
                        <a:pos x="r" y="vc"/>
                      </a:cxn>
                      <a:cxn ang="cd4">
                        <a:pos x="hc" y="b"/>
                      </a:cxn>
                      <a:cxn ang="cd2">
                        <a:pos x="l" y="vc"/>
                      </a:cxn>
                      <a:cxn ang="f28">
                        <a:pos x="f49" y="f50"/>
                      </a:cxn>
                      <a:cxn ang="f28">
                        <a:pos x="f51" y="f50"/>
                      </a:cxn>
                      <a:cxn ang="f28">
                        <a:pos x="f52" y="f53"/>
                      </a:cxn>
                      <a:cxn ang="f28">
                        <a:pos x="f54" y="f53"/>
                      </a:cxn>
                      <a:cxn ang="f28">
                        <a:pos x="f49" y="f50"/>
                      </a:cxn>
                    </a:cxnLst>
                    <a:rect l="f45" t="f48" r="f46" b="f47"/>
                    <a:pathLst>
                      <a:path w="319" h="288">
                        <a:moveTo>
                          <a:pt x="f8" y="f7"/>
                        </a:moveTo>
                        <a:lnTo>
                          <a:pt x="f9" y="f7"/>
                        </a:lnTo>
                        <a:lnTo>
                          <a:pt x="f5" y="f5"/>
                        </a:lnTo>
                        <a:lnTo>
                          <a:pt x="f6" y="f5"/>
                        </a:lnTo>
                        <a:lnTo>
                          <a:pt x="f8" y="f7"/>
                        </a:lnTo>
                        <a:close/>
                      </a:path>
                    </a:pathLst>
                  </a:custGeom>
                  <a:solidFill>
                    <a:srgbClr val="1FF524"/>
                  </a:solidFill>
                  <a:ln>
                    <a:noFill/>
                    <a:prstDash val="solid"/>
                  </a:ln>
                </p:spPr>
                <p:txBody>
                  <a:bodyPr vert="horz" wrap="square" lIns="91440" tIns="45720" rIns="91440" bIns="45720" anchor="t"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300" b="0" i="0" u="none" strike="noStrike" kern="0" cap="none" spc="0" baseline="0">
                      <a:solidFill>
                        <a:srgbClr val="211F26"/>
                      </a:solidFill>
                      <a:uFillTx/>
                      <a:latin typeface="Arial"/>
                    </a:endParaRPr>
                  </a:p>
                </p:txBody>
              </p:sp>
              <p:sp>
                <p:nvSpPr>
                  <p:cNvPr id="41" name="Freeform 13">
                    <a:extLst>
                      <a:ext uri="{FF2B5EF4-FFF2-40B4-BE49-F238E27FC236}">
                        <a16:creationId xmlns:a16="http://schemas.microsoft.com/office/drawing/2014/main" id="{DA516067-3AFC-79AB-3718-D862E8E03C22}"/>
                      </a:ext>
                    </a:extLst>
                  </p:cNvPr>
                  <p:cNvSpPr/>
                  <p:nvPr/>
                </p:nvSpPr>
                <p:spPr>
                  <a:xfrm>
                    <a:off x="15502637" y="6156252"/>
                    <a:ext cx="60761" cy="24131"/>
                  </a:xfrm>
                  <a:custGeom>
                    <a:avLst/>
                    <a:gdLst>
                      <a:gd name="f0" fmla="val 10800000"/>
                      <a:gd name="f1" fmla="val 5400000"/>
                      <a:gd name="f2" fmla="val 180"/>
                      <a:gd name="f3" fmla="val w"/>
                      <a:gd name="f4" fmla="val h"/>
                      <a:gd name="f5" fmla="val 0"/>
                      <a:gd name="f6" fmla="val 251"/>
                      <a:gd name="f7" fmla="val 100"/>
                      <a:gd name="f8" fmla="val 229"/>
                      <a:gd name="f9" fmla="val 70"/>
                      <a:gd name="f10" fmla="val 69"/>
                      <a:gd name="f11" fmla="val 22"/>
                      <a:gd name="f12" fmla="val 27"/>
                      <a:gd name="f13" fmla="val 87"/>
                      <a:gd name="f14" fmla="val 44"/>
                      <a:gd name="f15" fmla="val 63"/>
                      <a:gd name="f16" fmla="val 188"/>
                      <a:gd name="f17" fmla="val 207"/>
                      <a:gd name="f18" fmla="val 223"/>
                      <a:gd name="f19" fmla="val 88"/>
                      <a:gd name="f20" fmla="val 71"/>
                      <a:gd name="f21" fmla="+- 0 0 -90"/>
                      <a:gd name="f22" fmla="*/ f3 1 251"/>
                      <a:gd name="f23" fmla="*/ f4 1 100"/>
                      <a:gd name="f24" fmla="val f5"/>
                      <a:gd name="f25" fmla="val f6"/>
                      <a:gd name="f26" fmla="val f7"/>
                      <a:gd name="f27" fmla="*/ f21 f0 1"/>
                      <a:gd name="f28" fmla="+- f26 0 f24"/>
                      <a:gd name="f29" fmla="+- f25 0 f24"/>
                      <a:gd name="f30" fmla="*/ f27 1 f2"/>
                      <a:gd name="f31" fmla="*/ f29 1 251"/>
                      <a:gd name="f32" fmla="*/ f28 1 100"/>
                      <a:gd name="f33" fmla="*/ 229 f29 1"/>
                      <a:gd name="f34" fmla="*/ 70 f28 1"/>
                      <a:gd name="f35" fmla="*/ 69 f28 1"/>
                      <a:gd name="f36" fmla="*/ 251 f29 1"/>
                      <a:gd name="f37" fmla="*/ 0 f28 1"/>
                      <a:gd name="f38" fmla="*/ 0 f29 1"/>
                      <a:gd name="f39" fmla="*/ 22 f29 1"/>
                      <a:gd name="f40" fmla="*/ 63 f29 1"/>
                      <a:gd name="f41" fmla="*/ 100 f28 1"/>
                      <a:gd name="f42" fmla="*/ 188 f29 1"/>
                      <a:gd name="f43" fmla="*/ 71 f28 1"/>
                      <a:gd name="f44" fmla="+- f30 0 f1"/>
                      <a:gd name="f45" fmla="*/ f33 1 251"/>
                      <a:gd name="f46" fmla="*/ f34 1 100"/>
                      <a:gd name="f47" fmla="*/ f35 1 100"/>
                      <a:gd name="f48" fmla="*/ f36 1 251"/>
                      <a:gd name="f49" fmla="*/ f37 1 100"/>
                      <a:gd name="f50" fmla="*/ f38 1 251"/>
                      <a:gd name="f51" fmla="*/ f39 1 251"/>
                      <a:gd name="f52" fmla="*/ f40 1 251"/>
                      <a:gd name="f53" fmla="*/ f41 1 100"/>
                      <a:gd name="f54" fmla="*/ f42 1 251"/>
                      <a:gd name="f55" fmla="*/ f43 1 100"/>
                      <a:gd name="f56" fmla="*/ 0 1 f31"/>
                      <a:gd name="f57" fmla="*/ f25 1 f31"/>
                      <a:gd name="f58" fmla="*/ 0 1 f32"/>
                      <a:gd name="f59" fmla="*/ f26 1 f32"/>
                      <a:gd name="f60" fmla="*/ f45 1 f31"/>
                      <a:gd name="f61" fmla="*/ f46 1 f32"/>
                      <a:gd name="f62" fmla="*/ f47 1 f32"/>
                      <a:gd name="f63" fmla="*/ f48 1 f31"/>
                      <a:gd name="f64" fmla="*/ f49 1 f32"/>
                      <a:gd name="f65" fmla="*/ f50 1 f31"/>
                      <a:gd name="f66" fmla="*/ f51 1 f31"/>
                      <a:gd name="f67" fmla="*/ f52 1 f31"/>
                      <a:gd name="f68" fmla="*/ f53 1 f32"/>
                      <a:gd name="f69" fmla="*/ f54 1 f31"/>
                      <a:gd name="f70" fmla="*/ f55 1 f32"/>
                      <a:gd name="f71" fmla="*/ f56 f22 1"/>
                      <a:gd name="f72" fmla="*/ f57 f22 1"/>
                      <a:gd name="f73" fmla="*/ f59 f23 1"/>
                      <a:gd name="f74" fmla="*/ f58 f23 1"/>
                      <a:gd name="f75" fmla="*/ f60 f22 1"/>
                      <a:gd name="f76" fmla="*/ f61 f23 1"/>
                      <a:gd name="f77" fmla="*/ f62 f23 1"/>
                      <a:gd name="f78" fmla="*/ f63 f22 1"/>
                      <a:gd name="f79" fmla="*/ f64 f23 1"/>
                      <a:gd name="f80" fmla="*/ f65 f22 1"/>
                      <a:gd name="f81" fmla="*/ f66 f22 1"/>
                      <a:gd name="f82" fmla="*/ f67 f22 1"/>
                      <a:gd name="f83" fmla="*/ f68 f23 1"/>
                      <a:gd name="f84" fmla="*/ f69 f22 1"/>
                      <a:gd name="f85" fmla="*/ f70 f23 1"/>
                    </a:gdLst>
                    <a:ahLst/>
                    <a:cxnLst>
                      <a:cxn ang="3cd4">
                        <a:pos x="hc" y="t"/>
                      </a:cxn>
                      <a:cxn ang="0">
                        <a:pos x="r" y="vc"/>
                      </a:cxn>
                      <a:cxn ang="cd4">
                        <a:pos x="hc" y="b"/>
                      </a:cxn>
                      <a:cxn ang="cd2">
                        <a:pos x="l" y="vc"/>
                      </a:cxn>
                      <a:cxn ang="f44">
                        <a:pos x="f75" y="f76"/>
                      </a:cxn>
                      <a:cxn ang="f44">
                        <a:pos x="f75" y="f77"/>
                      </a:cxn>
                      <a:cxn ang="f44">
                        <a:pos x="f78" y="f79"/>
                      </a:cxn>
                      <a:cxn ang="f44">
                        <a:pos x="f80" y="f79"/>
                      </a:cxn>
                      <a:cxn ang="f44">
                        <a:pos x="f81" y="f77"/>
                      </a:cxn>
                      <a:cxn ang="f44">
                        <a:pos x="f82" y="f83"/>
                      </a:cxn>
                      <a:cxn ang="f44">
                        <a:pos x="f84" y="f83"/>
                      </a:cxn>
                      <a:cxn ang="f44">
                        <a:pos x="f75" y="f85"/>
                      </a:cxn>
                      <a:cxn ang="f44">
                        <a:pos x="f75" y="f85"/>
                      </a:cxn>
                      <a:cxn ang="f44">
                        <a:pos x="f75" y="f76"/>
                      </a:cxn>
                    </a:cxnLst>
                    <a:rect l="f71" t="f74" r="f72" b="f73"/>
                    <a:pathLst>
                      <a:path w="251" h="100">
                        <a:moveTo>
                          <a:pt x="f8" y="f9"/>
                        </a:moveTo>
                        <a:cubicBezTo>
                          <a:pt x="f8" y="f9"/>
                          <a:pt x="f8" y="f10"/>
                          <a:pt x="f8" y="f10"/>
                        </a:cubicBezTo>
                        <a:cubicBezTo>
                          <a:pt x="f6" y="f5"/>
                          <a:pt x="f6" y="f5"/>
                          <a:pt x="f6" y="f5"/>
                        </a:cubicBezTo>
                        <a:cubicBezTo>
                          <a:pt x="f5" y="f5"/>
                          <a:pt x="f5" y="f5"/>
                          <a:pt x="f5" y="f5"/>
                        </a:cubicBezTo>
                        <a:cubicBezTo>
                          <a:pt x="f11" y="f10"/>
                          <a:pt x="f11" y="f10"/>
                          <a:pt x="f11" y="f10"/>
                        </a:cubicBezTo>
                        <a:cubicBezTo>
                          <a:pt x="f12" y="f13"/>
                          <a:pt x="f14" y="f7"/>
                          <a:pt x="f15" y="f7"/>
                        </a:cubicBezTo>
                        <a:cubicBezTo>
                          <a:pt x="f16" y="f7"/>
                          <a:pt x="f16" y="f7"/>
                          <a:pt x="f16" y="f7"/>
                        </a:cubicBezTo>
                        <a:cubicBezTo>
                          <a:pt x="f17" y="f7"/>
                          <a:pt x="f18" y="f19"/>
                          <a:pt x="f8" y="f20"/>
                        </a:cubicBezTo>
                        <a:cubicBezTo>
                          <a:pt x="f8" y="f20"/>
                          <a:pt x="f8" y="f20"/>
                          <a:pt x="f8" y="f20"/>
                        </a:cubicBezTo>
                        <a:lnTo>
                          <a:pt x="f8" y="f9"/>
                        </a:lnTo>
                        <a:close/>
                      </a:path>
                    </a:pathLst>
                  </a:custGeom>
                  <a:gradFill>
                    <a:gsLst>
                      <a:gs pos="0">
                        <a:srgbClr val="9D9FA1"/>
                      </a:gs>
                      <a:gs pos="100000">
                        <a:srgbClr val="211F26"/>
                      </a:gs>
                    </a:gsLst>
                    <a:lin ang="2700000"/>
                  </a:gradFill>
                  <a:ln>
                    <a:noFill/>
                    <a:prstDash val="solid"/>
                  </a:ln>
                </p:spPr>
                <p:txBody>
                  <a:bodyPr vert="horz" wrap="square" lIns="91440" tIns="45720" rIns="91440" bIns="45720" anchor="t"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300" b="0" i="0" u="none" strike="noStrike" kern="0" cap="none" spc="0" baseline="0">
                      <a:solidFill>
                        <a:srgbClr val="211F26"/>
                      </a:solidFill>
                      <a:uFillTx/>
                      <a:latin typeface="Arial"/>
                    </a:endParaRPr>
                  </a:p>
                </p:txBody>
              </p:sp>
              <p:sp>
                <p:nvSpPr>
                  <p:cNvPr id="42" name="Freeform 14">
                    <a:extLst>
                      <a:ext uri="{FF2B5EF4-FFF2-40B4-BE49-F238E27FC236}">
                        <a16:creationId xmlns:a16="http://schemas.microsoft.com/office/drawing/2014/main" id="{9D055BA2-D728-DDB0-E9F7-CFF949CE298F}"/>
                      </a:ext>
                    </a:extLst>
                  </p:cNvPr>
                  <p:cNvSpPr/>
                  <p:nvPr/>
                </p:nvSpPr>
                <p:spPr>
                  <a:xfrm>
                    <a:off x="15447919" y="5938003"/>
                    <a:ext cx="169776" cy="208126"/>
                  </a:xfrm>
                  <a:custGeom>
                    <a:avLst/>
                    <a:gdLst>
                      <a:gd name="f0" fmla="val 10800000"/>
                      <a:gd name="f1" fmla="val 5400000"/>
                      <a:gd name="f2" fmla="val 180"/>
                      <a:gd name="f3" fmla="val w"/>
                      <a:gd name="f4" fmla="val h"/>
                      <a:gd name="f5" fmla="val 0"/>
                      <a:gd name="f6" fmla="val 702"/>
                      <a:gd name="f7" fmla="val 860"/>
                      <a:gd name="f8" fmla="val 351"/>
                      <a:gd name="f9" fmla="val 157"/>
                      <a:gd name="f10" fmla="val 463"/>
                      <a:gd name="f11" fmla="val 52"/>
                      <a:gd name="f12" fmla="val 562"/>
                      <a:gd name="f13" fmla="val 134"/>
                      <a:gd name="f14" fmla="val 627"/>
                      <a:gd name="f15" fmla="val 165"/>
                      <a:gd name="f16" fmla="val 718"/>
                      <a:gd name="f17" fmla="val 266"/>
                      <a:gd name="f18" fmla="val 434"/>
                      <a:gd name="f19" fmla="val 419"/>
                      <a:gd name="f20" fmla="val 760"/>
                      <a:gd name="f21" fmla="val 284"/>
                      <a:gd name="f22" fmla="val 179"/>
                      <a:gd name="f23" fmla="val 212"/>
                      <a:gd name="f24" fmla="val 216"/>
                      <a:gd name="f25" fmla="val 488"/>
                      <a:gd name="f26" fmla="val 491"/>
                      <a:gd name="f27" fmla="val 570"/>
                      <a:gd name="f28" fmla="val 625"/>
                      <a:gd name="f29" fmla="val 651"/>
                      <a:gd name="f30" fmla="val 560"/>
                      <a:gd name="f31" fmla="val 461"/>
                      <a:gd name="f32" fmla="val 545"/>
                      <a:gd name="f33" fmla="val 587"/>
                      <a:gd name="f34" fmla="val 438"/>
                      <a:gd name="f35" fmla="val 568"/>
                      <a:gd name="f36" fmla="val 490"/>
                      <a:gd name="f37" fmla="val 531"/>
                      <a:gd name="f38" fmla="val 534"/>
                      <a:gd name="f39" fmla="val 485"/>
                      <a:gd name="f40" fmla="val 563"/>
                      <a:gd name="f41" fmla="val 454"/>
                      <a:gd name="f42" fmla="val 658"/>
                      <a:gd name="f43" fmla="val 250"/>
                      <a:gd name="f44" fmla="val 219"/>
                      <a:gd name="f45" fmla="val 565"/>
                      <a:gd name="f46" fmla="val 172"/>
                      <a:gd name="f47" fmla="val 536"/>
                      <a:gd name="f48" fmla="val 135"/>
                      <a:gd name="f49" fmla="val 115"/>
                      <a:gd name="f50" fmla="val 439"/>
                      <a:gd name="f51" fmla="val 105"/>
                      <a:gd name="f52" fmla="val 411"/>
                      <a:gd name="f53" fmla="val 99"/>
                      <a:gd name="f54" fmla="val 382"/>
                      <a:gd name="f55" fmla="val 603"/>
                      <a:gd name="f56" fmla="val 381"/>
                      <a:gd name="f57" fmla="val 597"/>
                      <a:gd name="f58" fmla="+- 0 0 -90"/>
                      <a:gd name="f59" fmla="*/ f3 1 702"/>
                      <a:gd name="f60" fmla="*/ f4 1 860"/>
                      <a:gd name="f61" fmla="val f5"/>
                      <a:gd name="f62" fmla="val f6"/>
                      <a:gd name="f63" fmla="val f7"/>
                      <a:gd name="f64" fmla="*/ f58 f0 1"/>
                      <a:gd name="f65" fmla="+- f63 0 f61"/>
                      <a:gd name="f66" fmla="+- f62 0 f61"/>
                      <a:gd name="f67" fmla="*/ f64 1 f2"/>
                      <a:gd name="f68" fmla="*/ f66 1 702"/>
                      <a:gd name="f69" fmla="*/ f65 1 860"/>
                      <a:gd name="f70" fmla="*/ 351 f66 1"/>
                      <a:gd name="f71" fmla="*/ 0 f65 1"/>
                      <a:gd name="f72" fmla="*/ 0 f66 1"/>
                      <a:gd name="f73" fmla="*/ 351 f65 1"/>
                      <a:gd name="f74" fmla="*/ 134 f66 1"/>
                      <a:gd name="f75" fmla="*/ 627 f65 1"/>
                      <a:gd name="f76" fmla="*/ 165 f66 1"/>
                      <a:gd name="f77" fmla="*/ 718 f65 1"/>
                      <a:gd name="f78" fmla="*/ 266 f66 1"/>
                      <a:gd name="f79" fmla="*/ 434 f66 1"/>
                      <a:gd name="f80" fmla="*/ 419 f66 1"/>
                      <a:gd name="f81" fmla="*/ 760 f65 1"/>
                      <a:gd name="f82" fmla="*/ 284 f66 1"/>
                      <a:gd name="f83" fmla="*/ 179 f66 1"/>
                      <a:gd name="f84" fmla="*/ 212 f66 1"/>
                      <a:gd name="f85" fmla="*/ 860 f65 1"/>
                      <a:gd name="f86" fmla="*/ 216 f66 1"/>
                      <a:gd name="f87" fmla="*/ 488 f66 1"/>
                      <a:gd name="f88" fmla="*/ 491 f66 1"/>
                      <a:gd name="f89" fmla="*/ 570 f66 1"/>
                      <a:gd name="f90" fmla="*/ 625 f65 1"/>
                      <a:gd name="f91" fmla="*/ 702 f66 1"/>
                      <a:gd name="f92" fmla="*/ 587 f66 1"/>
                      <a:gd name="f93" fmla="*/ 438 f65 1"/>
                      <a:gd name="f94" fmla="*/ 485 f66 1"/>
                      <a:gd name="f95" fmla="*/ 563 f65 1"/>
                      <a:gd name="f96" fmla="*/ 454 f66 1"/>
                      <a:gd name="f97" fmla="*/ 658 f65 1"/>
                      <a:gd name="f98" fmla="*/ 250 f66 1"/>
                      <a:gd name="f99" fmla="*/ 219 f66 1"/>
                      <a:gd name="f100" fmla="*/ 565 f65 1"/>
                      <a:gd name="f101" fmla="*/ 115 f66 1"/>
                      <a:gd name="f102" fmla="*/ 439 f65 1"/>
                      <a:gd name="f103" fmla="*/ 99 f66 1"/>
                      <a:gd name="f104" fmla="*/ 99 f65 1"/>
                      <a:gd name="f105" fmla="*/ 603 f66 1"/>
                      <a:gd name="f106" fmla="+- f67 0 f1"/>
                      <a:gd name="f107" fmla="*/ f70 1 702"/>
                      <a:gd name="f108" fmla="*/ f71 1 860"/>
                      <a:gd name="f109" fmla="*/ f72 1 702"/>
                      <a:gd name="f110" fmla="*/ f73 1 860"/>
                      <a:gd name="f111" fmla="*/ f74 1 702"/>
                      <a:gd name="f112" fmla="*/ f75 1 860"/>
                      <a:gd name="f113" fmla="*/ f76 1 702"/>
                      <a:gd name="f114" fmla="*/ f77 1 860"/>
                      <a:gd name="f115" fmla="*/ f78 1 702"/>
                      <a:gd name="f116" fmla="*/ f79 1 702"/>
                      <a:gd name="f117" fmla="*/ f80 1 702"/>
                      <a:gd name="f118" fmla="*/ f81 1 860"/>
                      <a:gd name="f119" fmla="*/ f82 1 702"/>
                      <a:gd name="f120" fmla="*/ f83 1 702"/>
                      <a:gd name="f121" fmla="*/ f84 1 702"/>
                      <a:gd name="f122" fmla="*/ f85 1 860"/>
                      <a:gd name="f123" fmla="*/ f86 1 702"/>
                      <a:gd name="f124" fmla="*/ f87 1 702"/>
                      <a:gd name="f125" fmla="*/ f88 1 702"/>
                      <a:gd name="f126" fmla="*/ f89 1 702"/>
                      <a:gd name="f127" fmla="*/ f90 1 860"/>
                      <a:gd name="f128" fmla="*/ f91 1 702"/>
                      <a:gd name="f129" fmla="*/ f92 1 702"/>
                      <a:gd name="f130" fmla="*/ f93 1 860"/>
                      <a:gd name="f131" fmla="*/ f94 1 702"/>
                      <a:gd name="f132" fmla="*/ f95 1 860"/>
                      <a:gd name="f133" fmla="*/ f96 1 702"/>
                      <a:gd name="f134" fmla="*/ f97 1 860"/>
                      <a:gd name="f135" fmla="*/ f98 1 702"/>
                      <a:gd name="f136" fmla="*/ f99 1 702"/>
                      <a:gd name="f137" fmla="*/ f100 1 860"/>
                      <a:gd name="f138" fmla="*/ f101 1 702"/>
                      <a:gd name="f139" fmla="*/ f102 1 860"/>
                      <a:gd name="f140" fmla="*/ f103 1 702"/>
                      <a:gd name="f141" fmla="*/ f104 1 860"/>
                      <a:gd name="f142" fmla="*/ f105 1 702"/>
                      <a:gd name="f143" fmla="*/ 0 1 f68"/>
                      <a:gd name="f144" fmla="*/ f62 1 f68"/>
                      <a:gd name="f145" fmla="*/ 0 1 f69"/>
                      <a:gd name="f146" fmla="*/ f63 1 f69"/>
                      <a:gd name="f147" fmla="*/ f107 1 f68"/>
                      <a:gd name="f148" fmla="*/ f108 1 f69"/>
                      <a:gd name="f149" fmla="*/ f109 1 f68"/>
                      <a:gd name="f150" fmla="*/ f110 1 f69"/>
                      <a:gd name="f151" fmla="*/ f111 1 f68"/>
                      <a:gd name="f152" fmla="*/ f112 1 f69"/>
                      <a:gd name="f153" fmla="*/ f113 1 f68"/>
                      <a:gd name="f154" fmla="*/ f114 1 f69"/>
                      <a:gd name="f155" fmla="*/ f115 1 f68"/>
                      <a:gd name="f156" fmla="*/ f116 1 f68"/>
                      <a:gd name="f157" fmla="*/ f117 1 f68"/>
                      <a:gd name="f158" fmla="*/ f118 1 f69"/>
                      <a:gd name="f159" fmla="*/ f119 1 f68"/>
                      <a:gd name="f160" fmla="*/ f120 1 f68"/>
                      <a:gd name="f161" fmla="*/ f121 1 f68"/>
                      <a:gd name="f162" fmla="*/ f122 1 f69"/>
                      <a:gd name="f163" fmla="*/ f123 1 f68"/>
                      <a:gd name="f164" fmla="*/ f124 1 f68"/>
                      <a:gd name="f165" fmla="*/ f125 1 f68"/>
                      <a:gd name="f166" fmla="*/ f126 1 f68"/>
                      <a:gd name="f167" fmla="*/ f127 1 f69"/>
                      <a:gd name="f168" fmla="*/ f128 1 f68"/>
                      <a:gd name="f169" fmla="*/ f129 1 f68"/>
                      <a:gd name="f170" fmla="*/ f130 1 f69"/>
                      <a:gd name="f171" fmla="*/ f131 1 f68"/>
                      <a:gd name="f172" fmla="*/ f132 1 f69"/>
                      <a:gd name="f173" fmla="*/ f133 1 f68"/>
                      <a:gd name="f174" fmla="*/ f134 1 f69"/>
                      <a:gd name="f175" fmla="*/ f135 1 f68"/>
                      <a:gd name="f176" fmla="*/ f136 1 f68"/>
                      <a:gd name="f177" fmla="*/ f137 1 f69"/>
                      <a:gd name="f178" fmla="*/ f138 1 f68"/>
                      <a:gd name="f179" fmla="*/ f139 1 f69"/>
                      <a:gd name="f180" fmla="*/ f140 1 f68"/>
                      <a:gd name="f181" fmla="*/ f141 1 f69"/>
                      <a:gd name="f182" fmla="*/ f142 1 f68"/>
                      <a:gd name="f183" fmla="*/ f143 f59 1"/>
                      <a:gd name="f184" fmla="*/ f144 f59 1"/>
                      <a:gd name="f185" fmla="*/ f146 f60 1"/>
                      <a:gd name="f186" fmla="*/ f145 f60 1"/>
                      <a:gd name="f187" fmla="*/ f147 f59 1"/>
                      <a:gd name="f188" fmla="*/ f148 f60 1"/>
                      <a:gd name="f189" fmla="*/ f149 f59 1"/>
                      <a:gd name="f190" fmla="*/ f150 f60 1"/>
                      <a:gd name="f191" fmla="*/ f151 f59 1"/>
                      <a:gd name="f192" fmla="*/ f152 f60 1"/>
                      <a:gd name="f193" fmla="*/ f153 f59 1"/>
                      <a:gd name="f194" fmla="*/ f154 f60 1"/>
                      <a:gd name="f195" fmla="*/ f155 f59 1"/>
                      <a:gd name="f196" fmla="*/ f156 f59 1"/>
                      <a:gd name="f197" fmla="*/ f157 f59 1"/>
                      <a:gd name="f198" fmla="*/ f158 f60 1"/>
                      <a:gd name="f199" fmla="*/ f159 f59 1"/>
                      <a:gd name="f200" fmla="*/ f160 f59 1"/>
                      <a:gd name="f201" fmla="*/ f161 f59 1"/>
                      <a:gd name="f202" fmla="*/ f162 f60 1"/>
                      <a:gd name="f203" fmla="*/ f163 f59 1"/>
                      <a:gd name="f204" fmla="*/ f164 f59 1"/>
                      <a:gd name="f205" fmla="*/ f165 f59 1"/>
                      <a:gd name="f206" fmla="*/ f166 f59 1"/>
                      <a:gd name="f207" fmla="*/ f167 f60 1"/>
                      <a:gd name="f208" fmla="*/ f168 f59 1"/>
                      <a:gd name="f209" fmla="*/ f169 f59 1"/>
                      <a:gd name="f210" fmla="*/ f170 f60 1"/>
                      <a:gd name="f211" fmla="*/ f171 f59 1"/>
                      <a:gd name="f212" fmla="*/ f172 f60 1"/>
                      <a:gd name="f213" fmla="*/ f173 f59 1"/>
                      <a:gd name="f214" fmla="*/ f174 f60 1"/>
                      <a:gd name="f215" fmla="*/ f175 f59 1"/>
                      <a:gd name="f216" fmla="*/ f176 f59 1"/>
                      <a:gd name="f217" fmla="*/ f177 f60 1"/>
                      <a:gd name="f218" fmla="*/ f178 f59 1"/>
                      <a:gd name="f219" fmla="*/ f179 f60 1"/>
                      <a:gd name="f220" fmla="*/ f180 f59 1"/>
                      <a:gd name="f221" fmla="*/ f181 f60 1"/>
                      <a:gd name="f222" fmla="*/ f182 f59 1"/>
                    </a:gdLst>
                    <a:ahLst/>
                    <a:cxnLst>
                      <a:cxn ang="3cd4">
                        <a:pos x="hc" y="t"/>
                      </a:cxn>
                      <a:cxn ang="0">
                        <a:pos x="r" y="vc"/>
                      </a:cxn>
                      <a:cxn ang="cd4">
                        <a:pos x="hc" y="b"/>
                      </a:cxn>
                      <a:cxn ang="cd2">
                        <a:pos x="l" y="vc"/>
                      </a:cxn>
                      <a:cxn ang="f106">
                        <a:pos x="f187" y="f188"/>
                      </a:cxn>
                      <a:cxn ang="f106">
                        <a:pos x="f189" y="f190"/>
                      </a:cxn>
                      <a:cxn ang="f106">
                        <a:pos x="f191" y="f192"/>
                      </a:cxn>
                      <a:cxn ang="f106">
                        <a:pos x="f193" y="f194"/>
                      </a:cxn>
                      <a:cxn ang="f106">
                        <a:pos x="f195" y="f194"/>
                      </a:cxn>
                      <a:cxn ang="f106">
                        <a:pos x="f195" y="f194"/>
                      </a:cxn>
                      <a:cxn ang="f106">
                        <a:pos x="f196" y="f194"/>
                      </a:cxn>
                      <a:cxn ang="f106">
                        <a:pos x="f197" y="f198"/>
                      </a:cxn>
                      <a:cxn ang="f106">
                        <a:pos x="f199" y="f198"/>
                      </a:cxn>
                      <a:cxn ang="f106">
                        <a:pos x="f199" y="f198"/>
                      </a:cxn>
                      <a:cxn ang="f106">
                        <a:pos x="f200" y="f198"/>
                      </a:cxn>
                      <a:cxn ang="f106">
                        <a:pos x="f201" y="f202"/>
                      </a:cxn>
                      <a:cxn ang="f106">
                        <a:pos x="f201" y="f202"/>
                      </a:cxn>
                      <a:cxn ang="f106">
                        <a:pos x="f203" y="f202"/>
                      </a:cxn>
                      <a:cxn ang="f106">
                        <a:pos x="f204" y="f202"/>
                      </a:cxn>
                      <a:cxn ang="f106">
                        <a:pos x="f205" y="f202"/>
                      </a:cxn>
                      <a:cxn ang="f106">
                        <a:pos x="f206" y="f207"/>
                      </a:cxn>
                      <a:cxn ang="f106">
                        <a:pos x="f208" y="f190"/>
                      </a:cxn>
                      <a:cxn ang="f106">
                        <a:pos x="f187" y="f188"/>
                      </a:cxn>
                      <a:cxn ang="f106">
                        <a:pos x="f209" y="f210"/>
                      </a:cxn>
                      <a:cxn ang="f106">
                        <a:pos x="f211" y="f212"/>
                      </a:cxn>
                      <a:cxn ang="f106">
                        <a:pos x="f213" y="f214"/>
                      </a:cxn>
                      <a:cxn ang="f106">
                        <a:pos x="f215" y="f214"/>
                      </a:cxn>
                      <a:cxn ang="f106">
                        <a:pos x="f216" y="f217"/>
                      </a:cxn>
                      <a:cxn ang="f106">
                        <a:pos x="f218" y="f219"/>
                      </a:cxn>
                      <a:cxn ang="f106">
                        <a:pos x="f220" y="f190"/>
                      </a:cxn>
                      <a:cxn ang="f106">
                        <a:pos x="f187" y="f221"/>
                      </a:cxn>
                      <a:cxn ang="f106">
                        <a:pos x="f222" y="f190"/>
                      </a:cxn>
                      <a:cxn ang="f106">
                        <a:pos x="f209" y="f210"/>
                      </a:cxn>
                    </a:cxnLst>
                    <a:rect l="f183" t="f186" r="f184" b="f185"/>
                    <a:pathLst>
                      <a:path w="702" h="860">
                        <a:moveTo>
                          <a:pt x="f8" y="f5"/>
                        </a:moveTo>
                        <a:cubicBezTo>
                          <a:pt x="f9" y="f5"/>
                          <a:pt x="f5" y="f9"/>
                          <a:pt x="f5" y="f8"/>
                        </a:cubicBezTo>
                        <a:cubicBezTo>
                          <a:pt x="f5" y="f10"/>
                          <a:pt x="f11" y="f12"/>
                          <a:pt x="f13" y="f14"/>
                        </a:cubicBezTo>
                        <a:cubicBezTo>
                          <a:pt x="f15" y="f16"/>
                          <a:pt x="f15" y="f16"/>
                          <a:pt x="f15" y="f16"/>
                        </a:cubicBezTo>
                        <a:cubicBezTo>
                          <a:pt x="f17" y="f16"/>
                          <a:pt x="f17" y="f16"/>
                          <a:pt x="f17" y="f16"/>
                        </a:cubicBezTo>
                        <a:cubicBezTo>
                          <a:pt x="f17" y="f16"/>
                          <a:pt x="f17" y="f16"/>
                          <a:pt x="f17" y="f16"/>
                        </a:cubicBezTo>
                        <a:cubicBezTo>
                          <a:pt x="f18" y="f16"/>
                          <a:pt x="f18" y="f16"/>
                          <a:pt x="f18" y="f16"/>
                        </a:cubicBezTo>
                        <a:cubicBezTo>
                          <a:pt x="f19" y="f20"/>
                          <a:pt x="f19" y="f20"/>
                          <a:pt x="f19" y="f20"/>
                        </a:cubicBezTo>
                        <a:cubicBezTo>
                          <a:pt x="f21" y="f20"/>
                          <a:pt x="f21" y="f20"/>
                          <a:pt x="f21" y="f20"/>
                        </a:cubicBezTo>
                        <a:cubicBezTo>
                          <a:pt x="f21" y="f20"/>
                          <a:pt x="f21" y="f20"/>
                          <a:pt x="f21" y="f20"/>
                        </a:cubicBezTo>
                        <a:cubicBezTo>
                          <a:pt x="f22" y="f20"/>
                          <a:pt x="f22" y="f20"/>
                          <a:pt x="f22" y="f20"/>
                        </a:cubicBezTo>
                        <a:cubicBezTo>
                          <a:pt x="f23" y="f7"/>
                          <a:pt x="f23" y="f7"/>
                          <a:pt x="f23" y="f7"/>
                        </a:cubicBezTo>
                        <a:cubicBezTo>
                          <a:pt x="f23" y="f7"/>
                          <a:pt x="f23" y="f7"/>
                          <a:pt x="f23" y="f7"/>
                        </a:cubicBezTo>
                        <a:cubicBezTo>
                          <a:pt x="f24" y="f7"/>
                          <a:pt x="f24" y="f7"/>
                          <a:pt x="f24" y="f7"/>
                        </a:cubicBezTo>
                        <a:cubicBezTo>
                          <a:pt x="f25" y="f7"/>
                          <a:pt x="f25" y="f7"/>
                          <a:pt x="f25" y="f7"/>
                        </a:cubicBezTo>
                        <a:cubicBezTo>
                          <a:pt x="f26" y="f7"/>
                          <a:pt x="f26" y="f7"/>
                          <a:pt x="f26" y="f7"/>
                        </a:cubicBezTo>
                        <a:cubicBezTo>
                          <a:pt x="f27" y="f28"/>
                          <a:pt x="f27" y="f28"/>
                          <a:pt x="f27" y="f28"/>
                        </a:cubicBezTo>
                        <a:cubicBezTo>
                          <a:pt x="f29" y="f30"/>
                          <a:pt x="f6" y="f31"/>
                          <a:pt x="f6" y="f8"/>
                        </a:cubicBezTo>
                        <a:cubicBezTo>
                          <a:pt x="f6" y="f9"/>
                          <a:pt x="f32" y="f5"/>
                          <a:pt x="f8" y="f5"/>
                        </a:cubicBezTo>
                        <a:close/>
                        <a:moveTo>
                          <a:pt x="f33" y="f34"/>
                        </a:moveTo>
                        <a:cubicBezTo>
                          <a:pt x="f35" y="f36"/>
                          <a:pt x="f37" y="f38"/>
                          <a:pt x="f39" y="f40"/>
                        </a:cubicBezTo>
                        <a:cubicBezTo>
                          <a:pt x="f41" y="f42"/>
                          <a:pt x="f41" y="f42"/>
                          <a:pt x="f41" y="f42"/>
                        </a:cubicBezTo>
                        <a:cubicBezTo>
                          <a:pt x="f43" y="f42"/>
                          <a:pt x="f43" y="f42"/>
                          <a:pt x="f43" y="f42"/>
                        </a:cubicBezTo>
                        <a:cubicBezTo>
                          <a:pt x="f44" y="f45"/>
                          <a:pt x="f44" y="f45"/>
                          <a:pt x="f44" y="f45"/>
                        </a:cubicBezTo>
                        <a:cubicBezTo>
                          <a:pt x="f46" y="f47"/>
                          <a:pt x="f48" y="f26"/>
                          <a:pt x="f49" y="f50"/>
                        </a:cubicBezTo>
                        <a:cubicBezTo>
                          <a:pt x="f51" y="f52"/>
                          <a:pt x="f53" y="f54"/>
                          <a:pt x="f53" y="f8"/>
                        </a:cubicBezTo>
                        <a:cubicBezTo>
                          <a:pt x="f53" y="f23"/>
                          <a:pt x="f23" y="f53"/>
                          <a:pt x="f8" y="f53"/>
                        </a:cubicBezTo>
                        <a:cubicBezTo>
                          <a:pt x="f36" y="f53"/>
                          <a:pt x="f55" y="f23"/>
                          <a:pt x="f55" y="f8"/>
                        </a:cubicBezTo>
                        <a:cubicBezTo>
                          <a:pt x="f55" y="f56"/>
                          <a:pt x="f57" y="f52"/>
                          <a:pt x="f33" y="f34"/>
                        </a:cubicBezTo>
                        <a:close/>
                      </a:path>
                    </a:pathLst>
                  </a:custGeom>
                  <a:gradFill>
                    <a:gsLst>
                      <a:gs pos="0">
                        <a:srgbClr val="9D9FA1"/>
                      </a:gs>
                      <a:gs pos="100000">
                        <a:srgbClr val="211F26"/>
                      </a:gs>
                    </a:gsLst>
                    <a:lin ang="2700000"/>
                  </a:gradFill>
                  <a:ln>
                    <a:noFill/>
                    <a:prstDash val="solid"/>
                  </a:ln>
                </p:spPr>
                <p:txBody>
                  <a:bodyPr vert="horz" wrap="square" lIns="91440" tIns="45720" rIns="91440" bIns="45720" anchor="t"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300" b="0" i="0" u="none" strike="noStrike" kern="0" cap="none" spc="0" baseline="0">
                      <a:solidFill>
                        <a:srgbClr val="211F26"/>
                      </a:solidFill>
                      <a:uFillTx/>
                      <a:latin typeface="Arial"/>
                    </a:endParaRPr>
                  </a:p>
                </p:txBody>
              </p:sp>
            </p:grpSp>
            <p:sp>
              <p:nvSpPr>
                <p:cNvPr id="43" name="Tekstvak 58">
                  <a:extLst>
                    <a:ext uri="{FF2B5EF4-FFF2-40B4-BE49-F238E27FC236}">
                      <a16:creationId xmlns:a16="http://schemas.microsoft.com/office/drawing/2014/main" id="{6F6F0D10-E13B-2FE7-B25C-79DB2F15A422}"/>
                    </a:ext>
                  </a:extLst>
                </p:cNvPr>
                <p:cNvSpPr txBox="1"/>
                <p:nvPr/>
              </p:nvSpPr>
              <p:spPr>
                <a:xfrm>
                  <a:off x="15225601" y="6192453"/>
                  <a:ext cx="627799" cy="322234"/>
                </a:xfrm>
                <a:prstGeom prst="rect">
                  <a:avLst/>
                </a:prstGeom>
                <a:noFill/>
                <a:ln>
                  <a:noFill/>
                </a:ln>
              </p:spPr>
              <p:txBody>
                <a:bodyPr vert="horz" wrap="square" lIns="0" tIns="0" rIns="0" bIns="0"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000" b="0" i="0" u="none" strike="noStrike" kern="0" cap="none" spc="0" baseline="0">
                      <a:solidFill>
                        <a:srgbClr val="211F26"/>
                      </a:solidFill>
                      <a:uFillTx/>
                      <a:latin typeface="Calibri" pitchFamily="34"/>
                      <a:cs typeface="Calibri" pitchFamily="34"/>
                    </a:rPr>
                    <a:t>Inspiration</a:t>
                  </a:r>
                </a:p>
              </p:txBody>
            </p:sp>
          </p:grpSp>
        </p:grpSp>
        <p:grpSp>
          <p:nvGrpSpPr>
            <p:cNvPr id="44" name="Groep 27">
              <a:extLst>
                <a:ext uri="{FF2B5EF4-FFF2-40B4-BE49-F238E27FC236}">
                  <a16:creationId xmlns:a16="http://schemas.microsoft.com/office/drawing/2014/main" id="{1E72C39E-482B-3CFE-117F-CF1EAA792E6C}"/>
                </a:ext>
              </a:extLst>
            </p:cNvPr>
            <p:cNvGrpSpPr/>
            <p:nvPr/>
          </p:nvGrpSpPr>
          <p:grpSpPr>
            <a:xfrm>
              <a:off x="12736951" y="5129582"/>
              <a:ext cx="514285" cy="506541"/>
              <a:chOff x="12736951" y="5129582"/>
              <a:chExt cx="514285" cy="506541"/>
            </a:xfrm>
          </p:grpSpPr>
          <p:grpSp>
            <p:nvGrpSpPr>
              <p:cNvPr id="45" name="Groep 38">
                <a:extLst>
                  <a:ext uri="{FF2B5EF4-FFF2-40B4-BE49-F238E27FC236}">
                    <a16:creationId xmlns:a16="http://schemas.microsoft.com/office/drawing/2014/main" id="{78096AD9-2279-405D-C893-ABC0193C2F38}"/>
                  </a:ext>
                </a:extLst>
              </p:cNvPr>
              <p:cNvGrpSpPr/>
              <p:nvPr/>
            </p:nvGrpSpPr>
            <p:grpSpPr>
              <a:xfrm>
                <a:off x="12842062" y="5129582"/>
                <a:ext cx="319088" cy="306324"/>
                <a:chOff x="12842062" y="5129582"/>
                <a:chExt cx="319088" cy="306324"/>
              </a:xfrm>
            </p:grpSpPr>
            <p:grpSp>
              <p:nvGrpSpPr>
                <p:cNvPr id="46" name="Groep 41">
                  <a:extLst>
                    <a:ext uri="{FF2B5EF4-FFF2-40B4-BE49-F238E27FC236}">
                      <a16:creationId xmlns:a16="http://schemas.microsoft.com/office/drawing/2014/main" id="{B152073B-255A-F543-E2E6-2E2851EE3840}"/>
                    </a:ext>
                  </a:extLst>
                </p:cNvPr>
                <p:cNvGrpSpPr/>
                <p:nvPr/>
              </p:nvGrpSpPr>
              <p:grpSpPr>
                <a:xfrm>
                  <a:off x="12842062" y="5129582"/>
                  <a:ext cx="282064" cy="270561"/>
                  <a:chOff x="12842062" y="5129582"/>
                  <a:chExt cx="282064" cy="270561"/>
                </a:xfrm>
              </p:grpSpPr>
              <p:grpSp>
                <p:nvGrpSpPr>
                  <p:cNvPr id="47" name="Groep 48">
                    <a:extLst>
                      <a:ext uri="{FF2B5EF4-FFF2-40B4-BE49-F238E27FC236}">
                        <a16:creationId xmlns:a16="http://schemas.microsoft.com/office/drawing/2014/main" id="{B5F26192-55DC-32F7-23CD-8F9CAADC39C6}"/>
                      </a:ext>
                    </a:extLst>
                  </p:cNvPr>
                  <p:cNvGrpSpPr/>
                  <p:nvPr/>
                </p:nvGrpSpPr>
                <p:grpSpPr>
                  <a:xfrm>
                    <a:off x="12842062" y="5129582"/>
                    <a:ext cx="282064" cy="270561"/>
                    <a:chOff x="12842062" y="5129582"/>
                    <a:chExt cx="282064" cy="270561"/>
                  </a:xfrm>
                </p:grpSpPr>
                <p:sp>
                  <p:nvSpPr>
                    <p:cNvPr id="48" name="Rechthoek 51">
                      <a:extLst>
                        <a:ext uri="{FF2B5EF4-FFF2-40B4-BE49-F238E27FC236}">
                          <a16:creationId xmlns:a16="http://schemas.microsoft.com/office/drawing/2014/main" id="{A6EEDD4A-6EEE-9CE3-CC1E-E6021E5DA053}"/>
                        </a:ext>
                      </a:extLst>
                    </p:cNvPr>
                    <p:cNvSpPr/>
                    <p:nvPr/>
                  </p:nvSpPr>
                  <p:spPr>
                    <a:xfrm>
                      <a:off x="12842062" y="5129582"/>
                      <a:ext cx="282064" cy="270561"/>
                    </a:xfrm>
                    <a:prstGeom prst="rect">
                      <a:avLst/>
                    </a:prstGeom>
                    <a:noFill/>
                    <a:ln w="12701" cap="flat">
                      <a:solidFill>
                        <a:srgbClr val="818181"/>
                      </a:solidFill>
                      <a:custDash>
                        <a:ds d="300000" sp="300000"/>
                      </a:custDash>
                      <a:miter/>
                    </a:ln>
                  </p:spPr>
                  <p:txBody>
                    <a:bodyPr vert="horz" wrap="square" lIns="107999"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800" b="0" i="0" u="none" strike="noStrike" kern="1200" cap="none" spc="0" baseline="0">
                        <a:solidFill>
                          <a:srgbClr val="211F26"/>
                        </a:solidFill>
                        <a:uFillTx/>
                        <a:latin typeface="Calibri" pitchFamily="34"/>
                        <a:cs typeface="Calibri" pitchFamily="34"/>
                      </a:endParaRPr>
                    </a:p>
                  </p:txBody>
                </p:sp>
                <p:sp>
                  <p:nvSpPr>
                    <p:cNvPr id="49" name="Rechthoek 52">
                      <a:extLst>
                        <a:ext uri="{FF2B5EF4-FFF2-40B4-BE49-F238E27FC236}">
                          <a16:creationId xmlns:a16="http://schemas.microsoft.com/office/drawing/2014/main" id="{2D6E7DA9-571C-0793-5D6D-0C98C6C701B5}"/>
                        </a:ext>
                      </a:extLst>
                    </p:cNvPr>
                    <p:cNvSpPr/>
                    <p:nvPr/>
                  </p:nvSpPr>
                  <p:spPr>
                    <a:xfrm>
                      <a:off x="12842062" y="5129582"/>
                      <a:ext cx="166237" cy="163814"/>
                    </a:xfrm>
                    <a:prstGeom prst="rect">
                      <a:avLst/>
                    </a:prstGeom>
                    <a:solidFill>
                      <a:srgbClr val="FFFFFF"/>
                    </a:solidFill>
                    <a:ln w="12701" cap="flat">
                      <a:solidFill>
                        <a:srgbClr val="818181"/>
                      </a:solidFill>
                      <a:prstDash val="solid"/>
                      <a:miter/>
                    </a:ln>
                  </p:spPr>
                  <p:txBody>
                    <a:bodyPr vert="horz" wrap="square" lIns="107999"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800" b="0" i="0" u="none" strike="noStrike" kern="1200" cap="none" spc="0" baseline="0">
                        <a:solidFill>
                          <a:srgbClr val="211F26"/>
                        </a:solidFill>
                        <a:uFillTx/>
                        <a:latin typeface="Calibri" pitchFamily="34"/>
                        <a:cs typeface="Calibri" pitchFamily="34"/>
                      </a:endParaRPr>
                    </a:p>
                  </p:txBody>
                </p:sp>
                <p:sp>
                  <p:nvSpPr>
                    <p:cNvPr id="50" name="Ovaal 53">
                      <a:extLst>
                        <a:ext uri="{FF2B5EF4-FFF2-40B4-BE49-F238E27FC236}">
                          <a16:creationId xmlns:a16="http://schemas.microsoft.com/office/drawing/2014/main" id="{FC717928-0EE8-CF5E-D160-2C225682A0ED}"/>
                        </a:ext>
                      </a:extLst>
                    </p:cNvPr>
                    <p:cNvSpPr/>
                    <p:nvPr/>
                  </p:nvSpPr>
                  <p:spPr>
                    <a:xfrm>
                      <a:off x="12943341" y="5150275"/>
                      <a:ext cx="45866" cy="45866"/>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ECC679"/>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pic>
                <p:nvPicPr>
                  <p:cNvPr id="51" name="Afbeelding 49">
                    <a:extLst>
                      <a:ext uri="{FF2B5EF4-FFF2-40B4-BE49-F238E27FC236}">
                        <a16:creationId xmlns:a16="http://schemas.microsoft.com/office/drawing/2014/main" id="{FFAF8B0B-92BF-E275-F6AC-094BF208A242}"/>
                      </a:ext>
                    </a:extLst>
                  </p:cNvPr>
                  <p:cNvPicPr>
                    <a:picLocks noChangeAspect="1"/>
                  </p:cNvPicPr>
                  <p:nvPr/>
                </p:nvPicPr>
                <p:blipFill>
                  <a:blip r:embed="rId3"/>
                  <a:stretch>
                    <a:fillRect/>
                  </a:stretch>
                </p:blipFill>
                <p:spPr>
                  <a:xfrm>
                    <a:off x="12849935" y="5196224"/>
                    <a:ext cx="110157" cy="89099"/>
                  </a:xfrm>
                  <a:prstGeom prst="rect">
                    <a:avLst/>
                  </a:prstGeom>
                  <a:noFill/>
                  <a:ln>
                    <a:noFill/>
                  </a:ln>
                </p:spPr>
              </p:pic>
              <p:pic>
                <p:nvPicPr>
                  <p:cNvPr id="52" name="Afbeelding 50">
                    <a:extLst>
                      <a:ext uri="{FF2B5EF4-FFF2-40B4-BE49-F238E27FC236}">
                        <a16:creationId xmlns:a16="http://schemas.microsoft.com/office/drawing/2014/main" id="{F26655BA-E01A-BE41-1F2C-3A831DE51751}"/>
                      </a:ext>
                    </a:extLst>
                  </p:cNvPr>
                  <p:cNvPicPr>
                    <a:picLocks noChangeAspect="1"/>
                  </p:cNvPicPr>
                  <p:nvPr/>
                </p:nvPicPr>
                <p:blipFill>
                  <a:blip r:embed="rId3"/>
                  <a:stretch>
                    <a:fillRect/>
                  </a:stretch>
                </p:blipFill>
                <p:spPr>
                  <a:xfrm flipH="1">
                    <a:off x="12893332" y="5211650"/>
                    <a:ext cx="110157" cy="70801"/>
                  </a:xfrm>
                  <a:prstGeom prst="rect">
                    <a:avLst/>
                  </a:prstGeom>
                  <a:noFill/>
                  <a:ln>
                    <a:noFill/>
                  </a:ln>
                </p:spPr>
              </p:pic>
            </p:grpSp>
            <p:grpSp>
              <p:nvGrpSpPr>
                <p:cNvPr id="53" name="Groep 42">
                  <a:extLst>
                    <a:ext uri="{FF2B5EF4-FFF2-40B4-BE49-F238E27FC236}">
                      <a16:creationId xmlns:a16="http://schemas.microsoft.com/office/drawing/2014/main" id="{E260B604-23B3-5AE8-22D1-A6C7A7F8C701}"/>
                    </a:ext>
                  </a:extLst>
                </p:cNvPr>
                <p:cNvGrpSpPr/>
                <p:nvPr/>
              </p:nvGrpSpPr>
              <p:grpSpPr>
                <a:xfrm>
                  <a:off x="13061553" y="5335871"/>
                  <a:ext cx="99597" cy="100035"/>
                  <a:chOff x="13061553" y="5335871"/>
                  <a:chExt cx="99597" cy="100035"/>
                </a:xfrm>
              </p:grpSpPr>
              <p:sp>
                <p:nvSpPr>
                  <p:cNvPr id="54" name="Rechthoek 46">
                    <a:extLst>
                      <a:ext uri="{FF2B5EF4-FFF2-40B4-BE49-F238E27FC236}">
                        <a16:creationId xmlns:a16="http://schemas.microsoft.com/office/drawing/2014/main" id="{90655F8C-1010-C54D-4C54-B3706A338D8B}"/>
                      </a:ext>
                    </a:extLst>
                  </p:cNvPr>
                  <p:cNvSpPr/>
                  <p:nvPr/>
                </p:nvSpPr>
                <p:spPr>
                  <a:xfrm>
                    <a:off x="13061554" y="5335871"/>
                    <a:ext cx="99596" cy="19385"/>
                  </a:xfrm>
                  <a:prstGeom prst="rect">
                    <a:avLst/>
                  </a:prstGeom>
                  <a:solidFill>
                    <a:srgbClr val="81818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55" name="Rechthoek 47">
                    <a:extLst>
                      <a:ext uri="{FF2B5EF4-FFF2-40B4-BE49-F238E27FC236}">
                        <a16:creationId xmlns:a16="http://schemas.microsoft.com/office/drawing/2014/main" id="{38D35D0F-F942-353E-5293-B28B193A2E08}"/>
                      </a:ext>
                    </a:extLst>
                  </p:cNvPr>
                  <p:cNvSpPr/>
                  <p:nvPr/>
                </p:nvSpPr>
                <p:spPr>
                  <a:xfrm rot="5400013">
                    <a:off x="13021448" y="5376415"/>
                    <a:ext cx="99596" cy="19385"/>
                  </a:xfrm>
                  <a:prstGeom prst="rect">
                    <a:avLst/>
                  </a:prstGeom>
                  <a:solidFill>
                    <a:srgbClr val="81818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grpSp>
              <p:nvGrpSpPr>
                <p:cNvPr id="56" name="Groep 43">
                  <a:extLst>
                    <a:ext uri="{FF2B5EF4-FFF2-40B4-BE49-F238E27FC236}">
                      <a16:creationId xmlns:a16="http://schemas.microsoft.com/office/drawing/2014/main" id="{0F7C8F00-3DA9-3B84-16BB-C297890F58B0}"/>
                    </a:ext>
                  </a:extLst>
                </p:cNvPr>
                <p:cNvGrpSpPr/>
                <p:nvPr/>
              </p:nvGrpSpPr>
              <p:grpSpPr>
                <a:xfrm>
                  <a:off x="13032787" y="5308806"/>
                  <a:ext cx="99597" cy="100024"/>
                  <a:chOff x="13032787" y="5308806"/>
                  <a:chExt cx="99597" cy="100024"/>
                </a:xfrm>
              </p:grpSpPr>
              <p:sp>
                <p:nvSpPr>
                  <p:cNvPr id="57" name="Rechthoek 44">
                    <a:extLst>
                      <a:ext uri="{FF2B5EF4-FFF2-40B4-BE49-F238E27FC236}">
                        <a16:creationId xmlns:a16="http://schemas.microsoft.com/office/drawing/2014/main" id="{795D54C3-2B03-9D71-3DB6-23CC2AE412C1}"/>
                      </a:ext>
                    </a:extLst>
                  </p:cNvPr>
                  <p:cNvSpPr/>
                  <p:nvPr/>
                </p:nvSpPr>
                <p:spPr>
                  <a:xfrm rot="10799991">
                    <a:off x="13032787" y="5389445"/>
                    <a:ext cx="99596" cy="19385"/>
                  </a:xfrm>
                  <a:prstGeom prst="rect">
                    <a:avLst/>
                  </a:prstGeom>
                  <a:solidFill>
                    <a:srgbClr val="81818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58" name="Rechthoek 45">
                    <a:extLst>
                      <a:ext uri="{FF2B5EF4-FFF2-40B4-BE49-F238E27FC236}">
                        <a16:creationId xmlns:a16="http://schemas.microsoft.com/office/drawing/2014/main" id="{C78219CE-BE8D-E541-05FC-BF75360785F5}"/>
                      </a:ext>
                    </a:extLst>
                  </p:cNvPr>
                  <p:cNvSpPr/>
                  <p:nvPr/>
                </p:nvSpPr>
                <p:spPr>
                  <a:xfrm rot="16200004">
                    <a:off x="13072894" y="5348911"/>
                    <a:ext cx="99596" cy="19385"/>
                  </a:xfrm>
                  <a:prstGeom prst="rect">
                    <a:avLst/>
                  </a:prstGeom>
                  <a:solidFill>
                    <a:srgbClr val="81818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grpSp>
          <p:sp>
            <p:nvSpPr>
              <p:cNvPr id="59" name="Rechthoek 39">
                <a:extLst>
                  <a:ext uri="{FF2B5EF4-FFF2-40B4-BE49-F238E27FC236}">
                    <a16:creationId xmlns:a16="http://schemas.microsoft.com/office/drawing/2014/main" id="{29F9BF01-890B-0709-3EC6-E88A591BCCEA}"/>
                  </a:ext>
                </a:extLst>
              </p:cNvPr>
              <p:cNvSpPr/>
              <p:nvPr/>
            </p:nvSpPr>
            <p:spPr>
              <a:xfrm>
                <a:off x="12736951" y="5461967"/>
                <a:ext cx="514285" cy="110084"/>
              </a:xfrm>
              <a:prstGeom prst="rect">
                <a:avLst/>
              </a:prstGeom>
              <a:noFill/>
              <a:ln>
                <a:noFill/>
                <a:prstDash val="solid"/>
              </a:ln>
            </p:spPr>
            <p:txBody>
              <a:bodyPr vert="horz" wrap="square" lIns="0" tIns="0" rIns="0" bIns="0"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900" b="0" i="0" u="none" strike="noStrike" kern="1200" cap="none" spc="0" baseline="0">
                    <a:solidFill>
                      <a:srgbClr val="211F26"/>
                    </a:solidFill>
                    <a:uFillTx/>
                    <a:latin typeface="Calibri" pitchFamily="34"/>
                    <a:cs typeface="Calibri" pitchFamily="34"/>
                  </a:rPr>
                  <a:t>Crop</a:t>
                </a:r>
              </a:p>
            </p:txBody>
          </p:sp>
          <p:sp>
            <p:nvSpPr>
              <p:cNvPr id="60" name="Gelijkbenige driehoek 40">
                <a:extLst>
                  <a:ext uri="{FF2B5EF4-FFF2-40B4-BE49-F238E27FC236}">
                    <a16:creationId xmlns:a16="http://schemas.microsoft.com/office/drawing/2014/main" id="{9F8822D3-DD4A-411C-BB3B-818AEF189523}"/>
                  </a:ext>
                </a:extLst>
              </p:cNvPr>
              <p:cNvSpPr/>
              <p:nvPr/>
            </p:nvSpPr>
            <p:spPr>
              <a:xfrm rot="10799991">
                <a:off x="12964427" y="5601193"/>
                <a:ext cx="59335" cy="34930"/>
              </a:xfrm>
              <a:custGeom>
                <a:avLst>
                  <a:gd name="f8" fmla="val 50000"/>
                </a:avLst>
                <a:gdLst>
                  <a:gd name="f1" fmla="val 10800000"/>
                  <a:gd name="f2" fmla="val 5400000"/>
                  <a:gd name="f3" fmla="val 180"/>
                  <a:gd name="f4" fmla="val w"/>
                  <a:gd name="f5" fmla="val h"/>
                  <a:gd name="f6" fmla="val ss"/>
                  <a:gd name="f7" fmla="val 0"/>
                  <a:gd name="f8" fmla="val 50000"/>
                  <a:gd name="f9" fmla="+- 0 0 -360"/>
                  <a:gd name="f10" fmla="+- 0 0 -270"/>
                  <a:gd name="f11" fmla="+- 0 0 -180"/>
                  <a:gd name="f12" fmla="+- 0 0 -90"/>
                  <a:gd name="f13" fmla="abs f4"/>
                  <a:gd name="f14" fmla="abs f5"/>
                  <a:gd name="f15" fmla="abs f6"/>
                  <a:gd name="f16" fmla="val f7"/>
                  <a:gd name="f17" fmla="val f8"/>
                  <a:gd name="f18" fmla="*/ f9 f1 1"/>
                  <a:gd name="f19" fmla="*/ f10 f1 1"/>
                  <a:gd name="f20" fmla="*/ f11 f1 1"/>
                  <a:gd name="f21" fmla="*/ f12 f1 1"/>
                  <a:gd name="f22" fmla="?: f13 f4 1"/>
                  <a:gd name="f23" fmla="?: f14 f5 1"/>
                  <a:gd name="f24" fmla="?: f15 f6 1"/>
                  <a:gd name="f25" fmla="*/ f18 1 f3"/>
                  <a:gd name="f26" fmla="*/ f19 1 f3"/>
                  <a:gd name="f27" fmla="*/ f20 1 f3"/>
                  <a:gd name="f28" fmla="*/ f21 1 f3"/>
                  <a:gd name="f29" fmla="*/ f22 1 21600"/>
                  <a:gd name="f30" fmla="*/ f23 1 21600"/>
                  <a:gd name="f31" fmla="*/ 21600 f22 1"/>
                  <a:gd name="f32" fmla="*/ 21600 f23 1"/>
                  <a:gd name="f33" fmla="+- f25 0 f2"/>
                  <a:gd name="f34" fmla="+- f26 0 f2"/>
                  <a:gd name="f35" fmla="+- f27 0 f2"/>
                  <a:gd name="f36" fmla="+- f28 0 f2"/>
                  <a:gd name="f37" fmla="min f30 f29"/>
                  <a:gd name="f38" fmla="*/ f31 1 f24"/>
                  <a:gd name="f39" fmla="*/ f32 1 f24"/>
                  <a:gd name="f40" fmla="val f38"/>
                  <a:gd name="f41" fmla="val f39"/>
                  <a:gd name="f42" fmla="*/ f16 f37 1"/>
                  <a:gd name="f43" fmla="+- f41 0 f16"/>
                  <a:gd name="f44" fmla="+- f40 0 f16"/>
                  <a:gd name="f45" fmla="*/ f41 f37 1"/>
                  <a:gd name="f46" fmla="*/ f40 f37 1"/>
                  <a:gd name="f47" fmla="*/ f43 1 2"/>
                  <a:gd name="f48" fmla="*/ f44 1 2"/>
                  <a:gd name="f49" fmla="*/ f44 f17 1"/>
                  <a:gd name="f50" fmla="+- f16 f47 0"/>
                  <a:gd name="f51" fmla="*/ f49 1 200000"/>
                  <a:gd name="f52" fmla="*/ f49 1 100000"/>
                  <a:gd name="f53" fmla="+- f51 f48 0"/>
                  <a:gd name="f54" fmla="*/ f51 f37 1"/>
                  <a:gd name="f55" fmla="*/ f50 f37 1"/>
                  <a:gd name="f56" fmla="*/ f52 f37 1"/>
                  <a:gd name="f57" fmla="*/ f53 f37 1"/>
                </a:gdLst>
                <a:ahLst/>
                <a:cxnLst>
                  <a:cxn ang="3cd4">
                    <a:pos x="hc" y="t"/>
                  </a:cxn>
                  <a:cxn ang="0">
                    <a:pos x="r" y="vc"/>
                  </a:cxn>
                  <a:cxn ang="cd4">
                    <a:pos x="hc" y="b"/>
                  </a:cxn>
                  <a:cxn ang="cd2">
                    <a:pos x="l" y="vc"/>
                  </a:cxn>
                  <a:cxn ang="f33">
                    <a:pos x="f56" y="f42"/>
                  </a:cxn>
                  <a:cxn ang="f34">
                    <a:pos x="f54" y="f55"/>
                  </a:cxn>
                  <a:cxn ang="f35">
                    <a:pos x="f42" y="f45"/>
                  </a:cxn>
                  <a:cxn ang="f35">
                    <a:pos x="f56" y="f45"/>
                  </a:cxn>
                  <a:cxn ang="f35">
                    <a:pos x="f46" y="f45"/>
                  </a:cxn>
                  <a:cxn ang="f36">
                    <a:pos x="f57" y="f55"/>
                  </a:cxn>
                </a:cxnLst>
                <a:rect l="f54" t="f55" r="f57" b="f45"/>
                <a:pathLst>
                  <a:path>
                    <a:moveTo>
                      <a:pt x="f42" y="f45"/>
                    </a:moveTo>
                    <a:lnTo>
                      <a:pt x="f56" y="f42"/>
                    </a:lnTo>
                    <a:lnTo>
                      <a:pt x="f46" y="f45"/>
                    </a:lnTo>
                    <a:close/>
                  </a:path>
                </a:pathLst>
              </a:custGeom>
              <a:solidFill>
                <a:srgbClr val="81818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sp>
          <p:nvSpPr>
            <p:cNvPr id="61" name="Ovaal 28">
              <a:extLst>
                <a:ext uri="{FF2B5EF4-FFF2-40B4-BE49-F238E27FC236}">
                  <a16:creationId xmlns:a16="http://schemas.microsoft.com/office/drawing/2014/main" id="{5D34D7F5-8B65-A9C9-5C35-5C15B70E7CD7}"/>
                </a:ext>
              </a:extLst>
            </p:cNvPr>
            <p:cNvSpPr/>
            <p:nvPr/>
          </p:nvSpPr>
          <p:spPr>
            <a:xfrm>
              <a:off x="12560170" y="1811179"/>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2</a:t>
              </a:r>
            </a:p>
          </p:txBody>
        </p:sp>
        <p:sp>
          <p:nvSpPr>
            <p:cNvPr id="62" name="Rechthoek 29">
              <a:extLst>
                <a:ext uri="{FF2B5EF4-FFF2-40B4-BE49-F238E27FC236}">
                  <a16:creationId xmlns:a16="http://schemas.microsoft.com/office/drawing/2014/main" id="{86A127BB-BC3A-09C2-33BE-A28FD406D5B4}"/>
                </a:ext>
              </a:extLst>
            </p:cNvPr>
            <p:cNvSpPr/>
            <p:nvPr/>
          </p:nvSpPr>
          <p:spPr>
            <a:xfrm>
              <a:off x="12844348" y="1811188"/>
              <a:ext cx="2944678" cy="326340"/>
            </a:xfrm>
            <a:prstGeom prst="rect">
              <a:avLst/>
            </a:prstGeom>
            <a:noFill/>
            <a:ln>
              <a:noFill/>
              <a:prstDash val="solid"/>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0" i="0" u="none" strike="noStrike" kern="0" cap="none" spc="0" baseline="0">
                  <a:solidFill>
                    <a:srgbClr val="000000"/>
                  </a:solidFill>
                  <a:uFillTx/>
                  <a:latin typeface="Calibri" pitchFamily="34"/>
                  <a:cs typeface="Calibri" pitchFamily="34"/>
                </a:rPr>
                <a:t>Select the preferred category and image</a:t>
              </a:r>
              <a:br>
                <a:rPr lang="en-GB" sz="1200" b="0" i="0" u="none" strike="noStrike" kern="0" cap="none" spc="0" baseline="0">
                  <a:solidFill>
                    <a:srgbClr val="000000"/>
                  </a:solidFill>
                  <a:uFillTx/>
                  <a:latin typeface="Calibri" pitchFamily="34"/>
                  <a:cs typeface="Calibri" pitchFamily="34"/>
                </a:rPr>
              </a:br>
              <a:r>
                <a:rPr lang="en-GB" sz="1200" b="0" i="0" u="none" strike="noStrike" kern="0" cap="none" spc="0" baseline="0">
                  <a:solidFill>
                    <a:srgbClr val="000000"/>
                  </a:solidFill>
                  <a:uFillTx/>
                  <a:latin typeface="Calibri" pitchFamily="34"/>
                  <a:cs typeface="Calibri" pitchFamily="34"/>
                </a:rPr>
                <a:t>and click on  </a:t>
              </a:r>
              <a:r>
                <a:rPr lang="en-GB" sz="1200" b="1" i="0" u="none" strike="noStrike" kern="0" cap="none" spc="0" baseline="0">
                  <a:solidFill>
                    <a:srgbClr val="000000"/>
                  </a:solidFill>
                  <a:uFillTx/>
                  <a:latin typeface="Calibri" pitchFamily="34"/>
                  <a:cs typeface="Calibri" pitchFamily="34"/>
                </a:rPr>
                <a:t>‘Insert’</a:t>
              </a:r>
              <a:r>
                <a:rPr lang="en-GB" sz="1200" b="0" i="0" u="none" strike="noStrike" kern="0" cap="none" spc="0" baseline="0">
                  <a:solidFill>
                    <a:srgbClr val="000000"/>
                  </a:solidFill>
                  <a:uFillTx/>
                  <a:latin typeface="Calibri" pitchFamily="34"/>
                  <a:cs typeface="Calibri" pitchFamily="34"/>
                </a:rPr>
                <a:t>.</a:t>
              </a:r>
            </a:p>
          </p:txBody>
        </p:sp>
        <p:sp>
          <p:nvSpPr>
            <p:cNvPr id="63" name="Rechthoek 30">
              <a:extLst>
                <a:ext uri="{FF2B5EF4-FFF2-40B4-BE49-F238E27FC236}">
                  <a16:creationId xmlns:a16="http://schemas.microsoft.com/office/drawing/2014/main" id="{FB1BD75B-E349-9A2D-BBAE-008D594CEFD9}"/>
                </a:ext>
              </a:extLst>
            </p:cNvPr>
            <p:cNvSpPr/>
            <p:nvPr/>
          </p:nvSpPr>
          <p:spPr>
            <a:xfrm>
              <a:off x="12844348" y="2245757"/>
              <a:ext cx="825502" cy="209553"/>
            </a:xfrm>
            <a:prstGeom prst="rect">
              <a:avLst/>
            </a:prstGeom>
            <a:solidFill>
              <a:srgbClr val="1FF524"/>
            </a:solidFill>
            <a:ln>
              <a:noFill/>
              <a:prstDash val="solid"/>
            </a:ln>
          </p:spPr>
          <p:txBody>
            <a:bodyPr vert="horz" wrap="square" lIns="0" tIns="0" rIns="0" bIns="0"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000" b="1" i="0" u="none" strike="noStrike" kern="1200" cap="none" spc="0" baseline="0">
                  <a:solidFill>
                    <a:srgbClr val="211F26"/>
                  </a:solidFill>
                  <a:uFillTx/>
                  <a:latin typeface="Calibri" pitchFamily="34"/>
                  <a:cs typeface="Calibri" pitchFamily="34"/>
                </a:rPr>
                <a:t>Insert</a:t>
              </a:r>
            </a:p>
          </p:txBody>
        </p:sp>
        <p:grpSp>
          <p:nvGrpSpPr>
            <p:cNvPr id="64" name="Groep 31">
              <a:extLst>
                <a:ext uri="{FF2B5EF4-FFF2-40B4-BE49-F238E27FC236}">
                  <a16:creationId xmlns:a16="http://schemas.microsoft.com/office/drawing/2014/main" id="{33F8335F-946C-8125-A268-91DCAFC1321F}"/>
                </a:ext>
              </a:extLst>
            </p:cNvPr>
            <p:cNvGrpSpPr/>
            <p:nvPr/>
          </p:nvGrpSpPr>
          <p:grpSpPr>
            <a:xfrm>
              <a:off x="12798271" y="1226978"/>
              <a:ext cx="446940" cy="406486"/>
              <a:chOff x="12798271" y="1226978"/>
              <a:chExt cx="446940" cy="406486"/>
            </a:xfrm>
          </p:grpSpPr>
          <p:grpSp>
            <p:nvGrpSpPr>
              <p:cNvPr id="65" name="Groep 32">
                <a:extLst>
                  <a:ext uri="{FF2B5EF4-FFF2-40B4-BE49-F238E27FC236}">
                    <a16:creationId xmlns:a16="http://schemas.microsoft.com/office/drawing/2014/main" id="{11013C64-9B11-161B-119E-F4B7E0CCC34B}"/>
                  </a:ext>
                </a:extLst>
              </p:cNvPr>
              <p:cNvGrpSpPr/>
              <p:nvPr/>
            </p:nvGrpSpPr>
            <p:grpSpPr>
              <a:xfrm>
                <a:off x="12878446" y="1226978"/>
                <a:ext cx="284168" cy="246686"/>
                <a:chOff x="12878446" y="1226978"/>
                <a:chExt cx="284168" cy="246686"/>
              </a:xfrm>
            </p:grpSpPr>
            <p:sp>
              <p:nvSpPr>
                <p:cNvPr id="66" name="Vrije vorm: vorm 34">
                  <a:extLst>
                    <a:ext uri="{FF2B5EF4-FFF2-40B4-BE49-F238E27FC236}">
                      <a16:creationId xmlns:a16="http://schemas.microsoft.com/office/drawing/2014/main" id="{FE6336AD-04F4-CA40-F2EA-CAB27A173671}"/>
                    </a:ext>
                  </a:extLst>
                </p:cNvPr>
                <p:cNvSpPr/>
                <p:nvPr/>
              </p:nvSpPr>
              <p:spPr>
                <a:xfrm>
                  <a:off x="12927037" y="1287612"/>
                  <a:ext cx="47978" cy="47868"/>
                </a:xfrm>
                <a:custGeom>
                  <a:avLst/>
                  <a:gdLst>
                    <a:gd name="f0" fmla="val 10800000"/>
                    <a:gd name="f1" fmla="val 5400000"/>
                    <a:gd name="f2" fmla="val 180"/>
                    <a:gd name="f3" fmla="val w"/>
                    <a:gd name="f4" fmla="val h"/>
                    <a:gd name="f5" fmla="val 0"/>
                    <a:gd name="f6" fmla="val 371475"/>
                    <a:gd name="f7" fmla="val 369094"/>
                    <a:gd name="f8" fmla="val 188119"/>
                    <a:gd name="f9" fmla="val 288068"/>
                    <a:gd name="f10" fmla="val 88169"/>
                    <a:gd name="f11" fmla="val 7144"/>
                    <a:gd name="f12" fmla="+- 0 0 -90"/>
                    <a:gd name="f13" fmla="*/ f3 1 371475"/>
                    <a:gd name="f14" fmla="*/ f4 1 371475"/>
                    <a:gd name="f15" fmla="val f5"/>
                    <a:gd name="f16" fmla="val f6"/>
                    <a:gd name="f17" fmla="*/ f12 f0 1"/>
                    <a:gd name="f18" fmla="+- f16 0 f15"/>
                    <a:gd name="f19" fmla="*/ f17 1 f2"/>
                    <a:gd name="f20" fmla="*/ f18 1 371475"/>
                    <a:gd name="f21" fmla="*/ 369094 f18 1"/>
                    <a:gd name="f22" fmla="*/ 188119 f18 1"/>
                    <a:gd name="f23" fmla="*/ 7144 f18 1"/>
                    <a:gd name="f24" fmla="+- f19 0 f1"/>
                    <a:gd name="f25" fmla="*/ f21 1 371475"/>
                    <a:gd name="f26" fmla="*/ f22 1 371475"/>
                    <a:gd name="f27" fmla="*/ f23 1 371475"/>
                    <a:gd name="f28" fmla="*/ f15 1 f20"/>
                    <a:gd name="f29" fmla="*/ f16 1 f20"/>
                    <a:gd name="f30" fmla="*/ f25 1 f20"/>
                    <a:gd name="f31" fmla="*/ f26 1 f20"/>
                    <a:gd name="f32" fmla="*/ f27 1 f20"/>
                    <a:gd name="f33" fmla="*/ f28 f13 1"/>
                    <a:gd name="f34" fmla="*/ f29 f13 1"/>
                    <a:gd name="f35" fmla="*/ f29 f14 1"/>
                    <a:gd name="f36" fmla="*/ f28 f14 1"/>
                    <a:gd name="f37" fmla="*/ f30 f13 1"/>
                    <a:gd name="f38" fmla="*/ f31 f14 1"/>
                    <a:gd name="f39" fmla="*/ f31 f13 1"/>
                    <a:gd name="f40" fmla="*/ f30 f14 1"/>
                    <a:gd name="f41" fmla="*/ f32 f13 1"/>
                    <a:gd name="f42" fmla="*/ f32 f14 1"/>
                  </a:gdLst>
                  <a:ahLst/>
                  <a:cxnLst>
                    <a:cxn ang="3cd4">
                      <a:pos x="hc" y="t"/>
                    </a:cxn>
                    <a:cxn ang="0">
                      <a:pos x="r" y="vc"/>
                    </a:cxn>
                    <a:cxn ang="cd4">
                      <a:pos x="hc" y="b"/>
                    </a:cxn>
                    <a:cxn ang="cd2">
                      <a:pos x="l" y="vc"/>
                    </a:cxn>
                    <a:cxn ang="f24">
                      <a:pos x="f37" y="f38"/>
                    </a:cxn>
                    <a:cxn ang="f24">
                      <a:pos x="f39" y="f40"/>
                    </a:cxn>
                    <a:cxn ang="f24">
                      <a:pos x="f41" y="f38"/>
                    </a:cxn>
                    <a:cxn ang="f24">
                      <a:pos x="f39" y="f42"/>
                    </a:cxn>
                    <a:cxn ang="f24">
                      <a:pos x="f37" y="f38"/>
                    </a:cxn>
                  </a:cxnLst>
                  <a:rect l="f33" t="f36" r="f34" b="f35"/>
                  <a:pathLst>
                    <a:path w="371475" h="371475">
                      <a:moveTo>
                        <a:pt x="f7" y="f8"/>
                      </a:moveTo>
                      <a:cubicBezTo>
                        <a:pt x="f7" y="f9"/>
                        <a:pt x="f9" y="f7"/>
                        <a:pt x="f8" y="f7"/>
                      </a:cubicBezTo>
                      <a:cubicBezTo>
                        <a:pt x="f10" y="f7"/>
                        <a:pt x="f11" y="f9"/>
                        <a:pt x="f11" y="f8"/>
                      </a:cubicBezTo>
                      <a:cubicBezTo>
                        <a:pt x="f11" y="f10"/>
                        <a:pt x="f10" y="f11"/>
                        <a:pt x="f8" y="f11"/>
                      </a:cubicBezTo>
                      <a:cubicBezTo>
                        <a:pt x="f9" y="f11"/>
                        <a:pt x="f7" y="f10"/>
                        <a:pt x="f7" y="f8"/>
                      </a:cubicBezTo>
                      <a:close/>
                    </a:path>
                  </a:pathLst>
                </a:custGeom>
                <a:solidFill>
                  <a:srgbClr val="1FF524"/>
                </a:solidFill>
                <a:ln>
                  <a:noFill/>
                  <a:prstDash val="solid"/>
                </a:ln>
              </p:spPr>
              <p:txBody>
                <a:bodyPr vert="horz" wrap="square" lIns="91440" tIns="45720" rIns="91440" bIns="45720" anchor="ctr"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7200" b="0" i="0" u="none" strike="noStrike" kern="1200" cap="none" spc="0" baseline="0">
                    <a:solidFill>
                      <a:srgbClr val="211F26"/>
                    </a:solidFill>
                    <a:uFillTx/>
                    <a:latin typeface="Arial"/>
                  </a:endParaRPr>
                </a:p>
              </p:txBody>
            </p:sp>
            <p:grpSp>
              <p:nvGrpSpPr>
                <p:cNvPr id="67" name="Groep 35">
                  <a:extLst>
                    <a:ext uri="{FF2B5EF4-FFF2-40B4-BE49-F238E27FC236}">
                      <a16:creationId xmlns:a16="http://schemas.microsoft.com/office/drawing/2014/main" id="{D5E2879C-6F11-16E1-B2F8-8F63C615BCA6}"/>
                    </a:ext>
                  </a:extLst>
                </p:cNvPr>
                <p:cNvGrpSpPr/>
                <p:nvPr/>
              </p:nvGrpSpPr>
              <p:grpSpPr>
                <a:xfrm>
                  <a:off x="12878446" y="1226978"/>
                  <a:ext cx="284168" cy="246686"/>
                  <a:chOff x="12878446" y="1226978"/>
                  <a:chExt cx="284168" cy="246686"/>
                </a:xfrm>
              </p:grpSpPr>
              <p:sp>
                <p:nvSpPr>
                  <p:cNvPr id="68" name="Vrije vorm: vorm 36">
                    <a:extLst>
                      <a:ext uri="{FF2B5EF4-FFF2-40B4-BE49-F238E27FC236}">
                        <a16:creationId xmlns:a16="http://schemas.microsoft.com/office/drawing/2014/main" id="{7297B956-15AF-2E65-D61C-72CBCF2DCAB4}"/>
                      </a:ext>
                    </a:extLst>
                  </p:cNvPr>
                  <p:cNvSpPr/>
                  <p:nvPr/>
                </p:nvSpPr>
                <p:spPr>
                  <a:xfrm>
                    <a:off x="12878446" y="1226978"/>
                    <a:ext cx="284168" cy="246686"/>
                  </a:xfrm>
                  <a:custGeom>
                    <a:avLst/>
                    <a:gdLst>
                      <a:gd name="f0" fmla="val 10800000"/>
                      <a:gd name="f1" fmla="val 5400000"/>
                      <a:gd name="f2" fmla="val 180"/>
                      <a:gd name="f3" fmla="val w"/>
                      <a:gd name="f4" fmla="val h"/>
                      <a:gd name="f5" fmla="val 0"/>
                      <a:gd name="f6" fmla="val 2200275"/>
                      <a:gd name="f7" fmla="val 1914525"/>
                      <a:gd name="f8" fmla="val 7144"/>
                      <a:gd name="f9" fmla="val 245269"/>
                      <a:gd name="f10" fmla="val 432911"/>
                      <a:gd name="f11" fmla="val 1959769"/>
                      <a:gd name="f12" fmla="val 1674019"/>
                      <a:gd name="f13" fmla="val 350044"/>
                      <a:gd name="f14" fmla="val 1912144"/>
                      <a:gd name="f15" fmla="val 2197894"/>
                      <a:gd name="f16" fmla="+- 0 0 -90"/>
                      <a:gd name="f17" fmla="*/ f3 1 2200275"/>
                      <a:gd name="f18" fmla="*/ f4 1 1914525"/>
                      <a:gd name="f19" fmla="val f5"/>
                      <a:gd name="f20" fmla="val f6"/>
                      <a:gd name="f21" fmla="val f7"/>
                      <a:gd name="f22" fmla="*/ f16 f0 1"/>
                      <a:gd name="f23" fmla="+- f21 0 f19"/>
                      <a:gd name="f24" fmla="+- f20 0 f19"/>
                      <a:gd name="f25" fmla="*/ f22 1 f2"/>
                      <a:gd name="f26" fmla="*/ f24 1 2200275"/>
                      <a:gd name="f27" fmla="*/ f23 1 1914525"/>
                      <a:gd name="f28" fmla="*/ 7144 f24 1"/>
                      <a:gd name="f29" fmla="*/ 7144 f23 1"/>
                      <a:gd name="f30" fmla="*/ 245269 f23 1"/>
                      <a:gd name="f31" fmla="*/ 432911 f24 1"/>
                      <a:gd name="f32" fmla="*/ 1959769 f24 1"/>
                      <a:gd name="f33" fmla="*/ 1674019 f23 1"/>
                      <a:gd name="f34" fmla="*/ 245269 f24 1"/>
                      <a:gd name="f35" fmla="*/ 350044 f23 1"/>
                      <a:gd name="f36" fmla="*/ 1912144 f23 1"/>
                      <a:gd name="f37" fmla="*/ 2197894 f24 1"/>
                      <a:gd name="f38" fmla="+- f25 0 f1"/>
                      <a:gd name="f39" fmla="*/ f28 1 2200275"/>
                      <a:gd name="f40" fmla="*/ f29 1 1914525"/>
                      <a:gd name="f41" fmla="*/ f30 1 1914525"/>
                      <a:gd name="f42" fmla="*/ f31 1 2200275"/>
                      <a:gd name="f43" fmla="*/ f32 1 2200275"/>
                      <a:gd name="f44" fmla="*/ f33 1 1914525"/>
                      <a:gd name="f45" fmla="*/ f34 1 2200275"/>
                      <a:gd name="f46" fmla="*/ f35 1 1914525"/>
                      <a:gd name="f47" fmla="*/ f36 1 1914525"/>
                      <a:gd name="f48" fmla="*/ f37 1 2200275"/>
                      <a:gd name="f49" fmla="*/ f19 1 f26"/>
                      <a:gd name="f50" fmla="*/ f20 1 f26"/>
                      <a:gd name="f51" fmla="*/ f19 1 f27"/>
                      <a:gd name="f52" fmla="*/ f21 1 f27"/>
                      <a:gd name="f53" fmla="*/ f39 1 f26"/>
                      <a:gd name="f54" fmla="*/ f40 1 f27"/>
                      <a:gd name="f55" fmla="*/ f41 1 f27"/>
                      <a:gd name="f56" fmla="*/ f42 1 f26"/>
                      <a:gd name="f57" fmla="*/ f43 1 f26"/>
                      <a:gd name="f58" fmla="*/ f44 1 f27"/>
                      <a:gd name="f59" fmla="*/ f45 1 f26"/>
                      <a:gd name="f60" fmla="*/ f46 1 f27"/>
                      <a:gd name="f61" fmla="*/ f47 1 f27"/>
                      <a:gd name="f62" fmla="*/ f48 1 f26"/>
                      <a:gd name="f63" fmla="*/ f49 f17 1"/>
                      <a:gd name="f64" fmla="*/ f50 f17 1"/>
                      <a:gd name="f65" fmla="*/ f52 f18 1"/>
                      <a:gd name="f66" fmla="*/ f51 f18 1"/>
                      <a:gd name="f67" fmla="*/ f53 f17 1"/>
                      <a:gd name="f68" fmla="*/ f54 f18 1"/>
                      <a:gd name="f69" fmla="*/ f55 f18 1"/>
                      <a:gd name="f70" fmla="*/ f56 f17 1"/>
                      <a:gd name="f71" fmla="*/ f57 f17 1"/>
                      <a:gd name="f72" fmla="*/ f58 f18 1"/>
                      <a:gd name="f73" fmla="*/ f59 f17 1"/>
                      <a:gd name="f74" fmla="*/ f60 f18 1"/>
                      <a:gd name="f75" fmla="*/ f61 f18 1"/>
                      <a:gd name="f76" fmla="*/ f62 f17 1"/>
                    </a:gdLst>
                    <a:ahLst/>
                    <a:cxnLst>
                      <a:cxn ang="3cd4">
                        <a:pos x="hc" y="t"/>
                      </a:cxn>
                      <a:cxn ang="0">
                        <a:pos x="r" y="vc"/>
                      </a:cxn>
                      <a:cxn ang="cd4">
                        <a:pos x="hc" y="b"/>
                      </a:cxn>
                      <a:cxn ang="cd2">
                        <a:pos x="l" y="vc"/>
                      </a:cxn>
                      <a:cxn ang="f38">
                        <a:pos x="f67" y="f68"/>
                      </a:cxn>
                      <a:cxn ang="f38">
                        <a:pos x="f67" y="f69"/>
                      </a:cxn>
                      <a:cxn ang="f38">
                        <a:pos x="f70" y="f69"/>
                      </a:cxn>
                      <a:cxn ang="f38">
                        <a:pos x="f70" y="f69"/>
                      </a:cxn>
                      <a:cxn ang="f38">
                        <a:pos x="f71" y="f69"/>
                      </a:cxn>
                      <a:cxn ang="f38">
                        <a:pos x="f71" y="f72"/>
                      </a:cxn>
                      <a:cxn ang="f38">
                        <a:pos x="f73" y="f72"/>
                      </a:cxn>
                      <a:cxn ang="f38">
                        <a:pos x="f73" y="f74"/>
                      </a:cxn>
                      <a:cxn ang="f38">
                        <a:pos x="f67" y="f74"/>
                      </a:cxn>
                      <a:cxn ang="f38">
                        <a:pos x="f67" y="f75"/>
                      </a:cxn>
                      <a:cxn ang="f38">
                        <a:pos x="f76" y="f75"/>
                      </a:cxn>
                      <a:cxn ang="f38">
                        <a:pos x="f76" y="f68"/>
                      </a:cxn>
                    </a:cxnLst>
                    <a:rect l="f63" t="f66" r="f64" b="f65"/>
                    <a:pathLst>
                      <a:path w="2200275" h="1914525">
                        <a:moveTo>
                          <a:pt x="f8" y="f8"/>
                        </a:moveTo>
                        <a:lnTo>
                          <a:pt x="f8" y="f9"/>
                        </a:lnTo>
                        <a:lnTo>
                          <a:pt x="f10" y="f9"/>
                        </a:lnTo>
                        <a:lnTo>
                          <a:pt x="f10" y="f9"/>
                        </a:lnTo>
                        <a:lnTo>
                          <a:pt x="f11" y="f9"/>
                        </a:lnTo>
                        <a:lnTo>
                          <a:pt x="f11" y="f12"/>
                        </a:lnTo>
                        <a:lnTo>
                          <a:pt x="f9" y="f12"/>
                        </a:lnTo>
                        <a:lnTo>
                          <a:pt x="f9" y="f13"/>
                        </a:lnTo>
                        <a:lnTo>
                          <a:pt x="f8" y="f13"/>
                        </a:lnTo>
                        <a:lnTo>
                          <a:pt x="f8" y="f14"/>
                        </a:lnTo>
                        <a:lnTo>
                          <a:pt x="f15" y="f14"/>
                        </a:lnTo>
                        <a:lnTo>
                          <a:pt x="f15" y="f8"/>
                        </a:lnTo>
                        <a:close/>
                      </a:path>
                    </a:pathLst>
                  </a:custGeom>
                  <a:gradFill>
                    <a:gsLst>
                      <a:gs pos="0">
                        <a:srgbClr val="9D9FA1"/>
                      </a:gs>
                      <a:gs pos="100000">
                        <a:srgbClr val="211F26"/>
                      </a:gs>
                    </a:gsLst>
                    <a:lin ang="2700000"/>
                  </a:gradFill>
                  <a:ln>
                    <a:noFill/>
                    <a:prstDash val="solid"/>
                  </a:ln>
                </p:spPr>
                <p:txBody>
                  <a:bodyPr vert="horz" wrap="square" lIns="91440" tIns="45720" rIns="91440" bIns="45720" anchor="ctr"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7200" b="0" i="0" u="none" strike="noStrike" kern="1200" cap="none" spc="0" baseline="0">
                      <a:solidFill>
                        <a:srgbClr val="211F26"/>
                      </a:solidFill>
                      <a:uFillTx/>
                      <a:latin typeface="Arial"/>
                    </a:endParaRPr>
                  </a:p>
                </p:txBody>
              </p:sp>
              <p:sp>
                <p:nvSpPr>
                  <p:cNvPr id="69" name="Vrije vorm: vorm 37">
                    <a:extLst>
                      <a:ext uri="{FF2B5EF4-FFF2-40B4-BE49-F238E27FC236}">
                        <a16:creationId xmlns:a16="http://schemas.microsoft.com/office/drawing/2014/main" id="{D2248B84-643C-6A29-E080-EAEAF4BB421F}"/>
                      </a:ext>
                    </a:extLst>
                  </p:cNvPr>
                  <p:cNvSpPr/>
                  <p:nvPr/>
                </p:nvSpPr>
                <p:spPr>
                  <a:xfrm>
                    <a:off x="12926918" y="1303321"/>
                    <a:ext cx="185751" cy="114144"/>
                  </a:xfrm>
                  <a:custGeom>
                    <a:avLst/>
                    <a:gdLst>
                      <a:gd name="f0" fmla="val 10800000"/>
                      <a:gd name="f1" fmla="val 5400000"/>
                      <a:gd name="f2" fmla="val 180"/>
                      <a:gd name="f3" fmla="val w"/>
                      <a:gd name="f4" fmla="val h"/>
                      <a:gd name="f5" fmla="val 0"/>
                      <a:gd name="f6" fmla="val 1438275"/>
                      <a:gd name="f7" fmla="val 885825"/>
                      <a:gd name="f8" fmla="val 1070134"/>
                      <a:gd name="f9" fmla="val 7144"/>
                      <a:gd name="f10" fmla="val 801529"/>
                      <a:gd name="f11" fmla="val 275749"/>
                      <a:gd name="f12" fmla="val 662464"/>
                      <a:gd name="f13" fmla="val 137636"/>
                      <a:gd name="f14" fmla="val 784384"/>
                      <a:gd name="f15" fmla="val 108109"/>
                      <a:gd name="f16" fmla="val 885349"/>
                      <a:gd name="f17" fmla="val 338614"/>
                      <a:gd name="f18" fmla="val 928211"/>
                      <a:gd name="f19" fmla="val 605314"/>
                      <a:gd name="f20" fmla="val 1029176"/>
                      <a:gd name="f21" fmla="val 503396"/>
                      <a:gd name="f22" fmla="val 902494"/>
                      <a:gd name="f23" fmla="val 376714"/>
                      <a:gd name="f24" fmla="val 209074"/>
                      <a:gd name="f25" fmla="val 1337786"/>
                      <a:gd name="f26" fmla="val 480536"/>
                      <a:gd name="f27" fmla="val 1438751"/>
                      <a:gd name="f28" fmla="val 378619"/>
                      <a:gd name="f29" fmla="+- 0 0 -90"/>
                      <a:gd name="f30" fmla="*/ f3 1 1438275"/>
                      <a:gd name="f31" fmla="*/ f4 1 885825"/>
                      <a:gd name="f32" fmla="val f5"/>
                      <a:gd name="f33" fmla="val f6"/>
                      <a:gd name="f34" fmla="val f7"/>
                      <a:gd name="f35" fmla="*/ f29 f0 1"/>
                      <a:gd name="f36" fmla="+- f34 0 f32"/>
                      <a:gd name="f37" fmla="+- f33 0 f32"/>
                      <a:gd name="f38" fmla="*/ f35 1 f2"/>
                      <a:gd name="f39" fmla="*/ f37 1 1438275"/>
                      <a:gd name="f40" fmla="*/ f36 1 885825"/>
                      <a:gd name="f41" fmla="*/ 1070134 f37 1"/>
                      <a:gd name="f42" fmla="*/ 7144 f36 1"/>
                      <a:gd name="f43" fmla="*/ 801529 f37 1"/>
                      <a:gd name="f44" fmla="*/ 275749 f36 1"/>
                      <a:gd name="f45" fmla="*/ 662464 f37 1"/>
                      <a:gd name="f46" fmla="*/ 137636 f36 1"/>
                      <a:gd name="f47" fmla="*/ 7144 f37 1"/>
                      <a:gd name="f48" fmla="*/ 784384 f36 1"/>
                      <a:gd name="f49" fmla="*/ 108109 f37 1"/>
                      <a:gd name="f50" fmla="*/ 885349 f36 1"/>
                      <a:gd name="f51" fmla="*/ 338614 f36 1"/>
                      <a:gd name="f52" fmla="*/ 928211 f37 1"/>
                      <a:gd name="f53" fmla="*/ 605314 f36 1"/>
                      <a:gd name="f54" fmla="*/ 1029176 f37 1"/>
                      <a:gd name="f55" fmla="*/ 503396 f36 1"/>
                      <a:gd name="f56" fmla="*/ 902494 f37 1"/>
                      <a:gd name="f57" fmla="*/ 376714 f36 1"/>
                      <a:gd name="f58" fmla="*/ 209074 f36 1"/>
                      <a:gd name="f59" fmla="*/ 1337786 f37 1"/>
                      <a:gd name="f60" fmla="*/ 480536 f36 1"/>
                      <a:gd name="f61" fmla="*/ 1438751 f37 1"/>
                      <a:gd name="f62" fmla="*/ 378619 f36 1"/>
                      <a:gd name="f63" fmla="+- f38 0 f1"/>
                      <a:gd name="f64" fmla="*/ f41 1 1438275"/>
                      <a:gd name="f65" fmla="*/ f42 1 885825"/>
                      <a:gd name="f66" fmla="*/ f43 1 1438275"/>
                      <a:gd name="f67" fmla="*/ f44 1 885825"/>
                      <a:gd name="f68" fmla="*/ f45 1 1438275"/>
                      <a:gd name="f69" fmla="*/ f46 1 885825"/>
                      <a:gd name="f70" fmla="*/ f47 1 1438275"/>
                      <a:gd name="f71" fmla="*/ f48 1 885825"/>
                      <a:gd name="f72" fmla="*/ f49 1 1438275"/>
                      <a:gd name="f73" fmla="*/ f50 1 885825"/>
                      <a:gd name="f74" fmla="*/ f51 1 885825"/>
                      <a:gd name="f75" fmla="*/ f52 1 1438275"/>
                      <a:gd name="f76" fmla="*/ f53 1 885825"/>
                      <a:gd name="f77" fmla="*/ f54 1 1438275"/>
                      <a:gd name="f78" fmla="*/ f55 1 885825"/>
                      <a:gd name="f79" fmla="*/ f56 1 1438275"/>
                      <a:gd name="f80" fmla="*/ f57 1 885825"/>
                      <a:gd name="f81" fmla="*/ f58 1 885825"/>
                      <a:gd name="f82" fmla="*/ f59 1 1438275"/>
                      <a:gd name="f83" fmla="*/ f60 1 885825"/>
                      <a:gd name="f84" fmla="*/ f61 1 1438275"/>
                      <a:gd name="f85" fmla="*/ f62 1 885825"/>
                      <a:gd name="f86" fmla="*/ f32 1 f39"/>
                      <a:gd name="f87" fmla="*/ f33 1 f39"/>
                      <a:gd name="f88" fmla="*/ f32 1 f40"/>
                      <a:gd name="f89" fmla="*/ f34 1 f40"/>
                      <a:gd name="f90" fmla="*/ f64 1 f39"/>
                      <a:gd name="f91" fmla="*/ f65 1 f40"/>
                      <a:gd name="f92" fmla="*/ f66 1 f39"/>
                      <a:gd name="f93" fmla="*/ f67 1 f40"/>
                      <a:gd name="f94" fmla="*/ f68 1 f39"/>
                      <a:gd name="f95" fmla="*/ f69 1 f40"/>
                      <a:gd name="f96" fmla="*/ f70 1 f39"/>
                      <a:gd name="f97" fmla="*/ f71 1 f40"/>
                      <a:gd name="f98" fmla="*/ f72 1 f39"/>
                      <a:gd name="f99" fmla="*/ f73 1 f40"/>
                      <a:gd name="f100" fmla="*/ f74 1 f40"/>
                      <a:gd name="f101" fmla="*/ f75 1 f39"/>
                      <a:gd name="f102" fmla="*/ f76 1 f40"/>
                      <a:gd name="f103" fmla="*/ f77 1 f39"/>
                      <a:gd name="f104" fmla="*/ f78 1 f40"/>
                      <a:gd name="f105" fmla="*/ f79 1 f39"/>
                      <a:gd name="f106" fmla="*/ f80 1 f40"/>
                      <a:gd name="f107" fmla="*/ f81 1 f40"/>
                      <a:gd name="f108" fmla="*/ f82 1 f39"/>
                      <a:gd name="f109" fmla="*/ f83 1 f40"/>
                      <a:gd name="f110" fmla="*/ f84 1 f39"/>
                      <a:gd name="f111" fmla="*/ f85 1 f40"/>
                      <a:gd name="f112" fmla="*/ f86 f30 1"/>
                      <a:gd name="f113" fmla="*/ f87 f30 1"/>
                      <a:gd name="f114" fmla="*/ f89 f31 1"/>
                      <a:gd name="f115" fmla="*/ f88 f31 1"/>
                      <a:gd name="f116" fmla="*/ f90 f30 1"/>
                      <a:gd name="f117" fmla="*/ f91 f31 1"/>
                      <a:gd name="f118" fmla="*/ f92 f30 1"/>
                      <a:gd name="f119" fmla="*/ f93 f31 1"/>
                      <a:gd name="f120" fmla="*/ f94 f30 1"/>
                      <a:gd name="f121" fmla="*/ f95 f31 1"/>
                      <a:gd name="f122" fmla="*/ f96 f30 1"/>
                      <a:gd name="f123" fmla="*/ f97 f31 1"/>
                      <a:gd name="f124" fmla="*/ f98 f30 1"/>
                      <a:gd name="f125" fmla="*/ f99 f31 1"/>
                      <a:gd name="f126" fmla="*/ f100 f31 1"/>
                      <a:gd name="f127" fmla="*/ f101 f30 1"/>
                      <a:gd name="f128" fmla="*/ f102 f31 1"/>
                      <a:gd name="f129" fmla="*/ f103 f30 1"/>
                      <a:gd name="f130" fmla="*/ f104 f31 1"/>
                      <a:gd name="f131" fmla="*/ f105 f30 1"/>
                      <a:gd name="f132" fmla="*/ f106 f31 1"/>
                      <a:gd name="f133" fmla="*/ f107 f31 1"/>
                      <a:gd name="f134" fmla="*/ f108 f30 1"/>
                      <a:gd name="f135" fmla="*/ f109 f31 1"/>
                      <a:gd name="f136" fmla="*/ f110 f30 1"/>
                      <a:gd name="f137" fmla="*/ f111 f31 1"/>
                    </a:gdLst>
                    <a:ahLst/>
                    <a:cxnLst>
                      <a:cxn ang="3cd4">
                        <a:pos x="hc" y="t"/>
                      </a:cxn>
                      <a:cxn ang="0">
                        <a:pos x="r" y="vc"/>
                      </a:cxn>
                      <a:cxn ang="cd4">
                        <a:pos x="hc" y="b"/>
                      </a:cxn>
                      <a:cxn ang="cd2">
                        <a:pos x="l" y="vc"/>
                      </a:cxn>
                      <a:cxn ang="f63">
                        <a:pos x="f116" y="f117"/>
                      </a:cxn>
                      <a:cxn ang="f63">
                        <a:pos x="f118" y="f119"/>
                      </a:cxn>
                      <a:cxn ang="f63">
                        <a:pos x="f120" y="f121"/>
                      </a:cxn>
                      <a:cxn ang="f63">
                        <a:pos x="f122" y="f123"/>
                      </a:cxn>
                      <a:cxn ang="f63">
                        <a:pos x="f124" y="f125"/>
                      </a:cxn>
                      <a:cxn ang="f63">
                        <a:pos x="f120" y="f126"/>
                      </a:cxn>
                      <a:cxn ang="f63">
                        <a:pos x="f127" y="f128"/>
                      </a:cxn>
                      <a:cxn ang="f63">
                        <a:pos x="f129" y="f130"/>
                      </a:cxn>
                      <a:cxn ang="f63">
                        <a:pos x="f131" y="f132"/>
                      </a:cxn>
                      <a:cxn ang="f63">
                        <a:pos x="f116" y="f133"/>
                      </a:cxn>
                      <a:cxn ang="f63">
                        <a:pos x="f134" y="f135"/>
                      </a:cxn>
                      <a:cxn ang="f63">
                        <a:pos x="f136" y="f137"/>
                      </a:cxn>
                    </a:cxnLst>
                    <a:rect l="f112" t="f115" r="f113" b="f114"/>
                    <a:pathLst>
                      <a:path w="1438275" h="885825">
                        <a:moveTo>
                          <a:pt x="f8" y="f9"/>
                        </a:moveTo>
                        <a:lnTo>
                          <a:pt x="f10" y="f11"/>
                        </a:lnTo>
                        <a:lnTo>
                          <a:pt x="f12" y="f13"/>
                        </a:lnTo>
                        <a:lnTo>
                          <a:pt x="f9" y="f14"/>
                        </a:lnTo>
                        <a:lnTo>
                          <a:pt x="f15" y="f16"/>
                        </a:lnTo>
                        <a:lnTo>
                          <a:pt x="f12" y="f17"/>
                        </a:lnTo>
                        <a:lnTo>
                          <a:pt x="f18" y="f19"/>
                        </a:lnTo>
                        <a:lnTo>
                          <a:pt x="f20" y="f21"/>
                        </a:lnTo>
                        <a:lnTo>
                          <a:pt x="f22" y="f23"/>
                        </a:lnTo>
                        <a:lnTo>
                          <a:pt x="f8" y="f24"/>
                        </a:lnTo>
                        <a:lnTo>
                          <a:pt x="f25" y="f26"/>
                        </a:lnTo>
                        <a:lnTo>
                          <a:pt x="f27" y="f28"/>
                        </a:lnTo>
                        <a:close/>
                      </a:path>
                    </a:pathLst>
                  </a:custGeom>
                  <a:gradFill>
                    <a:gsLst>
                      <a:gs pos="0">
                        <a:srgbClr val="9D9FA1"/>
                      </a:gs>
                      <a:gs pos="100000">
                        <a:srgbClr val="211F26"/>
                      </a:gs>
                    </a:gsLst>
                    <a:lin ang="2700000"/>
                  </a:gradFill>
                  <a:ln>
                    <a:noFill/>
                    <a:prstDash val="solid"/>
                  </a:ln>
                </p:spPr>
                <p:txBody>
                  <a:bodyPr vert="horz" wrap="square" lIns="91440" tIns="45720" rIns="91440" bIns="45720" anchor="ctr"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7200" b="0" i="0" u="none" strike="noStrike" kern="1200" cap="none" spc="0" baseline="0">
                      <a:solidFill>
                        <a:srgbClr val="211F26"/>
                      </a:solidFill>
                      <a:uFillTx/>
                      <a:latin typeface="Arial"/>
                    </a:endParaRPr>
                  </a:p>
                </p:txBody>
              </p:sp>
            </p:grpSp>
          </p:grpSp>
          <p:sp>
            <p:nvSpPr>
              <p:cNvPr id="70" name="Tekstvak 33">
                <a:extLst>
                  <a:ext uri="{FF2B5EF4-FFF2-40B4-BE49-F238E27FC236}">
                    <a16:creationId xmlns:a16="http://schemas.microsoft.com/office/drawing/2014/main" id="{967322A7-3EF8-DDE2-8D36-03160D2AB581}"/>
                  </a:ext>
                </a:extLst>
              </p:cNvPr>
              <p:cNvSpPr txBox="1"/>
              <p:nvPr/>
            </p:nvSpPr>
            <p:spPr>
              <a:xfrm>
                <a:off x="12798271" y="1489959"/>
                <a:ext cx="446940" cy="143505"/>
              </a:xfrm>
              <a:prstGeom prst="rect">
                <a:avLst/>
              </a:prstGeom>
              <a:noFill/>
              <a:ln>
                <a:noFill/>
              </a:ln>
            </p:spPr>
            <p:txBody>
              <a:bodyPr vert="horz" wrap="square" lIns="0" tIns="18004" rIns="0" bIns="0" anchor="t"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000" b="0" i="0" u="none" strike="noStrike" kern="0" cap="none" spc="0" baseline="0">
                    <a:solidFill>
                      <a:srgbClr val="211F26"/>
                    </a:solidFill>
                    <a:uFillTx/>
                    <a:latin typeface="Calibri" pitchFamily="34"/>
                    <a:cs typeface="Calibri" pitchFamily="34"/>
                  </a:rPr>
                  <a:t>Images</a:t>
                </a:r>
              </a:p>
            </p:txBody>
          </p:sp>
        </p:grpSp>
      </p:grpSp>
    </p:spTree>
    <p:extLst>
      <p:ext uri="{BB962C8B-B14F-4D97-AF65-F5344CB8AC3E}">
        <p14:creationId xmlns:p14="http://schemas.microsoft.com/office/powerpoint/2010/main" val="2188980929"/>
      </p:ext>
    </p:extLst>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333022522"/>
      </p:ext>
    </p:extLst>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Image (S) + text | light mode">
    <p:bg>
      <p:bgPr>
        <a:solidFill>
          <a:srgbClr val="FFFFFF"/>
        </a:solidFill>
        <a:effectLst/>
      </p:bgPr>
    </p:bg>
    <p:spTree>
      <p:nvGrpSpPr>
        <p:cNvPr id="1" name=""/>
        <p:cNvGrpSpPr/>
        <p:nvPr/>
      </p:nvGrpSpPr>
      <p:grpSpPr>
        <a:xfrm>
          <a:off x="0" y="0"/>
          <a:ext cx="0" cy="0"/>
          <a:chOff x="0" y="0"/>
          <a:chExt cx="0" cy="0"/>
        </a:xfrm>
      </p:grpSpPr>
      <p:sp>
        <p:nvSpPr>
          <p:cNvPr id="2" name="Tijdelijke aanduiding voor tekst 18">
            <a:extLst>
              <a:ext uri="{FF2B5EF4-FFF2-40B4-BE49-F238E27FC236}">
                <a16:creationId xmlns:a16="http://schemas.microsoft.com/office/drawing/2014/main" id="{91B2521C-BFB5-A927-D66B-B6FAA0DF549A}"/>
              </a:ext>
            </a:extLst>
          </p:cNvPr>
          <p:cNvSpPr txBox="1">
            <a:spLocks noGrp="1" noMove="1" noResize="1"/>
          </p:cNvSpPr>
          <p:nvPr>
            <p:ph type="body" idx="4294967295"/>
          </p:nvPr>
        </p:nvSpPr>
        <p:spPr>
          <a:xfrm>
            <a:off x="720364" y="6216740"/>
            <a:ext cx="961198" cy="381597"/>
          </a:xfrm>
          <a:blipFill>
            <a:blip r:embed="rId2">
              <a:extLst>
                <a:ext uri="{96DAC541-7B7A-43D3-8B79-37D633B846F1}">
                  <asvg:svgBlip xmlns:asvg="http://schemas.microsoft.com/office/drawing/2016/SVG/main" r:embed="rId3"/>
                </a:ext>
              </a:extLst>
            </a:blip>
            <a:stretch>
              <a:fillRect/>
            </a:stretch>
          </a:blipFill>
        </p:spPr>
        <p:txBody>
          <a:bodyPr/>
          <a:lstStyle>
            <a:lvl1pPr marL="0" indent="0">
              <a:buNone/>
              <a:defRPr sz="100"/>
            </a:lvl1pPr>
          </a:lstStyle>
          <a:p>
            <a:pPr lvl="0"/>
            <a:r>
              <a:rPr lang="en-GB"/>
              <a:t> </a:t>
            </a:r>
          </a:p>
        </p:txBody>
      </p:sp>
      <p:grpSp>
        <p:nvGrpSpPr>
          <p:cNvPr id="3" name="INSTRUCTION">
            <a:extLst>
              <a:ext uri="{FF2B5EF4-FFF2-40B4-BE49-F238E27FC236}">
                <a16:creationId xmlns:a16="http://schemas.microsoft.com/office/drawing/2014/main" id="{391CCEB2-1C81-B2CC-2F69-DE9B2CC63748}"/>
              </a:ext>
            </a:extLst>
          </p:cNvPr>
          <p:cNvGrpSpPr/>
          <p:nvPr/>
        </p:nvGrpSpPr>
        <p:grpSpPr>
          <a:xfrm>
            <a:off x="12377592" y="0"/>
            <a:ext cx="3693389" cy="5359343"/>
            <a:chOff x="12377592" y="0"/>
            <a:chExt cx="3693389" cy="5359343"/>
          </a:xfrm>
        </p:grpSpPr>
        <p:sp>
          <p:nvSpPr>
            <p:cNvPr id="4" name="Rechthoek 6">
              <a:extLst>
                <a:ext uri="{FF2B5EF4-FFF2-40B4-BE49-F238E27FC236}">
                  <a16:creationId xmlns:a16="http://schemas.microsoft.com/office/drawing/2014/main" id="{358D76D2-504B-29E8-E565-D7270FA2510F}"/>
                </a:ext>
              </a:extLst>
            </p:cNvPr>
            <p:cNvSpPr/>
            <p:nvPr/>
          </p:nvSpPr>
          <p:spPr>
            <a:xfrm>
              <a:off x="12377867" y="0"/>
              <a:ext cx="3593089" cy="4641338"/>
            </a:xfrm>
            <a:prstGeom prst="rect">
              <a:avLst/>
            </a:prstGeom>
            <a:solidFill>
              <a:srgbClr val="FFFFFF"/>
            </a:solidFill>
            <a:ln w="6345" cap="flat">
              <a:solidFill>
                <a:srgbClr val="ECECEC"/>
              </a:solidFill>
              <a:prstDash val="solid"/>
              <a:miter/>
            </a:ln>
          </p:spPr>
          <p:txBody>
            <a:bodyPr vert="horz" wrap="square" lIns="179999" tIns="143999" rIns="179999" bIns="143999"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400" b="1" i="0" u="none" strike="noStrike" kern="1200" cap="all" spc="0" baseline="0">
                  <a:solidFill>
                    <a:srgbClr val="00A6D6"/>
                  </a:solidFill>
                  <a:uFillTx/>
                  <a:latin typeface="Calibri" pitchFamily="34"/>
                  <a:cs typeface="Calibri" pitchFamily="34"/>
                </a:rPr>
                <a:t>Choosing text levels</a:t>
              </a:r>
            </a:p>
          </p:txBody>
        </p:sp>
        <p:sp>
          <p:nvSpPr>
            <p:cNvPr id="5" name="Ovaal 9">
              <a:extLst>
                <a:ext uri="{FF2B5EF4-FFF2-40B4-BE49-F238E27FC236}">
                  <a16:creationId xmlns:a16="http://schemas.microsoft.com/office/drawing/2014/main" id="{134BD1F1-D923-5BAF-2935-438D57E4C576}"/>
                </a:ext>
              </a:extLst>
            </p:cNvPr>
            <p:cNvSpPr/>
            <p:nvPr/>
          </p:nvSpPr>
          <p:spPr>
            <a:xfrm>
              <a:off x="12559850" y="1837486"/>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1</a:t>
              </a:r>
            </a:p>
          </p:txBody>
        </p:sp>
        <p:sp>
          <p:nvSpPr>
            <p:cNvPr id="6" name="Rechthoek 10">
              <a:extLst>
                <a:ext uri="{FF2B5EF4-FFF2-40B4-BE49-F238E27FC236}">
                  <a16:creationId xmlns:a16="http://schemas.microsoft.com/office/drawing/2014/main" id="{0DB51C33-D81E-F025-2087-0BF7778C7418}"/>
                </a:ext>
              </a:extLst>
            </p:cNvPr>
            <p:cNvSpPr/>
            <p:nvPr/>
          </p:nvSpPr>
          <p:spPr>
            <a:xfrm>
              <a:off x="12844613" y="1837486"/>
              <a:ext cx="2949223" cy="179999"/>
            </a:xfrm>
            <a:prstGeom prst="rect">
              <a:avLst/>
            </a:prstGeom>
            <a:noFill/>
            <a:ln>
              <a:noFill/>
              <a:prstDash val="solid"/>
            </a:ln>
          </p:spPr>
          <p:txBody>
            <a:bodyPr vert="horz" wrap="square" lIns="0" tIns="0" rIns="0" bIns="0" anchor="ctr" anchorCtr="0" compatLnSpc="1">
              <a:noAutofit/>
            </a:bodyPr>
            <a:lstStyle/>
            <a:p>
              <a:pPr marL="357192" marR="0" lvl="0" indent="-357192" algn="l" defTabSz="914400" rtl="0" fontAlgn="auto" hangingPunct="1">
                <a:lnSpc>
                  <a:spcPct val="100000"/>
                </a:lnSpc>
                <a:spcBef>
                  <a:spcPts val="600"/>
                </a:spcBef>
                <a:spcAft>
                  <a:spcPts val="600"/>
                </a:spcAft>
                <a:buClr>
                  <a:srgbClr val="00A6D6"/>
                </a:buClr>
                <a:buSzPct val="100000"/>
                <a:buFont typeface="Calibri" pitchFamily="34"/>
                <a:buChar char="•"/>
                <a:tabLst/>
                <a:defRPr sz="1800" b="0" i="0" u="none" strike="noStrike" kern="0" cap="none" spc="0" baseline="0">
                  <a:solidFill>
                    <a:srgbClr val="000000"/>
                  </a:solidFill>
                  <a:uFillTx/>
                </a:defRPr>
              </a:pPr>
              <a:r>
                <a:rPr lang="en-GB" sz="1400" b="0" i="0" u="none" strike="noStrike" kern="0" cap="none" spc="0" baseline="0">
                  <a:solidFill>
                    <a:srgbClr val="000000"/>
                  </a:solidFill>
                  <a:uFillTx/>
                  <a:latin typeface="Arial"/>
                  <a:cs typeface="Calibri" pitchFamily="34"/>
                </a:rPr>
                <a:t>Bullet</a:t>
              </a:r>
            </a:p>
          </p:txBody>
        </p:sp>
        <p:sp>
          <p:nvSpPr>
            <p:cNvPr id="7" name="Ovaal 11">
              <a:extLst>
                <a:ext uri="{FF2B5EF4-FFF2-40B4-BE49-F238E27FC236}">
                  <a16:creationId xmlns:a16="http://schemas.microsoft.com/office/drawing/2014/main" id="{FD3492D6-9DA3-A5DD-0531-0C0C9B099DC3}"/>
                </a:ext>
              </a:extLst>
            </p:cNvPr>
            <p:cNvSpPr/>
            <p:nvPr/>
          </p:nvSpPr>
          <p:spPr>
            <a:xfrm>
              <a:off x="12559850" y="2128768"/>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2</a:t>
              </a:r>
            </a:p>
          </p:txBody>
        </p:sp>
        <p:sp>
          <p:nvSpPr>
            <p:cNvPr id="8" name="Rechthoek 12">
              <a:extLst>
                <a:ext uri="{FF2B5EF4-FFF2-40B4-BE49-F238E27FC236}">
                  <a16:creationId xmlns:a16="http://schemas.microsoft.com/office/drawing/2014/main" id="{331F96B4-A3CC-58CA-E6B7-0B8241DD01C6}"/>
                </a:ext>
              </a:extLst>
            </p:cNvPr>
            <p:cNvSpPr/>
            <p:nvPr/>
          </p:nvSpPr>
          <p:spPr>
            <a:xfrm>
              <a:off x="12559850" y="1196117"/>
              <a:ext cx="3229048" cy="459229"/>
            </a:xfrm>
            <a:prstGeom prst="rect">
              <a:avLst/>
            </a:prstGeom>
            <a:noFill/>
            <a:ln>
              <a:noFill/>
              <a:prstDash val="solid"/>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0" i="0" u="none" strike="noStrike" kern="0" cap="none" spc="0" baseline="0">
                  <a:solidFill>
                    <a:srgbClr val="000000"/>
                  </a:solidFill>
                  <a:uFillTx/>
                  <a:latin typeface="Calibri" pitchFamily="34"/>
                  <a:cs typeface="Calibri" pitchFamily="34"/>
                </a:rPr>
                <a:t>Under the tab </a:t>
              </a:r>
              <a:r>
                <a:rPr lang="en-GB" sz="1200" b="1" i="0" u="none" strike="noStrike" kern="0" cap="none" spc="0" baseline="0">
                  <a:solidFill>
                    <a:srgbClr val="000000"/>
                  </a:solidFill>
                  <a:uFillTx/>
                  <a:latin typeface="Calibri" pitchFamily="34"/>
                  <a:cs typeface="Calibri" pitchFamily="34"/>
                </a:rPr>
                <a:t>‘Home’</a:t>
              </a:r>
              <a:r>
                <a:rPr lang="en-GB" sz="1200" b="0" i="0" u="none" strike="noStrike" kern="0" cap="none" spc="0" baseline="0">
                  <a:solidFill>
                    <a:srgbClr val="000000"/>
                  </a:solidFill>
                  <a:uFillTx/>
                  <a:latin typeface="Calibri" pitchFamily="34"/>
                  <a:cs typeface="Calibri" pitchFamily="34"/>
                </a:rPr>
                <a:t>, use the </a:t>
              </a:r>
              <a:r>
                <a:rPr lang="en-GB" sz="1200" b="1" i="0" u="none" strike="noStrike" kern="0" cap="none" spc="0" baseline="0">
                  <a:solidFill>
                    <a:srgbClr val="000000"/>
                  </a:solidFill>
                  <a:uFillTx/>
                  <a:latin typeface="Calibri" pitchFamily="34"/>
                  <a:cs typeface="Calibri" pitchFamily="34"/>
                </a:rPr>
                <a:t>list level-buttons</a:t>
              </a:r>
              <a:r>
                <a:rPr lang="en-GB" sz="1200" b="0" i="0" u="none" strike="noStrike" kern="0" cap="none" spc="0" baseline="0">
                  <a:solidFill>
                    <a:srgbClr val="000000"/>
                  </a:solidFill>
                  <a:uFillTx/>
                  <a:latin typeface="Calibri" pitchFamily="34"/>
                  <a:cs typeface="Calibri" pitchFamily="34"/>
                </a:rPr>
                <a:t> to choose a text level. </a:t>
              </a:r>
              <a:br>
                <a:rPr lang="en-GB" sz="1200" b="0" i="0" u="none" strike="noStrike" kern="0" cap="none" spc="0" baseline="0">
                  <a:solidFill>
                    <a:srgbClr val="000000"/>
                  </a:solidFill>
                  <a:uFillTx/>
                  <a:latin typeface="Calibri" pitchFamily="34"/>
                  <a:cs typeface="Calibri" pitchFamily="34"/>
                </a:rPr>
              </a:br>
              <a:r>
                <a:rPr lang="en-GB" sz="1200" b="0" i="0" u="none" strike="noStrike" kern="0" cap="none" spc="0" baseline="0">
                  <a:solidFill>
                    <a:srgbClr val="000000"/>
                  </a:solidFill>
                  <a:uFillTx/>
                  <a:latin typeface="Calibri" pitchFamily="34"/>
                  <a:cs typeface="Calibri" pitchFamily="34"/>
                </a:rPr>
                <a:t>Choose from:</a:t>
              </a:r>
            </a:p>
          </p:txBody>
        </p:sp>
        <p:sp>
          <p:nvSpPr>
            <p:cNvPr id="9" name="Rechthoek 13">
              <a:extLst>
                <a:ext uri="{FF2B5EF4-FFF2-40B4-BE49-F238E27FC236}">
                  <a16:creationId xmlns:a16="http://schemas.microsoft.com/office/drawing/2014/main" id="{27564642-1A5E-0B33-984B-BBFF1EC72E43}"/>
                </a:ext>
              </a:extLst>
            </p:cNvPr>
            <p:cNvSpPr/>
            <p:nvPr/>
          </p:nvSpPr>
          <p:spPr>
            <a:xfrm>
              <a:off x="12844613" y="2128869"/>
              <a:ext cx="2949223" cy="179999"/>
            </a:xfrm>
            <a:prstGeom prst="rect">
              <a:avLst/>
            </a:prstGeom>
            <a:noFill/>
            <a:ln>
              <a:noFill/>
              <a:prstDash val="solid"/>
            </a:ln>
          </p:spPr>
          <p:txBody>
            <a:bodyPr vert="horz" wrap="square" lIns="0" tIns="0" rIns="0" bIns="0" anchor="ctr" anchorCtr="0" compatLnSpc="1">
              <a:noAutofit/>
            </a:bodyPr>
            <a:lstStyle/>
            <a:p>
              <a:pPr marL="715966" marR="0" lvl="0" indent="-358773" algn="l" defTabSz="914400" rtl="0" fontAlgn="auto" hangingPunct="1">
                <a:lnSpc>
                  <a:spcPct val="100000"/>
                </a:lnSpc>
                <a:spcBef>
                  <a:spcPts val="600"/>
                </a:spcBef>
                <a:spcAft>
                  <a:spcPts val="600"/>
                </a:spcAft>
                <a:buClr>
                  <a:srgbClr val="00A6D6"/>
                </a:buClr>
                <a:buSzPct val="100000"/>
                <a:buFont typeface="Calibri" pitchFamily="34"/>
                <a:buChar char="•"/>
                <a:tabLst/>
                <a:defRPr sz="1800" b="0" i="0" u="none" strike="noStrike" kern="0" cap="none" spc="0" baseline="0">
                  <a:solidFill>
                    <a:srgbClr val="000000"/>
                  </a:solidFill>
                  <a:uFillTx/>
                </a:defRPr>
              </a:pPr>
              <a:r>
                <a:rPr lang="en-GB" sz="1400" b="0" i="0" u="none" strike="noStrike" kern="0" cap="none" spc="0" baseline="0">
                  <a:solidFill>
                    <a:srgbClr val="000000"/>
                  </a:solidFill>
                  <a:uFillTx/>
                  <a:latin typeface="Arial"/>
                  <a:cs typeface="Calibri" pitchFamily="34"/>
                </a:rPr>
                <a:t>Sub-bullet </a:t>
              </a:r>
            </a:p>
          </p:txBody>
        </p:sp>
        <p:sp>
          <p:nvSpPr>
            <p:cNvPr id="10" name="Ovaal 14">
              <a:extLst>
                <a:ext uri="{FF2B5EF4-FFF2-40B4-BE49-F238E27FC236}">
                  <a16:creationId xmlns:a16="http://schemas.microsoft.com/office/drawing/2014/main" id="{8760D02F-8692-5634-3DB0-A7C5C39756F8}"/>
                </a:ext>
              </a:extLst>
            </p:cNvPr>
            <p:cNvSpPr/>
            <p:nvPr/>
          </p:nvSpPr>
          <p:spPr>
            <a:xfrm>
              <a:off x="12559850" y="2420051"/>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3</a:t>
              </a:r>
            </a:p>
          </p:txBody>
        </p:sp>
        <p:sp>
          <p:nvSpPr>
            <p:cNvPr id="11" name="Rechthoek 15">
              <a:extLst>
                <a:ext uri="{FF2B5EF4-FFF2-40B4-BE49-F238E27FC236}">
                  <a16:creationId xmlns:a16="http://schemas.microsoft.com/office/drawing/2014/main" id="{77536552-7865-6A4F-54B1-61638DE889B0}"/>
                </a:ext>
              </a:extLst>
            </p:cNvPr>
            <p:cNvSpPr/>
            <p:nvPr/>
          </p:nvSpPr>
          <p:spPr>
            <a:xfrm>
              <a:off x="12844613" y="2420261"/>
              <a:ext cx="2949223" cy="179999"/>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600"/>
                </a:spcBef>
                <a:spcAft>
                  <a:spcPts val="600"/>
                </a:spcAft>
                <a:buNone/>
                <a:tabLst/>
                <a:defRPr sz="1800" b="0" i="0" u="none" strike="noStrike" kern="0" cap="none" spc="0" baseline="0">
                  <a:solidFill>
                    <a:srgbClr val="000000"/>
                  </a:solidFill>
                  <a:uFillTx/>
                </a:defRPr>
              </a:pPr>
              <a:r>
                <a:rPr lang="en-GB" sz="1400" b="0" i="0" u="none" strike="noStrike" kern="0" cap="none" spc="0" baseline="0">
                  <a:solidFill>
                    <a:srgbClr val="000000"/>
                  </a:solidFill>
                  <a:uFillTx/>
                  <a:latin typeface="Arial"/>
                  <a:cs typeface="Calibri" pitchFamily="34"/>
                </a:rPr>
                <a:t>Default text</a:t>
              </a:r>
            </a:p>
          </p:txBody>
        </p:sp>
        <p:sp>
          <p:nvSpPr>
            <p:cNvPr id="12" name="Ovaal 16">
              <a:extLst>
                <a:ext uri="{FF2B5EF4-FFF2-40B4-BE49-F238E27FC236}">
                  <a16:creationId xmlns:a16="http://schemas.microsoft.com/office/drawing/2014/main" id="{4DE0CCB9-1159-528B-47D9-C88B84F13E75}"/>
                </a:ext>
              </a:extLst>
            </p:cNvPr>
            <p:cNvSpPr/>
            <p:nvPr/>
          </p:nvSpPr>
          <p:spPr>
            <a:xfrm>
              <a:off x="12559850" y="2711333"/>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4</a:t>
              </a:r>
            </a:p>
          </p:txBody>
        </p:sp>
        <p:sp>
          <p:nvSpPr>
            <p:cNvPr id="13" name="Rechthoek 17">
              <a:extLst>
                <a:ext uri="{FF2B5EF4-FFF2-40B4-BE49-F238E27FC236}">
                  <a16:creationId xmlns:a16="http://schemas.microsoft.com/office/drawing/2014/main" id="{59BF995D-902B-FD22-3525-FCA389F49DDE}"/>
                </a:ext>
              </a:extLst>
            </p:cNvPr>
            <p:cNvSpPr/>
            <p:nvPr/>
          </p:nvSpPr>
          <p:spPr>
            <a:xfrm>
              <a:off x="12844613" y="2711653"/>
              <a:ext cx="2949223" cy="179999"/>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600"/>
                </a:spcBef>
                <a:spcAft>
                  <a:spcPts val="600"/>
                </a:spcAft>
                <a:buNone/>
                <a:tabLst/>
                <a:defRPr sz="1800" b="0" i="0" u="none" strike="noStrike" kern="0" cap="none" spc="0" baseline="0">
                  <a:solidFill>
                    <a:srgbClr val="000000"/>
                  </a:solidFill>
                  <a:uFillTx/>
                </a:defRPr>
              </a:pPr>
              <a:r>
                <a:rPr lang="en-GB" sz="2400" b="1" i="0" u="none" strike="noStrike" kern="0" cap="none" spc="0" baseline="0">
                  <a:solidFill>
                    <a:srgbClr val="000000"/>
                  </a:solidFill>
                  <a:uFillTx/>
                  <a:latin typeface="Arial"/>
                  <a:cs typeface="Calibri" pitchFamily="34"/>
                </a:rPr>
                <a:t>Title/Quote</a:t>
              </a:r>
            </a:p>
          </p:txBody>
        </p:sp>
        <p:sp>
          <p:nvSpPr>
            <p:cNvPr id="14" name="Ovaal 20">
              <a:extLst>
                <a:ext uri="{FF2B5EF4-FFF2-40B4-BE49-F238E27FC236}">
                  <a16:creationId xmlns:a16="http://schemas.microsoft.com/office/drawing/2014/main" id="{34FCA7E0-9AD1-40B0-88F8-9974B12DF787}"/>
                </a:ext>
              </a:extLst>
            </p:cNvPr>
            <p:cNvSpPr/>
            <p:nvPr/>
          </p:nvSpPr>
          <p:spPr>
            <a:xfrm>
              <a:off x="12559850" y="3002624"/>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5</a:t>
              </a:r>
            </a:p>
          </p:txBody>
        </p:sp>
        <p:sp>
          <p:nvSpPr>
            <p:cNvPr id="15" name="Rechthoek 21">
              <a:extLst>
                <a:ext uri="{FF2B5EF4-FFF2-40B4-BE49-F238E27FC236}">
                  <a16:creationId xmlns:a16="http://schemas.microsoft.com/office/drawing/2014/main" id="{F5210701-40FD-D32A-EA6B-0D4A39A46467}"/>
                </a:ext>
              </a:extLst>
            </p:cNvPr>
            <p:cNvSpPr/>
            <p:nvPr/>
          </p:nvSpPr>
          <p:spPr>
            <a:xfrm>
              <a:off x="12844613" y="3003035"/>
              <a:ext cx="2949223" cy="179999"/>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600"/>
                </a:spcBef>
                <a:spcAft>
                  <a:spcPts val="600"/>
                </a:spcAft>
                <a:buNone/>
                <a:tabLst/>
                <a:defRPr sz="1800" b="0" i="0" u="none" strike="noStrike" kern="0" cap="none" spc="0" baseline="0">
                  <a:solidFill>
                    <a:srgbClr val="000000"/>
                  </a:solidFill>
                  <a:uFillTx/>
                </a:defRPr>
              </a:pPr>
              <a:r>
                <a:rPr lang="en-GB" sz="1800" b="0" i="0" u="none" strike="noStrike" kern="0" cap="none" spc="0" baseline="0">
                  <a:solidFill>
                    <a:srgbClr val="00A6D6"/>
                  </a:solidFill>
                  <a:uFillTx/>
                  <a:latin typeface="Arial"/>
                  <a:cs typeface="Calibri" pitchFamily="34"/>
                </a:rPr>
                <a:t>Subtitle</a:t>
              </a:r>
            </a:p>
          </p:txBody>
        </p:sp>
        <p:sp>
          <p:nvSpPr>
            <p:cNvPr id="16" name="Ovaal 22">
              <a:extLst>
                <a:ext uri="{FF2B5EF4-FFF2-40B4-BE49-F238E27FC236}">
                  <a16:creationId xmlns:a16="http://schemas.microsoft.com/office/drawing/2014/main" id="{68F9714B-9330-BE78-6C75-7E7C3FE5EE27}"/>
                </a:ext>
              </a:extLst>
            </p:cNvPr>
            <p:cNvSpPr/>
            <p:nvPr/>
          </p:nvSpPr>
          <p:spPr>
            <a:xfrm>
              <a:off x="12559850" y="3293906"/>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6</a:t>
              </a:r>
            </a:p>
          </p:txBody>
        </p:sp>
        <p:sp>
          <p:nvSpPr>
            <p:cNvPr id="17" name="Rechthoek 23">
              <a:extLst>
                <a:ext uri="{FF2B5EF4-FFF2-40B4-BE49-F238E27FC236}">
                  <a16:creationId xmlns:a16="http://schemas.microsoft.com/office/drawing/2014/main" id="{890243BE-2B1F-1222-028E-37593623210D}"/>
                </a:ext>
              </a:extLst>
            </p:cNvPr>
            <p:cNvSpPr/>
            <p:nvPr/>
          </p:nvSpPr>
          <p:spPr>
            <a:xfrm>
              <a:off x="12844613" y="3585819"/>
              <a:ext cx="2949223" cy="179999"/>
            </a:xfrm>
            <a:prstGeom prst="rect">
              <a:avLst/>
            </a:prstGeom>
            <a:noFill/>
            <a:ln>
              <a:noFill/>
              <a:prstDash val="solid"/>
            </a:ln>
          </p:spPr>
          <p:txBody>
            <a:bodyPr vert="horz" wrap="square" lIns="0" tIns="0" rIns="0" bIns="0" anchor="ctr" anchorCtr="0" compatLnSpc="1">
              <a:noAutofit/>
            </a:bodyPr>
            <a:lstStyle/>
            <a:p>
              <a:pPr marL="357192" marR="0" lvl="0" indent="-357192" algn="l" defTabSz="914400" rtl="0" fontAlgn="auto" hangingPunct="1">
                <a:lnSpc>
                  <a:spcPct val="100000"/>
                </a:lnSpc>
                <a:spcBef>
                  <a:spcPts val="600"/>
                </a:spcBef>
                <a:spcAft>
                  <a:spcPts val="600"/>
                </a:spcAft>
                <a:buClr>
                  <a:srgbClr val="00A6D6"/>
                </a:buClr>
                <a:buSzPct val="100000"/>
                <a:buFont typeface="Arial"/>
                <a:buAutoNum type="arabicPeriod"/>
                <a:tabLst/>
                <a:defRPr sz="1800" b="0" i="0" u="none" strike="noStrike" kern="0" cap="none" spc="0" baseline="0">
                  <a:solidFill>
                    <a:srgbClr val="000000"/>
                  </a:solidFill>
                  <a:uFillTx/>
                </a:defRPr>
              </a:pPr>
              <a:r>
                <a:rPr lang="en-GB" sz="1400" b="0" i="0" u="none" strike="noStrike" kern="0" cap="none" spc="0" baseline="0">
                  <a:solidFill>
                    <a:srgbClr val="000000"/>
                  </a:solidFill>
                  <a:uFillTx/>
                  <a:latin typeface="Arial"/>
                  <a:cs typeface="Calibri" pitchFamily="34"/>
                </a:rPr>
                <a:t>Numerical bullet</a:t>
              </a:r>
            </a:p>
          </p:txBody>
        </p:sp>
        <p:sp>
          <p:nvSpPr>
            <p:cNvPr id="18" name="Ovaal 24">
              <a:extLst>
                <a:ext uri="{FF2B5EF4-FFF2-40B4-BE49-F238E27FC236}">
                  <a16:creationId xmlns:a16="http://schemas.microsoft.com/office/drawing/2014/main" id="{15321BE6-7569-2453-8F0D-45F27B20540E}"/>
                </a:ext>
              </a:extLst>
            </p:cNvPr>
            <p:cNvSpPr/>
            <p:nvPr/>
          </p:nvSpPr>
          <p:spPr>
            <a:xfrm>
              <a:off x="12559850" y="3585188"/>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7</a:t>
              </a:r>
            </a:p>
          </p:txBody>
        </p:sp>
        <p:sp>
          <p:nvSpPr>
            <p:cNvPr id="19" name="Rechthoek 25">
              <a:extLst>
                <a:ext uri="{FF2B5EF4-FFF2-40B4-BE49-F238E27FC236}">
                  <a16:creationId xmlns:a16="http://schemas.microsoft.com/office/drawing/2014/main" id="{4BA6AEF5-7E49-C55F-5C67-CAB2E853017E}"/>
                </a:ext>
              </a:extLst>
            </p:cNvPr>
            <p:cNvSpPr/>
            <p:nvPr/>
          </p:nvSpPr>
          <p:spPr>
            <a:xfrm>
              <a:off x="12838203" y="3877211"/>
              <a:ext cx="2949223" cy="179999"/>
            </a:xfrm>
            <a:prstGeom prst="rect">
              <a:avLst/>
            </a:prstGeom>
            <a:noFill/>
            <a:ln>
              <a:noFill/>
              <a:prstDash val="solid"/>
            </a:ln>
          </p:spPr>
          <p:txBody>
            <a:bodyPr vert="horz" wrap="square" lIns="0" tIns="0" rIns="0" bIns="0" anchor="ctr" anchorCtr="0" compatLnSpc="1">
              <a:noAutofit/>
            </a:bodyPr>
            <a:lstStyle/>
            <a:p>
              <a:pPr marL="342900" marR="0" lvl="0" indent="-342900" algn="l" defTabSz="914400" rtl="0" fontAlgn="auto" hangingPunct="1">
                <a:lnSpc>
                  <a:spcPct val="100000"/>
                </a:lnSpc>
                <a:spcBef>
                  <a:spcPts val="600"/>
                </a:spcBef>
                <a:spcAft>
                  <a:spcPts val="600"/>
                </a:spcAft>
                <a:buClr>
                  <a:srgbClr val="00A6D6"/>
                </a:buClr>
                <a:buSzPct val="100000"/>
                <a:buFont typeface="Arial"/>
                <a:buAutoNum type="alphaLcPeriod"/>
                <a:tabLst/>
                <a:defRPr sz="1800" b="0" i="0" u="none" strike="noStrike" kern="0" cap="none" spc="0" baseline="0">
                  <a:solidFill>
                    <a:srgbClr val="000000"/>
                  </a:solidFill>
                  <a:uFillTx/>
                </a:defRPr>
              </a:pPr>
              <a:r>
                <a:rPr lang="en-GB" sz="1400" b="0" i="0" u="none" strike="noStrike" kern="0" cap="none" spc="0" baseline="0">
                  <a:solidFill>
                    <a:srgbClr val="000000"/>
                  </a:solidFill>
                  <a:uFillTx/>
                  <a:latin typeface="Arial"/>
                  <a:cs typeface="Calibri" pitchFamily="34"/>
                </a:rPr>
                <a:t>Alphabetical bullet</a:t>
              </a:r>
            </a:p>
          </p:txBody>
        </p:sp>
        <p:sp>
          <p:nvSpPr>
            <p:cNvPr id="20" name="Ovaal 26">
              <a:extLst>
                <a:ext uri="{FF2B5EF4-FFF2-40B4-BE49-F238E27FC236}">
                  <a16:creationId xmlns:a16="http://schemas.microsoft.com/office/drawing/2014/main" id="{BE37F1C0-15AB-EF59-B510-1758F632BB33}"/>
                </a:ext>
              </a:extLst>
            </p:cNvPr>
            <p:cNvSpPr/>
            <p:nvPr/>
          </p:nvSpPr>
          <p:spPr>
            <a:xfrm>
              <a:off x="12559850" y="3876470"/>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8</a:t>
              </a:r>
            </a:p>
          </p:txBody>
        </p:sp>
        <p:sp>
          <p:nvSpPr>
            <p:cNvPr id="21" name="Rechthoek 27">
              <a:extLst>
                <a:ext uri="{FF2B5EF4-FFF2-40B4-BE49-F238E27FC236}">
                  <a16:creationId xmlns:a16="http://schemas.microsoft.com/office/drawing/2014/main" id="{92922B6C-052E-3F4D-ED4D-F00E4ED28F4F}"/>
                </a:ext>
              </a:extLst>
            </p:cNvPr>
            <p:cNvSpPr/>
            <p:nvPr/>
          </p:nvSpPr>
          <p:spPr>
            <a:xfrm>
              <a:off x="12844613" y="4168594"/>
              <a:ext cx="2949223" cy="179999"/>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600"/>
                </a:spcBef>
                <a:spcAft>
                  <a:spcPts val="600"/>
                </a:spcAft>
                <a:buNone/>
                <a:tabLst/>
                <a:defRPr sz="1800" b="0" i="0" u="none" strike="noStrike" kern="0" cap="none" spc="0" baseline="0">
                  <a:solidFill>
                    <a:srgbClr val="000000"/>
                  </a:solidFill>
                  <a:uFillTx/>
                </a:defRPr>
              </a:pPr>
              <a:r>
                <a:rPr lang="en-GB" sz="1200" b="0" i="1" u="none" strike="noStrike" kern="0" cap="none" spc="0" baseline="0">
                  <a:solidFill>
                    <a:srgbClr val="000000"/>
                  </a:solidFill>
                  <a:uFillTx/>
                  <a:latin typeface="Arial"/>
                  <a:cs typeface="Calibri" pitchFamily="34"/>
                </a:rPr>
                <a:t>Source</a:t>
              </a:r>
            </a:p>
          </p:txBody>
        </p:sp>
        <p:sp>
          <p:nvSpPr>
            <p:cNvPr id="22" name="Ovaal 28">
              <a:extLst>
                <a:ext uri="{FF2B5EF4-FFF2-40B4-BE49-F238E27FC236}">
                  <a16:creationId xmlns:a16="http://schemas.microsoft.com/office/drawing/2014/main" id="{B629C5F1-E1A7-AA0B-3E11-0573FFADE56C}"/>
                </a:ext>
              </a:extLst>
            </p:cNvPr>
            <p:cNvSpPr/>
            <p:nvPr/>
          </p:nvSpPr>
          <p:spPr>
            <a:xfrm>
              <a:off x="12559850" y="4168594"/>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9</a:t>
              </a:r>
            </a:p>
          </p:txBody>
        </p:sp>
        <p:sp>
          <p:nvSpPr>
            <p:cNvPr id="23" name="Rechthoek 29">
              <a:extLst>
                <a:ext uri="{FF2B5EF4-FFF2-40B4-BE49-F238E27FC236}">
                  <a16:creationId xmlns:a16="http://schemas.microsoft.com/office/drawing/2014/main" id="{DA44477D-C3B6-953A-B856-B883E103059D}"/>
                </a:ext>
              </a:extLst>
            </p:cNvPr>
            <p:cNvSpPr/>
            <p:nvPr/>
          </p:nvSpPr>
          <p:spPr>
            <a:xfrm>
              <a:off x="12844613" y="3294427"/>
              <a:ext cx="2949223" cy="179999"/>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600"/>
                </a:spcBef>
                <a:spcAft>
                  <a:spcPts val="600"/>
                </a:spcAft>
                <a:buNone/>
                <a:tabLst/>
                <a:defRPr sz="1800" b="0" i="0" u="none" strike="noStrike" kern="0" cap="none" spc="0" baseline="0">
                  <a:solidFill>
                    <a:srgbClr val="000000"/>
                  </a:solidFill>
                  <a:uFillTx/>
                </a:defRPr>
              </a:pPr>
              <a:r>
                <a:rPr lang="en-GB" sz="1400" b="0" i="0" u="none" strike="noStrike" kern="0" cap="none" spc="0" baseline="0">
                  <a:solidFill>
                    <a:srgbClr val="000000"/>
                  </a:solidFill>
                  <a:uFillTx/>
                  <a:latin typeface="Arial"/>
                  <a:cs typeface="Calibri" pitchFamily="34"/>
                </a:rPr>
                <a:t>Default text</a:t>
              </a:r>
            </a:p>
          </p:txBody>
        </p:sp>
        <p:sp>
          <p:nvSpPr>
            <p:cNvPr id="24" name="Rechthoek 30">
              <a:extLst>
                <a:ext uri="{FF2B5EF4-FFF2-40B4-BE49-F238E27FC236}">
                  <a16:creationId xmlns:a16="http://schemas.microsoft.com/office/drawing/2014/main" id="{540BE57A-6174-725C-7AF2-094F6D770CB9}"/>
                </a:ext>
              </a:extLst>
            </p:cNvPr>
            <p:cNvSpPr/>
            <p:nvPr/>
          </p:nvSpPr>
          <p:spPr>
            <a:xfrm>
              <a:off x="12377592" y="4531345"/>
              <a:ext cx="3593637" cy="827998"/>
            </a:xfrm>
            <a:prstGeom prst="rect">
              <a:avLst/>
            </a:prstGeom>
            <a:solidFill>
              <a:srgbClr val="ECECEC"/>
            </a:solidFill>
            <a:ln w="6345" cap="flat">
              <a:solidFill>
                <a:srgbClr val="ECECEC"/>
              </a:solidFill>
              <a:prstDash val="solid"/>
              <a:miter/>
            </a:ln>
          </p:spPr>
          <p:txBody>
            <a:bodyPr vert="horz" wrap="square" lIns="179999" tIns="143999" rIns="179999" bIns="143999"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1" i="0" u="none" strike="noStrike" kern="1200" cap="all" spc="0" baseline="0">
                  <a:solidFill>
                    <a:srgbClr val="211F26"/>
                  </a:solidFill>
                  <a:uFillTx/>
                  <a:latin typeface="Calibri" pitchFamily="34"/>
                  <a:cs typeface="Calibri" pitchFamily="34"/>
                </a:rPr>
                <a:t>Want to know more?</a:t>
              </a:r>
              <a:br>
                <a:rPr lang="en-GB" sz="1200" b="1" i="0" u="none" strike="noStrike" kern="1200" cap="all" spc="0" baseline="0">
                  <a:solidFill>
                    <a:srgbClr val="211F26"/>
                  </a:solidFill>
                  <a:uFillTx/>
                  <a:latin typeface="Calibri" pitchFamily="34"/>
                  <a:cs typeface="Calibri" pitchFamily="34"/>
                </a:rPr>
              </a:br>
              <a:r>
                <a:rPr lang="en-GB" sz="1200" b="0" i="0" u="none" strike="noStrike" kern="1200" cap="none" spc="0" baseline="0">
                  <a:solidFill>
                    <a:srgbClr val="211F26"/>
                  </a:solidFill>
                  <a:uFillTx/>
                  <a:latin typeface="Calibri" pitchFamily="34"/>
                  <a:cs typeface="Calibri" pitchFamily="34"/>
                </a:rPr>
                <a:t>Go to the tab</a:t>
              </a:r>
              <a:r>
                <a:rPr lang="en-GB" sz="1200" b="1" i="0" u="none" strike="noStrike" kern="1200" cap="all" spc="0" baseline="0">
                  <a:solidFill>
                    <a:srgbClr val="211F26"/>
                  </a:solidFill>
                  <a:uFillTx/>
                  <a:latin typeface="Calibri" pitchFamily="34"/>
                  <a:cs typeface="Calibri" pitchFamily="34"/>
                </a:rPr>
                <a:t> 'SLIDEBUILDER’ </a:t>
              </a:r>
              <a:r>
                <a:rPr lang="en-GB" sz="1200" b="0" i="0" u="none" strike="noStrike" kern="1200" cap="none" spc="0" baseline="0">
                  <a:solidFill>
                    <a:srgbClr val="211F26"/>
                  </a:solidFill>
                  <a:uFillTx/>
                  <a:latin typeface="Calibri" pitchFamily="34"/>
                  <a:cs typeface="Calibri" pitchFamily="34"/>
                </a:rPr>
                <a:t>and click</a:t>
              </a:r>
              <a:br>
                <a:rPr lang="en-GB" sz="1200" b="0" i="0" u="none" strike="noStrike" kern="1200" cap="none" spc="0" baseline="0">
                  <a:solidFill>
                    <a:srgbClr val="211F26"/>
                  </a:solidFill>
                  <a:uFillTx/>
                  <a:latin typeface="Calibri" pitchFamily="34"/>
                  <a:cs typeface="Calibri" pitchFamily="34"/>
                </a:rPr>
              </a:br>
              <a:r>
                <a:rPr lang="en-GB" sz="1200" b="0" i="0" u="none" strike="noStrike" kern="1200" cap="none" spc="0" baseline="0">
                  <a:solidFill>
                    <a:srgbClr val="211F26"/>
                  </a:solidFill>
                  <a:uFillTx/>
                  <a:latin typeface="Calibri" pitchFamily="34"/>
                  <a:cs typeface="Calibri" pitchFamily="34"/>
                </a:rPr>
                <a:t>on the button </a:t>
              </a:r>
              <a:r>
                <a:rPr lang="en-GB" sz="1200" b="1" i="0" u="none" strike="noStrike" kern="1200" cap="all" spc="0" baseline="0">
                  <a:solidFill>
                    <a:srgbClr val="211F26"/>
                  </a:solidFill>
                  <a:uFillTx/>
                  <a:latin typeface="Calibri" pitchFamily="34"/>
                  <a:cs typeface="Calibri" pitchFamily="34"/>
                </a:rPr>
                <a:t>‘Inspiration'</a:t>
              </a:r>
            </a:p>
          </p:txBody>
        </p:sp>
        <p:grpSp>
          <p:nvGrpSpPr>
            <p:cNvPr id="25" name="ICOON_info">
              <a:extLst>
                <a:ext uri="{FF2B5EF4-FFF2-40B4-BE49-F238E27FC236}">
                  <a16:creationId xmlns:a16="http://schemas.microsoft.com/office/drawing/2014/main" id="{4F19538A-6592-203E-0580-7573484F9172}"/>
                </a:ext>
              </a:extLst>
            </p:cNvPr>
            <p:cNvGrpSpPr/>
            <p:nvPr/>
          </p:nvGrpSpPr>
          <p:grpSpPr>
            <a:xfrm>
              <a:off x="15787298" y="4400184"/>
              <a:ext cx="283683" cy="283683"/>
              <a:chOff x="15787298" y="4400184"/>
              <a:chExt cx="283683" cy="283683"/>
            </a:xfrm>
          </p:grpSpPr>
          <p:sp>
            <p:nvSpPr>
              <p:cNvPr id="26" name="Ovaal 79">
                <a:extLst>
                  <a:ext uri="{FF2B5EF4-FFF2-40B4-BE49-F238E27FC236}">
                    <a16:creationId xmlns:a16="http://schemas.microsoft.com/office/drawing/2014/main" id="{4438A136-6324-F039-EA67-5B8AD7F554E7}"/>
                  </a:ext>
                </a:extLst>
              </p:cNvPr>
              <p:cNvSpPr/>
              <p:nvPr/>
            </p:nvSpPr>
            <p:spPr>
              <a:xfrm>
                <a:off x="15807324" y="4419651"/>
                <a:ext cx="244748" cy="244748"/>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211F26"/>
              </a:solidFill>
              <a:ln>
                <a:noFill/>
                <a:prstDash val="solid"/>
              </a:ln>
            </p:spPr>
            <p:txBody>
              <a:bodyPr vert="horz" wrap="square" lIns="179999" tIns="179999" rIns="179999" bIns="179999"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1600" b="0" i="0" u="none" strike="noStrike" kern="1200" cap="all" spc="0" baseline="0">
                  <a:solidFill>
                    <a:srgbClr val="FFFFFF"/>
                  </a:solidFill>
                  <a:uFillTx/>
                  <a:latin typeface="Calibri" pitchFamily="34"/>
                  <a:cs typeface="Calibri" pitchFamily="34"/>
                </a:endParaRPr>
              </a:p>
            </p:txBody>
          </p:sp>
          <p:sp>
            <p:nvSpPr>
              <p:cNvPr id="27" name="Graphic 163" descr="Informatie">
                <a:extLst>
                  <a:ext uri="{FF2B5EF4-FFF2-40B4-BE49-F238E27FC236}">
                    <a16:creationId xmlns:a16="http://schemas.microsoft.com/office/drawing/2014/main" id="{979A523A-F619-8946-9095-5AA502CC83B4}"/>
                  </a:ext>
                </a:extLst>
              </p:cNvPr>
              <p:cNvSpPr/>
              <p:nvPr/>
            </p:nvSpPr>
            <p:spPr>
              <a:xfrm>
                <a:off x="15787298" y="4400184"/>
                <a:ext cx="283683" cy="283683"/>
              </a:xfrm>
              <a:custGeom>
                <a:avLst/>
                <a:gdLst>
                  <a:gd name="f0" fmla="val 10800000"/>
                  <a:gd name="f1" fmla="val 5400000"/>
                  <a:gd name="f2" fmla="val 180"/>
                  <a:gd name="f3" fmla="val w"/>
                  <a:gd name="f4" fmla="val h"/>
                  <a:gd name="f5" fmla="val 0"/>
                  <a:gd name="f6" fmla="val 291719"/>
                  <a:gd name="f7" fmla="val 145860"/>
                  <a:gd name="f8" fmla="val 65253"/>
                  <a:gd name="f9" fmla="val 226467"/>
                  <a:gd name="f10" fmla="val 291720"/>
                  <a:gd name="f11" fmla="val 138183"/>
                  <a:gd name="f12" fmla="val 38384"/>
                  <a:gd name="f13" fmla="val 148931"/>
                  <a:gd name="f14" fmla="val 157375"/>
                  <a:gd name="f15" fmla="val 46829"/>
                  <a:gd name="f16" fmla="val 57576"/>
                  <a:gd name="f17" fmla="val 68324"/>
                  <a:gd name="f18" fmla="val 76768"/>
                  <a:gd name="f19" fmla="val 127435"/>
                  <a:gd name="f20" fmla="val 118991"/>
                  <a:gd name="f21" fmla="val 184244"/>
                  <a:gd name="f22" fmla="val 253336"/>
                  <a:gd name="f23" fmla="val 107476"/>
                  <a:gd name="f24" fmla="val 230305"/>
                  <a:gd name="f25" fmla="val 134345"/>
                  <a:gd name="f26" fmla="val 115153"/>
                  <a:gd name="f27" fmla="val 111314"/>
                  <a:gd name="f28" fmla="val 92122"/>
                  <a:gd name="f29" fmla="+- 0 0 -90"/>
                  <a:gd name="f30" fmla="*/ f3 1 291719"/>
                  <a:gd name="f31" fmla="*/ f4 1 291719"/>
                  <a:gd name="f32" fmla="val f5"/>
                  <a:gd name="f33" fmla="val f6"/>
                  <a:gd name="f34" fmla="*/ f29 f0 1"/>
                  <a:gd name="f35" fmla="+- f33 0 f32"/>
                  <a:gd name="f36" fmla="*/ f34 1 f2"/>
                  <a:gd name="f37" fmla="*/ f35 1 291719"/>
                  <a:gd name="f38" fmla="*/ 145860 f35 1"/>
                  <a:gd name="f39" fmla="*/ 0 f35 1"/>
                  <a:gd name="f40" fmla="*/ 291720 f35 1"/>
                  <a:gd name="f41" fmla="*/ 138183 f35 1"/>
                  <a:gd name="f42" fmla="*/ 38384 f35 1"/>
                  <a:gd name="f43" fmla="*/ 157375 f35 1"/>
                  <a:gd name="f44" fmla="*/ 57576 f35 1"/>
                  <a:gd name="f45" fmla="*/ 76768 f35 1"/>
                  <a:gd name="f46" fmla="*/ 118991 f35 1"/>
                  <a:gd name="f47" fmla="*/ 184244 f35 1"/>
                  <a:gd name="f48" fmla="*/ 253336 f35 1"/>
                  <a:gd name="f49" fmla="*/ 107476 f35 1"/>
                  <a:gd name="f50" fmla="*/ 230305 f35 1"/>
                  <a:gd name="f51" fmla="*/ 134345 f35 1"/>
                  <a:gd name="f52" fmla="*/ 115153 f35 1"/>
                  <a:gd name="f53" fmla="*/ 111314 f35 1"/>
                  <a:gd name="f54" fmla="*/ 92122 f35 1"/>
                  <a:gd name="f55" fmla="+- f36 0 f1"/>
                  <a:gd name="f56" fmla="*/ f38 1 291719"/>
                  <a:gd name="f57" fmla="*/ f39 1 291719"/>
                  <a:gd name="f58" fmla="*/ f40 1 291719"/>
                  <a:gd name="f59" fmla="*/ f41 1 291719"/>
                  <a:gd name="f60" fmla="*/ f42 1 291719"/>
                  <a:gd name="f61" fmla="*/ f43 1 291719"/>
                  <a:gd name="f62" fmla="*/ f44 1 291719"/>
                  <a:gd name="f63" fmla="*/ f45 1 291719"/>
                  <a:gd name="f64" fmla="*/ f46 1 291719"/>
                  <a:gd name="f65" fmla="*/ f47 1 291719"/>
                  <a:gd name="f66" fmla="*/ f48 1 291719"/>
                  <a:gd name="f67" fmla="*/ f49 1 291719"/>
                  <a:gd name="f68" fmla="*/ f50 1 291719"/>
                  <a:gd name="f69" fmla="*/ f51 1 291719"/>
                  <a:gd name="f70" fmla="*/ f52 1 291719"/>
                  <a:gd name="f71" fmla="*/ f53 1 291719"/>
                  <a:gd name="f72" fmla="*/ f54 1 291719"/>
                  <a:gd name="f73" fmla="*/ f32 1 f37"/>
                  <a:gd name="f74" fmla="*/ f33 1 f37"/>
                  <a:gd name="f75" fmla="*/ f56 1 f37"/>
                  <a:gd name="f76" fmla="*/ f57 1 f37"/>
                  <a:gd name="f77" fmla="*/ f58 1 f37"/>
                  <a:gd name="f78" fmla="*/ f59 1 f37"/>
                  <a:gd name="f79" fmla="*/ f60 1 f37"/>
                  <a:gd name="f80" fmla="*/ f61 1 f37"/>
                  <a:gd name="f81" fmla="*/ f62 1 f37"/>
                  <a:gd name="f82" fmla="*/ f63 1 f37"/>
                  <a:gd name="f83" fmla="*/ f64 1 f37"/>
                  <a:gd name="f84" fmla="*/ f65 1 f37"/>
                  <a:gd name="f85" fmla="*/ f66 1 f37"/>
                  <a:gd name="f86" fmla="*/ f67 1 f37"/>
                  <a:gd name="f87" fmla="*/ f68 1 f37"/>
                  <a:gd name="f88" fmla="*/ f69 1 f37"/>
                  <a:gd name="f89" fmla="*/ f70 1 f37"/>
                  <a:gd name="f90" fmla="*/ f71 1 f37"/>
                  <a:gd name="f91" fmla="*/ f72 1 f37"/>
                  <a:gd name="f92" fmla="*/ f73 f30 1"/>
                  <a:gd name="f93" fmla="*/ f74 f30 1"/>
                  <a:gd name="f94" fmla="*/ f74 f31 1"/>
                  <a:gd name="f95" fmla="*/ f73 f31 1"/>
                  <a:gd name="f96" fmla="*/ f75 f30 1"/>
                  <a:gd name="f97" fmla="*/ f76 f31 1"/>
                  <a:gd name="f98" fmla="*/ f76 f30 1"/>
                  <a:gd name="f99" fmla="*/ f75 f31 1"/>
                  <a:gd name="f100" fmla="*/ f77 f31 1"/>
                  <a:gd name="f101" fmla="*/ f77 f30 1"/>
                  <a:gd name="f102" fmla="*/ f78 f30 1"/>
                  <a:gd name="f103" fmla="*/ f79 f31 1"/>
                  <a:gd name="f104" fmla="*/ f80 f30 1"/>
                  <a:gd name="f105" fmla="*/ f81 f31 1"/>
                  <a:gd name="f106" fmla="*/ f82 f31 1"/>
                  <a:gd name="f107" fmla="*/ f83 f30 1"/>
                  <a:gd name="f108" fmla="*/ f84 f30 1"/>
                  <a:gd name="f109" fmla="*/ f85 f31 1"/>
                  <a:gd name="f110" fmla="*/ f86 f30 1"/>
                  <a:gd name="f111" fmla="*/ f87 f31 1"/>
                  <a:gd name="f112" fmla="*/ f88 f30 1"/>
                  <a:gd name="f113" fmla="*/ f89 f31 1"/>
                  <a:gd name="f114" fmla="*/ f90 f30 1"/>
                  <a:gd name="f115" fmla="*/ f91 f31 1"/>
                </a:gdLst>
                <a:ahLst/>
                <a:cxnLst>
                  <a:cxn ang="3cd4">
                    <a:pos x="hc" y="t"/>
                  </a:cxn>
                  <a:cxn ang="0">
                    <a:pos x="r" y="vc"/>
                  </a:cxn>
                  <a:cxn ang="cd4">
                    <a:pos x="hc" y="b"/>
                  </a:cxn>
                  <a:cxn ang="cd2">
                    <a:pos x="l" y="vc"/>
                  </a:cxn>
                  <a:cxn ang="f55">
                    <a:pos x="f96" y="f97"/>
                  </a:cxn>
                  <a:cxn ang="f55">
                    <a:pos x="f98" y="f99"/>
                  </a:cxn>
                  <a:cxn ang="f55">
                    <a:pos x="f96" y="f100"/>
                  </a:cxn>
                  <a:cxn ang="f55">
                    <a:pos x="f101" y="f99"/>
                  </a:cxn>
                  <a:cxn ang="f55">
                    <a:pos x="f96" y="f97"/>
                  </a:cxn>
                  <a:cxn ang="f55">
                    <a:pos x="f102" y="f103"/>
                  </a:cxn>
                  <a:cxn ang="f55">
                    <a:pos x="f104" y="f105"/>
                  </a:cxn>
                  <a:cxn ang="f55">
                    <a:pos x="f102" y="f106"/>
                  </a:cxn>
                  <a:cxn ang="f55">
                    <a:pos x="f107" y="f105"/>
                  </a:cxn>
                  <a:cxn ang="f55">
                    <a:pos x="f102" y="f103"/>
                  </a:cxn>
                  <a:cxn ang="f55">
                    <a:pos x="f108" y="f109"/>
                  </a:cxn>
                  <a:cxn ang="f55">
                    <a:pos x="f110" y="f109"/>
                  </a:cxn>
                  <a:cxn ang="f55">
                    <a:pos x="f110" y="f111"/>
                  </a:cxn>
                  <a:cxn ang="f55">
                    <a:pos x="f112" y="f111"/>
                  </a:cxn>
                  <a:cxn ang="f55">
                    <a:pos x="f112" y="f113"/>
                  </a:cxn>
                  <a:cxn ang="f55">
                    <a:pos x="f114" y="f113"/>
                  </a:cxn>
                  <a:cxn ang="f55">
                    <a:pos x="f114" y="f115"/>
                  </a:cxn>
                  <a:cxn ang="f55">
                    <a:pos x="f104" y="f115"/>
                  </a:cxn>
                  <a:cxn ang="f55">
                    <a:pos x="f104" y="f113"/>
                  </a:cxn>
                  <a:cxn ang="f55">
                    <a:pos x="f104" y="f111"/>
                  </a:cxn>
                  <a:cxn ang="f55">
                    <a:pos x="f108" y="f111"/>
                  </a:cxn>
                  <a:cxn ang="f55">
                    <a:pos x="f108" y="f109"/>
                  </a:cxn>
                </a:cxnLst>
                <a:rect l="f92" t="f95" r="f93" b="f94"/>
                <a:pathLst>
                  <a:path w="291719" h="291719">
                    <a:moveTo>
                      <a:pt x="f7" y="f5"/>
                    </a:moveTo>
                    <a:cubicBezTo>
                      <a:pt x="f8" y="f5"/>
                      <a:pt x="f5" y="f8"/>
                      <a:pt x="f5" y="f7"/>
                    </a:cubicBezTo>
                    <a:cubicBezTo>
                      <a:pt x="f5" y="f9"/>
                      <a:pt x="f8" y="f10"/>
                      <a:pt x="f7" y="f10"/>
                    </a:cubicBezTo>
                    <a:cubicBezTo>
                      <a:pt x="f9" y="f10"/>
                      <a:pt x="f10" y="f9"/>
                      <a:pt x="f10" y="f7"/>
                    </a:cubicBezTo>
                    <a:cubicBezTo>
                      <a:pt x="f10" y="f8"/>
                      <a:pt x="f9" y="f5"/>
                      <a:pt x="f7" y="f5"/>
                    </a:cubicBezTo>
                    <a:close/>
                    <a:moveTo>
                      <a:pt x="f11" y="f12"/>
                    </a:moveTo>
                    <a:cubicBezTo>
                      <a:pt x="f13" y="f12"/>
                      <a:pt x="f14" y="f15"/>
                      <a:pt x="f14" y="f16"/>
                    </a:cubicBezTo>
                    <a:cubicBezTo>
                      <a:pt x="f14" y="f17"/>
                      <a:pt x="f13" y="f18"/>
                      <a:pt x="f11" y="f18"/>
                    </a:cubicBezTo>
                    <a:cubicBezTo>
                      <a:pt x="f19" y="f18"/>
                      <a:pt x="f20" y="f17"/>
                      <a:pt x="f20" y="f16"/>
                    </a:cubicBezTo>
                    <a:cubicBezTo>
                      <a:pt x="f20" y="f15"/>
                      <a:pt x="f19" y="f12"/>
                      <a:pt x="f11" y="f12"/>
                    </a:cubicBezTo>
                    <a:close/>
                    <a:moveTo>
                      <a:pt x="f21" y="f22"/>
                    </a:moveTo>
                    <a:lnTo>
                      <a:pt x="f23" y="f22"/>
                    </a:lnTo>
                    <a:lnTo>
                      <a:pt x="f23" y="f24"/>
                    </a:lnTo>
                    <a:lnTo>
                      <a:pt x="f25" y="f24"/>
                    </a:lnTo>
                    <a:lnTo>
                      <a:pt x="f25" y="f26"/>
                    </a:lnTo>
                    <a:lnTo>
                      <a:pt x="f27" y="f26"/>
                    </a:lnTo>
                    <a:lnTo>
                      <a:pt x="f27" y="f28"/>
                    </a:lnTo>
                    <a:lnTo>
                      <a:pt x="f14" y="f28"/>
                    </a:lnTo>
                    <a:lnTo>
                      <a:pt x="f14" y="f26"/>
                    </a:lnTo>
                    <a:lnTo>
                      <a:pt x="f14" y="f24"/>
                    </a:lnTo>
                    <a:lnTo>
                      <a:pt x="f21" y="f24"/>
                    </a:lnTo>
                    <a:lnTo>
                      <a:pt x="f21" y="f22"/>
                    </a:lnTo>
                    <a:close/>
                  </a:path>
                </a:pathLst>
              </a:custGeom>
              <a:solidFill>
                <a:srgbClr val="1FF524"/>
              </a:solidFill>
              <a:ln>
                <a:noFill/>
                <a:prstDash val="soli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2000" b="0" i="0" u="none" strike="noStrike" kern="1200" cap="none" spc="0" baseline="0">
                  <a:solidFill>
                    <a:srgbClr val="211F26"/>
                  </a:solidFill>
                  <a:uFillTx/>
                  <a:latin typeface="Calibri" pitchFamily="34"/>
                  <a:cs typeface="Calibri" pitchFamily="34"/>
                </a:endParaRPr>
              </a:p>
            </p:txBody>
          </p:sp>
        </p:grpSp>
        <p:grpSp>
          <p:nvGrpSpPr>
            <p:cNvPr id="28" name="VOORBEELD">
              <a:extLst>
                <a:ext uri="{FF2B5EF4-FFF2-40B4-BE49-F238E27FC236}">
                  <a16:creationId xmlns:a16="http://schemas.microsoft.com/office/drawing/2014/main" id="{1D12C2F7-C6A8-ED87-FA3F-75ECD57A010D}"/>
                </a:ext>
              </a:extLst>
            </p:cNvPr>
            <p:cNvGrpSpPr/>
            <p:nvPr/>
          </p:nvGrpSpPr>
          <p:grpSpPr>
            <a:xfrm>
              <a:off x="12558863" y="458672"/>
              <a:ext cx="3234315" cy="558871"/>
              <a:chOff x="12558863" y="458672"/>
              <a:chExt cx="3234315" cy="558871"/>
            </a:xfrm>
          </p:grpSpPr>
          <p:sp>
            <p:nvSpPr>
              <p:cNvPr id="29" name="Rechthoek 39">
                <a:extLst>
                  <a:ext uri="{FF2B5EF4-FFF2-40B4-BE49-F238E27FC236}">
                    <a16:creationId xmlns:a16="http://schemas.microsoft.com/office/drawing/2014/main" id="{BE60AA38-1BC9-E523-50E3-CD4E0456D064}"/>
                  </a:ext>
                </a:extLst>
              </p:cNvPr>
              <p:cNvSpPr/>
              <p:nvPr/>
            </p:nvSpPr>
            <p:spPr>
              <a:xfrm>
                <a:off x="12559850" y="458672"/>
                <a:ext cx="393457" cy="184059"/>
              </a:xfrm>
              <a:prstGeom prst="rect">
                <a:avLst/>
              </a:prstGeom>
              <a:solidFill>
                <a:srgbClr val="F8F8F8"/>
              </a:solidFill>
              <a:ln>
                <a:noFill/>
                <a:prstDash val="solid"/>
              </a:ln>
            </p:spPr>
            <p:txBody>
              <a:bodyPr vert="horz" wrap="square" lIns="0" tIns="18004" rIns="0" bIns="0" anchor="t"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900" b="1" i="0" u="none" strike="noStrike" kern="1200" cap="none" spc="0" baseline="0">
                    <a:solidFill>
                      <a:srgbClr val="211F26"/>
                    </a:solidFill>
                    <a:uFillTx/>
                    <a:latin typeface="Calibri" pitchFamily="34"/>
                    <a:cs typeface="Calibri" pitchFamily="34"/>
                  </a:rPr>
                  <a:t>Home</a:t>
                </a:r>
              </a:p>
            </p:txBody>
          </p:sp>
          <p:sp>
            <p:nvSpPr>
              <p:cNvPr id="30" name="Rechthoek 40">
                <a:extLst>
                  <a:ext uri="{FF2B5EF4-FFF2-40B4-BE49-F238E27FC236}">
                    <a16:creationId xmlns:a16="http://schemas.microsoft.com/office/drawing/2014/main" id="{8E857AEE-3E66-C31F-AACC-9CF8D4C0A431}"/>
                  </a:ext>
                </a:extLst>
              </p:cNvPr>
              <p:cNvSpPr/>
              <p:nvPr/>
            </p:nvSpPr>
            <p:spPr>
              <a:xfrm>
                <a:off x="12564843" y="621343"/>
                <a:ext cx="383782" cy="27166"/>
              </a:xfrm>
              <a:prstGeom prst="rect">
                <a:avLst/>
              </a:prstGeom>
              <a:solidFill>
                <a:srgbClr val="B74629"/>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nvGrpSpPr>
              <p:cNvPr id="31" name="Groep 41">
                <a:extLst>
                  <a:ext uri="{FF2B5EF4-FFF2-40B4-BE49-F238E27FC236}">
                    <a16:creationId xmlns:a16="http://schemas.microsoft.com/office/drawing/2014/main" id="{2CE3E755-BAB9-254C-FA41-060A2D0A264F}"/>
                  </a:ext>
                </a:extLst>
              </p:cNvPr>
              <p:cNvGrpSpPr/>
              <p:nvPr/>
            </p:nvGrpSpPr>
            <p:grpSpPr>
              <a:xfrm>
                <a:off x="12777789" y="830869"/>
                <a:ext cx="139418" cy="109563"/>
                <a:chOff x="12777789" y="830869"/>
                <a:chExt cx="139418" cy="109563"/>
              </a:xfrm>
            </p:grpSpPr>
            <p:grpSp>
              <p:nvGrpSpPr>
                <p:cNvPr id="32" name="Groep 72">
                  <a:extLst>
                    <a:ext uri="{FF2B5EF4-FFF2-40B4-BE49-F238E27FC236}">
                      <a16:creationId xmlns:a16="http://schemas.microsoft.com/office/drawing/2014/main" id="{08C5292B-6691-CFBC-838D-8EF6F228381F}"/>
                    </a:ext>
                  </a:extLst>
                </p:cNvPr>
                <p:cNvGrpSpPr/>
                <p:nvPr/>
              </p:nvGrpSpPr>
              <p:grpSpPr>
                <a:xfrm>
                  <a:off x="12777789" y="830869"/>
                  <a:ext cx="139418" cy="109563"/>
                  <a:chOff x="12777789" y="830869"/>
                  <a:chExt cx="139418" cy="109563"/>
                </a:xfrm>
              </p:grpSpPr>
              <p:cxnSp>
                <p:nvCxnSpPr>
                  <p:cNvPr id="33" name="Rechte verbindingslijn 74">
                    <a:extLst>
                      <a:ext uri="{FF2B5EF4-FFF2-40B4-BE49-F238E27FC236}">
                        <a16:creationId xmlns:a16="http://schemas.microsoft.com/office/drawing/2014/main" id="{7CD8F5F8-DDF6-2F48-85F0-B955CFF5335E}"/>
                      </a:ext>
                    </a:extLst>
                  </p:cNvPr>
                  <p:cNvCxnSpPr/>
                  <p:nvPr/>
                </p:nvCxnSpPr>
                <p:spPr>
                  <a:xfrm>
                    <a:off x="12777789" y="830869"/>
                    <a:ext cx="139418" cy="0"/>
                  </a:xfrm>
                  <a:prstGeom prst="straightConnector1">
                    <a:avLst/>
                  </a:prstGeom>
                  <a:noFill/>
                  <a:ln w="12701" cap="flat">
                    <a:solidFill>
                      <a:srgbClr val="9D9FA1"/>
                    </a:solidFill>
                    <a:prstDash val="solid"/>
                  </a:ln>
                </p:spPr>
              </p:cxnSp>
              <p:cxnSp>
                <p:nvCxnSpPr>
                  <p:cNvPr id="34" name="Rechte verbindingslijn 75">
                    <a:extLst>
                      <a:ext uri="{FF2B5EF4-FFF2-40B4-BE49-F238E27FC236}">
                        <a16:creationId xmlns:a16="http://schemas.microsoft.com/office/drawing/2014/main" id="{8D77C511-5DBB-DBF3-A61A-11D5E8E30EB1}"/>
                      </a:ext>
                    </a:extLst>
                  </p:cNvPr>
                  <p:cNvCxnSpPr/>
                  <p:nvPr/>
                </p:nvCxnSpPr>
                <p:spPr>
                  <a:xfrm>
                    <a:off x="12777789" y="940432"/>
                    <a:ext cx="139418" cy="0"/>
                  </a:xfrm>
                  <a:prstGeom prst="straightConnector1">
                    <a:avLst/>
                  </a:prstGeom>
                  <a:noFill/>
                  <a:ln w="12701" cap="flat">
                    <a:solidFill>
                      <a:srgbClr val="9D9FA1"/>
                    </a:solidFill>
                    <a:prstDash val="solid"/>
                  </a:ln>
                </p:spPr>
              </p:cxnSp>
              <p:cxnSp>
                <p:nvCxnSpPr>
                  <p:cNvPr id="35" name="Rechte verbindingslijn 76">
                    <a:extLst>
                      <a:ext uri="{FF2B5EF4-FFF2-40B4-BE49-F238E27FC236}">
                        <a16:creationId xmlns:a16="http://schemas.microsoft.com/office/drawing/2014/main" id="{30B9EEC6-1B03-3416-A5A0-FED169AA9C94}"/>
                      </a:ext>
                    </a:extLst>
                  </p:cNvPr>
                  <p:cNvCxnSpPr/>
                  <p:nvPr/>
                </p:nvCxnSpPr>
                <p:spPr>
                  <a:xfrm>
                    <a:off x="12854443" y="913046"/>
                    <a:ext cx="62764" cy="0"/>
                  </a:xfrm>
                  <a:prstGeom prst="straightConnector1">
                    <a:avLst/>
                  </a:prstGeom>
                  <a:noFill/>
                  <a:ln w="12701" cap="flat">
                    <a:solidFill>
                      <a:srgbClr val="9D9FA1"/>
                    </a:solidFill>
                    <a:prstDash val="solid"/>
                  </a:ln>
                </p:spPr>
              </p:cxnSp>
              <p:cxnSp>
                <p:nvCxnSpPr>
                  <p:cNvPr id="36" name="Rechte verbindingslijn 77">
                    <a:extLst>
                      <a:ext uri="{FF2B5EF4-FFF2-40B4-BE49-F238E27FC236}">
                        <a16:creationId xmlns:a16="http://schemas.microsoft.com/office/drawing/2014/main" id="{5194C4F2-5F50-41B1-CEA7-8B2D5815EA0F}"/>
                      </a:ext>
                    </a:extLst>
                  </p:cNvPr>
                  <p:cNvCxnSpPr/>
                  <p:nvPr/>
                </p:nvCxnSpPr>
                <p:spPr>
                  <a:xfrm>
                    <a:off x="12854443" y="885651"/>
                    <a:ext cx="62764" cy="0"/>
                  </a:xfrm>
                  <a:prstGeom prst="straightConnector1">
                    <a:avLst/>
                  </a:prstGeom>
                  <a:noFill/>
                  <a:ln w="12701" cap="flat">
                    <a:solidFill>
                      <a:srgbClr val="9D9FA1"/>
                    </a:solidFill>
                    <a:prstDash val="solid"/>
                  </a:ln>
                </p:spPr>
              </p:cxnSp>
              <p:cxnSp>
                <p:nvCxnSpPr>
                  <p:cNvPr id="37" name="Rechte verbindingslijn 78">
                    <a:extLst>
                      <a:ext uri="{FF2B5EF4-FFF2-40B4-BE49-F238E27FC236}">
                        <a16:creationId xmlns:a16="http://schemas.microsoft.com/office/drawing/2014/main" id="{2955E116-8B95-5D05-E352-9B48520F4B8E}"/>
                      </a:ext>
                    </a:extLst>
                  </p:cNvPr>
                  <p:cNvCxnSpPr/>
                  <p:nvPr/>
                </p:nvCxnSpPr>
                <p:spPr>
                  <a:xfrm>
                    <a:off x="12854443" y="858264"/>
                    <a:ext cx="62764" cy="0"/>
                  </a:xfrm>
                  <a:prstGeom prst="straightConnector1">
                    <a:avLst/>
                  </a:prstGeom>
                  <a:noFill/>
                  <a:ln w="12701" cap="flat">
                    <a:solidFill>
                      <a:srgbClr val="9D9FA1"/>
                    </a:solidFill>
                    <a:prstDash val="solid"/>
                  </a:ln>
                </p:spPr>
              </p:cxnSp>
            </p:grpSp>
            <p:sp>
              <p:nvSpPr>
                <p:cNvPr id="38" name="Pijl: rechts 73">
                  <a:extLst>
                    <a:ext uri="{FF2B5EF4-FFF2-40B4-BE49-F238E27FC236}">
                      <a16:creationId xmlns:a16="http://schemas.microsoft.com/office/drawing/2014/main" id="{876AE101-E9A8-F39F-3224-6DB1AD6D1ED2}"/>
                    </a:ext>
                  </a:extLst>
                </p:cNvPr>
                <p:cNvSpPr/>
                <p:nvPr/>
              </p:nvSpPr>
              <p:spPr>
                <a:xfrm>
                  <a:off x="12777789" y="857039"/>
                  <a:ext cx="58411" cy="56116"/>
                </a:xfrm>
                <a:custGeom>
                  <a:avLst>
                    <a:gd name="f0" fmla="val 8396"/>
                    <a:gd name="f1" fmla="val 8064"/>
                  </a:avLst>
                  <a:gdLst>
                    <a:gd name="f2" fmla="val 10800000"/>
                    <a:gd name="f3" fmla="val 5400000"/>
                    <a:gd name="f4" fmla="val 180"/>
                    <a:gd name="f5" fmla="val w"/>
                    <a:gd name="f6" fmla="val h"/>
                    <a:gd name="f7" fmla="val 0"/>
                    <a:gd name="f8" fmla="val 21600"/>
                    <a:gd name="f9" fmla="val 10800"/>
                    <a:gd name="f10" fmla="+- 0 0 0"/>
                    <a:gd name="f11" fmla="+- 0 0 180"/>
                    <a:gd name="f12" fmla="*/ f5 1 21600"/>
                    <a:gd name="f13" fmla="*/ f6 1 21600"/>
                    <a:gd name="f14" fmla="pin 0 f0 21600"/>
                    <a:gd name="f15" fmla="pin 0 f1 10800"/>
                    <a:gd name="f16" fmla="*/ f10 f2 1"/>
                    <a:gd name="f17" fmla="*/ f11 f2 1"/>
                    <a:gd name="f18" fmla="val f15"/>
                    <a:gd name="f19" fmla="val f14"/>
                    <a:gd name="f20" fmla="+- 21600 0 f15"/>
                    <a:gd name="f21" fmla="*/ f14 f12 1"/>
                    <a:gd name="f22" fmla="*/ f15 f13 1"/>
                    <a:gd name="f23" fmla="*/ 0 f12 1"/>
                    <a:gd name="f24" fmla="*/ 0 f13 1"/>
                    <a:gd name="f25" fmla="*/ f16 1 f4"/>
                    <a:gd name="f26" fmla="*/ 21600 f13 1"/>
                    <a:gd name="f27" fmla="*/ f17 1 f4"/>
                    <a:gd name="f28" fmla="+- 21600 0 f19"/>
                    <a:gd name="f29" fmla="*/ f20 f13 1"/>
                    <a:gd name="f30" fmla="*/ f18 f13 1"/>
                    <a:gd name="f31" fmla="*/ f19 f12 1"/>
                    <a:gd name="f32" fmla="+- f25 0 f3"/>
                    <a:gd name="f33" fmla="+- f27 0 f3"/>
                    <a:gd name="f34" fmla="*/ f28 f18 1"/>
                    <a:gd name="f35" fmla="*/ f34 1 10800"/>
                    <a:gd name="f36" fmla="+- f19 f35 0"/>
                    <a:gd name="f37" fmla="*/ f36 f12 1"/>
                  </a:gdLst>
                  <a:ahLst>
                    <a:ahXY gdRefX="f0" minX="f7" maxX="f8" gdRefY="f1" minY="f7" maxY="f9">
                      <a:pos x="f21" y="f22"/>
                    </a:ahXY>
                  </a:ahLst>
                  <a:cxnLst>
                    <a:cxn ang="3cd4">
                      <a:pos x="hc" y="t"/>
                    </a:cxn>
                    <a:cxn ang="0">
                      <a:pos x="r" y="vc"/>
                    </a:cxn>
                    <a:cxn ang="cd4">
                      <a:pos x="hc" y="b"/>
                    </a:cxn>
                    <a:cxn ang="cd2">
                      <a:pos x="l" y="vc"/>
                    </a:cxn>
                    <a:cxn ang="f32">
                      <a:pos x="f31" y="f24"/>
                    </a:cxn>
                    <a:cxn ang="f33">
                      <a:pos x="f31" y="f26"/>
                    </a:cxn>
                  </a:cxnLst>
                  <a:rect l="f23" t="f30" r="f37" b="f29"/>
                  <a:pathLst>
                    <a:path w="21600" h="21600">
                      <a:moveTo>
                        <a:pt x="f7" y="f18"/>
                      </a:moveTo>
                      <a:lnTo>
                        <a:pt x="f19" y="f18"/>
                      </a:lnTo>
                      <a:lnTo>
                        <a:pt x="f19" y="f7"/>
                      </a:lnTo>
                      <a:lnTo>
                        <a:pt x="f8" y="f9"/>
                      </a:lnTo>
                      <a:lnTo>
                        <a:pt x="f19" y="f8"/>
                      </a:lnTo>
                      <a:lnTo>
                        <a:pt x="f19" y="f20"/>
                      </a:lnTo>
                      <a:lnTo>
                        <a:pt x="f7" y="f20"/>
                      </a:lnTo>
                      <a:close/>
                    </a:path>
                  </a:pathLst>
                </a:custGeom>
                <a:solidFill>
                  <a:srgbClr val="4A7DB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grpSp>
            <p:nvGrpSpPr>
              <p:cNvPr id="39" name="Groep 42">
                <a:extLst>
                  <a:ext uri="{FF2B5EF4-FFF2-40B4-BE49-F238E27FC236}">
                    <a16:creationId xmlns:a16="http://schemas.microsoft.com/office/drawing/2014/main" id="{49393C94-17E4-69F1-B090-03B7302C1134}"/>
                  </a:ext>
                </a:extLst>
              </p:cNvPr>
              <p:cNvGrpSpPr/>
              <p:nvPr/>
            </p:nvGrpSpPr>
            <p:grpSpPr>
              <a:xfrm>
                <a:off x="12558863" y="830869"/>
                <a:ext cx="139418" cy="109563"/>
                <a:chOff x="12558863" y="830869"/>
                <a:chExt cx="139418" cy="109563"/>
              </a:xfrm>
            </p:grpSpPr>
            <p:grpSp>
              <p:nvGrpSpPr>
                <p:cNvPr id="40" name="Groep 65">
                  <a:extLst>
                    <a:ext uri="{FF2B5EF4-FFF2-40B4-BE49-F238E27FC236}">
                      <a16:creationId xmlns:a16="http://schemas.microsoft.com/office/drawing/2014/main" id="{E13A5380-C992-F7F9-FCFF-0624F1B0956F}"/>
                    </a:ext>
                  </a:extLst>
                </p:cNvPr>
                <p:cNvGrpSpPr/>
                <p:nvPr/>
              </p:nvGrpSpPr>
              <p:grpSpPr>
                <a:xfrm>
                  <a:off x="12558863" y="830869"/>
                  <a:ext cx="139418" cy="109563"/>
                  <a:chOff x="12558863" y="830869"/>
                  <a:chExt cx="139418" cy="109563"/>
                </a:xfrm>
              </p:grpSpPr>
              <p:cxnSp>
                <p:nvCxnSpPr>
                  <p:cNvPr id="41" name="Rechte verbindingslijn 67">
                    <a:extLst>
                      <a:ext uri="{FF2B5EF4-FFF2-40B4-BE49-F238E27FC236}">
                        <a16:creationId xmlns:a16="http://schemas.microsoft.com/office/drawing/2014/main" id="{B4EE4260-B6EF-9907-97F6-50AE2E012FF2}"/>
                      </a:ext>
                    </a:extLst>
                  </p:cNvPr>
                  <p:cNvCxnSpPr/>
                  <p:nvPr/>
                </p:nvCxnSpPr>
                <p:spPr>
                  <a:xfrm>
                    <a:off x="12558863" y="830869"/>
                    <a:ext cx="139418" cy="0"/>
                  </a:xfrm>
                  <a:prstGeom prst="straightConnector1">
                    <a:avLst/>
                  </a:prstGeom>
                  <a:noFill/>
                  <a:ln w="12701" cap="flat">
                    <a:solidFill>
                      <a:srgbClr val="9D9FA1"/>
                    </a:solidFill>
                    <a:prstDash val="solid"/>
                  </a:ln>
                </p:spPr>
              </p:cxnSp>
              <p:cxnSp>
                <p:nvCxnSpPr>
                  <p:cNvPr id="42" name="Rechte verbindingslijn 68">
                    <a:extLst>
                      <a:ext uri="{FF2B5EF4-FFF2-40B4-BE49-F238E27FC236}">
                        <a16:creationId xmlns:a16="http://schemas.microsoft.com/office/drawing/2014/main" id="{EAC62D92-8E96-3617-F4A5-82680716F31B}"/>
                      </a:ext>
                    </a:extLst>
                  </p:cNvPr>
                  <p:cNvCxnSpPr/>
                  <p:nvPr/>
                </p:nvCxnSpPr>
                <p:spPr>
                  <a:xfrm>
                    <a:off x="12558863" y="940432"/>
                    <a:ext cx="139418" cy="0"/>
                  </a:xfrm>
                  <a:prstGeom prst="straightConnector1">
                    <a:avLst/>
                  </a:prstGeom>
                  <a:noFill/>
                  <a:ln w="12701" cap="flat">
                    <a:solidFill>
                      <a:srgbClr val="9D9FA1"/>
                    </a:solidFill>
                    <a:prstDash val="solid"/>
                  </a:ln>
                </p:spPr>
              </p:cxnSp>
              <p:cxnSp>
                <p:nvCxnSpPr>
                  <p:cNvPr id="43" name="Rechte verbindingslijn 69">
                    <a:extLst>
                      <a:ext uri="{FF2B5EF4-FFF2-40B4-BE49-F238E27FC236}">
                        <a16:creationId xmlns:a16="http://schemas.microsoft.com/office/drawing/2014/main" id="{613AAA28-012A-910F-E5EC-786248403057}"/>
                      </a:ext>
                    </a:extLst>
                  </p:cNvPr>
                  <p:cNvCxnSpPr/>
                  <p:nvPr/>
                </p:nvCxnSpPr>
                <p:spPr>
                  <a:xfrm>
                    <a:off x="12635517" y="913046"/>
                    <a:ext cx="62764" cy="0"/>
                  </a:xfrm>
                  <a:prstGeom prst="straightConnector1">
                    <a:avLst/>
                  </a:prstGeom>
                  <a:noFill/>
                  <a:ln w="12701" cap="flat">
                    <a:solidFill>
                      <a:srgbClr val="9D9FA1"/>
                    </a:solidFill>
                    <a:prstDash val="solid"/>
                  </a:ln>
                </p:spPr>
              </p:cxnSp>
              <p:cxnSp>
                <p:nvCxnSpPr>
                  <p:cNvPr id="44" name="Rechte verbindingslijn 70">
                    <a:extLst>
                      <a:ext uri="{FF2B5EF4-FFF2-40B4-BE49-F238E27FC236}">
                        <a16:creationId xmlns:a16="http://schemas.microsoft.com/office/drawing/2014/main" id="{F39F9EFA-AF19-7187-15CF-0CB3112EAB32}"/>
                      </a:ext>
                    </a:extLst>
                  </p:cNvPr>
                  <p:cNvCxnSpPr/>
                  <p:nvPr/>
                </p:nvCxnSpPr>
                <p:spPr>
                  <a:xfrm>
                    <a:off x="12635517" y="885651"/>
                    <a:ext cx="62764" cy="0"/>
                  </a:xfrm>
                  <a:prstGeom prst="straightConnector1">
                    <a:avLst/>
                  </a:prstGeom>
                  <a:noFill/>
                  <a:ln w="12701" cap="flat">
                    <a:solidFill>
                      <a:srgbClr val="9D9FA1"/>
                    </a:solidFill>
                    <a:prstDash val="solid"/>
                  </a:ln>
                </p:spPr>
              </p:cxnSp>
              <p:cxnSp>
                <p:nvCxnSpPr>
                  <p:cNvPr id="45" name="Rechte verbindingslijn 71">
                    <a:extLst>
                      <a:ext uri="{FF2B5EF4-FFF2-40B4-BE49-F238E27FC236}">
                        <a16:creationId xmlns:a16="http://schemas.microsoft.com/office/drawing/2014/main" id="{5C32B7FB-B803-ECB3-F8D3-15543555C16F}"/>
                      </a:ext>
                    </a:extLst>
                  </p:cNvPr>
                  <p:cNvCxnSpPr/>
                  <p:nvPr/>
                </p:nvCxnSpPr>
                <p:spPr>
                  <a:xfrm>
                    <a:off x="12635517" y="858264"/>
                    <a:ext cx="62764" cy="0"/>
                  </a:xfrm>
                  <a:prstGeom prst="straightConnector1">
                    <a:avLst/>
                  </a:prstGeom>
                  <a:noFill/>
                  <a:ln w="12701" cap="flat">
                    <a:solidFill>
                      <a:srgbClr val="9D9FA1"/>
                    </a:solidFill>
                    <a:prstDash val="solid"/>
                  </a:ln>
                </p:spPr>
              </p:cxnSp>
            </p:grpSp>
            <p:sp>
              <p:nvSpPr>
                <p:cNvPr id="46" name="Pijl: rechts 66">
                  <a:extLst>
                    <a:ext uri="{FF2B5EF4-FFF2-40B4-BE49-F238E27FC236}">
                      <a16:creationId xmlns:a16="http://schemas.microsoft.com/office/drawing/2014/main" id="{BD945603-9D9A-6DDA-C11B-08A0173E28DC}"/>
                    </a:ext>
                  </a:extLst>
                </p:cNvPr>
                <p:cNvSpPr/>
                <p:nvPr/>
              </p:nvSpPr>
              <p:spPr>
                <a:xfrm flipH="1">
                  <a:off x="12558863" y="857039"/>
                  <a:ext cx="58411" cy="56116"/>
                </a:xfrm>
                <a:custGeom>
                  <a:avLst>
                    <a:gd name="f0" fmla="val 8396"/>
                    <a:gd name="f1" fmla="val 8064"/>
                  </a:avLst>
                  <a:gdLst>
                    <a:gd name="f2" fmla="val 10800000"/>
                    <a:gd name="f3" fmla="val 5400000"/>
                    <a:gd name="f4" fmla="val 180"/>
                    <a:gd name="f5" fmla="val w"/>
                    <a:gd name="f6" fmla="val h"/>
                    <a:gd name="f7" fmla="val 0"/>
                    <a:gd name="f8" fmla="val 21600"/>
                    <a:gd name="f9" fmla="val 10800"/>
                    <a:gd name="f10" fmla="+- 0 0 0"/>
                    <a:gd name="f11" fmla="+- 0 0 180"/>
                    <a:gd name="f12" fmla="*/ f5 1 21600"/>
                    <a:gd name="f13" fmla="*/ f6 1 21600"/>
                    <a:gd name="f14" fmla="pin 0 f0 21600"/>
                    <a:gd name="f15" fmla="pin 0 f1 10800"/>
                    <a:gd name="f16" fmla="*/ f10 f2 1"/>
                    <a:gd name="f17" fmla="*/ f11 f2 1"/>
                    <a:gd name="f18" fmla="val f15"/>
                    <a:gd name="f19" fmla="val f14"/>
                    <a:gd name="f20" fmla="+- 21600 0 f15"/>
                    <a:gd name="f21" fmla="*/ f14 f12 1"/>
                    <a:gd name="f22" fmla="*/ f15 f13 1"/>
                    <a:gd name="f23" fmla="*/ 0 f12 1"/>
                    <a:gd name="f24" fmla="*/ 0 f13 1"/>
                    <a:gd name="f25" fmla="*/ f16 1 f4"/>
                    <a:gd name="f26" fmla="*/ 21600 f13 1"/>
                    <a:gd name="f27" fmla="*/ f17 1 f4"/>
                    <a:gd name="f28" fmla="+- 21600 0 f19"/>
                    <a:gd name="f29" fmla="*/ f20 f13 1"/>
                    <a:gd name="f30" fmla="*/ f18 f13 1"/>
                    <a:gd name="f31" fmla="*/ f19 f12 1"/>
                    <a:gd name="f32" fmla="+- f25 0 f3"/>
                    <a:gd name="f33" fmla="+- f27 0 f3"/>
                    <a:gd name="f34" fmla="*/ f28 f18 1"/>
                    <a:gd name="f35" fmla="*/ f34 1 10800"/>
                    <a:gd name="f36" fmla="+- f19 f35 0"/>
                    <a:gd name="f37" fmla="*/ f36 f12 1"/>
                  </a:gdLst>
                  <a:ahLst>
                    <a:ahXY gdRefX="f0" minX="f7" maxX="f8" gdRefY="f1" minY="f7" maxY="f9">
                      <a:pos x="f21" y="f22"/>
                    </a:ahXY>
                  </a:ahLst>
                  <a:cxnLst>
                    <a:cxn ang="3cd4">
                      <a:pos x="hc" y="t"/>
                    </a:cxn>
                    <a:cxn ang="0">
                      <a:pos x="r" y="vc"/>
                    </a:cxn>
                    <a:cxn ang="cd4">
                      <a:pos x="hc" y="b"/>
                    </a:cxn>
                    <a:cxn ang="cd2">
                      <a:pos x="l" y="vc"/>
                    </a:cxn>
                    <a:cxn ang="f32">
                      <a:pos x="f31" y="f24"/>
                    </a:cxn>
                    <a:cxn ang="f33">
                      <a:pos x="f31" y="f26"/>
                    </a:cxn>
                  </a:cxnLst>
                  <a:rect l="f23" t="f30" r="f37" b="f29"/>
                  <a:pathLst>
                    <a:path w="21600" h="21600">
                      <a:moveTo>
                        <a:pt x="f7" y="f18"/>
                      </a:moveTo>
                      <a:lnTo>
                        <a:pt x="f19" y="f18"/>
                      </a:lnTo>
                      <a:lnTo>
                        <a:pt x="f19" y="f7"/>
                      </a:lnTo>
                      <a:lnTo>
                        <a:pt x="f8" y="f9"/>
                      </a:lnTo>
                      <a:lnTo>
                        <a:pt x="f19" y="f8"/>
                      </a:lnTo>
                      <a:lnTo>
                        <a:pt x="f19" y="f20"/>
                      </a:lnTo>
                      <a:lnTo>
                        <a:pt x="f7" y="f20"/>
                      </a:lnTo>
                      <a:close/>
                    </a:path>
                  </a:pathLst>
                </a:custGeom>
                <a:solidFill>
                  <a:srgbClr val="4A7DB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cxnSp>
            <p:nvCxnSpPr>
              <p:cNvPr id="47" name="Rechte verbindingslijn 43">
                <a:extLst>
                  <a:ext uri="{FF2B5EF4-FFF2-40B4-BE49-F238E27FC236}">
                    <a16:creationId xmlns:a16="http://schemas.microsoft.com/office/drawing/2014/main" id="{E3263C07-F732-9743-95BF-CFE02E994468}"/>
                  </a:ext>
                </a:extLst>
              </p:cNvPr>
              <p:cNvCxnSpPr/>
              <p:nvPr/>
            </p:nvCxnSpPr>
            <p:spPr>
              <a:xfrm flipV="1">
                <a:off x="12704079" y="588169"/>
                <a:ext cx="547680" cy="219072"/>
              </a:xfrm>
              <a:prstGeom prst="straightConnector1">
                <a:avLst/>
              </a:prstGeom>
              <a:noFill/>
              <a:ln w="19046" cap="rnd">
                <a:solidFill>
                  <a:srgbClr val="00A6D6"/>
                </a:solidFill>
                <a:prstDash val="solid"/>
                <a:headEnd type="arrow"/>
              </a:ln>
            </p:spPr>
          </p:cxnSp>
          <p:cxnSp>
            <p:nvCxnSpPr>
              <p:cNvPr id="48" name="Rechte verbindingslijn 44">
                <a:extLst>
                  <a:ext uri="{FF2B5EF4-FFF2-40B4-BE49-F238E27FC236}">
                    <a16:creationId xmlns:a16="http://schemas.microsoft.com/office/drawing/2014/main" id="{E6F9576E-E4D1-AAB3-33D7-469C94A5D372}"/>
                  </a:ext>
                </a:extLst>
              </p:cNvPr>
              <p:cNvCxnSpPr/>
              <p:nvPr/>
            </p:nvCxnSpPr>
            <p:spPr>
              <a:xfrm>
                <a:off x="12939820" y="828675"/>
                <a:ext cx="319089" cy="0"/>
              </a:xfrm>
              <a:prstGeom prst="straightConnector1">
                <a:avLst/>
              </a:prstGeom>
              <a:noFill/>
              <a:ln w="19046" cap="rnd">
                <a:solidFill>
                  <a:srgbClr val="00A6D6"/>
                </a:solidFill>
                <a:prstDash val="solid"/>
                <a:headEnd type="arrow"/>
              </a:ln>
            </p:spPr>
          </p:cxnSp>
          <p:sp>
            <p:nvSpPr>
              <p:cNvPr id="49" name="Rechthoek 45">
                <a:extLst>
                  <a:ext uri="{FF2B5EF4-FFF2-40B4-BE49-F238E27FC236}">
                    <a16:creationId xmlns:a16="http://schemas.microsoft.com/office/drawing/2014/main" id="{EDBE2655-297A-2C2C-245A-B571746E6AB6}"/>
                  </a:ext>
                </a:extLst>
              </p:cNvPr>
              <p:cNvSpPr/>
              <p:nvPr/>
            </p:nvSpPr>
            <p:spPr>
              <a:xfrm>
                <a:off x="13604132" y="512182"/>
                <a:ext cx="2189046" cy="151086"/>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100" b="0" i="0" u="none" strike="noStrike" kern="0" cap="none" spc="0" baseline="0">
                    <a:solidFill>
                      <a:srgbClr val="000000"/>
                    </a:solidFill>
                    <a:uFillTx/>
                    <a:latin typeface="Calibri" pitchFamily="34"/>
                    <a:cs typeface="Calibri" pitchFamily="34"/>
                  </a:rPr>
                  <a:t>Text level down</a:t>
                </a:r>
              </a:p>
            </p:txBody>
          </p:sp>
          <p:sp>
            <p:nvSpPr>
              <p:cNvPr id="50" name="Rechthoek 46">
                <a:extLst>
                  <a:ext uri="{FF2B5EF4-FFF2-40B4-BE49-F238E27FC236}">
                    <a16:creationId xmlns:a16="http://schemas.microsoft.com/office/drawing/2014/main" id="{D373F8D6-1480-85F8-2BCB-D87DCDC43400}"/>
                  </a:ext>
                </a:extLst>
              </p:cNvPr>
              <p:cNvSpPr/>
              <p:nvPr/>
            </p:nvSpPr>
            <p:spPr>
              <a:xfrm>
                <a:off x="13604132" y="819558"/>
                <a:ext cx="2189046" cy="142198"/>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100" b="0" i="0" u="none" strike="noStrike" kern="0" cap="none" spc="0" baseline="0">
                    <a:solidFill>
                      <a:srgbClr val="000000"/>
                    </a:solidFill>
                    <a:uFillTx/>
                    <a:latin typeface="Calibri" pitchFamily="34"/>
                    <a:cs typeface="Calibri" pitchFamily="34"/>
                  </a:rPr>
                  <a:t>Text level up</a:t>
                </a:r>
              </a:p>
            </p:txBody>
          </p:sp>
          <p:grpSp>
            <p:nvGrpSpPr>
              <p:cNvPr id="51" name="Groep 47">
                <a:extLst>
                  <a:ext uri="{FF2B5EF4-FFF2-40B4-BE49-F238E27FC236}">
                    <a16:creationId xmlns:a16="http://schemas.microsoft.com/office/drawing/2014/main" id="{1AD716F1-200B-4CF9-737A-84B98349C0DE}"/>
                  </a:ext>
                </a:extLst>
              </p:cNvPr>
              <p:cNvGrpSpPr/>
              <p:nvPr/>
            </p:nvGrpSpPr>
            <p:grpSpPr>
              <a:xfrm>
                <a:off x="13247269" y="769165"/>
                <a:ext cx="268742" cy="248378"/>
                <a:chOff x="13247269" y="769165"/>
                <a:chExt cx="268742" cy="248378"/>
              </a:xfrm>
            </p:grpSpPr>
            <p:sp>
              <p:nvSpPr>
                <p:cNvPr id="52" name="Rechthoek 57">
                  <a:extLst>
                    <a:ext uri="{FF2B5EF4-FFF2-40B4-BE49-F238E27FC236}">
                      <a16:creationId xmlns:a16="http://schemas.microsoft.com/office/drawing/2014/main" id="{A496ECB9-F274-28B5-6198-78BC7368DDC3}"/>
                    </a:ext>
                  </a:extLst>
                </p:cNvPr>
                <p:cNvSpPr/>
                <p:nvPr/>
              </p:nvSpPr>
              <p:spPr>
                <a:xfrm>
                  <a:off x="13247269" y="769165"/>
                  <a:ext cx="268742" cy="248378"/>
                </a:xfrm>
                <a:prstGeom prst="rect">
                  <a:avLst/>
                </a:prstGeom>
                <a:solidFill>
                  <a:srgbClr val="FFFFFF"/>
                </a:solidFill>
                <a:ln w="3172" cap="flat">
                  <a:solidFill>
                    <a:srgbClr val="DADADA"/>
                  </a:solidFill>
                  <a:prstDash val="solid"/>
                  <a:miter/>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50" b="0" i="0" u="none" strike="noStrike" kern="1200" cap="none" spc="0" baseline="0">
                    <a:solidFill>
                      <a:srgbClr val="211F26"/>
                    </a:solidFill>
                    <a:uFillTx/>
                    <a:latin typeface="Calibri" pitchFamily="34"/>
                    <a:cs typeface="Calibri" pitchFamily="34"/>
                  </a:endParaRPr>
                </a:p>
              </p:txBody>
            </p:sp>
            <p:grpSp>
              <p:nvGrpSpPr>
                <p:cNvPr id="53" name="Groep 58">
                  <a:extLst>
                    <a:ext uri="{FF2B5EF4-FFF2-40B4-BE49-F238E27FC236}">
                      <a16:creationId xmlns:a16="http://schemas.microsoft.com/office/drawing/2014/main" id="{E0CCCD43-2605-C560-30DF-0CD4FF42D3C8}"/>
                    </a:ext>
                  </a:extLst>
                </p:cNvPr>
                <p:cNvGrpSpPr/>
                <p:nvPr/>
              </p:nvGrpSpPr>
              <p:grpSpPr>
                <a:xfrm>
                  <a:off x="13297287" y="827074"/>
                  <a:ext cx="168697" cy="132570"/>
                  <a:chOff x="13297287" y="827074"/>
                  <a:chExt cx="168697" cy="132570"/>
                </a:xfrm>
              </p:grpSpPr>
              <p:cxnSp>
                <p:nvCxnSpPr>
                  <p:cNvPr id="54" name="Rechte verbindingslijn 60">
                    <a:extLst>
                      <a:ext uri="{FF2B5EF4-FFF2-40B4-BE49-F238E27FC236}">
                        <a16:creationId xmlns:a16="http://schemas.microsoft.com/office/drawing/2014/main" id="{2FFA56A6-94C0-35B1-B747-5AFF98C3E386}"/>
                      </a:ext>
                    </a:extLst>
                  </p:cNvPr>
                  <p:cNvCxnSpPr/>
                  <p:nvPr/>
                </p:nvCxnSpPr>
                <p:spPr>
                  <a:xfrm>
                    <a:off x="13297287" y="827074"/>
                    <a:ext cx="168697" cy="0"/>
                  </a:xfrm>
                  <a:prstGeom prst="straightConnector1">
                    <a:avLst/>
                  </a:prstGeom>
                  <a:noFill/>
                  <a:ln w="12701" cap="flat">
                    <a:solidFill>
                      <a:srgbClr val="9D9FA1"/>
                    </a:solidFill>
                    <a:prstDash val="solid"/>
                  </a:ln>
                </p:spPr>
              </p:cxnSp>
              <p:cxnSp>
                <p:nvCxnSpPr>
                  <p:cNvPr id="55" name="Rechte verbindingslijn 61">
                    <a:extLst>
                      <a:ext uri="{FF2B5EF4-FFF2-40B4-BE49-F238E27FC236}">
                        <a16:creationId xmlns:a16="http://schemas.microsoft.com/office/drawing/2014/main" id="{BC65CD7E-A62E-DB90-F962-7D3670810675}"/>
                      </a:ext>
                    </a:extLst>
                  </p:cNvPr>
                  <p:cNvCxnSpPr/>
                  <p:nvPr/>
                </p:nvCxnSpPr>
                <p:spPr>
                  <a:xfrm>
                    <a:off x="13297287" y="959644"/>
                    <a:ext cx="168697" cy="0"/>
                  </a:xfrm>
                  <a:prstGeom prst="straightConnector1">
                    <a:avLst/>
                  </a:prstGeom>
                  <a:noFill/>
                  <a:ln w="12701" cap="flat">
                    <a:solidFill>
                      <a:srgbClr val="9D9FA1"/>
                    </a:solidFill>
                    <a:prstDash val="solid"/>
                  </a:ln>
                </p:spPr>
              </p:cxnSp>
              <p:cxnSp>
                <p:nvCxnSpPr>
                  <p:cNvPr id="56" name="Rechte verbindingslijn 62">
                    <a:extLst>
                      <a:ext uri="{FF2B5EF4-FFF2-40B4-BE49-F238E27FC236}">
                        <a16:creationId xmlns:a16="http://schemas.microsoft.com/office/drawing/2014/main" id="{26DC93E1-513E-E465-C3F2-D75D83D979A0}"/>
                      </a:ext>
                    </a:extLst>
                  </p:cNvPr>
                  <p:cNvCxnSpPr/>
                  <p:nvPr/>
                </p:nvCxnSpPr>
                <p:spPr>
                  <a:xfrm>
                    <a:off x="13390043" y="926506"/>
                    <a:ext cx="75941" cy="0"/>
                  </a:xfrm>
                  <a:prstGeom prst="straightConnector1">
                    <a:avLst/>
                  </a:prstGeom>
                  <a:noFill/>
                  <a:ln w="12701" cap="flat">
                    <a:solidFill>
                      <a:srgbClr val="9D9FA1"/>
                    </a:solidFill>
                    <a:prstDash val="solid"/>
                  </a:ln>
                </p:spPr>
              </p:cxnSp>
              <p:cxnSp>
                <p:nvCxnSpPr>
                  <p:cNvPr id="57" name="Rechte verbindingslijn 63">
                    <a:extLst>
                      <a:ext uri="{FF2B5EF4-FFF2-40B4-BE49-F238E27FC236}">
                        <a16:creationId xmlns:a16="http://schemas.microsoft.com/office/drawing/2014/main" id="{FECD889C-75A9-6485-CFD2-0713B99C5E8A}"/>
                      </a:ext>
                    </a:extLst>
                  </p:cNvPr>
                  <p:cNvCxnSpPr/>
                  <p:nvPr/>
                </p:nvCxnSpPr>
                <p:spPr>
                  <a:xfrm>
                    <a:off x="13390043" y="893359"/>
                    <a:ext cx="75941" cy="0"/>
                  </a:xfrm>
                  <a:prstGeom prst="straightConnector1">
                    <a:avLst/>
                  </a:prstGeom>
                  <a:noFill/>
                  <a:ln w="12701" cap="flat">
                    <a:solidFill>
                      <a:srgbClr val="9D9FA1"/>
                    </a:solidFill>
                    <a:prstDash val="solid"/>
                  </a:ln>
                </p:spPr>
              </p:cxnSp>
              <p:cxnSp>
                <p:nvCxnSpPr>
                  <p:cNvPr id="58" name="Rechte verbindingslijn 64">
                    <a:extLst>
                      <a:ext uri="{FF2B5EF4-FFF2-40B4-BE49-F238E27FC236}">
                        <a16:creationId xmlns:a16="http://schemas.microsoft.com/office/drawing/2014/main" id="{9D96CCD8-D98D-A50C-0976-C2F1EBF431BF}"/>
                      </a:ext>
                    </a:extLst>
                  </p:cNvPr>
                  <p:cNvCxnSpPr/>
                  <p:nvPr/>
                </p:nvCxnSpPr>
                <p:spPr>
                  <a:xfrm>
                    <a:off x="13390043" y="860212"/>
                    <a:ext cx="75941" cy="0"/>
                  </a:xfrm>
                  <a:prstGeom prst="straightConnector1">
                    <a:avLst/>
                  </a:prstGeom>
                  <a:noFill/>
                  <a:ln w="12701" cap="flat">
                    <a:solidFill>
                      <a:srgbClr val="9D9FA1"/>
                    </a:solidFill>
                    <a:prstDash val="solid"/>
                  </a:ln>
                </p:spPr>
              </p:cxnSp>
            </p:grpSp>
            <p:sp>
              <p:nvSpPr>
                <p:cNvPr id="59" name="Pijl: rechts 59">
                  <a:extLst>
                    <a:ext uri="{FF2B5EF4-FFF2-40B4-BE49-F238E27FC236}">
                      <a16:creationId xmlns:a16="http://schemas.microsoft.com/office/drawing/2014/main" id="{8DF8D69F-F879-9597-FACB-2EFDA37A0761}"/>
                    </a:ext>
                  </a:extLst>
                </p:cNvPr>
                <p:cNvSpPr/>
                <p:nvPr/>
              </p:nvSpPr>
              <p:spPr>
                <a:xfrm>
                  <a:off x="13297287" y="858740"/>
                  <a:ext cx="70673" cy="67903"/>
                </a:xfrm>
                <a:custGeom>
                  <a:avLst>
                    <a:gd name="f0" fmla="val 8396"/>
                    <a:gd name="f1" fmla="val 8064"/>
                  </a:avLst>
                  <a:gdLst>
                    <a:gd name="f2" fmla="val 10800000"/>
                    <a:gd name="f3" fmla="val 5400000"/>
                    <a:gd name="f4" fmla="val 180"/>
                    <a:gd name="f5" fmla="val w"/>
                    <a:gd name="f6" fmla="val h"/>
                    <a:gd name="f7" fmla="val 0"/>
                    <a:gd name="f8" fmla="val 21600"/>
                    <a:gd name="f9" fmla="val 10800"/>
                    <a:gd name="f10" fmla="+- 0 0 0"/>
                    <a:gd name="f11" fmla="+- 0 0 180"/>
                    <a:gd name="f12" fmla="*/ f5 1 21600"/>
                    <a:gd name="f13" fmla="*/ f6 1 21600"/>
                    <a:gd name="f14" fmla="pin 0 f0 21600"/>
                    <a:gd name="f15" fmla="pin 0 f1 10800"/>
                    <a:gd name="f16" fmla="*/ f10 f2 1"/>
                    <a:gd name="f17" fmla="*/ f11 f2 1"/>
                    <a:gd name="f18" fmla="val f15"/>
                    <a:gd name="f19" fmla="val f14"/>
                    <a:gd name="f20" fmla="+- 21600 0 f15"/>
                    <a:gd name="f21" fmla="*/ f14 f12 1"/>
                    <a:gd name="f22" fmla="*/ f15 f13 1"/>
                    <a:gd name="f23" fmla="*/ 0 f12 1"/>
                    <a:gd name="f24" fmla="*/ 0 f13 1"/>
                    <a:gd name="f25" fmla="*/ f16 1 f4"/>
                    <a:gd name="f26" fmla="*/ 21600 f13 1"/>
                    <a:gd name="f27" fmla="*/ f17 1 f4"/>
                    <a:gd name="f28" fmla="+- 21600 0 f19"/>
                    <a:gd name="f29" fmla="*/ f20 f13 1"/>
                    <a:gd name="f30" fmla="*/ f18 f13 1"/>
                    <a:gd name="f31" fmla="*/ f19 f12 1"/>
                    <a:gd name="f32" fmla="+- f25 0 f3"/>
                    <a:gd name="f33" fmla="+- f27 0 f3"/>
                    <a:gd name="f34" fmla="*/ f28 f18 1"/>
                    <a:gd name="f35" fmla="*/ f34 1 10800"/>
                    <a:gd name="f36" fmla="+- f19 f35 0"/>
                    <a:gd name="f37" fmla="*/ f36 f12 1"/>
                  </a:gdLst>
                  <a:ahLst>
                    <a:ahXY gdRefX="f0" minX="f7" maxX="f8" gdRefY="f1" minY="f7" maxY="f9">
                      <a:pos x="f21" y="f22"/>
                    </a:ahXY>
                  </a:ahLst>
                  <a:cxnLst>
                    <a:cxn ang="3cd4">
                      <a:pos x="hc" y="t"/>
                    </a:cxn>
                    <a:cxn ang="0">
                      <a:pos x="r" y="vc"/>
                    </a:cxn>
                    <a:cxn ang="cd4">
                      <a:pos x="hc" y="b"/>
                    </a:cxn>
                    <a:cxn ang="cd2">
                      <a:pos x="l" y="vc"/>
                    </a:cxn>
                    <a:cxn ang="f32">
                      <a:pos x="f31" y="f24"/>
                    </a:cxn>
                    <a:cxn ang="f33">
                      <a:pos x="f31" y="f26"/>
                    </a:cxn>
                  </a:cxnLst>
                  <a:rect l="f23" t="f30" r="f37" b="f29"/>
                  <a:pathLst>
                    <a:path w="21600" h="21600">
                      <a:moveTo>
                        <a:pt x="f7" y="f18"/>
                      </a:moveTo>
                      <a:lnTo>
                        <a:pt x="f19" y="f18"/>
                      </a:lnTo>
                      <a:lnTo>
                        <a:pt x="f19" y="f7"/>
                      </a:lnTo>
                      <a:lnTo>
                        <a:pt x="f8" y="f9"/>
                      </a:lnTo>
                      <a:lnTo>
                        <a:pt x="f19" y="f8"/>
                      </a:lnTo>
                      <a:lnTo>
                        <a:pt x="f19" y="f20"/>
                      </a:lnTo>
                      <a:lnTo>
                        <a:pt x="f7" y="f20"/>
                      </a:lnTo>
                      <a:close/>
                    </a:path>
                  </a:pathLst>
                </a:custGeom>
                <a:solidFill>
                  <a:srgbClr val="4A7DB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grpSp>
            <p:nvGrpSpPr>
              <p:cNvPr id="60" name="Groep 48">
                <a:extLst>
                  <a:ext uri="{FF2B5EF4-FFF2-40B4-BE49-F238E27FC236}">
                    <a16:creationId xmlns:a16="http://schemas.microsoft.com/office/drawing/2014/main" id="{6000B004-EEFE-37DB-11F5-C000D3697108}"/>
                  </a:ext>
                </a:extLst>
              </p:cNvPr>
              <p:cNvGrpSpPr/>
              <p:nvPr/>
            </p:nvGrpSpPr>
            <p:grpSpPr>
              <a:xfrm>
                <a:off x="13247269" y="460171"/>
                <a:ext cx="268742" cy="248378"/>
                <a:chOff x="13247269" y="460171"/>
                <a:chExt cx="268742" cy="248378"/>
              </a:xfrm>
            </p:grpSpPr>
            <p:sp>
              <p:nvSpPr>
                <p:cNvPr id="61" name="Rechthoek 49">
                  <a:extLst>
                    <a:ext uri="{FF2B5EF4-FFF2-40B4-BE49-F238E27FC236}">
                      <a16:creationId xmlns:a16="http://schemas.microsoft.com/office/drawing/2014/main" id="{0E850DE8-874E-BCB9-1B2A-EC3ACD896738}"/>
                    </a:ext>
                  </a:extLst>
                </p:cNvPr>
                <p:cNvSpPr/>
                <p:nvPr/>
              </p:nvSpPr>
              <p:spPr>
                <a:xfrm>
                  <a:off x="13247269" y="460171"/>
                  <a:ext cx="268742" cy="248378"/>
                </a:xfrm>
                <a:prstGeom prst="rect">
                  <a:avLst/>
                </a:prstGeom>
                <a:solidFill>
                  <a:srgbClr val="FFFFFF"/>
                </a:solidFill>
                <a:ln w="3172" cap="flat">
                  <a:solidFill>
                    <a:srgbClr val="DADADA"/>
                  </a:solidFill>
                  <a:prstDash val="solid"/>
                  <a:miter/>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50" b="0" i="0" u="none" strike="noStrike" kern="1200" cap="none" spc="0" baseline="0">
                    <a:solidFill>
                      <a:srgbClr val="211F26"/>
                    </a:solidFill>
                    <a:uFillTx/>
                    <a:latin typeface="Calibri" pitchFamily="34"/>
                    <a:cs typeface="Calibri" pitchFamily="34"/>
                  </a:endParaRPr>
                </a:p>
              </p:txBody>
            </p:sp>
            <p:grpSp>
              <p:nvGrpSpPr>
                <p:cNvPr id="62" name="Groep 50">
                  <a:extLst>
                    <a:ext uri="{FF2B5EF4-FFF2-40B4-BE49-F238E27FC236}">
                      <a16:creationId xmlns:a16="http://schemas.microsoft.com/office/drawing/2014/main" id="{7FA04662-E62F-025B-440D-3201B0A5060D}"/>
                    </a:ext>
                  </a:extLst>
                </p:cNvPr>
                <p:cNvGrpSpPr/>
                <p:nvPr/>
              </p:nvGrpSpPr>
              <p:grpSpPr>
                <a:xfrm>
                  <a:off x="13297287" y="518071"/>
                  <a:ext cx="168697" cy="132579"/>
                  <a:chOff x="13297287" y="518071"/>
                  <a:chExt cx="168697" cy="132579"/>
                </a:xfrm>
              </p:grpSpPr>
              <p:cxnSp>
                <p:nvCxnSpPr>
                  <p:cNvPr id="63" name="Rechte verbindingslijn 52">
                    <a:extLst>
                      <a:ext uri="{FF2B5EF4-FFF2-40B4-BE49-F238E27FC236}">
                        <a16:creationId xmlns:a16="http://schemas.microsoft.com/office/drawing/2014/main" id="{30095CD4-757A-09BE-545D-7C4D295E7B5F}"/>
                      </a:ext>
                    </a:extLst>
                  </p:cNvPr>
                  <p:cNvCxnSpPr/>
                  <p:nvPr/>
                </p:nvCxnSpPr>
                <p:spPr>
                  <a:xfrm>
                    <a:off x="13297287" y="518071"/>
                    <a:ext cx="168697" cy="0"/>
                  </a:xfrm>
                  <a:prstGeom prst="straightConnector1">
                    <a:avLst/>
                  </a:prstGeom>
                  <a:noFill/>
                  <a:ln w="12701" cap="flat">
                    <a:solidFill>
                      <a:srgbClr val="9D9FA1"/>
                    </a:solidFill>
                    <a:prstDash val="solid"/>
                  </a:ln>
                </p:spPr>
              </p:cxnSp>
              <p:cxnSp>
                <p:nvCxnSpPr>
                  <p:cNvPr id="64" name="Rechte verbindingslijn 53">
                    <a:extLst>
                      <a:ext uri="{FF2B5EF4-FFF2-40B4-BE49-F238E27FC236}">
                        <a16:creationId xmlns:a16="http://schemas.microsoft.com/office/drawing/2014/main" id="{6C02F237-ECC1-E01D-582F-39DF07797373}"/>
                      </a:ext>
                    </a:extLst>
                  </p:cNvPr>
                  <p:cNvCxnSpPr/>
                  <p:nvPr/>
                </p:nvCxnSpPr>
                <p:spPr>
                  <a:xfrm>
                    <a:off x="13297287" y="650650"/>
                    <a:ext cx="168697" cy="0"/>
                  </a:xfrm>
                  <a:prstGeom prst="straightConnector1">
                    <a:avLst/>
                  </a:prstGeom>
                  <a:noFill/>
                  <a:ln w="12701" cap="flat">
                    <a:solidFill>
                      <a:srgbClr val="9D9FA1"/>
                    </a:solidFill>
                    <a:prstDash val="solid"/>
                  </a:ln>
                </p:spPr>
              </p:cxnSp>
              <p:cxnSp>
                <p:nvCxnSpPr>
                  <p:cNvPr id="65" name="Rechte verbindingslijn 54">
                    <a:extLst>
                      <a:ext uri="{FF2B5EF4-FFF2-40B4-BE49-F238E27FC236}">
                        <a16:creationId xmlns:a16="http://schemas.microsoft.com/office/drawing/2014/main" id="{7EDFC3E1-BBA0-B04F-F6D7-34BEEE6E8FAB}"/>
                      </a:ext>
                    </a:extLst>
                  </p:cNvPr>
                  <p:cNvCxnSpPr/>
                  <p:nvPr/>
                </p:nvCxnSpPr>
                <p:spPr>
                  <a:xfrm>
                    <a:off x="13390043" y="617503"/>
                    <a:ext cx="75941" cy="0"/>
                  </a:xfrm>
                  <a:prstGeom prst="straightConnector1">
                    <a:avLst/>
                  </a:prstGeom>
                  <a:noFill/>
                  <a:ln w="12701" cap="flat">
                    <a:solidFill>
                      <a:srgbClr val="9D9FA1"/>
                    </a:solidFill>
                    <a:prstDash val="solid"/>
                  </a:ln>
                </p:spPr>
              </p:cxnSp>
              <p:cxnSp>
                <p:nvCxnSpPr>
                  <p:cNvPr id="66" name="Rechte verbindingslijn 55">
                    <a:extLst>
                      <a:ext uri="{FF2B5EF4-FFF2-40B4-BE49-F238E27FC236}">
                        <a16:creationId xmlns:a16="http://schemas.microsoft.com/office/drawing/2014/main" id="{C07660B1-0CC0-80CB-4FCF-145F40D78682}"/>
                      </a:ext>
                    </a:extLst>
                  </p:cNvPr>
                  <p:cNvCxnSpPr/>
                  <p:nvPr/>
                </p:nvCxnSpPr>
                <p:spPr>
                  <a:xfrm>
                    <a:off x="13390043" y="584365"/>
                    <a:ext cx="75941" cy="0"/>
                  </a:xfrm>
                  <a:prstGeom prst="straightConnector1">
                    <a:avLst/>
                  </a:prstGeom>
                  <a:noFill/>
                  <a:ln w="12701" cap="flat">
                    <a:solidFill>
                      <a:srgbClr val="9D9FA1"/>
                    </a:solidFill>
                    <a:prstDash val="solid"/>
                  </a:ln>
                </p:spPr>
              </p:cxnSp>
              <p:cxnSp>
                <p:nvCxnSpPr>
                  <p:cNvPr id="67" name="Rechte verbindingslijn 56">
                    <a:extLst>
                      <a:ext uri="{FF2B5EF4-FFF2-40B4-BE49-F238E27FC236}">
                        <a16:creationId xmlns:a16="http://schemas.microsoft.com/office/drawing/2014/main" id="{58FB24CD-6E77-5714-FECC-10E22E43AA2E}"/>
                      </a:ext>
                    </a:extLst>
                  </p:cNvPr>
                  <p:cNvCxnSpPr/>
                  <p:nvPr/>
                </p:nvCxnSpPr>
                <p:spPr>
                  <a:xfrm>
                    <a:off x="13390043" y="551218"/>
                    <a:ext cx="75941" cy="0"/>
                  </a:xfrm>
                  <a:prstGeom prst="straightConnector1">
                    <a:avLst/>
                  </a:prstGeom>
                  <a:noFill/>
                  <a:ln w="12701" cap="flat">
                    <a:solidFill>
                      <a:srgbClr val="9D9FA1"/>
                    </a:solidFill>
                    <a:prstDash val="solid"/>
                  </a:ln>
                </p:spPr>
              </p:cxnSp>
            </p:grpSp>
            <p:sp>
              <p:nvSpPr>
                <p:cNvPr id="68" name="Pijl: rechts 51">
                  <a:extLst>
                    <a:ext uri="{FF2B5EF4-FFF2-40B4-BE49-F238E27FC236}">
                      <a16:creationId xmlns:a16="http://schemas.microsoft.com/office/drawing/2014/main" id="{EAC88A35-5DC7-427A-6C09-FEA2CE13DE81}"/>
                    </a:ext>
                  </a:extLst>
                </p:cNvPr>
                <p:cNvSpPr/>
                <p:nvPr/>
              </p:nvSpPr>
              <p:spPr>
                <a:xfrm flipH="1">
                  <a:off x="13297287" y="549737"/>
                  <a:ext cx="70673" cy="67903"/>
                </a:xfrm>
                <a:custGeom>
                  <a:avLst>
                    <a:gd name="f0" fmla="val 8396"/>
                    <a:gd name="f1" fmla="val 8064"/>
                  </a:avLst>
                  <a:gdLst>
                    <a:gd name="f2" fmla="val 10800000"/>
                    <a:gd name="f3" fmla="val 5400000"/>
                    <a:gd name="f4" fmla="val 180"/>
                    <a:gd name="f5" fmla="val w"/>
                    <a:gd name="f6" fmla="val h"/>
                    <a:gd name="f7" fmla="val 0"/>
                    <a:gd name="f8" fmla="val 21600"/>
                    <a:gd name="f9" fmla="val 10800"/>
                    <a:gd name="f10" fmla="+- 0 0 0"/>
                    <a:gd name="f11" fmla="+- 0 0 180"/>
                    <a:gd name="f12" fmla="*/ f5 1 21600"/>
                    <a:gd name="f13" fmla="*/ f6 1 21600"/>
                    <a:gd name="f14" fmla="pin 0 f0 21600"/>
                    <a:gd name="f15" fmla="pin 0 f1 10800"/>
                    <a:gd name="f16" fmla="*/ f10 f2 1"/>
                    <a:gd name="f17" fmla="*/ f11 f2 1"/>
                    <a:gd name="f18" fmla="val f15"/>
                    <a:gd name="f19" fmla="val f14"/>
                    <a:gd name="f20" fmla="+- 21600 0 f15"/>
                    <a:gd name="f21" fmla="*/ f14 f12 1"/>
                    <a:gd name="f22" fmla="*/ f15 f13 1"/>
                    <a:gd name="f23" fmla="*/ 0 f12 1"/>
                    <a:gd name="f24" fmla="*/ 0 f13 1"/>
                    <a:gd name="f25" fmla="*/ f16 1 f4"/>
                    <a:gd name="f26" fmla="*/ 21600 f13 1"/>
                    <a:gd name="f27" fmla="*/ f17 1 f4"/>
                    <a:gd name="f28" fmla="+- 21600 0 f19"/>
                    <a:gd name="f29" fmla="*/ f20 f13 1"/>
                    <a:gd name="f30" fmla="*/ f18 f13 1"/>
                    <a:gd name="f31" fmla="*/ f19 f12 1"/>
                    <a:gd name="f32" fmla="+- f25 0 f3"/>
                    <a:gd name="f33" fmla="+- f27 0 f3"/>
                    <a:gd name="f34" fmla="*/ f28 f18 1"/>
                    <a:gd name="f35" fmla="*/ f34 1 10800"/>
                    <a:gd name="f36" fmla="+- f19 f35 0"/>
                    <a:gd name="f37" fmla="*/ f36 f12 1"/>
                  </a:gdLst>
                  <a:ahLst>
                    <a:ahXY gdRefX="f0" minX="f7" maxX="f8" gdRefY="f1" minY="f7" maxY="f9">
                      <a:pos x="f21" y="f22"/>
                    </a:ahXY>
                  </a:ahLst>
                  <a:cxnLst>
                    <a:cxn ang="3cd4">
                      <a:pos x="hc" y="t"/>
                    </a:cxn>
                    <a:cxn ang="0">
                      <a:pos x="r" y="vc"/>
                    </a:cxn>
                    <a:cxn ang="cd4">
                      <a:pos x="hc" y="b"/>
                    </a:cxn>
                    <a:cxn ang="cd2">
                      <a:pos x="l" y="vc"/>
                    </a:cxn>
                    <a:cxn ang="f32">
                      <a:pos x="f31" y="f24"/>
                    </a:cxn>
                    <a:cxn ang="f33">
                      <a:pos x="f31" y="f26"/>
                    </a:cxn>
                  </a:cxnLst>
                  <a:rect l="f23" t="f30" r="f37" b="f29"/>
                  <a:pathLst>
                    <a:path w="21600" h="21600">
                      <a:moveTo>
                        <a:pt x="f7" y="f18"/>
                      </a:moveTo>
                      <a:lnTo>
                        <a:pt x="f19" y="f18"/>
                      </a:lnTo>
                      <a:lnTo>
                        <a:pt x="f19" y="f7"/>
                      </a:lnTo>
                      <a:lnTo>
                        <a:pt x="f8" y="f9"/>
                      </a:lnTo>
                      <a:lnTo>
                        <a:pt x="f19" y="f8"/>
                      </a:lnTo>
                      <a:lnTo>
                        <a:pt x="f19" y="f20"/>
                      </a:lnTo>
                      <a:lnTo>
                        <a:pt x="f7" y="f20"/>
                      </a:lnTo>
                      <a:close/>
                    </a:path>
                  </a:pathLst>
                </a:custGeom>
                <a:solidFill>
                  <a:srgbClr val="4A7DB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grpSp>
        <p:grpSp>
          <p:nvGrpSpPr>
            <p:cNvPr id="69" name="Groep 33">
              <a:extLst>
                <a:ext uri="{FF2B5EF4-FFF2-40B4-BE49-F238E27FC236}">
                  <a16:creationId xmlns:a16="http://schemas.microsoft.com/office/drawing/2014/main" id="{BF68402E-3B81-1560-1A6D-D51C2D0B9760}"/>
                </a:ext>
              </a:extLst>
            </p:cNvPr>
            <p:cNvGrpSpPr/>
            <p:nvPr/>
          </p:nvGrpSpPr>
          <p:grpSpPr>
            <a:xfrm>
              <a:off x="15225601" y="4663037"/>
              <a:ext cx="627799" cy="576684"/>
              <a:chOff x="15225601" y="4663037"/>
              <a:chExt cx="627799" cy="576684"/>
            </a:xfrm>
          </p:grpSpPr>
          <p:grpSp>
            <p:nvGrpSpPr>
              <p:cNvPr id="70" name="Inspireren">
                <a:extLst>
                  <a:ext uri="{FF2B5EF4-FFF2-40B4-BE49-F238E27FC236}">
                    <a16:creationId xmlns:a16="http://schemas.microsoft.com/office/drawing/2014/main" id="{D47F67C2-FE75-FF71-25DC-2D7160A69878}"/>
                  </a:ext>
                </a:extLst>
              </p:cNvPr>
              <p:cNvGrpSpPr/>
              <p:nvPr/>
            </p:nvGrpSpPr>
            <p:grpSpPr>
              <a:xfrm>
                <a:off x="15447919" y="4663037"/>
                <a:ext cx="169776" cy="242380"/>
                <a:chOff x="15447919" y="4663037"/>
                <a:chExt cx="169776" cy="242380"/>
              </a:xfrm>
            </p:grpSpPr>
            <p:sp>
              <p:nvSpPr>
                <p:cNvPr id="71" name="Freeform 12">
                  <a:extLst>
                    <a:ext uri="{FF2B5EF4-FFF2-40B4-BE49-F238E27FC236}">
                      <a16:creationId xmlns:a16="http://schemas.microsoft.com/office/drawing/2014/main" id="{68DE4A12-CC5A-64EC-AC97-53D4521C04D5}"/>
                    </a:ext>
                  </a:extLst>
                </p:cNvPr>
                <p:cNvSpPr/>
                <p:nvPr/>
              </p:nvSpPr>
              <p:spPr>
                <a:xfrm>
                  <a:off x="15498119" y="4749869"/>
                  <a:ext cx="68726" cy="62051"/>
                </a:xfrm>
                <a:custGeom>
                  <a:avLst/>
                  <a:gdLst>
                    <a:gd name="f0" fmla="val 10800000"/>
                    <a:gd name="f1" fmla="val 5400000"/>
                    <a:gd name="f2" fmla="val 180"/>
                    <a:gd name="f3" fmla="val w"/>
                    <a:gd name="f4" fmla="val h"/>
                    <a:gd name="f5" fmla="val 0"/>
                    <a:gd name="f6" fmla="val 319"/>
                    <a:gd name="f7" fmla="val 288"/>
                    <a:gd name="f8" fmla="val 220"/>
                    <a:gd name="f9" fmla="val 107"/>
                    <a:gd name="f10" fmla="+- 0 0 -90"/>
                    <a:gd name="f11" fmla="*/ f3 1 319"/>
                    <a:gd name="f12" fmla="*/ f4 1 288"/>
                    <a:gd name="f13" fmla="val f5"/>
                    <a:gd name="f14" fmla="val f6"/>
                    <a:gd name="f15" fmla="val f7"/>
                    <a:gd name="f16" fmla="*/ f10 f0 1"/>
                    <a:gd name="f17" fmla="+- f15 0 f13"/>
                    <a:gd name="f18" fmla="+- f14 0 f13"/>
                    <a:gd name="f19" fmla="*/ f16 1 f2"/>
                    <a:gd name="f20" fmla="*/ f18 1 319"/>
                    <a:gd name="f21" fmla="*/ f17 1 288"/>
                    <a:gd name="f22" fmla="*/ 220 f18 1"/>
                    <a:gd name="f23" fmla="*/ 288 f17 1"/>
                    <a:gd name="f24" fmla="*/ 107 f18 1"/>
                    <a:gd name="f25" fmla="*/ 0 f18 1"/>
                    <a:gd name="f26" fmla="*/ 0 f17 1"/>
                    <a:gd name="f27" fmla="*/ 319 f18 1"/>
                    <a:gd name="f28" fmla="+- f19 0 f1"/>
                    <a:gd name="f29" fmla="*/ f22 1 319"/>
                    <a:gd name="f30" fmla="*/ f23 1 288"/>
                    <a:gd name="f31" fmla="*/ f24 1 319"/>
                    <a:gd name="f32" fmla="*/ f25 1 319"/>
                    <a:gd name="f33" fmla="*/ f26 1 288"/>
                    <a:gd name="f34" fmla="*/ f27 1 319"/>
                    <a:gd name="f35" fmla="*/ 0 1 f20"/>
                    <a:gd name="f36" fmla="*/ f14 1 f20"/>
                    <a:gd name="f37" fmla="*/ 0 1 f21"/>
                    <a:gd name="f38" fmla="*/ f15 1 f21"/>
                    <a:gd name="f39" fmla="*/ f29 1 f20"/>
                    <a:gd name="f40" fmla="*/ f30 1 f21"/>
                    <a:gd name="f41" fmla="*/ f31 1 f20"/>
                    <a:gd name="f42" fmla="*/ f32 1 f20"/>
                    <a:gd name="f43" fmla="*/ f33 1 f21"/>
                    <a:gd name="f44" fmla="*/ f34 1 f20"/>
                    <a:gd name="f45" fmla="*/ f35 f11 1"/>
                    <a:gd name="f46" fmla="*/ f36 f11 1"/>
                    <a:gd name="f47" fmla="*/ f38 f12 1"/>
                    <a:gd name="f48" fmla="*/ f37 f12 1"/>
                    <a:gd name="f49" fmla="*/ f39 f11 1"/>
                    <a:gd name="f50" fmla="*/ f40 f12 1"/>
                    <a:gd name="f51" fmla="*/ f41 f11 1"/>
                    <a:gd name="f52" fmla="*/ f42 f11 1"/>
                    <a:gd name="f53" fmla="*/ f43 f12 1"/>
                    <a:gd name="f54" fmla="*/ f44 f11 1"/>
                  </a:gdLst>
                  <a:ahLst/>
                  <a:cxnLst>
                    <a:cxn ang="3cd4">
                      <a:pos x="hc" y="t"/>
                    </a:cxn>
                    <a:cxn ang="0">
                      <a:pos x="r" y="vc"/>
                    </a:cxn>
                    <a:cxn ang="cd4">
                      <a:pos x="hc" y="b"/>
                    </a:cxn>
                    <a:cxn ang="cd2">
                      <a:pos x="l" y="vc"/>
                    </a:cxn>
                    <a:cxn ang="f28">
                      <a:pos x="f49" y="f50"/>
                    </a:cxn>
                    <a:cxn ang="f28">
                      <a:pos x="f51" y="f50"/>
                    </a:cxn>
                    <a:cxn ang="f28">
                      <a:pos x="f52" y="f53"/>
                    </a:cxn>
                    <a:cxn ang="f28">
                      <a:pos x="f54" y="f53"/>
                    </a:cxn>
                    <a:cxn ang="f28">
                      <a:pos x="f49" y="f50"/>
                    </a:cxn>
                  </a:cxnLst>
                  <a:rect l="f45" t="f48" r="f46" b="f47"/>
                  <a:pathLst>
                    <a:path w="319" h="288">
                      <a:moveTo>
                        <a:pt x="f8" y="f7"/>
                      </a:moveTo>
                      <a:lnTo>
                        <a:pt x="f9" y="f7"/>
                      </a:lnTo>
                      <a:lnTo>
                        <a:pt x="f5" y="f5"/>
                      </a:lnTo>
                      <a:lnTo>
                        <a:pt x="f6" y="f5"/>
                      </a:lnTo>
                      <a:lnTo>
                        <a:pt x="f8" y="f7"/>
                      </a:lnTo>
                      <a:close/>
                    </a:path>
                  </a:pathLst>
                </a:custGeom>
                <a:solidFill>
                  <a:srgbClr val="1FF524"/>
                </a:solidFill>
                <a:ln>
                  <a:noFill/>
                  <a:prstDash val="solid"/>
                </a:ln>
              </p:spPr>
              <p:txBody>
                <a:bodyPr vert="horz" wrap="square" lIns="91440" tIns="45720" rIns="91440" bIns="45720" anchor="t"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300" b="0" i="0" u="none" strike="noStrike" kern="0" cap="none" spc="0" baseline="0">
                    <a:solidFill>
                      <a:srgbClr val="211F26"/>
                    </a:solidFill>
                    <a:uFillTx/>
                    <a:latin typeface="Arial"/>
                  </a:endParaRPr>
                </a:p>
              </p:txBody>
            </p:sp>
            <p:sp>
              <p:nvSpPr>
                <p:cNvPr id="72" name="Freeform 13">
                  <a:extLst>
                    <a:ext uri="{FF2B5EF4-FFF2-40B4-BE49-F238E27FC236}">
                      <a16:creationId xmlns:a16="http://schemas.microsoft.com/office/drawing/2014/main" id="{8A4C48EA-ED38-18D3-B1E5-98461E488A7E}"/>
                    </a:ext>
                  </a:extLst>
                </p:cNvPr>
                <p:cNvSpPr/>
                <p:nvPr/>
              </p:nvSpPr>
              <p:spPr>
                <a:xfrm>
                  <a:off x="15502637" y="4881286"/>
                  <a:ext cx="60761" cy="24131"/>
                </a:xfrm>
                <a:custGeom>
                  <a:avLst/>
                  <a:gdLst>
                    <a:gd name="f0" fmla="val 10800000"/>
                    <a:gd name="f1" fmla="val 5400000"/>
                    <a:gd name="f2" fmla="val 180"/>
                    <a:gd name="f3" fmla="val w"/>
                    <a:gd name="f4" fmla="val h"/>
                    <a:gd name="f5" fmla="val 0"/>
                    <a:gd name="f6" fmla="val 251"/>
                    <a:gd name="f7" fmla="val 100"/>
                    <a:gd name="f8" fmla="val 229"/>
                    <a:gd name="f9" fmla="val 70"/>
                    <a:gd name="f10" fmla="val 69"/>
                    <a:gd name="f11" fmla="val 22"/>
                    <a:gd name="f12" fmla="val 27"/>
                    <a:gd name="f13" fmla="val 87"/>
                    <a:gd name="f14" fmla="val 44"/>
                    <a:gd name="f15" fmla="val 63"/>
                    <a:gd name="f16" fmla="val 188"/>
                    <a:gd name="f17" fmla="val 207"/>
                    <a:gd name="f18" fmla="val 223"/>
                    <a:gd name="f19" fmla="val 88"/>
                    <a:gd name="f20" fmla="val 71"/>
                    <a:gd name="f21" fmla="+- 0 0 -90"/>
                    <a:gd name="f22" fmla="*/ f3 1 251"/>
                    <a:gd name="f23" fmla="*/ f4 1 100"/>
                    <a:gd name="f24" fmla="val f5"/>
                    <a:gd name="f25" fmla="val f6"/>
                    <a:gd name="f26" fmla="val f7"/>
                    <a:gd name="f27" fmla="*/ f21 f0 1"/>
                    <a:gd name="f28" fmla="+- f26 0 f24"/>
                    <a:gd name="f29" fmla="+- f25 0 f24"/>
                    <a:gd name="f30" fmla="*/ f27 1 f2"/>
                    <a:gd name="f31" fmla="*/ f29 1 251"/>
                    <a:gd name="f32" fmla="*/ f28 1 100"/>
                    <a:gd name="f33" fmla="*/ 229 f29 1"/>
                    <a:gd name="f34" fmla="*/ 70 f28 1"/>
                    <a:gd name="f35" fmla="*/ 69 f28 1"/>
                    <a:gd name="f36" fmla="*/ 251 f29 1"/>
                    <a:gd name="f37" fmla="*/ 0 f28 1"/>
                    <a:gd name="f38" fmla="*/ 0 f29 1"/>
                    <a:gd name="f39" fmla="*/ 22 f29 1"/>
                    <a:gd name="f40" fmla="*/ 63 f29 1"/>
                    <a:gd name="f41" fmla="*/ 100 f28 1"/>
                    <a:gd name="f42" fmla="*/ 188 f29 1"/>
                    <a:gd name="f43" fmla="*/ 71 f28 1"/>
                    <a:gd name="f44" fmla="+- f30 0 f1"/>
                    <a:gd name="f45" fmla="*/ f33 1 251"/>
                    <a:gd name="f46" fmla="*/ f34 1 100"/>
                    <a:gd name="f47" fmla="*/ f35 1 100"/>
                    <a:gd name="f48" fmla="*/ f36 1 251"/>
                    <a:gd name="f49" fmla="*/ f37 1 100"/>
                    <a:gd name="f50" fmla="*/ f38 1 251"/>
                    <a:gd name="f51" fmla="*/ f39 1 251"/>
                    <a:gd name="f52" fmla="*/ f40 1 251"/>
                    <a:gd name="f53" fmla="*/ f41 1 100"/>
                    <a:gd name="f54" fmla="*/ f42 1 251"/>
                    <a:gd name="f55" fmla="*/ f43 1 100"/>
                    <a:gd name="f56" fmla="*/ 0 1 f31"/>
                    <a:gd name="f57" fmla="*/ f25 1 f31"/>
                    <a:gd name="f58" fmla="*/ 0 1 f32"/>
                    <a:gd name="f59" fmla="*/ f26 1 f32"/>
                    <a:gd name="f60" fmla="*/ f45 1 f31"/>
                    <a:gd name="f61" fmla="*/ f46 1 f32"/>
                    <a:gd name="f62" fmla="*/ f47 1 f32"/>
                    <a:gd name="f63" fmla="*/ f48 1 f31"/>
                    <a:gd name="f64" fmla="*/ f49 1 f32"/>
                    <a:gd name="f65" fmla="*/ f50 1 f31"/>
                    <a:gd name="f66" fmla="*/ f51 1 f31"/>
                    <a:gd name="f67" fmla="*/ f52 1 f31"/>
                    <a:gd name="f68" fmla="*/ f53 1 f32"/>
                    <a:gd name="f69" fmla="*/ f54 1 f31"/>
                    <a:gd name="f70" fmla="*/ f55 1 f32"/>
                    <a:gd name="f71" fmla="*/ f56 f22 1"/>
                    <a:gd name="f72" fmla="*/ f57 f22 1"/>
                    <a:gd name="f73" fmla="*/ f59 f23 1"/>
                    <a:gd name="f74" fmla="*/ f58 f23 1"/>
                    <a:gd name="f75" fmla="*/ f60 f22 1"/>
                    <a:gd name="f76" fmla="*/ f61 f23 1"/>
                    <a:gd name="f77" fmla="*/ f62 f23 1"/>
                    <a:gd name="f78" fmla="*/ f63 f22 1"/>
                    <a:gd name="f79" fmla="*/ f64 f23 1"/>
                    <a:gd name="f80" fmla="*/ f65 f22 1"/>
                    <a:gd name="f81" fmla="*/ f66 f22 1"/>
                    <a:gd name="f82" fmla="*/ f67 f22 1"/>
                    <a:gd name="f83" fmla="*/ f68 f23 1"/>
                    <a:gd name="f84" fmla="*/ f69 f22 1"/>
                    <a:gd name="f85" fmla="*/ f70 f23 1"/>
                  </a:gdLst>
                  <a:ahLst/>
                  <a:cxnLst>
                    <a:cxn ang="3cd4">
                      <a:pos x="hc" y="t"/>
                    </a:cxn>
                    <a:cxn ang="0">
                      <a:pos x="r" y="vc"/>
                    </a:cxn>
                    <a:cxn ang="cd4">
                      <a:pos x="hc" y="b"/>
                    </a:cxn>
                    <a:cxn ang="cd2">
                      <a:pos x="l" y="vc"/>
                    </a:cxn>
                    <a:cxn ang="f44">
                      <a:pos x="f75" y="f76"/>
                    </a:cxn>
                    <a:cxn ang="f44">
                      <a:pos x="f75" y="f77"/>
                    </a:cxn>
                    <a:cxn ang="f44">
                      <a:pos x="f78" y="f79"/>
                    </a:cxn>
                    <a:cxn ang="f44">
                      <a:pos x="f80" y="f79"/>
                    </a:cxn>
                    <a:cxn ang="f44">
                      <a:pos x="f81" y="f77"/>
                    </a:cxn>
                    <a:cxn ang="f44">
                      <a:pos x="f82" y="f83"/>
                    </a:cxn>
                    <a:cxn ang="f44">
                      <a:pos x="f84" y="f83"/>
                    </a:cxn>
                    <a:cxn ang="f44">
                      <a:pos x="f75" y="f85"/>
                    </a:cxn>
                    <a:cxn ang="f44">
                      <a:pos x="f75" y="f85"/>
                    </a:cxn>
                    <a:cxn ang="f44">
                      <a:pos x="f75" y="f76"/>
                    </a:cxn>
                  </a:cxnLst>
                  <a:rect l="f71" t="f74" r="f72" b="f73"/>
                  <a:pathLst>
                    <a:path w="251" h="100">
                      <a:moveTo>
                        <a:pt x="f8" y="f9"/>
                      </a:moveTo>
                      <a:cubicBezTo>
                        <a:pt x="f8" y="f9"/>
                        <a:pt x="f8" y="f10"/>
                        <a:pt x="f8" y="f10"/>
                      </a:cubicBezTo>
                      <a:cubicBezTo>
                        <a:pt x="f6" y="f5"/>
                        <a:pt x="f6" y="f5"/>
                        <a:pt x="f6" y="f5"/>
                      </a:cubicBezTo>
                      <a:cubicBezTo>
                        <a:pt x="f5" y="f5"/>
                        <a:pt x="f5" y="f5"/>
                        <a:pt x="f5" y="f5"/>
                      </a:cubicBezTo>
                      <a:cubicBezTo>
                        <a:pt x="f11" y="f10"/>
                        <a:pt x="f11" y="f10"/>
                        <a:pt x="f11" y="f10"/>
                      </a:cubicBezTo>
                      <a:cubicBezTo>
                        <a:pt x="f12" y="f13"/>
                        <a:pt x="f14" y="f7"/>
                        <a:pt x="f15" y="f7"/>
                      </a:cubicBezTo>
                      <a:cubicBezTo>
                        <a:pt x="f16" y="f7"/>
                        <a:pt x="f16" y="f7"/>
                        <a:pt x="f16" y="f7"/>
                      </a:cubicBezTo>
                      <a:cubicBezTo>
                        <a:pt x="f17" y="f7"/>
                        <a:pt x="f18" y="f19"/>
                        <a:pt x="f8" y="f20"/>
                      </a:cubicBezTo>
                      <a:cubicBezTo>
                        <a:pt x="f8" y="f20"/>
                        <a:pt x="f8" y="f20"/>
                        <a:pt x="f8" y="f20"/>
                      </a:cubicBezTo>
                      <a:lnTo>
                        <a:pt x="f8" y="f9"/>
                      </a:lnTo>
                      <a:close/>
                    </a:path>
                  </a:pathLst>
                </a:custGeom>
                <a:gradFill>
                  <a:gsLst>
                    <a:gs pos="0">
                      <a:srgbClr val="9D9FA1"/>
                    </a:gs>
                    <a:gs pos="100000">
                      <a:srgbClr val="211F26"/>
                    </a:gs>
                  </a:gsLst>
                  <a:lin ang="2700000"/>
                </a:gradFill>
                <a:ln>
                  <a:noFill/>
                  <a:prstDash val="solid"/>
                </a:ln>
              </p:spPr>
              <p:txBody>
                <a:bodyPr vert="horz" wrap="square" lIns="91440" tIns="45720" rIns="91440" bIns="45720" anchor="t"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300" b="0" i="0" u="none" strike="noStrike" kern="0" cap="none" spc="0" baseline="0">
                    <a:solidFill>
                      <a:srgbClr val="211F26"/>
                    </a:solidFill>
                    <a:uFillTx/>
                    <a:latin typeface="Arial"/>
                  </a:endParaRPr>
                </a:p>
              </p:txBody>
            </p:sp>
            <p:sp>
              <p:nvSpPr>
                <p:cNvPr id="73" name="Freeform 14">
                  <a:extLst>
                    <a:ext uri="{FF2B5EF4-FFF2-40B4-BE49-F238E27FC236}">
                      <a16:creationId xmlns:a16="http://schemas.microsoft.com/office/drawing/2014/main" id="{AAB3D8FC-21EF-F80D-A1C2-FA42547AA804}"/>
                    </a:ext>
                  </a:extLst>
                </p:cNvPr>
                <p:cNvSpPr/>
                <p:nvPr/>
              </p:nvSpPr>
              <p:spPr>
                <a:xfrm>
                  <a:off x="15447919" y="4663037"/>
                  <a:ext cx="169776" cy="208126"/>
                </a:xfrm>
                <a:custGeom>
                  <a:avLst/>
                  <a:gdLst>
                    <a:gd name="f0" fmla="val 10800000"/>
                    <a:gd name="f1" fmla="val 5400000"/>
                    <a:gd name="f2" fmla="val 180"/>
                    <a:gd name="f3" fmla="val w"/>
                    <a:gd name="f4" fmla="val h"/>
                    <a:gd name="f5" fmla="val 0"/>
                    <a:gd name="f6" fmla="val 702"/>
                    <a:gd name="f7" fmla="val 860"/>
                    <a:gd name="f8" fmla="val 351"/>
                    <a:gd name="f9" fmla="val 157"/>
                    <a:gd name="f10" fmla="val 463"/>
                    <a:gd name="f11" fmla="val 52"/>
                    <a:gd name="f12" fmla="val 562"/>
                    <a:gd name="f13" fmla="val 134"/>
                    <a:gd name="f14" fmla="val 627"/>
                    <a:gd name="f15" fmla="val 165"/>
                    <a:gd name="f16" fmla="val 718"/>
                    <a:gd name="f17" fmla="val 266"/>
                    <a:gd name="f18" fmla="val 434"/>
                    <a:gd name="f19" fmla="val 419"/>
                    <a:gd name="f20" fmla="val 760"/>
                    <a:gd name="f21" fmla="val 284"/>
                    <a:gd name="f22" fmla="val 179"/>
                    <a:gd name="f23" fmla="val 212"/>
                    <a:gd name="f24" fmla="val 216"/>
                    <a:gd name="f25" fmla="val 488"/>
                    <a:gd name="f26" fmla="val 491"/>
                    <a:gd name="f27" fmla="val 570"/>
                    <a:gd name="f28" fmla="val 625"/>
                    <a:gd name="f29" fmla="val 651"/>
                    <a:gd name="f30" fmla="val 560"/>
                    <a:gd name="f31" fmla="val 461"/>
                    <a:gd name="f32" fmla="val 545"/>
                    <a:gd name="f33" fmla="val 587"/>
                    <a:gd name="f34" fmla="val 438"/>
                    <a:gd name="f35" fmla="val 568"/>
                    <a:gd name="f36" fmla="val 490"/>
                    <a:gd name="f37" fmla="val 531"/>
                    <a:gd name="f38" fmla="val 534"/>
                    <a:gd name="f39" fmla="val 485"/>
                    <a:gd name="f40" fmla="val 563"/>
                    <a:gd name="f41" fmla="val 454"/>
                    <a:gd name="f42" fmla="val 658"/>
                    <a:gd name="f43" fmla="val 250"/>
                    <a:gd name="f44" fmla="val 219"/>
                    <a:gd name="f45" fmla="val 565"/>
                    <a:gd name="f46" fmla="val 172"/>
                    <a:gd name="f47" fmla="val 536"/>
                    <a:gd name="f48" fmla="val 135"/>
                    <a:gd name="f49" fmla="val 115"/>
                    <a:gd name="f50" fmla="val 439"/>
                    <a:gd name="f51" fmla="val 105"/>
                    <a:gd name="f52" fmla="val 411"/>
                    <a:gd name="f53" fmla="val 99"/>
                    <a:gd name="f54" fmla="val 382"/>
                    <a:gd name="f55" fmla="val 603"/>
                    <a:gd name="f56" fmla="val 381"/>
                    <a:gd name="f57" fmla="val 597"/>
                    <a:gd name="f58" fmla="+- 0 0 -90"/>
                    <a:gd name="f59" fmla="*/ f3 1 702"/>
                    <a:gd name="f60" fmla="*/ f4 1 860"/>
                    <a:gd name="f61" fmla="val f5"/>
                    <a:gd name="f62" fmla="val f6"/>
                    <a:gd name="f63" fmla="val f7"/>
                    <a:gd name="f64" fmla="*/ f58 f0 1"/>
                    <a:gd name="f65" fmla="+- f63 0 f61"/>
                    <a:gd name="f66" fmla="+- f62 0 f61"/>
                    <a:gd name="f67" fmla="*/ f64 1 f2"/>
                    <a:gd name="f68" fmla="*/ f66 1 702"/>
                    <a:gd name="f69" fmla="*/ f65 1 860"/>
                    <a:gd name="f70" fmla="*/ 351 f66 1"/>
                    <a:gd name="f71" fmla="*/ 0 f65 1"/>
                    <a:gd name="f72" fmla="*/ 0 f66 1"/>
                    <a:gd name="f73" fmla="*/ 351 f65 1"/>
                    <a:gd name="f74" fmla="*/ 134 f66 1"/>
                    <a:gd name="f75" fmla="*/ 627 f65 1"/>
                    <a:gd name="f76" fmla="*/ 165 f66 1"/>
                    <a:gd name="f77" fmla="*/ 718 f65 1"/>
                    <a:gd name="f78" fmla="*/ 266 f66 1"/>
                    <a:gd name="f79" fmla="*/ 434 f66 1"/>
                    <a:gd name="f80" fmla="*/ 419 f66 1"/>
                    <a:gd name="f81" fmla="*/ 760 f65 1"/>
                    <a:gd name="f82" fmla="*/ 284 f66 1"/>
                    <a:gd name="f83" fmla="*/ 179 f66 1"/>
                    <a:gd name="f84" fmla="*/ 212 f66 1"/>
                    <a:gd name="f85" fmla="*/ 860 f65 1"/>
                    <a:gd name="f86" fmla="*/ 216 f66 1"/>
                    <a:gd name="f87" fmla="*/ 488 f66 1"/>
                    <a:gd name="f88" fmla="*/ 491 f66 1"/>
                    <a:gd name="f89" fmla="*/ 570 f66 1"/>
                    <a:gd name="f90" fmla="*/ 625 f65 1"/>
                    <a:gd name="f91" fmla="*/ 702 f66 1"/>
                    <a:gd name="f92" fmla="*/ 587 f66 1"/>
                    <a:gd name="f93" fmla="*/ 438 f65 1"/>
                    <a:gd name="f94" fmla="*/ 485 f66 1"/>
                    <a:gd name="f95" fmla="*/ 563 f65 1"/>
                    <a:gd name="f96" fmla="*/ 454 f66 1"/>
                    <a:gd name="f97" fmla="*/ 658 f65 1"/>
                    <a:gd name="f98" fmla="*/ 250 f66 1"/>
                    <a:gd name="f99" fmla="*/ 219 f66 1"/>
                    <a:gd name="f100" fmla="*/ 565 f65 1"/>
                    <a:gd name="f101" fmla="*/ 115 f66 1"/>
                    <a:gd name="f102" fmla="*/ 439 f65 1"/>
                    <a:gd name="f103" fmla="*/ 99 f66 1"/>
                    <a:gd name="f104" fmla="*/ 99 f65 1"/>
                    <a:gd name="f105" fmla="*/ 603 f66 1"/>
                    <a:gd name="f106" fmla="+- f67 0 f1"/>
                    <a:gd name="f107" fmla="*/ f70 1 702"/>
                    <a:gd name="f108" fmla="*/ f71 1 860"/>
                    <a:gd name="f109" fmla="*/ f72 1 702"/>
                    <a:gd name="f110" fmla="*/ f73 1 860"/>
                    <a:gd name="f111" fmla="*/ f74 1 702"/>
                    <a:gd name="f112" fmla="*/ f75 1 860"/>
                    <a:gd name="f113" fmla="*/ f76 1 702"/>
                    <a:gd name="f114" fmla="*/ f77 1 860"/>
                    <a:gd name="f115" fmla="*/ f78 1 702"/>
                    <a:gd name="f116" fmla="*/ f79 1 702"/>
                    <a:gd name="f117" fmla="*/ f80 1 702"/>
                    <a:gd name="f118" fmla="*/ f81 1 860"/>
                    <a:gd name="f119" fmla="*/ f82 1 702"/>
                    <a:gd name="f120" fmla="*/ f83 1 702"/>
                    <a:gd name="f121" fmla="*/ f84 1 702"/>
                    <a:gd name="f122" fmla="*/ f85 1 860"/>
                    <a:gd name="f123" fmla="*/ f86 1 702"/>
                    <a:gd name="f124" fmla="*/ f87 1 702"/>
                    <a:gd name="f125" fmla="*/ f88 1 702"/>
                    <a:gd name="f126" fmla="*/ f89 1 702"/>
                    <a:gd name="f127" fmla="*/ f90 1 860"/>
                    <a:gd name="f128" fmla="*/ f91 1 702"/>
                    <a:gd name="f129" fmla="*/ f92 1 702"/>
                    <a:gd name="f130" fmla="*/ f93 1 860"/>
                    <a:gd name="f131" fmla="*/ f94 1 702"/>
                    <a:gd name="f132" fmla="*/ f95 1 860"/>
                    <a:gd name="f133" fmla="*/ f96 1 702"/>
                    <a:gd name="f134" fmla="*/ f97 1 860"/>
                    <a:gd name="f135" fmla="*/ f98 1 702"/>
                    <a:gd name="f136" fmla="*/ f99 1 702"/>
                    <a:gd name="f137" fmla="*/ f100 1 860"/>
                    <a:gd name="f138" fmla="*/ f101 1 702"/>
                    <a:gd name="f139" fmla="*/ f102 1 860"/>
                    <a:gd name="f140" fmla="*/ f103 1 702"/>
                    <a:gd name="f141" fmla="*/ f104 1 860"/>
                    <a:gd name="f142" fmla="*/ f105 1 702"/>
                    <a:gd name="f143" fmla="*/ 0 1 f68"/>
                    <a:gd name="f144" fmla="*/ f62 1 f68"/>
                    <a:gd name="f145" fmla="*/ 0 1 f69"/>
                    <a:gd name="f146" fmla="*/ f63 1 f69"/>
                    <a:gd name="f147" fmla="*/ f107 1 f68"/>
                    <a:gd name="f148" fmla="*/ f108 1 f69"/>
                    <a:gd name="f149" fmla="*/ f109 1 f68"/>
                    <a:gd name="f150" fmla="*/ f110 1 f69"/>
                    <a:gd name="f151" fmla="*/ f111 1 f68"/>
                    <a:gd name="f152" fmla="*/ f112 1 f69"/>
                    <a:gd name="f153" fmla="*/ f113 1 f68"/>
                    <a:gd name="f154" fmla="*/ f114 1 f69"/>
                    <a:gd name="f155" fmla="*/ f115 1 f68"/>
                    <a:gd name="f156" fmla="*/ f116 1 f68"/>
                    <a:gd name="f157" fmla="*/ f117 1 f68"/>
                    <a:gd name="f158" fmla="*/ f118 1 f69"/>
                    <a:gd name="f159" fmla="*/ f119 1 f68"/>
                    <a:gd name="f160" fmla="*/ f120 1 f68"/>
                    <a:gd name="f161" fmla="*/ f121 1 f68"/>
                    <a:gd name="f162" fmla="*/ f122 1 f69"/>
                    <a:gd name="f163" fmla="*/ f123 1 f68"/>
                    <a:gd name="f164" fmla="*/ f124 1 f68"/>
                    <a:gd name="f165" fmla="*/ f125 1 f68"/>
                    <a:gd name="f166" fmla="*/ f126 1 f68"/>
                    <a:gd name="f167" fmla="*/ f127 1 f69"/>
                    <a:gd name="f168" fmla="*/ f128 1 f68"/>
                    <a:gd name="f169" fmla="*/ f129 1 f68"/>
                    <a:gd name="f170" fmla="*/ f130 1 f69"/>
                    <a:gd name="f171" fmla="*/ f131 1 f68"/>
                    <a:gd name="f172" fmla="*/ f132 1 f69"/>
                    <a:gd name="f173" fmla="*/ f133 1 f68"/>
                    <a:gd name="f174" fmla="*/ f134 1 f69"/>
                    <a:gd name="f175" fmla="*/ f135 1 f68"/>
                    <a:gd name="f176" fmla="*/ f136 1 f68"/>
                    <a:gd name="f177" fmla="*/ f137 1 f69"/>
                    <a:gd name="f178" fmla="*/ f138 1 f68"/>
                    <a:gd name="f179" fmla="*/ f139 1 f69"/>
                    <a:gd name="f180" fmla="*/ f140 1 f68"/>
                    <a:gd name="f181" fmla="*/ f141 1 f69"/>
                    <a:gd name="f182" fmla="*/ f142 1 f68"/>
                    <a:gd name="f183" fmla="*/ f143 f59 1"/>
                    <a:gd name="f184" fmla="*/ f144 f59 1"/>
                    <a:gd name="f185" fmla="*/ f146 f60 1"/>
                    <a:gd name="f186" fmla="*/ f145 f60 1"/>
                    <a:gd name="f187" fmla="*/ f147 f59 1"/>
                    <a:gd name="f188" fmla="*/ f148 f60 1"/>
                    <a:gd name="f189" fmla="*/ f149 f59 1"/>
                    <a:gd name="f190" fmla="*/ f150 f60 1"/>
                    <a:gd name="f191" fmla="*/ f151 f59 1"/>
                    <a:gd name="f192" fmla="*/ f152 f60 1"/>
                    <a:gd name="f193" fmla="*/ f153 f59 1"/>
                    <a:gd name="f194" fmla="*/ f154 f60 1"/>
                    <a:gd name="f195" fmla="*/ f155 f59 1"/>
                    <a:gd name="f196" fmla="*/ f156 f59 1"/>
                    <a:gd name="f197" fmla="*/ f157 f59 1"/>
                    <a:gd name="f198" fmla="*/ f158 f60 1"/>
                    <a:gd name="f199" fmla="*/ f159 f59 1"/>
                    <a:gd name="f200" fmla="*/ f160 f59 1"/>
                    <a:gd name="f201" fmla="*/ f161 f59 1"/>
                    <a:gd name="f202" fmla="*/ f162 f60 1"/>
                    <a:gd name="f203" fmla="*/ f163 f59 1"/>
                    <a:gd name="f204" fmla="*/ f164 f59 1"/>
                    <a:gd name="f205" fmla="*/ f165 f59 1"/>
                    <a:gd name="f206" fmla="*/ f166 f59 1"/>
                    <a:gd name="f207" fmla="*/ f167 f60 1"/>
                    <a:gd name="f208" fmla="*/ f168 f59 1"/>
                    <a:gd name="f209" fmla="*/ f169 f59 1"/>
                    <a:gd name="f210" fmla="*/ f170 f60 1"/>
                    <a:gd name="f211" fmla="*/ f171 f59 1"/>
                    <a:gd name="f212" fmla="*/ f172 f60 1"/>
                    <a:gd name="f213" fmla="*/ f173 f59 1"/>
                    <a:gd name="f214" fmla="*/ f174 f60 1"/>
                    <a:gd name="f215" fmla="*/ f175 f59 1"/>
                    <a:gd name="f216" fmla="*/ f176 f59 1"/>
                    <a:gd name="f217" fmla="*/ f177 f60 1"/>
                    <a:gd name="f218" fmla="*/ f178 f59 1"/>
                    <a:gd name="f219" fmla="*/ f179 f60 1"/>
                    <a:gd name="f220" fmla="*/ f180 f59 1"/>
                    <a:gd name="f221" fmla="*/ f181 f60 1"/>
                    <a:gd name="f222" fmla="*/ f182 f59 1"/>
                  </a:gdLst>
                  <a:ahLst/>
                  <a:cxnLst>
                    <a:cxn ang="3cd4">
                      <a:pos x="hc" y="t"/>
                    </a:cxn>
                    <a:cxn ang="0">
                      <a:pos x="r" y="vc"/>
                    </a:cxn>
                    <a:cxn ang="cd4">
                      <a:pos x="hc" y="b"/>
                    </a:cxn>
                    <a:cxn ang="cd2">
                      <a:pos x="l" y="vc"/>
                    </a:cxn>
                    <a:cxn ang="f106">
                      <a:pos x="f187" y="f188"/>
                    </a:cxn>
                    <a:cxn ang="f106">
                      <a:pos x="f189" y="f190"/>
                    </a:cxn>
                    <a:cxn ang="f106">
                      <a:pos x="f191" y="f192"/>
                    </a:cxn>
                    <a:cxn ang="f106">
                      <a:pos x="f193" y="f194"/>
                    </a:cxn>
                    <a:cxn ang="f106">
                      <a:pos x="f195" y="f194"/>
                    </a:cxn>
                    <a:cxn ang="f106">
                      <a:pos x="f195" y="f194"/>
                    </a:cxn>
                    <a:cxn ang="f106">
                      <a:pos x="f196" y="f194"/>
                    </a:cxn>
                    <a:cxn ang="f106">
                      <a:pos x="f197" y="f198"/>
                    </a:cxn>
                    <a:cxn ang="f106">
                      <a:pos x="f199" y="f198"/>
                    </a:cxn>
                    <a:cxn ang="f106">
                      <a:pos x="f199" y="f198"/>
                    </a:cxn>
                    <a:cxn ang="f106">
                      <a:pos x="f200" y="f198"/>
                    </a:cxn>
                    <a:cxn ang="f106">
                      <a:pos x="f201" y="f202"/>
                    </a:cxn>
                    <a:cxn ang="f106">
                      <a:pos x="f201" y="f202"/>
                    </a:cxn>
                    <a:cxn ang="f106">
                      <a:pos x="f203" y="f202"/>
                    </a:cxn>
                    <a:cxn ang="f106">
                      <a:pos x="f204" y="f202"/>
                    </a:cxn>
                    <a:cxn ang="f106">
                      <a:pos x="f205" y="f202"/>
                    </a:cxn>
                    <a:cxn ang="f106">
                      <a:pos x="f206" y="f207"/>
                    </a:cxn>
                    <a:cxn ang="f106">
                      <a:pos x="f208" y="f190"/>
                    </a:cxn>
                    <a:cxn ang="f106">
                      <a:pos x="f187" y="f188"/>
                    </a:cxn>
                    <a:cxn ang="f106">
                      <a:pos x="f209" y="f210"/>
                    </a:cxn>
                    <a:cxn ang="f106">
                      <a:pos x="f211" y="f212"/>
                    </a:cxn>
                    <a:cxn ang="f106">
                      <a:pos x="f213" y="f214"/>
                    </a:cxn>
                    <a:cxn ang="f106">
                      <a:pos x="f215" y="f214"/>
                    </a:cxn>
                    <a:cxn ang="f106">
                      <a:pos x="f216" y="f217"/>
                    </a:cxn>
                    <a:cxn ang="f106">
                      <a:pos x="f218" y="f219"/>
                    </a:cxn>
                    <a:cxn ang="f106">
                      <a:pos x="f220" y="f190"/>
                    </a:cxn>
                    <a:cxn ang="f106">
                      <a:pos x="f187" y="f221"/>
                    </a:cxn>
                    <a:cxn ang="f106">
                      <a:pos x="f222" y="f190"/>
                    </a:cxn>
                    <a:cxn ang="f106">
                      <a:pos x="f209" y="f210"/>
                    </a:cxn>
                  </a:cxnLst>
                  <a:rect l="f183" t="f186" r="f184" b="f185"/>
                  <a:pathLst>
                    <a:path w="702" h="860">
                      <a:moveTo>
                        <a:pt x="f8" y="f5"/>
                      </a:moveTo>
                      <a:cubicBezTo>
                        <a:pt x="f9" y="f5"/>
                        <a:pt x="f5" y="f9"/>
                        <a:pt x="f5" y="f8"/>
                      </a:cubicBezTo>
                      <a:cubicBezTo>
                        <a:pt x="f5" y="f10"/>
                        <a:pt x="f11" y="f12"/>
                        <a:pt x="f13" y="f14"/>
                      </a:cubicBezTo>
                      <a:cubicBezTo>
                        <a:pt x="f15" y="f16"/>
                        <a:pt x="f15" y="f16"/>
                        <a:pt x="f15" y="f16"/>
                      </a:cubicBezTo>
                      <a:cubicBezTo>
                        <a:pt x="f17" y="f16"/>
                        <a:pt x="f17" y="f16"/>
                        <a:pt x="f17" y="f16"/>
                      </a:cubicBezTo>
                      <a:cubicBezTo>
                        <a:pt x="f17" y="f16"/>
                        <a:pt x="f17" y="f16"/>
                        <a:pt x="f17" y="f16"/>
                      </a:cubicBezTo>
                      <a:cubicBezTo>
                        <a:pt x="f18" y="f16"/>
                        <a:pt x="f18" y="f16"/>
                        <a:pt x="f18" y="f16"/>
                      </a:cubicBezTo>
                      <a:cubicBezTo>
                        <a:pt x="f19" y="f20"/>
                        <a:pt x="f19" y="f20"/>
                        <a:pt x="f19" y="f20"/>
                      </a:cubicBezTo>
                      <a:cubicBezTo>
                        <a:pt x="f21" y="f20"/>
                        <a:pt x="f21" y="f20"/>
                        <a:pt x="f21" y="f20"/>
                      </a:cubicBezTo>
                      <a:cubicBezTo>
                        <a:pt x="f21" y="f20"/>
                        <a:pt x="f21" y="f20"/>
                        <a:pt x="f21" y="f20"/>
                      </a:cubicBezTo>
                      <a:cubicBezTo>
                        <a:pt x="f22" y="f20"/>
                        <a:pt x="f22" y="f20"/>
                        <a:pt x="f22" y="f20"/>
                      </a:cubicBezTo>
                      <a:cubicBezTo>
                        <a:pt x="f23" y="f7"/>
                        <a:pt x="f23" y="f7"/>
                        <a:pt x="f23" y="f7"/>
                      </a:cubicBezTo>
                      <a:cubicBezTo>
                        <a:pt x="f23" y="f7"/>
                        <a:pt x="f23" y="f7"/>
                        <a:pt x="f23" y="f7"/>
                      </a:cubicBezTo>
                      <a:cubicBezTo>
                        <a:pt x="f24" y="f7"/>
                        <a:pt x="f24" y="f7"/>
                        <a:pt x="f24" y="f7"/>
                      </a:cubicBezTo>
                      <a:cubicBezTo>
                        <a:pt x="f25" y="f7"/>
                        <a:pt x="f25" y="f7"/>
                        <a:pt x="f25" y="f7"/>
                      </a:cubicBezTo>
                      <a:cubicBezTo>
                        <a:pt x="f26" y="f7"/>
                        <a:pt x="f26" y="f7"/>
                        <a:pt x="f26" y="f7"/>
                      </a:cubicBezTo>
                      <a:cubicBezTo>
                        <a:pt x="f27" y="f28"/>
                        <a:pt x="f27" y="f28"/>
                        <a:pt x="f27" y="f28"/>
                      </a:cubicBezTo>
                      <a:cubicBezTo>
                        <a:pt x="f29" y="f30"/>
                        <a:pt x="f6" y="f31"/>
                        <a:pt x="f6" y="f8"/>
                      </a:cubicBezTo>
                      <a:cubicBezTo>
                        <a:pt x="f6" y="f9"/>
                        <a:pt x="f32" y="f5"/>
                        <a:pt x="f8" y="f5"/>
                      </a:cubicBezTo>
                      <a:close/>
                      <a:moveTo>
                        <a:pt x="f33" y="f34"/>
                      </a:moveTo>
                      <a:cubicBezTo>
                        <a:pt x="f35" y="f36"/>
                        <a:pt x="f37" y="f38"/>
                        <a:pt x="f39" y="f40"/>
                      </a:cubicBezTo>
                      <a:cubicBezTo>
                        <a:pt x="f41" y="f42"/>
                        <a:pt x="f41" y="f42"/>
                        <a:pt x="f41" y="f42"/>
                      </a:cubicBezTo>
                      <a:cubicBezTo>
                        <a:pt x="f43" y="f42"/>
                        <a:pt x="f43" y="f42"/>
                        <a:pt x="f43" y="f42"/>
                      </a:cubicBezTo>
                      <a:cubicBezTo>
                        <a:pt x="f44" y="f45"/>
                        <a:pt x="f44" y="f45"/>
                        <a:pt x="f44" y="f45"/>
                      </a:cubicBezTo>
                      <a:cubicBezTo>
                        <a:pt x="f46" y="f47"/>
                        <a:pt x="f48" y="f26"/>
                        <a:pt x="f49" y="f50"/>
                      </a:cubicBezTo>
                      <a:cubicBezTo>
                        <a:pt x="f51" y="f52"/>
                        <a:pt x="f53" y="f54"/>
                        <a:pt x="f53" y="f8"/>
                      </a:cubicBezTo>
                      <a:cubicBezTo>
                        <a:pt x="f53" y="f23"/>
                        <a:pt x="f23" y="f53"/>
                        <a:pt x="f8" y="f53"/>
                      </a:cubicBezTo>
                      <a:cubicBezTo>
                        <a:pt x="f36" y="f53"/>
                        <a:pt x="f55" y="f23"/>
                        <a:pt x="f55" y="f8"/>
                      </a:cubicBezTo>
                      <a:cubicBezTo>
                        <a:pt x="f55" y="f56"/>
                        <a:pt x="f57" y="f52"/>
                        <a:pt x="f33" y="f34"/>
                      </a:cubicBezTo>
                      <a:close/>
                    </a:path>
                  </a:pathLst>
                </a:custGeom>
                <a:gradFill>
                  <a:gsLst>
                    <a:gs pos="0">
                      <a:srgbClr val="9D9FA1"/>
                    </a:gs>
                    <a:gs pos="100000">
                      <a:srgbClr val="211F26"/>
                    </a:gs>
                  </a:gsLst>
                  <a:lin ang="2700000"/>
                </a:gradFill>
                <a:ln>
                  <a:noFill/>
                  <a:prstDash val="solid"/>
                </a:ln>
              </p:spPr>
              <p:txBody>
                <a:bodyPr vert="horz" wrap="square" lIns="91440" tIns="45720" rIns="91440" bIns="45720" anchor="t"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300" b="0" i="0" u="none" strike="noStrike" kern="0" cap="none" spc="0" baseline="0">
                    <a:solidFill>
                      <a:srgbClr val="211F26"/>
                    </a:solidFill>
                    <a:uFillTx/>
                    <a:latin typeface="Arial"/>
                  </a:endParaRPr>
                </a:p>
              </p:txBody>
            </p:sp>
          </p:grpSp>
          <p:sp>
            <p:nvSpPr>
              <p:cNvPr id="74" name="Tekstvak 35">
                <a:extLst>
                  <a:ext uri="{FF2B5EF4-FFF2-40B4-BE49-F238E27FC236}">
                    <a16:creationId xmlns:a16="http://schemas.microsoft.com/office/drawing/2014/main" id="{81CBC5C0-4B90-F3B6-6A9C-94D913DAECB7}"/>
                  </a:ext>
                </a:extLst>
              </p:cNvPr>
              <p:cNvSpPr txBox="1"/>
              <p:nvPr/>
            </p:nvSpPr>
            <p:spPr>
              <a:xfrm>
                <a:off x="15225601" y="4917487"/>
                <a:ext cx="627799" cy="322234"/>
              </a:xfrm>
              <a:prstGeom prst="rect">
                <a:avLst/>
              </a:prstGeom>
              <a:noFill/>
              <a:ln>
                <a:noFill/>
              </a:ln>
            </p:spPr>
            <p:txBody>
              <a:bodyPr vert="horz" wrap="square" lIns="0" tIns="0" rIns="0" bIns="0"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000" b="0" i="0" u="none" strike="noStrike" kern="0" cap="none" spc="0" baseline="0">
                    <a:solidFill>
                      <a:srgbClr val="211F26"/>
                    </a:solidFill>
                    <a:uFillTx/>
                    <a:latin typeface="Calibri" pitchFamily="34"/>
                    <a:cs typeface="Calibri" pitchFamily="34"/>
                  </a:rPr>
                  <a:t>Inspiration</a:t>
                </a:r>
              </a:p>
            </p:txBody>
          </p:sp>
        </p:grpSp>
      </p:grpSp>
      <p:grpSp>
        <p:nvGrpSpPr>
          <p:cNvPr id="75" name="INSTRUCTION">
            <a:extLst>
              <a:ext uri="{FF2B5EF4-FFF2-40B4-BE49-F238E27FC236}">
                <a16:creationId xmlns:a16="http://schemas.microsoft.com/office/drawing/2014/main" id="{5EC62306-7DA6-14F5-09F5-449B99A1CBE6}"/>
              </a:ext>
            </a:extLst>
          </p:cNvPr>
          <p:cNvGrpSpPr/>
          <p:nvPr/>
        </p:nvGrpSpPr>
        <p:grpSpPr>
          <a:xfrm>
            <a:off x="-3786164" y="0"/>
            <a:ext cx="3693380" cy="6640345"/>
            <a:chOff x="-3786164" y="0"/>
            <a:chExt cx="3693380" cy="6640345"/>
          </a:xfrm>
        </p:grpSpPr>
        <p:sp>
          <p:nvSpPr>
            <p:cNvPr id="76" name="Rechthoek 154">
              <a:extLst>
                <a:ext uri="{FF2B5EF4-FFF2-40B4-BE49-F238E27FC236}">
                  <a16:creationId xmlns:a16="http://schemas.microsoft.com/office/drawing/2014/main" id="{E36CC4BE-B5D3-141C-2056-C18FFE33EAE8}"/>
                </a:ext>
              </a:extLst>
            </p:cNvPr>
            <p:cNvSpPr/>
            <p:nvPr/>
          </p:nvSpPr>
          <p:spPr>
            <a:xfrm>
              <a:off x="-3786164" y="0"/>
              <a:ext cx="3593089" cy="5991724"/>
            </a:xfrm>
            <a:prstGeom prst="rect">
              <a:avLst/>
            </a:prstGeom>
            <a:solidFill>
              <a:srgbClr val="FFFFFF"/>
            </a:solidFill>
            <a:ln w="6345" cap="flat">
              <a:solidFill>
                <a:srgbClr val="ECECEC"/>
              </a:solidFill>
              <a:prstDash val="solid"/>
              <a:miter/>
            </a:ln>
          </p:spPr>
          <p:txBody>
            <a:bodyPr vert="horz" wrap="square" lIns="179999" tIns="143999" rIns="179999" bIns="143999"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400" b="1" i="0" u="none" strike="noStrike" kern="1200" cap="all" spc="0" baseline="0">
                  <a:solidFill>
                    <a:srgbClr val="00A6D6"/>
                  </a:solidFill>
                  <a:uFillTx/>
                  <a:latin typeface="Calibri" pitchFamily="34"/>
                  <a:cs typeface="Calibri" pitchFamily="34"/>
                </a:rPr>
                <a:t>Insert/edit an image</a:t>
              </a:r>
            </a:p>
          </p:txBody>
        </p:sp>
        <p:sp>
          <p:nvSpPr>
            <p:cNvPr id="77" name="Ovaal 155">
              <a:extLst>
                <a:ext uri="{FF2B5EF4-FFF2-40B4-BE49-F238E27FC236}">
                  <a16:creationId xmlns:a16="http://schemas.microsoft.com/office/drawing/2014/main" id="{83BB8C51-11AB-06E6-C348-2AE0A1612464}"/>
                </a:ext>
              </a:extLst>
            </p:cNvPr>
            <p:cNvSpPr/>
            <p:nvPr/>
          </p:nvSpPr>
          <p:spPr>
            <a:xfrm>
              <a:off x="-3603586" y="465319"/>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1</a:t>
              </a:r>
            </a:p>
          </p:txBody>
        </p:sp>
        <p:sp>
          <p:nvSpPr>
            <p:cNvPr id="78" name="Rechthoek 156">
              <a:extLst>
                <a:ext uri="{FF2B5EF4-FFF2-40B4-BE49-F238E27FC236}">
                  <a16:creationId xmlns:a16="http://schemas.microsoft.com/office/drawing/2014/main" id="{A317FBCA-0109-D332-DCD1-DE9192339BEF}"/>
                </a:ext>
              </a:extLst>
            </p:cNvPr>
            <p:cNvSpPr/>
            <p:nvPr/>
          </p:nvSpPr>
          <p:spPr>
            <a:xfrm>
              <a:off x="-3319418" y="465319"/>
              <a:ext cx="2962701" cy="668152"/>
            </a:xfrm>
            <a:prstGeom prst="rect">
              <a:avLst/>
            </a:prstGeom>
            <a:noFill/>
            <a:ln>
              <a:noFill/>
              <a:prstDash val="solid"/>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0" i="0" u="none" strike="noStrike" kern="0" cap="none" spc="0" baseline="0">
                  <a:solidFill>
                    <a:srgbClr val="000000"/>
                  </a:solidFill>
                  <a:uFillTx/>
                  <a:latin typeface="Calibri" pitchFamily="34"/>
                  <a:cs typeface="Calibri" pitchFamily="34"/>
                </a:rPr>
                <a:t>If necessary, delete the existing image</a:t>
              </a:r>
              <a:br>
                <a:rPr lang="en-GB" sz="1200" b="0" i="0" u="none" strike="noStrike" kern="0" cap="none" spc="0" baseline="0">
                  <a:solidFill>
                    <a:srgbClr val="000000"/>
                  </a:solidFill>
                  <a:uFillTx/>
                  <a:latin typeface="Calibri" pitchFamily="34"/>
                  <a:cs typeface="Calibri" pitchFamily="34"/>
                </a:rPr>
              </a:br>
              <a:r>
                <a:rPr lang="en-GB" sz="1200" b="0" i="0" u="none" strike="noStrike" kern="0" cap="none" spc="0" baseline="0">
                  <a:solidFill>
                    <a:srgbClr val="000000"/>
                  </a:solidFill>
                  <a:uFillTx/>
                  <a:latin typeface="Calibri" pitchFamily="34"/>
                  <a:cs typeface="Calibri" pitchFamily="34"/>
                </a:rPr>
                <a:t>by using the </a:t>
              </a:r>
              <a:r>
                <a:rPr lang="en-GB" sz="1200" b="1" i="0" u="none" strike="noStrike" kern="0" cap="none" spc="0" baseline="0">
                  <a:solidFill>
                    <a:srgbClr val="000000"/>
                  </a:solidFill>
                  <a:uFillTx/>
                  <a:latin typeface="Calibri" pitchFamily="34"/>
                  <a:cs typeface="Calibri" pitchFamily="34"/>
                </a:rPr>
                <a:t>‘Backspace key’</a:t>
              </a:r>
              <a:r>
                <a:rPr lang="en-GB" sz="1200" b="0" i="0" u="none" strike="noStrike" kern="0" cap="none" spc="0" baseline="0">
                  <a:solidFill>
                    <a:srgbClr val="000000"/>
                  </a:solidFill>
                  <a:uFillTx/>
                  <a:latin typeface="Calibri" pitchFamily="34"/>
                  <a:cs typeface="Calibri" pitchFamily="34"/>
                </a:rPr>
                <a:t>. Select the placeholder, go to the tab </a:t>
              </a:r>
              <a:r>
                <a:rPr lang="en-GB" sz="1200" b="1" i="0" u="none" strike="noStrike" kern="0" cap="none" spc="0" baseline="0">
                  <a:solidFill>
                    <a:srgbClr val="000000"/>
                  </a:solidFill>
                  <a:uFillTx/>
                  <a:latin typeface="Calibri" pitchFamily="34"/>
                  <a:cs typeface="Calibri" pitchFamily="34"/>
                </a:rPr>
                <a:t>‘Slidebuilder’</a:t>
              </a:r>
              <a:r>
                <a:rPr lang="en-GB" sz="1200" b="0" i="0" u="none" strike="noStrike" kern="0" cap="none" spc="0" baseline="0">
                  <a:solidFill>
                    <a:srgbClr val="000000"/>
                  </a:solidFill>
                  <a:uFillTx/>
                  <a:latin typeface="Calibri" pitchFamily="34"/>
                  <a:cs typeface="Calibri" pitchFamily="34"/>
                </a:rPr>
                <a:t> and click on the button </a:t>
              </a:r>
              <a:r>
                <a:rPr lang="en-GB" sz="1200" b="1" i="0" u="none" strike="noStrike" kern="0" cap="none" spc="0" baseline="0">
                  <a:solidFill>
                    <a:srgbClr val="000000"/>
                  </a:solidFill>
                  <a:uFillTx/>
                  <a:latin typeface="Calibri" pitchFamily="34"/>
                  <a:cs typeface="Calibri" pitchFamily="34"/>
                </a:rPr>
                <a:t>‘Images’</a:t>
              </a:r>
              <a:r>
                <a:rPr lang="en-GB" sz="1200" b="0" i="0" u="none" strike="noStrike" kern="0" cap="none" spc="0" baseline="0">
                  <a:solidFill>
                    <a:srgbClr val="000000"/>
                  </a:solidFill>
                  <a:uFillTx/>
                  <a:latin typeface="Calibri" pitchFamily="34"/>
                  <a:cs typeface="Calibri" pitchFamily="34"/>
                </a:rPr>
                <a:t>.</a:t>
              </a:r>
            </a:p>
          </p:txBody>
        </p:sp>
        <p:sp>
          <p:nvSpPr>
            <p:cNvPr id="79" name="Ovaal 157">
              <a:extLst>
                <a:ext uri="{FF2B5EF4-FFF2-40B4-BE49-F238E27FC236}">
                  <a16:creationId xmlns:a16="http://schemas.microsoft.com/office/drawing/2014/main" id="{EE04062F-018C-DD51-BAC1-847B8B983D1F}"/>
                </a:ext>
              </a:extLst>
            </p:cNvPr>
            <p:cNvSpPr/>
            <p:nvPr/>
          </p:nvSpPr>
          <p:spPr>
            <a:xfrm>
              <a:off x="-3603586" y="2633938"/>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3</a:t>
              </a:r>
            </a:p>
          </p:txBody>
        </p:sp>
        <p:sp>
          <p:nvSpPr>
            <p:cNvPr id="80" name="Rechthoek 158">
              <a:extLst>
                <a:ext uri="{FF2B5EF4-FFF2-40B4-BE49-F238E27FC236}">
                  <a16:creationId xmlns:a16="http://schemas.microsoft.com/office/drawing/2014/main" id="{92A145A1-B561-407D-063B-D16638E31198}"/>
                </a:ext>
              </a:extLst>
            </p:cNvPr>
            <p:cNvSpPr/>
            <p:nvPr/>
          </p:nvSpPr>
          <p:spPr>
            <a:xfrm>
              <a:off x="-3319418" y="2633938"/>
              <a:ext cx="3126342" cy="462796"/>
            </a:xfrm>
            <a:prstGeom prst="rect">
              <a:avLst/>
            </a:prstGeom>
            <a:noFill/>
            <a:ln>
              <a:noFill/>
              <a:prstDash val="solid"/>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0" i="0" u="none" strike="noStrike" kern="0" cap="none" spc="0" baseline="0">
                  <a:solidFill>
                    <a:srgbClr val="000000"/>
                  </a:solidFill>
                  <a:uFillTx/>
                  <a:latin typeface="Calibri" pitchFamily="34"/>
                  <a:cs typeface="Calibri" pitchFamily="34"/>
                </a:rPr>
                <a:t>Click with the right mouse button on the thumbnail display of the slide on the left side </a:t>
              </a:r>
              <a:br>
                <a:rPr lang="en-GB" sz="1200" b="0" i="0" u="none" strike="noStrike" kern="0" cap="none" spc="0" baseline="0">
                  <a:solidFill>
                    <a:srgbClr val="000000"/>
                  </a:solidFill>
                  <a:uFillTx/>
                  <a:latin typeface="Calibri" pitchFamily="34"/>
                  <a:cs typeface="Calibri" pitchFamily="34"/>
                </a:rPr>
              </a:br>
              <a:r>
                <a:rPr lang="en-GB" sz="1200" b="0" i="0" u="none" strike="noStrike" kern="0" cap="none" spc="0" baseline="0">
                  <a:solidFill>
                    <a:srgbClr val="000000"/>
                  </a:solidFill>
                  <a:uFillTx/>
                  <a:latin typeface="Calibri" pitchFamily="34"/>
                  <a:cs typeface="Calibri" pitchFamily="34"/>
                </a:rPr>
                <a:t>of the screen and choose </a:t>
              </a:r>
              <a:r>
                <a:rPr lang="en-GB" sz="1200" b="1" i="0" u="none" strike="noStrike" kern="0" cap="none" spc="0" baseline="0">
                  <a:solidFill>
                    <a:srgbClr val="000000"/>
                  </a:solidFill>
                  <a:uFillTx/>
                  <a:latin typeface="Calibri" pitchFamily="34"/>
                  <a:cs typeface="Calibri" pitchFamily="34"/>
                </a:rPr>
                <a:t>‘Reset slide’</a:t>
              </a:r>
              <a:r>
                <a:rPr lang="en-GB" sz="1200" b="0" i="0" u="none" strike="noStrike" kern="0" cap="none" spc="0" baseline="0">
                  <a:solidFill>
                    <a:srgbClr val="000000"/>
                  </a:solidFill>
                  <a:uFillTx/>
                  <a:latin typeface="Calibri" pitchFamily="34"/>
                  <a:cs typeface="Calibri" pitchFamily="34"/>
                </a:rPr>
                <a:t>.</a:t>
              </a:r>
            </a:p>
          </p:txBody>
        </p:sp>
        <p:sp>
          <p:nvSpPr>
            <p:cNvPr id="81" name="Ovaal 159">
              <a:extLst>
                <a:ext uri="{FF2B5EF4-FFF2-40B4-BE49-F238E27FC236}">
                  <a16:creationId xmlns:a16="http://schemas.microsoft.com/office/drawing/2014/main" id="{31E03F12-C5D6-53A5-80BB-B7418E719782}"/>
                </a:ext>
              </a:extLst>
            </p:cNvPr>
            <p:cNvSpPr/>
            <p:nvPr/>
          </p:nvSpPr>
          <p:spPr>
            <a:xfrm>
              <a:off x="-3603586" y="4226365"/>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4</a:t>
              </a:r>
            </a:p>
          </p:txBody>
        </p:sp>
        <p:sp>
          <p:nvSpPr>
            <p:cNvPr id="82" name="Rechthoek 160">
              <a:extLst>
                <a:ext uri="{FF2B5EF4-FFF2-40B4-BE49-F238E27FC236}">
                  <a16:creationId xmlns:a16="http://schemas.microsoft.com/office/drawing/2014/main" id="{ED98E8E5-CB3B-9837-15C3-99B6D662C412}"/>
                </a:ext>
              </a:extLst>
            </p:cNvPr>
            <p:cNvSpPr/>
            <p:nvPr/>
          </p:nvSpPr>
          <p:spPr>
            <a:xfrm>
              <a:off x="-3319418" y="4226365"/>
              <a:ext cx="2944678" cy="820957"/>
            </a:xfrm>
            <a:prstGeom prst="rect">
              <a:avLst/>
            </a:prstGeom>
            <a:noFill/>
            <a:ln>
              <a:noFill/>
              <a:prstDash val="solid"/>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0" i="0" u="none" strike="noStrike" kern="0" cap="none" spc="0" baseline="0">
                  <a:solidFill>
                    <a:srgbClr val="000000"/>
                  </a:solidFill>
                  <a:uFillTx/>
                  <a:latin typeface="Calibri" pitchFamily="34"/>
                  <a:cs typeface="Calibri" pitchFamily="34"/>
                </a:rPr>
                <a:t>To scale or drag the image, go to the tab </a:t>
              </a:r>
              <a:r>
                <a:rPr lang="en-GB" sz="1200" b="1" i="0" u="none" strike="noStrike" kern="0" cap="none" spc="0" baseline="0">
                  <a:solidFill>
                    <a:srgbClr val="000000"/>
                  </a:solidFill>
                  <a:uFillTx/>
                  <a:latin typeface="Calibri" pitchFamily="34"/>
                  <a:cs typeface="Calibri" pitchFamily="34"/>
                </a:rPr>
                <a:t>‘Picture Tools - Format’</a:t>
              </a:r>
              <a:r>
                <a:rPr lang="en-GB" sz="1200" b="0" i="0" u="none" strike="noStrike" kern="0" cap="none" spc="0" baseline="0">
                  <a:solidFill>
                    <a:srgbClr val="000000"/>
                  </a:solidFill>
                  <a:uFillTx/>
                  <a:latin typeface="Calibri" pitchFamily="34"/>
                  <a:cs typeface="Calibri" pitchFamily="34"/>
                </a:rPr>
                <a:t> and click on</a:t>
              </a:r>
              <a:br>
                <a:rPr lang="en-GB" sz="1200" b="0" i="0" u="none" strike="noStrike" kern="0" cap="none" spc="0" baseline="0">
                  <a:solidFill>
                    <a:srgbClr val="000000"/>
                  </a:solidFill>
                  <a:uFillTx/>
                  <a:latin typeface="Calibri" pitchFamily="34"/>
                  <a:cs typeface="Calibri" pitchFamily="34"/>
                </a:rPr>
              </a:br>
              <a:r>
                <a:rPr lang="en-GB" sz="1200" b="0" i="0" u="none" strike="noStrike" kern="0" cap="none" spc="0" baseline="0">
                  <a:solidFill>
                    <a:srgbClr val="000000"/>
                  </a:solidFill>
                  <a:uFillTx/>
                  <a:latin typeface="Calibri" pitchFamily="34"/>
                  <a:cs typeface="Calibri" pitchFamily="34"/>
                </a:rPr>
                <a:t>the button </a:t>
              </a:r>
              <a:r>
                <a:rPr lang="en-GB" sz="1200" b="1" i="0" u="none" strike="noStrike" kern="0" cap="none" spc="0" baseline="0">
                  <a:solidFill>
                    <a:srgbClr val="000000"/>
                  </a:solidFill>
                  <a:uFillTx/>
                  <a:latin typeface="Calibri" pitchFamily="34"/>
                  <a:cs typeface="Calibri" pitchFamily="34"/>
                </a:rPr>
                <a:t>‘Crop’</a:t>
              </a:r>
              <a:r>
                <a:rPr lang="en-GB" sz="1200" b="0" i="0" u="none" strike="noStrike" kern="0" cap="none" spc="0" baseline="0">
                  <a:solidFill>
                    <a:srgbClr val="000000"/>
                  </a:solidFill>
                  <a:uFillTx/>
                  <a:latin typeface="Calibri" pitchFamily="34"/>
                  <a:cs typeface="Calibri" pitchFamily="34"/>
                </a:rPr>
                <a:t>. Scale the image itself with</a:t>
              </a:r>
              <a:br>
                <a:rPr lang="en-GB" sz="1200" b="0" i="0" u="none" strike="noStrike" kern="0" cap="none" spc="0" baseline="0">
                  <a:solidFill>
                    <a:srgbClr val="000000"/>
                  </a:solidFill>
                  <a:uFillTx/>
                  <a:latin typeface="Calibri" pitchFamily="34"/>
                  <a:cs typeface="Calibri" pitchFamily="34"/>
                </a:rPr>
              </a:br>
              <a:r>
                <a:rPr lang="en-GB" sz="1200" b="0" i="0" u="none" strike="noStrike" kern="0" cap="none" spc="0" baseline="0">
                  <a:solidFill>
                    <a:srgbClr val="000000"/>
                  </a:solidFill>
                  <a:uFillTx/>
                  <a:latin typeface="Calibri" pitchFamily="34"/>
                  <a:cs typeface="Calibri" pitchFamily="34"/>
                </a:rPr>
                <a:t>the spheres and scale the image frame with the brackets.</a:t>
              </a:r>
            </a:p>
          </p:txBody>
        </p:sp>
        <p:sp>
          <p:nvSpPr>
            <p:cNvPr id="83" name="Rechthoek 161">
              <a:extLst>
                <a:ext uri="{FF2B5EF4-FFF2-40B4-BE49-F238E27FC236}">
                  <a16:creationId xmlns:a16="http://schemas.microsoft.com/office/drawing/2014/main" id="{B8DD4DA0-53DE-2DBE-AEF1-198C63B6B8F5}"/>
                </a:ext>
              </a:extLst>
            </p:cNvPr>
            <p:cNvSpPr/>
            <p:nvPr/>
          </p:nvSpPr>
          <p:spPr>
            <a:xfrm>
              <a:off x="-3316839" y="3200262"/>
              <a:ext cx="1239213" cy="719916"/>
            </a:xfrm>
            <a:prstGeom prst="rect">
              <a:avLst/>
            </a:prstGeom>
            <a:blipFill>
              <a:blip r:embed="rId4">
                <a:alphaModFix/>
              </a:blip>
              <a:tile/>
            </a:blipFill>
            <a:ln w="12701" cap="flat">
              <a:solidFill>
                <a:srgbClr val="D3D3D3"/>
              </a:solidFill>
              <a:prstDash val="solid"/>
              <a:miter/>
            </a:ln>
          </p:spPr>
          <p:txBody>
            <a:bodyPr vert="horz" wrap="square" lIns="71999"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0" i="1" u="none" strike="noStrike" kern="1200" cap="none" spc="0" baseline="0">
                <a:solidFill>
                  <a:srgbClr val="211F26"/>
                </a:solidFill>
                <a:uFillTx/>
                <a:latin typeface="Calibri" pitchFamily="34"/>
                <a:cs typeface="Calibri" pitchFamily="34"/>
              </a:endParaRPr>
            </a:p>
          </p:txBody>
        </p:sp>
        <p:grpSp>
          <p:nvGrpSpPr>
            <p:cNvPr id="84" name="Groep 162">
              <a:extLst>
                <a:ext uri="{FF2B5EF4-FFF2-40B4-BE49-F238E27FC236}">
                  <a16:creationId xmlns:a16="http://schemas.microsoft.com/office/drawing/2014/main" id="{DC37FE4B-3393-B4A3-4FA0-D528AE6D57D3}"/>
                </a:ext>
              </a:extLst>
            </p:cNvPr>
            <p:cNvGrpSpPr/>
            <p:nvPr/>
          </p:nvGrpSpPr>
          <p:grpSpPr>
            <a:xfrm>
              <a:off x="-2485814" y="3479785"/>
              <a:ext cx="1222991" cy="563928"/>
              <a:chOff x="-2485814" y="3479785"/>
              <a:chExt cx="1222991" cy="563928"/>
            </a:xfrm>
          </p:grpSpPr>
          <p:sp>
            <p:nvSpPr>
              <p:cNvPr id="85" name="Rechthoek 201">
                <a:extLst>
                  <a:ext uri="{FF2B5EF4-FFF2-40B4-BE49-F238E27FC236}">
                    <a16:creationId xmlns:a16="http://schemas.microsoft.com/office/drawing/2014/main" id="{005D3A59-924A-21E6-8A2A-8D4DCA5EC17B}"/>
                  </a:ext>
                </a:extLst>
              </p:cNvPr>
              <p:cNvSpPr/>
              <p:nvPr/>
            </p:nvSpPr>
            <p:spPr>
              <a:xfrm>
                <a:off x="-2485814" y="3479785"/>
                <a:ext cx="1176476" cy="504849"/>
              </a:xfrm>
              <a:prstGeom prst="rect">
                <a:avLst/>
              </a:prstGeom>
              <a:solidFill>
                <a:srgbClr val="FFFFFF"/>
              </a:solidFill>
              <a:ln w="12701" cap="flat">
                <a:solidFill>
                  <a:srgbClr val="D1D1D1"/>
                </a:solidFill>
                <a:prstDash val="solid"/>
                <a:miter/>
              </a:ln>
            </p:spPr>
            <p:txBody>
              <a:bodyPr vert="horz" wrap="square" lIns="107999"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800" b="0" i="0" u="none" strike="noStrike" kern="1200" cap="none" spc="0" baseline="0">
                  <a:solidFill>
                    <a:srgbClr val="211F26"/>
                  </a:solidFill>
                  <a:uFillTx/>
                  <a:latin typeface="Calibri" pitchFamily="34"/>
                  <a:cs typeface="Calibri" pitchFamily="34"/>
                </a:endParaRPr>
              </a:p>
            </p:txBody>
          </p:sp>
          <p:sp>
            <p:nvSpPr>
              <p:cNvPr id="86" name="Rechthoek 202">
                <a:extLst>
                  <a:ext uri="{FF2B5EF4-FFF2-40B4-BE49-F238E27FC236}">
                    <a16:creationId xmlns:a16="http://schemas.microsoft.com/office/drawing/2014/main" id="{70560C3D-9F62-7A46-3E2F-575DAE590659}"/>
                  </a:ext>
                </a:extLst>
              </p:cNvPr>
              <p:cNvSpPr/>
              <p:nvPr/>
            </p:nvSpPr>
            <p:spPr>
              <a:xfrm>
                <a:off x="-2479587" y="3733412"/>
                <a:ext cx="1164003" cy="246705"/>
              </a:xfrm>
              <a:prstGeom prst="rect">
                <a:avLst/>
              </a:prstGeom>
              <a:solidFill>
                <a:srgbClr val="FCE4DC"/>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nvGrpSpPr>
              <p:cNvPr id="87" name="Groep 203">
                <a:extLst>
                  <a:ext uri="{FF2B5EF4-FFF2-40B4-BE49-F238E27FC236}">
                    <a16:creationId xmlns:a16="http://schemas.microsoft.com/office/drawing/2014/main" id="{D3557FCB-2E76-6A3C-5E22-896C10E0ED04}"/>
                  </a:ext>
                </a:extLst>
              </p:cNvPr>
              <p:cNvGrpSpPr/>
              <p:nvPr/>
            </p:nvGrpSpPr>
            <p:grpSpPr>
              <a:xfrm>
                <a:off x="-2403866" y="3541123"/>
                <a:ext cx="155950" cy="131920"/>
                <a:chOff x="-2403866" y="3541123"/>
                <a:chExt cx="155950" cy="131920"/>
              </a:xfrm>
            </p:grpSpPr>
            <p:sp>
              <p:nvSpPr>
                <p:cNvPr id="88" name="Rechthoek: afgeronde hoeken 216">
                  <a:extLst>
                    <a:ext uri="{FF2B5EF4-FFF2-40B4-BE49-F238E27FC236}">
                      <a16:creationId xmlns:a16="http://schemas.microsoft.com/office/drawing/2014/main" id="{3F5E623B-5D84-67FA-8393-7042473F4995}"/>
                    </a:ext>
                  </a:extLst>
                </p:cNvPr>
                <p:cNvSpPr/>
                <p:nvPr/>
              </p:nvSpPr>
              <p:spPr>
                <a:xfrm>
                  <a:off x="-2403866" y="3541123"/>
                  <a:ext cx="155950" cy="131920"/>
                </a:xfrm>
                <a:custGeom>
                  <a:avLst>
                    <a:gd name="f0" fmla="val 629"/>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FFFF"/>
                </a:solidFill>
                <a:ln w="12701" cap="flat">
                  <a:solidFill>
                    <a:srgbClr val="818181"/>
                  </a:solidFill>
                  <a:prstDash val="solid"/>
                  <a:miter/>
                </a:ln>
              </p:spPr>
              <p:txBody>
                <a:bodyPr vert="horz" wrap="square" lIns="107999"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800" b="0" i="0" u="none" strike="noStrike" kern="1200" cap="none" spc="0" baseline="0">
                    <a:solidFill>
                      <a:srgbClr val="211F26"/>
                    </a:solidFill>
                    <a:uFillTx/>
                    <a:latin typeface="Calibri" pitchFamily="34"/>
                    <a:cs typeface="Calibri" pitchFamily="34"/>
                  </a:endParaRPr>
                </a:p>
              </p:txBody>
            </p:sp>
            <p:sp>
              <p:nvSpPr>
                <p:cNvPr id="89" name="Rechthoek 217">
                  <a:extLst>
                    <a:ext uri="{FF2B5EF4-FFF2-40B4-BE49-F238E27FC236}">
                      <a16:creationId xmlns:a16="http://schemas.microsoft.com/office/drawing/2014/main" id="{FAD98359-1564-45BE-843C-82C0288B95B5}"/>
                    </a:ext>
                  </a:extLst>
                </p:cNvPr>
                <p:cNvSpPr/>
                <p:nvPr/>
              </p:nvSpPr>
              <p:spPr>
                <a:xfrm>
                  <a:off x="-2382167" y="3559228"/>
                  <a:ext cx="117582" cy="16011"/>
                </a:xfrm>
                <a:prstGeom prst="rect">
                  <a:avLst/>
                </a:prstGeom>
                <a:solidFill>
                  <a:srgbClr val="D1D1D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90" name="Rechthoek 218">
                  <a:extLst>
                    <a:ext uri="{FF2B5EF4-FFF2-40B4-BE49-F238E27FC236}">
                      <a16:creationId xmlns:a16="http://schemas.microsoft.com/office/drawing/2014/main" id="{1ACE37BC-1B04-8997-CB2C-9A1645BFCC0E}"/>
                    </a:ext>
                  </a:extLst>
                </p:cNvPr>
                <p:cNvSpPr/>
                <p:nvPr/>
              </p:nvSpPr>
              <p:spPr>
                <a:xfrm>
                  <a:off x="-2382158" y="3586349"/>
                  <a:ext cx="45756" cy="69997"/>
                </a:xfrm>
                <a:prstGeom prst="rect">
                  <a:avLst/>
                </a:prstGeom>
                <a:solidFill>
                  <a:srgbClr val="D1D1D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91" name="Rechthoek 219">
                  <a:extLst>
                    <a:ext uri="{FF2B5EF4-FFF2-40B4-BE49-F238E27FC236}">
                      <a16:creationId xmlns:a16="http://schemas.microsoft.com/office/drawing/2014/main" id="{A859F3C8-2347-0D11-4722-5F1B18BABA8E}"/>
                    </a:ext>
                  </a:extLst>
                </p:cNvPr>
                <p:cNvSpPr/>
                <p:nvPr/>
              </p:nvSpPr>
              <p:spPr>
                <a:xfrm>
                  <a:off x="-2322210" y="3590355"/>
                  <a:ext cx="52111" cy="8220"/>
                </a:xfrm>
                <a:prstGeom prst="rect">
                  <a:avLst/>
                </a:prstGeom>
                <a:solidFill>
                  <a:srgbClr val="B2B2B2"/>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92" name="Rechthoek 220">
                  <a:extLst>
                    <a:ext uri="{FF2B5EF4-FFF2-40B4-BE49-F238E27FC236}">
                      <a16:creationId xmlns:a16="http://schemas.microsoft.com/office/drawing/2014/main" id="{FF6050C9-D3CC-75CE-BED4-F39828E613F1}"/>
                    </a:ext>
                  </a:extLst>
                </p:cNvPr>
                <p:cNvSpPr/>
                <p:nvPr/>
              </p:nvSpPr>
              <p:spPr>
                <a:xfrm>
                  <a:off x="-2322210" y="3618408"/>
                  <a:ext cx="26746" cy="8220"/>
                </a:xfrm>
                <a:prstGeom prst="rect">
                  <a:avLst/>
                </a:prstGeom>
                <a:solidFill>
                  <a:srgbClr val="B2B2B2"/>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93" name="Rechthoek 221">
                  <a:extLst>
                    <a:ext uri="{FF2B5EF4-FFF2-40B4-BE49-F238E27FC236}">
                      <a16:creationId xmlns:a16="http://schemas.microsoft.com/office/drawing/2014/main" id="{807A81A8-7731-D9C6-AC82-2E9C15ED1383}"/>
                    </a:ext>
                  </a:extLst>
                </p:cNvPr>
                <p:cNvSpPr/>
                <p:nvPr/>
              </p:nvSpPr>
              <p:spPr>
                <a:xfrm>
                  <a:off x="-2322210" y="3646462"/>
                  <a:ext cx="26746" cy="8220"/>
                </a:xfrm>
                <a:prstGeom prst="rect">
                  <a:avLst/>
                </a:prstGeom>
                <a:solidFill>
                  <a:srgbClr val="B2B2B2"/>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grpSp>
            <p:nvGrpSpPr>
              <p:cNvPr id="94" name="Groep 204">
                <a:extLst>
                  <a:ext uri="{FF2B5EF4-FFF2-40B4-BE49-F238E27FC236}">
                    <a16:creationId xmlns:a16="http://schemas.microsoft.com/office/drawing/2014/main" id="{B9C0B580-1A6F-FE84-A85F-7060D5413126}"/>
                  </a:ext>
                </a:extLst>
              </p:cNvPr>
              <p:cNvGrpSpPr/>
              <p:nvPr/>
            </p:nvGrpSpPr>
            <p:grpSpPr>
              <a:xfrm>
                <a:off x="-2423425" y="3770784"/>
                <a:ext cx="166741" cy="218962"/>
                <a:chOff x="-2423425" y="3770784"/>
                <a:chExt cx="166741" cy="218962"/>
              </a:xfrm>
            </p:grpSpPr>
            <p:grpSp>
              <p:nvGrpSpPr>
                <p:cNvPr id="95" name="Groep 208">
                  <a:extLst>
                    <a:ext uri="{FF2B5EF4-FFF2-40B4-BE49-F238E27FC236}">
                      <a16:creationId xmlns:a16="http://schemas.microsoft.com/office/drawing/2014/main" id="{67956252-8F0B-9EEF-5DA8-D8E553F5B685}"/>
                    </a:ext>
                  </a:extLst>
                </p:cNvPr>
                <p:cNvGrpSpPr/>
                <p:nvPr/>
              </p:nvGrpSpPr>
              <p:grpSpPr>
                <a:xfrm>
                  <a:off x="-2400482" y="3792473"/>
                  <a:ext cx="143798" cy="121642"/>
                  <a:chOff x="-2400482" y="3792473"/>
                  <a:chExt cx="143798" cy="121642"/>
                </a:xfrm>
              </p:grpSpPr>
              <p:sp>
                <p:nvSpPr>
                  <p:cNvPr id="96" name="Rechthoek: afgeronde hoeken 210">
                    <a:extLst>
                      <a:ext uri="{FF2B5EF4-FFF2-40B4-BE49-F238E27FC236}">
                        <a16:creationId xmlns:a16="http://schemas.microsoft.com/office/drawing/2014/main" id="{71B82A92-77F4-8EBF-872C-F21916C4206B}"/>
                      </a:ext>
                    </a:extLst>
                  </p:cNvPr>
                  <p:cNvSpPr/>
                  <p:nvPr/>
                </p:nvSpPr>
                <p:spPr>
                  <a:xfrm>
                    <a:off x="-2400482" y="3792473"/>
                    <a:ext cx="143798" cy="121642"/>
                  </a:xfrm>
                  <a:custGeom>
                    <a:avLst>
                      <a:gd name="f0" fmla="val 629"/>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FFFF"/>
                  </a:solidFill>
                  <a:ln w="12701" cap="flat">
                    <a:solidFill>
                      <a:srgbClr val="818181"/>
                    </a:solidFill>
                    <a:prstDash val="solid"/>
                    <a:miter/>
                  </a:ln>
                </p:spPr>
                <p:txBody>
                  <a:bodyPr vert="horz" wrap="square" lIns="107999"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800" b="0" i="0" u="none" strike="noStrike" kern="1200" cap="none" spc="0" baseline="0">
                      <a:solidFill>
                        <a:srgbClr val="211F26"/>
                      </a:solidFill>
                      <a:uFillTx/>
                      <a:latin typeface="Calibri" pitchFamily="34"/>
                      <a:cs typeface="Calibri" pitchFamily="34"/>
                    </a:endParaRPr>
                  </a:p>
                </p:txBody>
              </p:sp>
              <p:sp>
                <p:nvSpPr>
                  <p:cNvPr id="97" name="Rechthoek 211">
                    <a:extLst>
                      <a:ext uri="{FF2B5EF4-FFF2-40B4-BE49-F238E27FC236}">
                        <a16:creationId xmlns:a16="http://schemas.microsoft.com/office/drawing/2014/main" id="{89DF515D-6D29-7D1D-3034-70E53CD1DD06}"/>
                      </a:ext>
                    </a:extLst>
                  </p:cNvPr>
                  <p:cNvSpPr/>
                  <p:nvPr/>
                </p:nvSpPr>
                <p:spPr>
                  <a:xfrm>
                    <a:off x="-2380466" y="3809170"/>
                    <a:ext cx="108420" cy="14767"/>
                  </a:xfrm>
                  <a:prstGeom prst="rect">
                    <a:avLst/>
                  </a:prstGeom>
                  <a:solidFill>
                    <a:srgbClr val="D1D1D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98" name="Rechthoek 212">
                    <a:extLst>
                      <a:ext uri="{FF2B5EF4-FFF2-40B4-BE49-F238E27FC236}">
                        <a16:creationId xmlns:a16="http://schemas.microsoft.com/office/drawing/2014/main" id="{32555E29-17CD-9483-1CF1-A0B1BC0339FA}"/>
                      </a:ext>
                    </a:extLst>
                  </p:cNvPr>
                  <p:cNvSpPr/>
                  <p:nvPr/>
                </p:nvSpPr>
                <p:spPr>
                  <a:xfrm>
                    <a:off x="-2380466" y="3834179"/>
                    <a:ext cx="42190" cy="64538"/>
                  </a:xfrm>
                  <a:prstGeom prst="rect">
                    <a:avLst/>
                  </a:prstGeom>
                  <a:solidFill>
                    <a:srgbClr val="D1D1D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99" name="Rechthoek 213">
                    <a:extLst>
                      <a:ext uri="{FF2B5EF4-FFF2-40B4-BE49-F238E27FC236}">
                        <a16:creationId xmlns:a16="http://schemas.microsoft.com/office/drawing/2014/main" id="{0D8CCB18-BD3B-41EE-B762-1EECEFF975D8}"/>
                      </a:ext>
                    </a:extLst>
                  </p:cNvPr>
                  <p:cNvSpPr/>
                  <p:nvPr/>
                </p:nvSpPr>
                <p:spPr>
                  <a:xfrm>
                    <a:off x="-2325182" y="3837873"/>
                    <a:ext cx="48051" cy="7580"/>
                  </a:xfrm>
                  <a:prstGeom prst="rect">
                    <a:avLst/>
                  </a:prstGeom>
                  <a:solidFill>
                    <a:srgbClr val="B2B2B2"/>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100" name="Rechthoek 214">
                    <a:extLst>
                      <a:ext uri="{FF2B5EF4-FFF2-40B4-BE49-F238E27FC236}">
                        <a16:creationId xmlns:a16="http://schemas.microsoft.com/office/drawing/2014/main" id="{CAFBA57A-EA76-9E94-4F64-B9DE6DFFFC73}"/>
                      </a:ext>
                    </a:extLst>
                  </p:cNvPr>
                  <p:cNvSpPr/>
                  <p:nvPr/>
                </p:nvSpPr>
                <p:spPr>
                  <a:xfrm>
                    <a:off x="-2325182" y="3863742"/>
                    <a:ext cx="24661" cy="7580"/>
                  </a:xfrm>
                  <a:prstGeom prst="rect">
                    <a:avLst/>
                  </a:prstGeom>
                  <a:solidFill>
                    <a:srgbClr val="B2B2B2"/>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101" name="Rechthoek 215">
                    <a:extLst>
                      <a:ext uri="{FF2B5EF4-FFF2-40B4-BE49-F238E27FC236}">
                        <a16:creationId xmlns:a16="http://schemas.microsoft.com/office/drawing/2014/main" id="{3AAE606E-194B-9918-BAC3-7CF33E1D62AF}"/>
                      </a:ext>
                    </a:extLst>
                  </p:cNvPr>
                  <p:cNvSpPr/>
                  <p:nvPr/>
                </p:nvSpPr>
                <p:spPr>
                  <a:xfrm>
                    <a:off x="-2325182" y="3889610"/>
                    <a:ext cx="24661" cy="7580"/>
                  </a:xfrm>
                  <a:prstGeom prst="rect">
                    <a:avLst/>
                  </a:prstGeom>
                  <a:solidFill>
                    <a:srgbClr val="B2B2B2"/>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sp>
              <p:nvSpPr>
                <p:cNvPr id="102" name="Boog 209">
                  <a:extLst>
                    <a:ext uri="{FF2B5EF4-FFF2-40B4-BE49-F238E27FC236}">
                      <a16:creationId xmlns:a16="http://schemas.microsoft.com/office/drawing/2014/main" id="{9C85FB3F-107F-7FBB-1429-CBD9B4A082A9}"/>
                    </a:ext>
                  </a:extLst>
                </p:cNvPr>
                <p:cNvSpPr/>
                <p:nvPr/>
              </p:nvSpPr>
              <p:spPr>
                <a:xfrm rot="17637085">
                  <a:off x="-2486866" y="3834225"/>
                  <a:ext cx="218962" cy="92080"/>
                </a:xfrm>
                <a:custGeom>
                  <a:avLst>
                    <a:gd name="f12" fmla="val 175"/>
                    <a:gd name="f13" fmla="val 292"/>
                  </a:avLst>
                  <a:gdLst>
                    <a:gd name="f2" fmla="val 10800000"/>
                    <a:gd name="f3" fmla="val 5400000"/>
                    <a:gd name="f4" fmla="val 16200000"/>
                    <a:gd name="f5" fmla="val 180"/>
                    <a:gd name="f6" fmla="val w"/>
                    <a:gd name="f7" fmla="val h"/>
                    <a:gd name="f8" fmla="val ss"/>
                    <a:gd name="f9" fmla="val 0"/>
                    <a:gd name="f10" fmla="*/ 5419351 1 1725033"/>
                    <a:gd name="f11" fmla="+- 0 0 1"/>
                    <a:gd name="f12" fmla="val 175"/>
                    <a:gd name="f13" fmla="val 292"/>
                    <a:gd name="f14" fmla="+- 0 0 -265"/>
                    <a:gd name="f15" fmla="+- 0 0 -234"/>
                    <a:gd name="f16" fmla="+- 0 0 -202"/>
                    <a:gd name="f17" fmla="abs f6"/>
                    <a:gd name="f18" fmla="abs f7"/>
                    <a:gd name="f19" fmla="abs f8"/>
                    <a:gd name="f20" fmla="val f9"/>
                    <a:gd name="f21" fmla="+- 0 0 f12"/>
                    <a:gd name="f22" fmla="+- 0 0 f13"/>
                    <a:gd name="f23" fmla="*/ f14 f2 1"/>
                    <a:gd name="f24" fmla="*/ f15 f2 1"/>
                    <a:gd name="f25" fmla="*/ f16 f2 1"/>
                    <a:gd name="f26" fmla="?: f17 f6 1"/>
                    <a:gd name="f27" fmla="?: f18 f7 1"/>
                    <a:gd name="f28" fmla="?: f19 f8 1"/>
                    <a:gd name="f29" fmla="*/ f21 f2 1"/>
                    <a:gd name="f30" fmla="*/ f22 f2 1"/>
                    <a:gd name="f31" fmla="*/ f23 1 f5"/>
                    <a:gd name="f32" fmla="*/ f24 1 f5"/>
                    <a:gd name="f33" fmla="*/ f25 1 f5"/>
                    <a:gd name="f34" fmla="*/ f26 1 21600"/>
                    <a:gd name="f35" fmla="*/ f27 1 21600"/>
                    <a:gd name="f36" fmla="*/ 21600 f26 1"/>
                    <a:gd name="f37" fmla="*/ 21600 f27 1"/>
                    <a:gd name="f38" fmla="*/ f29 1 f5"/>
                    <a:gd name="f39" fmla="*/ f30 1 f5"/>
                    <a:gd name="f40" fmla="+- f31 0 f3"/>
                    <a:gd name="f41" fmla="+- f32 0 f3"/>
                    <a:gd name="f42" fmla="+- f33 0 f3"/>
                    <a:gd name="f43" fmla="min f35 f34"/>
                    <a:gd name="f44" fmla="*/ f36 1 f28"/>
                    <a:gd name="f45" fmla="*/ f37 1 f28"/>
                    <a:gd name="f46" fmla="+- f38 0 f3"/>
                    <a:gd name="f47" fmla="+- f39 0 f3"/>
                    <a:gd name="f48" fmla="val f44"/>
                    <a:gd name="f49" fmla="val f45"/>
                    <a:gd name="f50" fmla="+- 0 0 f46"/>
                    <a:gd name="f51" fmla="+- 0 0 f47"/>
                    <a:gd name="f52" fmla="+- f49 0 f20"/>
                    <a:gd name="f53" fmla="+- f48 0 f20"/>
                    <a:gd name="f54" fmla="val f50"/>
                    <a:gd name="f55" fmla="val f51"/>
                    <a:gd name="f56" fmla="*/ f52 1 2"/>
                    <a:gd name="f57" fmla="*/ f53 1 2"/>
                    <a:gd name="f58" fmla="+- f55 0 f54"/>
                    <a:gd name="f59" fmla="+- f54 f3 0"/>
                    <a:gd name="f60" fmla="+- f55 f3 0"/>
                    <a:gd name="f61" fmla="+- 21600000 0 f54"/>
                    <a:gd name="f62" fmla="+- f3 0 f54"/>
                    <a:gd name="f63" fmla="+- 27000000 0 f54"/>
                    <a:gd name="f64" fmla="+- f2 0 f54"/>
                    <a:gd name="f65" fmla="+- 32400000 0 f54"/>
                    <a:gd name="f66" fmla="+- f4 0 f54"/>
                    <a:gd name="f67" fmla="+- 37800000 0 f54"/>
                    <a:gd name="f68" fmla="+- f20 f56 0"/>
                    <a:gd name="f69" fmla="+- f20 f57 0"/>
                    <a:gd name="f70" fmla="+- f58 21600000 0"/>
                    <a:gd name="f71" fmla="*/ f59 f10 1"/>
                    <a:gd name="f72" fmla="*/ f60 f10 1"/>
                    <a:gd name="f73" fmla="?: f62 f62 f63"/>
                    <a:gd name="f74" fmla="?: f64 f64 f65"/>
                    <a:gd name="f75" fmla="?: f66 f66 f67"/>
                    <a:gd name="f76" fmla="*/ f57 f43 1"/>
                    <a:gd name="f77" fmla="*/ f56 f43 1"/>
                    <a:gd name="f78" fmla="?: f58 f58 f70"/>
                    <a:gd name="f79" fmla="*/ f71 1 f2"/>
                    <a:gd name="f80" fmla="*/ f72 1 f2"/>
                    <a:gd name="f81" fmla="*/ f69 f43 1"/>
                    <a:gd name="f82" fmla="*/ f68 f43 1"/>
                    <a:gd name="f83" fmla="+- 0 0 f79"/>
                    <a:gd name="f84" fmla="+- 0 0 f80"/>
                    <a:gd name="f85" fmla="+- f78 0 f61"/>
                    <a:gd name="f86" fmla="+- f78 0 f73"/>
                    <a:gd name="f87" fmla="+- f78 0 f74"/>
                    <a:gd name="f88" fmla="+- f78 0 f75"/>
                    <a:gd name="f89" fmla="+- 0 0 f83"/>
                    <a:gd name="f90" fmla="+- 0 0 f84"/>
                    <a:gd name="f91" fmla="*/ f89 f2 1"/>
                    <a:gd name="f92" fmla="*/ f90 f2 1"/>
                    <a:gd name="f93" fmla="*/ f91 1 f10"/>
                    <a:gd name="f94" fmla="*/ f92 1 f10"/>
                    <a:gd name="f95" fmla="+- f93 0 f3"/>
                    <a:gd name="f96" fmla="+- f94 0 f3"/>
                    <a:gd name="f97" fmla="sin 1 f95"/>
                    <a:gd name="f98" fmla="cos 1 f95"/>
                    <a:gd name="f99" fmla="sin 1 f96"/>
                    <a:gd name="f100" fmla="cos 1 f96"/>
                    <a:gd name="f101" fmla="+- 0 0 f97"/>
                    <a:gd name="f102" fmla="+- 0 0 f98"/>
                    <a:gd name="f103" fmla="+- 0 0 f99"/>
                    <a:gd name="f104" fmla="+- 0 0 f100"/>
                    <a:gd name="f105" fmla="+- 0 0 f101"/>
                    <a:gd name="f106" fmla="+- 0 0 f102"/>
                    <a:gd name="f107" fmla="+- 0 0 f103"/>
                    <a:gd name="f108" fmla="+- 0 0 f104"/>
                    <a:gd name="f109" fmla="*/ f105 f57 1"/>
                    <a:gd name="f110" fmla="*/ f106 f56 1"/>
                    <a:gd name="f111" fmla="*/ f107 f57 1"/>
                    <a:gd name="f112" fmla="*/ f108 f56 1"/>
                    <a:gd name="f113" fmla="+- 0 0 f110"/>
                    <a:gd name="f114" fmla="+- 0 0 f109"/>
                    <a:gd name="f115" fmla="+- 0 0 f112"/>
                    <a:gd name="f116" fmla="+- 0 0 f111"/>
                    <a:gd name="f117" fmla="+- 0 0 f113"/>
                    <a:gd name="f118" fmla="+- 0 0 f114"/>
                    <a:gd name="f119" fmla="+- 0 0 f115"/>
                    <a:gd name="f120" fmla="+- 0 0 f116"/>
                    <a:gd name="f121" fmla="at2 f117 f118"/>
                    <a:gd name="f122" fmla="at2 f119 f120"/>
                    <a:gd name="f123" fmla="+- f121 f3 0"/>
                    <a:gd name="f124" fmla="+- f122 f3 0"/>
                    <a:gd name="f125" fmla="*/ f123 f10 1"/>
                    <a:gd name="f126" fmla="*/ f124 f10 1"/>
                    <a:gd name="f127" fmla="*/ f125 1 f2"/>
                    <a:gd name="f128" fmla="*/ f126 1 f2"/>
                    <a:gd name="f129" fmla="+- 0 0 f127"/>
                    <a:gd name="f130" fmla="+- 0 0 f128"/>
                    <a:gd name="f131" fmla="val f129"/>
                    <a:gd name="f132" fmla="val f130"/>
                    <a:gd name="f133" fmla="+- 0 0 f131"/>
                    <a:gd name="f134" fmla="+- 0 0 f132"/>
                    <a:gd name="f135" fmla="*/ f133 f2 1"/>
                    <a:gd name="f136" fmla="*/ f134 f2 1"/>
                    <a:gd name="f137" fmla="*/ f135 1 f10"/>
                    <a:gd name="f138" fmla="*/ f136 1 f10"/>
                    <a:gd name="f139" fmla="+- f137 0 f3"/>
                    <a:gd name="f140" fmla="+- f138 0 f3"/>
                    <a:gd name="f141" fmla="cos 1 f139"/>
                    <a:gd name="f142" fmla="sin 1 f139"/>
                    <a:gd name="f143" fmla="cos 1 f140"/>
                    <a:gd name="f144" fmla="sin 1 f140"/>
                    <a:gd name="f145" fmla="+- 0 0 f141"/>
                    <a:gd name="f146" fmla="+- 0 0 f142"/>
                    <a:gd name="f147" fmla="+- 0 0 f143"/>
                    <a:gd name="f148" fmla="+- 0 0 f144"/>
                    <a:gd name="f149" fmla="*/ f11 f145 1"/>
                    <a:gd name="f150" fmla="*/ f11 f146 1"/>
                    <a:gd name="f151" fmla="*/ f11 f147 1"/>
                    <a:gd name="f152" fmla="*/ f11 f148 1"/>
                    <a:gd name="f153" fmla="*/ f149 f57 1"/>
                    <a:gd name="f154" fmla="*/ f150 f56 1"/>
                    <a:gd name="f155" fmla="*/ f151 f57 1"/>
                    <a:gd name="f156" fmla="*/ f152 f56 1"/>
                    <a:gd name="f157" fmla="+- f69 f153 0"/>
                    <a:gd name="f158" fmla="+- f68 f154 0"/>
                    <a:gd name="f159" fmla="+- f69 f155 0"/>
                    <a:gd name="f160" fmla="+- f68 f156 0"/>
                    <a:gd name="f161" fmla="max f157 f159"/>
                    <a:gd name="f162" fmla="max f158 f160"/>
                    <a:gd name="f163" fmla="min f157 f159"/>
                    <a:gd name="f164" fmla="min f158 f160"/>
                    <a:gd name="f165" fmla="*/ f157 f43 1"/>
                    <a:gd name="f166" fmla="*/ f158 f43 1"/>
                    <a:gd name="f167" fmla="*/ f159 f43 1"/>
                    <a:gd name="f168" fmla="*/ f160 f43 1"/>
                    <a:gd name="f169" fmla="?: f85 f48 f161"/>
                    <a:gd name="f170" fmla="?: f86 f49 f162"/>
                    <a:gd name="f171" fmla="?: f87 f20 f163"/>
                    <a:gd name="f172" fmla="?: f88 f20 f164"/>
                    <a:gd name="f173" fmla="*/ f171 f43 1"/>
                    <a:gd name="f174" fmla="*/ f172 f43 1"/>
                    <a:gd name="f175" fmla="*/ f169 f43 1"/>
                    <a:gd name="f176" fmla="*/ f170 f43 1"/>
                  </a:gdLst>
                  <a:ahLst/>
                  <a:cxnLst>
                    <a:cxn ang="3cd4">
                      <a:pos x="hc" y="t"/>
                    </a:cxn>
                    <a:cxn ang="0">
                      <a:pos x="r" y="vc"/>
                    </a:cxn>
                    <a:cxn ang="cd4">
                      <a:pos x="hc" y="b"/>
                    </a:cxn>
                    <a:cxn ang="cd2">
                      <a:pos x="l" y="vc"/>
                    </a:cxn>
                    <a:cxn ang="f40">
                      <a:pos x="f165" y="f166"/>
                    </a:cxn>
                    <a:cxn ang="f41">
                      <a:pos x="f81" y="f82"/>
                    </a:cxn>
                    <a:cxn ang="f42">
                      <a:pos x="f167" y="f168"/>
                    </a:cxn>
                  </a:cxnLst>
                  <a:rect l="f173" t="f174" r="f175" b="f176"/>
                  <a:pathLst>
                    <a:path stroke="0">
                      <a:moveTo>
                        <a:pt x="f165" y="f166"/>
                      </a:moveTo>
                      <a:arcTo wR="f76" hR="f77" stAng="f54" swAng="f78"/>
                      <a:lnTo>
                        <a:pt x="f81" y="f82"/>
                      </a:lnTo>
                      <a:close/>
                    </a:path>
                    <a:path fill="none">
                      <a:moveTo>
                        <a:pt x="f165" y="f166"/>
                      </a:moveTo>
                      <a:arcTo wR="f76" hR="f77" stAng="f54" swAng="f78"/>
                    </a:path>
                  </a:pathLst>
                </a:custGeom>
                <a:noFill/>
                <a:ln w="19046" cap="flat">
                  <a:solidFill>
                    <a:srgbClr val="4D82B8"/>
                  </a:solidFill>
                  <a:prstDash val="solid"/>
                  <a:headEnd type="arrow"/>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2400" b="0" i="0" u="none" strike="noStrike" kern="1200" cap="none" spc="0" baseline="0">
                    <a:solidFill>
                      <a:srgbClr val="211F26"/>
                    </a:solidFill>
                    <a:uFillTx/>
                    <a:latin typeface="Calibri" pitchFamily="34"/>
                    <a:cs typeface="Calibri" pitchFamily="34"/>
                  </a:endParaRPr>
                </a:p>
              </p:txBody>
            </p:sp>
          </p:grpSp>
          <p:sp>
            <p:nvSpPr>
              <p:cNvPr id="103" name="Tekstvak 205">
                <a:extLst>
                  <a:ext uri="{FF2B5EF4-FFF2-40B4-BE49-F238E27FC236}">
                    <a16:creationId xmlns:a16="http://schemas.microsoft.com/office/drawing/2014/main" id="{640E943F-F3B4-B3CF-5247-C2A18D77F48C}"/>
                  </a:ext>
                </a:extLst>
              </p:cNvPr>
              <p:cNvSpPr txBox="1"/>
              <p:nvPr/>
            </p:nvSpPr>
            <p:spPr>
              <a:xfrm>
                <a:off x="-2245455" y="3541123"/>
                <a:ext cx="896112" cy="134709"/>
              </a:xfrm>
              <a:prstGeom prst="rect">
                <a:avLst/>
              </a:prstGeom>
              <a:noFill/>
              <a:ln>
                <a:noFill/>
              </a:ln>
            </p:spPr>
            <p:txBody>
              <a:bodyPr vert="horz" wrap="square" lIns="91440" tIns="45720" rIns="91440" bIns="45720" anchor="ctr" anchorCtr="0" compatLnSpc="1">
                <a:noAutofit/>
              </a:bodyPr>
              <a:lstStyle/>
              <a:p>
                <a:pPr marL="0" marR="0" lvl="0" indent="0" algn="l" defTabSz="1217514"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900" b="0" i="0" u="none" strike="noStrike" kern="1200" cap="none" spc="0" baseline="0">
                    <a:solidFill>
                      <a:srgbClr val="211F26"/>
                    </a:solidFill>
                    <a:uFillTx/>
                    <a:latin typeface="Calibri" pitchFamily="34"/>
                    <a:cs typeface="Calibri" pitchFamily="34"/>
                  </a:rPr>
                  <a:t>Layout</a:t>
                </a:r>
              </a:p>
            </p:txBody>
          </p:sp>
          <p:sp>
            <p:nvSpPr>
              <p:cNvPr id="104" name="Tekstvak 206">
                <a:extLst>
                  <a:ext uri="{FF2B5EF4-FFF2-40B4-BE49-F238E27FC236}">
                    <a16:creationId xmlns:a16="http://schemas.microsoft.com/office/drawing/2014/main" id="{9819777F-4208-7155-50DC-CC7DED8A7360}"/>
                  </a:ext>
                </a:extLst>
              </p:cNvPr>
              <p:cNvSpPr txBox="1"/>
              <p:nvPr/>
            </p:nvSpPr>
            <p:spPr>
              <a:xfrm>
                <a:off x="-2258888" y="3793552"/>
                <a:ext cx="909544" cy="126415"/>
              </a:xfrm>
              <a:prstGeom prst="rect">
                <a:avLst/>
              </a:prstGeom>
              <a:noFill/>
              <a:ln>
                <a:noFill/>
              </a:ln>
            </p:spPr>
            <p:txBody>
              <a:bodyPr vert="horz" wrap="square" lIns="91440" tIns="45720" rIns="91440" bIns="45720" anchor="ctr" anchorCtr="0" compatLnSpc="1">
                <a:noAutofit/>
              </a:bodyPr>
              <a:lstStyle/>
              <a:p>
                <a:pPr marL="0" marR="0" lvl="0" indent="0" algn="l" defTabSz="1217514"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900" b="0" i="0" u="none" strike="noStrike" kern="1200" cap="none" spc="0" baseline="0">
                    <a:solidFill>
                      <a:srgbClr val="211F26"/>
                    </a:solidFill>
                    <a:uFillTx/>
                    <a:latin typeface="Calibri" pitchFamily="34"/>
                    <a:cs typeface="Calibri" pitchFamily="34"/>
                  </a:rPr>
                  <a:t>Reset slide</a:t>
                </a:r>
              </a:p>
            </p:txBody>
          </p:sp>
          <p:sp>
            <p:nvSpPr>
              <p:cNvPr id="105" name="Vrije vorm: vorm 207">
                <a:extLst>
                  <a:ext uri="{FF2B5EF4-FFF2-40B4-BE49-F238E27FC236}">
                    <a16:creationId xmlns:a16="http://schemas.microsoft.com/office/drawing/2014/main" id="{53BEE08D-1E6F-419D-1425-E071F7C0ED04}"/>
                  </a:ext>
                </a:extLst>
              </p:cNvPr>
              <p:cNvSpPr/>
              <p:nvPr/>
            </p:nvSpPr>
            <p:spPr>
              <a:xfrm>
                <a:off x="-1360389" y="3863714"/>
                <a:ext cx="97566" cy="179999"/>
              </a:xfrm>
              <a:custGeom>
                <a:avLst/>
                <a:gdLst>
                  <a:gd name="f0" fmla="val 10800000"/>
                  <a:gd name="f1" fmla="val 5400000"/>
                  <a:gd name="f2" fmla="val 180"/>
                  <a:gd name="f3" fmla="val w"/>
                  <a:gd name="f4" fmla="val h"/>
                  <a:gd name="f5" fmla="val 0"/>
                  <a:gd name="f6" fmla="val 880280"/>
                  <a:gd name="f7" fmla="val 1624084"/>
                  <a:gd name="f8" fmla="val 1262418"/>
                  <a:gd name="f9" fmla="val 313898"/>
                  <a:gd name="f10" fmla="val 996287"/>
                  <a:gd name="f11" fmla="val 620973"/>
                  <a:gd name="f12" fmla="val 839337"/>
                  <a:gd name="f13" fmla="val 1480782"/>
                  <a:gd name="f14" fmla="val 498144"/>
                  <a:gd name="f15" fmla="val 900753"/>
                  <a:gd name="f16" fmla="val 893929"/>
                  <a:gd name="f17" fmla="+- 0 0 -90"/>
                  <a:gd name="f18" fmla="*/ f3 1 880280"/>
                  <a:gd name="f19" fmla="*/ f4 1 1624084"/>
                  <a:gd name="f20" fmla="val f5"/>
                  <a:gd name="f21" fmla="val f6"/>
                  <a:gd name="f22" fmla="val f7"/>
                  <a:gd name="f23" fmla="*/ f17 f0 1"/>
                  <a:gd name="f24" fmla="+- f22 0 f20"/>
                  <a:gd name="f25" fmla="+- f21 0 f20"/>
                  <a:gd name="f26" fmla="*/ f23 1 f2"/>
                  <a:gd name="f27" fmla="*/ f25 1 880280"/>
                  <a:gd name="f28" fmla="*/ f24 1 1624084"/>
                  <a:gd name="f29" fmla="*/ 0 f25 1"/>
                  <a:gd name="f30" fmla="*/ 0 f24 1"/>
                  <a:gd name="f31" fmla="*/ 1262418 f24 1"/>
                  <a:gd name="f32" fmla="*/ 620973 f25 1"/>
                  <a:gd name="f33" fmla="*/ 1624084 f24 1"/>
                  <a:gd name="f34" fmla="*/ 839337 f25 1"/>
                  <a:gd name="f35" fmla="*/ 1480782 f24 1"/>
                  <a:gd name="f36" fmla="*/ 900753 f24 1"/>
                  <a:gd name="f37" fmla="*/ 880280 f25 1"/>
                  <a:gd name="f38" fmla="*/ 893929 f24 1"/>
                  <a:gd name="f39" fmla="*/ 313898 f25 1"/>
                  <a:gd name="f40" fmla="*/ 996287 f24 1"/>
                  <a:gd name="f41" fmla="*/ 498144 f25 1"/>
                  <a:gd name="f42" fmla="+- f26 0 f1"/>
                  <a:gd name="f43" fmla="*/ f29 1 880280"/>
                  <a:gd name="f44" fmla="*/ f30 1 1624084"/>
                  <a:gd name="f45" fmla="*/ f31 1 1624084"/>
                  <a:gd name="f46" fmla="*/ f32 1 880280"/>
                  <a:gd name="f47" fmla="*/ f33 1 1624084"/>
                  <a:gd name="f48" fmla="*/ f34 1 880280"/>
                  <a:gd name="f49" fmla="*/ f35 1 1624084"/>
                  <a:gd name="f50" fmla="*/ f36 1 1624084"/>
                  <a:gd name="f51" fmla="*/ f37 1 880280"/>
                  <a:gd name="f52" fmla="*/ f38 1 1624084"/>
                  <a:gd name="f53" fmla="*/ f39 1 880280"/>
                  <a:gd name="f54" fmla="*/ f40 1 1624084"/>
                  <a:gd name="f55" fmla="*/ f41 1 880280"/>
                  <a:gd name="f56" fmla="*/ f20 1 f27"/>
                  <a:gd name="f57" fmla="*/ f21 1 f27"/>
                  <a:gd name="f58" fmla="*/ f20 1 f28"/>
                  <a:gd name="f59" fmla="*/ f22 1 f28"/>
                  <a:gd name="f60" fmla="*/ f43 1 f27"/>
                  <a:gd name="f61" fmla="*/ f44 1 f28"/>
                  <a:gd name="f62" fmla="*/ f45 1 f28"/>
                  <a:gd name="f63" fmla="*/ f53 1 f27"/>
                  <a:gd name="f64" fmla="*/ f54 1 f28"/>
                  <a:gd name="f65" fmla="*/ f46 1 f27"/>
                  <a:gd name="f66" fmla="*/ f47 1 f28"/>
                  <a:gd name="f67" fmla="*/ f48 1 f27"/>
                  <a:gd name="f68" fmla="*/ f49 1 f28"/>
                  <a:gd name="f69" fmla="*/ f55 1 f27"/>
                  <a:gd name="f70" fmla="*/ f50 1 f28"/>
                  <a:gd name="f71" fmla="*/ f51 1 f27"/>
                  <a:gd name="f72" fmla="*/ f52 1 f28"/>
                  <a:gd name="f73" fmla="*/ f56 f18 1"/>
                  <a:gd name="f74" fmla="*/ f57 f18 1"/>
                  <a:gd name="f75" fmla="*/ f59 f19 1"/>
                  <a:gd name="f76" fmla="*/ f58 f19 1"/>
                  <a:gd name="f77" fmla="*/ f60 f18 1"/>
                  <a:gd name="f78" fmla="*/ f61 f19 1"/>
                  <a:gd name="f79" fmla="*/ f62 f19 1"/>
                  <a:gd name="f80" fmla="*/ f63 f18 1"/>
                  <a:gd name="f81" fmla="*/ f64 f19 1"/>
                  <a:gd name="f82" fmla="*/ f65 f18 1"/>
                  <a:gd name="f83" fmla="*/ f66 f19 1"/>
                  <a:gd name="f84" fmla="*/ f67 f18 1"/>
                  <a:gd name="f85" fmla="*/ f68 f19 1"/>
                  <a:gd name="f86" fmla="*/ f69 f18 1"/>
                  <a:gd name="f87" fmla="*/ f70 f19 1"/>
                  <a:gd name="f88" fmla="*/ f71 f18 1"/>
                  <a:gd name="f89" fmla="*/ f72 f19 1"/>
                </a:gdLst>
                <a:ahLst/>
                <a:cxnLst>
                  <a:cxn ang="3cd4">
                    <a:pos x="hc" y="t"/>
                  </a:cxn>
                  <a:cxn ang="0">
                    <a:pos x="r" y="vc"/>
                  </a:cxn>
                  <a:cxn ang="cd4">
                    <a:pos x="hc" y="b"/>
                  </a:cxn>
                  <a:cxn ang="cd2">
                    <a:pos x="l" y="vc"/>
                  </a:cxn>
                  <a:cxn ang="f42">
                    <a:pos x="f77" y="f78"/>
                  </a:cxn>
                  <a:cxn ang="f42">
                    <a:pos x="f77" y="f79"/>
                  </a:cxn>
                  <a:cxn ang="f42">
                    <a:pos x="f80" y="f81"/>
                  </a:cxn>
                  <a:cxn ang="f42">
                    <a:pos x="f82" y="f83"/>
                  </a:cxn>
                  <a:cxn ang="f42">
                    <a:pos x="f84" y="f85"/>
                  </a:cxn>
                  <a:cxn ang="f42">
                    <a:pos x="f86" y="f87"/>
                  </a:cxn>
                  <a:cxn ang="f42">
                    <a:pos x="f88" y="f89"/>
                  </a:cxn>
                  <a:cxn ang="f42">
                    <a:pos x="f77" y="f78"/>
                  </a:cxn>
                </a:cxnLst>
                <a:rect l="f73" t="f76" r="f74" b="f75"/>
                <a:pathLst>
                  <a:path w="880280" h="1624084">
                    <a:moveTo>
                      <a:pt x="f5" y="f5"/>
                    </a:moveTo>
                    <a:lnTo>
                      <a:pt x="f5" y="f8"/>
                    </a:lnTo>
                    <a:lnTo>
                      <a:pt x="f9" y="f10"/>
                    </a:lnTo>
                    <a:lnTo>
                      <a:pt x="f11" y="f7"/>
                    </a:lnTo>
                    <a:lnTo>
                      <a:pt x="f12" y="f13"/>
                    </a:lnTo>
                    <a:lnTo>
                      <a:pt x="f14" y="f15"/>
                    </a:lnTo>
                    <a:lnTo>
                      <a:pt x="f6" y="f16"/>
                    </a:lnTo>
                    <a:lnTo>
                      <a:pt x="f5" y="f5"/>
                    </a:lnTo>
                    <a:close/>
                  </a:path>
                </a:pathLst>
              </a:custGeom>
              <a:solidFill>
                <a:srgbClr val="FFFFFF"/>
              </a:solidFill>
              <a:ln w="12701" cap="flat">
                <a:solidFill>
                  <a:srgbClr val="000000"/>
                </a:solidFill>
                <a:prstDash val="solid"/>
                <a:miter/>
              </a:ln>
            </p:spPr>
            <p:txBody>
              <a:bodyPr vert="horz" wrap="square" lIns="179999" tIns="179999" rIns="179999" bIns="179999"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1600" b="0" i="0" u="none" strike="noStrike" kern="1200" cap="all" spc="0" baseline="0">
                  <a:solidFill>
                    <a:srgbClr val="FFFFFF"/>
                  </a:solidFill>
                  <a:uFillTx/>
                  <a:latin typeface="Calibri" pitchFamily="34"/>
                  <a:cs typeface="Calibri" pitchFamily="34"/>
                </a:endParaRPr>
              </a:p>
            </p:txBody>
          </p:sp>
        </p:grpSp>
        <p:grpSp>
          <p:nvGrpSpPr>
            <p:cNvPr id="106" name="Groep 163">
              <a:extLst>
                <a:ext uri="{FF2B5EF4-FFF2-40B4-BE49-F238E27FC236}">
                  <a16:creationId xmlns:a16="http://schemas.microsoft.com/office/drawing/2014/main" id="{6D89BA9C-CF0C-FA8A-4555-1857D83F3885}"/>
                </a:ext>
              </a:extLst>
            </p:cNvPr>
            <p:cNvGrpSpPr/>
            <p:nvPr/>
          </p:nvGrpSpPr>
          <p:grpSpPr>
            <a:xfrm>
              <a:off x="-3786164" y="5680655"/>
              <a:ext cx="3693380" cy="959690"/>
              <a:chOff x="-3786164" y="5680655"/>
              <a:chExt cx="3693380" cy="959690"/>
            </a:xfrm>
          </p:grpSpPr>
          <p:sp>
            <p:nvSpPr>
              <p:cNvPr id="107" name="Rechthoek 191">
                <a:extLst>
                  <a:ext uri="{FF2B5EF4-FFF2-40B4-BE49-F238E27FC236}">
                    <a16:creationId xmlns:a16="http://schemas.microsoft.com/office/drawing/2014/main" id="{C38983F0-1D3F-8687-E328-838C553C9936}"/>
                  </a:ext>
                </a:extLst>
              </p:cNvPr>
              <p:cNvSpPr/>
              <p:nvPr/>
            </p:nvSpPr>
            <p:spPr>
              <a:xfrm>
                <a:off x="-3786164" y="5812347"/>
                <a:ext cx="3593637" cy="827998"/>
              </a:xfrm>
              <a:prstGeom prst="rect">
                <a:avLst/>
              </a:prstGeom>
              <a:solidFill>
                <a:srgbClr val="ECECEC"/>
              </a:solidFill>
              <a:ln w="6345" cap="flat">
                <a:solidFill>
                  <a:srgbClr val="ECECEC"/>
                </a:solidFill>
                <a:prstDash val="solid"/>
                <a:miter/>
              </a:ln>
            </p:spPr>
            <p:txBody>
              <a:bodyPr vert="horz" wrap="square" lIns="179999" tIns="143999" rIns="179999" bIns="143999"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1" i="0" u="none" strike="noStrike" kern="1200" cap="all" spc="0" baseline="0">
                    <a:solidFill>
                      <a:srgbClr val="211F26"/>
                    </a:solidFill>
                    <a:uFillTx/>
                    <a:latin typeface="Calibri" pitchFamily="34"/>
                    <a:cs typeface="Calibri" pitchFamily="34"/>
                  </a:rPr>
                  <a:t>Want to know more?</a:t>
                </a:r>
                <a:br>
                  <a:rPr lang="en-GB" sz="1200" b="1" i="0" u="none" strike="noStrike" kern="1200" cap="all" spc="0" baseline="0">
                    <a:solidFill>
                      <a:srgbClr val="211F26"/>
                    </a:solidFill>
                    <a:uFillTx/>
                    <a:latin typeface="Calibri" pitchFamily="34"/>
                    <a:cs typeface="Calibri" pitchFamily="34"/>
                  </a:rPr>
                </a:br>
                <a:r>
                  <a:rPr lang="en-GB" sz="1200" b="0" i="0" u="none" strike="noStrike" kern="1200" cap="none" spc="0" baseline="0">
                    <a:solidFill>
                      <a:srgbClr val="211F26"/>
                    </a:solidFill>
                    <a:uFillTx/>
                    <a:latin typeface="Calibri" pitchFamily="34"/>
                    <a:cs typeface="Calibri" pitchFamily="34"/>
                  </a:rPr>
                  <a:t>Go to the tab</a:t>
                </a:r>
                <a:r>
                  <a:rPr lang="en-GB" sz="1200" b="1" i="0" u="none" strike="noStrike" kern="1200" cap="all" spc="0" baseline="0">
                    <a:solidFill>
                      <a:srgbClr val="211F26"/>
                    </a:solidFill>
                    <a:uFillTx/>
                    <a:latin typeface="Calibri" pitchFamily="34"/>
                    <a:cs typeface="Calibri" pitchFamily="34"/>
                  </a:rPr>
                  <a:t> 'SLIDEBUILDER’ </a:t>
                </a:r>
                <a:r>
                  <a:rPr lang="en-GB" sz="1200" b="0" i="0" u="none" strike="noStrike" kern="1200" cap="none" spc="0" baseline="0">
                    <a:solidFill>
                      <a:srgbClr val="211F26"/>
                    </a:solidFill>
                    <a:uFillTx/>
                    <a:latin typeface="Calibri" pitchFamily="34"/>
                    <a:cs typeface="Calibri" pitchFamily="34"/>
                  </a:rPr>
                  <a:t>and click</a:t>
                </a:r>
                <a:br>
                  <a:rPr lang="en-GB" sz="1200" b="0" i="0" u="none" strike="noStrike" kern="1200" cap="none" spc="0" baseline="0">
                    <a:solidFill>
                      <a:srgbClr val="211F26"/>
                    </a:solidFill>
                    <a:uFillTx/>
                    <a:latin typeface="Calibri" pitchFamily="34"/>
                    <a:cs typeface="Calibri" pitchFamily="34"/>
                  </a:rPr>
                </a:br>
                <a:r>
                  <a:rPr lang="en-GB" sz="1200" b="0" i="0" u="none" strike="noStrike" kern="1200" cap="none" spc="0" baseline="0">
                    <a:solidFill>
                      <a:srgbClr val="211F26"/>
                    </a:solidFill>
                    <a:uFillTx/>
                    <a:latin typeface="Calibri" pitchFamily="34"/>
                    <a:cs typeface="Calibri" pitchFamily="34"/>
                  </a:rPr>
                  <a:t>on the button </a:t>
                </a:r>
                <a:r>
                  <a:rPr lang="en-GB" sz="1200" b="1" i="0" u="none" strike="noStrike" kern="1200" cap="all" spc="0" baseline="0">
                    <a:solidFill>
                      <a:srgbClr val="211F26"/>
                    </a:solidFill>
                    <a:uFillTx/>
                    <a:latin typeface="Calibri" pitchFamily="34"/>
                    <a:cs typeface="Calibri" pitchFamily="34"/>
                  </a:rPr>
                  <a:t>‘Inspiration'</a:t>
                </a:r>
              </a:p>
            </p:txBody>
          </p:sp>
          <p:grpSp>
            <p:nvGrpSpPr>
              <p:cNvPr id="108" name="ICOON_info">
                <a:extLst>
                  <a:ext uri="{FF2B5EF4-FFF2-40B4-BE49-F238E27FC236}">
                    <a16:creationId xmlns:a16="http://schemas.microsoft.com/office/drawing/2014/main" id="{97698BAC-8357-1F3E-6569-B1E885A14C0C}"/>
                  </a:ext>
                </a:extLst>
              </p:cNvPr>
              <p:cNvGrpSpPr/>
              <p:nvPr/>
            </p:nvGrpSpPr>
            <p:grpSpPr>
              <a:xfrm>
                <a:off x="-376467" y="5680655"/>
                <a:ext cx="283683" cy="283683"/>
                <a:chOff x="-376467" y="5680655"/>
                <a:chExt cx="283683" cy="283683"/>
              </a:xfrm>
            </p:grpSpPr>
            <p:sp>
              <p:nvSpPr>
                <p:cNvPr id="109" name="Ovaal 199">
                  <a:extLst>
                    <a:ext uri="{FF2B5EF4-FFF2-40B4-BE49-F238E27FC236}">
                      <a16:creationId xmlns:a16="http://schemas.microsoft.com/office/drawing/2014/main" id="{928120EE-9317-A989-37C8-FE0407D9D8E3}"/>
                    </a:ext>
                  </a:extLst>
                </p:cNvPr>
                <p:cNvSpPr/>
                <p:nvPr/>
              </p:nvSpPr>
              <p:spPr>
                <a:xfrm>
                  <a:off x="-356433" y="5700113"/>
                  <a:ext cx="244748" cy="244748"/>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211F26"/>
                </a:solidFill>
                <a:ln>
                  <a:noFill/>
                  <a:prstDash val="solid"/>
                </a:ln>
              </p:spPr>
              <p:txBody>
                <a:bodyPr vert="horz" wrap="square" lIns="179999" tIns="179999" rIns="179999" bIns="179999"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1600" b="0" i="0" u="none" strike="noStrike" kern="1200" cap="all" spc="0" baseline="0">
                    <a:solidFill>
                      <a:srgbClr val="FFFFFF"/>
                    </a:solidFill>
                    <a:uFillTx/>
                    <a:latin typeface="Calibri" pitchFamily="34"/>
                    <a:cs typeface="Calibri" pitchFamily="34"/>
                  </a:endParaRPr>
                </a:p>
              </p:txBody>
            </p:sp>
            <p:sp>
              <p:nvSpPr>
                <p:cNvPr id="110" name="Graphic 163" descr="Informatie">
                  <a:extLst>
                    <a:ext uri="{FF2B5EF4-FFF2-40B4-BE49-F238E27FC236}">
                      <a16:creationId xmlns:a16="http://schemas.microsoft.com/office/drawing/2014/main" id="{7BCE59B2-57A5-E85A-7E2C-CF32D18EBE9D}"/>
                    </a:ext>
                  </a:extLst>
                </p:cNvPr>
                <p:cNvSpPr/>
                <p:nvPr/>
              </p:nvSpPr>
              <p:spPr>
                <a:xfrm>
                  <a:off x="-376467" y="5680655"/>
                  <a:ext cx="283683" cy="283683"/>
                </a:xfrm>
                <a:custGeom>
                  <a:avLst/>
                  <a:gdLst>
                    <a:gd name="f0" fmla="val 10800000"/>
                    <a:gd name="f1" fmla="val 5400000"/>
                    <a:gd name="f2" fmla="val 180"/>
                    <a:gd name="f3" fmla="val w"/>
                    <a:gd name="f4" fmla="val h"/>
                    <a:gd name="f5" fmla="val 0"/>
                    <a:gd name="f6" fmla="val 291719"/>
                    <a:gd name="f7" fmla="val 145860"/>
                    <a:gd name="f8" fmla="val 65253"/>
                    <a:gd name="f9" fmla="val 226467"/>
                    <a:gd name="f10" fmla="val 291720"/>
                    <a:gd name="f11" fmla="val 138183"/>
                    <a:gd name="f12" fmla="val 38384"/>
                    <a:gd name="f13" fmla="val 148931"/>
                    <a:gd name="f14" fmla="val 157375"/>
                    <a:gd name="f15" fmla="val 46829"/>
                    <a:gd name="f16" fmla="val 57576"/>
                    <a:gd name="f17" fmla="val 68324"/>
                    <a:gd name="f18" fmla="val 76768"/>
                    <a:gd name="f19" fmla="val 127435"/>
                    <a:gd name="f20" fmla="val 118991"/>
                    <a:gd name="f21" fmla="val 184244"/>
                    <a:gd name="f22" fmla="val 253336"/>
                    <a:gd name="f23" fmla="val 107476"/>
                    <a:gd name="f24" fmla="val 230305"/>
                    <a:gd name="f25" fmla="val 134345"/>
                    <a:gd name="f26" fmla="val 115153"/>
                    <a:gd name="f27" fmla="val 111314"/>
                    <a:gd name="f28" fmla="val 92122"/>
                    <a:gd name="f29" fmla="+- 0 0 -90"/>
                    <a:gd name="f30" fmla="*/ f3 1 291719"/>
                    <a:gd name="f31" fmla="*/ f4 1 291719"/>
                    <a:gd name="f32" fmla="val f5"/>
                    <a:gd name="f33" fmla="val f6"/>
                    <a:gd name="f34" fmla="*/ f29 f0 1"/>
                    <a:gd name="f35" fmla="+- f33 0 f32"/>
                    <a:gd name="f36" fmla="*/ f34 1 f2"/>
                    <a:gd name="f37" fmla="*/ f35 1 291719"/>
                    <a:gd name="f38" fmla="*/ 145860 f35 1"/>
                    <a:gd name="f39" fmla="*/ 0 f35 1"/>
                    <a:gd name="f40" fmla="*/ 291720 f35 1"/>
                    <a:gd name="f41" fmla="*/ 138183 f35 1"/>
                    <a:gd name="f42" fmla="*/ 38384 f35 1"/>
                    <a:gd name="f43" fmla="*/ 157375 f35 1"/>
                    <a:gd name="f44" fmla="*/ 57576 f35 1"/>
                    <a:gd name="f45" fmla="*/ 76768 f35 1"/>
                    <a:gd name="f46" fmla="*/ 118991 f35 1"/>
                    <a:gd name="f47" fmla="*/ 184244 f35 1"/>
                    <a:gd name="f48" fmla="*/ 253336 f35 1"/>
                    <a:gd name="f49" fmla="*/ 107476 f35 1"/>
                    <a:gd name="f50" fmla="*/ 230305 f35 1"/>
                    <a:gd name="f51" fmla="*/ 134345 f35 1"/>
                    <a:gd name="f52" fmla="*/ 115153 f35 1"/>
                    <a:gd name="f53" fmla="*/ 111314 f35 1"/>
                    <a:gd name="f54" fmla="*/ 92122 f35 1"/>
                    <a:gd name="f55" fmla="+- f36 0 f1"/>
                    <a:gd name="f56" fmla="*/ f38 1 291719"/>
                    <a:gd name="f57" fmla="*/ f39 1 291719"/>
                    <a:gd name="f58" fmla="*/ f40 1 291719"/>
                    <a:gd name="f59" fmla="*/ f41 1 291719"/>
                    <a:gd name="f60" fmla="*/ f42 1 291719"/>
                    <a:gd name="f61" fmla="*/ f43 1 291719"/>
                    <a:gd name="f62" fmla="*/ f44 1 291719"/>
                    <a:gd name="f63" fmla="*/ f45 1 291719"/>
                    <a:gd name="f64" fmla="*/ f46 1 291719"/>
                    <a:gd name="f65" fmla="*/ f47 1 291719"/>
                    <a:gd name="f66" fmla="*/ f48 1 291719"/>
                    <a:gd name="f67" fmla="*/ f49 1 291719"/>
                    <a:gd name="f68" fmla="*/ f50 1 291719"/>
                    <a:gd name="f69" fmla="*/ f51 1 291719"/>
                    <a:gd name="f70" fmla="*/ f52 1 291719"/>
                    <a:gd name="f71" fmla="*/ f53 1 291719"/>
                    <a:gd name="f72" fmla="*/ f54 1 291719"/>
                    <a:gd name="f73" fmla="*/ f32 1 f37"/>
                    <a:gd name="f74" fmla="*/ f33 1 f37"/>
                    <a:gd name="f75" fmla="*/ f56 1 f37"/>
                    <a:gd name="f76" fmla="*/ f57 1 f37"/>
                    <a:gd name="f77" fmla="*/ f58 1 f37"/>
                    <a:gd name="f78" fmla="*/ f59 1 f37"/>
                    <a:gd name="f79" fmla="*/ f60 1 f37"/>
                    <a:gd name="f80" fmla="*/ f61 1 f37"/>
                    <a:gd name="f81" fmla="*/ f62 1 f37"/>
                    <a:gd name="f82" fmla="*/ f63 1 f37"/>
                    <a:gd name="f83" fmla="*/ f64 1 f37"/>
                    <a:gd name="f84" fmla="*/ f65 1 f37"/>
                    <a:gd name="f85" fmla="*/ f66 1 f37"/>
                    <a:gd name="f86" fmla="*/ f67 1 f37"/>
                    <a:gd name="f87" fmla="*/ f68 1 f37"/>
                    <a:gd name="f88" fmla="*/ f69 1 f37"/>
                    <a:gd name="f89" fmla="*/ f70 1 f37"/>
                    <a:gd name="f90" fmla="*/ f71 1 f37"/>
                    <a:gd name="f91" fmla="*/ f72 1 f37"/>
                    <a:gd name="f92" fmla="*/ f73 f30 1"/>
                    <a:gd name="f93" fmla="*/ f74 f30 1"/>
                    <a:gd name="f94" fmla="*/ f74 f31 1"/>
                    <a:gd name="f95" fmla="*/ f73 f31 1"/>
                    <a:gd name="f96" fmla="*/ f75 f30 1"/>
                    <a:gd name="f97" fmla="*/ f76 f31 1"/>
                    <a:gd name="f98" fmla="*/ f76 f30 1"/>
                    <a:gd name="f99" fmla="*/ f75 f31 1"/>
                    <a:gd name="f100" fmla="*/ f77 f31 1"/>
                    <a:gd name="f101" fmla="*/ f77 f30 1"/>
                    <a:gd name="f102" fmla="*/ f78 f30 1"/>
                    <a:gd name="f103" fmla="*/ f79 f31 1"/>
                    <a:gd name="f104" fmla="*/ f80 f30 1"/>
                    <a:gd name="f105" fmla="*/ f81 f31 1"/>
                    <a:gd name="f106" fmla="*/ f82 f31 1"/>
                    <a:gd name="f107" fmla="*/ f83 f30 1"/>
                    <a:gd name="f108" fmla="*/ f84 f30 1"/>
                    <a:gd name="f109" fmla="*/ f85 f31 1"/>
                    <a:gd name="f110" fmla="*/ f86 f30 1"/>
                    <a:gd name="f111" fmla="*/ f87 f31 1"/>
                    <a:gd name="f112" fmla="*/ f88 f30 1"/>
                    <a:gd name="f113" fmla="*/ f89 f31 1"/>
                    <a:gd name="f114" fmla="*/ f90 f30 1"/>
                    <a:gd name="f115" fmla="*/ f91 f31 1"/>
                  </a:gdLst>
                  <a:ahLst/>
                  <a:cxnLst>
                    <a:cxn ang="3cd4">
                      <a:pos x="hc" y="t"/>
                    </a:cxn>
                    <a:cxn ang="0">
                      <a:pos x="r" y="vc"/>
                    </a:cxn>
                    <a:cxn ang="cd4">
                      <a:pos x="hc" y="b"/>
                    </a:cxn>
                    <a:cxn ang="cd2">
                      <a:pos x="l" y="vc"/>
                    </a:cxn>
                    <a:cxn ang="f55">
                      <a:pos x="f96" y="f97"/>
                    </a:cxn>
                    <a:cxn ang="f55">
                      <a:pos x="f98" y="f99"/>
                    </a:cxn>
                    <a:cxn ang="f55">
                      <a:pos x="f96" y="f100"/>
                    </a:cxn>
                    <a:cxn ang="f55">
                      <a:pos x="f101" y="f99"/>
                    </a:cxn>
                    <a:cxn ang="f55">
                      <a:pos x="f96" y="f97"/>
                    </a:cxn>
                    <a:cxn ang="f55">
                      <a:pos x="f102" y="f103"/>
                    </a:cxn>
                    <a:cxn ang="f55">
                      <a:pos x="f104" y="f105"/>
                    </a:cxn>
                    <a:cxn ang="f55">
                      <a:pos x="f102" y="f106"/>
                    </a:cxn>
                    <a:cxn ang="f55">
                      <a:pos x="f107" y="f105"/>
                    </a:cxn>
                    <a:cxn ang="f55">
                      <a:pos x="f102" y="f103"/>
                    </a:cxn>
                    <a:cxn ang="f55">
                      <a:pos x="f108" y="f109"/>
                    </a:cxn>
                    <a:cxn ang="f55">
                      <a:pos x="f110" y="f109"/>
                    </a:cxn>
                    <a:cxn ang="f55">
                      <a:pos x="f110" y="f111"/>
                    </a:cxn>
                    <a:cxn ang="f55">
                      <a:pos x="f112" y="f111"/>
                    </a:cxn>
                    <a:cxn ang="f55">
                      <a:pos x="f112" y="f113"/>
                    </a:cxn>
                    <a:cxn ang="f55">
                      <a:pos x="f114" y="f113"/>
                    </a:cxn>
                    <a:cxn ang="f55">
                      <a:pos x="f114" y="f115"/>
                    </a:cxn>
                    <a:cxn ang="f55">
                      <a:pos x="f104" y="f115"/>
                    </a:cxn>
                    <a:cxn ang="f55">
                      <a:pos x="f104" y="f113"/>
                    </a:cxn>
                    <a:cxn ang="f55">
                      <a:pos x="f104" y="f111"/>
                    </a:cxn>
                    <a:cxn ang="f55">
                      <a:pos x="f108" y="f111"/>
                    </a:cxn>
                    <a:cxn ang="f55">
                      <a:pos x="f108" y="f109"/>
                    </a:cxn>
                  </a:cxnLst>
                  <a:rect l="f92" t="f95" r="f93" b="f94"/>
                  <a:pathLst>
                    <a:path w="291719" h="291719">
                      <a:moveTo>
                        <a:pt x="f7" y="f5"/>
                      </a:moveTo>
                      <a:cubicBezTo>
                        <a:pt x="f8" y="f5"/>
                        <a:pt x="f5" y="f8"/>
                        <a:pt x="f5" y="f7"/>
                      </a:cubicBezTo>
                      <a:cubicBezTo>
                        <a:pt x="f5" y="f9"/>
                        <a:pt x="f8" y="f10"/>
                        <a:pt x="f7" y="f10"/>
                      </a:cubicBezTo>
                      <a:cubicBezTo>
                        <a:pt x="f9" y="f10"/>
                        <a:pt x="f10" y="f9"/>
                        <a:pt x="f10" y="f7"/>
                      </a:cubicBezTo>
                      <a:cubicBezTo>
                        <a:pt x="f10" y="f8"/>
                        <a:pt x="f9" y="f5"/>
                        <a:pt x="f7" y="f5"/>
                      </a:cubicBezTo>
                      <a:close/>
                      <a:moveTo>
                        <a:pt x="f11" y="f12"/>
                      </a:moveTo>
                      <a:cubicBezTo>
                        <a:pt x="f13" y="f12"/>
                        <a:pt x="f14" y="f15"/>
                        <a:pt x="f14" y="f16"/>
                      </a:cubicBezTo>
                      <a:cubicBezTo>
                        <a:pt x="f14" y="f17"/>
                        <a:pt x="f13" y="f18"/>
                        <a:pt x="f11" y="f18"/>
                      </a:cubicBezTo>
                      <a:cubicBezTo>
                        <a:pt x="f19" y="f18"/>
                        <a:pt x="f20" y="f17"/>
                        <a:pt x="f20" y="f16"/>
                      </a:cubicBezTo>
                      <a:cubicBezTo>
                        <a:pt x="f20" y="f15"/>
                        <a:pt x="f19" y="f12"/>
                        <a:pt x="f11" y="f12"/>
                      </a:cubicBezTo>
                      <a:close/>
                      <a:moveTo>
                        <a:pt x="f21" y="f22"/>
                      </a:moveTo>
                      <a:lnTo>
                        <a:pt x="f23" y="f22"/>
                      </a:lnTo>
                      <a:lnTo>
                        <a:pt x="f23" y="f24"/>
                      </a:lnTo>
                      <a:lnTo>
                        <a:pt x="f25" y="f24"/>
                      </a:lnTo>
                      <a:lnTo>
                        <a:pt x="f25" y="f26"/>
                      </a:lnTo>
                      <a:lnTo>
                        <a:pt x="f27" y="f26"/>
                      </a:lnTo>
                      <a:lnTo>
                        <a:pt x="f27" y="f28"/>
                      </a:lnTo>
                      <a:lnTo>
                        <a:pt x="f14" y="f28"/>
                      </a:lnTo>
                      <a:lnTo>
                        <a:pt x="f14" y="f26"/>
                      </a:lnTo>
                      <a:lnTo>
                        <a:pt x="f14" y="f24"/>
                      </a:lnTo>
                      <a:lnTo>
                        <a:pt x="f21" y="f24"/>
                      </a:lnTo>
                      <a:lnTo>
                        <a:pt x="f21" y="f22"/>
                      </a:lnTo>
                      <a:close/>
                    </a:path>
                  </a:pathLst>
                </a:custGeom>
                <a:solidFill>
                  <a:srgbClr val="1FF524"/>
                </a:solidFill>
                <a:ln>
                  <a:noFill/>
                  <a:prstDash val="soli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2000" b="0" i="0" u="none" strike="noStrike" kern="1200" cap="none" spc="0" baseline="0">
                    <a:solidFill>
                      <a:srgbClr val="211F26"/>
                    </a:solidFill>
                    <a:uFillTx/>
                    <a:latin typeface="Calibri" pitchFamily="34"/>
                    <a:cs typeface="Calibri" pitchFamily="34"/>
                  </a:endParaRPr>
                </a:p>
              </p:txBody>
            </p:sp>
          </p:grpSp>
          <p:grpSp>
            <p:nvGrpSpPr>
              <p:cNvPr id="111" name="Groep 193">
                <a:extLst>
                  <a:ext uri="{FF2B5EF4-FFF2-40B4-BE49-F238E27FC236}">
                    <a16:creationId xmlns:a16="http://schemas.microsoft.com/office/drawing/2014/main" id="{688D2645-3C00-1D5D-79C5-02069E9F64ED}"/>
                  </a:ext>
                </a:extLst>
              </p:cNvPr>
              <p:cNvGrpSpPr/>
              <p:nvPr/>
            </p:nvGrpSpPr>
            <p:grpSpPr>
              <a:xfrm>
                <a:off x="-938165" y="5938003"/>
                <a:ext cx="627799" cy="576684"/>
                <a:chOff x="-938165" y="5938003"/>
                <a:chExt cx="627799" cy="576684"/>
              </a:xfrm>
            </p:grpSpPr>
            <p:grpSp>
              <p:nvGrpSpPr>
                <p:cNvPr id="112" name="Inspireren">
                  <a:extLst>
                    <a:ext uri="{FF2B5EF4-FFF2-40B4-BE49-F238E27FC236}">
                      <a16:creationId xmlns:a16="http://schemas.microsoft.com/office/drawing/2014/main" id="{CF62607F-75AC-B9CB-276D-74D8381E26C5}"/>
                    </a:ext>
                  </a:extLst>
                </p:cNvPr>
                <p:cNvGrpSpPr/>
                <p:nvPr/>
              </p:nvGrpSpPr>
              <p:grpSpPr>
                <a:xfrm>
                  <a:off x="-715847" y="5938003"/>
                  <a:ext cx="169776" cy="242380"/>
                  <a:chOff x="-715847" y="5938003"/>
                  <a:chExt cx="169776" cy="242380"/>
                </a:xfrm>
              </p:grpSpPr>
              <p:sp>
                <p:nvSpPr>
                  <p:cNvPr id="113" name="Freeform 12">
                    <a:extLst>
                      <a:ext uri="{FF2B5EF4-FFF2-40B4-BE49-F238E27FC236}">
                        <a16:creationId xmlns:a16="http://schemas.microsoft.com/office/drawing/2014/main" id="{4C4AC7BB-7AEC-461E-DEFF-4188C9BF55DB}"/>
                      </a:ext>
                    </a:extLst>
                  </p:cNvPr>
                  <p:cNvSpPr/>
                  <p:nvPr/>
                </p:nvSpPr>
                <p:spPr>
                  <a:xfrm>
                    <a:off x="-665646" y="6024826"/>
                    <a:ext cx="68726" cy="62051"/>
                  </a:xfrm>
                  <a:custGeom>
                    <a:avLst/>
                    <a:gdLst>
                      <a:gd name="f0" fmla="val 10800000"/>
                      <a:gd name="f1" fmla="val 5400000"/>
                      <a:gd name="f2" fmla="val 180"/>
                      <a:gd name="f3" fmla="val w"/>
                      <a:gd name="f4" fmla="val h"/>
                      <a:gd name="f5" fmla="val 0"/>
                      <a:gd name="f6" fmla="val 319"/>
                      <a:gd name="f7" fmla="val 288"/>
                      <a:gd name="f8" fmla="val 220"/>
                      <a:gd name="f9" fmla="val 107"/>
                      <a:gd name="f10" fmla="+- 0 0 -90"/>
                      <a:gd name="f11" fmla="*/ f3 1 319"/>
                      <a:gd name="f12" fmla="*/ f4 1 288"/>
                      <a:gd name="f13" fmla="val f5"/>
                      <a:gd name="f14" fmla="val f6"/>
                      <a:gd name="f15" fmla="val f7"/>
                      <a:gd name="f16" fmla="*/ f10 f0 1"/>
                      <a:gd name="f17" fmla="+- f15 0 f13"/>
                      <a:gd name="f18" fmla="+- f14 0 f13"/>
                      <a:gd name="f19" fmla="*/ f16 1 f2"/>
                      <a:gd name="f20" fmla="*/ f18 1 319"/>
                      <a:gd name="f21" fmla="*/ f17 1 288"/>
                      <a:gd name="f22" fmla="*/ 220 f18 1"/>
                      <a:gd name="f23" fmla="*/ 288 f17 1"/>
                      <a:gd name="f24" fmla="*/ 107 f18 1"/>
                      <a:gd name="f25" fmla="*/ 0 f18 1"/>
                      <a:gd name="f26" fmla="*/ 0 f17 1"/>
                      <a:gd name="f27" fmla="*/ 319 f18 1"/>
                      <a:gd name="f28" fmla="+- f19 0 f1"/>
                      <a:gd name="f29" fmla="*/ f22 1 319"/>
                      <a:gd name="f30" fmla="*/ f23 1 288"/>
                      <a:gd name="f31" fmla="*/ f24 1 319"/>
                      <a:gd name="f32" fmla="*/ f25 1 319"/>
                      <a:gd name="f33" fmla="*/ f26 1 288"/>
                      <a:gd name="f34" fmla="*/ f27 1 319"/>
                      <a:gd name="f35" fmla="*/ 0 1 f20"/>
                      <a:gd name="f36" fmla="*/ f14 1 f20"/>
                      <a:gd name="f37" fmla="*/ 0 1 f21"/>
                      <a:gd name="f38" fmla="*/ f15 1 f21"/>
                      <a:gd name="f39" fmla="*/ f29 1 f20"/>
                      <a:gd name="f40" fmla="*/ f30 1 f21"/>
                      <a:gd name="f41" fmla="*/ f31 1 f20"/>
                      <a:gd name="f42" fmla="*/ f32 1 f20"/>
                      <a:gd name="f43" fmla="*/ f33 1 f21"/>
                      <a:gd name="f44" fmla="*/ f34 1 f20"/>
                      <a:gd name="f45" fmla="*/ f35 f11 1"/>
                      <a:gd name="f46" fmla="*/ f36 f11 1"/>
                      <a:gd name="f47" fmla="*/ f38 f12 1"/>
                      <a:gd name="f48" fmla="*/ f37 f12 1"/>
                      <a:gd name="f49" fmla="*/ f39 f11 1"/>
                      <a:gd name="f50" fmla="*/ f40 f12 1"/>
                      <a:gd name="f51" fmla="*/ f41 f11 1"/>
                      <a:gd name="f52" fmla="*/ f42 f11 1"/>
                      <a:gd name="f53" fmla="*/ f43 f12 1"/>
                      <a:gd name="f54" fmla="*/ f44 f11 1"/>
                    </a:gdLst>
                    <a:ahLst/>
                    <a:cxnLst>
                      <a:cxn ang="3cd4">
                        <a:pos x="hc" y="t"/>
                      </a:cxn>
                      <a:cxn ang="0">
                        <a:pos x="r" y="vc"/>
                      </a:cxn>
                      <a:cxn ang="cd4">
                        <a:pos x="hc" y="b"/>
                      </a:cxn>
                      <a:cxn ang="cd2">
                        <a:pos x="l" y="vc"/>
                      </a:cxn>
                      <a:cxn ang="f28">
                        <a:pos x="f49" y="f50"/>
                      </a:cxn>
                      <a:cxn ang="f28">
                        <a:pos x="f51" y="f50"/>
                      </a:cxn>
                      <a:cxn ang="f28">
                        <a:pos x="f52" y="f53"/>
                      </a:cxn>
                      <a:cxn ang="f28">
                        <a:pos x="f54" y="f53"/>
                      </a:cxn>
                      <a:cxn ang="f28">
                        <a:pos x="f49" y="f50"/>
                      </a:cxn>
                    </a:cxnLst>
                    <a:rect l="f45" t="f48" r="f46" b="f47"/>
                    <a:pathLst>
                      <a:path w="319" h="288">
                        <a:moveTo>
                          <a:pt x="f8" y="f7"/>
                        </a:moveTo>
                        <a:lnTo>
                          <a:pt x="f9" y="f7"/>
                        </a:lnTo>
                        <a:lnTo>
                          <a:pt x="f5" y="f5"/>
                        </a:lnTo>
                        <a:lnTo>
                          <a:pt x="f6" y="f5"/>
                        </a:lnTo>
                        <a:lnTo>
                          <a:pt x="f8" y="f7"/>
                        </a:lnTo>
                        <a:close/>
                      </a:path>
                    </a:pathLst>
                  </a:custGeom>
                  <a:solidFill>
                    <a:srgbClr val="1FF524"/>
                  </a:solidFill>
                  <a:ln>
                    <a:noFill/>
                    <a:prstDash val="solid"/>
                  </a:ln>
                </p:spPr>
                <p:txBody>
                  <a:bodyPr vert="horz" wrap="square" lIns="91440" tIns="45720" rIns="91440" bIns="45720" anchor="t"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300" b="0" i="0" u="none" strike="noStrike" kern="0" cap="none" spc="0" baseline="0">
                      <a:solidFill>
                        <a:srgbClr val="211F26"/>
                      </a:solidFill>
                      <a:uFillTx/>
                      <a:latin typeface="Arial"/>
                    </a:endParaRPr>
                  </a:p>
                </p:txBody>
              </p:sp>
              <p:sp>
                <p:nvSpPr>
                  <p:cNvPr id="114" name="Freeform 13">
                    <a:extLst>
                      <a:ext uri="{FF2B5EF4-FFF2-40B4-BE49-F238E27FC236}">
                        <a16:creationId xmlns:a16="http://schemas.microsoft.com/office/drawing/2014/main" id="{64BDBAC3-D6AF-0313-E383-C76A55DC2B18}"/>
                      </a:ext>
                    </a:extLst>
                  </p:cNvPr>
                  <p:cNvSpPr/>
                  <p:nvPr/>
                </p:nvSpPr>
                <p:spPr>
                  <a:xfrm>
                    <a:off x="-661120" y="6156252"/>
                    <a:ext cx="60761" cy="24131"/>
                  </a:xfrm>
                  <a:custGeom>
                    <a:avLst/>
                    <a:gdLst>
                      <a:gd name="f0" fmla="val 10800000"/>
                      <a:gd name="f1" fmla="val 5400000"/>
                      <a:gd name="f2" fmla="val 180"/>
                      <a:gd name="f3" fmla="val w"/>
                      <a:gd name="f4" fmla="val h"/>
                      <a:gd name="f5" fmla="val 0"/>
                      <a:gd name="f6" fmla="val 251"/>
                      <a:gd name="f7" fmla="val 100"/>
                      <a:gd name="f8" fmla="val 229"/>
                      <a:gd name="f9" fmla="val 70"/>
                      <a:gd name="f10" fmla="val 69"/>
                      <a:gd name="f11" fmla="val 22"/>
                      <a:gd name="f12" fmla="val 27"/>
                      <a:gd name="f13" fmla="val 87"/>
                      <a:gd name="f14" fmla="val 44"/>
                      <a:gd name="f15" fmla="val 63"/>
                      <a:gd name="f16" fmla="val 188"/>
                      <a:gd name="f17" fmla="val 207"/>
                      <a:gd name="f18" fmla="val 223"/>
                      <a:gd name="f19" fmla="val 88"/>
                      <a:gd name="f20" fmla="val 71"/>
                      <a:gd name="f21" fmla="+- 0 0 -90"/>
                      <a:gd name="f22" fmla="*/ f3 1 251"/>
                      <a:gd name="f23" fmla="*/ f4 1 100"/>
                      <a:gd name="f24" fmla="val f5"/>
                      <a:gd name="f25" fmla="val f6"/>
                      <a:gd name="f26" fmla="val f7"/>
                      <a:gd name="f27" fmla="*/ f21 f0 1"/>
                      <a:gd name="f28" fmla="+- f26 0 f24"/>
                      <a:gd name="f29" fmla="+- f25 0 f24"/>
                      <a:gd name="f30" fmla="*/ f27 1 f2"/>
                      <a:gd name="f31" fmla="*/ f29 1 251"/>
                      <a:gd name="f32" fmla="*/ f28 1 100"/>
                      <a:gd name="f33" fmla="*/ 229 f29 1"/>
                      <a:gd name="f34" fmla="*/ 70 f28 1"/>
                      <a:gd name="f35" fmla="*/ 69 f28 1"/>
                      <a:gd name="f36" fmla="*/ 251 f29 1"/>
                      <a:gd name="f37" fmla="*/ 0 f28 1"/>
                      <a:gd name="f38" fmla="*/ 0 f29 1"/>
                      <a:gd name="f39" fmla="*/ 22 f29 1"/>
                      <a:gd name="f40" fmla="*/ 63 f29 1"/>
                      <a:gd name="f41" fmla="*/ 100 f28 1"/>
                      <a:gd name="f42" fmla="*/ 188 f29 1"/>
                      <a:gd name="f43" fmla="*/ 71 f28 1"/>
                      <a:gd name="f44" fmla="+- f30 0 f1"/>
                      <a:gd name="f45" fmla="*/ f33 1 251"/>
                      <a:gd name="f46" fmla="*/ f34 1 100"/>
                      <a:gd name="f47" fmla="*/ f35 1 100"/>
                      <a:gd name="f48" fmla="*/ f36 1 251"/>
                      <a:gd name="f49" fmla="*/ f37 1 100"/>
                      <a:gd name="f50" fmla="*/ f38 1 251"/>
                      <a:gd name="f51" fmla="*/ f39 1 251"/>
                      <a:gd name="f52" fmla="*/ f40 1 251"/>
                      <a:gd name="f53" fmla="*/ f41 1 100"/>
                      <a:gd name="f54" fmla="*/ f42 1 251"/>
                      <a:gd name="f55" fmla="*/ f43 1 100"/>
                      <a:gd name="f56" fmla="*/ 0 1 f31"/>
                      <a:gd name="f57" fmla="*/ f25 1 f31"/>
                      <a:gd name="f58" fmla="*/ 0 1 f32"/>
                      <a:gd name="f59" fmla="*/ f26 1 f32"/>
                      <a:gd name="f60" fmla="*/ f45 1 f31"/>
                      <a:gd name="f61" fmla="*/ f46 1 f32"/>
                      <a:gd name="f62" fmla="*/ f47 1 f32"/>
                      <a:gd name="f63" fmla="*/ f48 1 f31"/>
                      <a:gd name="f64" fmla="*/ f49 1 f32"/>
                      <a:gd name="f65" fmla="*/ f50 1 f31"/>
                      <a:gd name="f66" fmla="*/ f51 1 f31"/>
                      <a:gd name="f67" fmla="*/ f52 1 f31"/>
                      <a:gd name="f68" fmla="*/ f53 1 f32"/>
                      <a:gd name="f69" fmla="*/ f54 1 f31"/>
                      <a:gd name="f70" fmla="*/ f55 1 f32"/>
                      <a:gd name="f71" fmla="*/ f56 f22 1"/>
                      <a:gd name="f72" fmla="*/ f57 f22 1"/>
                      <a:gd name="f73" fmla="*/ f59 f23 1"/>
                      <a:gd name="f74" fmla="*/ f58 f23 1"/>
                      <a:gd name="f75" fmla="*/ f60 f22 1"/>
                      <a:gd name="f76" fmla="*/ f61 f23 1"/>
                      <a:gd name="f77" fmla="*/ f62 f23 1"/>
                      <a:gd name="f78" fmla="*/ f63 f22 1"/>
                      <a:gd name="f79" fmla="*/ f64 f23 1"/>
                      <a:gd name="f80" fmla="*/ f65 f22 1"/>
                      <a:gd name="f81" fmla="*/ f66 f22 1"/>
                      <a:gd name="f82" fmla="*/ f67 f22 1"/>
                      <a:gd name="f83" fmla="*/ f68 f23 1"/>
                      <a:gd name="f84" fmla="*/ f69 f22 1"/>
                      <a:gd name="f85" fmla="*/ f70 f23 1"/>
                    </a:gdLst>
                    <a:ahLst/>
                    <a:cxnLst>
                      <a:cxn ang="3cd4">
                        <a:pos x="hc" y="t"/>
                      </a:cxn>
                      <a:cxn ang="0">
                        <a:pos x="r" y="vc"/>
                      </a:cxn>
                      <a:cxn ang="cd4">
                        <a:pos x="hc" y="b"/>
                      </a:cxn>
                      <a:cxn ang="cd2">
                        <a:pos x="l" y="vc"/>
                      </a:cxn>
                      <a:cxn ang="f44">
                        <a:pos x="f75" y="f76"/>
                      </a:cxn>
                      <a:cxn ang="f44">
                        <a:pos x="f75" y="f77"/>
                      </a:cxn>
                      <a:cxn ang="f44">
                        <a:pos x="f78" y="f79"/>
                      </a:cxn>
                      <a:cxn ang="f44">
                        <a:pos x="f80" y="f79"/>
                      </a:cxn>
                      <a:cxn ang="f44">
                        <a:pos x="f81" y="f77"/>
                      </a:cxn>
                      <a:cxn ang="f44">
                        <a:pos x="f82" y="f83"/>
                      </a:cxn>
                      <a:cxn ang="f44">
                        <a:pos x="f84" y="f83"/>
                      </a:cxn>
                      <a:cxn ang="f44">
                        <a:pos x="f75" y="f85"/>
                      </a:cxn>
                      <a:cxn ang="f44">
                        <a:pos x="f75" y="f85"/>
                      </a:cxn>
                      <a:cxn ang="f44">
                        <a:pos x="f75" y="f76"/>
                      </a:cxn>
                    </a:cxnLst>
                    <a:rect l="f71" t="f74" r="f72" b="f73"/>
                    <a:pathLst>
                      <a:path w="251" h="100">
                        <a:moveTo>
                          <a:pt x="f8" y="f9"/>
                        </a:moveTo>
                        <a:cubicBezTo>
                          <a:pt x="f8" y="f9"/>
                          <a:pt x="f8" y="f10"/>
                          <a:pt x="f8" y="f10"/>
                        </a:cubicBezTo>
                        <a:cubicBezTo>
                          <a:pt x="f6" y="f5"/>
                          <a:pt x="f6" y="f5"/>
                          <a:pt x="f6" y="f5"/>
                        </a:cubicBezTo>
                        <a:cubicBezTo>
                          <a:pt x="f5" y="f5"/>
                          <a:pt x="f5" y="f5"/>
                          <a:pt x="f5" y="f5"/>
                        </a:cubicBezTo>
                        <a:cubicBezTo>
                          <a:pt x="f11" y="f10"/>
                          <a:pt x="f11" y="f10"/>
                          <a:pt x="f11" y="f10"/>
                        </a:cubicBezTo>
                        <a:cubicBezTo>
                          <a:pt x="f12" y="f13"/>
                          <a:pt x="f14" y="f7"/>
                          <a:pt x="f15" y="f7"/>
                        </a:cubicBezTo>
                        <a:cubicBezTo>
                          <a:pt x="f16" y="f7"/>
                          <a:pt x="f16" y="f7"/>
                          <a:pt x="f16" y="f7"/>
                        </a:cubicBezTo>
                        <a:cubicBezTo>
                          <a:pt x="f17" y="f7"/>
                          <a:pt x="f18" y="f19"/>
                          <a:pt x="f8" y="f20"/>
                        </a:cubicBezTo>
                        <a:cubicBezTo>
                          <a:pt x="f8" y="f20"/>
                          <a:pt x="f8" y="f20"/>
                          <a:pt x="f8" y="f20"/>
                        </a:cubicBezTo>
                        <a:lnTo>
                          <a:pt x="f8" y="f9"/>
                        </a:lnTo>
                        <a:close/>
                      </a:path>
                    </a:pathLst>
                  </a:custGeom>
                  <a:gradFill>
                    <a:gsLst>
                      <a:gs pos="0">
                        <a:srgbClr val="9D9FA1"/>
                      </a:gs>
                      <a:gs pos="100000">
                        <a:srgbClr val="211F26"/>
                      </a:gs>
                    </a:gsLst>
                    <a:lin ang="2700000"/>
                  </a:gradFill>
                  <a:ln>
                    <a:noFill/>
                    <a:prstDash val="solid"/>
                  </a:ln>
                </p:spPr>
                <p:txBody>
                  <a:bodyPr vert="horz" wrap="square" lIns="91440" tIns="45720" rIns="91440" bIns="45720" anchor="t"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300" b="0" i="0" u="none" strike="noStrike" kern="0" cap="none" spc="0" baseline="0">
                      <a:solidFill>
                        <a:srgbClr val="211F26"/>
                      </a:solidFill>
                      <a:uFillTx/>
                      <a:latin typeface="Arial"/>
                    </a:endParaRPr>
                  </a:p>
                </p:txBody>
              </p:sp>
              <p:sp>
                <p:nvSpPr>
                  <p:cNvPr id="115" name="Freeform 14">
                    <a:extLst>
                      <a:ext uri="{FF2B5EF4-FFF2-40B4-BE49-F238E27FC236}">
                        <a16:creationId xmlns:a16="http://schemas.microsoft.com/office/drawing/2014/main" id="{E90041D8-12AC-A93E-44DB-33C831C91B4E}"/>
                      </a:ext>
                    </a:extLst>
                  </p:cNvPr>
                  <p:cNvSpPr/>
                  <p:nvPr/>
                </p:nvSpPr>
                <p:spPr>
                  <a:xfrm>
                    <a:off x="-715847" y="5938003"/>
                    <a:ext cx="169776" cy="208126"/>
                  </a:xfrm>
                  <a:custGeom>
                    <a:avLst/>
                    <a:gdLst>
                      <a:gd name="f0" fmla="val 10800000"/>
                      <a:gd name="f1" fmla="val 5400000"/>
                      <a:gd name="f2" fmla="val 180"/>
                      <a:gd name="f3" fmla="val w"/>
                      <a:gd name="f4" fmla="val h"/>
                      <a:gd name="f5" fmla="val 0"/>
                      <a:gd name="f6" fmla="val 702"/>
                      <a:gd name="f7" fmla="val 860"/>
                      <a:gd name="f8" fmla="val 351"/>
                      <a:gd name="f9" fmla="val 157"/>
                      <a:gd name="f10" fmla="val 463"/>
                      <a:gd name="f11" fmla="val 52"/>
                      <a:gd name="f12" fmla="val 562"/>
                      <a:gd name="f13" fmla="val 134"/>
                      <a:gd name="f14" fmla="val 627"/>
                      <a:gd name="f15" fmla="val 165"/>
                      <a:gd name="f16" fmla="val 718"/>
                      <a:gd name="f17" fmla="val 266"/>
                      <a:gd name="f18" fmla="val 434"/>
                      <a:gd name="f19" fmla="val 419"/>
                      <a:gd name="f20" fmla="val 760"/>
                      <a:gd name="f21" fmla="val 284"/>
                      <a:gd name="f22" fmla="val 179"/>
                      <a:gd name="f23" fmla="val 212"/>
                      <a:gd name="f24" fmla="val 216"/>
                      <a:gd name="f25" fmla="val 488"/>
                      <a:gd name="f26" fmla="val 491"/>
                      <a:gd name="f27" fmla="val 570"/>
                      <a:gd name="f28" fmla="val 625"/>
                      <a:gd name="f29" fmla="val 651"/>
                      <a:gd name="f30" fmla="val 560"/>
                      <a:gd name="f31" fmla="val 461"/>
                      <a:gd name="f32" fmla="val 545"/>
                      <a:gd name="f33" fmla="val 587"/>
                      <a:gd name="f34" fmla="val 438"/>
                      <a:gd name="f35" fmla="val 568"/>
                      <a:gd name="f36" fmla="val 490"/>
                      <a:gd name="f37" fmla="val 531"/>
                      <a:gd name="f38" fmla="val 534"/>
                      <a:gd name="f39" fmla="val 485"/>
                      <a:gd name="f40" fmla="val 563"/>
                      <a:gd name="f41" fmla="val 454"/>
                      <a:gd name="f42" fmla="val 658"/>
                      <a:gd name="f43" fmla="val 250"/>
                      <a:gd name="f44" fmla="val 219"/>
                      <a:gd name="f45" fmla="val 565"/>
                      <a:gd name="f46" fmla="val 172"/>
                      <a:gd name="f47" fmla="val 536"/>
                      <a:gd name="f48" fmla="val 135"/>
                      <a:gd name="f49" fmla="val 115"/>
                      <a:gd name="f50" fmla="val 439"/>
                      <a:gd name="f51" fmla="val 105"/>
                      <a:gd name="f52" fmla="val 411"/>
                      <a:gd name="f53" fmla="val 99"/>
                      <a:gd name="f54" fmla="val 382"/>
                      <a:gd name="f55" fmla="val 603"/>
                      <a:gd name="f56" fmla="val 381"/>
                      <a:gd name="f57" fmla="val 597"/>
                      <a:gd name="f58" fmla="+- 0 0 -90"/>
                      <a:gd name="f59" fmla="*/ f3 1 702"/>
                      <a:gd name="f60" fmla="*/ f4 1 860"/>
                      <a:gd name="f61" fmla="val f5"/>
                      <a:gd name="f62" fmla="val f6"/>
                      <a:gd name="f63" fmla="val f7"/>
                      <a:gd name="f64" fmla="*/ f58 f0 1"/>
                      <a:gd name="f65" fmla="+- f63 0 f61"/>
                      <a:gd name="f66" fmla="+- f62 0 f61"/>
                      <a:gd name="f67" fmla="*/ f64 1 f2"/>
                      <a:gd name="f68" fmla="*/ f66 1 702"/>
                      <a:gd name="f69" fmla="*/ f65 1 860"/>
                      <a:gd name="f70" fmla="*/ 351 f66 1"/>
                      <a:gd name="f71" fmla="*/ 0 f65 1"/>
                      <a:gd name="f72" fmla="*/ 0 f66 1"/>
                      <a:gd name="f73" fmla="*/ 351 f65 1"/>
                      <a:gd name="f74" fmla="*/ 134 f66 1"/>
                      <a:gd name="f75" fmla="*/ 627 f65 1"/>
                      <a:gd name="f76" fmla="*/ 165 f66 1"/>
                      <a:gd name="f77" fmla="*/ 718 f65 1"/>
                      <a:gd name="f78" fmla="*/ 266 f66 1"/>
                      <a:gd name="f79" fmla="*/ 434 f66 1"/>
                      <a:gd name="f80" fmla="*/ 419 f66 1"/>
                      <a:gd name="f81" fmla="*/ 760 f65 1"/>
                      <a:gd name="f82" fmla="*/ 284 f66 1"/>
                      <a:gd name="f83" fmla="*/ 179 f66 1"/>
                      <a:gd name="f84" fmla="*/ 212 f66 1"/>
                      <a:gd name="f85" fmla="*/ 860 f65 1"/>
                      <a:gd name="f86" fmla="*/ 216 f66 1"/>
                      <a:gd name="f87" fmla="*/ 488 f66 1"/>
                      <a:gd name="f88" fmla="*/ 491 f66 1"/>
                      <a:gd name="f89" fmla="*/ 570 f66 1"/>
                      <a:gd name="f90" fmla="*/ 625 f65 1"/>
                      <a:gd name="f91" fmla="*/ 702 f66 1"/>
                      <a:gd name="f92" fmla="*/ 587 f66 1"/>
                      <a:gd name="f93" fmla="*/ 438 f65 1"/>
                      <a:gd name="f94" fmla="*/ 485 f66 1"/>
                      <a:gd name="f95" fmla="*/ 563 f65 1"/>
                      <a:gd name="f96" fmla="*/ 454 f66 1"/>
                      <a:gd name="f97" fmla="*/ 658 f65 1"/>
                      <a:gd name="f98" fmla="*/ 250 f66 1"/>
                      <a:gd name="f99" fmla="*/ 219 f66 1"/>
                      <a:gd name="f100" fmla="*/ 565 f65 1"/>
                      <a:gd name="f101" fmla="*/ 115 f66 1"/>
                      <a:gd name="f102" fmla="*/ 439 f65 1"/>
                      <a:gd name="f103" fmla="*/ 99 f66 1"/>
                      <a:gd name="f104" fmla="*/ 99 f65 1"/>
                      <a:gd name="f105" fmla="*/ 603 f66 1"/>
                      <a:gd name="f106" fmla="+- f67 0 f1"/>
                      <a:gd name="f107" fmla="*/ f70 1 702"/>
                      <a:gd name="f108" fmla="*/ f71 1 860"/>
                      <a:gd name="f109" fmla="*/ f72 1 702"/>
                      <a:gd name="f110" fmla="*/ f73 1 860"/>
                      <a:gd name="f111" fmla="*/ f74 1 702"/>
                      <a:gd name="f112" fmla="*/ f75 1 860"/>
                      <a:gd name="f113" fmla="*/ f76 1 702"/>
                      <a:gd name="f114" fmla="*/ f77 1 860"/>
                      <a:gd name="f115" fmla="*/ f78 1 702"/>
                      <a:gd name="f116" fmla="*/ f79 1 702"/>
                      <a:gd name="f117" fmla="*/ f80 1 702"/>
                      <a:gd name="f118" fmla="*/ f81 1 860"/>
                      <a:gd name="f119" fmla="*/ f82 1 702"/>
                      <a:gd name="f120" fmla="*/ f83 1 702"/>
                      <a:gd name="f121" fmla="*/ f84 1 702"/>
                      <a:gd name="f122" fmla="*/ f85 1 860"/>
                      <a:gd name="f123" fmla="*/ f86 1 702"/>
                      <a:gd name="f124" fmla="*/ f87 1 702"/>
                      <a:gd name="f125" fmla="*/ f88 1 702"/>
                      <a:gd name="f126" fmla="*/ f89 1 702"/>
                      <a:gd name="f127" fmla="*/ f90 1 860"/>
                      <a:gd name="f128" fmla="*/ f91 1 702"/>
                      <a:gd name="f129" fmla="*/ f92 1 702"/>
                      <a:gd name="f130" fmla="*/ f93 1 860"/>
                      <a:gd name="f131" fmla="*/ f94 1 702"/>
                      <a:gd name="f132" fmla="*/ f95 1 860"/>
                      <a:gd name="f133" fmla="*/ f96 1 702"/>
                      <a:gd name="f134" fmla="*/ f97 1 860"/>
                      <a:gd name="f135" fmla="*/ f98 1 702"/>
                      <a:gd name="f136" fmla="*/ f99 1 702"/>
                      <a:gd name="f137" fmla="*/ f100 1 860"/>
                      <a:gd name="f138" fmla="*/ f101 1 702"/>
                      <a:gd name="f139" fmla="*/ f102 1 860"/>
                      <a:gd name="f140" fmla="*/ f103 1 702"/>
                      <a:gd name="f141" fmla="*/ f104 1 860"/>
                      <a:gd name="f142" fmla="*/ f105 1 702"/>
                      <a:gd name="f143" fmla="*/ 0 1 f68"/>
                      <a:gd name="f144" fmla="*/ f62 1 f68"/>
                      <a:gd name="f145" fmla="*/ 0 1 f69"/>
                      <a:gd name="f146" fmla="*/ f63 1 f69"/>
                      <a:gd name="f147" fmla="*/ f107 1 f68"/>
                      <a:gd name="f148" fmla="*/ f108 1 f69"/>
                      <a:gd name="f149" fmla="*/ f109 1 f68"/>
                      <a:gd name="f150" fmla="*/ f110 1 f69"/>
                      <a:gd name="f151" fmla="*/ f111 1 f68"/>
                      <a:gd name="f152" fmla="*/ f112 1 f69"/>
                      <a:gd name="f153" fmla="*/ f113 1 f68"/>
                      <a:gd name="f154" fmla="*/ f114 1 f69"/>
                      <a:gd name="f155" fmla="*/ f115 1 f68"/>
                      <a:gd name="f156" fmla="*/ f116 1 f68"/>
                      <a:gd name="f157" fmla="*/ f117 1 f68"/>
                      <a:gd name="f158" fmla="*/ f118 1 f69"/>
                      <a:gd name="f159" fmla="*/ f119 1 f68"/>
                      <a:gd name="f160" fmla="*/ f120 1 f68"/>
                      <a:gd name="f161" fmla="*/ f121 1 f68"/>
                      <a:gd name="f162" fmla="*/ f122 1 f69"/>
                      <a:gd name="f163" fmla="*/ f123 1 f68"/>
                      <a:gd name="f164" fmla="*/ f124 1 f68"/>
                      <a:gd name="f165" fmla="*/ f125 1 f68"/>
                      <a:gd name="f166" fmla="*/ f126 1 f68"/>
                      <a:gd name="f167" fmla="*/ f127 1 f69"/>
                      <a:gd name="f168" fmla="*/ f128 1 f68"/>
                      <a:gd name="f169" fmla="*/ f129 1 f68"/>
                      <a:gd name="f170" fmla="*/ f130 1 f69"/>
                      <a:gd name="f171" fmla="*/ f131 1 f68"/>
                      <a:gd name="f172" fmla="*/ f132 1 f69"/>
                      <a:gd name="f173" fmla="*/ f133 1 f68"/>
                      <a:gd name="f174" fmla="*/ f134 1 f69"/>
                      <a:gd name="f175" fmla="*/ f135 1 f68"/>
                      <a:gd name="f176" fmla="*/ f136 1 f68"/>
                      <a:gd name="f177" fmla="*/ f137 1 f69"/>
                      <a:gd name="f178" fmla="*/ f138 1 f68"/>
                      <a:gd name="f179" fmla="*/ f139 1 f69"/>
                      <a:gd name="f180" fmla="*/ f140 1 f68"/>
                      <a:gd name="f181" fmla="*/ f141 1 f69"/>
                      <a:gd name="f182" fmla="*/ f142 1 f68"/>
                      <a:gd name="f183" fmla="*/ f143 f59 1"/>
                      <a:gd name="f184" fmla="*/ f144 f59 1"/>
                      <a:gd name="f185" fmla="*/ f146 f60 1"/>
                      <a:gd name="f186" fmla="*/ f145 f60 1"/>
                      <a:gd name="f187" fmla="*/ f147 f59 1"/>
                      <a:gd name="f188" fmla="*/ f148 f60 1"/>
                      <a:gd name="f189" fmla="*/ f149 f59 1"/>
                      <a:gd name="f190" fmla="*/ f150 f60 1"/>
                      <a:gd name="f191" fmla="*/ f151 f59 1"/>
                      <a:gd name="f192" fmla="*/ f152 f60 1"/>
                      <a:gd name="f193" fmla="*/ f153 f59 1"/>
                      <a:gd name="f194" fmla="*/ f154 f60 1"/>
                      <a:gd name="f195" fmla="*/ f155 f59 1"/>
                      <a:gd name="f196" fmla="*/ f156 f59 1"/>
                      <a:gd name="f197" fmla="*/ f157 f59 1"/>
                      <a:gd name="f198" fmla="*/ f158 f60 1"/>
                      <a:gd name="f199" fmla="*/ f159 f59 1"/>
                      <a:gd name="f200" fmla="*/ f160 f59 1"/>
                      <a:gd name="f201" fmla="*/ f161 f59 1"/>
                      <a:gd name="f202" fmla="*/ f162 f60 1"/>
                      <a:gd name="f203" fmla="*/ f163 f59 1"/>
                      <a:gd name="f204" fmla="*/ f164 f59 1"/>
                      <a:gd name="f205" fmla="*/ f165 f59 1"/>
                      <a:gd name="f206" fmla="*/ f166 f59 1"/>
                      <a:gd name="f207" fmla="*/ f167 f60 1"/>
                      <a:gd name="f208" fmla="*/ f168 f59 1"/>
                      <a:gd name="f209" fmla="*/ f169 f59 1"/>
                      <a:gd name="f210" fmla="*/ f170 f60 1"/>
                      <a:gd name="f211" fmla="*/ f171 f59 1"/>
                      <a:gd name="f212" fmla="*/ f172 f60 1"/>
                      <a:gd name="f213" fmla="*/ f173 f59 1"/>
                      <a:gd name="f214" fmla="*/ f174 f60 1"/>
                      <a:gd name="f215" fmla="*/ f175 f59 1"/>
                      <a:gd name="f216" fmla="*/ f176 f59 1"/>
                      <a:gd name="f217" fmla="*/ f177 f60 1"/>
                      <a:gd name="f218" fmla="*/ f178 f59 1"/>
                      <a:gd name="f219" fmla="*/ f179 f60 1"/>
                      <a:gd name="f220" fmla="*/ f180 f59 1"/>
                      <a:gd name="f221" fmla="*/ f181 f60 1"/>
                      <a:gd name="f222" fmla="*/ f182 f59 1"/>
                    </a:gdLst>
                    <a:ahLst/>
                    <a:cxnLst>
                      <a:cxn ang="3cd4">
                        <a:pos x="hc" y="t"/>
                      </a:cxn>
                      <a:cxn ang="0">
                        <a:pos x="r" y="vc"/>
                      </a:cxn>
                      <a:cxn ang="cd4">
                        <a:pos x="hc" y="b"/>
                      </a:cxn>
                      <a:cxn ang="cd2">
                        <a:pos x="l" y="vc"/>
                      </a:cxn>
                      <a:cxn ang="f106">
                        <a:pos x="f187" y="f188"/>
                      </a:cxn>
                      <a:cxn ang="f106">
                        <a:pos x="f189" y="f190"/>
                      </a:cxn>
                      <a:cxn ang="f106">
                        <a:pos x="f191" y="f192"/>
                      </a:cxn>
                      <a:cxn ang="f106">
                        <a:pos x="f193" y="f194"/>
                      </a:cxn>
                      <a:cxn ang="f106">
                        <a:pos x="f195" y="f194"/>
                      </a:cxn>
                      <a:cxn ang="f106">
                        <a:pos x="f195" y="f194"/>
                      </a:cxn>
                      <a:cxn ang="f106">
                        <a:pos x="f196" y="f194"/>
                      </a:cxn>
                      <a:cxn ang="f106">
                        <a:pos x="f197" y="f198"/>
                      </a:cxn>
                      <a:cxn ang="f106">
                        <a:pos x="f199" y="f198"/>
                      </a:cxn>
                      <a:cxn ang="f106">
                        <a:pos x="f199" y="f198"/>
                      </a:cxn>
                      <a:cxn ang="f106">
                        <a:pos x="f200" y="f198"/>
                      </a:cxn>
                      <a:cxn ang="f106">
                        <a:pos x="f201" y="f202"/>
                      </a:cxn>
                      <a:cxn ang="f106">
                        <a:pos x="f201" y="f202"/>
                      </a:cxn>
                      <a:cxn ang="f106">
                        <a:pos x="f203" y="f202"/>
                      </a:cxn>
                      <a:cxn ang="f106">
                        <a:pos x="f204" y="f202"/>
                      </a:cxn>
                      <a:cxn ang="f106">
                        <a:pos x="f205" y="f202"/>
                      </a:cxn>
                      <a:cxn ang="f106">
                        <a:pos x="f206" y="f207"/>
                      </a:cxn>
                      <a:cxn ang="f106">
                        <a:pos x="f208" y="f190"/>
                      </a:cxn>
                      <a:cxn ang="f106">
                        <a:pos x="f187" y="f188"/>
                      </a:cxn>
                      <a:cxn ang="f106">
                        <a:pos x="f209" y="f210"/>
                      </a:cxn>
                      <a:cxn ang="f106">
                        <a:pos x="f211" y="f212"/>
                      </a:cxn>
                      <a:cxn ang="f106">
                        <a:pos x="f213" y="f214"/>
                      </a:cxn>
                      <a:cxn ang="f106">
                        <a:pos x="f215" y="f214"/>
                      </a:cxn>
                      <a:cxn ang="f106">
                        <a:pos x="f216" y="f217"/>
                      </a:cxn>
                      <a:cxn ang="f106">
                        <a:pos x="f218" y="f219"/>
                      </a:cxn>
                      <a:cxn ang="f106">
                        <a:pos x="f220" y="f190"/>
                      </a:cxn>
                      <a:cxn ang="f106">
                        <a:pos x="f187" y="f221"/>
                      </a:cxn>
                      <a:cxn ang="f106">
                        <a:pos x="f222" y="f190"/>
                      </a:cxn>
                      <a:cxn ang="f106">
                        <a:pos x="f209" y="f210"/>
                      </a:cxn>
                    </a:cxnLst>
                    <a:rect l="f183" t="f186" r="f184" b="f185"/>
                    <a:pathLst>
                      <a:path w="702" h="860">
                        <a:moveTo>
                          <a:pt x="f8" y="f5"/>
                        </a:moveTo>
                        <a:cubicBezTo>
                          <a:pt x="f9" y="f5"/>
                          <a:pt x="f5" y="f9"/>
                          <a:pt x="f5" y="f8"/>
                        </a:cubicBezTo>
                        <a:cubicBezTo>
                          <a:pt x="f5" y="f10"/>
                          <a:pt x="f11" y="f12"/>
                          <a:pt x="f13" y="f14"/>
                        </a:cubicBezTo>
                        <a:cubicBezTo>
                          <a:pt x="f15" y="f16"/>
                          <a:pt x="f15" y="f16"/>
                          <a:pt x="f15" y="f16"/>
                        </a:cubicBezTo>
                        <a:cubicBezTo>
                          <a:pt x="f17" y="f16"/>
                          <a:pt x="f17" y="f16"/>
                          <a:pt x="f17" y="f16"/>
                        </a:cubicBezTo>
                        <a:cubicBezTo>
                          <a:pt x="f17" y="f16"/>
                          <a:pt x="f17" y="f16"/>
                          <a:pt x="f17" y="f16"/>
                        </a:cubicBezTo>
                        <a:cubicBezTo>
                          <a:pt x="f18" y="f16"/>
                          <a:pt x="f18" y="f16"/>
                          <a:pt x="f18" y="f16"/>
                        </a:cubicBezTo>
                        <a:cubicBezTo>
                          <a:pt x="f19" y="f20"/>
                          <a:pt x="f19" y="f20"/>
                          <a:pt x="f19" y="f20"/>
                        </a:cubicBezTo>
                        <a:cubicBezTo>
                          <a:pt x="f21" y="f20"/>
                          <a:pt x="f21" y="f20"/>
                          <a:pt x="f21" y="f20"/>
                        </a:cubicBezTo>
                        <a:cubicBezTo>
                          <a:pt x="f21" y="f20"/>
                          <a:pt x="f21" y="f20"/>
                          <a:pt x="f21" y="f20"/>
                        </a:cubicBezTo>
                        <a:cubicBezTo>
                          <a:pt x="f22" y="f20"/>
                          <a:pt x="f22" y="f20"/>
                          <a:pt x="f22" y="f20"/>
                        </a:cubicBezTo>
                        <a:cubicBezTo>
                          <a:pt x="f23" y="f7"/>
                          <a:pt x="f23" y="f7"/>
                          <a:pt x="f23" y="f7"/>
                        </a:cubicBezTo>
                        <a:cubicBezTo>
                          <a:pt x="f23" y="f7"/>
                          <a:pt x="f23" y="f7"/>
                          <a:pt x="f23" y="f7"/>
                        </a:cubicBezTo>
                        <a:cubicBezTo>
                          <a:pt x="f24" y="f7"/>
                          <a:pt x="f24" y="f7"/>
                          <a:pt x="f24" y="f7"/>
                        </a:cubicBezTo>
                        <a:cubicBezTo>
                          <a:pt x="f25" y="f7"/>
                          <a:pt x="f25" y="f7"/>
                          <a:pt x="f25" y="f7"/>
                        </a:cubicBezTo>
                        <a:cubicBezTo>
                          <a:pt x="f26" y="f7"/>
                          <a:pt x="f26" y="f7"/>
                          <a:pt x="f26" y="f7"/>
                        </a:cubicBezTo>
                        <a:cubicBezTo>
                          <a:pt x="f27" y="f28"/>
                          <a:pt x="f27" y="f28"/>
                          <a:pt x="f27" y="f28"/>
                        </a:cubicBezTo>
                        <a:cubicBezTo>
                          <a:pt x="f29" y="f30"/>
                          <a:pt x="f6" y="f31"/>
                          <a:pt x="f6" y="f8"/>
                        </a:cubicBezTo>
                        <a:cubicBezTo>
                          <a:pt x="f6" y="f9"/>
                          <a:pt x="f32" y="f5"/>
                          <a:pt x="f8" y="f5"/>
                        </a:cubicBezTo>
                        <a:close/>
                        <a:moveTo>
                          <a:pt x="f33" y="f34"/>
                        </a:moveTo>
                        <a:cubicBezTo>
                          <a:pt x="f35" y="f36"/>
                          <a:pt x="f37" y="f38"/>
                          <a:pt x="f39" y="f40"/>
                        </a:cubicBezTo>
                        <a:cubicBezTo>
                          <a:pt x="f41" y="f42"/>
                          <a:pt x="f41" y="f42"/>
                          <a:pt x="f41" y="f42"/>
                        </a:cubicBezTo>
                        <a:cubicBezTo>
                          <a:pt x="f43" y="f42"/>
                          <a:pt x="f43" y="f42"/>
                          <a:pt x="f43" y="f42"/>
                        </a:cubicBezTo>
                        <a:cubicBezTo>
                          <a:pt x="f44" y="f45"/>
                          <a:pt x="f44" y="f45"/>
                          <a:pt x="f44" y="f45"/>
                        </a:cubicBezTo>
                        <a:cubicBezTo>
                          <a:pt x="f46" y="f47"/>
                          <a:pt x="f48" y="f26"/>
                          <a:pt x="f49" y="f50"/>
                        </a:cubicBezTo>
                        <a:cubicBezTo>
                          <a:pt x="f51" y="f52"/>
                          <a:pt x="f53" y="f54"/>
                          <a:pt x="f53" y="f8"/>
                        </a:cubicBezTo>
                        <a:cubicBezTo>
                          <a:pt x="f53" y="f23"/>
                          <a:pt x="f23" y="f53"/>
                          <a:pt x="f8" y="f53"/>
                        </a:cubicBezTo>
                        <a:cubicBezTo>
                          <a:pt x="f36" y="f53"/>
                          <a:pt x="f55" y="f23"/>
                          <a:pt x="f55" y="f8"/>
                        </a:cubicBezTo>
                        <a:cubicBezTo>
                          <a:pt x="f55" y="f56"/>
                          <a:pt x="f57" y="f52"/>
                          <a:pt x="f33" y="f34"/>
                        </a:cubicBezTo>
                        <a:close/>
                      </a:path>
                    </a:pathLst>
                  </a:custGeom>
                  <a:gradFill>
                    <a:gsLst>
                      <a:gs pos="0">
                        <a:srgbClr val="9D9FA1"/>
                      </a:gs>
                      <a:gs pos="100000">
                        <a:srgbClr val="211F26"/>
                      </a:gs>
                    </a:gsLst>
                    <a:lin ang="2700000"/>
                  </a:gradFill>
                  <a:ln>
                    <a:noFill/>
                    <a:prstDash val="solid"/>
                  </a:ln>
                </p:spPr>
                <p:txBody>
                  <a:bodyPr vert="horz" wrap="square" lIns="91440" tIns="45720" rIns="91440" bIns="45720" anchor="t"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300" b="0" i="0" u="none" strike="noStrike" kern="0" cap="none" spc="0" baseline="0">
                      <a:solidFill>
                        <a:srgbClr val="211F26"/>
                      </a:solidFill>
                      <a:uFillTx/>
                      <a:latin typeface="Arial"/>
                    </a:endParaRPr>
                  </a:p>
                </p:txBody>
              </p:sp>
            </p:grpSp>
            <p:sp>
              <p:nvSpPr>
                <p:cNvPr id="116" name="Tekstvak 195">
                  <a:extLst>
                    <a:ext uri="{FF2B5EF4-FFF2-40B4-BE49-F238E27FC236}">
                      <a16:creationId xmlns:a16="http://schemas.microsoft.com/office/drawing/2014/main" id="{0AF9C0A0-5B1E-493D-477C-DB802901FE6E}"/>
                    </a:ext>
                  </a:extLst>
                </p:cNvPr>
                <p:cNvSpPr txBox="1"/>
                <p:nvPr/>
              </p:nvSpPr>
              <p:spPr>
                <a:xfrm>
                  <a:off x="-938165" y="6192453"/>
                  <a:ext cx="627799" cy="322234"/>
                </a:xfrm>
                <a:prstGeom prst="rect">
                  <a:avLst/>
                </a:prstGeom>
                <a:noFill/>
                <a:ln>
                  <a:noFill/>
                </a:ln>
              </p:spPr>
              <p:txBody>
                <a:bodyPr vert="horz" wrap="square" lIns="0" tIns="0" rIns="0" bIns="0"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000" b="0" i="0" u="none" strike="noStrike" kern="0" cap="none" spc="0" baseline="0">
                      <a:solidFill>
                        <a:srgbClr val="211F26"/>
                      </a:solidFill>
                      <a:uFillTx/>
                      <a:latin typeface="Calibri" pitchFamily="34"/>
                      <a:cs typeface="Calibri" pitchFamily="34"/>
                    </a:rPr>
                    <a:t>Inspiration</a:t>
                  </a:r>
                </a:p>
              </p:txBody>
            </p:sp>
          </p:grpSp>
        </p:grpSp>
        <p:grpSp>
          <p:nvGrpSpPr>
            <p:cNvPr id="117" name="Groep 164">
              <a:extLst>
                <a:ext uri="{FF2B5EF4-FFF2-40B4-BE49-F238E27FC236}">
                  <a16:creationId xmlns:a16="http://schemas.microsoft.com/office/drawing/2014/main" id="{5B7FDAF8-1EA5-9A57-4724-744E3A4D48FC}"/>
                </a:ext>
              </a:extLst>
            </p:cNvPr>
            <p:cNvGrpSpPr/>
            <p:nvPr/>
          </p:nvGrpSpPr>
          <p:grpSpPr>
            <a:xfrm>
              <a:off x="-3426805" y="5129582"/>
              <a:ext cx="514285" cy="506541"/>
              <a:chOff x="-3426805" y="5129582"/>
              <a:chExt cx="514285" cy="506541"/>
            </a:xfrm>
          </p:grpSpPr>
          <p:grpSp>
            <p:nvGrpSpPr>
              <p:cNvPr id="118" name="Groep 175">
                <a:extLst>
                  <a:ext uri="{FF2B5EF4-FFF2-40B4-BE49-F238E27FC236}">
                    <a16:creationId xmlns:a16="http://schemas.microsoft.com/office/drawing/2014/main" id="{2EF1704A-8779-1EB7-5B58-D352042D61B5}"/>
                  </a:ext>
                </a:extLst>
              </p:cNvPr>
              <p:cNvGrpSpPr/>
              <p:nvPr/>
            </p:nvGrpSpPr>
            <p:grpSpPr>
              <a:xfrm>
                <a:off x="-3321695" y="5129582"/>
                <a:ext cx="319089" cy="306324"/>
                <a:chOff x="-3321695" y="5129582"/>
                <a:chExt cx="319089" cy="306324"/>
              </a:xfrm>
            </p:grpSpPr>
            <p:grpSp>
              <p:nvGrpSpPr>
                <p:cNvPr id="119" name="Groep 178">
                  <a:extLst>
                    <a:ext uri="{FF2B5EF4-FFF2-40B4-BE49-F238E27FC236}">
                      <a16:creationId xmlns:a16="http://schemas.microsoft.com/office/drawing/2014/main" id="{612E886C-D863-4DFB-49D2-1BBACEEE71AD}"/>
                    </a:ext>
                  </a:extLst>
                </p:cNvPr>
                <p:cNvGrpSpPr/>
                <p:nvPr/>
              </p:nvGrpSpPr>
              <p:grpSpPr>
                <a:xfrm>
                  <a:off x="-3321695" y="5129582"/>
                  <a:ext cx="282064" cy="270561"/>
                  <a:chOff x="-3321695" y="5129582"/>
                  <a:chExt cx="282064" cy="270561"/>
                </a:xfrm>
              </p:grpSpPr>
              <p:grpSp>
                <p:nvGrpSpPr>
                  <p:cNvPr id="120" name="Groep 185">
                    <a:extLst>
                      <a:ext uri="{FF2B5EF4-FFF2-40B4-BE49-F238E27FC236}">
                        <a16:creationId xmlns:a16="http://schemas.microsoft.com/office/drawing/2014/main" id="{3BBA25C8-38B8-7506-D94B-FA4483FD74C2}"/>
                      </a:ext>
                    </a:extLst>
                  </p:cNvPr>
                  <p:cNvGrpSpPr/>
                  <p:nvPr/>
                </p:nvGrpSpPr>
                <p:grpSpPr>
                  <a:xfrm>
                    <a:off x="-3321695" y="5129582"/>
                    <a:ext cx="282064" cy="270561"/>
                    <a:chOff x="-3321695" y="5129582"/>
                    <a:chExt cx="282064" cy="270561"/>
                  </a:xfrm>
                </p:grpSpPr>
                <p:sp>
                  <p:nvSpPr>
                    <p:cNvPr id="121" name="Rechthoek 188">
                      <a:extLst>
                        <a:ext uri="{FF2B5EF4-FFF2-40B4-BE49-F238E27FC236}">
                          <a16:creationId xmlns:a16="http://schemas.microsoft.com/office/drawing/2014/main" id="{761A94CE-0400-AE52-8491-57DCA821CF30}"/>
                        </a:ext>
                      </a:extLst>
                    </p:cNvPr>
                    <p:cNvSpPr/>
                    <p:nvPr/>
                  </p:nvSpPr>
                  <p:spPr>
                    <a:xfrm>
                      <a:off x="-3321695" y="5129582"/>
                      <a:ext cx="282064" cy="270561"/>
                    </a:xfrm>
                    <a:prstGeom prst="rect">
                      <a:avLst/>
                    </a:prstGeom>
                    <a:noFill/>
                    <a:ln w="12701" cap="flat">
                      <a:solidFill>
                        <a:srgbClr val="818181"/>
                      </a:solidFill>
                      <a:custDash>
                        <a:ds d="300000" sp="300000"/>
                      </a:custDash>
                      <a:miter/>
                    </a:ln>
                  </p:spPr>
                  <p:txBody>
                    <a:bodyPr vert="horz" wrap="square" lIns="107999"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800" b="0" i="0" u="none" strike="noStrike" kern="1200" cap="none" spc="0" baseline="0">
                        <a:solidFill>
                          <a:srgbClr val="211F26"/>
                        </a:solidFill>
                        <a:uFillTx/>
                        <a:latin typeface="Calibri" pitchFamily="34"/>
                        <a:cs typeface="Calibri" pitchFamily="34"/>
                      </a:endParaRPr>
                    </a:p>
                  </p:txBody>
                </p:sp>
                <p:sp>
                  <p:nvSpPr>
                    <p:cNvPr id="122" name="Rechthoek 189">
                      <a:extLst>
                        <a:ext uri="{FF2B5EF4-FFF2-40B4-BE49-F238E27FC236}">
                          <a16:creationId xmlns:a16="http://schemas.microsoft.com/office/drawing/2014/main" id="{F08A0A81-82F3-5E66-0040-41A6D175C139}"/>
                        </a:ext>
                      </a:extLst>
                    </p:cNvPr>
                    <p:cNvSpPr/>
                    <p:nvPr/>
                  </p:nvSpPr>
                  <p:spPr>
                    <a:xfrm>
                      <a:off x="-3321695" y="5129582"/>
                      <a:ext cx="166237" cy="163814"/>
                    </a:xfrm>
                    <a:prstGeom prst="rect">
                      <a:avLst/>
                    </a:prstGeom>
                    <a:solidFill>
                      <a:srgbClr val="FFFFFF"/>
                    </a:solidFill>
                    <a:ln w="12701" cap="flat">
                      <a:solidFill>
                        <a:srgbClr val="818181"/>
                      </a:solidFill>
                      <a:prstDash val="solid"/>
                      <a:miter/>
                    </a:ln>
                  </p:spPr>
                  <p:txBody>
                    <a:bodyPr vert="horz" wrap="square" lIns="107999"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800" b="0" i="0" u="none" strike="noStrike" kern="1200" cap="none" spc="0" baseline="0">
                        <a:solidFill>
                          <a:srgbClr val="211F26"/>
                        </a:solidFill>
                        <a:uFillTx/>
                        <a:latin typeface="Calibri" pitchFamily="34"/>
                        <a:cs typeface="Calibri" pitchFamily="34"/>
                      </a:endParaRPr>
                    </a:p>
                  </p:txBody>
                </p:sp>
                <p:sp>
                  <p:nvSpPr>
                    <p:cNvPr id="123" name="Ovaal 190">
                      <a:extLst>
                        <a:ext uri="{FF2B5EF4-FFF2-40B4-BE49-F238E27FC236}">
                          <a16:creationId xmlns:a16="http://schemas.microsoft.com/office/drawing/2014/main" id="{83C2E710-9984-BE9E-6C90-DDBD4386758E}"/>
                        </a:ext>
                      </a:extLst>
                    </p:cNvPr>
                    <p:cNvSpPr/>
                    <p:nvPr/>
                  </p:nvSpPr>
                  <p:spPr>
                    <a:xfrm>
                      <a:off x="-3220425" y="5150275"/>
                      <a:ext cx="45866" cy="45866"/>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ECC679"/>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pic>
                <p:nvPicPr>
                  <p:cNvPr id="124" name="Afbeelding 186">
                    <a:extLst>
                      <a:ext uri="{FF2B5EF4-FFF2-40B4-BE49-F238E27FC236}">
                        <a16:creationId xmlns:a16="http://schemas.microsoft.com/office/drawing/2014/main" id="{3AD15C1F-742B-A26C-85AA-71B3CC47AEA1}"/>
                      </a:ext>
                    </a:extLst>
                  </p:cNvPr>
                  <p:cNvPicPr>
                    <a:picLocks noChangeAspect="1"/>
                  </p:cNvPicPr>
                  <p:nvPr/>
                </p:nvPicPr>
                <p:blipFill>
                  <a:blip r:embed="rId5"/>
                  <a:stretch>
                    <a:fillRect/>
                  </a:stretch>
                </p:blipFill>
                <p:spPr>
                  <a:xfrm>
                    <a:off x="-3313822" y="5196224"/>
                    <a:ext cx="110157" cy="89099"/>
                  </a:xfrm>
                  <a:prstGeom prst="rect">
                    <a:avLst/>
                  </a:prstGeom>
                  <a:noFill/>
                  <a:ln>
                    <a:noFill/>
                  </a:ln>
                </p:spPr>
              </p:pic>
              <p:pic>
                <p:nvPicPr>
                  <p:cNvPr id="125" name="Afbeelding 187">
                    <a:extLst>
                      <a:ext uri="{FF2B5EF4-FFF2-40B4-BE49-F238E27FC236}">
                        <a16:creationId xmlns:a16="http://schemas.microsoft.com/office/drawing/2014/main" id="{27464342-017E-339B-744B-5C23FC6A4F6B}"/>
                      </a:ext>
                    </a:extLst>
                  </p:cNvPr>
                  <p:cNvPicPr>
                    <a:picLocks noChangeAspect="1"/>
                  </p:cNvPicPr>
                  <p:nvPr/>
                </p:nvPicPr>
                <p:blipFill>
                  <a:blip r:embed="rId5"/>
                  <a:stretch>
                    <a:fillRect/>
                  </a:stretch>
                </p:blipFill>
                <p:spPr>
                  <a:xfrm flipH="1">
                    <a:off x="-3270424" y="5211650"/>
                    <a:ext cx="110157" cy="70801"/>
                  </a:xfrm>
                  <a:prstGeom prst="rect">
                    <a:avLst/>
                  </a:prstGeom>
                  <a:noFill/>
                  <a:ln>
                    <a:noFill/>
                  </a:ln>
                </p:spPr>
              </p:pic>
            </p:grpSp>
            <p:grpSp>
              <p:nvGrpSpPr>
                <p:cNvPr id="126" name="Groep 179">
                  <a:extLst>
                    <a:ext uri="{FF2B5EF4-FFF2-40B4-BE49-F238E27FC236}">
                      <a16:creationId xmlns:a16="http://schemas.microsoft.com/office/drawing/2014/main" id="{7FB5925B-7D26-DAFE-3A44-9322867D87F7}"/>
                    </a:ext>
                  </a:extLst>
                </p:cNvPr>
                <p:cNvGrpSpPr/>
                <p:nvPr/>
              </p:nvGrpSpPr>
              <p:grpSpPr>
                <a:xfrm>
                  <a:off x="-3102203" y="5335871"/>
                  <a:ext cx="99597" cy="100035"/>
                  <a:chOff x="-3102203" y="5335871"/>
                  <a:chExt cx="99597" cy="100035"/>
                </a:xfrm>
              </p:grpSpPr>
              <p:sp>
                <p:nvSpPr>
                  <p:cNvPr id="127" name="Rechthoek 183">
                    <a:extLst>
                      <a:ext uri="{FF2B5EF4-FFF2-40B4-BE49-F238E27FC236}">
                        <a16:creationId xmlns:a16="http://schemas.microsoft.com/office/drawing/2014/main" id="{5EC09395-E9B8-4E4E-2F87-B102E952438D}"/>
                      </a:ext>
                    </a:extLst>
                  </p:cNvPr>
                  <p:cNvSpPr/>
                  <p:nvPr/>
                </p:nvSpPr>
                <p:spPr>
                  <a:xfrm>
                    <a:off x="-3102202" y="5335871"/>
                    <a:ext cx="99596" cy="19385"/>
                  </a:xfrm>
                  <a:prstGeom prst="rect">
                    <a:avLst/>
                  </a:prstGeom>
                  <a:solidFill>
                    <a:srgbClr val="81818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128" name="Rechthoek 184">
                    <a:extLst>
                      <a:ext uri="{FF2B5EF4-FFF2-40B4-BE49-F238E27FC236}">
                        <a16:creationId xmlns:a16="http://schemas.microsoft.com/office/drawing/2014/main" id="{BC72AB86-7C98-D8E5-4DDD-E21DBE7815A0}"/>
                      </a:ext>
                    </a:extLst>
                  </p:cNvPr>
                  <p:cNvSpPr/>
                  <p:nvPr/>
                </p:nvSpPr>
                <p:spPr>
                  <a:xfrm rot="5400013">
                    <a:off x="-3142308" y="5376415"/>
                    <a:ext cx="99596" cy="19385"/>
                  </a:xfrm>
                  <a:prstGeom prst="rect">
                    <a:avLst/>
                  </a:prstGeom>
                  <a:solidFill>
                    <a:srgbClr val="81818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grpSp>
              <p:nvGrpSpPr>
                <p:cNvPr id="129" name="Groep 180">
                  <a:extLst>
                    <a:ext uri="{FF2B5EF4-FFF2-40B4-BE49-F238E27FC236}">
                      <a16:creationId xmlns:a16="http://schemas.microsoft.com/office/drawing/2014/main" id="{9395ED48-76CA-EDFB-6DAE-3C51FB57DFDA}"/>
                    </a:ext>
                  </a:extLst>
                </p:cNvPr>
                <p:cNvGrpSpPr/>
                <p:nvPr/>
              </p:nvGrpSpPr>
              <p:grpSpPr>
                <a:xfrm>
                  <a:off x="-3130969" y="5308806"/>
                  <a:ext cx="99597" cy="100024"/>
                  <a:chOff x="-3130969" y="5308806"/>
                  <a:chExt cx="99597" cy="100024"/>
                </a:xfrm>
              </p:grpSpPr>
              <p:sp>
                <p:nvSpPr>
                  <p:cNvPr id="130" name="Rechthoek 181">
                    <a:extLst>
                      <a:ext uri="{FF2B5EF4-FFF2-40B4-BE49-F238E27FC236}">
                        <a16:creationId xmlns:a16="http://schemas.microsoft.com/office/drawing/2014/main" id="{01EC664C-99BD-D37E-7919-139A05AE01E3}"/>
                      </a:ext>
                    </a:extLst>
                  </p:cNvPr>
                  <p:cNvSpPr/>
                  <p:nvPr/>
                </p:nvSpPr>
                <p:spPr>
                  <a:xfrm rot="10799991">
                    <a:off x="-3130969" y="5389445"/>
                    <a:ext cx="99596" cy="19385"/>
                  </a:xfrm>
                  <a:prstGeom prst="rect">
                    <a:avLst/>
                  </a:prstGeom>
                  <a:solidFill>
                    <a:srgbClr val="81818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131" name="Rechthoek 182">
                    <a:extLst>
                      <a:ext uri="{FF2B5EF4-FFF2-40B4-BE49-F238E27FC236}">
                        <a16:creationId xmlns:a16="http://schemas.microsoft.com/office/drawing/2014/main" id="{28BBD773-DA23-7CB8-7697-566615A4306B}"/>
                      </a:ext>
                    </a:extLst>
                  </p:cNvPr>
                  <p:cNvSpPr/>
                  <p:nvPr/>
                </p:nvSpPr>
                <p:spPr>
                  <a:xfrm rot="16200004">
                    <a:off x="-3090862" y="5348911"/>
                    <a:ext cx="99596" cy="19385"/>
                  </a:xfrm>
                  <a:prstGeom prst="rect">
                    <a:avLst/>
                  </a:prstGeom>
                  <a:solidFill>
                    <a:srgbClr val="81818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grpSp>
          <p:sp>
            <p:nvSpPr>
              <p:cNvPr id="132" name="Rechthoek 176">
                <a:extLst>
                  <a:ext uri="{FF2B5EF4-FFF2-40B4-BE49-F238E27FC236}">
                    <a16:creationId xmlns:a16="http://schemas.microsoft.com/office/drawing/2014/main" id="{53277FCC-359D-E426-4DD4-62D2E6A12E03}"/>
                  </a:ext>
                </a:extLst>
              </p:cNvPr>
              <p:cNvSpPr/>
              <p:nvPr/>
            </p:nvSpPr>
            <p:spPr>
              <a:xfrm>
                <a:off x="-3426805" y="5461967"/>
                <a:ext cx="514285" cy="110084"/>
              </a:xfrm>
              <a:prstGeom prst="rect">
                <a:avLst/>
              </a:prstGeom>
              <a:noFill/>
              <a:ln>
                <a:noFill/>
                <a:prstDash val="solid"/>
              </a:ln>
            </p:spPr>
            <p:txBody>
              <a:bodyPr vert="horz" wrap="square" lIns="0" tIns="0" rIns="0" bIns="0"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900" b="0" i="0" u="none" strike="noStrike" kern="1200" cap="none" spc="0" baseline="0">
                    <a:solidFill>
                      <a:srgbClr val="211F26"/>
                    </a:solidFill>
                    <a:uFillTx/>
                    <a:latin typeface="Calibri" pitchFamily="34"/>
                    <a:cs typeface="Calibri" pitchFamily="34"/>
                  </a:rPr>
                  <a:t>Crop</a:t>
                </a:r>
              </a:p>
            </p:txBody>
          </p:sp>
          <p:sp>
            <p:nvSpPr>
              <p:cNvPr id="133" name="Gelijkbenige driehoek 177">
                <a:extLst>
                  <a:ext uri="{FF2B5EF4-FFF2-40B4-BE49-F238E27FC236}">
                    <a16:creationId xmlns:a16="http://schemas.microsoft.com/office/drawing/2014/main" id="{CFF2D3B2-6483-04EB-2275-ACDE297EE642}"/>
                  </a:ext>
                </a:extLst>
              </p:cNvPr>
              <p:cNvSpPr/>
              <p:nvPr/>
            </p:nvSpPr>
            <p:spPr>
              <a:xfrm rot="10799991">
                <a:off x="-3199339" y="5601193"/>
                <a:ext cx="59335" cy="34930"/>
              </a:xfrm>
              <a:custGeom>
                <a:avLst>
                  <a:gd name="f8" fmla="val 50000"/>
                </a:avLst>
                <a:gdLst>
                  <a:gd name="f1" fmla="val 10800000"/>
                  <a:gd name="f2" fmla="val 5400000"/>
                  <a:gd name="f3" fmla="val 180"/>
                  <a:gd name="f4" fmla="val w"/>
                  <a:gd name="f5" fmla="val h"/>
                  <a:gd name="f6" fmla="val ss"/>
                  <a:gd name="f7" fmla="val 0"/>
                  <a:gd name="f8" fmla="val 50000"/>
                  <a:gd name="f9" fmla="+- 0 0 -360"/>
                  <a:gd name="f10" fmla="+- 0 0 -270"/>
                  <a:gd name="f11" fmla="+- 0 0 -180"/>
                  <a:gd name="f12" fmla="+- 0 0 -90"/>
                  <a:gd name="f13" fmla="abs f4"/>
                  <a:gd name="f14" fmla="abs f5"/>
                  <a:gd name="f15" fmla="abs f6"/>
                  <a:gd name="f16" fmla="val f7"/>
                  <a:gd name="f17" fmla="val f8"/>
                  <a:gd name="f18" fmla="*/ f9 f1 1"/>
                  <a:gd name="f19" fmla="*/ f10 f1 1"/>
                  <a:gd name="f20" fmla="*/ f11 f1 1"/>
                  <a:gd name="f21" fmla="*/ f12 f1 1"/>
                  <a:gd name="f22" fmla="?: f13 f4 1"/>
                  <a:gd name="f23" fmla="?: f14 f5 1"/>
                  <a:gd name="f24" fmla="?: f15 f6 1"/>
                  <a:gd name="f25" fmla="*/ f18 1 f3"/>
                  <a:gd name="f26" fmla="*/ f19 1 f3"/>
                  <a:gd name="f27" fmla="*/ f20 1 f3"/>
                  <a:gd name="f28" fmla="*/ f21 1 f3"/>
                  <a:gd name="f29" fmla="*/ f22 1 21600"/>
                  <a:gd name="f30" fmla="*/ f23 1 21600"/>
                  <a:gd name="f31" fmla="*/ 21600 f22 1"/>
                  <a:gd name="f32" fmla="*/ 21600 f23 1"/>
                  <a:gd name="f33" fmla="+- f25 0 f2"/>
                  <a:gd name="f34" fmla="+- f26 0 f2"/>
                  <a:gd name="f35" fmla="+- f27 0 f2"/>
                  <a:gd name="f36" fmla="+- f28 0 f2"/>
                  <a:gd name="f37" fmla="min f30 f29"/>
                  <a:gd name="f38" fmla="*/ f31 1 f24"/>
                  <a:gd name="f39" fmla="*/ f32 1 f24"/>
                  <a:gd name="f40" fmla="val f38"/>
                  <a:gd name="f41" fmla="val f39"/>
                  <a:gd name="f42" fmla="*/ f16 f37 1"/>
                  <a:gd name="f43" fmla="+- f41 0 f16"/>
                  <a:gd name="f44" fmla="+- f40 0 f16"/>
                  <a:gd name="f45" fmla="*/ f41 f37 1"/>
                  <a:gd name="f46" fmla="*/ f40 f37 1"/>
                  <a:gd name="f47" fmla="*/ f43 1 2"/>
                  <a:gd name="f48" fmla="*/ f44 1 2"/>
                  <a:gd name="f49" fmla="*/ f44 f17 1"/>
                  <a:gd name="f50" fmla="+- f16 f47 0"/>
                  <a:gd name="f51" fmla="*/ f49 1 200000"/>
                  <a:gd name="f52" fmla="*/ f49 1 100000"/>
                  <a:gd name="f53" fmla="+- f51 f48 0"/>
                  <a:gd name="f54" fmla="*/ f51 f37 1"/>
                  <a:gd name="f55" fmla="*/ f50 f37 1"/>
                  <a:gd name="f56" fmla="*/ f52 f37 1"/>
                  <a:gd name="f57" fmla="*/ f53 f37 1"/>
                </a:gdLst>
                <a:ahLst/>
                <a:cxnLst>
                  <a:cxn ang="3cd4">
                    <a:pos x="hc" y="t"/>
                  </a:cxn>
                  <a:cxn ang="0">
                    <a:pos x="r" y="vc"/>
                  </a:cxn>
                  <a:cxn ang="cd4">
                    <a:pos x="hc" y="b"/>
                  </a:cxn>
                  <a:cxn ang="cd2">
                    <a:pos x="l" y="vc"/>
                  </a:cxn>
                  <a:cxn ang="f33">
                    <a:pos x="f56" y="f42"/>
                  </a:cxn>
                  <a:cxn ang="f34">
                    <a:pos x="f54" y="f55"/>
                  </a:cxn>
                  <a:cxn ang="f35">
                    <a:pos x="f42" y="f45"/>
                  </a:cxn>
                  <a:cxn ang="f35">
                    <a:pos x="f56" y="f45"/>
                  </a:cxn>
                  <a:cxn ang="f35">
                    <a:pos x="f46" y="f45"/>
                  </a:cxn>
                  <a:cxn ang="f36">
                    <a:pos x="f57" y="f55"/>
                  </a:cxn>
                </a:cxnLst>
                <a:rect l="f54" t="f55" r="f57" b="f45"/>
                <a:pathLst>
                  <a:path>
                    <a:moveTo>
                      <a:pt x="f42" y="f45"/>
                    </a:moveTo>
                    <a:lnTo>
                      <a:pt x="f56" y="f42"/>
                    </a:lnTo>
                    <a:lnTo>
                      <a:pt x="f46" y="f45"/>
                    </a:lnTo>
                    <a:close/>
                  </a:path>
                </a:pathLst>
              </a:custGeom>
              <a:solidFill>
                <a:srgbClr val="81818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sp>
          <p:nvSpPr>
            <p:cNvPr id="134" name="Ovaal 165">
              <a:extLst>
                <a:ext uri="{FF2B5EF4-FFF2-40B4-BE49-F238E27FC236}">
                  <a16:creationId xmlns:a16="http://schemas.microsoft.com/office/drawing/2014/main" id="{99ABBEA2-A903-ED3D-951B-F916F088A61C}"/>
                </a:ext>
              </a:extLst>
            </p:cNvPr>
            <p:cNvSpPr/>
            <p:nvPr/>
          </p:nvSpPr>
          <p:spPr>
            <a:xfrm>
              <a:off x="-3603586" y="1811179"/>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2</a:t>
              </a:r>
            </a:p>
          </p:txBody>
        </p:sp>
        <p:sp>
          <p:nvSpPr>
            <p:cNvPr id="135" name="Rechthoek 166">
              <a:extLst>
                <a:ext uri="{FF2B5EF4-FFF2-40B4-BE49-F238E27FC236}">
                  <a16:creationId xmlns:a16="http://schemas.microsoft.com/office/drawing/2014/main" id="{B91A26A4-9D4B-D882-34ED-CFA8E6547D7A}"/>
                </a:ext>
              </a:extLst>
            </p:cNvPr>
            <p:cNvSpPr/>
            <p:nvPr/>
          </p:nvSpPr>
          <p:spPr>
            <a:xfrm>
              <a:off x="-3319418" y="1811188"/>
              <a:ext cx="2944678" cy="326340"/>
            </a:xfrm>
            <a:prstGeom prst="rect">
              <a:avLst/>
            </a:prstGeom>
            <a:noFill/>
            <a:ln>
              <a:noFill/>
              <a:prstDash val="solid"/>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0" i="0" u="none" strike="noStrike" kern="0" cap="none" spc="0" baseline="0">
                  <a:solidFill>
                    <a:srgbClr val="000000"/>
                  </a:solidFill>
                  <a:uFillTx/>
                  <a:latin typeface="Calibri" pitchFamily="34"/>
                  <a:cs typeface="Calibri" pitchFamily="34"/>
                </a:rPr>
                <a:t>Select the preferred category and image</a:t>
              </a:r>
              <a:br>
                <a:rPr lang="en-GB" sz="1200" b="0" i="0" u="none" strike="noStrike" kern="0" cap="none" spc="0" baseline="0">
                  <a:solidFill>
                    <a:srgbClr val="000000"/>
                  </a:solidFill>
                  <a:uFillTx/>
                  <a:latin typeface="Calibri" pitchFamily="34"/>
                  <a:cs typeface="Calibri" pitchFamily="34"/>
                </a:rPr>
              </a:br>
              <a:r>
                <a:rPr lang="en-GB" sz="1200" b="0" i="0" u="none" strike="noStrike" kern="0" cap="none" spc="0" baseline="0">
                  <a:solidFill>
                    <a:srgbClr val="000000"/>
                  </a:solidFill>
                  <a:uFillTx/>
                  <a:latin typeface="Calibri" pitchFamily="34"/>
                  <a:cs typeface="Calibri" pitchFamily="34"/>
                </a:rPr>
                <a:t>and click on  </a:t>
              </a:r>
              <a:r>
                <a:rPr lang="en-GB" sz="1200" b="1" i="0" u="none" strike="noStrike" kern="0" cap="none" spc="0" baseline="0">
                  <a:solidFill>
                    <a:srgbClr val="000000"/>
                  </a:solidFill>
                  <a:uFillTx/>
                  <a:latin typeface="Calibri" pitchFamily="34"/>
                  <a:cs typeface="Calibri" pitchFamily="34"/>
                </a:rPr>
                <a:t>‘Insert’</a:t>
              </a:r>
              <a:r>
                <a:rPr lang="en-GB" sz="1200" b="0" i="0" u="none" strike="noStrike" kern="0" cap="none" spc="0" baseline="0">
                  <a:solidFill>
                    <a:srgbClr val="000000"/>
                  </a:solidFill>
                  <a:uFillTx/>
                  <a:latin typeface="Calibri" pitchFamily="34"/>
                  <a:cs typeface="Calibri" pitchFamily="34"/>
                </a:rPr>
                <a:t>.</a:t>
              </a:r>
            </a:p>
          </p:txBody>
        </p:sp>
        <p:sp>
          <p:nvSpPr>
            <p:cNvPr id="136" name="Rechthoek 167">
              <a:extLst>
                <a:ext uri="{FF2B5EF4-FFF2-40B4-BE49-F238E27FC236}">
                  <a16:creationId xmlns:a16="http://schemas.microsoft.com/office/drawing/2014/main" id="{6A06768E-7E7D-17DB-CB1C-9B8FE93D63F4}"/>
                </a:ext>
              </a:extLst>
            </p:cNvPr>
            <p:cNvSpPr/>
            <p:nvPr/>
          </p:nvSpPr>
          <p:spPr>
            <a:xfrm>
              <a:off x="-3319418" y="2245757"/>
              <a:ext cx="825502" cy="209553"/>
            </a:xfrm>
            <a:prstGeom prst="rect">
              <a:avLst/>
            </a:prstGeom>
            <a:solidFill>
              <a:srgbClr val="1FF524"/>
            </a:solidFill>
            <a:ln>
              <a:noFill/>
              <a:prstDash val="solid"/>
            </a:ln>
          </p:spPr>
          <p:txBody>
            <a:bodyPr vert="horz" wrap="square" lIns="0" tIns="0" rIns="0" bIns="0"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000" b="1" i="0" u="none" strike="noStrike" kern="1200" cap="none" spc="0" baseline="0">
                  <a:solidFill>
                    <a:srgbClr val="211F26"/>
                  </a:solidFill>
                  <a:uFillTx/>
                  <a:latin typeface="Calibri" pitchFamily="34"/>
                  <a:cs typeface="Calibri" pitchFamily="34"/>
                </a:rPr>
                <a:t>Insert</a:t>
              </a:r>
            </a:p>
          </p:txBody>
        </p:sp>
        <p:grpSp>
          <p:nvGrpSpPr>
            <p:cNvPr id="137" name="Groep 168">
              <a:extLst>
                <a:ext uri="{FF2B5EF4-FFF2-40B4-BE49-F238E27FC236}">
                  <a16:creationId xmlns:a16="http://schemas.microsoft.com/office/drawing/2014/main" id="{F4DC2CA5-BA2F-9A6F-27BB-BBD949909D8E}"/>
                </a:ext>
              </a:extLst>
            </p:cNvPr>
            <p:cNvGrpSpPr/>
            <p:nvPr/>
          </p:nvGrpSpPr>
          <p:grpSpPr>
            <a:xfrm>
              <a:off x="-3365485" y="1226978"/>
              <a:ext cx="446940" cy="406486"/>
              <a:chOff x="-3365485" y="1226978"/>
              <a:chExt cx="446940" cy="406486"/>
            </a:xfrm>
          </p:grpSpPr>
          <p:grpSp>
            <p:nvGrpSpPr>
              <p:cNvPr id="138" name="Groep 169">
                <a:extLst>
                  <a:ext uri="{FF2B5EF4-FFF2-40B4-BE49-F238E27FC236}">
                    <a16:creationId xmlns:a16="http://schemas.microsoft.com/office/drawing/2014/main" id="{FFF7F7F6-9617-CB1F-E85D-0095CF74008B}"/>
                  </a:ext>
                </a:extLst>
              </p:cNvPr>
              <p:cNvGrpSpPr/>
              <p:nvPr/>
            </p:nvGrpSpPr>
            <p:grpSpPr>
              <a:xfrm>
                <a:off x="-3285311" y="1226978"/>
                <a:ext cx="284168" cy="246686"/>
                <a:chOff x="-3285311" y="1226978"/>
                <a:chExt cx="284168" cy="246686"/>
              </a:xfrm>
            </p:grpSpPr>
            <p:sp>
              <p:nvSpPr>
                <p:cNvPr id="139" name="Vrije vorm: vorm 171">
                  <a:extLst>
                    <a:ext uri="{FF2B5EF4-FFF2-40B4-BE49-F238E27FC236}">
                      <a16:creationId xmlns:a16="http://schemas.microsoft.com/office/drawing/2014/main" id="{9F86A9F6-B85C-7536-6904-9D4512B65CDE}"/>
                    </a:ext>
                  </a:extLst>
                </p:cNvPr>
                <p:cNvSpPr/>
                <p:nvPr/>
              </p:nvSpPr>
              <p:spPr>
                <a:xfrm>
                  <a:off x="-3236719" y="1287612"/>
                  <a:ext cx="47978" cy="47868"/>
                </a:xfrm>
                <a:custGeom>
                  <a:avLst/>
                  <a:gdLst>
                    <a:gd name="f0" fmla="val 10800000"/>
                    <a:gd name="f1" fmla="val 5400000"/>
                    <a:gd name="f2" fmla="val 180"/>
                    <a:gd name="f3" fmla="val w"/>
                    <a:gd name="f4" fmla="val h"/>
                    <a:gd name="f5" fmla="val 0"/>
                    <a:gd name="f6" fmla="val 371475"/>
                    <a:gd name="f7" fmla="val 369094"/>
                    <a:gd name="f8" fmla="val 188119"/>
                    <a:gd name="f9" fmla="val 288068"/>
                    <a:gd name="f10" fmla="val 88169"/>
                    <a:gd name="f11" fmla="val 7144"/>
                    <a:gd name="f12" fmla="+- 0 0 -90"/>
                    <a:gd name="f13" fmla="*/ f3 1 371475"/>
                    <a:gd name="f14" fmla="*/ f4 1 371475"/>
                    <a:gd name="f15" fmla="val f5"/>
                    <a:gd name="f16" fmla="val f6"/>
                    <a:gd name="f17" fmla="*/ f12 f0 1"/>
                    <a:gd name="f18" fmla="+- f16 0 f15"/>
                    <a:gd name="f19" fmla="*/ f17 1 f2"/>
                    <a:gd name="f20" fmla="*/ f18 1 371475"/>
                    <a:gd name="f21" fmla="*/ 369094 f18 1"/>
                    <a:gd name="f22" fmla="*/ 188119 f18 1"/>
                    <a:gd name="f23" fmla="*/ 7144 f18 1"/>
                    <a:gd name="f24" fmla="+- f19 0 f1"/>
                    <a:gd name="f25" fmla="*/ f21 1 371475"/>
                    <a:gd name="f26" fmla="*/ f22 1 371475"/>
                    <a:gd name="f27" fmla="*/ f23 1 371475"/>
                    <a:gd name="f28" fmla="*/ f15 1 f20"/>
                    <a:gd name="f29" fmla="*/ f16 1 f20"/>
                    <a:gd name="f30" fmla="*/ f25 1 f20"/>
                    <a:gd name="f31" fmla="*/ f26 1 f20"/>
                    <a:gd name="f32" fmla="*/ f27 1 f20"/>
                    <a:gd name="f33" fmla="*/ f28 f13 1"/>
                    <a:gd name="f34" fmla="*/ f29 f13 1"/>
                    <a:gd name="f35" fmla="*/ f29 f14 1"/>
                    <a:gd name="f36" fmla="*/ f28 f14 1"/>
                    <a:gd name="f37" fmla="*/ f30 f13 1"/>
                    <a:gd name="f38" fmla="*/ f31 f14 1"/>
                    <a:gd name="f39" fmla="*/ f31 f13 1"/>
                    <a:gd name="f40" fmla="*/ f30 f14 1"/>
                    <a:gd name="f41" fmla="*/ f32 f13 1"/>
                    <a:gd name="f42" fmla="*/ f32 f14 1"/>
                  </a:gdLst>
                  <a:ahLst/>
                  <a:cxnLst>
                    <a:cxn ang="3cd4">
                      <a:pos x="hc" y="t"/>
                    </a:cxn>
                    <a:cxn ang="0">
                      <a:pos x="r" y="vc"/>
                    </a:cxn>
                    <a:cxn ang="cd4">
                      <a:pos x="hc" y="b"/>
                    </a:cxn>
                    <a:cxn ang="cd2">
                      <a:pos x="l" y="vc"/>
                    </a:cxn>
                    <a:cxn ang="f24">
                      <a:pos x="f37" y="f38"/>
                    </a:cxn>
                    <a:cxn ang="f24">
                      <a:pos x="f39" y="f40"/>
                    </a:cxn>
                    <a:cxn ang="f24">
                      <a:pos x="f41" y="f38"/>
                    </a:cxn>
                    <a:cxn ang="f24">
                      <a:pos x="f39" y="f42"/>
                    </a:cxn>
                    <a:cxn ang="f24">
                      <a:pos x="f37" y="f38"/>
                    </a:cxn>
                  </a:cxnLst>
                  <a:rect l="f33" t="f36" r="f34" b="f35"/>
                  <a:pathLst>
                    <a:path w="371475" h="371475">
                      <a:moveTo>
                        <a:pt x="f7" y="f8"/>
                      </a:moveTo>
                      <a:cubicBezTo>
                        <a:pt x="f7" y="f9"/>
                        <a:pt x="f9" y="f7"/>
                        <a:pt x="f8" y="f7"/>
                      </a:cubicBezTo>
                      <a:cubicBezTo>
                        <a:pt x="f10" y="f7"/>
                        <a:pt x="f11" y="f9"/>
                        <a:pt x="f11" y="f8"/>
                      </a:cubicBezTo>
                      <a:cubicBezTo>
                        <a:pt x="f11" y="f10"/>
                        <a:pt x="f10" y="f11"/>
                        <a:pt x="f8" y="f11"/>
                      </a:cubicBezTo>
                      <a:cubicBezTo>
                        <a:pt x="f9" y="f11"/>
                        <a:pt x="f7" y="f10"/>
                        <a:pt x="f7" y="f8"/>
                      </a:cubicBezTo>
                      <a:close/>
                    </a:path>
                  </a:pathLst>
                </a:custGeom>
                <a:solidFill>
                  <a:srgbClr val="1FF524"/>
                </a:solidFill>
                <a:ln>
                  <a:noFill/>
                  <a:prstDash val="solid"/>
                </a:ln>
              </p:spPr>
              <p:txBody>
                <a:bodyPr vert="horz" wrap="square" lIns="91440" tIns="45720" rIns="91440" bIns="45720" anchor="ctr"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7200" b="0" i="0" u="none" strike="noStrike" kern="1200" cap="none" spc="0" baseline="0">
                    <a:solidFill>
                      <a:srgbClr val="211F26"/>
                    </a:solidFill>
                    <a:uFillTx/>
                    <a:latin typeface="Arial"/>
                  </a:endParaRPr>
                </a:p>
              </p:txBody>
            </p:sp>
            <p:grpSp>
              <p:nvGrpSpPr>
                <p:cNvPr id="140" name="Groep 172">
                  <a:extLst>
                    <a:ext uri="{FF2B5EF4-FFF2-40B4-BE49-F238E27FC236}">
                      <a16:creationId xmlns:a16="http://schemas.microsoft.com/office/drawing/2014/main" id="{2AB73C48-2EF4-D0CD-F5F0-BD60FAC3B228}"/>
                    </a:ext>
                  </a:extLst>
                </p:cNvPr>
                <p:cNvGrpSpPr/>
                <p:nvPr/>
              </p:nvGrpSpPr>
              <p:grpSpPr>
                <a:xfrm>
                  <a:off x="-3285311" y="1226978"/>
                  <a:ext cx="284168" cy="246686"/>
                  <a:chOff x="-3285311" y="1226978"/>
                  <a:chExt cx="284168" cy="246686"/>
                </a:xfrm>
              </p:grpSpPr>
              <p:sp>
                <p:nvSpPr>
                  <p:cNvPr id="141" name="Vrije vorm: vorm 173">
                    <a:extLst>
                      <a:ext uri="{FF2B5EF4-FFF2-40B4-BE49-F238E27FC236}">
                        <a16:creationId xmlns:a16="http://schemas.microsoft.com/office/drawing/2014/main" id="{1C3053C5-1B2F-04E1-789A-1FCCDF92168A}"/>
                      </a:ext>
                    </a:extLst>
                  </p:cNvPr>
                  <p:cNvSpPr/>
                  <p:nvPr/>
                </p:nvSpPr>
                <p:spPr>
                  <a:xfrm>
                    <a:off x="-3285311" y="1226978"/>
                    <a:ext cx="284168" cy="246686"/>
                  </a:xfrm>
                  <a:custGeom>
                    <a:avLst/>
                    <a:gdLst>
                      <a:gd name="f0" fmla="val 10800000"/>
                      <a:gd name="f1" fmla="val 5400000"/>
                      <a:gd name="f2" fmla="val 180"/>
                      <a:gd name="f3" fmla="val w"/>
                      <a:gd name="f4" fmla="val h"/>
                      <a:gd name="f5" fmla="val 0"/>
                      <a:gd name="f6" fmla="val 2200275"/>
                      <a:gd name="f7" fmla="val 1914525"/>
                      <a:gd name="f8" fmla="val 7144"/>
                      <a:gd name="f9" fmla="val 245269"/>
                      <a:gd name="f10" fmla="val 432911"/>
                      <a:gd name="f11" fmla="val 1959769"/>
                      <a:gd name="f12" fmla="val 1674019"/>
                      <a:gd name="f13" fmla="val 350044"/>
                      <a:gd name="f14" fmla="val 1912144"/>
                      <a:gd name="f15" fmla="val 2197894"/>
                      <a:gd name="f16" fmla="+- 0 0 -90"/>
                      <a:gd name="f17" fmla="*/ f3 1 2200275"/>
                      <a:gd name="f18" fmla="*/ f4 1 1914525"/>
                      <a:gd name="f19" fmla="val f5"/>
                      <a:gd name="f20" fmla="val f6"/>
                      <a:gd name="f21" fmla="val f7"/>
                      <a:gd name="f22" fmla="*/ f16 f0 1"/>
                      <a:gd name="f23" fmla="+- f21 0 f19"/>
                      <a:gd name="f24" fmla="+- f20 0 f19"/>
                      <a:gd name="f25" fmla="*/ f22 1 f2"/>
                      <a:gd name="f26" fmla="*/ f24 1 2200275"/>
                      <a:gd name="f27" fmla="*/ f23 1 1914525"/>
                      <a:gd name="f28" fmla="*/ 7144 f24 1"/>
                      <a:gd name="f29" fmla="*/ 7144 f23 1"/>
                      <a:gd name="f30" fmla="*/ 245269 f23 1"/>
                      <a:gd name="f31" fmla="*/ 432911 f24 1"/>
                      <a:gd name="f32" fmla="*/ 1959769 f24 1"/>
                      <a:gd name="f33" fmla="*/ 1674019 f23 1"/>
                      <a:gd name="f34" fmla="*/ 245269 f24 1"/>
                      <a:gd name="f35" fmla="*/ 350044 f23 1"/>
                      <a:gd name="f36" fmla="*/ 1912144 f23 1"/>
                      <a:gd name="f37" fmla="*/ 2197894 f24 1"/>
                      <a:gd name="f38" fmla="+- f25 0 f1"/>
                      <a:gd name="f39" fmla="*/ f28 1 2200275"/>
                      <a:gd name="f40" fmla="*/ f29 1 1914525"/>
                      <a:gd name="f41" fmla="*/ f30 1 1914525"/>
                      <a:gd name="f42" fmla="*/ f31 1 2200275"/>
                      <a:gd name="f43" fmla="*/ f32 1 2200275"/>
                      <a:gd name="f44" fmla="*/ f33 1 1914525"/>
                      <a:gd name="f45" fmla="*/ f34 1 2200275"/>
                      <a:gd name="f46" fmla="*/ f35 1 1914525"/>
                      <a:gd name="f47" fmla="*/ f36 1 1914525"/>
                      <a:gd name="f48" fmla="*/ f37 1 2200275"/>
                      <a:gd name="f49" fmla="*/ f19 1 f26"/>
                      <a:gd name="f50" fmla="*/ f20 1 f26"/>
                      <a:gd name="f51" fmla="*/ f19 1 f27"/>
                      <a:gd name="f52" fmla="*/ f21 1 f27"/>
                      <a:gd name="f53" fmla="*/ f39 1 f26"/>
                      <a:gd name="f54" fmla="*/ f40 1 f27"/>
                      <a:gd name="f55" fmla="*/ f41 1 f27"/>
                      <a:gd name="f56" fmla="*/ f42 1 f26"/>
                      <a:gd name="f57" fmla="*/ f43 1 f26"/>
                      <a:gd name="f58" fmla="*/ f44 1 f27"/>
                      <a:gd name="f59" fmla="*/ f45 1 f26"/>
                      <a:gd name="f60" fmla="*/ f46 1 f27"/>
                      <a:gd name="f61" fmla="*/ f47 1 f27"/>
                      <a:gd name="f62" fmla="*/ f48 1 f26"/>
                      <a:gd name="f63" fmla="*/ f49 f17 1"/>
                      <a:gd name="f64" fmla="*/ f50 f17 1"/>
                      <a:gd name="f65" fmla="*/ f52 f18 1"/>
                      <a:gd name="f66" fmla="*/ f51 f18 1"/>
                      <a:gd name="f67" fmla="*/ f53 f17 1"/>
                      <a:gd name="f68" fmla="*/ f54 f18 1"/>
                      <a:gd name="f69" fmla="*/ f55 f18 1"/>
                      <a:gd name="f70" fmla="*/ f56 f17 1"/>
                      <a:gd name="f71" fmla="*/ f57 f17 1"/>
                      <a:gd name="f72" fmla="*/ f58 f18 1"/>
                      <a:gd name="f73" fmla="*/ f59 f17 1"/>
                      <a:gd name="f74" fmla="*/ f60 f18 1"/>
                      <a:gd name="f75" fmla="*/ f61 f18 1"/>
                      <a:gd name="f76" fmla="*/ f62 f17 1"/>
                    </a:gdLst>
                    <a:ahLst/>
                    <a:cxnLst>
                      <a:cxn ang="3cd4">
                        <a:pos x="hc" y="t"/>
                      </a:cxn>
                      <a:cxn ang="0">
                        <a:pos x="r" y="vc"/>
                      </a:cxn>
                      <a:cxn ang="cd4">
                        <a:pos x="hc" y="b"/>
                      </a:cxn>
                      <a:cxn ang="cd2">
                        <a:pos x="l" y="vc"/>
                      </a:cxn>
                      <a:cxn ang="f38">
                        <a:pos x="f67" y="f68"/>
                      </a:cxn>
                      <a:cxn ang="f38">
                        <a:pos x="f67" y="f69"/>
                      </a:cxn>
                      <a:cxn ang="f38">
                        <a:pos x="f70" y="f69"/>
                      </a:cxn>
                      <a:cxn ang="f38">
                        <a:pos x="f70" y="f69"/>
                      </a:cxn>
                      <a:cxn ang="f38">
                        <a:pos x="f71" y="f69"/>
                      </a:cxn>
                      <a:cxn ang="f38">
                        <a:pos x="f71" y="f72"/>
                      </a:cxn>
                      <a:cxn ang="f38">
                        <a:pos x="f73" y="f72"/>
                      </a:cxn>
                      <a:cxn ang="f38">
                        <a:pos x="f73" y="f74"/>
                      </a:cxn>
                      <a:cxn ang="f38">
                        <a:pos x="f67" y="f74"/>
                      </a:cxn>
                      <a:cxn ang="f38">
                        <a:pos x="f67" y="f75"/>
                      </a:cxn>
                      <a:cxn ang="f38">
                        <a:pos x="f76" y="f75"/>
                      </a:cxn>
                      <a:cxn ang="f38">
                        <a:pos x="f76" y="f68"/>
                      </a:cxn>
                    </a:cxnLst>
                    <a:rect l="f63" t="f66" r="f64" b="f65"/>
                    <a:pathLst>
                      <a:path w="2200275" h="1914525">
                        <a:moveTo>
                          <a:pt x="f8" y="f8"/>
                        </a:moveTo>
                        <a:lnTo>
                          <a:pt x="f8" y="f9"/>
                        </a:lnTo>
                        <a:lnTo>
                          <a:pt x="f10" y="f9"/>
                        </a:lnTo>
                        <a:lnTo>
                          <a:pt x="f10" y="f9"/>
                        </a:lnTo>
                        <a:lnTo>
                          <a:pt x="f11" y="f9"/>
                        </a:lnTo>
                        <a:lnTo>
                          <a:pt x="f11" y="f12"/>
                        </a:lnTo>
                        <a:lnTo>
                          <a:pt x="f9" y="f12"/>
                        </a:lnTo>
                        <a:lnTo>
                          <a:pt x="f9" y="f13"/>
                        </a:lnTo>
                        <a:lnTo>
                          <a:pt x="f8" y="f13"/>
                        </a:lnTo>
                        <a:lnTo>
                          <a:pt x="f8" y="f14"/>
                        </a:lnTo>
                        <a:lnTo>
                          <a:pt x="f15" y="f14"/>
                        </a:lnTo>
                        <a:lnTo>
                          <a:pt x="f15" y="f8"/>
                        </a:lnTo>
                        <a:close/>
                      </a:path>
                    </a:pathLst>
                  </a:custGeom>
                  <a:gradFill>
                    <a:gsLst>
                      <a:gs pos="0">
                        <a:srgbClr val="9D9FA1"/>
                      </a:gs>
                      <a:gs pos="100000">
                        <a:srgbClr val="211F26"/>
                      </a:gs>
                    </a:gsLst>
                    <a:lin ang="2700000"/>
                  </a:gradFill>
                  <a:ln>
                    <a:noFill/>
                    <a:prstDash val="solid"/>
                  </a:ln>
                </p:spPr>
                <p:txBody>
                  <a:bodyPr vert="horz" wrap="square" lIns="91440" tIns="45720" rIns="91440" bIns="45720" anchor="ctr"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7200" b="0" i="0" u="none" strike="noStrike" kern="1200" cap="none" spc="0" baseline="0">
                      <a:solidFill>
                        <a:srgbClr val="211F26"/>
                      </a:solidFill>
                      <a:uFillTx/>
                      <a:latin typeface="Arial"/>
                    </a:endParaRPr>
                  </a:p>
                </p:txBody>
              </p:sp>
              <p:sp>
                <p:nvSpPr>
                  <p:cNvPr id="142" name="Vrije vorm: vorm 174">
                    <a:extLst>
                      <a:ext uri="{FF2B5EF4-FFF2-40B4-BE49-F238E27FC236}">
                        <a16:creationId xmlns:a16="http://schemas.microsoft.com/office/drawing/2014/main" id="{C10AEB2B-D163-433C-EC12-70BA07A64587}"/>
                      </a:ext>
                    </a:extLst>
                  </p:cNvPr>
                  <p:cNvSpPr/>
                  <p:nvPr/>
                </p:nvSpPr>
                <p:spPr>
                  <a:xfrm>
                    <a:off x="-3236847" y="1303321"/>
                    <a:ext cx="185751" cy="114144"/>
                  </a:xfrm>
                  <a:custGeom>
                    <a:avLst/>
                    <a:gdLst>
                      <a:gd name="f0" fmla="val 10800000"/>
                      <a:gd name="f1" fmla="val 5400000"/>
                      <a:gd name="f2" fmla="val 180"/>
                      <a:gd name="f3" fmla="val w"/>
                      <a:gd name="f4" fmla="val h"/>
                      <a:gd name="f5" fmla="val 0"/>
                      <a:gd name="f6" fmla="val 1438275"/>
                      <a:gd name="f7" fmla="val 885825"/>
                      <a:gd name="f8" fmla="val 1070134"/>
                      <a:gd name="f9" fmla="val 7144"/>
                      <a:gd name="f10" fmla="val 801529"/>
                      <a:gd name="f11" fmla="val 275749"/>
                      <a:gd name="f12" fmla="val 662464"/>
                      <a:gd name="f13" fmla="val 137636"/>
                      <a:gd name="f14" fmla="val 784384"/>
                      <a:gd name="f15" fmla="val 108109"/>
                      <a:gd name="f16" fmla="val 885349"/>
                      <a:gd name="f17" fmla="val 338614"/>
                      <a:gd name="f18" fmla="val 928211"/>
                      <a:gd name="f19" fmla="val 605314"/>
                      <a:gd name="f20" fmla="val 1029176"/>
                      <a:gd name="f21" fmla="val 503396"/>
                      <a:gd name="f22" fmla="val 902494"/>
                      <a:gd name="f23" fmla="val 376714"/>
                      <a:gd name="f24" fmla="val 209074"/>
                      <a:gd name="f25" fmla="val 1337786"/>
                      <a:gd name="f26" fmla="val 480536"/>
                      <a:gd name="f27" fmla="val 1438751"/>
                      <a:gd name="f28" fmla="val 378619"/>
                      <a:gd name="f29" fmla="+- 0 0 -90"/>
                      <a:gd name="f30" fmla="*/ f3 1 1438275"/>
                      <a:gd name="f31" fmla="*/ f4 1 885825"/>
                      <a:gd name="f32" fmla="val f5"/>
                      <a:gd name="f33" fmla="val f6"/>
                      <a:gd name="f34" fmla="val f7"/>
                      <a:gd name="f35" fmla="*/ f29 f0 1"/>
                      <a:gd name="f36" fmla="+- f34 0 f32"/>
                      <a:gd name="f37" fmla="+- f33 0 f32"/>
                      <a:gd name="f38" fmla="*/ f35 1 f2"/>
                      <a:gd name="f39" fmla="*/ f37 1 1438275"/>
                      <a:gd name="f40" fmla="*/ f36 1 885825"/>
                      <a:gd name="f41" fmla="*/ 1070134 f37 1"/>
                      <a:gd name="f42" fmla="*/ 7144 f36 1"/>
                      <a:gd name="f43" fmla="*/ 801529 f37 1"/>
                      <a:gd name="f44" fmla="*/ 275749 f36 1"/>
                      <a:gd name="f45" fmla="*/ 662464 f37 1"/>
                      <a:gd name="f46" fmla="*/ 137636 f36 1"/>
                      <a:gd name="f47" fmla="*/ 7144 f37 1"/>
                      <a:gd name="f48" fmla="*/ 784384 f36 1"/>
                      <a:gd name="f49" fmla="*/ 108109 f37 1"/>
                      <a:gd name="f50" fmla="*/ 885349 f36 1"/>
                      <a:gd name="f51" fmla="*/ 338614 f36 1"/>
                      <a:gd name="f52" fmla="*/ 928211 f37 1"/>
                      <a:gd name="f53" fmla="*/ 605314 f36 1"/>
                      <a:gd name="f54" fmla="*/ 1029176 f37 1"/>
                      <a:gd name="f55" fmla="*/ 503396 f36 1"/>
                      <a:gd name="f56" fmla="*/ 902494 f37 1"/>
                      <a:gd name="f57" fmla="*/ 376714 f36 1"/>
                      <a:gd name="f58" fmla="*/ 209074 f36 1"/>
                      <a:gd name="f59" fmla="*/ 1337786 f37 1"/>
                      <a:gd name="f60" fmla="*/ 480536 f36 1"/>
                      <a:gd name="f61" fmla="*/ 1438751 f37 1"/>
                      <a:gd name="f62" fmla="*/ 378619 f36 1"/>
                      <a:gd name="f63" fmla="+- f38 0 f1"/>
                      <a:gd name="f64" fmla="*/ f41 1 1438275"/>
                      <a:gd name="f65" fmla="*/ f42 1 885825"/>
                      <a:gd name="f66" fmla="*/ f43 1 1438275"/>
                      <a:gd name="f67" fmla="*/ f44 1 885825"/>
                      <a:gd name="f68" fmla="*/ f45 1 1438275"/>
                      <a:gd name="f69" fmla="*/ f46 1 885825"/>
                      <a:gd name="f70" fmla="*/ f47 1 1438275"/>
                      <a:gd name="f71" fmla="*/ f48 1 885825"/>
                      <a:gd name="f72" fmla="*/ f49 1 1438275"/>
                      <a:gd name="f73" fmla="*/ f50 1 885825"/>
                      <a:gd name="f74" fmla="*/ f51 1 885825"/>
                      <a:gd name="f75" fmla="*/ f52 1 1438275"/>
                      <a:gd name="f76" fmla="*/ f53 1 885825"/>
                      <a:gd name="f77" fmla="*/ f54 1 1438275"/>
                      <a:gd name="f78" fmla="*/ f55 1 885825"/>
                      <a:gd name="f79" fmla="*/ f56 1 1438275"/>
                      <a:gd name="f80" fmla="*/ f57 1 885825"/>
                      <a:gd name="f81" fmla="*/ f58 1 885825"/>
                      <a:gd name="f82" fmla="*/ f59 1 1438275"/>
                      <a:gd name="f83" fmla="*/ f60 1 885825"/>
                      <a:gd name="f84" fmla="*/ f61 1 1438275"/>
                      <a:gd name="f85" fmla="*/ f62 1 885825"/>
                      <a:gd name="f86" fmla="*/ f32 1 f39"/>
                      <a:gd name="f87" fmla="*/ f33 1 f39"/>
                      <a:gd name="f88" fmla="*/ f32 1 f40"/>
                      <a:gd name="f89" fmla="*/ f34 1 f40"/>
                      <a:gd name="f90" fmla="*/ f64 1 f39"/>
                      <a:gd name="f91" fmla="*/ f65 1 f40"/>
                      <a:gd name="f92" fmla="*/ f66 1 f39"/>
                      <a:gd name="f93" fmla="*/ f67 1 f40"/>
                      <a:gd name="f94" fmla="*/ f68 1 f39"/>
                      <a:gd name="f95" fmla="*/ f69 1 f40"/>
                      <a:gd name="f96" fmla="*/ f70 1 f39"/>
                      <a:gd name="f97" fmla="*/ f71 1 f40"/>
                      <a:gd name="f98" fmla="*/ f72 1 f39"/>
                      <a:gd name="f99" fmla="*/ f73 1 f40"/>
                      <a:gd name="f100" fmla="*/ f74 1 f40"/>
                      <a:gd name="f101" fmla="*/ f75 1 f39"/>
                      <a:gd name="f102" fmla="*/ f76 1 f40"/>
                      <a:gd name="f103" fmla="*/ f77 1 f39"/>
                      <a:gd name="f104" fmla="*/ f78 1 f40"/>
                      <a:gd name="f105" fmla="*/ f79 1 f39"/>
                      <a:gd name="f106" fmla="*/ f80 1 f40"/>
                      <a:gd name="f107" fmla="*/ f81 1 f40"/>
                      <a:gd name="f108" fmla="*/ f82 1 f39"/>
                      <a:gd name="f109" fmla="*/ f83 1 f40"/>
                      <a:gd name="f110" fmla="*/ f84 1 f39"/>
                      <a:gd name="f111" fmla="*/ f85 1 f40"/>
                      <a:gd name="f112" fmla="*/ f86 f30 1"/>
                      <a:gd name="f113" fmla="*/ f87 f30 1"/>
                      <a:gd name="f114" fmla="*/ f89 f31 1"/>
                      <a:gd name="f115" fmla="*/ f88 f31 1"/>
                      <a:gd name="f116" fmla="*/ f90 f30 1"/>
                      <a:gd name="f117" fmla="*/ f91 f31 1"/>
                      <a:gd name="f118" fmla="*/ f92 f30 1"/>
                      <a:gd name="f119" fmla="*/ f93 f31 1"/>
                      <a:gd name="f120" fmla="*/ f94 f30 1"/>
                      <a:gd name="f121" fmla="*/ f95 f31 1"/>
                      <a:gd name="f122" fmla="*/ f96 f30 1"/>
                      <a:gd name="f123" fmla="*/ f97 f31 1"/>
                      <a:gd name="f124" fmla="*/ f98 f30 1"/>
                      <a:gd name="f125" fmla="*/ f99 f31 1"/>
                      <a:gd name="f126" fmla="*/ f100 f31 1"/>
                      <a:gd name="f127" fmla="*/ f101 f30 1"/>
                      <a:gd name="f128" fmla="*/ f102 f31 1"/>
                      <a:gd name="f129" fmla="*/ f103 f30 1"/>
                      <a:gd name="f130" fmla="*/ f104 f31 1"/>
                      <a:gd name="f131" fmla="*/ f105 f30 1"/>
                      <a:gd name="f132" fmla="*/ f106 f31 1"/>
                      <a:gd name="f133" fmla="*/ f107 f31 1"/>
                      <a:gd name="f134" fmla="*/ f108 f30 1"/>
                      <a:gd name="f135" fmla="*/ f109 f31 1"/>
                      <a:gd name="f136" fmla="*/ f110 f30 1"/>
                      <a:gd name="f137" fmla="*/ f111 f31 1"/>
                    </a:gdLst>
                    <a:ahLst/>
                    <a:cxnLst>
                      <a:cxn ang="3cd4">
                        <a:pos x="hc" y="t"/>
                      </a:cxn>
                      <a:cxn ang="0">
                        <a:pos x="r" y="vc"/>
                      </a:cxn>
                      <a:cxn ang="cd4">
                        <a:pos x="hc" y="b"/>
                      </a:cxn>
                      <a:cxn ang="cd2">
                        <a:pos x="l" y="vc"/>
                      </a:cxn>
                      <a:cxn ang="f63">
                        <a:pos x="f116" y="f117"/>
                      </a:cxn>
                      <a:cxn ang="f63">
                        <a:pos x="f118" y="f119"/>
                      </a:cxn>
                      <a:cxn ang="f63">
                        <a:pos x="f120" y="f121"/>
                      </a:cxn>
                      <a:cxn ang="f63">
                        <a:pos x="f122" y="f123"/>
                      </a:cxn>
                      <a:cxn ang="f63">
                        <a:pos x="f124" y="f125"/>
                      </a:cxn>
                      <a:cxn ang="f63">
                        <a:pos x="f120" y="f126"/>
                      </a:cxn>
                      <a:cxn ang="f63">
                        <a:pos x="f127" y="f128"/>
                      </a:cxn>
                      <a:cxn ang="f63">
                        <a:pos x="f129" y="f130"/>
                      </a:cxn>
                      <a:cxn ang="f63">
                        <a:pos x="f131" y="f132"/>
                      </a:cxn>
                      <a:cxn ang="f63">
                        <a:pos x="f116" y="f133"/>
                      </a:cxn>
                      <a:cxn ang="f63">
                        <a:pos x="f134" y="f135"/>
                      </a:cxn>
                      <a:cxn ang="f63">
                        <a:pos x="f136" y="f137"/>
                      </a:cxn>
                    </a:cxnLst>
                    <a:rect l="f112" t="f115" r="f113" b="f114"/>
                    <a:pathLst>
                      <a:path w="1438275" h="885825">
                        <a:moveTo>
                          <a:pt x="f8" y="f9"/>
                        </a:moveTo>
                        <a:lnTo>
                          <a:pt x="f10" y="f11"/>
                        </a:lnTo>
                        <a:lnTo>
                          <a:pt x="f12" y="f13"/>
                        </a:lnTo>
                        <a:lnTo>
                          <a:pt x="f9" y="f14"/>
                        </a:lnTo>
                        <a:lnTo>
                          <a:pt x="f15" y="f16"/>
                        </a:lnTo>
                        <a:lnTo>
                          <a:pt x="f12" y="f17"/>
                        </a:lnTo>
                        <a:lnTo>
                          <a:pt x="f18" y="f19"/>
                        </a:lnTo>
                        <a:lnTo>
                          <a:pt x="f20" y="f21"/>
                        </a:lnTo>
                        <a:lnTo>
                          <a:pt x="f22" y="f23"/>
                        </a:lnTo>
                        <a:lnTo>
                          <a:pt x="f8" y="f24"/>
                        </a:lnTo>
                        <a:lnTo>
                          <a:pt x="f25" y="f26"/>
                        </a:lnTo>
                        <a:lnTo>
                          <a:pt x="f27" y="f28"/>
                        </a:lnTo>
                        <a:close/>
                      </a:path>
                    </a:pathLst>
                  </a:custGeom>
                  <a:gradFill>
                    <a:gsLst>
                      <a:gs pos="0">
                        <a:srgbClr val="9D9FA1"/>
                      </a:gs>
                      <a:gs pos="100000">
                        <a:srgbClr val="211F26"/>
                      </a:gs>
                    </a:gsLst>
                    <a:lin ang="2700000"/>
                  </a:gradFill>
                  <a:ln>
                    <a:noFill/>
                    <a:prstDash val="solid"/>
                  </a:ln>
                </p:spPr>
                <p:txBody>
                  <a:bodyPr vert="horz" wrap="square" lIns="91440" tIns="45720" rIns="91440" bIns="45720" anchor="ctr"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7200" b="0" i="0" u="none" strike="noStrike" kern="1200" cap="none" spc="0" baseline="0">
                      <a:solidFill>
                        <a:srgbClr val="211F26"/>
                      </a:solidFill>
                      <a:uFillTx/>
                      <a:latin typeface="Arial"/>
                    </a:endParaRPr>
                  </a:p>
                </p:txBody>
              </p:sp>
            </p:grpSp>
          </p:grpSp>
          <p:sp>
            <p:nvSpPr>
              <p:cNvPr id="143" name="Tekstvak 170">
                <a:extLst>
                  <a:ext uri="{FF2B5EF4-FFF2-40B4-BE49-F238E27FC236}">
                    <a16:creationId xmlns:a16="http://schemas.microsoft.com/office/drawing/2014/main" id="{CD762535-447D-3720-189E-E390ED9C686B}"/>
                  </a:ext>
                </a:extLst>
              </p:cNvPr>
              <p:cNvSpPr txBox="1"/>
              <p:nvPr/>
            </p:nvSpPr>
            <p:spPr>
              <a:xfrm>
                <a:off x="-3365485" y="1489959"/>
                <a:ext cx="446940" cy="143505"/>
              </a:xfrm>
              <a:prstGeom prst="rect">
                <a:avLst/>
              </a:prstGeom>
              <a:noFill/>
              <a:ln>
                <a:noFill/>
              </a:ln>
            </p:spPr>
            <p:txBody>
              <a:bodyPr vert="horz" wrap="square" lIns="0" tIns="18004" rIns="0" bIns="0" anchor="t"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000" b="0" i="0" u="none" strike="noStrike" kern="0" cap="none" spc="0" baseline="0">
                    <a:solidFill>
                      <a:srgbClr val="211F26"/>
                    </a:solidFill>
                    <a:uFillTx/>
                    <a:latin typeface="Calibri" pitchFamily="34"/>
                    <a:cs typeface="Calibri" pitchFamily="34"/>
                  </a:rPr>
                  <a:t>Images</a:t>
                </a:r>
              </a:p>
            </p:txBody>
          </p:sp>
        </p:grpSp>
      </p:grpSp>
    </p:spTree>
    <p:extLst>
      <p:ext uri="{BB962C8B-B14F-4D97-AF65-F5344CB8AC3E}">
        <p14:creationId xmlns:p14="http://schemas.microsoft.com/office/powerpoint/2010/main" val="2662315067"/>
      </p:ext>
    </p:extLst>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Image (S) + text | blue mode">
    <p:bg>
      <p:bgPr>
        <a:solidFill>
          <a:srgbClr val="00A6D6"/>
        </a:solidFill>
        <a:effectLst/>
      </p:bgPr>
    </p:bg>
    <p:spTree>
      <p:nvGrpSpPr>
        <p:cNvPr id="1" name=""/>
        <p:cNvGrpSpPr/>
        <p:nvPr/>
      </p:nvGrpSpPr>
      <p:grpSpPr>
        <a:xfrm>
          <a:off x="0" y="0"/>
          <a:ext cx="0" cy="0"/>
          <a:chOff x="0" y="0"/>
          <a:chExt cx="0" cy="0"/>
        </a:xfrm>
      </p:grpSpPr>
      <p:sp>
        <p:nvSpPr>
          <p:cNvPr id="2" name="Tijdelijke aanduiding voor tekst 18">
            <a:extLst>
              <a:ext uri="{FF2B5EF4-FFF2-40B4-BE49-F238E27FC236}">
                <a16:creationId xmlns:a16="http://schemas.microsoft.com/office/drawing/2014/main" id="{01127D69-F3D2-411E-349C-2065A3E6D405}"/>
              </a:ext>
            </a:extLst>
          </p:cNvPr>
          <p:cNvSpPr txBox="1">
            <a:spLocks noGrp="1" noMove="1" noResize="1"/>
          </p:cNvSpPr>
          <p:nvPr>
            <p:ph type="body" idx="4294967295"/>
          </p:nvPr>
        </p:nvSpPr>
        <p:spPr>
          <a:xfrm>
            <a:off x="720364" y="6216740"/>
            <a:ext cx="961198" cy="381597"/>
          </a:xfrm>
          <a:blipFill>
            <a:blip r:embed="rId2">
              <a:extLst>
                <a:ext uri="{96DAC541-7B7A-43D3-8B79-37D633B846F1}">
                  <asvg:svgBlip xmlns:asvg="http://schemas.microsoft.com/office/drawing/2016/SVG/main" r:embed="rId3"/>
                </a:ext>
              </a:extLst>
            </a:blip>
            <a:stretch>
              <a:fillRect/>
            </a:stretch>
          </a:blipFill>
        </p:spPr>
        <p:txBody>
          <a:bodyPr/>
          <a:lstStyle>
            <a:lvl1pPr marL="0" indent="0">
              <a:buNone/>
              <a:defRPr sz="100"/>
            </a:lvl1pPr>
          </a:lstStyle>
          <a:p>
            <a:pPr lvl="0"/>
            <a:r>
              <a:rPr lang="en-GB"/>
              <a:t> </a:t>
            </a:r>
          </a:p>
        </p:txBody>
      </p:sp>
      <p:grpSp>
        <p:nvGrpSpPr>
          <p:cNvPr id="3" name="INSTRUCTION">
            <a:extLst>
              <a:ext uri="{FF2B5EF4-FFF2-40B4-BE49-F238E27FC236}">
                <a16:creationId xmlns:a16="http://schemas.microsoft.com/office/drawing/2014/main" id="{CEFCA838-6C0F-571F-B45E-DE9F0DAD9638}"/>
              </a:ext>
            </a:extLst>
          </p:cNvPr>
          <p:cNvGrpSpPr/>
          <p:nvPr/>
        </p:nvGrpSpPr>
        <p:grpSpPr>
          <a:xfrm>
            <a:off x="12377592" y="0"/>
            <a:ext cx="3693389" cy="5359343"/>
            <a:chOff x="12377592" y="0"/>
            <a:chExt cx="3693389" cy="5359343"/>
          </a:xfrm>
        </p:grpSpPr>
        <p:sp>
          <p:nvSpPr>
            <p:cNvPr id="4" name="Rechthoek 9">
              <a:extLst>
                <a:ext uri="{FF2B5EF4-FFF2-40B4-BE49-F238E27FC236}">
                  <a16:creationId xmlns:a16="http://schemas.microsoft.com/office/drawing/2014/main" id="{2EB0788B-53F8-F3BC-BE4A-790DA6043B11}"/>
                </a:ext>
              </a:extLst>
            </p:cNvPr>
            <p:cNvSpPr/>
            <p:nvPr/>
          </p:nvSpPr>
          <p:spPr>
            <a:xfrm>
              <a:off x="12377867" y="0"/>
              <a:ext cx="3593089" cy="4641338"/>
            </a:xfrm>
            <a:prstGeom prst="rect">
              <a:avLst/>
            </a:prstGeom>
            <a:solidFill>
              <a:srgbClr val="FFFFFF"/>
            </a:solidFill>
            <a:ln w="6345" cap="flat">
              <a:solidFill>
                <a:srgbClr val="ECECEC"/>
              </a:solidFill>
              <a:prstDash val="solid"/>
              <a:miter/>
            </a:ln>
          </p:spPr>
          <p:txBody>
            <a:bodyPr vert="horz" wrap="square" lIns="179999" tIns="143999" rIns="179999" bIns="143999"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400" b="1" i="0" u="none" strike="noStrike" kern="1200" cap="all" spc="0" baseline="0">
                  <a:solidFill>
                    <a:srgbClr val="00A6D6"/>
                  </a:solidFill>
                  <a:uFillTx/>
                  <a:latin typeface="Calibri" pitchFamily="34"/>
                  <a:cs typeface="Calibri" pitchFamily="34"/>
                </a:rPr>
                <a:t>Choosing text levels</a:t>
              </a:r>
            </a:p>
          </p:txBody>
        </p:sp>
        <p:sp>
          <p:nvSpPr>
            <p:cNvPr id="5" name="Rechthoek 81">
              <a:extLst>
                <a:ext uri="{FF2B5EF4-FFF2-40B4-BE49-F238E27FC236}">
                  <a16:creationId xmlns:a16="http://schemas.microsoft.com/office/drawing/2014/main" id="{BD95D72B-2737-6D1F-663F-290FD333CDDD}"/>
                </a:ext>
              </a:extLst>
            </p:cNvPr>
            <p:cNvSpPr/>
            <p:nvPr/>
          </p:nvSpPr>
          <p:spPr>
            <a:xfrm>
              <a:off x="12377867" y="1707404"/>
              <a:ext cx="3593089" cy="2836020"/>
            </a:xfrm>
            <a:prstGeom prst="rect">
              <a:avLst/>
            </a:prstGeom>
            <a:solidFill>
              <a:srgbClr val="00A6D6"/>
            </a:solidFill>
            <a:ln w="6345" cap="flat">
              <a:solidFill>
                <a:srgbClr val="ECECEC"/>
              </a:solidFill>
              <a:prstDash val="solid"/>
              <a:miter/>
            </a:ln>
          </p:spPr>
          <p:txBody>
            <a:bodyPr vert="horz" wrap="square" lIns="179999" tIns="143999" rIns="179999" bIns="143999"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400" b="1" i="0" u="none" strike="noStrike" kern="1200" cap="all" spc="0" baseline="0">
                  <a:solidFill>
                    <a:srgbClr val="00A6D6"/>
                  </a:solidFill>
                  <a:uFillTx/>
                  <a:latin typeface="Calibri" pitchFamily="34"/>
                  <a:cs typeface="Calibri" pitchFamily="34"/>
                </a:rPr>
                <a:t> </a:t>
              </a:r>
            </a:p>
          </p:txBody>
        </p:sp>
        <p:sp>
          <p:nvSpPr>
            <p:cNvPr id="6" name="Ovaal 10">
              <a:extLst>
                <a:ext uri="{FF2B5EF4-FFF2-40B4-BE49-F238E27FC236}">
                  <a16:creationId xmlns:a16="http://schemas.microsoft.com/office/drawing/2014/main" id="{EC03D23E-FC28-14C0-7FEA-6619CDF62E75}"/>
                </a:ext>
              </a:extLst>
            </p:cNvPr>
            <p:cNvSpPr/>
            <p:nvPr/>
          </p:nvSpPr>
          <p:spPr>
            <a:xfrm>
              <a:off x="12559850" y="1837486"/>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FFFF"/>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00A6D6"/>
                  </a:solidFill>
                  <a:uFillTx/>
                  <a:latin typeface="Calibri" pitchFamily="34"/>
                  <a:cs typeface="Calibri" pitchFamily="34"/>
                </a:rPr>
                <a:t>1</a:t>
              </a:r>
            </a:p>
          </p:txBody>
        </p:sp>
        <p:sp>
          <p:nvSpPr>
            <p:cNvPr id="7" name="Rechthoek 11">
              <a:extLst>
                <a:ext uri="{FF2B5EF4-FFF2-40B4-BE49-F238E27FC236}">
                  <a16:creationId xmlns:a16="http://schemas.microsoft.com/office/drawing/2014/main" id="{59473468-3D68-F021-6C73-C835F4BE22DB}"/>
                </a:ext>
              </a:extLst>
            </p:cNvPr>
            <p:cNvSpPr/>
            <p:nvPr/>
          </p:nvSpPr>
          <p:spPr>
            <a:xfrm>
              <a:off x="12844613" y="1837486"/>
              <a:ext cx="2949223" cy="179999"/>
            </a:xfrm>
            <a:prstGeom prst="rect">
              <a:avLst/>
            </a:prstGeom>
            <a:noFill/>
            <a:ln>
              <a:noFill/>
              <a:prstDash val="solid"/>
            </a:ln>
          </p:spPr>
          <p:txBody>
            <a:bodyPr vert="horz" wrap="square" lIns="0" tIns="0" rIns="0" bIns="0" anchor="ctr" anchorCtr="0" compatLnSpc="1">
              <a:noAutofit/>
            </a:bodyPr>
            <a:lstStyle/>
            <a:p>
              <a:pPr marL="357192" marR="0" lvl="0" indent="-357192" algn="l" defTabSz="914400" rtl="0" fontAlgn="auto" hangingPunct="1">
                <a:lnSpc>
                  <a:spcPct val="100000"/>
                </a:lnSpc>
                <a:spcBef>
                  <a:spcPts val="600"/>
                </a:spcBef>
                <a:spcAft>
                  <a:spcPts val="600"/>
                </a:spcAft>
                <a:buClr>
                  <a:srgbClr val="FFFFFF"/>
                </a:buClr>
                <a:buSzPct val="100000"/>
                <a:buFont typeface="Calibri" pitchFamily="34"/>
                <a:buChar char="•"/>
                <a:tabLst/>
                <a:defRPr sz="1800" b="0" i="0" u="none" strike="noStrike" kern="0" cap="none" spc="0" baseline="0">
                  <a:solidFill>
                    <a:srgbClr val="000000"/>
                  </a:solidFill>
                  <a:uFillTx/>
                </a:defRPr>
              </a:pPr>
              <a:r>
                <a:rPr lang="en-GB" sz="1400" b="0" i="0" u="none" strike="noStrike" kern="0" cap="none" spc="0" baseline="0">
                  <a:solidFill>
                    <a:srgbClr val="FFFFFF"/>
                  </a:solidFill>
                  <a:uFillTx/>
                  <a:latin typeface="Arial"/>
                  <a:cs typeface="Calibri" pitchFamily="34"/>
                </a:rPr>
                <a:t>Bullet</a:t>
              </a:r>
            </a:p>
          </p:txBody>
        </p:sp>
        <p:sp>
          <p:nvSpPr>
            <p:cNvPr id="8" name="Ovaal 12">
              <a:extLst>
                <a:ext uri="{FF2B5EF4-FFF2-40B4-BE49-F238E27FC236}">
                  <a16:creationId xmlns:a16="http://schemas.microsoft.com/office/drawing/2014/main" id="{D1155E10-007E-1D66-683A-6C5EEE234574}"/>
                </a:ext>
              </a:extLst>
            </p:cNvPr>
            <p:cNvSpPr/>
            <p:nvPr/>
          </p:nvSpPr>
          <p:spPr>
            <a:xfrm>
              <a:off x="12559850" y="2128768"/>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FFFF"/>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00A6D6"/>
                  </a:solidFill>
                  <a:uFillTx/>
                  <a:latin typeface="Calibri" pitchFamily="34"/>
                  <a:cs typeface="Calibri" pitchFamily="34"/>
                </a:rPr>
                <a:t>2</a:t>
              </a:r>
            </a:p>
          </p:txBody>
        </p:sp>
        <p:sp>
          <p:nvSpPr>
            <p:cNvPr id="9" name="Rechthoek 13">
              <a:extLst>
                <a:ext uri="{FF2B5EF4-FFF2-40B4-BE49-F238E27FC236}">
                  <a16:creationId xmlns:a16="http://schemas.microsoft.com/office/drawing/2014/main" id="{22C0EA22-381B-5159-0FC4-724BC94A04EC}"/>
                </a:ext>
              </a:extLst>
            </p:cNvPr>
            <p:cNvSpPr/>
            <p:nvPr/>
          </p:nvSpPr>
          <p:spPr>
            <a:xfrm>
              <a:off x="12559850" y="1196117"/>
              <a:ext cx="3229048" cy="459229"/>
            </a:xfrm>
            <a:prstGeom prst="rect">
              <a:avLst/>
            </a:prstGeom>
            <a:noFill/>
            <a:ln>
              <a:noFill/>
              <a:prstDash val="solid"/>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0" i="0" u="none" strike="noStrike" kern="0" cap="none" spc="0" baseline="0">
                  <a:solidFill>
                    <a:srgbClr val="000000"/>
                  </a:solidFill>
                  <a:uFillTx/>
                  <a:latin typeface="Calibri" pitchFamily="34"/>
                  <a:cs typeface="Calibri" pitchFamily="34"/>
                </a:rPr>
                <a:t>Under the tab </a:t>
              </a:r>
              <a:r>
                <a:rPr lang="en-GB" sz="1200" b="1" i="0" u="none" strike="noStrike" kern="0" cap="none" spc="0" baseline="0">
                  <a:solidFill>
                    <a:srgbClr val="000000"/>
                  </a:solidFill>
                  <a:uFillTx/>
                  <a:latin typeface="Calibri" pitchFamily="34"/>
                  <a:cs typeface="Calibri" pitchFamily="34"/>
                </a:rPr>
                <a:t>‘Home’</a:t>
              </a:r>
              <a:r>
                <a:rPr lang="en-GB" sz="1200" b="0" i="0" u="none" strike="noStrike" kern="0" cap="none" spc="0" baseline="0">
                  <a:solidFill>
                    <a:srgbClr val="000000"/>
                  </a:solidFill>
                  <a:uFillTx/>
                  <a:latin typeface="Calibri" pitchFamily="34"/>
                  <a:cs typeface="Calibri" pitchFamily="34"/>
                </a:rPr>
                <a:t>, use the </a:t>
              </a:r>
              <a:r>
                <a:rPr lang="en-GB" sz="1200" b="1" i="0" u="none" strike="noStrike" kern="0" cap="none" spc="0" baseline="0">
                  <a:solidFill>
                    <a:srgbClr val="000000"/>
                  </a:solidFill>
                  <a:uFillTx/>
                  <a:latin typeface="Calibri" pitchFamily="34"/>
                  <a:cs typeface="Calibri" pitchFamily="34"/>
                </a:rPr>
                <a:t>list level-buttons</a:t>
              </a:r>
              <a:r>
                <a:rPr lang="en-GB" sz="1200" b="0" i="0" u="none" strike="noStrike" kern="0" cap="none" spc="0" baseline="0">
                  <a:solidFill>
                    <a:srgbClr val="000000"/>
                  </a:solidFill>
                  <a:uFillTx/>
                  <a:latin typeface="Calibri" pitchFamily="34"/>
                  <a:cs typeface="Calibri" pitchFamily="34"/>
                </a:rPr>
                <a:t> to choose a text level. </a:t>
              </a:r>
              <a:br>
                <a:rPr lang="en-GB" sz="1200" b="0" i="0" u="none" strike="noStrike" kern="0" cap="none" spc="0" baseline="0">
                  <a:solidFill>
                    <a:srgbClr val="000000"/>
                  </a:solidFill>
                  <a:uFillTx/>
                  <a:latin typeface="Calibri" pitchFamily="34"/>
                  <a:cs typeface="Calibri" pitchFamily="34"/>
                </a:rPr>
              </a:br>
              <a:r>
                <a:rPr lang="en-GB" sz="1200" b="0" i="0" u="none" strike="noStrike" kern="0" cap="none" spc="0" baseline="0">
                  <a:solidFill>
                    <a:srgbClr val="000000"/>
                  </a:solidFill>
                  <a:uFillTx/>
                  <a:latin typeface="Calibri" pitchFamily="34"/>
                  <a:cs typeface="Calibri" pitchFamily="34"/>
                </a:rPr>
                <a:t>Choose from:</a:t>
              </a:r>
            </a:p>
          </p:txBody>
        </p:sp>
        <p:sp>
          <p:nvSpPr>
            <p:cNvPr id="10" name="Rechthoek 14">
              <a:extLst>
                <a:ext uri="{FF2B5EF4-FFF2-40B4-BE49-F238E27FC236}">
                  <a16:creationId xmlns:a16="http://schemas.microsoft.com/office/drawing/2014/main" id="{EF2CFE33-824B-7F4A-0341-FD258EC3F0CA}"/>
                </a:ext>
              </a:extLst>
            </p:cNvPr>
            <p:cNvSpPr/>
            <p:nvPr/>
          </p:nvSpPr>
          <p:spPr>
            <a:xfrm>
              <a:off x="12844613" y="2128869"/>
              <a:ext cx="2949223" cy="179999"/>
            </a:xfrm>
            <a:prstGeom prst="rect">
              <a:avLst/>
            </a:prstGeom>
            <a:noFill/>
            <a:ln>
              <a:noFill/>
              <a:prstDash val="solid"/>
            </a:ln>
          </p:spPr>
          <p:txBody>
            <a:bodyPr vert="horz" wrap="square" lIns="0" tIns="0" rIns="0" bIns="0" anchor="ctr" anchorCtr="0" compatLnSpc="1">
              <a:noAutofit/>
            </a:bodyPr>
            <a:lstStyle/>
            <a:p>
              <a:pPr marL="715966" marR="0" lvl="0" indent="-358773" algn="l" defTabSz="914400" rtl="0" fontAlgn="auto" hangingPunct="1">
                <a:lnSpc>
                  <a:spcPct val="100000"/>
                </a:lnSpc>
                <a:spcBef>
                  <a:spcPts val="600"/>
                </a:spcBef>
                <a:spcAft>
                  <a:spcPts val="600"/>
                </a:spcAft>
                <a:buClr>
                  <a:srgbClr val="FFFFFF"/>
                </a:buClr>
                <a:buSzPct val="100000"/>
                <a:buFont typeface="Calibri" pitchFamily="34"/>
                <a:buChar char="•"/>
                <a:tabLst/>
                <a:defRPr sz="1800" b="0" i="0" u="none" strike="noStrike" kern="0" cap="none" spc="0" baseline="0">
                  <a:solidFill>
                    <a:srgbClr val="000000"/>
                  </a:solidFill>
                  <a:uFillTx/>
                </a:defRPr>
              </a:pPr>
              <a:r>
                <a:rPr lang="en-GB" sz="1400" b="0" i="0" u="none" strike="noStrike" kern="0" cap="none" spc="0" baseline="0">
                  <a:solidFill>
                    <a:srgbClr val="FFFFFF"/>
                  </a:solidFill>
                  <a:uFillTx/>
                  <a:latin typeface="Arial"/>
                  <a:cs typeface="Calibri" pitchFamily="34"/>
                </a:rPr>
                <a:t>Sub-bullet </a:t>
              </a:r>
            </a:p>
          </p:txBody>
        </p:sp>
        <p:sp>
          <p:nvSpPr>
            <p:cNvPr id="11" name="Ovaal 15">
              <a:extLst>
                <a:ext uri="{FF2B5EF4-FFF2-40B4-BE49-F238E27FC236}">
                  <a16:creationId xmlns:a16="http://schemas.microsoft.com/office/drawing/2014/main" id="{8C120AA3-951B-706E-9A71-5CDDFAC1BF1C}"/>
                </a:ext>
              </a:extLst>
            </p:cNvPr>
            <p:cNvSpPr/>
            <p:nvPr/>
          </p:nvSpPr>
          <p:spPr>
            <a:xfrm>
              <a:off x="12559850" y="2420051"/>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FFFF"/>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00A6D6"/>
                  </a:solidFill>
                  <a:uFillTx/>
                  <a:latin typeface="Calibri" pitchFamily="34"/>
                  <a:cs typeface="Calibri" pitchFamily="34"/>
                </a:rPr>
                <a:t>3</a:t>
              </a:r>
            </a:p>
          </p:txBody>
        </p:sp>
        <p:sp>
          <p:nvSpPr>
            <p:cNvPr id="12" name="Rechthoek 16">
              <a:extLst>
                <a:ext uri="{FF2B5EF4-FFF2-40B4-BE49-F238E27FC236}">
                  <a16:creationId xmlns:a16="http://schemas.microsoft.com/office/drawing/2014/main" id="{0690D2C4-2001-DF9B-27D5-550EFF371705}"/>
                </a:ext>
              </a:extLst>
            </p:cNvPr>
            <p:cNvSpPr/>
            <p:nvPr/>
          </p:nvSpPr>
          <p:spPr>
            <a:xfrm>
              <a:off x="12844613" y="2420261"/>
              <a:ext cx="2949223" cy="179999"/>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600"/>
                </a:spcBef>
                <a:spcAft>
                  <a:spcPts val="600"/>
                </a:spcAft>
                <a:buNone/>
                <a:tabLst/>
                <a:defRPr sz="1800" b="0" i="0" u="none" strike="noStrike" kern="0" cap="none" spc="0" baseline="0">
                  <a:solidFill>
                    <a:srgbClr val="000000"/>
                  </a:solidFill>
                  <a:uFillTx/>
                </a:defRPr>
              </a:pPr>
              <a:r>
                <a:rPr lang="en-GB" sz="1400" b="0" i="0" u="none" strike="noStrike" kern="0" cap="none" spc="0" baseline="0">
                  <a:solidFill>
                    <a:srgbClr val="FFFFFF"/>
                  </a:solidFill>
                  <a:uFillTx/>
                  <a:latin typeface="Arial"/>
                  <a:cs typeface="Calibri" pitchFamily="34"/>
                </a:rPr>
                <a:t>Default text</a:t>
              </a:r>
            </a:p>
          </p:txBody>
        </p:sp>
        <p:sp>
          <p:nvSpPr>
            <p:cNvPr id="13" name="Ovaal 17">
              <a:extLst>
                <a:ext uri="{FF2B5EF4-FFF2-40B4-BE49-F238E27FC236}">
                  <a16:creationId xmlns:a16="http://schemas.microsoft.com/office/drawing/2014/main" id="{FDD28904-31CB-EA78-694B-0A2077C07FF8}"/>
                </a:ext>
              </a:extLst>
            </p:cNvPr>
            <p:cNvSpPr/>
            <p:nvPr/>
          </p:nvSpPr>
          <p:spPr>
            <a:xfrm>
              <a:off x="12559850" y="2711333"/>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FFFF"/>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00A6D6"/>
                  </a:solidFill>
                  <a:uFillTx/>
                  <a:latin typeface="Calibri" pitchFamily="34"/>
                  <a:cs typeface="Calibri" pitchFamily="34"/>
                </a:rPr>
                <a:t>4</a:t>
              </a:r>
            </a:p>
          </p:txBody>
        </p:sp>
        <p:sp>
          <p:nvSpPr>
            <p:cNvPr id="14" name="Rechthoek 19">
              <a:extLst>
                <a:ext uri="{FF2B5EF4-FFF2-40B4-BE49-F238E27FC236}">
                  <a16:creationId xmlns:a16="http://schemas.microsoft.com/office/drawing/2014/main" id="{62070A61-B2E8-2242-8BCA-1DEB45701CF4}"/>
                </a:ext>
              </a:extLst>
            </p:cNvPr>
            <p:cNvSpPr/>
            <p:nvPr/>
          </p:nvSpPr>
          <p:spPr>
            <a:xfrm>
              <a:off x="12844613" y="2711653"/>
              <a:ext cx="2949223" cy="179999"/>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600"/>
                </a:spcBef>
                <a:spcAft>
                  <a:spcPts val="600"/>
                </a:spcAft>
                <a:buNone/>
                <a:tabLst/>
                <a:defRPr sz="1800" b="0" i="0" u="none" strike="noStrike" kern="0" cap="none" spc="0" baseline="0">
                  <a:solidFill>
                    <a:srgbClr val="000000"/>
                  </a:solidFill>
                  <a:uFillTx/>
                </a:defRPr>
              </a:pPr>
              <a:r>
                <a:rPr lang="en-GB" sz="2400" b="1" i="0" u="none" strike="noStrike" kern="0" cap="none" spc="0" baseline="0">
                  <a:solidFill>
                    <a:srgbClr val="000000"/>
                  </a:solidFill>
                  <a:uFillTx/>
                  <a:latin typeface="Arial"/>
                  <a:cs typeface="Calibri" pitchFamily="34"/>
                </a:rPr>
                <a:t>Title/Quote</a:t>
              </a:r>
            </a:p>
          </p:txBody>
        </p:sp>
        <p:sp>
          <p:nvSpPr>
            <p:cNvPr id="15" name="Ovaal 20">
              <a:extLst>
                <a:ext uri="{FF2B5EF4-FFF2-40B4-BE49-F238E27FC236}">
                  <a16:creationId xmlns:a16="http://schemas.microsoft.com/office/drawing/2014/main" id="{1315666D-9E39-9ABE-7741-5239FCC105EC}"/>
                </a:ext>
              </a:extLst>
            </p:cNvPr>
            <p:cNvSpPr/>
            <p:nvPr/>
          </p:nvSpPr>
          <p:spPr>
            <a:xfrm>
              <a:off x="12559850" y="3002624"/>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FFFF"/>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00A6D6"/>
                  </a:solidFill>
                  <a:uFillTx/>
                  <a:latin typeface="Calibri" pitchFamily="34"/>
                  <a:cs typeface="Calibri" pitchFamily="34"/>
                </a:rPr>
                <a:t>5</a:t>
              </a:r>
            </a:p>
          </p:txBody>
        </p:sp>
        <p:sp>
          <p:nvSpPr>
            <p:cNvPr id="16" name="Rechthoek 21">
              <a:extLst>
                <a:ext uri="{FF2B5EF4-FFF2-40B4-BE49-F238E27FC236}">
                  <a16:creationId xmlns:a16="http://schemas.microsoft.com/office/drawing/2014/main" id="{3ABFD1A7-08AB-F90F-57D7-6580DA16FC68}"/>
                </a:ext>
              </a:extLst>
            </p:cNvPr>
            <p:cNvSpPr/>
            <p:nvPr/>
          </p:nvSpPr>
          <p:spPr>
            <a:xfrm>
              <a:off x="12844613" y="3003035"/>
              <a:ext cx="2949223" cy="179999"/>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600"/>
                </a:spcBef>
                <a:spcAft>
                  <a:spcPts val="600"/>
                </a:spcAft>
                <a:buNone/>
                <a:tabLst/>
                <a:defRPr sz="1800" b="0" i="0" u="none" strike="noStrike" kern="0" cap="none" spc="0" baseline="0">
                  <a:solidFill>
                    <a:srgbClr val="000000"/>
                  </a:solidFill>
                  <a:uFillTx/>
                </a:defRPr>
              </a:pPr>
              <a:r>
                <a:rPr lang="en-GB" sz="1800" b="0" i="0" u="none" strike="noStrike" kern="0" cap="none" spc="0" baseline="0">
                  <a:solidFill>
                    <a:srgbClr val="000000"/>
                  </a:solidFill>
                  <a:uFillTx/>
                  <a:latin typeface="Arial"/>
                  <a:cs typeface="Calibri" pitchFamily="34"/>
                </a:rPr>
                <a:t>Subtitle</a:t>
              </a:r>
            </a:p>
          </p:txBody>
        </p:sp>
        <p:sp>
          <p:nvSpPr>
            <p:cNvPr id="17" name="Ovaal 22">
              <a:extLst>
                <a:ext uri="{FF2B5EF4-FFF2-40B4-BE49-F238E27FC236}">
                  <a16:creationId xmlns:a16="http://schemas.microsoft.com/office/drawing/2014/main" id="{4906FD3C-0745-7673-D0D7-743BA27C4CC1}"/>
                </a:ext>
              </a:extLst>
            </p:cNvPr>
            <p:cNvSpPr/>
            <p:nvPr/>
          </p:nvSpPr>
          <p:spPr>
            <a:xfrm>
              <a:off x="12559850" y="3293906"/>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FFFF"/>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00A6D6"/>
                  </a:solidFill>
                  <a:uFillTx/>
                  <a:latin typeface="Calibri" pitchFamily="34"/>
                  <a:cs typeface="Calibri" pitchFamily="34"/>
                </a:rPr>
                <a:t>6</a:t>
              </a:r>
            </a:p>
          </p:txBody>
        </p:sp>
        <p:sp>
          <p:nvSpPr>
            <p:cNvPr id="18" name="Rechthoek 23">
              <a:extLst>
                <a:ext uri="{FF2B5EF4-FFF2-40B4-BE49-F238E27FC236}">
                  <a16:creationId xmlns:a16="http://schemas.microsoft.com/office/drawing/2014/main" id="{34A1C75D-A898-164E-DF71-AF9A74A66016}"/>
                </a:ext>
              </a:extLst>
            </p:cNvPr>
            <p:cNvSpPr/>
            <p:nvPr/>
          </p:nvSpPr>
          <p:spPr>
            <a:xfrm>
              <a:off x="12844613" y="3585819"/>
              <a:ext cx="2949223" cy="179999"/>
            </a:xfrm>
            <a:prstGeom prst="rect">
              <a:avLst/>
            </a:prstGeom>
            <a:noFill/>
            <a:ln>
              <a:noFill/>
              <a:prstDash val="solid"/>
            </a:ln>
          </p:spPr>
          <p:txBody>
            <a:bodyPr vert="horz" wrap="square" lIns="0" tIns="0" rIns="0" bIns="0" anchor="ctr" anchorCtr="0" compatLnSpc="1">
              <a:noAutofit/>
            </a:bodyPr>
            <a:lstStyle/>
            <a:p>
              <a:pPr marL="357192" marR="0" lvl="0" indent="-357192" algn="l" defTabSz="914400" rtl="0" fontAlgn="auto" hangingPunct="1">
                <a:lnSpc>
                  <a:spcPct val="100000"/>
                </a:lnSpc>
                <a:spcBef>
                  <a:spcPts val="600"/>
                </a:spcBef>
                <a:spcAft>
                  <a:spcPts val="600"/>
                </a:spcAft>
                <a:buClr>
                  <a:srgbClr val="FFFFFF"/>
                </a:buClr>
                <a:buSzPct val="100000"/>
                <a:buFont typeface="Arial"/>
                <a:buAutoNum type="arabicPeriod"/>
                <a:tabLst/>
                <a:defRPr sz="1800" b="0" i="0" u="none" strike="noStrike" kern="0" cap="none" spc="0" baseline="0">
                  <a:solidFill>
                    <a:srgbClr val="000000"/>
                  </a:solidFill>
                  <a:uFillTx/>
                </a:defRPr>
              </a:pPr>
              <a:r>
                <a:rPr lang="en-GB" sz="1400" b="0" i="0" u="none" strike="noStrike" kern="0" cap="none" spc="0" baseline="0">
                  <a:solidFill>
                    <a:srgbClr val="FFFFFF"/>
                  </a:solidFill>
                  <a:uFillTx/>
                  <a:latin typeface="Arial"/>
                  <a:cs typeface="Calibri" pitchFamily="34"/>
                </a:rPr>
                <a:t>Numerical bullet</a:t>
              </a:r>
            </a:p>
          </p:txBody>
        </p:sp>
        <p:sp>
          <p:nvSpPr>
            <p:cNvPr id="19" name="Ovaal 24">
              <a:extLst>
                <a:ext uri="{FF2B5EF4-FFF2-40B4-BE49-F238E27FC236}">
                  <a16:creationId xmlns:a16="http://schemas.microsoft.com/office/drawing/2014/main" id="{ABBE3041-F462-FAC6-3514-5199BF02E9B5}"/>
                </a:ext>
              </a:extLst>
            </p:cNvPr>
            <p:cNvSpPr/>
            <p:nvPr/>
          </p:nvSpPr>
          <p:spPr>
            <a:xfrm>
              <a:off x="12559850" y="3585188"/>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FFFF"/>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00A6D6"/>
                  </a:solidFill>
                  <a:uFillTx/>
                  <a:latin typeface="Calibri" pitchFamily="34"/>
                  <a:cs typeface="Calibri" pitchFamily="34"/>
                </a:rPr>
                <a:t>7</a:t>
              </a:r>
            </a:p>
          </p:txBody>
        </p:sp>
        <p:sp>
          <p:nvSpPr>
            <p:cNvPr id="20" name="Rechthoek 25">
              <a:extLst>
                <a:ext uri="{FF2B5EF4-FFF2-40B4-BE49-F238E27FC236}">
                  <a16:creationId xmlns:a16="http://schemas.microsoft.com/office/drawing/2014/main" id="{C21C4671-8BE3-6900-D3C6-412CA7E0850F}"/>
                </a:ext>
              </a:extLst>
            </p:cNvPr>
            <p:cNvSpPr/>
            <p:nvPr/>
          </p:nvSpPr>
          <p:spPr>
            <a:xfrm>
              <a:off x="12838203" y="3877211"/>
              <a:ext cx="2949223" cy="179999"/>
            </a:xfrm>
            <a:prstGeom prst="rect">
              <a:avLst/>
            </a:prstGeom>
            <a:noFill/>
            <a:ln>
              <a:noFill/>
              <a:prstDash val="solid"/>
            </a:ln>
          </p:spPr>
          <p:txBody>
            <a:bodyPr vert="horz" wrap="square" lIns="0" tIns="0" rIns="0" bIns="0" anchor="ctr" anchorCtr="0" compatLnSpc="1">
              <a:noAutofit/>
            </a:bodyPr>
            <a:lstStyle/>
            <a:p>
              <a:pPr marL="342900" marR="0" lvl="0" indent="-342900" algn="l" defTabSz="914400" rtl="0" fontAlgn="auto" hangingPunct="1">
                <a:lnSpc>
                  <a:spcPct val="100000"/>
                </a:lnSpc>
                <a:spcBef>
                  <a:spcPts val="600"/>
                </a:spcBef>
                <a:spcAft>
                  <a:spcPts val="600"/>
                </a:spcAft>
                <a:buClr>
                  <a:srgbClr val="FFFFFF"/>
                </a:buClr>
                <a:buSzPct val="100000"/>
                <a:buFont typeface="Arial"/>
                <a:buAutoNum type="alphaLcPeriod"/>
                <a:tabLst/>
                <a:defRPr sz="1800" b="0" i="0" u="none" strike="noStrike" kern="0" cap="none" spc="0" baseline="0">
                  <a:solidFill>
                    <a:srgbClr val="000000"/>
                  </a:solidFill>
                  <a:uFillTx/>
                </a:defRPr>
              </a:pPr>
              <a:r>
                <a:rPr lang="en-GB" sz="1400" b="0" i="0" u="none" strike="noStrike" kern="0" cap="none" spc="0" baseline="0">
                  <a:solidFill>
                    <a:srgbClr val="FFFFFF"/>
                  </a:solidFill>
                  <a:uFillTx/>
                  <a:latin typeface="Arial"/>
                  <a:cs typeface="Calibri" pitchFamily="34"/>
                </a:rPr>
                <a:t>Alphabetical bullet</a:t>
              </a:r>
            </a:p>
          </p:txBody>
        </p:sp>
        <p:sp>
          <p:nvSpPr>
            <p:cNvPr id="21" name="Ovaal 26">
              <a:extLst>
                <a:ext uri="{FF2B5EF4-FFF2-40B4-BE49-F238E27FC236}">
                  <a16:creationId xmlns:a16="http://schemas.microsoft.com/office/drawing/2014/main" id="{5D2E4248-BE3B-CB3F-4D08-FAA59DB91D57}"/>
                </a:ext>
              </a:extLst>
            </p:cNvPr>
            <p:cNvSpPr/>
            <p:nvPr/>
          </p:nvSpPr>
          <p:spPr>
            <a:xfrm>
              <a:off x="12559850" y="3876470"/>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FFFF"/>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00A6D6"/>
                  </a:solidFill>
                  <a:uFillTx/>
                  <a:latin typeface="Calibri" pitchFamily="34"/>
                  <a:cs typeface="Calibri" pitchFamily="34"/>
                </a:rPr>
                <a:t>8</a:t>
              </a:r>
            </a:p>
          </p:txBody>
        </p:sp>
        <p:sp>
          <p:nvSpPr>
            <p:cNvPr id="22" name="Rechthoek 27">
              <a:extLst>
                <a:ext uri="{FF2B5EF4-FFF2-40B4-BE49-F238E27FC236}">
                  <a16:creationId xmlns:a16="http://schemas.microsoft.com/office/drawing/2014/main" id="{AED90521-4634-A5DC-6B0A-C7AD5C781918}"/>
                </a:ext>
              </a:extLst>
            </p:cNvPr>
            <p:cNvSpPr/>
            <p:nvPr/>
          </p:nvSpPr>
          <p:spPr>
            <a:xfrm>
              <a:off x="12844613" y="4168594"/>
              <a:ext cx="2949223" cy="179999"/>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600"/>
                </a:spcBef>
                <a:spcAft>
                  <a:spcPts val="600"/>
                </a:spcAft>
                <a:buNone/>
                <a:tabLst/>
                <a:defRPr sz="1800" b="0" i="0" u="none" strike="noStrike" kern="0" cap="none" spc="0" baseline="0">
                  <a:solidFill>
                    <a:srgbClr val="000000"/>
                  </a:solidFill>
                  <a:uFillTx/>
                </a:defRPr>
              </a:pPr>
              <a:r>
                <a:rPr lang="en-GB" sz="1200" b="0" i="1" u="none" strike="noStrike" kern="0" cap="none" spc="0" baseline="0">
                  <a:solidFill>
                    <a:srgbClr val="FFFFFF"/>
                  </a:solidFill>
                  <a:uFillTx/>
                  <a:latin typeface="Arial"/>
                  <a:cs typeface="Calibri" pitchFamily="34"/>
                </a:rPr>
                <a:t>Source</a:t>
              </a:r>
            </a:p>
          </p:txBody>
        </p:sp>
        <p:sp>
          <p:nvSpPr>
            <p:cNvPr id="23" name="Ovaal 28">
              <a:extLst>
                <a:ext uri="{FF2B5EF4-FFF2-40B4-BE49-F238E27FC236}">
                  <a16:creationId xmlns:a16="http://schemas.microsoft.com/office/drawing/2014/main" id="{0AEAC727-121D-FDAD-782E-15B0DD7A4E35}"/>
                </a:ext>
              </a:extLst>
            </p:cNvPr>
            <p:cNvSpPr/>
            <p:nvPr/>
          </p:nvSpPr>
          <p:spPr>
            <a:xfrm>
              <a:off x="12559850" y="4168594"/>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FFFF"/>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00A6D6"/>
                  </a:solidFill>
                  <a:uFillTx/>
                  <a:latin typeface="Calibri" pitchFamily="34"/>
                  <a:cs typeface="Calibri" pitchFamily="34"/>
                </a:rPr>
                <a:t>9</a:t>
              </a:r>
            </a:p>
          </p:txBody>
        </p:sp>
        <p:sp>
          <p:nvSpPr>
            <p:cNvPr id="24" name="Rechthoek 29">
              <a:extLst>
                <a:ext uri="{FF2B5EF4-FFF2-40B4-BE49-F238E27FC236}">
                  <a16:creationId xmlns:a16="http://schemas.microsoft.com/office/drawing/2014/main" id="{0D00E460-A7DC-7BB5-94DB-A17213D29C30}"/>
                </a:ext>
              </a:extLst>
            </p:cNvPr>
            <p:cNvSpPr/>
            <p:nvPr/>
          </p:nvSpPr>
          <p:spPr>
            <a:xfrm>
              <a:off x="12844613" y="3294427"/>
              <a:ext cx="2949223" cy="179999"/>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600"/>
                </a:spcBef>
                <a:spcAft>
                  <a:spcPts val="600"/>
                </a:spcAft>
                <a:buNone/>
                <a:tabLst/>
                <a:defRPr sz="1800" b="0" i="0" u="none" strike="noStrike" kern="0" cap="none" spc="0" baseline="0">
                  <a:solidFill>
                    <a:srgbClr val="000000"/>
                  </a:solidFill>
                  <a:uFillTx/>
                </a:defRPr>
              </a:pPr>
              <a:r>
                <a:rPr lang="en-GB" sz="1400" b="0" i="0" u="none" strike="noStrike" kern="0" cap="none" spc="0" baseline="0">
                  <a:solidFill>
                    <a:srgbClr val="FFFFFF"/>
                  </a:solidFill>
                  <a:uFillTx/>
                  <a:latin typeface="Arial"/>
                  <a:cs typeface="Calibri" pitchFamily="34"/>
                </a:rPr>
                <a:t>Default text</a:t>
              </a:r>
            </a:p>
          </p:txBody>
        </p:sp>
        <p:sp>
          <p:nvSpPr>
            <p:cNvPr id="25" name="Rechthoek 30">
              <a:extLst>
                <a:ext uri="{FF2B5EF4-FFF2-40B4-BE49-F238E27FC236}">
                  <a16:creationId xmlns:a16="http://schemas.microsoft.com/office/drawing/2014/main" id="{55DCDF98-5A3C-66E5-ACC5-C92560837653}"/>
                </a:ext>
              </a:extLst>
            </p:cNvPr>
            <p:cNvSpPr/>
            <p:nvPr/>
          </p:nvSpPr>
          <p:spPr>
            <a:xfrm>
              <a:off x="12377592" y="4531345"/>
              <a:ext cx="3593637" cy="827998"/>
            </a:xfrm>
            <a:prstGeom prst="rect">
              <a:avLst/>
            </a:prstGeom>
            <a:solidFill>
              <a:srgbClr val="ECECEC"/>
            </a:solidFill>
            <a:ln w="6345" cap="flat">
              <a:solidFill>
                <a:srgbClr val="ECECEC"/>
              </a:solidFill>
              <a:prstDash val="solid"/>
              <a:miter/>
            </a:ln>
          </p:spPr>
          <p:txBody>
            <a:bodyPr vert="horz" wrap="square" lIns="179999" tIns="143999" rIns="179999" bIns="143999"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1" i="0" u="none" strike="noStrike" kern="1200" cap="all" spc="0" baseline="0">
                  <a:solidFill>
                    <a:srgbClr val="211F26"/>
                  </a:solidFill>
                  <a:uFillTx/>
                  <a:latin typeface="Calibri" pitchFamily="34"/>
                  <a:cs typeface="Calibri" pitchFamily="34"/>
                </a:rPr>
                <a:t>Want to know more?</a:t>
              </a:r>
              <a:br>
                <a:rPr lang="en-GB" sz="1200" b="1" i="0" u="none" strike="noStrike" kern="1200" cap="all" spc="0" baseline="0">
                  <a:solidFill>
                    <a:srgbClr val="211F26"/>
                  </a:solidFill>
                  <a:uFillTx/>
                  <a:latin typeface="Calibri" pitchFamily="34"/>
                  <a:cs typeface="Calibri" pitchFamily="34"/>
                </a:rPr>
              </a:br>
              <a:r>
                <a:rPr lang="en-GB" sz="1200" b="0" i="0" u="none" strike="noStrike" kern="1200" cap="none" spc="0" baseline="0">
                  <a:solidFill>
                    <a:srgbClr val="211F26"/>
                  </a:solidFill>
                  <a:uFillTx/>
                  <a:latin typeface="Calibri" pitchFamily="34"/>
                  <a:cs typeface="Calibri" pitchFamily="34"/>
                </a:rPr>
                <a:t>Go to the tab</a:t>
              </a:r>
              <a:r>
                <a:rPr lang="en-GB" sz="1200" b="1" i="0" u="none" strike="noStrike" kern="1200" cap="all" spc="0" baseline="0">
                  <a:solidFill>
                    <a:srgbClr val="211F26"/>
                  </a:solidFill>
                  <a:uFillTx/>
                  <a:latin typeface="Calibri" pitchFamily="34"/>
                  <a:cs typeface="Calibri" pitchFamily="34"/>
                </a:rPr>
                <a:t> 'SLIDEBUILDER’ </a:t>
              </a:r>
              <a:r>
                <a:rPr lang="en-GB" sz="1200" b="0" i="0" u="none" strike="noStrike" kern="1200" cap="none" spc="0" baseline="0">
                  <a:solidFill>
                    <a:srgbClr val="211F26"/>
                  </a:solidFill>
                  <a:uFillTx/>
                  <a:latin typeface="Calibri" pitchFamily="34"/>
                  <a:cs typeface="Calibri" pitchFamily="34"/>
                </a:rPr>
                <a:t>and click</a:t>
              </a:r>
              <a:br>
                <a:rPr lang="en-GB" sz="1200" b="0" i="0" u="none" strike="noStrike" kern="1200" cap="none" spc="0" baseline="0">
                  <a:solidFill>
                    <a:srgbClr val="211F26"/>
                  </a:solidFill>
                  <a:uFillTx/>
                  <a:latin typeface="Calibri" pitchFamily="34"/>
                  <a:cs typeface="Calibri" pitchFamily="34"/>
                </a:rPr>
              </a:br>
              <a:r>
                <a:rPr lang="en-GB" sz="1200" b="0" i="0" u="none" strike="noStrike" kern="1200" cap="none" spc="0" baseline="0">
                  <a:solidFill>
                    <a:srgbClr val="211F26"/>
                  </a:solidFill>
                  <a:uFillTx/>
                  <a:latin typeface="Calibri" pitchFamily="34"/>
                  <a:cs typeface="Calibri" pitchFamily="34"/>
                </a:rPr>
                <a:t>on the button </a:t>
              </a:r>
              <a:r>
                <a:rPr lang="en-GB" sz="1200" b="1" i="0" u="none" strike="noStrike" kern="1200" cap="all" spc="0" baseline="0">
                  <a:solidFill>
                    <a:srgbClr val="211F26"/>
                  </a:solidFill>
                  <a:uFillTx/>
                  <a:latin typeface="Calibri" pitchFamily="34"/>
                  <a:cs typeface="Calibri" pitchFamily="34"/>
                </a:rPr>
                <a:t>‘Inspiration'</a:t>
              </a:r>
            </a:p>
          </p:txBody>
        </p:sp>
        <p:grpSp>
          <p:nvGrpSpPr>
            <p:cNvPr id="26" name="ICOON_info">
              <a:extLst>
                <a:ext uri="{FF2B5EF4-FFF2-40B4-BE49-F238E27FC236}">
                  <a16:creationId xmlns:a16="http://schemas.microsoft.com/office/drawing/2014/main" id="{AB5E6D52-21F9-4934-6346-5D8CBBA6221F}"/>
                </a:ext>
              </a:extLst>
            </p:cNvPr>
            <p:cNvGrpSpPr/>
            <p:nvPr/>
          </p:nvGrpSpPr>
          <p:grpSpPr>
            <a:xfrm>
              <a:off x="15787298" y="4400184"/>
              <a:ext cx="283683" cy="283683"/>
              <a:chOff x="15787298" y="4400184"/>
              <a:chExt cx="283683" cy="283683"/>
            </a:xfrm>
          </p:grpSpPr>
          <p:sp>
            <p:nvSpPr>
              <p:cNvPr id="27" name="Ovaal 79">
                <a:extLst>
                  <a:ext uri="{FF2B5EF4-FFF2-40B4-BE49-F238E27FC236}">
                    <a16:creationId xmlns:a16="http://schemas.microsoft.com/office/drawing/2014/main" id="{B2BB67DB-1989-EE32-112B-A560391C2180}"/>
                  </a:ext>
                </a:extLst>
              </p:cNvPr>
              <p:cNvSpPr/>
              <p:nvPr/>
            </p:nvSpPr>
            <p:spPr>
              <a:xfrm>
                <a:off x="15807324" y="4419651"/>
                <a:ext cx="244748" cy="244748"/>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211F26"/>
              </a:solidFill>
              <a:ln>
                <a:noFill/>
                <a:prstDash val="solid"/>
              </a:ln>
            </p:spPr>
            <p:txBody>
              <a:bodyPr vert="horz" wrap="square" lIns="179999" tIns="179999" rIns="179999" bIns="179999"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1600" b="0" i="0" u="none" strike="noStrike" kern="1200" cap="all" spc="0" baseline="0">
                  <a:solidFill>
                    <a:srgbClr val="FFFFFF"/>
                  </a:solidFill>
                  <a:uFillTx/>
                  <a:latin typeface="Calibri" pitchFamily="34"/>
                  <a:cs typeface="Calibri" pitchFamily="34"/>
                </a:endParaRPr>
              </a:p>
            </p:txBody>
          </p:sp>
          <p:sp>
            <p:nvSpPr>
              <p:cNvPr id="28" name="Graphic 163" descr="Informatie">
                <a:extLst>
                  <a:ext uri="{FF2B5EF4-FFF2-40B4-BE49-F238E27FC236}">
                    <a16:creationId xmlns:a16="http://schemas.microsoft.com/office/drawing/2014/main" id="{28818561-8734-1267-6BE3-63832F899F77}"/>
                  </a:ext>
                </a:extLst>
              </p:cNvPr>
              <p:cNvSpPr/>
              <p:nvPr/>
            </p:nvSpPr>
            <p:spPr>
              <a:xfrm>
                <a:off x="15787298" y="4400184"/>
                <a:ext cx="283683" cy="283683"/>
              </a:xfrm>
              <a:custGeom>
                <a:avLst/>
                <a:gdLst>
                  <a:gd name="f0" fmla="val 10800000"/>
                  <a:gd name="f1" fmla="val 5400000"/>
                  <a:gd name="f2" fmla="val 180"/>
                  <a:gd name="f3" fmla="val w"/>
                  <a:gd name="f4" fmla="val h"/>
                  <a:gd name="f5" fmla="val 0"/>
                  <a:gd name="f6" fmla="val 291719"/>
                  <a:gd name="f7" fmla="val 145860"/>
                  <a:gd name="f8" fmla="val 65253"/>
                  <a:gd name="f9" fmla="val 226467"/>
                  <a:gd name="f10" fmla="val 291720"/>
                  <a:gd name="f11" fmla="val 138183"/>
                  <a:gd name="f12" fmla="val 38384"/>
                  <a:gd name="f13" fmla="val 148931"/>
                  <a:gd name="f14" fmla="val 157375"/>
                  <a:gd name="f15" fmla="val 46829"/>
                  <a:gd name="f16" fmla="val 57576"/>
                  <a:gd name="f17" fmla="val 68324"/>
                  <a:gd name="f18" fmla="val 76768"/>
                  <a:gd name="f19" fmla="val 127435"/>
                  <a:gd name="f20" fmla="val 118991"/>
                  <a:gd name="f21" fmla="val 184244"/>
                  <a:gd name="f22" fmla="val 253336"/>
                  <a:gd name="f23" fmla="val 107476"/>
                  <a:gd name="f24" fmla="val 230305"/>
                  <a:gd name="f25" fmla="val 134345"/>
                  <a:gd name="f26" fmla="val 115153"/>
                  <a:gd name="f27" fmla="val 111314"/>
                  <a:gd name="f28" fmla="val 92122"/>
                  <a:gd name="f29" fmla="+- 0 0 -90"/>
                  <a:gd name="f30" fmla="*/ f3 1 291719"/>
                  <a:gd name="f31" fmla="*/ f4 1 291719"/>
                  <a:gd name="f32" fmla="val f5"/>
                  <a:gd name="f33" fmla="val f6"/>
                  <a:gd name="f34" fmla="*/ f29 f0 1"/>
                  <a:gd name="f35" fmla="+- f33 0 f32"/>
                  <a:gd name="f36" fmla="*/ f34 1 f2"/>
                  <a:gd name="f37" fmla="*/ f35 1 291719"/>
                  <a:gd name="f38" fmla="*/ 145860 f35 1"/>
                  <a:gd name="f39" fmla="*/ 0 f35 1"/>
                  <a:gd name="f40" fmla="*/ 291720 f35 1"/>
                  <a:gd name="f41" fmla="*/ 138183 f35 1"/>
                  <a:gd name="f42" fmla="*/ 38384 f35 1"/>
                  <a:gd name="f43" fmla="*/ 157375 f35 1"/>
                  <a:gd name="f44" fmla="*/ 57576 f35 1"/>
                  <a:gd name="f45" fmla="*/ 76768 f35 1"/>
                  <a:gd name="f46" fmla="*/ 118991 f35 1"/>
                  <a:gd name="f47" fmla="*/ 184244 f35 1"/>
                  <a:gd name="f48" fmla="*/ 253336 f35 1"/>
                  <a:gd name="f49" fmla="*/ 107476 f35 1"/>
                  <a:gd name="f50" fmla="*/ 230305 f35 1"/>
                  <a:gd name="f51" fmla="*/ 134345 f35 1"/>
                  <a:gd name="f52" fmla="*/ 115153 f35 1"/>
                  <a:gd name="f53" fmla="*/ 111314 f35 1"/>
                  <a:gd name="f54" fmla="*/ 92122 f35 1"/>
                  <a:gd name="f55" fmla="+- f36 0 f1"/>
                  <a:gd name="f56" fmla="*/ f38 1 291719"/>
                  <a:gd name="f57" fmla="*/ f39 1 291719"/>
                  <a:gd name="f58" fmla="*/ f40 1 291719"/>
                  <a:gd name="f59" fmla="*/ f41 1 291719"/>
                  <a:gd name="f60" fmla="*/ f42 1 291719"/>
                  <a:gd name="f61" fmla="*/ f43 1 291719"/>
                  <a:gd name="f62" fmla="*/ f44 1 291719"/>
                  <a:gd name="f63" fmla="*/ f45 1 291719"/>
                  <a:gd name="f64" fmla="*/ f46 1 291719"/>
                  <a:gd name="f65" fmla="*/ f47 1 291719"/>
                  <a:gd name="f66" fmla="*/ f48 1 291719"/>
                  <a:gd name="f67" fmla="*/ f49 1 291719"/>
                  <a:gd name="f68" fmla="*/ f50 1 291719"/>
                  <a:gd name="f69" fmla="*/ f51 1 291719"/>
                  <a:gd name="f70" fmla="*/ f52 1 291719"/>
                  <a:gd name="f71" fmla="*/ f53 1 291719"/>
                  <a:gd name="f72" fmla="*/ f54 1 291719"/>
                  <a:gd name="f73" fmla="*/ f32 1 f37"/>
                  <a:gd name="f74" fmla="*/ f33 1 f37"/>
                  <a:gd name="f75" fmla="*/ f56 1 f37"/>
                  <a:gd name="f76" fmla="*/ f57 1 f37"/>
                  <a:gd name="f77" fmla="*/ f58 1 f37"/>
                  <a:gd name="f78" fmla="*/ f59 1 f37"/>
                  <a:gd name="f79" fmla="*/ f60 1 f37"/>
                  <a:gd name="f80" fmla="*/ f61 1 f37"/>
                  <a:gd name="f81" fmla="*/ f62 1 f37"/>
                  <a:gd name="f82" fmla="*/ f63 1 f37"/>
                  <a:gd name="f83" fmla="*/ f64 1 f37"/>
                  <a:gd name="f84" fmla="*/ f65 1 f37"/>
                  <a:gd name="f85" fmla="*/ f66 1 f37"/>
                  <a:gd name="f86" fmla="*/ f67 1 f37"/>
                  <a:gd name="f87" fmla="*/ f68 1 f37"/>
                  <a:gd name="f88" fmla="*/ f69 1 f37"/>
                  <a:gd name="f89" fmla="*/ f70 1 f37"/>
                  <a:gd name="f90" fmla="*/ f71 1 f37"/>
                  <a:gd name="f91" fmla="*/ f72 1 f37"/>
                  <a:gd name="f92" fmla="*/ f73 f30 1"/>
                  <a:gd name="f93" fmla="*/ f74 f30 1"/>
                  <a:gd name="f94" fmla="*/ f74 f31 1"/>
                  <a:gd name="f95" fmla="*/ f73 f31 1"/>
                  <a:gd name="f96" fmla="*/ f75 f30 1"/>
                  <a:gd name="f97" fmla="*/ f76 f31 1"/>
                  <a:gd name="f98" fmla="*/ f76 f30 1"/>
                  <a:gd name="f99" fmla="*/ f75 f31 1"/>
                  <a:gd name="f100" fmla="*/ f77 f31 1"/>
                  <a:gd name="f101" fmla="*/ f77 f30 1"/>
                  <a:gd name="f102" fmla="*/ f78 f30 1"/>
                  <a:gd name="f103" fmla="*/ f79 f31 1"/>
                  <a:gd name="f104" fmla="*/ f80 f30 1"/>
                  <a:gd name="f105" fmla="*/ f81 f31 1"/>
                  <a:gd name="f106" fmla="*/ f82 f31 1"/>
                  <a:gd name="f107" fmla="*/ f83 f30 1"/>
                  <a:gd name="f108" fmla="*/ f84 f30 1"/>
                  <a:gd name="f109" fmla="*/ f85 f31 1"/>
                  <a:gd name="f110" fmla="*/ f86 f30 1"/>
                  <a:gd name="f111" fmla="*/ f87 f31 1"/>
                  <a:gd name="f112" fmla="*/ f88 f30 1"/>
                  <a:gd name="f113" fmla="*/ f89 f31 1"/>
                  <a:gd name="f114" fmla="*/ f90 f30 1"/>
                  <a:gd name="f115" fmla="*/ f91 f31 1"/>
                </a:gdLst>
                <a:ahLst/>
                <a:cxnLst>
                  <a:cxn ang="3cd4">
                    <a:pos x="hc" y="t"/>
                  </a:cxn>
                  <a:cxn ang="0">
                    <a:pos x="r" y="vc"/>
                  </a:cxn>
                  <a:cxn ang="cd4">
                    <a:pos x="hc" y="b"/>
                  </a:cxn>
                  <a:cxn ang="cd2">
                    <a:pos x="l" y="vc"/>
                  </a:cxn>
                  <a:cxn ang="f55">
                    <a:pos x="f96" y="f97"/>
                  </a:cxn>
                  <a:cxn ang="f55">
                    <a:pos x="f98" y="f99"/>
                  </a:cxn>
                  <a:cxn ang="f55">
                    <a:pos x="f96" y="f100"/>
                  </a:cxn>
                  <a:cxn ang="f55">
                    <a:pos x="f101" y="f99"/>
                  </a:cxn>
                  <a:cxn ang="f55">
                    <a:pos x="f96" y="f97"/>
                  </a:cxn>
                  <a:cxn ang="f55">
                    <a:pos x="f102" y="f103"/>
                  </a:cxn>
                  <a:cxn ang="f55">
                    <a:pos x="f104" y="f105"/>
                  </a:cxn>
                  <a:cxn ang="f55">
                    <a:pos x="f102" y="f106"/>
                  </a:cxn>
                  <a:cxn ang="f55">
                    <a:pos x="f107" y="f105"/>
                  </a:cxn>
                  <a:cxn ang="f55">
                    <a:pos x="f102" y="f103"/>
                  </a:cxn>
                  <a:cxn ang="f55">
                    <a:pos x="f108" y="f109"/>
                  </a:cxn>
                  <a:cxn ang="f55">
                    <a:pos x="f110" y="f109"/>
                  </a:cxn>
                  <a:cxn ang="f55">
                    <a:pos x="f110" y="f111"/>
                  </a:cxn>
                  <a:cxn ang="f55">
                    <a:pos x="f112" y="f111"/>
                  </a:cxn>
                  <a:cxn ang="f55">
                    <a:pos x="f112" y="f113"/>
                  </a:cxn>
                  <a:cxn ang="f55">
                    <a:pos x="f114" y="f113"/>
                  </a:cxn>
                  <a:cxn ang="f55">
                    <a:pos x="f114" y="f115"/>
                  </a:cxn>
                  <a:cxn ang="f55">
                    <a:pos x="f104" y="f115"/>
                  </a:cxn>
                  <a:cxn ang="f55">
                    <a:pos x="f104" y="f113"/>
                  </a:cxn>
                  <a:cxn ang="f55">
                    <a:pos x="f104" y="f111"/>
                  </a:cxn>
                  <a:cxn ang="f55">
                    <a:pos x="f108" y="f111"/>
                  </a:cxn>
                  <a:cxn ang="f55">
                    <a:pos x="f108" y="f109"/>
                  </a:cxn>
                </a:cxnLst>
                <a:rect l="f92" t="f95" r="f93" b="f94"/>
                <a:pathLst>
                  <a:path w="291719" h="291719">
                    <a:moveTo>
                      <a:pt x="f7" y="f5"/>
                    </a:moveTo>
                    <a:cubicBezTo>
                      <a:pt x="f8" y="f5"/>
                      <a:pt x="f5" y="f8"/>
                      <a:pt x="f5" y="f7"/>
                    </a:cubicBezTo>
                    <a:cubicBezTo>
                      <a:pt x="f5" y="f9"/>
                      <a:pt x="f8" y="f10"/>
                      <a:pt x="f7" y="f10"/>
                    </a:cubicBezTo>
                    <a:cubicBezTo>
                      <a:pt x="f9" y="f10"/>
                      <a:pt x="f10" y="f9"/>
                      <a:pt x="f10" y="f7"/>
                    </a:cubicBezTo>
                    <a:cubicBezTo>
                      <a:pt x="f10" y="f8"/>
                      <a:pt x="f9" y="f5"/>
                      <a:pt x="f7" y="f5"/>
                    </a:cubicBezTo>
                    <a:close/>
                    <a:moveTo>
                      <a:pt x="f11" y="f12"/>
                    </a:moveTo>
                    <a:cubicBezTo>
                      <a:pt x="f13" y="f12"/>
                      <a:pt x="f14" y="f15"/>
                      <a:pt x="f14" y="f16"/>
                    </a:cubicBezTo>
                    <a:cubicBezTo>
                      <a:pt x="f14" y="f17"/>
                      <a:pt x="f13" y="f18"/>
                      <a:pt x="f11" y="f18"/>
                    </a:cubicBezTo>
                    <a:cubicBezTo>
                      <a:pt x="f19" y="f18"/>
                      <a:pt x="f20" y="f17"/>
                      <a:pt x="f20" y="f16"/>
                    </a:cubicBezTo>
                    <a:cubicBezTo>
                      <a:pt x="f20" y="f15"/>
                      <a:pt x="f19" y="f12"/>
                      <a:pt x="f11" y="f12"/>
                    </a:cubicBezTo>
                    <a:close/>
                    <a:moveTo>
                      <a:pt x="f21" y="f22"/>
                    </a:moveTo>
                    <a:lnTo>
                      <a:pt x="f23" y="f22"/>
                    </a:lnTo>
                    <a:lnTo>
                      <a:pt x="f23" y="f24"/>
                    </a:lnTo>
                    <a:lnTo>
                      <a:pt x="f25" y="f24"/>
                    </a:lnTo>
                    <a:lnTo>
                      <a:pt x="f25" y="f26"/>
                    </a:lnTo>
                    <a:lnTo>
                      <a:pt x="f27" y="f26"/>
                    </a:lnTo>
                    <a:lnTo>
                      <a:pt x="f27" y="f28"/>
                    </a:lnTo>
                    <a:lnTo>
                      <a:pt x="f14" y="f28"/>
                    </a:lnTo>
                    <a:lnTo>
                      <a:pt x="f14" y="f26"/>
                    </a:lnTo>
                    <a:lnTo>
                      <a:pt x="f14" y="f24"/>
                    </a:lnTo>
                    <a:lnTo>
                      <a:pt x="f21" y="f24"/>
                    </a:lnTo>
                    <a:lnTo>
                      <a:pt x="f21" y="f22"/>
                    </a:lnTo>
                    <a:close/>
                  </a:path>
                </a:pathLst>
              </a:custGeom>
              <a:solidFill>
                <a:srgbClr val="1FF524"/>
              </a:solidFill>
              <a:ln>
                <a:noFill/>
                <a:prstDash val="soli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2000" b="0" i="0" u="none" strike="noStrike" kern="1200" cap="none" spc="0" baseline="0">
                  <a:solidFill>
                    <a:srgbClr val="211F26"/>
                  </a:solidFill>
                  <a:uFillTx/>
                  <a:latin typeface="Calibri" pitchFamily="34"/>
                  <a:cs typeface="Calibri" pitchFamily="34"/>
                </a:endParaRPr>
              </a:p>
            </p:txBody>
          </p:sp>
        </p:grpSp>
        <p:grpSp>
          <p:nvGrpSpPr>
            <p:cNvPr id="29" name="VOORBEELD">
              <a:extLst>
                <a:ext uri="{FF2B5EF4-FFF2-40B4-BE49-F238E27FC236}">
                  <a16:creationId xmlns:a16="http://schemas.microsoft.com/office/drawing/2014/main" id="{B436CA07-BBAC-7E20-6F05-898B5CF5A5ED}"/>
                </a:ext>
              </a:extLst>
            </p:cNvPr>
            <p:cNvGrpSpPr/>
            <p:nvPr/>
          </p:nvGrpSpPr>
          <p:grpSpPr>
            <a:xfrm>
              <a:off x="12558863" y="458672"/>
              <a:ext cx="3234315" cy="558871"/>
              <a:chOff x="12558863" y="458672"/>
              <a:chExt cx="3234315" cy="558871"/>
            </a:xfrm>
          </p:grpSpPr>
          <p:sp>
            <p:nvSpPr>
              <p:cNvPr id="30" name="Rechthoek 39">
                <a:extLst>
                  <a:ext uri="{FF2B5EF4-FFF2-40B4-BE49-F238E27FC236}">
                    <a16:creationId xmlns:a16="http://schemas.microsoft.com/office/drawing/2014/main" id="{C0C6AF5B-F3EB-EB99-6A0E-4F4EE9EB8186}"/>
                  </a:ext>
                </a:extLst>
              </p:cNvPr>
              <p:cNvSpPr/>
              <p:nvPr/>
            </p:nvSpPr>
            <p:spPr>
              <a:xfrm>
                <a:off x="12559850" y="458672"/>
                <a:ext cx="393457" cy="184059"/>
              </a:xfrm>
              <a:prstGeom prst="rect">
                <a:avLst/>
              </a:prstGeom>
              <a:solidFill>
                <a:srgbClr val="F8F8F8"/>
              </a:solidFill>
              <a:ln>
                <a:noFill/>
                <a:prstDash val="solid"/>
              </a:ln>
            </p:spPr>
            <p:txBody>
              <a:bodyPr vert="horz" wrap="square" lIns="0" tIns="18004" rIns="0" bIns="0" anchor="t"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900" b="1" i="0" u="none" strike="noStrike" kern="1200" cap="none" spc="0" baseline="0">
                    <a:solidFill>
                      <a:srgbClr val="211F26"/>
                    </a:solidFill>
                    <a:uFillTx/>
                    <a:latin typeface="Calibri" pitchFamily="34"/>
                    <a:cs typeface="Calibri" pitchFamily="34"/>
                  </a:rPr>
                  <a:t>Home</a:t>
                </a:r>
              </a:p>
            </p:txBody>
          </p:sp>
          <p:sp>
            <p:nvSpPr>
              <p:cNvPr id="31" name="Rechthoek 40">
                <a:extLst>
                  <a:ext uri="{FF2B5EF4-FFF2-40B4-BE49-F238E27FC236}">
                    <a16:creationId xmlns:a16="http://schemas.microsoft.com/office/drawing/2014/main" id="{1249A90E-862E-B403-BB52-1773D3E3C3DF}"/>
                  </a:ext>
                </a:extLst>
              </p:cNvPr>
              <p:cNvSpPr/>
              <p:nvPr/>
            </p:nvSpPr>
            <p:spPr>
              <a:xfrm>
                <a:off x="12564843" y="621343"/>
                <a:ext cx="383782" cy="27166"/>
              </a:xfrm>
              <a:prstGeom prst="rect">
                <a:avLst/>
              </a:prstGeom>
              <a:solidFill>
                <a:srgbClr val="B74629"/>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nvGrpSpPr>
              <p:cNvPr id="32" name="Groep 41">
                <a:extLst>
                  <a:ext uri="{FF2B5EF4-FFF2-40B4-BE49-F238E27FC236}">
                    <a16:creationId xmlns:a16="http://schemas.microsoft.com/office/drawing/2014/main" id="{EE803F5F-2DAD-F87D-602B-077FA5475272}"/>
                  </a:ext>
                </a:extLst>
              </p:cNvPr>
              <p:cNvGrpSpPr/>
              <p:nvPr/>
            </p:nvGrpSpPr>
            <p:grpSpPr>
              <a:xfrm>
                <a:off x="12777789" y="830869"/>
                <a:ext cx="139418" cy="109563"/>
                <a:chOff x="12777789" y="830869"/>
                <a:chExt cx="139418" cy="109563"/>
              </a:xfrm>
            </p:grpSpPr>
            <p:grpSp>
              <p:nvGrpSpPr>
                <p:cNvPr id="33" name="Groep 72">
                  <a:extLst>
                    <a:ext uri="{FF2B5EF4-FFF2-40B4-BE49-F238E27FC236}">
                      <a16:creationId xmlns:a16="http://schemas.microsoft.com/office/drawing/2014/main" id="{7012DE66-2311-9ED5-C83E-E256983598EE}"/>
                    </a:ext>
                  </a:extLst>
                </p:cNvPr>
                <p:cNvGrpSpPr/>
                <p:nvPr/>
              </p:nvGrpSpPr>
              <p:grpSpPr>
                <a:xfrm>
                  <a:off x="12777789" y="830869"/>
                  <a:ext cx="139418" cy="109563"/>
                  <a:chOff x="12777789" y="830869"/>
                  <a:chExt cx="139418" cy="109563"/>
                </a:xfrm>
              </p:grpSpPr>
              <p:cxnSp>
                <p:nvCxnSpPr>
                  <p:cNvPr id="34" name="Rechte verbindingslijn 74">
                    <a:extLst>
                      <a:ext uri="{FF2B5EF4-FFF2-40B4-BE49-F238E27FC236}">
                        <a16:creationId xmlns:a16="http://schemas.microsoft.com/office/drawing/2014/main" id="{365B81C4-51F6-29E2-F35C-D6A20D71D1FD}"/>
                      </a:ext>
                    </a:extLst>
                  </p:cNvPr>
                  <p:cNvCxnSpPr/>
                  <p:nvPr/>
                </p:nvCxnSpPr>
                <p:spPr>
                  <a:xfrm>
                    <a:off x="12777789" y="830869"/>
                    <a:ext cx="139418" cy="0"/>
                  </a:xfrm>
                  <a:prstGeom prst="straightConnector1">
                    <a:avLst/>
                  </a:prstGeom>
                  <a:noFill/>
                  <a:ln w="12701" cap="flat">
                    <a:solidFill>
                      <a:srgbClr val="9D9FA1"/>
                    </a:solidFill>
                    <a:prstDash val="solid"/>
                  </a:ln>
                </p:spPr>
              </p:cxnSp>
              <p:cxnSp>
                <p:nvCxnSpPr>
                  <p:cNvPr id="35" name="Rechte verbindingslijn 75">
                    <a:extLst>
                      <a:ext uri="{FF2B5EF4-FFF2-40B4-BE49-F238E27FC236}">
                        <a16:creationId xmlns:a16="http://schemas.microsoft.com/office/drawing/2014/main" id="{4D57F82F-C713-6ABD-24A6-0E644AA54FD6}"/>
                      </a:ext>
                    </a:extLst>
                  </p:cNvPr>
                  <p:cNvCxnSpPr/>
                  <p:nvPr/>
                </p:nvCxnSpPr>
                <p:spPr>
                  <a:xfrm>
                    <a:off x="12777789" y="940432"/>
                    <a:ext cx="139418" cy="0"/>
                  </a:xfrm>
                  <a:prstGeom prst="straightConnector1">
                    <a:avLst/>
                  </a:prstGeom>
                  <a:noFill/>
                  <a:ln w="12701" cap="flat">
                    <a:solidFill>
                      <a:srgbClr val="9D9FA1"/>
                    </a:solidFill>
                    <a:prstDash val="solid"/>
                  </a:ln>
                </p:spPr>
              </p:cxnSp>
              <p:cxnSp>
                <p:nvCxnSpPr>
                  <p:cNvPr id="36" name="Rechte verbindingslijn 76">
                    <a:extLst>
                      <a:ext uri="{FF2B5EF4-FFF2-40B4-BE49-F238E27FC236}">
                        <a16:creationId xmlns:a16="http://schemas.microsoft.com/office/drawing/2014/main" id="{1B372B74-A68E-685E-EA9E-9A9B7DA4E8EA}"/>
                      </a:ext>
                    </a:extLst>
                  </p:cNvPr>
                  <p:cNvCxnSpPr/>
                  <p:nvPr/>
                </p:nvCxnSpPr>
                <p:spPr>
                  <a:xfrm>
                    <a:off x="12854443" y="913046"/>
                    <a:ext cx="62764" cy="0"/>
                  </a:xfrm>
                  <a:prstGeom prst="straightConnector1">
                    <a:avLst/>
                  </a:prstGeom>
                  <a:noFill/>
                  <a:ln w="12701" cap="flat">
                    <a:solidFill>
                      <a:srgbClr val="9D9FA1"/>
                    </a:solidFill>
                    <a:prstDash val="solid"/>
                  </a:ln>
                </p:spPr>
              </p:cxnSp>
              <p:cxnSp>
                <p:nvCxnSpPr>
                  <p:cNvPr id="37" name="Rechte verbindingslijn 77">
                    <a:extLst>
                      <a:ext uri="{FF2B5EF4-FFF2-40B4-BE49-F238E27FC236}">
                        <a16:creationId xmlns:a16="http://schemas.microsoft.com/office/drawing/2014/main" id="{8097C50B-A968-D905-0412-3DBE9BBF5C9C}"/>
                      </a:ext>
                    </a:extLst>
                  </p:cNvPr>
                  <p:cNvCxnSpPr/>
                  <p:nvPr/>
                </p:nvCxnSpPr>
                <p:spPr>
                  <a:xfrm>
                    <a:off x="12854443" y="885651"/>
                    <a:ext cx="62764" cy="0"/>
                  </a:xfrm>
                  <a:prstGeom prst="straightConnector1">
                    <a:avLst/>
                  </a:prstGeom>
                  <a:noFill/>
                  <a:ln w="12701" cap="flat">
                    <a:solidFill>
                      <a:srgbClr val="9D9FA1"/>
                    </a:solidFill>
                    <a:prstDash val="solid"/>
                  </a:ln>
                </p:spPr>
              </p:cxnSp>
              <p:cxnSp>
                <p:nvCxnSpPr>
                  <p:cNvPr id="38" name="Rechte verbindingslijn 78">
                    <a:extLst>
                      <a:ext uri="{FF2B5EF4-FFF2-40B4-BE49-F238E27FC236}">
                        <a16:creationId xmlns:a16="http://schemas.microsoft.com/office/drawing/2014/main" id="{A6ACC609-DBC9-80A6-9EAD-FD424F1B8F60}"/>
                      </a:ext>
                    </a:extLst>
                  </p:cNvPr>
                  <p:cNvCxnSpPr/>
                  <p:nvPr/>
                </p:nvCxnSpPr>
                <p:spPr>
                  <a:xfrm>
                    <a:off x="12854443" y="858264"/>
                    <a:ext cx="62764" cy="0"/>
                  </a:xfrm>
                  <a:prstGeom prst="straightConnector1">
                    <a:avLst/>
                  </a:prstGeom>
                  <a:noFill/>
                  <a:ln w="12701" cap="flat">
                    <a:solidFill>
                      <a:srgbClr val="9D9FA1"/>
                    </a:solidFill>
                    <a:prstDash val="solid"/>
                  </a:ln>
                </p:spPr>
              </p:cxnSp>
            </p:grpSp>
            <p:sp>
              <p:nvSpPr>
                <p:cNvPr id="39" name="Pijl: rechts 73">
                  <a:extLst>
                    <a:ext uri="{FF2B5EF4-FFF2-40B4-BE49-F238E27FC236}">
                      <a16:creationId xmlns:a16="http://schemas.microsoft.com/office/drawing/2014/main" id="{53BB1721-9FA6-EC58-7864-FDADEEB5303D}"/>
                    </a:ext>
                  </a:extLst>
                </p:cNvPr>
                <p:cNvSpPr/>
                <p:nvPr/>
              </p:nvSpPr>
              <p:spPr>
                <a:xfrm>
                  <a:off x="12777789" y="857039"/>
                  <a:ext cx="58411" cy="56116"/>
                </a:xfrm>
                <a:custGeom>
                  <a:avLst>
                    <a:gd name="f0" fmla="val 8396"/>
                    <a:gd name="f1" fmla="val 8064"/>
                  </a:avLst>
                  <a:gdLst>
                    <a:gd name="f2" fmla="val 10800000"/>
                    <a:gd name="f3" fmla="val 5400000"/>
                    <a:gd name="f4" fmla="val 180"/>
                    <a:gd name="f5" fmla="val w"/>
                    <a:gd name="f6" fmla="val h"/>
                    <a:gd name="f7" fmla="val 0"/>
                    <a:gd name="f8" fmla="val 21600"/>
                    <a:gd name="f9" fmla="val 10800"/>
                    <a:gd name="f10" fmla="+- 0 0 0"/>
                    <a:gd name="f11" fmla="+- 0 0 180"/>
                    <a:gd name="f12" fmla="*/ f5 1 21600"/>
                    <a:gd name="f13" fmla="*/ f6 1 21600"/>
                    <a:gd name="f14" fmla="pin 0 f0 21600"/>
                    <a:gd name="f15" fmla="pin 0 f1 10800"/>
                    <a:gd name="f16" fmla="*/ f10 f2 1"/>
                    <a:gd name="f17" fmla="*/ f11 f2 1"/>
                    <a:gd name="f18" fmla="val f15"/>
                    <a:gd name="f19" fmla="val f14"/>
                    <a:gd name="f20" fmla="+- 21600 0 f15"/>
                    <a:gd name="f21" fmla="*/ f14 f12 1"/>
                    <a:gd name="f22" fmla="*/ f15 f13 1"/>
                    <a:gd name="f23" fmla="*/ 0 f12 1"/>
                    <a:gd name="f24" fmla="*/ 0 f13 1"/>
                    <a:gd name="f25" fmla="*/ f16 1 f4"/>
                    <a:gd name="f26" fmla="*/ 21600 f13 1"/>
                    <a:gd name="f27" fmla="*/ f17 1 f4"/>
                    <a:gd name="f28" fmla="+- 21600 0 f19"/>
                    <a:gd name="f29" fmla="*/ f20 f13 1"/>
                    <a:gd name="f30" fmla="*/ f18 f13 1"/>
                    <a:gd name="f31" fmla="*/ f19 f12 1"/>
                    <a:gd name="f32" fmla="+- f25 0 f3"/>
                    <a:gd name="f33" fmla="+- f27 0 f3"/>
                    <a:gd name="f34" fmla="*/ f28 f18 1"/>
                    <a:gd name="f35" fmla="*/ f34 1 10800"/>
                    <a:gd name="f36" fmla="+- f19 f35 0"/>
                    <a:gd name="f37" fmla="*/ f36 f12 1"/>
                  </a:gdLst>
                  <a:ahLst>
                    <a:ahXY gdRefX="f0" minX="f7" maxX="f8" gdRefY="f1" minY="f7" maxY="f9">
                      <a:pos x="f21" y="f22"/>
                    </a:ahXY>
                  </a:ahLst>
                  <a:cxnLst>
                    <a:cxn ang="3cd4">
                      <a:pos x="hc" y="t"/>
                    </a:cxn>
                    <a:cxn ang="0">
                      <a:pos x="r" y="vc"/>
                    </a:cxn>
                    <a:cxn ang="cd4">
                      <a:pos x="hc" y="b"/>
                    </a:cxn>
                    <a:cxn ang="cd2">
                      <a:pos x="l" y="vc"/>
                    </a:cxn>
                    <a:cxn ang="f32">
                      <a:pos x="f31" y="f24"/>
                    </a:cxn>
                    <a:cxn ang="f33">
                      <a:pos x="f31" y="f26"/>
                    </a:cxn>
                  </a:cxnLst>
                  <a:rect l="f23" t="f30" r="f37" b="f29"/>
                  <a:pathLst>
                    <a:path w="21600" h="21600">
                      <a:moveTo>
                        <a:pt x="f7" y="f18"/>
                      </a:moveTo>
                      <a:lnTo>
                        <a:pt x="f19" y="f18"/>
                      </a:lnTo>
                      <a:lnTo>
                        <a:pt x="f19" y="f7"/>
                      </a:lnTo>
                      <a:lnTo>
                        <a:pt x="f8" y="f9"/>
                      </a:lnTo>
                      <a:lnTo>
                        <a:pt x="f19" y="f8"/>
                      </a:lnTo>
                      <a:lnTo>
                        <a:pt x="f19" y="f20"/>
                      </a:lnTo>
                      <a:lnTo>
                        <a:pt x="f7" y="f20"/>
                      </a:lnTo>
                      <a:close/>
                    </a:path>
                  </a:pathLst>
                </a:custGeom>
                <a:solidFill>
                  <a:srgbClr val="4A7DB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grpSp>
            <p:nvGrpSpPr>
              <p:cNvPr id="40" name="Groep 42">
                <a:extLst>
                  <a:ext uri="{FF2B5EF4-FFF2-40B4-BE49-F238E27FC236}">
                    <a16:creationId xmlns:a16="http://schemas.microsoft.com/office/drawing/2014/main" id="{8416B601-CFAE-3440-3C5C-72A51B33DA44}"/>
                  </a:ext>
                </a:extLst>
              </p:cNvPr>
              <p:cNvGrpSpPr/>
              <p:nvPr/>
            </p:nvGrpSpPr>
            <p:grpSpPr>
              <a:xfrm>
                <a:off x="12558863" y="830869"/>
                <a:ext cx="139418" cy="109563"/>
                <a:chOff x="12558863" y="830869"/>
                <a:chExt cx="139418" cy="109563"/>
              </a:xfrm>
            </p:grpSpPr>
            <p:grpSp>
              <p:nvGrpSpPr>
                <p:cNvPr id="41" name="Groep 65">
                  <a:extLst>
                    <a:ext uri="{FF2B5EF4-FFF2-40B4-BE49-F238E27FC236}">
                      <a16:creationId xmlns:a16="http://schemas.microsoft.com/office/drawing/2014/main" id="{31A63959-B388-4A01-E2EC-101B1C4C5188}"/>
                    </a:ext>
                  </a:extLst>
                </p:cNvPr>
                <p:cNvGrpSpPr/>
                <p:nvPr/>
              </p:nvGrpSpPr>
              <p:grpSpPr>
                <a:xfrm>
                  <a:off x="12558863" y="830869"/>
                  <a:ext cx="139418" cy="109563"/>
                  <a:chOff x="12558863" y="830869"/>
                  <a:chExt cx="139418" cy="109563"/>
                </a:xfrm>
              </p:grpSpPr>
              <p:cxnSp>
                <p:nvCxnSpPr>
                  <p:cNvPr id="42" name="Rechte verbindingslijn 67">
                    <a:extLst>
                      <a:ext uri="{FF2B5EF4-FFF2-40B4-BE49-F238E27FC236}">
                        <a16:creationId xmlns:a16="http://schemas.microsoft.com/office/drawing/2014/main" id="{BBDE17F7-7B2D-3945-4A42-49FA3E3F8512}"/>
                      </a:ext>
                    </a:extLst>
                  </p:cNvPr>
                  <p:cNvCxnSpPr/>
                  <p:nvPr/>
                </p:nvCxnSpPr>
                <p:spPr>
                  <a:xfrm>
                    <a:off x="12558863" y="830869"/>
                    <a:ext cx="139418" cy="0"/>
                  </a:xfrm>
                  <a:prstGeom prst="straightConnector1">
                    <a:avLst/>
                  </a:prstGeom>
                  <a:noFill/>
                  <a:ln w="12701" cap="flat">
                    <a:solidFill>
                      <a:srgbClr val="9D9FA1"/>
                    </a:solidFill>
                    <a:prstDash val="solid"/>
                  </a:ln>
                </p:spPr>
              </p:cxnSp>
              <p:cxnSp>
                <p:nvCxnSpPr>
                  <p:cNvPr id="43" name="Rechte verbindingslijn 68">
                    <a:extLst>
                      <a:ext uri="{FF2B5EF4-FFF2-40B4-BE49-F238E27FC236}">
                        <a16:creationId xmlns:a16="http://schemas.microsoft.com/office/drawing/2014/main" id="{D52B9207-DFA4-F7B7-8637-B647915E392E}"/>
                      </a:ext>
                    </a:extLst>
                  </p:cNvPr>
                  <p:cNvCxnSpPr/>
                  <p:nvPr/>
                </p:nvCxnSpPr>
                <p:spPr>
                  <a:xfrm>
                    <a:off x="12558863" y="940432"/>
                    <a:ext cx="139418" cy="0"/>
                  </a:xfrm>
                  <a:prstGeom prst="straightConnector1">
                    <a:avLst/>
                  </a:prstGeom>
                  <a:noFill/>
                  <a:ln w="12701" cap="flat">
                    <a:solidFill>
                      <a:srgbClr val="9D9FA1"/>
                    </a:solidFill>
                    <a:prstDash val="solid"/>
                  </a:ln>
                </p:spPr>
              </p:cxnSp>
              <p:cxnSp>
                <p:nvCxnSpPr>
                  <p:cNvPr id="44" name="Rechte verbindingslijn 69">
                    <a:extLst>
                      <a:ext uri="{FF2B5EF4-FFF2-40B4-BE49-F238E27FC236}">
                        <a16:creationId xmlns:a16="http://schemas.microsoft.com/office/drawing/2014/main" id="{451E92E6-CB66-FB7E-962A-5779AD6D104E}"/>
                      </a:ext>
                    </a:extLst>
                  </p:cNvPr>
                  <p:cNvCxnSpPr/>
                  <p:nvPr/>
                </p:nvCxnSpPr>
                <p:spPr>
                  <a:xfrm>
                    <a:off x="12635517" y="913046"/>
                    <a:ext cx="62764" cy="0"/>
                  </a:xfrm>
                  <a:prstGeom prst="straightConnector1">
                    <a:avLst/>
                  </a:prstGeom>
                  <a:noFill/>
                  <a:ln w="12701" cap="flat">
                    <a:solidFill>
                      <a:srgbClr val="9D9FA1"/>
                    </a:solidFill>
                    <a:prstDash val="solid"/>
                  </a:ln>
                </p:spPr>
              </p:cxnSp>
              <p:cxnSp>
                <p:nvCxnSpPr>
                  <p:cNvPr id="45" name="Rechte verbindingslijn 70">
                    <a:extLst>
                      <a:ext uri="{FF2B5EF4-FFF2-40B4-BE49-F238E27FC236}">
                        <a16:creationId xmlns:a16="http://schemas.microsoft.com/office/drawing/2014/main" id="{4DB1851C-C424-38D0-6E3B-499253449FEC}"/>
                      </a:ext>
                    </a:extLst>
                  </p:cNvPr>
                  <p:cNvCxnSpPr/>
                  <p:nvPr/>
                </p:nvCxnSpPr>
                <p:spPr>
                  <a:xfrm>
                    <a:off x="12635517" y="885651"/>
                    <a:ext cx="62764" cy="0"/>
                  </a:xfrm>
                  <a:prstGeom prst="straightConnector1">
                    <a:avLst/>
                  </a:prstGeom>
                  <a:noFill/>
                  <a:ln w="12701" cap="flat">
                    <a:solidFill>
                      <a:srgbClr val="9D9FA1"/>
                    </a:solidFill>
                    <a:prstDash val="solid"/>
                  </a:ln>
                </p:spPr>
              </p:cxnSp>
              <p:cxnSp>
                <p:nvCxnSpPr>
                  <p:cNvPr id="46" name="Rechte verbindingslijn 71">
                    <a:extLst>
                      <a:ext uri="{FF2B5EF4-FFF2-40B4-BE49-F238E27FC236}">
                        <a16:creationId xmlns:a16="http://schemas.microsoft.com/office/drawing/2014/main" id="{339D882D-9D71-242C-2316-43335A52C26D}"/>
                      </a:ext>
                    </a:extLst>
                  </p:cNvPr>
                  <p:cNvCxnSpPr/>
                  <p:nvPr/>
                </p:nvCxnSpPr>
                <p:spPr>
                  <a:xfrm>
                    <a:off x="12635517" y="858264"/>
                    <a:ext cx="62764" cy="0"/>
                  </a:xfrm>
                  <a:prstGeom prst="straightConnector1">
                    <a:avLst/>
                  </a:prstGeom>
                  <a:noFill/>
                  <a:ln w="12701" cap="flat">
                    <a:solidFill>
                      <a:srgbClr val="9D9FA1"/>
                    </a:solidFill>
                    <a:prstDash val="solid"/>
                  </a:ln>
                </p:spPr>
              </p:cxnSp>
            </p:grpSp>
            <p:sp>
              <p:nvSpPr>
                <p:cNvPr id="47" name="Pijl: rechts 66">
                  <a:extLst>
                    <a:ext uri="{FF2B5EF4-FFF2-40B4-BE49-F238E27FC236}">
                      <a16:creationId xmlns:a16="http://schemas.microsoft.com/office/drawing/2014/main" id="{C132A6C6-4304-CFBA-EE0F-7259C0BD0782}"/>
                    </a:ext>
                  </a:extLst>
                </p:cNvPr>
                <p:cNvSpPr/>
                <p:nvPr/>
              </p:nvSpPr>
              <p:spPr>
                <a:xfrm flipH="1">
                  <a:off x="12558863" y="857039"/>
                  <a:ext cx="58411" cy="56116"/>
                </a:xfrm>
                <a:custGeom>
                  <a:avLst>
                    <a:gd name="f0" fmla="val 8396"/>
                    <a:gd name="f1" fmla="val 8064"/>
                  </a:avLst>
                  <a:gdLst>
                    <a:gd name="f2" fmla="val 10800000"/>
                    <a:gd name="f3" fmla="val 5400000"/>
                    <a:gd name="f4" fmla="val 180"/>
                    <a:gd name="f5" fmla="val w"/>
                    <a:gd name="f6" fmla="val h"/>
                    <a:gd name="f7" fmla="val 0"/>
                    <a:gd name="f8" fmla="val 21600"/>
                    <a:gd name="f9" fmla="val 10800"/>
                    <a:gd name="f10" fmla="+- 0 0 0"/>
                    <a:gd name="f11" fmla="+- 0 0 180"/>
                    <a:gd name="f12" fmla="*/ f5 1 21600"/>
                    <a:gd name="f13" fmla="*/ f6 1 21600"/>
                    <a:gd name="f14" fmla="pin 0 f0 21600"/>
                    <a:gd name="f15" fmla="pin 0 f1 10800"/>
                    <a:gd name="f16" fmla="*/ f10 f2 1"/>
                    <a:gd name="f17" fmla="*/ f11 f2 1"/>
                    <a:gd name="f18" fmla="val f15"/>
                    <a:gd name="f19" fmla="val f14"/>
                    <a:gd name="f20" fmla="+- 21600 0 f15"/>
                    <a:gd name="f21" fmla="*/ f14 f12 1"/>
                    <a:gd name="f22" fmla="*/ f15 f13 1"/>
                    <a:gd name="f23" fmla="*/ 0 f12 1"/>
                    <a:gd name="f24" fmla="*/ 0 f13 1"/>
                    <a:gd name="f25" fmla="*/ f16 1 f4"/>
                    <a:gd name="f26" fmla="*/ 21600 f13 1"/>
                    <a:gd name="f27" fmla="*/ f17 1 f4"/>
                    <a:gd name="f28" fmla="+- 21600 0 f19"/>
                    <a:gd name="f29" fmla="*/ f20 f13 1"/>
                    <a:gd name="f30" fmla="*/ f18 f13 1"/>
                    <a:gd name="f31" fmla="*/ f19 f12 1"/>
                    <a:gd name="f32" fmla="+- f25 0 f3"/>
                    <a:gd name="f33" fmla="+- f27 0 f3"/>
                    <a:gd name="f34" fmla="*/ f28 f18 1"/>
                    <a:gd name="f35" fmla="*/ f34 1 10800"/>
                    <a:gd name="f36" fmla="+- f19 f35 0"/>
                    <a:gd name="f37" fmla="*/ f36 f12 1"/>
                  </a:gdLst>
                  <a:ahLst>
                    <a:ahXY gdRefX="f0" minX="f7" maxX="f8" gdRefY="f1" minY="f7" maxY="f9">
                      <a:pos x="f21" y="f22"/>
                    </a:ahXY>
                  </a:ahLst>
                  <a:cxnLst>
                    <a:cxn ang="3cd4">
                      <a:pos x="hc" y="t"/>
                    </a:cxn>
                    <a:cxn ang="0">
                      <a:pos x="r" y="vc"/>
                    </a:cxn>
                    <a:cxn ang="cd4">
                      <a:pos x="hc" y="b"/>
                    </a:cxn>
                    <a:cxn ang="cd2">
                      <a:pos x="l" y="vc"/>
                    </a:cxn>
                    <a:cxn ang="f32">
                      <a:pos x="f31" y="f24"/>
                    </a:cxn>
                    <a:cxn ang="f33">
                      <a:pos x="f31" y="f26"/>
                    </a:cxn>
                  </a:cxnLst>
                  <a:rect l="f23" t="f30" r="f37" b="f29"/>
                  <a:pathLst>
                    <a:path w="21600" h="21600">
                      <a:moveTo>
                        <a:pt x="f7" y="f18"/>
                      </a:moveTo>
                      <a:lnTo>
                        <a:pt x="f19" y="f18"/>
                      </a:lnTo>
                      <a:lnTo>
                        <a:pt x="f19" y="f7"/>
                      </a:lnTo>
                      <a:lnTo>
                        <a:pt x="f8" y="f9"/>
                      </a:lnTo>
                      <a:lnTo>
                        <a:pt x="f19" y="f8"/>
                      </a:lnTo>
                      <a:lnTo>
                        <a:pt x="f19" y="f20"/>
                      </a:lnTo>
                      <a:lnTo>
                        <a:pt x="f7" y="f20"/>
                      </a:lnTo>
                      <a:close/>
                    </a:path>
                  </a:pathLst>
                </a:custGeom>
                <a:solidFill>
                  <a:srgbClr val="4A7DB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cxnSp>
            <p:nvCxnSpPr>
              <p:cNvPr id="48" name="Rechte verbindingslijn 43">
                <a:extLst>
                  <a:ext uri="{FF2B5EF4-FFF2-40B4-BE49-F238E27FC236}">
                    <a16:creationId xmlns:a16="http://schemas.microsoft.com/office/drawing/2014/main" id="{E6AECF39-C082-BBD3-E4B4-70B2D1815E21}"/>
                  </a:ext>
                </a:extLst>
              </p:cNvPr>
              <p:cNvCxnSpPr/>
              <p:nvPr/>
            </p:nvCxnSpPr>
            <p:spPr>
              <a:xfrm flipV="1">
                <a:off x="12704079" y="588169"/>
                <a:ext cx="547680" cy="219072"/>
              </a:xfrm>
              <a:prstGeom prst="straightConnector1">
                <a:avLst/>
              </a:prstGeom>
              <a:noFill/>
              <a:ln w="19046" cap="rnd">
                <a:solidFill>
                  <a:srgbClr val="00A6D6"/>
                </a:solidFill>
                <a:prstDash val="solid"/>
                <a:headEnd type="arrow"/>
              </a:ln>
            </p:spPr>
          </p:cxnSp>
          <p:cxnSp>
            <p:nvCxnSpPr>
              <p:cNvPr id="49" name="Rechte verbindingslijn 44">
                <a:extLst>
                  <a:ext uri="{FF2B5EF4-FFF2-40B4-BE49-F238E27FC236}">
                    <a16:creationId xmlns:a16="http://schemas.microsoft.com/office/drawing/2014/main" id="{50D6C3F5-DAC0-82D8-8CBF-D1EB33755164}"/>
                  </a:ext>
                </a:extLst>
              </p:cNvPr>
              <p:cNvCxnSpPr/>
              <p:nvPr/>
            </p:nvCxnSpPr>
            <p:spPr>
              <a:xfrm>
                <a:off x="12939820" y="828675"/>
                <a:ext cx="319089" cy="0"/>
              </a:xfrm>
              <a:prstGeom prst="straightConnector1">
                <a:avLst/>
              </a:prstGeom>
              <a:noFill/>
              <a:ln w="19046" cap="rnd">
                <a:solidFill>
                  <a:srgbClr val="00A6D6"/>
                </a:solidFill>
                <a:prstDash val="solid"/>
                <a:headEnd type="arrow"/>
              </a:ln>
            </p:spPr>
          </p:cxnSp>
          <p:sp>
            <p:nvSpPr>
              <p:cNvPr id="50" name="Rechthoek 45">
                <a:extLst>
                  <a:ext uri="{FF2B5EF4-FFF2-40B4-BE49-F238E27FC236}">
                    <a16:creationId xmlns:a16="http://schemas.microsoft.com/office/drawing/2014/main" id="{DFA7E711-007A-0FCC-6225-E9ABC36C2E50}"/>
                  </a:ext>
                </a:extLst>
              </p:cNvPr>
              <p:cNvSpPr/>
              <p:nvPr/>
            </p:nvSpPr>
            <p:spPr>
              <a:xfrm>
                <a:off x="13604132" y="512182"/>
                <a:ext cx="2189046" cy="151086"/>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100" b="0" i="0" u="none" strike="noStrike" kern="0" cap="none" spc="0" baseline="0">
                    <a:solidFill>
                      <a:srgbClr val="000000"/>
                    </a:solidFill>
                    <a:uFillTx/>
                    <a:latin typeface="Calibri" pitchFamily="34"/>
                    <a:cs typeface="Calibri" pitchFamily="34"/>
                  </a:rPr>
                  <a:t>Text level down</a:t>
                </a:r>
              </a:p>
            </p:txBody>
          </p:sp>
          <p:sp>
            <p:nvSpPr>
              <p:cNvPr id="51" name="Rechthoek 46">
                <a:extLst>
                  <a:ext uri="{FF2B5EF4-FFF2-40B4-BE49-F238E27FC236}">
                    <a16:creationId xmlns:a16="http://schemas.microsoft.com/office/drawing/2014/main" id="{9138B749-541E-F1F7-8631-B4AA0149B1BA}"/>
                  </a:ext>
                </a:extLst>
              </p:cNvPr>
              <p:cNvSpPr/>
              <p:nvPr/>
            </p:nvSpPr>
            <p:spPr>
              <a:xfrm>
                <a:off x="13604132" y="819558"/>
                <a:ext cx="2189046" cy="142198"/>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100" b="0" i="0" u="none" strike="noStrike" kern="0" cap="none" spc="0" baseline="0">
                    <a:solidFill>
                      <a:srgbClr val="000000"/>
                    </a:solidFill>
                    <a:uFillTx/>
                    <a:latin typeface="Calibri" pitchFamily="34"/>
                    <a:cs typeface="Calibri" pitchFamily="34"/>
                  </a:rPr>
                  <a:t>Text level up</a:t>
                </a:r>
              </a:p>
            </p:txBody>
          </p:sp>
          <p:grpSp>
            <p:nvGrpSpPr>
              <p:cNvPr id="52" name="Groep 47">
                <a:extLst>
                  <a:ext uri="{FF2B5EF4-FFF2-40B4-BE49-F238E27FC236}">
                    <a16:creationId xmlns:a16="http://schemas.microsoft.com/office/drawing/2014/main" id="{EF4BC9EB-CD57-B77A-D4BB-06865E3AFABE}"/>
                  </a:ext>
                </a:extLst>
              </p:cNvPr>
              <p:cNvGrpSpPr/>
              <p:nvPr/>
            </p:nvGrpSpPr>
            <p:grpSpPr>
              <a:xfrm>
                <a:off x="13247269" y="769165"/>
                <a:ext cx="268742" cy="248378"/>
                <a:chOff x="13247269" y="769165"/>
                <a:chExt cx="268742" cy="248378"/>
              </a:xfrm>
            </p:grpSpPr>
            <p:sp>
              <p:nvSpPr>
                <p:cNvPr id="53" name="Rechthoek 57">
                  <a:extLst>
                    <a:ext uri="{FF2B5EF4-FFF2-40B4-BE49-F238E27FC236}">
                      <a16:creationId xmlns:a16="http://schemas.microsoft.com/office/drawing/2014/main" id="{08AC9725-E0A4-3539-6C9A-0C6F977A83E5}"/>
                    </a:ext>
                  </a:extLst>
                </p:cNvPr>
                <p:cNvSpPr/>
                <p:nvPr/>
              </p:nvSpPr>
              <p:spPr>
                <a:xfrm>
                  <a:off x="13247269" y="769165"/>
                  <a:ext cx="268742" cy="248378"/>
                </a:xfrm>
                <a:prstGeom prst="rect">
                  <a:avLst/>
                </a:prstGeom>
                <a:solidFill>
                  <a:srgbClr val="FFFFFF"/>
                </a:solidFill>
                <a:ln w="3172" cap="flat">
                  <a:solidFill>
                    <a:srgbClr val="DADADA"/>
                  </a:solidFill>
                  <a:prstDash val="solid"/>
                  <a:miter/>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50" b="0" i="0" u="none" strike="noStrike" kern="1200" cap="none" spc="0" baseline="0">
                    <a:solidFill>
                      <a:srgbClr val="211F26"/>
                    </a:solidFill>
                    <a:uFillTx/>
                    <a:latin typeface="Calibri" pitchFamily="34"/>
                    <a:cs typeface="Calibri" pitchFamily="34"/>
                  </a:endParaRPr>
                </a:p>
              </p:txBody>
            </p:sp>
            <p:grpSp>
              <p:nvGrpSpPr>
                <p:cNvPr id="54" name="Groep 58">
                  <a:extLst>
                    <a:ext uri="{FF2B5EF4-FFF2-40B4-BE49-F238E27FC236}">
                      <a16:creationId xmlns:a16="http://schemas.microsoft.com/office/drawing/2014/main" id="{8054C546-0FDB-44AD-1DF4-B8AFA7A0FC46}"/>
                    </a:ext>
                  </a:extLst>
                </p:cNvPr>
                <p:cNvGrpSpPr/>
                <p:nvPr/>
              </p:nvGrpSpPr>
              <p:grpSpPr>
                <a:xfrm>
                  <a:off x="13297287" y="827074"/>
                  <a:ext cx="168697" cy="132570"/>
                  <a:chOff x="13297287" y="827074"/>
                  <a:chExt cx="168697" cy="132570"/>
                </a:xfrm>
              </p:grpSpPr>
              <p:cxnSp>
                <p:nvCxnSpPr>
                  <p:cNvPr id="55" name="Rechte verbindingslijn 60">
                    <a:extLst>
                      <a:ext uri="{FF2B5EF4-FFF2-40B4-BE49-F238E27FC236}">
                        <a16:creationId xmlns:a16="http://schemas.microsoft.com/office/drawing/2014/main" id="{8E983424-82BB-877D-9D26-6D4544D3C99E}"/>
                      </a:ext>
                    </a:extLst>
                  </p:cNvPr>
                  <p:cNvCxnSpPr/>
                  <p:nvPr/>
                </p:nvCxnSpPr>
                <p:spPr>
                  <a:xfrm>
                    <a:off x="13297287" y="827074"/>
                    <a:ext cx="168697" cy="0"/>
                  </a:xfrm>
                  <a:prstGeom prst="straightConnector1">
                    <a:avLst/>
                  </a:prstGeom>
                  <a:noFill/>
                  <a:ln w="12701" cap="flat">
                    <a:solidFill>
                      <a:srgbClr val="9D9FA1"/>
                    </a:solidFill>
                    <a:prstDash val="solid"/>
                  </a:ln>
                </p:spPr>
              </p:cxnSp>
              <p:cxnSp>
                <p:nvCxnSpPr>
                  <p:cNvPr id="56" name="Rechte verbindingslijn 61">
                    <a:extLst>
                      <a:ext uri="{FF2B5EF4-FFF2-40B4-BE49-F238E27FC236}">
                        <a16:creationId xmlns:a16="http://schemas.microsoft.com/office/drawing/2014/main" id="{F0240BBE-1096-9AA4-75DF-05AF66BFF736}"/>
                      </a:ext>
                    </a:extLst>
                  </p:cNvPr>
                  <p:cNvCxnSpPr/>
                  <p:nvPr/>
                </p:nvCxnSpPr>
                <p:spPr>
                  <a:xfrm>
                    <a:off x="13297287" y="959644"/>
                    <a:ext cx="168697" cy="0"/>
                  </a:xfrm>
                  <a:prstGeom prst="straightConnector1">
                    <a:avLst/>
                  </a:prstGeom>
                  <a:noFill/>
                  <a:ln w="12701" cap="flat">
                    <a:solidFill>
                      <a:srgbClr val="9D9FA1"/>
                    </a:solidFill>
                    <a:prstDash val="solid"/>
                  </a:ln>
                </p:spPr>
              </p:cxnSp>
              <p:cxnSp>
                <p:nvCxnSpPr>
                  <p:cNvPr id="57" name="Rechte verbindingslijn 62">
                    <a:extLst>
                      <a:ext uri="{FF2B5EF4-FFF2-40B4-BE49-F238E27FC236}">
                        <a16:creationId xmlns:a16="http://schemas.microsoft.com/office/drawing/2014/main" id="{0D41D27E-581D-6E90-9AC9-9B1E28E2E209}"/>
                      </a:ext>
                    </a:extLst>
                  </p:cNvPr>
                  <p:cNvCxnSpPr/>
                  <p:nvPr/>
                </p:nvCxnSpPr>
                <p:spPr>
                  <a:xfrm>
                    <a:off x="13390043" y="926506"/>
                    <a:ext cx="75941" cy="0"/>
                  </a:xfrm>
                  <a:prstGeom prst="straightConnector1">
                    <a:avLst/>
                  </a:prstGeom>
                  <a:noFill/>
                  <a:ln w="12701" cap="flat">
                    <a:solidFill>
                      <a:srgbClr val="9D9FA1"/>
                    </a:solidFill>
                    <a:prstDash val="solid"/>
                  </a:ln>
                </p:spPr>
              </p:cxnSp>
              <p:cxnSp>
                <p:nvCxnSpPr>
                  <p:cNvPr id="58" name="Rechte verbindingslijn 63">
                    <a:extLst>
                      <a:ext uri="{FF2B5EF4-FFF2-40B4-BE49-F238E27FC236}">
                        <a16:creationId xmlns:a16="http://schemas.microsoft.com/office/drawing/2014/main" id="{9863E530-D655-81B5-09CD-D191FF119731}"/>
                      </a:ext>
                    </a:extLst>
                  </p:cNvPr>
                  <p:cNvCxnSpPr/>
                  <p:nvPr/>
                </p:nvCxnSpPr>
                <p:spPr>
                  <a:xfrm>
                    <a:off x="13390043" y="893359"/>
                    <a:ext cx="75941" cy="0"/>
                  </a:xfrm>
                  <a:prstGeom prst="straightConnector1">
                    <a:avLst/>
                  </a:prstGeom>
                  <a:noFill/>
                  <a:ln w="12701" cap="flat">
                    <a:solidFill>
                      <a:srgbClr val="9D9FA1"/>
                    </a:solidFill>
                    <a:prstDash val="solid"/>
                  </a:ln>
                </p:spPr>
              </p:cxnSp>
              <p:cxnSp>
                <p:nvCxnSpPr>
                  <p:cNvPr id="59" name="Rechte verbindingslijn 64">
                    <a:extLst>
                      <a:ext uri="{FF2B5EF4-FFF2-40B4-BE49-F238E27FC236}">
                        <a16:creationId xmlns:a16="http://schemas.microsoft.com/office/drawing/2014/main" id="{99A904BB-85F3-6405-E7B1-D78EE9C5330A}"/>
                      </a:ext>
                    </a:extLst>
                  </p:cNvPr>
                  <p:cNvCxnSpPr/>
                  <p:nvPr/>
                </p:nvCxnSpPr>
                <p:spPr>
                  <a:xfrm>
                    <a:off x="13390043" y="860212"/>
                    <a:ext cx="75941" cy="0"/>
                  </a:xfrm>
                  <a:prstGeom prst="straightConnector1">
                    <a:avLst/>
                  </a:prstGeom>
                  <a:noFill/>
                  <a:ln w="12701" cap="flat">
                    <a:solidFill>
                      <a:srgbClr val="9D9FA1"/>
                    </a:solidFill>
                    <a:prstDash val="solid"/>
                  </a:ln>
                </p:spPr>
              </p:cxnSp>
            </p:grpSp>
            <p:sp>
              <p:nvSpPr>
                <p:cNvPr id="60" name="Pijl: rechts 59">
                  <a:extLst>
                    <a:ext uri="{FF2B5EF4-FFF2-40B4-BE49-F238E27FC236}">
                      <a16:creationId xmlns:a16="http://schemas.microsoft.com/office/drawing/2014/main" id="{E8BDA336-AF6F-03B1-A283-DCB83E4F8E71}"/>
                    </a:ext>
                  </a:extLst>
                </p:cNvPr>
                <p:cNvSpPr/>
                <p:nvPr/>
              </p:nvSpPr>
              <p:spPr>
                <a:xfrm>
                  <a:off x="13297287" y="858740"/>
                  <a:ext cx="70673" cy="67903"/>
                </a:xfrm>
                <a:custGeom>
                  <a:avLst>
                    <a:gd name="f0" fmla="val 8396"/>
                    <a:gd name="f1" fmla="val 8064"/>
                  </a:avLst>
                  <a:gdLst>
                    <a:gd name="f2" fmla="val 10800000"/>
                    <a:gd name="f3" fmla="val 5400000"/>
                    <a:gd name="f4" fmla="val 180"/>
                    <a:gd name="f5" fmla="val w"/>
                    <a:gd name="f6" fmla="val h"/>
                    <a:gd name="f7" fmla="val 0"/>
                    <a:gd name="f8" fmla="val 21600"/>
                    <a:gd name="f9" fmla="val 10800"/>
                    <a:gd name="f10" fmla="+- 0 0 0"/>
                    <a:gd name="f11" fmla="+- 0 0 180"/>
                    <a:gd name="f12" fmla="*/ f5 1 21600"/>
                    <a:gd name="f13" fmla="*/ f6 1 21600"/>
                    <a:gd name="f14" fmla="pin 0 f0 21600"/>
                    <a:gd name="f15" fmla="pin 0 f1 10800"/>
                    <a:gd name="f16" fmla="*/ f10 f2 1"/>
                    <a:gd name="f17" fmla="*/ f11 f2 1"/>
                    <a:gd name="f18" fmla="val f15"/>
                    <a:gd name="f19" fmla="val f14"/>
                    <a:gd name="f20" fmla="+- 21600 0 f15"/>
                    <a:gd name="f21" fmla="*/ f14 f12 1"/>
                    <a:gd name="f22" fmla="*/ f15 f13 1"/>
                    <a:gd name="f23" fmla="*/ 0 f12 1"/>
                    <a:gd name="f24" fmla="*/ 0 f13 1"/>
                    <a:gd name="f25" fmla="*/ f16 1 f4"/>
                    <a:gd name="f26" fmla="*/ 21600 f13 1"/>
                    <a:gd name="f27" fmla="*/ f17 1 f4"/>
                    <a:gd name="f28" fmla="+- 21600 0 f19"/>
                    <a:gd name="f29" fmla="*/ f20 f13 1"/>
                    <a:gd name="f30" fmla="*/ f18 f13 1"/>
                    <a:gd name="f31" fmla="*/ f19 f12 1"/>
                    <a:gd name="f32" fmla="+- f25 0 f3"/>
                    <a:gd name="f33" fmla="+- f27 0 f3"/>
                    <a:gd name="f34" fmla="*/ f28 f18 1"/>
                    <a:gd name="f35" fmla="*/ f34 1 10800"/>
                    <a:gd name="f36" fmla="+- f19 f35 0"/>
                    <a:gd name="f37" fmla="*/ f36 f12 1"/>
                  </a:gdLst>
                  <a:ahLst>
                    <a:ahXY gdRefX="f0" minX="f7" maxX="f8" gdRefY="f1" minY="f7" maxY="f9">
                      <a:pos x="f21" y="f22"/>
                    </a:ahXY>
                  </a:ahLst>
                  <a:cxnLst>
                    <a:cxn ang="3cd4">
                      <a:pos x="hc" y="t"/>
                    </a:cxn>
                    <a:cxn ang="0">
                      <a:pos x="r" y="vc"/>
                    </a:cxn>
                    <a:cxn ang="cd4">
                      <a:pos x="hc" y="b"/>
                    </a:cxn>
                    <a:cxn ang="cd2">
                      <a:pos x="l" y="vc"/>
                    </a:cxn>
                    <a:cxn ang="f32">
                      <a:pos x="f31" y="f24"/>
                    </a:cxn>
                    <a:cxn ang="f33">
                      <a:pos x="f31" y="f26"/>
                    </a:cxn>
                  </a:cxnLst>
                  <a:rect l="f23" t="f30" r="f37" b="f29"/>
                  <a:pathLst>
                    <a:path w="21600" h="21600">
                      <a:moveTo>
                        <a:pt x="f7" y="f18"/>
                      </a:moveTo>
                      <a:lnTo>
                        <a:pt x="f19" y="f18"/>
                      </a:lnTo>
                      <a:lnTo>
                        <a:pt x="f19" y="f7"/>
                      </a:lnTo>
                      <a:lnTo>
                        <a:pt x="f8" y="f9"/>
                      </a:lnTo>
                      <a:lnTo>
                        <a:pt x="f19" y="f8"/>
                      </a:lnTo>
                      <a:lnTo>
                        <a:pt x="f19" y="f20"/>
                      </a:lnTo>
                      <a:lnTo>
                        <a:pt x="f7" y="f20"/>
                      </a:lnTo>
                      <a:close/>
                    </a:path>
                  </a:pathLst>
                </a:custGeom>
                <a:solidFill>
                  <a:srgbClr val="4A7DB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grpSp>
            <p:nvGrpSpPr>
              <p:cNvPr id="61" name="Groep 48">
                <a:extLst>
                  <a:ext uri="{FF2B5EF4-FFF2-40B4-BE49-F238E27FC236}">
                    <a16:creationId xmlns:a16="http://schemas.microsoft.com/office/drawing/2014/main" id="{A97035AF-3E4A-0F16-B03E-8FDE95D87050}"/>
                  </a:ext>
                </a:extLst>
              </p:cNvPr>
              <p:cNvGrpSpPr/>
              <p:nvPr/>
            </p:nvGrpSpPr>
            <p:grpSpPr>
              <a:xfrm>
                <a:off x="13247269" y="460171"/>
                <a:ext cx="268742" cy="248378"/>
                <a:chOff x="13247269" y="460171"/>
                <a:chExt cx="268742" cy="248378"/>
              </a:xfrm>
            </p:grpSpPr>
            <p:sp>
              <p:nvSpPr>
                <p:cNvPr id="62" name="Rechthoek 49">
                  <a:extLst>
                    <a:ext uri="{FF2B5EF4-FFF2-40B4-BE49-F238E27FC236}">
                      <a16:creationId xmlns:a16="http://schemas.microsoft.com/office/drawing/2014/main" id="{63617609-D288-3544-D83D-AE095ACD5665}"/>
                    </a:ext>
                  </a:extLst>
                </p:cNvPr>
                <p:cNvSpPr/>
                <p:nvPr/>
              </p:nvSpPr>
              <p:spPr>
                <a:xfrm>
                  <a:off x="13247269" y="460171"/>
                  <a:ext cx="268742" cy="248378"/>
                </a:xfrm>
                <a:prstGeom prst="rect">
                  <a:avLst/>
                </a:prstGeom>
                <a:solidFill>
                  <a:srgbClr val="FFFFFF"/>
                </a:solidFill>
                <a:ln w="3172" cap="flat">
                  <a:solidFill>
                    <a:srgbClr val="DADADA"/>
                  </a:solidFill>
                  <a:prstDash val="solid"/>
                  <a:miter/>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50" b="0" i="0" u="none" strike="noStrike" kern="1200" cap="none" spc="0" baseline="0">
                    <a:solidFill>
                      <a:srgbClr val="211F26"/>
                    </a:solidFill>
                    <a:uFillTx/>
                    <a:latin typeface="Calibri" pitchFamily="34"/>
                    <a:cs typeface="Calibri" pitchFamily="34"/>
                  </a:endParaRPr>
                </a:p>
              </p:txBody>
            </p:sp>
            <p:grpSp>
              <p:nvGrpSpPr>
                <p:cNvPr id="63" name="Groep 50">
                  <a:extLst>
                    <a:ext uri="{FF2B5EF4-FFF2-40B4-BE49-F238E27FC236}">
                      <a16:creationId xmlns:a16="http://schemas.microsoft.com/office/drawing/2014/main" id="{316182B5-C9DB-26D3-29BE-C54CC68CDC48}"/>
                    </a:ext>
                  </a:extLst>
                </p:cNvPr>
                <p:cNvGrpSpPr/>
                <p:nvPr/>
              </p:nvGrpSpPr>
              <p:grpSpPr>
                <a:xfrm>
                  <a:off x="13297287" y="518071"/>
                  <a:ext cx="168697" cy="132579"/>
                  <a:chOff x="13297287" y="518071"/>
                  <a:chExt cx="168697" cy="132579"/>
                </a:xfrm>
              </p:grpSpPr>
              <p:cxnSp>
                <p:nvCxnSpPr>
                  <p:cNvPr id="64" name="Rechte verbindingslijn 52">
                    <a:extLst>
                      <a:ext uri="{FF2B5EF4-FFF2-40B4-BE49-F238E27FC236}">
                        <a16:creationId xmlns:a16="http://schemas.microsoft.com/office/drawing/2014/main" id="{96AED428-7D63-F74A-957E-BB452EBF93C2}"/>
                      </a:ext>
                    </a:extLst>
                  </p:cNvPr>
                  <p:cNvCxnSpPr/>
                  <p:nvPr/>
                </p:nvCxnSpPr>
                <p:spPr>
                  <a:xfrm>
                    <a:off x="13297287" y="518071"/>
                    <a:ext cx="168697" cy="0"/>
                  </a:xfrm>
                  <a:prstGeom prst="straightConnector1">
                    <a:avLst/>
                  </a:prstGeom>
                  <a:noFill/>
                  <a:ln w="12701" cap="flat">
                    <a:solidFill>
                      <a:srgbClr val="9D9FA1"/>
                    </a:solidFill>
                    <a:prstDash val="solid"/>
                  </a:ln>
                </p:spPr>
              </p:cxnSp>
              <p:cxnSp>
                <p:nvCxnSpPr>
                  <p:cNvPr id="65" name="Rechte verbindingslijn 53">
                    <a:extLst>
                      <a:ext uri="{FF2B5EF4-FFF2-40B4-BE49-F238E27FC236}">
                        <a16:creationId xmlns:a16="http://schemas.microsoft.com/office/drawing/2014/main" id="{10BAB2E8-E172-562B-A260-D74C87D37121}"/>
                      </a:ext>
                    </a:extLst>
                  </p:cNvPr>
                  <p:cNvCxnSpPr/>
                  <p:nvPr/>
                </p:nvCxnSpPr>
                <p:spPr>
                  <a:xfrm>
                    <a:off x="13297287" y="650650"/>
                    <a:ext cx="168697" cy="0"/>
                  </a:xfrm>
                  <a:prstGeom prst="straightConnector1">
                    <a:avLst/>
                  </a:prstGeom>
                  <a:noFill/>
                  <a:ln w="12701" cap="flat">
                    <a:solidFill>
                      <a:srgbClr val="9D9FA1"/>
                    </a:solidFill>
                    <a:prstDash val="solid"/>
                  </a:ln>
                </p:spPr>
              </p:cxnSp>
              <p:cxnSp>
                <p:nvCxnSpPr>
                  <p:cNvPr id="66" name="Rechte verbindingslijn 54">
                    <a:extLst>
                      <a:ext uri="{FF2B5EF4-FFF2-40B4-BE49-F238E27FC236}">
                        <a16:creationId xmlns:a16="http://schemas.microsoft.com/office/drawing/2014/main" id="{8ECF8CE6-5FA0-92F7-A424-884047B78322}"/>
                      </a:ext>
                    </a:extLst>
                  </p:cNvPr>
                  <p:cNvCxnSpPr/>
                  <p:nvPr/>
                </p:nvCxnSpPr>
                <p:spPr>
                  <a:xfrm>
                    <a:off x="13390043" y="617503"/>
                    <a:ext cx="75941" cy="0"/>
                  </a:xfrm>
                  <a:prstGeom prst="straightConnector1">
                    <a:avLst/>
                  </a:prstGeom>
                  <a:noFill/>
                  <a:ln w="12701" cap="flat">
                    <a:solidFill>
                      <a:srgbClr val="9D9FA1"/>
                    </a:solidFill>
                    <a:prstDash val="solid"/>
                  </a:ln>
                </p:spPr>
              </p:cxnSp>
              <p:cxnSp>
                <p:nvCxnSpPr>
                  <p:cNvPr id="67" name="Rechte verbindingslijn 55">
                    <a:extLst>
                      <a:ext uri="{FF2B5EF4-FFF2-40B4-BE49-F238E27FC236}">
                        <a16:creationId xmlns:a16="http://schemas.microsoft.com/office/drawing/2014/main" id="{8B515911-4C15-2C3A-E210-81F9127DDAE6}"/>
                      </a:ext>
                    </a:extLst>
                  </p:cNvPr>
                  <p:cNvCxnSpPr/>
                  <p:nvPr/>
                </p:nvCxnSpPr>
                <p:spPr>
                  <a:xfrm>
                    <a:off x="13390043" y="584365"/>
                    <a:ext cx="75941" cy="0"/>
                  </a:xfrm>
                  <a:prstGeom prst="straightConnector1">
                    <a:avLst/>
                  </a:prstGeom>
                  <a:noFill/>
                  <a:ln w="12701" cap="flat">
                    <a:solidFill>
                      <a:srgbClr val="9D9FA1"/>
                    </a:solidFill>
                    <a:prstDash val="solid"/>
                  </a:ln>
                </p:spPr>
              </p:cxnSp>
              <p:cxnSp>
                <p:nvCxnSpPr>
                  <p:cNvPr id="68" name="Rechte verbindingslijn 56">
                    <a:extLst>
                      <a:ext uri="{FF2B5EF4-FFF2-40B4-BE49-F238E27FC236}">
                        <a16:creationId xmlns:a16="http://schemas.microsoft.com/office/drawing/2014/main" id="{A0467448-3A9A-338C-1CF6-8CBAF0A55CFF}"/>
                      </a:ext>
                    </a:extLst>
                  </p:cNvPr>
                  <p:cNvCxnSpPr/>
                  <p:nvPr/>
                </p:nvCxnSpPr>
                <p:spPr>
                  <a:xfrm>
                    <a:off x="13390043" y="551218"/>
                    <a:ext cx="75941" cy="0"/>
                  </a:xfrm>
                  <a:prstGeom prst="straightConnector1">
                    <a:avLst/>
                  </a:prstGeom>
                  <a:noFill/>
                  <a:ln w="12701" cap="flat">
                    <a:solidFill>
                      <a:srgbClr val="9D9FA1"/>
                    </a:solidFill>
                    <a:prstDash val="solid"/>
                  </a:ln>
                </p:spPr>
              </p:cxnSp>
            </p:grpSp>
            <p:sp>
              <p:nvSpPr>
                <p:cNvPr id="69" name="Pijl: rechts 51">
                  <a:extLst>
                    <a:ext uri="{FF2B5EF4-FFF2-40B4-BE49-F238E27FC236}">
                      <a16:creationId xmlns:a16="http://schemas.microsoft.com/office/drawing/2014/main" id="{198DF5DF-E6F8-DBC0-76BC-88CD26938D6D}"/>
                    </a:ext>
                  </a:extLst>
                </p:cNvPr>
                <p:cNvSpPr/>
                <p:nvPr/>
              </p:nvSpPr>
              <p:spPr>
                <a:xfrm flipH="1">
                  <a:off x="13297287" y="549737"/>
                  <a:ext cx="70673" cy="67903"/>
                </a:xfrm>
                <a:custGeom>
                  <a:avLst>
                    <a:gd name="f0" fmla="val 8396"/>
                    <a:gd name="f1" fmla="val 8064"/>
                  </a:avLst>
                  <a:gdLst>
                    <a:gd name="f2" fmla="val 10800000"/>
                    <a:gd name="f3" fmla="val 5400000"/>
                    <a:gd name="f4" fmla="val 180"/>
                    <a:gd name="f5" fmla="val w"/>
                    <a:gd name="f6" fmla="val h"/>
                    <a:gd name="f7" fmla="val 0"/>
                    <a:gd name="f8" fmla="val 21600"/>
                    <a:gd name="f9" fmla="val 10800"/>
                    <a:gd name="f10" fmla="+- 0 0 0"/>
                    <a:gd name="f11" fmla="+- 0 0 180"/>
                    <a:gd name="f12" fmla="*/ f5 1 21600"/>
                    <a:gd name="f13" fmla="*/ f6 1 21600"/>
                    <a:gd name="f14" fmla="pin 0 f0 21600"/>
                    <a:gd name="f15" fmla="pin 0 f1 10800"/>
                    <a:gd name="f16" fmla="*/ f10 f2 1"/>
                    <a:gd name="f17" fmla="*/ f11 f2 1"/>
                    <a:gd name="f18" fmla="val f15"/>
                    <a:gd name="f19" fmla="val f14"/>
                    <a:gd name="f20" fmla="+- 21600 0 f15"/>
                    <a:gd name="f21" fmla="*/ f14 f12 1"/>
                    <a:gd name="f22" fmla="*/ f15 f13 1"/>
                    <a:gd name="f23" fmla="*/ 0 f12 1"/>
                    <a:gd name="f24" fmla="*/ 0 f13 1"/>
                    <a:gd name="f25" fmla="*/ f16 1 f4"/>
                    <a:gd name="f26" fmla="*/ 21600 f13 1"/>
                    <a:gd name="f27" fmla="*/ f17 1 f4"/>
                    <a:gd name="f28" fmla="+- 21600 0 f19"/>
                    <a:gd name="f29" fmla="*/ f20 f13 1"/>
                    <a:gd name="f30" fmla="*/ f18 f13 1"/>
                    <a:gd name="f31" fmla="*/ f19 f12 1"/>
                    <a:gd name="f32" fmla="+- f25 0 f3"/>
                    <a:gd name="f33" fmla="+- f27 0 f3"/>
                    <a:gd name="f34" fmla="*/ f28 f18 1"/>
                    <a:gd name="f35" fmla="*/ f34 1 10800"/>
                    <a:gd name="f36" fmla="+- f19 f35 0"/>
                    <a:gd name="f37" fmla="*/ f36 f12 1"/>
                  </a:gdLst>
                  <a:ahLst>
                    <a:ahXY gdRefX="f0" minX="f7" maxX="f8" gdRefY="f1" minY="f7" maxY="f9">
                      <a:pos x="f21" y="f22"/>
                    </a:ahXY>
                  </a:ahLst>
                  <a:cxnLst>
                    <a:cxn ang="3cd4">
                      <a:pos x="hc" y="t"/>
                    </a:cxn>
                    <a:cxn ang="0">
                      <a:pos x="r" y="vc"/>
                    </a:cxn>
                    <a:cxn ang="cd4">
                      <a:pos x="hc" y="b"/>
                    </a:cxn>
                    <a:cxn ang="cd2">
                      <a:pos x="l" y="vc"/>
                    </a:cxn>
                    <a:cxn ang="f32">
                      <a:pos x="f31" y="f24"/>
                    </a:cxn>
                    <a:cxn ang="f33">
                      <a:pos x="f31" y="f26"/>
                    </a:cxn>
                  </a:cxnLst>
                  <a:rect l="f23" t="f30" r="f37" b="f29"/>
                  <a:pathLst>
                    <a:path w="21600" h="21600">
                      <a:moveTo>
                        <a:pt x="f7" y="f18"/>
                      </a:moveTo>
                      <a:lnTo>
                        <a:pt x="f19" y="f18"/>
                      </a:lnTo>
                      <a:lnTo>
                        <a:pt x="f19" y="f7"/>
                      </a:lnTo>
                      <a:lnTo>
                        <a:pt x="f8" y="f9"/>
                      </a:lnTo>
                      <a:lnTo>
                        <a:pt x="f19" y="f8"/>
                      </a:lnTo>
                      <a:lnTo>
                        <a:pt x="f19" y="f20"/>
                      </a:lnTo>
                      <a:lnTo>
                        <a:pt x="f7" y="f20"/>
                      </a:lnTo>
                      <a:close/>
                    </a:path>
                  </a:pathLst>
                </a:custGeom>
                <a:solidFill>
                  <a:srgbClr val="4A7DB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grpSp>
        <p:grpSp>
          <p:nvGrpSpPr>
            <p:cNvPr id="70" name="Groep 33">
              <a:extLst>
                <a:ext uri="{FF2B5EF4-FFF2-40B4-BE49-F238E27FC236}">
                  <a16:creationId xmlns:a16="http://schemas.microsoft.com/office/drawing/2014/main" id="{F14171C1-E04C-D8EE-350D-579D1E548C0F}"/>
                </a:ext>
              </a:extLst>
            </p:cNvPr>
            <p:cNvGrpSpPr/>
            <p:nvPr/>
          </p:nvGrpSpPr>
          <p:grpSpPr>
            <a:xfrm>
              <a:off x="15225601" y="4663037"/>
              <a:ext cx="627799" cy="576684"/>
              <a:chOff x="15225601" y="4663037"/>
              <a:chExt cx="627799" cy="576684"/>
            </a:xfrm>
          </p:grpSpPr>
          <p:grpSp>
            <p:nvGrpSpPr>
              <p:cNvPr id="71" name="Inspireren">
                <a:extLst>
                  <a:ext uri="{FF2B5EF4-FFF2-40B4-BE49-F238E27FC236}">
                    <a16:creationId xmlns:a16="http://schemas.microsoft.com/office/drawing/2014/main" id="{128B355A-9FA2-D5FB-4258-F88D5A9DACBB}"/>
                  </a:ext>
                </a:extLst>
              </p:cNvPr>
              <p:cNvGrpSpPr/>
              <p:nvPr/>
            </p:nvGrpSpPr>
            <p:grpSpPr>
              <a:xfrm>
                <a:off x="15447919" y="4663037"/>
                <a:ext cx="169776" cy="242380"/>
                <a:chOff x="15447919" y="4663037"/>
                <a:chExt cx="169776" cy="242380"/>
              </a:xfrm>
            </p:grpSpPr>
            <p:sp>
              <p:nvSpPr>
                <p:cNvPr id="72" name="Freeform 12">
                  <a:extLst>
                    <a:ext uri="{FF2B5EF4-FFF2-40B4-BE49-F238E27FC236}">
                      <a16:creationId xmlns:a16="http://schemas.microsoft.com/office/drawing/2014/main" id="{04C1D4D0-1650-89EB-D86F-931CF99F9E96}"/>
                    </a:ext>
                  </a:extLst>
                </p:cNvPr>
                <p:cNvSpPr/>
                <p:nvPr/>
              </p:nvSpPr>
              <p:spPr>
                <a:xfrm>
                  <a:off x="15498119" y="4749869"/>
                  <a:ext cx="68726" cy="62051"/>
                </a:xfrm>
                <a:custGeom>
                  <a:avLst/>
                  <a:gdLst>
                    <a:gd name="f0" fmla="val 10800000"/>
                    <a:gd name="f1" fmla="val 5400000"/>
                    <a:gd name="f2" fmla="val 180"/>
                    <a:gd name="f3" fmla="val w"/>
                    <a:gd name="f4" fmla="val h"/>
                    <a:gd name="f5" fmla="val 0"/>
                    <a:gd name="f6" fmla="val 319"/>
                    <a:gd name="f7" fmla="val 288"/>
                    <a:gd name="f8" fmla="val 220"/>
                    <a:gd name="f9" fmla="val 107"/>
                    <a:gd name="f10" fmla="+- 0 0 -90"/>
                    <a:gd name="f11" fmla="*/ f3 1 319"/>
                    <a:gd name="f12" fmla="*/ f4 1 288"/>
                    <a:gd name="f13" fmla="val f5"/>
                    <a:gd name="f14" fmla="val f6"/>
                    <a:gd name="f15" fmla="val f7"/>
                    <a:gd name="f16" fmla="*/ f10 f0 1"/>
                    <a:gd name="f17" fmla="+- f15 0 f13"/>
                    <a:gd name="f18" fmla="+- f14 0 f13"/>
                    <a:gd name="f19" fmla="*/ f16 1 f2"/>
                    <a:gd name="f20" fmla="*/ f18 1 319"/>
                    <a:gd name="f21" fmla="*/ f17 1 288"/>
                    <a:gd name="f22" fmla="*/ 220 f18 1"/>
                    <a:gd name="f23" fmla="*/ 288 f17 1"/>
                    <a:gd name="f24" fmla="*/ 107 f18 1"/>
                    <a:gd name="f25" fmla="*/ 0 f18 1"/>
                    <a:gd name="f26" fmla="*/ 0 f17 1"/>
                    <a:gd name="f27" fmla="*/ 319 f18 1"/>
                    <a:gd name="f28" fmla="+- f19 0 f1"/>
                    <a:gd name="f29" fmla="*/ f22 1 319"/>
                    <a:gd name="f30" fmla="*/ f23 1 288"/>
                    <a:gd name="f31" fmla="*/ f24 1 319"/>
                    <a:gd name="f32" fmla="*/ f25 1 319"/>
                    <a:gd name="f33" fmla="*/ f26 1 288"/>
                    <a:gd name="f34" fmla="*/ f27 1 319"/>
                    <a:gd name="f35" fmla="*/ 0 1 f20"/>
                    <a:gd name="f36" fmla="*/ f14 1 f20"/>
                    <a:gd name="f37" fmla="*/ 0 1 f21"/>
                    <a:gd name="f38" fmla="*/ f15 1 f21"/>
                    <a:gd name="f39" fmla="*/ f29 1 f20"/>
                    <a:gd name="f40" fmla="*/ f30 1 f21"/>
                    <a:gd name="f41" fmla="*/ f31 1 f20"/>
                    <a:gd name="f42" fmla="*/ f32 1 f20"/>
                    <a:gd name="f43" fmla="*/ f33 1 f21"/>
                    <a:gd name="f44" fmla="*/ f34 1 f20"/>
                    <a:gd name="f45" fmla="*/ f35 f11 1"/>
                    <a:gd name="f46" fmla="*/ f36 f11 1"/>
                    <a:gd name="f47" fmla="*/ f38 f12 1"/>
                    <a:gd name="f48" fmla="*/ f37 f12 1"/>
                    <a:gd name="f49" fmla="*/ f39 f11 1"/>
                    <a:gd name="f50" fmla="*/ f40 f12 1"/>
                    <a:gd name="f51" fmla="*/ f41 f11 1"/>
                    <a:gd name="f52" fmla="*/ f42 f11 1"/>
                    <a:gd name="f53" fmla="*/ f43 f12 1"/>
                    <a:gd name="f54" fmla="*/ f44 f11 1"/>
                  </a:gdLst>
                  <a:ahLst/>
                  <a:cxnLst>
                    <a:cxn ang="3cd4">
                      <a:pos x="hc" y="t"/>
                    </a:cxn>
                    <a:cxn ang="0">
                      <a:pos x="r" y="vc"/>
                    </a:cxn>
                    <a:cxn ang="cd4">
                      <a:pos x="hc" y="b"/>
                    </a:cxn>
                    <a:cxn ang="cd2">
                      <a:pos x="l" y="vc"/>
                    </a:cxn>
                    <a:cxn ang="f28">
                      <a:pos x="f49" y="f50"/>
                    </a:cxn>
                    <a:cxn ang="f28">
                      <a:pos x="f51" y="f50"/>
                    </a:cxn>
                    <a:cxn ang="f28">
                      <a:pos x="f52" y="f53"/>
                    </a:cxn>
                    <a:cxn ang="f28">
                      <a:pos x="f54" y="f53"/>
                    </a:cxn>
                    <a:cxn ang="f28">
                      <a:pos x="f49" y="f50"/>
                    </a:cxn>
                  </a:cxnLst>
                  <a:rect l="f45" t="f48" r="f46" b="f47"/>
                  <a:pathLst>
                    <a:path w="319" h="288">
                      <a:moveTo>
                        <a:pt x="f8" y="f7"/>
                      </a:moveTo>
                      <a:lnTo>
                        <a:pt x="f9" y="f7"/>
                      </a:lnTo>
                      <a:lnTo>
                        <a:pt x="f5" y="f5"/>
                      </a:lnTo>
                      <a:lnTo>
                        <a:pt x="f6" y="f5"/>
                      </a:lnTo>
                      <a:lnTo>
                        <a:pt x="f8" y="f7"/>
                      </a:lnTo>
                      <a:close/>
                    </a:path>
                  </a:pathLst>
                </a:custGeom>
                <a:solidFill>
                  <a:srgbClr val="1FF524"/>
                </a:solidFill>
                <a:ln>
                  <a:noFill/>
                  <a:prstDash val="solid"/>
                </a:ln>
              </p:spPr>
              <p:txBody>
                <a:bodyPr vert="horz" wrap="square" lIns="91440" tIns="45720" rIns="91440" bIns="45720" anchor="t"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300" b="0" i="0" u="none" strike="noStrike" kern="0" cap="none" spc="0" baseline="0">
                    <a:solidFill>
                      <a:srgbClr val="211F26"/>
                    </a:solidFill>
                    <a:uFillTx/>
                    <a:latin typeface="Arial"/>
                  </a:endParaRPr>
                </a:p>
              </p:txBody>
            </p:sp>
            <p:sp>
              <p:nvSpPr>
                <p:cNvPr id="73" name="Freeform 13">
                  <a:extLst>
                    <a:ext uri="{FF2B5EF4-FFF2-40B4-BE49-F238E27FC236}">
                      <a16:creationId xmlns:a16="http://schemas.microsoft.com/office/drawing/2014/main" id="{08B614F2-187D-1230-F0AA-8B8A71041FC1}"/>
                    </a:ext>
                  </a:extLst>
                </p:cNvPr>
                <p:cNvSpPr/>
                <p:nvPr/>
              </p:nvSpPr>
              <p:spPr>
                <a:xfrm>
                  <a:off x="15502637" y="4881286"/>
                  <a:ext cx="60761" cy="24131"/>
                </a:xfrm>
                <a:custGeom>
                  <a:avLst/>
                  <a:gdLst>
                    <a:gd name="f0" fmla="val 10800000"/>
                    <a:gd name="f1" fmla="val 5400000"/>
                    <a:gd name="f2" fmla="val 180"/>
                    <a:gd name="f3" fmla="val w"/>
                    <a:gd name="f4" fmla="val h"/>
                    <a:gd name="f5" fmla="val 0"/>
                    <a:gd name="f6" fmla="val 251"/>
                    <a:gd name="f7" fmla="val 100"/>
                    <a:gd name="f8" fmla="val 229"/>
                    <a:gd name="f9" fmla="val 70"/>
                    <a:gd name="f10" fmla="val 69"/>
                    <a:gd name="f11" fmla="val 22"/>
                    <a:gd name="f12" fmla="val 27"/>
                    <a:gd name="f13" fmla="val 87"/>
                    <a:gd name="f14" fmla="val 44"/>
                    <a:gd name="f15" fmla="val 63"/>
                    <a:gd name="f16" fmla="val 188"/>
                    <a:gd name="f17" fmla="val 207"/>
                    <a:gd name="f18" fmla="val 223"/>
                    <a:gd name="f19" fmla="val 88"/>
                    <a:gd name="f20" fmla="val 71"/>
                    <a:gd name="f21" fmla="+- 0 0 -90"/>
                    <a:gd name="f22" fmla="*/ f3 1 251"/>
                    <a:gd name="f23" fmla="*/ f4 1 100"/>
                    <a:gd name="f24" fmla="val f5"/>
                    <a:gd name="f25" fmla="val f6"/>
                    <a:gd name="f26" fmla="val f7"/>
                    <a:gd name="f27" fmla="*/ f21 f0 1"/>
                    <a:gd name="f28" fmla="+- f26 0 f24"/>
                    <a:gd name="f29" fmla="+- f25 0 f24"/>
                    <a:gd name="f30" fmla="*/ f27 1 f2"/>
                    <a:gd name="f31" fmla="*/ f29 1 251"/>
                    <a:gd name="f32" fmla="*/ f28 1 100"/>
                    <a:gd name="f33" fmla="*/ 229 f29 1"/>
                    <a:gd name="f34" fmla="*/ 70 f28 1"/>
                    <a:gd name="f35" fmla="*/ 69 f28 1"/>
                    <a:gd name="f36" fmla="*/ 251 f29 1"/>
                    <a:gd name="f37" fmla="*/ 0 f28 1"/>
                    <a:gd name="f38" fmla="*/ 0 f29 1"/>
                    <a:gd name="f39" fmla="*/ 22 f29 1"/>
                    <a:gd name="f40" fmla="*/ 63 f29 1"/>
                    <a:gd name="f41" fmla="*/ 100 f28 1"/>
                    <a:gd name="f42" fmla="*/ 188 f29 1"/>
                    <a:gd name="f43" fmla="*/ 71 f28 1"/>
                    <a:gd name="f44" fmla="+- f30 0 f1"/>
                    <a:gd name="f45" fmla="*/ f33 1 251"/>
                    <a:gd name="f46" fmla="*/ f34 1 100"/>
                    <a:gd name="f47" fmla="*/ f35 1 100"/>
                    <a:gd name="f48" fmla="*/ f36 1 251"/>
                    <a:gd name="f49" fmla="*/ f37 1 100"/>
                    <a:gd name="f50" fmla="*/ f38 1 251"/>
                    <a:gd name="f51" fmla="*/ f39 1 251"/>
                    <a:gd name="f52" fmla="*/ f40 1 251"/>
                    <a:gd name="f53" fmla="*/ f41 1 100"/>
                    <a:gd name="f54" fmla="*/ f42 1 251"/>
                    <a:gd name="f55" fmla="*/ f43 1 100"/>
                    <a:gd name="f56" fmla="*/ 0 1 f31"/>
                    <a:gd name="f57" fmla="*/ f25 1 f31"/>
                    <a:gd name="f58" fmla="*/ 0 1 f32"/>
                    <a:gd name="f59" fmla="*/ f26 1 f32"/>
                    <a:gd name="f60" fmla="*/ f45 1 f31"/>
                    <a:gd name="f61" fmla="*/ f46 1 f32"/>
                    <a:gd name="f62" fmla="*/ f47 1 f32"/>
                    <a:gd name="f63" fmla="*/ f48 1 f31"/>
                    <a:gd name="f64" fmla="*/ f49 1 f32"/>
                    <a:gd name="f65" fmla="*/ f50 1 f31"/>
                    <a:gd name="f66" fmla="*/ f51 1 f31"/>
                    <a:gd name="f67" fmla="*/ f52 1 f31"/>
                    <a:gd name="f68" fmla="*/ f53 1 f32"/>
                    <a:gd name="f69" fmla="*/ f54 1 f31"/>
                    <a:gd name="f70" fmla="*/ f55 1 f32"/>
                    <a:gd name="f71" fmla="*/ f56 f22 1"/>
                    <a:gd name="f72" fmla="*/ f57 f22 1"/>
                    <a:gd name="f73" fmla="*/ f59 f23 1"/>
                    <a:gd name="f74" fmla="*/ f58 f23 1"/>
                    <a:gd name="f75" fmla="*/ f60 f22 1"/>
                    <a:gd name="f76" fmla="*/ f61 f23 1"/>
                    <a:gd name="f77" fmla="*/ f62 f23 1"/>
                    <a:gd name="f78" fmla="*/ f63 f22 1"/>
                    <a:gd name="f79" fmla="*/ f64 f23 1"/>
                    <a:gd name="f80" fmla="*/ f65 f22 1"/>
                    <a:gd name="f81" fmla="*/ f66 f22 1"/>
                    <a:gd name="f82" fmla="*/ f67 f22 1"/>
                    <a:gd name="f83" fmla="*/ f68 f23 1"/>
                    <a:gd name="f84" fmla="*/ f69 f22 1"/>
                    <a:gd name="f85" fmla="*/ f70 f23 1"/>
                  </a:gdLst>
                  <a:ahLst/>
                  <a:cxnLst>
                    <a:cxn ang="3cd4">
                      <a:pos x="hc" y="t"/>
                    </a:cxn>
                    <a:cxn ang="0">
                      <a:pos x="r" y="vc"/>
                    </a:cxn>
                    <a:cxn ang="cd4">
                      <a:pos x="hc" y="b"/>
                    </a:cxn>
                    <a:cxn ang="cd2">
                      <a:pos x="l" y="vc"/>
                    </a:cxn>
                    <a:cxn ang="f44">
                      <a:pos x="f75" y="f76"/>
                    </a:cxn>
                    <a:cxn ang="f44">
                      <a:pos x="f75" y="f77"/>
                    </a:cxn>
                    <a:cxn ang="f44">
                      <a:pos x="f78" y="f79"/>
                    </a:cxn>
                    <a:cxn ang="f44">
                      <a:pos x="f80" y="f79"/>
                    </a:cxn>
                    <a:cxn ang="f44">
                      <a:pos x="f81" y="f77"/>
                    </a:cxn>
                    <a:cxn ang="f44">
                      <a:pos x="f82" y="f83"/>
                    </a:cxn>
                    <a:cxn ang="f44">
                      <a:pos x="f84" y="f83"/>
                    </a:cxn>
                    <a:cxn ang="f44">
                      <a:pos x="f75" y="f85"/>
                    </a:cxn>
                    <a:cxn ang="f44">
                      <a:pos x="f75" y="f85"/>
                    </a:cxn>
                    <a:cxn ang="f44">
                      <a:pos x="f75" y="f76"/>
                    </a:cxn>
                  </a:cxnLst>
                  <a:rect l="f71" t="f74" r="f72" b="f73"/>
                  <a:pathLst>
                    <a:path w="251" h="100">
                      <a:moveTo>
                        <a:pt x="f8" y="f9"/>
                      </a:moveTo>
                      <a:cubicBezTo>
                        <a:pt x="f8" y="f9"/>
                        <a:pt x="f8" y="f10"/>
                        <a:pt x="f8" y="f10"/>
                      </a:cubicBezTo>
                      <a:cubicBezTo>
                        <a:pt x="f6" y="f5"/>
                        <a:pt x="f6" y="f5"/>
                        <a:pt x="f6" y="f5"/>
                      </a:cubicBezTo>
                      <a:cubicBezTo>
                        <a:pt x="f5" y="f5"/>
                        <a:pt x="f5" y="f5"/>
                        <a:pt x="f5" y="f5"/>
                      </a:cubicBezTo>
                      <a:cubicBezTo>
                        <a:pt x="f11" y="f10"/>
                        <a:pt x="f11" y="f10"/>
                        <a:pt x="f11" y="f10"/>
                      </a:cubicBezTo>
                      <a:cubicBezTo>
                        <a:pt x="f12" y="f13"/>
                        <a:pt x="f14" y="f7"/>
                        <a:pt x="f15" y="f7"/>
                      </a:cubicBezTo>
                      <a:cubicBezTo>
                        <a:pt x="f16" y="f7"/>
                        <a:pt x="f16" y="f7"/>
                        <a:pt x="f16" y="f7"/>
                      </a:cubicBezTo>
                      <a:cubicBezTo>
                        <a:pt x="f17" y="f7"/>
                        <a:pt x="f18" y="f19"/>
                        <a:pt x="f8" y="f20"/>
                      </a:cubicBezTo>
                      <a:cubicBezTo>
                        <a:pt x="f8" y="f20"/>
                        <a:pt x="f8" y="f20"/>
                        <a:pt x="f8" y="f20"/>
                      </a:cubicBezTo>
                      <a:lnTo>
                        <a:pt x="f8" y="f9"/>
                      </a:lnTo>
                      <a:close/>
                    </a:path>
                  </a:pathLst>
                </a:custGeom>
                <a:gradFill>
                  <a:gsLst>
                    <a:gs pos="0">
                      <a:srgbClr val="9D9FA1"/>
                    </a:gs>
                    <a:gs pos="100000">
                      <a:srgbClr val="211F26"/>
                    </a:gs>
                  </a:gsLst>
                  <a:lin ang="2700000"/>
                </a:gradFill>
                <a:ln>
                  <a:noFill/>
                  <a:prstDash val="solid"/>
                </a:ln>
              </p:spPr>
              <p:txBody>
                <a:bodyPr vert="horz" wrap="square" lIns="91440" tIns="45720" rIns="91440" bIns="45720" anchor="t"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300" b="0" i="0" u="none" strike="noStrike" kern="0" cap="none" spc="0" baseline="0">
                    <a:solidFill>
                      <a:srgbClr val="211F26"/>
                    </a:solidFill>
                    <a:uFillTx/>
                    <a:latin typeface="Arial"/>
                  </a:endParaRPr>
                </a:p>
              </p:txBody>
            </p:sp>
            <p:sp>
              <p:nvSpPr>
                <p:cNvPr id="74" name="Freeform 14">
                  <a:extLst>
                    <a:ext uri="{FF2B5EF4-FFF2-40B4-BE49-F238E27FC236}">
                      <a16:creationId xmlns:a16="http://schemas.microsoft.com/office/drawing/2014/main" id="{3F9947F7-2967-A0F5-0193-394CAD792927}"/>
                    </a:ext>
                  </a:extLst>
                </p:cNvPr>
                <p:cNvSpPr/>
                <p:nvPr/>
              </p:nvSpPr>
              <p:spPr>
                <a:xfrm>
                  <a:off x="15447919" y="4663037"/>
                  <a:ext cx="169776" cy="208126"/>
                </a:xfrm>
                <a:custGeom>
                  <a:avLst/>
                  <a:gdLst>
                    <a:gd name="f0" fmla="val 10800000"/>
                    <a:gd name="f1" fmla="val 5400000"/>
                    <a:gd name="f2" fmla="val 180"/>
                    <a:gd name="f3" fmla="val w"/>
                    <a:gd name="f4" fmla="val h"/>
                    <a:gd name="f5" fmla="val 0"/>
                    <a:gd name="f6" fmla="val 702"/>
                    <a:gd name="f7" fmla="val 860"/>
                    <a:gd name="f8" fmla="val 351"/>
                    <a:gd name="f9" fmla="val 157"/>
                    <a:gd name="f10" fmla="val 463"/>
                    <a:gd name="f11" fmla="val 52"/>
                    <a:gd name="f12" fmla="val 562"/>
                    <a:gd name="f13" fmla="val 134"/>
                    <a:gd name="f14" fmla="val 627"/>
                    <a:gd name="f15" fmla="val 165"/>
                    <a:gd name="f16" fmla="val 718"/>
                    <a:gd name="f17" fmla="val 266"/>
                    <a:gd name="f18" fmla="val 434"/>
                    <a:gd name="f19" fmla="val 419"/>
                    <a:gd name="f20" fmla="val 760"/>
                    <a:gd name="f21" fmla="val 284"/>
                    <a:gd name="f22" fmla="val 179"/>
                    <a:gd name="f23" fmla="val 212"/>
                    <a:gd name="f24" fmla="val 216"/>
                    <a:gd name="f25" fmla="val 488"/>
                    <a:gd name="f26" fmla="val 491"/>
                    <a:gd name="f27" fmla="val 570"/>
                    <a:gd name="f28" fmla="val 625"/>
                    <a:gd name="f29" fmla="val 651"/>
                    <a:gd name="f30" fmla="val 560"/>
                    <a:gd name="f31" fmla="val 461"/>
                    <a:gd name="f32" fmla="val 545"/>
                    <a:gd name="f33" fmla="val 587"/>
                    <a:gd name="f34" fmla="val 438"/>
                    <a:gd name="f35" fmla="val 568"/>
                    <a:gd name="f36" fmla="val 490"/>
                    <a:gd name="f37" fmla="val 531"/>
                    <a:gd name="f38" fmla="val 534"/>
                    <a:gd name="f39" fmla="val 485"/>
                    <a:gd name="f40" fmla="val 563"/>
                    <a:gd name="f41" fmla="val 454"/>
                    <a:gd name="f42" fmla="val 658"/>
                    <a:gd name="f43" fmla="val 250"/>
                    <a:gd name="f44" fmla="val 219"/>
                    <a:gd name="f45" fmla="val 565"/>
                    <a:gd name="f46" fmla="val 172"/>
                    <a:gd name="f47" fmla="val 536"/>
                    <a:gd name="f48" fmla="val 135"/>
                    <a:gd name="f49" fmla="val 115"/>
                    <a:gd name="f50" fmla="val 439"/>
                    <a:gd name="f51" fmla="val 105"/>
                    <a:gd name="f52" fmla="val 411"/>
                    <a:gd name="f53" fmla="val 99"/>
                    <a:gd name="f54" fmla="val 382"/>
                    <a:gd name="f55" fmla="val 603"/>
                    <a:gd name="f56" fmla="val 381"/>
                    <a:gd name="f57" fmla="val 597"/>
                    <a:gd name="f58" fmla="+- 0 0 -90"/>
                    <a:gd name="f59" fmla="*/ f3 1 702"/>
                    <a:gd name="f60" fmla="*/ f4 1 860"/>
                    <a:gd name="f61" fmla="val f5"/>
                    <a:gd name="f62" fmla="val f6"/>
                    <a:gd name="f63" fmla="val f7"/>
                    <a:gd name="f64" fmla="*/ f58 f0 1"/>
                    <a:gd name="f65" fmla="+- f63 0 f61"/>
                    <a:gd name="f66" fmla="+- f62 0 f61"/>
                    <a:gd name="f67" fmla="*/ f64 1 f2"/>
                    <a:gd name="f68" fmla="*/ f66 1 702"/>
                    <a:gd name="f69" fmla="*/ f65 1 860"/>
                    <a:gd name="f70" fmla="*/ 351 f66 1"/>
                    <a:gd name="f71" fmla="*/ 0 f65 1"/>
                    <a:gd name="f72" fmla="*/ 0 f66 1"/>
                    <a:gd name="f73" fmla="*/ 351 f65 1"/>
                    <a:gd name="f74" fmla="*/ 134 f66 1"/>
                    <a:gd name="f75" fmla="*/ 627 f65 1"/>
                    <a:gd name="f76" fmla="*/ 165 f66 1"/>
                    <a:gd name="f77" fmla="*/ 718 f65 1"/>
                    <a:gd name="f78" fmla="*/ 266 f66 1"/>
                    <a:gd name="f79" fmla="*/ 434 f66 1"/>
                    <a:gd name="f80" fmla="*/ 419 f66 1"/>
                    <a:gd name="f81" fmla="*/ 760 f65 1"/>
                    <a:gd name="f82" fmla="*/ 284 f66 1"/>
                    <a:gd name="f83" fmla="*/ 179 f66 1"/>
                    <a:gd name="f84" fmla="*/ 212 f66 1"/>
                    <a:gd name="f85" fmla="*/ 860 f65 1"/>
                    <a:gd name="f86" fmla="*/ 216 f66 1"/>
                    <a:gd name="f87" fmla="*/ 488 f66 1"/>
                    <a:gd name="f88" fmla="*/ 491 f66 1"/>
                    <a:gd name="f89" fmla="*/ 570 f66 1"/>
                    <a:gd name="f90" fmla="*/ 625 f65 1"/>
                    <a:gd name="f91" fmla="*/ 702 f66 1"/>
                    <a:gd name="f92" fmla="*/ 587 f66 1"/>
                    <a:gd name="f93" fmla="*/ 438 f65 1"/>
                    <a:gd name="f94" fmla="*/ 485 f66 1"/>
                    <a:gd name="f95" fmla="*/ 563 f65 1"/>
                    <a:gd name="f96" fmla="*/ 454 f66 1"/>
                    <a:gd name="f97" fmla="*/ 658 f65 1"/>
                    <a:gd name="f98" fmla="*/ 250 f66 1"/>
                    <a:gd name="f99" fmla="*/ 219 f66 1"/>
                    <a:gd name="f100" fmla="*/ 565 f65 1"/>
                    <a:gd name="f101" fmla="*/ 115 f66 1"/>
                    <a:gd name="f102" fmla="*/ 439 f65 1"/>
                    <a:gd name="f103" fmla="*/ 99 f66 1"/>
                    <a:gd name="f104" fmla="*/ 99 f65 1"/>
                    <a:gd name="f105" fmla="*/ 603 f66 1"/>
                    <a:gd name="f106" fmla="+- f67 0 f1"/>
                    <a:gd name="f107" fmla="*/ f70 1 702"/>
                    <a:gd name="f108" fmla="*/ f71 1 860"/>
                    <a:gd name="f109" fmla="*/ f72 1 702"/>
                    <a:gd name="f110" fmla="*/ f73 1 860"/>
                    <a:gd name="f111" fmla="*/ f74 1 702"/>
                    <a:gd name="f112" fmla="*/ f75 1 860"/>
                    <a:gd name="f113" fmla="*/ f76 1 702"/>
                    <a:gd name="f114" fmla="*/ f77 1 860"/>
                    <a:gd name="f115" fmla="*/ f78 1 702"/>
                    <a:gd name="f116" fmla="*/ f79 1 702"/>
                    <a:gd name="f117" fmla="*/ f80 1 702"/>
                    <a:gd name="f118" fmla="*/ f81 1 860"/>
                    <a:gd name="f119" fmla="*/ f82 1 702"/>
                    <a:gd name="f120" fmla="*/ f83 1 702"/>
                    <a:gd name="f121" fmla="*/ f84 1 702"/>
                    <a:gd name="f122" fmla="*/ f85 1 860"/>
                    <a:gd name="f123" fmla="*/ f86 1 702"/>
                    <a:gd name="f124" fmla="*/ f87 1 702"/>
                    <a:gd name="f125" fmla="*/ f88 1 702"/>
                    <a:gd name="f126" fmla="*/ f89 1 702"/>
                    <a:gd name="f127" fmla="*/ f90 1 860"/>
                    <a:gd name="f128" fmla="*/ f91 1 702"/>
                    <a:gd name="f129" fmla="*/ f92 1 702"/>
                    <a:gd name="f130" fmla="*/ f93 1 860"/>
                    <a:gd name="f131" fmla="*/ f94 1 702"/>
                    <a:gd name="f132" fmla="*/ f95 1 860"/>
                    <a:gd name="f133" fmla="*/ f96 1 702"/>
                    <a:gd name="f134" fmla="*/ f97 1 860"/>
                    <a:gd name="f135" fmla="*/ f98 1 702"/>
                    <a:gd name="f136" fmla="*/ f99 1 702"/>
                    <a:gd name="f137" fmla="*/ f100 1 860"/>
                    <a:gd name="f138" fmla="*/ f101 1 702"/>
                    <a:gd name="f139" fmla="*/ f102 1 860"/>
                    <a:gd name="f140" fmla="*/ f103 1 702"/>
                    <a:gd name="f141" fmla="*/ f104 1 860"/>
                    <a:gd name="f142" fmla="*/ f105 1 702"/>
                    <a:gd name="f143" fmla="*/ 0 1 f68"/>
                    <a:gd name="f144" fmla="*/ f62 1 f68"/>
                    <a:gd name="f145" fmla="*/ 0 1 f69"/>
                    <a:gd name="f146" fmla="*/ f63 1 f69"/>
                    <a:gd name="f147" fmla="*/ f107 1 f68"/>
                    <a:gd name="f148" fmla="*/ f108 1 f69"/>
                    <a:gd name="f149" fmla="*/ f109 1 f68"/>
                    <a:gd name="f150" fmla="*/ f110 1 f69"/>
                    <a:gd name="f151" fmla="*/ f111 1 f68"/>
                    <a:gd name="f152" fmla="*/ f112 1 f69"/>
                    <a:gd name="f153" fmla="*/ f113 1 f68"/>
                    <a:gd name="f154" fmla="*/ f114 1 f69"/>
                    <a:gd name="f155" fmla="*/ f115 1 f68"/>
                    <a:gd name="f156" fmla="*/ f116 1 f68"/>
                    <a:gd name="f157" fmla="*/ f117 1 f68"/>
                    <a:gd name="f158" fmla="*/ f118 1 f69"/>
                    <a:gd name="f159" fmla="*/ f119 1 f68"/>
                    <a:gd name="f160" fmla="*/ f120 1 f68"/>
                    <a:gd name="f161" fmla="*/ f121 1 f68"/>
                    <a:gd name="f162" fmla="*/ f122 1 f69"/>
                    <a:gd name="f163" fmla="*/ f123 1 f68"/>
                    <a:gd name="f164" fmla="*/ f124 1 f68"/>
                    <a:gd name="f165" fmla="*/ f125 1 f68"/>
                    <a:gd name="f166" fmla="*/ f126 1 f68"/>
                    <a:gd name="f167" fmla="*/ f127 1 f69"/>
                    <a:gd name="f168" fmla="*/ f128 1 f68"/>
                    <a:gd name="f169" fmla="*/ f129 1 f68"/>
                    <a:gd name="f170" fmla="*/ f130 1 f69"/>
                    <a:gd name="f171" fmla="*/ f131 1 f68"/>
                    <a:gd name="f172" fmla="*/ f132 1 f69"/>
                    <a:gd name="f173" fmla="*/ f133 1 f68"/>
                    <a:gd name="f174" fmla="*/ f134 1 f69"/>
                    <a:gd name="f175" fmla="*/ f135 1 f68"/>
                    <a:gd name="f176" fmla="*/ f136 1 f68"/>
                    <a:gd name="f177" fmla="*/ f137 1 f69"/>
                    <a:gd name="f178" fmla="*/ f138 1 f68"/>
                    <a:gd name="f179" fmla="*/ f139 1 f69"/>
                    <a:gd name="f180" fmla="*/ f140 1 f68"/>
                    <a:gd name="f181" fmla="*/ f141 1 f69"/>
                    <a:gd name="f182" fmla="*/ f142 1 f68"/>
                    <a:gd name="f183" fmla="*/ f143 f59 1"/>
                    <a:gd name="f184" fmla="*/ f144 f59 1"/>
                    <a:gd name="f185" fmla="*/ f146 f60 1"/>
                    <a:gd name="f186" fmla="*/ f145 f60 1"/>
                    <a:gd name="f187" fmla="*/ f147 f59 1"/>
                    <a:gd name="f188" fmla="*/ f148 f60 1"/>
                    <a:gd name="f189" fmla="*/ f149 f59 1"/>
                    <a:gd name="f190" fmla="*/ f150 f60 1"/>
                    <a:gd name="f191" fmla="*/ f151 f59 1"/>
                    <a:gd name="f192" fmla="*/ f152 f60 1"/>
                    <a:gd name="f193" fmla="*/ f153 f59 1"/>
                    <a:gd name="f194" fmla="*/ f154 f60 1"/>
                    <a:gd name="f195" fmla="*/ f155 f59 1"/>
                    <a:gd name="f196" fmla="*/ f156 f59 1"/>
                    <a:gd name="f197" fmla="*/ f157 f59 1"/>
                    <a:gd name="f198" fmla="*/ f158 f60 1"/>
                    <a:gd name="f199" fmla="*/ f159 f59 1"/>
                    <a:gd name="f200" fmla="*/ f160 f59 1"/>
                    <a:gd name="f201" fmla="*/ f161 f59 1"/>
                    <a:gd name="f202" fmla="*/ f162 f60 1"/>
                    <a:gd name="f203" fmla="*/ f163 f59 1"/>
                    <a:gd name="f204" fmla="*/ f164 f59 1"/>
                    <a:gd name="f205" fmla="*/ f165 f59 1"/>
                    <a:gd name="f206" fmla="*/ f166 f59 1"/>
                    <a:gd name="f207" fmla="*/ f167 f60 1"/>
                    <a:gd name="f208" fmla="*/ f168 f59 1"/>
                    <a:gd name="f209" fmla="*/ f169 f59 1"/>
                    <a:gd name="f210" fmla="*/ f170 f60 1"/>
                    <a:gd name="f211" fmla="*/ f171 f59 1"/>
                    <a:gd name="f212" fmla="*/ f172 f60 1"/>
                    <a:gd name="f213" fmla="*/ f173 f59 1"/>
                    <a:gd name="f214" fmla="*/ f174 f60 1"/>
                    <a:gd name="f215" fmla="*/ f175 f59 1"/>
                    <a:gd name="f216" fmla="*/ f176 f59 1"/>
                    <a:gd name="f217" fmla="*/ f177 f60 1"/>
                    <a:gd name="f218" fmla="*/ f178 f59 1"/>
                    <a:gd name="f219" fmla="*/ f179 f60 1"/>
                    <a:gd name="f220" fmla="*/ f180 f59 1"/>
                    <a:gd name="f221" fmla="*/ f181 f60 1"/>
                    <a:gd name="f222" fmla="*/ f182 f59 1"/>
                  </a:gdLst>
                  <a:ahLst/>
                  <a:cxnLst>
                    <a:cxn ang="3cd4">
                      <a:pos x="hc" y="t"/>
                    </a:cxn>
                    <a:cxn ang="0">
                      <a:pos x="r" y="vc"/>
                    </a:cxn>
                    <a:cxn ang="cd4">
                      <a:pos x="hc" y="b"/>
                    </a:cxn>
                    <a:cxn ang="cd2">
                      <a:pos x="l" y="vc"/>
                    </a:cxn>
                    <a:cxn ang="f106">
                      <a:pos x="f187" y="f188"/>
                    </a:cxn>
                    <a:cxn ang="f106">
                      <a:pos x="f189" y="f190"/>
                    </a:cxn>
                    <a:cxn ang="f106">
                      <a:pos x="f191" y="f192"/>
                    </a:cxn>
                    <a:cxn ang="f106">
                      <a:pos x="f193" y="f194"/>
                    </a:cxn>
                    <a:cxn ang="f106">
                      <a:pos x="f195" y="f194"/>
                    </a:cxn>
                    <a:cxn ang="f106">
                      <a:pos x="f195" y="f194"/>
                    </a:cxn>
                    <a:cxn ang="f106">
                      <a:pos x="f196" y="f194"/>
                    </a:cxn>
                    <a:cxn ang="f106">
                      <a:pos x="f197" y="f198"/>
                    </a:cxn>
                    <a:cxn ang="f106">
                      <a:pos x="f199" y="f198"/>
                    </a:cxn>
                    <a:cxn ang="f106">
                      <a:pos x="f199" y="f198"/>
                    </a:cxn>
                    <a:cxn ang="f106">
                      <a:pos x="f200" y="f198"/>
                    </a:cxn>
                    <a:cxn ang="f106">
                      <a:pos x="f201" y="f202"/>
                    </a:cxn>
                    <a:cxn ang="f106">
                      <a:pos x="f201" y="f202"/>
                    </a:cxn>
                    <a:cxn ang="f106">
                      <a:pos x="f203" y="f202"/>
                    </a:cxn>
                    <a:cxn ang="f106">
                      <a:pos x="f204" y="f202"/>
                    </a:cxn>
                    <a:cxn ang="f106">
                      <a:pos x="f205" y="f202"/>
                    </a:cxn>
                    <a:cxn ang="f106">
                      <a:pos x="f206" y="f207"/>
                    </a:cxn>
                    <a:cxn ang="f106">
                      <a:pos x="f208" y="f190"/>
                    </a:cxn>
                    <a:cxn ang="f106">
                      <a:pos x="f187" y="f188"/>
                    </a:cxn>
                    <a:cxn ang="f106">
                      <a:pos x="f209" y="f210"/>
                    </a:cxn>
                    <a:cxn ang="f106">
                      <a:pos x="f211" y="f212"/>
                    </a:cxn>
                    <a:cxn ang="f106">
                      <a:pos x="f213" y="f214"/>
                    </a:cxn>
                    <a:cxn ang="f106">
                      <a:pos x="f215" y="f214"/>
                    </a:cxn>
                    <a:cxn ang="f106">
                      <a:pos x="f216" y="f217"/>
                    </a:cxn>
                    <a:cxn ang="f106">
                      <a:pos x="f218" y="f219"/>
                    </a:cxn>
                    <a:cxn ang="f106">
                      <a:pos x="f220" y="f190"/>
                    </a:cxn>
                    <a:cxn ang="f106">
                      <a:pos x="f187" y="f221"/>
                    </a:cxn>
                    <a:cxn ang="f106">
                      <a:pos x="f222" y="f190"/>
                    </a:cxn>
                    <a:cxn ang="f106">
                      <a:pos x="f209" y="f210"/>
                    </a:cxn>
                  </a:cxnLst>
                  <a:rect l="f183" t="f186" r="f184" b="f185"/>
                  <a:pathLst>
                    <a:path w="702" h="860">
                      <a:moveTo>
                        <a:pt x="f8" y="f5"/>
                      </a:moveTo>
                      <a:cubicBezTo>
                        <a:pt x="f9" y="f5"/>
                        <a:pt x="f5" y="f9"/>
                        <a:pt x="f5" y="f8"/>
                      </a:cubicBezTo>
                      <a:cubicBezTo>
                        <a:pt x="f5" y="f10"/>
                        <a:pt x="f11" y="f12"/>
                        <a:pt x="f13" y="f14"/>
                      </a:cubicBezTo>
                      <a:cubicBezTo>
                        <a:pt x="f15" y="f16"/>
                        <a:pt x="f15" y="f16"/>
                        <a:pt x="f15" y="f16"/>
                      </a:cubicBezTo>
                      <a:cubicBezTo>
                        <a:pt x="f17" y="f16"/>
                        <a:pt x="f17" y="f16"/>
                        <a:pt x="f17" y="f16"/>
                      </a:cubicBezTo>
                      <a:cubicBezTo>
                        <a:pt x="f17" y="f16"/>
                        <a:pt x="f17" y="f16"/>
                        <a:pt x="f17" y="f16"/>
                      </a:cubicBezTo>
                      <a:cubicBezTo>
                        <a:pt x="f18" y="f16"/>
                        <a:pt x="f18" y="f16"/>
                        <a:pt x="f18" y="f16"/>
                      </a:cubicBezTo>
                      <a:cubicBezTo>
                        <a:pt x="f19" y="f20"/>
                        <a:pt x="f19" y="f20"/>
                        <a:pt x="f19" y="f20"/>
                      </a:cubicBezTo>
                      <a:cubicBezTo>
                        <a:pt x="f21" y="f20"/>
                        <a:pt x="f21" y="f20"/>
                        <a:pt x="f21" y="f20"/>
                      </a:cubicBezTo>
                      <a:cubicBezTo>
                        <a:pt x="f21" y="f20"/>
                        <a:pt x="f21" y="f20"/>
                        <a:pt x="f21" y="f20"/>
                      </a:cubicBezTo>
                      <a:cubicBezTo>
                        <a:pt x="f22" y="f20"/>
                        <a:pt x="f22" y="f20"/>
                        <a:pt x="f22" y="f20"/>
                      </a:cubicBezTo>
                      <a:cubicBezTo>
                        <a:pt x="f23" y="f7"/>
                        <a:pt x="f23" y="f7"/>
                        <a:pt x="f23" y="f7"/>
                      </a:cubicBezTo>
                      <a:cubicBezTo>
                        <a:pt x="f23" y="f7"/>
                        <a:pt x="f23" y="f7"/>
                        <a:pt x="f23" y="f7"/>
                      </a:cubicBezTo>
                      <a:cubicBezTo>
                        <a:pt x="f24" y="f7"/>
                        <a:pt x="f24" y="f7"/>
                        <a:pt x="f24" y="f7"/>
                      </a:cubicBezTo>
                      <a:cubicBezTo>
                        <a:pt x="f25" y="f7"/>
                        <a:pt x="f25" y="f7"/>
                        <a:pt x="f25" y="f7"/>
                      </a:cubicBezTo>
                      <a:cubicBezTo>
                        <a:pt x="f26" y="f7"/>
                        <a:pt x="f26" y="f7"/>
                        <a:pt x="f26" y="f7"/>
                      </a:cubicBezTo>
                      <a:cubicBezTo>
                        <a:pt x="f27" y="f28"/>
                        <a:pt x="f27" y="f28"/>
                        <a:pt x="f27" y="f28"/>
                      </a:cubicBezTo>
                      <a:cubicBezTo>
                        <a:pt x="f29" y="f30"/>
                        <a:pt x="f6" y="f31"/>
                        <a:pt x="f6" y="f8"/>
                      </a:cubicBezTo>
                      <a:cubicBezTo>
                        <a:pt x="f6" y="f9"/>
                        <a:pt x="f32" y="f5"/>
                        <a:pt x="f8" y="f5"/>
                      </a:cubicBezTo>
                      <a:close/>
                      <a:moveTo>
                        <a:pt x="f33" y="f34"/>
                      </a:moveTo>
                      <a:cubicBezTo>
                        <a:pt x="f35" y="f36"/>
                        <a:pt x="f37" y="f38"/>
                        <a:pt x="f39" y="f40"/>
                      </a:cubicBezTo>
                      <a:cubicBezTo>
                        <a:pt x="f41" y="f42"/>
                        <a:pt x="f41" y="f42"/>
                        <a:pt x="f41" y="f42"/>
                      </a:cubicBezTo>
                      <a:cubicBezTo>
                        <a:pt x="f43" y="f42"/>
                        <a:pt x="f43" y="f42"/>
                        <a:pt x="f43" y="f42"/>
                      </a:cubicBezTo>
                      <a:cubicBezTo>
                        <a:pt x="f44" y="f45"/>
                        <a:pt x="f44" y="f45"/>
                        <a:pt x="f44" y="f45"/>
                      </a:cubicBezTo>
                      <a:cubicBezTo>
                        <a:pt x="f46" y="f47"/>
                        <a:pt x="f48" y="f26"/>
                        <a:pt x="f49" y="f50"/>
                      </a:cubicBezTo>
                      <a:cubicBezTo>
                        <a:pt x="f51" y="f52"/>
                        <a:pt x="f53" y="f54"/>
                        <a:pt x="f53" y="f8"/>
                      </a:cubicBezTo>
                      <a:cubicBezTo>
                        <a:pt x="f53" y="f23"/>
                        <a:pt x="f23" y="f53"/>
                        <a:pt x="f8" y="f53"/>
                      </a:cubicBezTo>
                      <a:cubicBezTo>
                        <a:pt x="f36" y="f53"/>
                        <a:pt x="f55" y="f23"/>
                        <a:pt x="f55" y="f8"/>
                      </a:cubicBezTo>
                      <a:cubicBezTo>
                        <a:pt x="f55" y="f56"/>
                        <a:pt x="f57" y="f52"/>
                        <a:pt x="f33" y="f34"/>
                      </a:cubicBezTo>
                      <a:close/>
                    </a:path>
                  </a:pathLst>
                </a:custGeom>
                <a:gradFill>
                  <a:gsLst>
                    <a:gs pos="0">
                      <a:srgbClr val="9D9FA1"/>
                    </a:gs>
                    <a:gs pos="100000">
                      <a:srgbClr val="211F26"/>
                    </a:gs>
                  </a:gsLst>
                  <a:lin ang="2700000"/>
                </a:gradFill>
                <a:ln>
                  <a:noFill/>
                  <a:prstDash val="solid"/>
                </a:ln>
              </p:spPr>
              <p:txBody>
                <a:bodyPr vert="horz" wrap="square" lIns="91440" tIns="45720" rIns="91440" bIns="45720" anchor="t"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300" b="0" i="0" u="none" strike="noStrike" kern="0" cap="none" spc="0" baseline="0">
                    <a:solidFill>
                      <a:srgbClr val="211F26"/>
                    </a:solidFill>
                    <a:uFillTx/>
                    <a:latin typeface="Arial"/>
                  </a:endParaRPr>
                </a:p>
              </p:txBody>
            </p:sp>
          </p:grpSp>
          <p:sp>
            <p:nvSpPr>
              <p:cNvPr id="75" name="Tekstvak 35">
                <a:extLst>
                  <a:ext uri="{FF2B5EF4-FFF2-40B4-BE49-F238E27FC236}">
                    <a16:creationId xmlns:a16="http://schemas.microsoft.com/office/drawing/2014/main" id="{B8206BA5-C2B4-D7B8-4877-E7C67F9FD31E}"/>
                  </a:ext>
                </a:extLst>
              </p:cNvPr>
              <p:cNvSpPr txBox="1"/>
              <p:nvPr/>
            </p:nvSpPr>
            <p:spPr>
              <a:xfrm>
                <a:off x="15225601" y="4917487"/>
                <a:ext cx="627799" cy="322234"/>
              </a:xfrm>
              <a:prstGeom prst="rect">
                <a:avLst/>
              </a:prstGeom>
              <a:noFill/>
              <a:ln>
                <a:noFill/>
              </a:ln>
            </p:spPr>
            <p:txBody>
              <a:bodyPr vert="horz" wrap="square" lIns="0" tIns="0" rIns="0" bIns="0"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000" b="0" i="0" u="none" strike="noStrike" kern="0" cap="none" spc="0" baseline="0">
                    <a:solidFill>
                      <a:srgbClr val="211F26"/>
                    </a:solidFill>
                    <a:uFillTx/>
                    <a:latin typeface="Calibri" pitchFamily="34"/>
                    <a:cs typeface="Calibri" pitchFamily="34"/>
                  </a:rPr>
                  <a:t>Inspiration</a:t>
                </a:r>
              </a:p>
            </p:txBody>
          </p:sp>
        </p:grpSp>
      </p:grpSp>
      <p:grpSp>
        <p:nvGrpSpPr>
          <p:cNvPr id="76" name="INSTRUCTION">
            <a:extLst>
              <a:ext uri="{FF2B5EF4-FFF2-40B4-BE49-F238E27FC236}">
                <a16:creationId xmlns:a16="http://schemas.microsoft.com/office/drawing/2014/main" id="{6490481A-4533-24AE-983C-78FAD88A257F}"/>
              </a:ext>
            </a:extLst>
          </p:cNvPr>
          <p:cNvGrpSpPr/>
          <p:nvPr/>
        </p:nvGrpSpPr>
        <p:grpSpPr>
          <a:xfrm>
            <a:off x="-3786164" y="0"/>
            <a:ext cx="3693380" cy="6640345"/>
            <a:chOff x="-3786164" y="0"/>
            <a:chExt cx="3693380" cy="6640345"/>
          </a:xfrm>
        </p:grpSpPr>
        <p:sp>
          <p:nvSpPr>
            <p:cNvPr id="77" name="Rechthoek 83">
              <a:extLst>
                <a:ext uri="{FF2B5EF4-FFF2-40B4-BE49-F238E27FC236}">
                  <a16:creationId xmlns:a16="http://schemas.microsoft.com/office/drawing/2014/main" id="{0711611B-EA4B-479E-1D49-EED59D394008}"/>
                </a:ext>
              </a:extLst>
            </p:cNvPr>
            <p:cNvSpPr/>
            <p:nvPr/>
          </p:nvSpPr>
          <p:spPr>
            <a:xfrm>
              <a:off x="-3786164" y="0"/>
              <a:ext cx="3593089" cy="5991724"/>
            </a:xfrm>
            <a:prstGeom prst="rect">
              <a:avLst/>
            </a:prstGeom>
            <a:solidFill>
              <a:srgbClr val="FFFFFF"/>
            </a:solidFill>
            <a:ln w="6345" cap="flat">
              <a:solidFill>
                <a:srgbClr val="ECECEC"/>
              </a:solidFill>
              <a:prstDash val="solid"/>
              <a:miter/>
            </a:ln>
          </p:spPr>
          <p:txBody>
            <a:bodyPr vert="horz" wrap="square" lIns="179999" tIns="143999" rIns="179999" bIns="143999"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400" b="1" i="0" u="none" strike="noStrike" kern="1200" cap="all" spc="0" baseline="0">
                  <a:solidFill>
                    <a:srgbClr val="00A6D6"/>
                  </a:solidFill>
                  <a:uFillTx/>
                  <a:latin typeface="Calibri" pitchFamily="34"/>
                  <a:cs typeface="Calibri" pitchFamily="34"/>
                </a:rPr>
                <a:t>Insert/edit an image</a:t>
              </a:r>
            </a:p>
          </p:txBody>
        </p:sp>
        <p:sp>
          <p:nvSpPr>
            <p:cNvPr id="78" name="Ovaal 84">
              <a:extLst>
                <a:ext uri="{FF2B5EF4-FFF2-40B4-BE49-F238E27FC236}">
                  <a16:creationId xmlns:a16="http://schemas.microsoft.com/office/drawing/2014/main" id="{9581CB1E-9AC7-B988-C41A-8B2B9E4F32C3}"/>
                </a:ext>
              </a:extLst>
            </p:cNvPr>
            <p:cNvSpPr/>
            <p:nvPr/>
          </p:nvSpPr>
          <p:spPr>
            <a:xfrm>
              <a:off x="-3603586" y="465319"/>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1</a:t>
              </a:r>
            </a:p>
          </p:txBody>
        </p:sp>
        <p:sp>
          <p:nvSpPr>
            <p:cNvPr id="79" name="Rechthoek 85">
              <a:extLst>
                <a:ext uri="{FF2B5EF4-FFF2-40B4-BE49-F238E27FC236}">
                  <a16:creationId xmlns:a16="http://schemas.microsoft.com/office/drawing/2014/main" id="{E35D42FF-8352-AA28-E427-4964166BDAB1}"/>
                </a:ext>
              </a:extLst>
            </p:cNvPr>
            <p:cNvSpPr/>
            <p:nvPr/>
          </p:nvSpPr>
          <p:spPr>
            <a:xfrm>
              <a:off x="-3319418" y="465319"/>
              <a:ext cx="2962701" cy="668152"/>
            </a:xfrm>
            <a:prstGeom prst="rect">
              <a:avLst/>
            </a:prstGeom>
            <a:noFill/>
            <a:ln>
              <a:noFill/>
              <a:prstDash val="solid"/>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0" i="0" u="none" strike="noStrike" kern="0" cap="none" spc="0" baseline="0">
                  <a:solidFill>
                    <a:srgbClr val="000000"/>
                  </a:solidFill>
                  <a:uFillTx/>
                  <a:latin typeface="Calibri" pitchFamily="34"/>
                  <a:cs typeface="Calibri" pitchFamily="34"/>
                </a:rPr>
                <a:t>If necessary, delete the existing image</a:t>
              </a:r>
              <a:br>
                <a:rPr lang="en-GB" sz="1200" b="0" i="0" u="none" strike="noStrike" kern="0" cap="none" spc="0" baseline="0">
                  <a:solidFill>
                    <a:srgbClr val="000000"/>
                  </a:solidFill>
                  <a:uFillTx/>
                  <a:latin typeface="Calibri" pitchFamily="34"/>
                  <a:cs typeface="Calibri" pitchFamily="34"/>
                </a:rPr>
              </a:br>
              <a:r>
                <a:rPr lang="en-GB" sz="1200" b="0" i="0" u="none" strike="noStrike" kern="0" cap="none" spc="0" baseline="0">
                  <a:solidFill>
                    <a:srgbClr val="000000"/>
                  </a:solidFill>
                  <a:uFillTx/>
                  <a:latin typeface="Calibri" pitchFamily="34"/>
                  <a:cs typeface="Calibri" pitchFamily="34"/>
                </a:rPr>
                <a:t>by using the </a:t>
              </a:r>
              <a:r>
                <a:rPr lang="en-GB" sz="1200" b="1" i="0" u="none" strike="noStrike" kern="0" cap="none" spc="0" baseline="0">
                  <a:solidFill>
                    <a:srgbClr val="000000"/>
                  </a:solidFill>
                  <a:uFillTx/>
                  <a:latin typeface="Calibri" pitchFamily="34"/>
                  <a:cs typeface="Calibri" pitchFamily="34"/>
                </a:rPr>
                <a:t>‘Backspace key’</a:t>
              </a:r>
              <a:r>
                <a:rPr lang="en-GB" sz="1200" b="0" i="0" u="none" strike="noStrike" kern="0" cap="none" spc="0" baseline="0">
                  <a:solidFill>
                    <a:srgbClr val="000000"/>
                  </a:solidFill>
                  <a:uFillTx/>
                  <a:latin typeface="Calibri" pitchFamily="34"/>
                  <a:cs typeface="Calibri" pitchFamily="34"/>
                </a:rPr>
                <a:t>. Select the placeholder, go to the tab </a:t>
              </a:r>
              <a:r>
                <a:rPr lang="en-GB" sz="1200" b="1" i="0" u="none" strike="noStrike" kern="0" cap="none" spc="0" baseline="0">
                  <a:solidFill>
                    <a:srgbClr val="000000"/>
                  </a:solidFill>
                  <a:uFillTx/>
                  <a:latin typeface="Calibri" pitchFamily="34"/>
                  <a:cs typeface="Calibri" pitchFamily="34"/>
                </a:rPr>
                <a:t>‘Slidebuilder’</a:t>
              </a:r>
              <a:r>
                <a:rPr lang="en-GB" sz="1200" b="0" i="0" u="none" strike="noStrike" kern="0" cap="none" spc="0" baseline="0">
                  <a:solidFill>
                    <a:srgbClr val="000000"/>
                  </a:solidFill>
                  <a:uFillTx/>
                  <a:latin typeface="Calibri" pitchFamily="34"/>
                  <a:cs typeface="Calibri" pitchFamily="34"/>
                </a:rPr>
                <a:t> and click on the button </a:t>
              </a:r>
              <a:r>
                <a:rPr lang="en-GB" sz="1200" b="1" i="0" u="none" strike="noStrike" kern="0" cap="none" spc="0" baseline="0">
                  <a:solidFill>
                    <a:srgbClr val="000000"/>
                  </a:solidFill>
                  <a:uFillTx/>
                  <a:latin typeface="Calibri" pitchFamily="34"/>
                  <a:cs typeface="Calibri" pitchFamily="34"/>
                </a:rPr>
                <a:t>‘Images’</a:t>
              </a:r>
              <a:r>
                <a:rPr lang="en-GB" sz="1200" b="0" i="0" u="none" strike="noStrike" kern="0" cap="none" spc="0" baseline="0">
                  <a:solidFill>
                    <a:srgbClr val="000000"/>
                  </a:solidFill>
                  <a:uFillTx/>
                  <a:latin typeface="Calibri" pitchFamily="34"/>
                  <a:cs typeface="Calibri" pitchFamily="34"/>
                </a:rPr>
                <a:t>.</a:t>
              </a:r>
            </a:p>
          </p:txBody>
        </p:sp>
        <p:sp>
          <p:nvSpPr>
            <p:cNvPr id="80" name="Ovaal 86">
              <a:extLst>
                <a:ext uri="{FF2B5EF4-FFF2-40B4-BE49-F238E27FC236}">
                  <a16:creationId xmlns:a16="http://schemas.microsoft.com/office/drawing/2014/main" id="{2CD52EB5-1C31-4E98-8539-7EBCC3B3F2BE}"/>
                </a:ext>
              </a:extLst>
            </p:cNvPr>
            <p:cNvSpPr/>
            <p:nvPr/>
          </p:nvSpPr>
          <p:spPr>
            <a:xfrm>
              <a:off x="-3603586" y="2633938"/>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3</a:t>
              </a:r>
            </a:p>
          </p:txBody>
        </p:sp>
        <p:sp>
          <p:nvSpPr>
            <p:cNvPr id="81" name="Rechthoek 87">
              <a:extLst>
                <a:ext uri="{FF2B5EF4-FFF2-40B4-BE49-F238E27FC236}">
                  <a16:creationId xmlns:a16="http://schemas.microsoft.com/office/drawing/2014/main" id="{9FB198AF-E3DE-78B3-C9FA-B9BAD3798DF1}"/>
                </a:ext>
              </a:extLst>
            </p:cNvPr>
            <p:cNvSpPr/>
            <p:nvPr/>
          </p:nvSpPr>
          <p:spPr>
            <a:xfrm>
              <a:off x="-3319418" y="2633938"/>
              <a:ext cx="3126342" cy="462796"/>
            </a:xfrm>
            <a:prstGeom prst="rect">
              <a:avLst/>
            </a:prstGeom>
            <a:noFill/>
            <a:ln>
              <a:noFill/>
              <a:prstDash val="solid"/>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0" i="0" u="none" strike="noStrike" kern="0" cap="none" spc="0" baseline="0">
                  <a:solidFill>
                    <a:srgbClr val="000000"/>
                  </a:solidFill>
                  <a:uFillTx/>
                  <a:latin typeface="Calibri" pitchFamily="34"/>
                  <a:cs typeface="Calibri" pitchFamily="34"/>
                </a:rPr>
                <a:t>Click with the right mouse button on the thumbnail display of the slide on the left side </a:t>
              </a:r>
              <a:br>
                <a:rPr lang="en-GB" sz="1200" b="0" i="0" u="none" strike="noStrike" kern="0" cap="none" spc="0" baseline="0">
                  <a:solidFill>
                    <a:srgbClr val="000000"/>
                  </a:solidFill>
                  <a:uFillTx/>
                  <a:latin typeface="Calibri" pitchFamily="34"/>
                  <a:cs typeface="Calibri" pitchFamily="34"/>
                </a:rPr>
              </a:br>
              <a:r>
                <a:rPr lang="en-GB" sz="1200" b="0" i="0" u="none" strike="noStrike" kern="0" cap="none" spc="0" baseline="0">
                  <a:solidFill>
                    <a:srgbClr val="000000"/>
                  </a:solidFill>
                  <a:uFillTx/>
                  <a:latin typeface="Calibri" pitchFamily="34"/>
                  <a:cs typeface="Calibri" pitchFamily="34"/>
                </a:rPr>
                <a:t>of the screen and choose </a:t>
              </a:r>
              <a:r>
                <a:rPr lang="en-GB" sz="1200" b="1" i="0" u="none" strike="noStrike" kern="0" cap="none" spc="0" baseline="0">
                  <a:solidFill>
                    <a:srgbClr val="000000"/>
                  </a:solidFill>
                  <a:uFillTx/>
                  <a:latin typeface="Calibri" pitchFamily="34"/>
                  <a:cs typeface="Calibri" pitchFamily="34"/>
                </a:rPr>
                <a:t>‘Reset slide’</a:t>
              </a:r>
              <a:r>
                <a:rPr lang="en-GB" sz="1200" b="0" i="0" u="none" strike="noStrike" kern="0" cap="none" spc="0" baseline="0">
                  <a:solidFill>
                    <a:srgbClr val="000000"/>
                  </a:solidFill>
                  <a:uFillTx/>
                  <a:latin typeface="Calibri" pitchFamily="34"/>
                  <a:cs typeface="Calibri" pitchFamily="34"/>
                </a:rPr>
                <a:t>.</a:t>
              </a:r>
            </a:p>
          </p:txBody>
        </p:sp>
        <p:sp>
          <p:nvSpPr>
            <p:cNvPr id="82" name="Ovaal 88">
              <a:extLst>
                <a:ext uri="{FF2B5EF4-FFF2-40B4-BE49-F238E27FC236}">
                  <a16:creationId xmlns:a16="http://schemas.microsoft.com/office/drawing/2014/main" id="{642F3658-B4F5-71EA-E63F-A9513A22EC76}"/>
                </a:ext>
              </a:extLst>
            </p:cNvPr>
            <p:cNvSpPr/>
            <p:nvPr/>
          </p:nvSpPr>
          <p:spPr>
            <a:xfrm>
              <a:off x="-3603586" y="4226365"/>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4</a:t>
              </a:r>
            </a:p>
          </p:txBody>
        </p:sp>
        <p:sp>
          <p:nvSpPr>
            <p:cNvPr id="83" name="Rechthoek 89">
              <a:extLst>
                <a:ext uri="{FF2B5EF4-FFF2-40B4-BE49-F238E27FC236}">
                  <a16:creationId xmlns:a16="http://schemas.microsoft.com/office/drawing/2014/main" id="{A03C5594-B218-7EFB-D903-08F8CB04B1FC}"/>
                </a:ext>
              </a:extLst>
            </p:cNvPr>
            <p:cNvSpPr/>
            <p:nvPr/>
          </p:nvSpPr>
          <p:spPr>
            <a:xfrm>
              <a:off x="-3319418" y="4226365"/>
              <a:ext cx="2944678" cy="820957"/>
            </a:xfrm>
            <a:prstGeom prst="rect">
              <a:avLst/>
            </a:prstGeom>
            <a:noFill/>
            <a:ln>
              <a:noFill/>
              <a:prstDash val="solid"/>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0" i="0" u="none" strike="noStrike" kern="0" cap="none" spc="0" baseline="0">
                  <a:solidFill>
                    <a:srgbClr val="000000"/>
                  </a:solidFill>
                  <a:uFillTx/>
                  <a:latin typeface="Calibri" pitchFamily="34"/>
                  <a:cs typeface="Calibri" pitchFamily="34"/>
                </a:rPr>
                <a:t>To scale or drag the image, go to the tab </a:t>
              </a:r>
              <a:r>
                <a:rPr lang="en-GB" sz="1200" b="1" i="0" u="none" strike="noStrike" kern="0" cap="none" spc="0" baseline="0">
                  <a:solidFill>
                    <a:srgbClr val="000000"/>
                  </a:solidFill>
                  <a:uFillTx/>
                  <a:latin typeface="Calibri" pitchFamily="34"/>
                  <a:cs typeface="Calibri" pitchFamily="34"/>
                </a:rPr>
                <a:t>‘Picture Tools - Format’</a:t>
              </a:r>
              <a:r>
                <a:rPr lang="en-GB" sz="1200" b="0" i="0" u="none" strike="noStrike" kern="0" cap="none" spc="0" baseline="0">
                  <a:solidFill>
                    <a:srgbClr val="000000"/>
                  </a:solidFill>
                  <a:uFillTx/>
                  <a:latin typeface="Calibri" pitchFamily="34"/>
                  <a:cs typeface="Calibri" pitchFamily="34"/>
                </a:rPr>
                <a:t> and click on</a:t>
              </a:r>
              <a:br>
                <a:rPr lang="en-GB" sz="1200" b="0" i="0" u="none" strike="noStrike" kern="0" cap="none" spc="0" baseline="0">
                  <a:solidFill>
                    <a:srgbClr val="000000"/>
                  </a:solidFill>
                  <a:uFillTx/>
                  <a:latin typeface="Calibri" pitchFamily="34"/>
                  <a:cs typeface="Calibri" pitchFamily="34"/>
                </a:rPr>
              </a:br>
              <a:r>
                <a:rPr lang="en-GB" sz="1200" b="0" i="0" u="none" strike="noStrike" kern="0" cap="none" spc="0" baseline="0">
                  <a:solidFill>
                    <a:srgbClr val="000000"/>
                  </a:solidFill>
                  <a:uFillTx/>
                  <a:latin typeface="Calibri" pitchFamily="34"/>
                  <a:cs typeface="Calibri" pitchFamily="34"/>
                </a:rPr>
                <a:t>the button </a:t>
              </a:r>
              <a:r>
                <a:rPr lang="en-GB" sz="1200" b="1" i="0" u="none" strike="noStrike" kern="0" cap="none" spc="0" baseline="0">
                  <a:solidFill>
                    <a:srgbClr val="000000"/>
                  </a:solidFill>
                  <a:uFillTx/>
                  <a:latin typeface="Calibri" pitchFamily="34"/>
                  <a:cs typeface="Calibri" pitchFamily="34"/>
                </a:rPr>
                <a:t>‘Crop’</a:t>
              </a:r>
              <a:r>
                <a:rPr lang="en-GB" sz="1200" b="0" i="0" u="none" strike="noStrike" kern="0" cap="none" spc="0" baseline="0">
                  <a:solidFill>
                    <a:srgbClr val="000000"/>
                  </a:solidFill>
                  <a:uFillTx/>
                  <a:latin typeface="Calibri" pitchFamily="34"/>
                  <a:cs typeface="Calibri" pitchFamily="34"/>
                </a:rPr>
                <a:t>. Scale the image itself with</a:t>
              </a:r>
              <a:br>
                <a:rPr lang="en-GB" sz="1200" b="0" i="0" u="none" strike="noStrike" kern="0" cap="none" spc="0" baseline="0">
                  <a:solidFill>
                    <a:srgbClr val="000000"/>
                  </a:solidFill>
                  <a:uFillTx/>
                  <a:latin typeface="Calibri" pitchFamily="34"/>
                  <a:cs typeface="Calibri" pitchFamily="34"/>
                </a:rPr>
              </a:br>
              <a:r>
                <a:rPr lang="en-GB" sz="1200" b="0" i="0" u="none" strike="noStrike" kern="0" cap="none" spc="0" baseline="0">
                  <a:solidFill>
                    <a:srgbClr val="000000"/>
                  </a:solidFill>
                  <a:uFillTx/>
                  <a:latin typeface="Calibri" pitchFamily="34"/>
                  <a:cs typeface="Calibri" pitchFamily="34"/>
                </a:rPr>
                <a:t>the spheres and scale the image frame with the brackets.</a:t>
              </a:r>
            </a:p>
          </p:txBody>
        </p:sp>
        <p:sp>
          <p:nvSpPr>
            <p:cNvPr id="84" name="Rechthoek 90">
              <a:extLst>
                <a:ext uri="{FF2B5EF4-FFF2-40B4-BE49-F238E27FC236}">
                  <a16:creationId xmlns:a16="http://schemas.microsoft.com/office/drawing/2014/main" id="{70DAEA97-58E0-56E7-1E98-FEA235B3827C}"/>
                </a:ext>
              </a:extLst>
            </p:cNvPr>
            <p:cNvSpPr/>
            <p:nvPr/>
          </p:nvSpPr>
          <p:spPr>
            <a:xfrm>
              <a:off x="-3316839" y="3200262"/>
              <a:ext cx="1239213" cy="719916"/>
            </a:xfrm>
            <a:prstGeom prst="rect">
              <a:avLst/>
            </a:prstGeom>
            <a:blipFill>
              <a:blip r:embed="rId4">
                <a:alphaModFix/>
              </a:blip>
              <a:tile/>
            </a:blipFill>
            <a:ln w="12701" cap="flat">
              <a:solidFill>
                <a:srgbClr val="D3D3D3"/>
              </a:solidFill>
              <a:prstDash val="solid"/>
              <a:miter/>
            </a:ln>
          </p:spPr>
          <p:txBody>
            <a:bodyPr vert="horz" wrap="square" lIns="71999"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0" i="1" u="none" strike="noStrike" kern="1200" cap="none" spc="0" baseline="0">
                <a:solidFill>
                  <a:srgbClr val="211F26"/>
                </a:solidFill>
                <a:uFillTx/>
                <a:latin typeface="Calibri" pitchFamily="34"/>
                <a:cs typeface="Calibri" pitchFamily="34"/>
              </a:endParaRPr>
            </a:p>
          </p:txBody>
        </p:sp>
        <p:grpSp>
          <p:nvGrpSpPr>
            <p:cNvPr id="85" name="Groep 91">
              <a:extLst>
                <a:ext uri="{FF2B5EF4-FFF2-40B4-BE49-F238E27FC236}">
                  <a16:creationId xmlns:a16="http://schemas.microsoft.com/office/drawing/2014/main" id="{58669E0F-B672-F64C-2A4D-D6A3C0889AAA}"/>
                </a:ext>
              </a:extLst>
            </p:cNvPr>
            <p:cNvGrpSpPr/>
            <p:nvPr/>
          </p:nvGrpSpPr>
          <p:grpSpPr>
            <a:xfrm>
              <a:off x="-2485814" y="3479785"/>
              <a:ext cx="1222991" cy="563928"/>
              <a:chOff x="-2485814" y="3479785"/>
              <a:chExt cx="1222991" cy="563928"/>
            </a:xfrm>
          </p:grpSpPr>
          <p:sp>
            <p:nvSpPr>
              <p:cNvPr id="86" name="Rechthoek 130">
                <a:extLst>
                  <a:ext uri="{FF2B5EF4-FFF2-40B4-BE49-F238E27FC236}">
                    <a16:creationId xmlns:a16="http://schemas.microsoft.com/office/drawing/2014/main" id="{7423468A-294D-5FEC-4C27-1F7AD1CC9436}"/>
                  </a:ext>
                </a:extLst>
              </p:cNvPr>
              <p:cNvSpPr/>
              <p:nvPr/>
            </p:nvSpPr>
            <p:spPr>
              <a:xfrm>
                <a:off x="-2485814" y="3479785"/>
                <a:ext cx="1176476" cy="504849"/>
              </a:xfrm>
              <a:prstGeom prst="rect">
                <a:avLst/>
              </a:prstGeom>
              <a:solidFill>
                <a:srgbClr val="FFFFFF"/>
              </a:solidFill>
              <a:ln w="12701" cap="flat">
                <a:solidFill>
                  <a:srgbClr val="D1D1D1"/>
                </a:solidFill>
                <a:prstDash val="solid"/>
                <a:miter/>
              </a:ln>
            </p:spPr>
            <p:txBody>
              <a:bodyPr vert="horz" wrap="square" lIns="107999"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800" b="0" i="0" u="none" strike="noStrike" kern="1200" cap="none" spc="0" baseline="0">
                  <a:solidFill>
                    <a:srgbClr val="211F26"/>
                  </a:solidFill>
                  <a:uFillTx/>
                  <a:latin typeface="Calibri" pitchFamily="34"/>
                  <a:cs typeface="Calibri" pitchFamily="34"/>
                </a:endParaRPr>
              </a:p>
            </p:txBody>
          </p:sp>
          <p:sp>
            <p:nvSpPr>
              <p:cNvPr id="87" name="Rechthoek 131">
                <a:extLst>
                  <a:ext uri="{FF2B5EF4-FFF2-40B4-BE49-F238E27FC236}">
                    <a16:creationId xmlns:a16="http://schemas.microsoft.com/office/drawing/2014/main" id="{70ED14A3-FD57-D1AF-314C-DBBCD26111EA}"/>
                  </a:ext>
                </a:extLst>
              </p:cNvPr>
              <p:cNvSpPr/>
              <p:nvPr/>
            </p:nvSpPr>
            <p:spPr>
              <a:xfrm>
                <a:off x="-2479587" y="3733412"/>
                <a:ext cx="1164003" cy="246705"/>
              </a:xfrm>
              <a:prstGeom prst="rect">
                <a:avLst/>
              </a:prstGeom>
              <a:solidFill>
                <a:srgbClr val="FCE4DC"/>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nvGrpSpPr>
              <p:cNvPr id="88" name="Groep 132">
                <a:extLst>
                  <a:ext uri="{FF2B5EF4-FFF2-40B4-BE49-F238E27FC236}">
                    <a16:creationId xmlns:a16="http://schemas.microsoft.com/office/drawing/2014/main" id="{985BD1B1-810F-E50D-42AC-524066AEF4F4}"/>
                  </a:ext>
                </a:extLst>
              </p:cNvPr>
              <p:cNvGrpSpPr/>
              <p:nvPr/>
            </p:nvGrpSpPr>
            <p:grpSpPr>
              <a:xfrm>
                <a:off x="-2403866" y="3541123"/>
                <a:ext cx="155950" cy="131920"/>
                <a:chOff x="-2403866" y="3541123"/>
                <a:chExt cx="155950" cy="131920"/>
              </a:xfrm>
            </p:grpSpPr>
            <p:sp>
              <p:nvSpPr>
                <p:cNvPr id="89" name="Rechthoek: afgeronde hoeken 145">
                  <a:extLst>
                    <a:ext uri="{FF2B5EF4-FFF2-40B4-BE49-F238E27FC236}">
                      <a16:creationId xmlns:a16="http://schemas.microsoft.com/office/drawing/2014/main" id="{851B1369-EC94-630B-7F25-CBA7076C1686}"/>
                    </a:ext>
                  </a:extLst>
                </p:cNvPr>
                <p:cNvSpPr/>
                <p:nvPr/>
              </p:nvSpPr>
              <p:spPr>
                <a:xfrm>
                  <a:off x="-2403866" y="3541123"/>
                  <a:ext cx="155950" cy="131920"/>
                </a:xfrm>
                <a:custGeom>
                  <a:avLst>
                    <a:gd name="f0" fmla="val 629"/>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FFFF"/>
                </a:solidFill>
                <a:ln w="12701" cap="flat">
                  <a:solidFill>
                    <a:srgbClr val="818181"/>
                  </a:solidFill>
                  <a:prstDash val="solid"/>
                  <a:miter/>
                </a:ln>
              </p:spPr>
              <p:txBody>
                <a:bodyPr vert="horz" wrap="square" lIns="107999"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800" b="0" i="0" u="none" strike="noStrike" kern="1200" cap="none" spc="0" baseline="0">
                    <a:solidFill>
                      <a:srgbClr val="211F26"/>
                    </a:solidFill>
                    <a:uFillTx/>
                    <a:latin typeface="Calibri" pitchFamily="34"/>
                    <a:cs typeface="Calibri" pitchFamily="34"/>
                  </a:endParaRPr>
                </a:p>
              </p:txBody>
            </p:sp>
            <p:sp>
              <p:nvSpPr>
                <p:cNvPr id="90" name="Rechthoek 146">
                  <a:extLst>
                    <a:ext uri="{FF2B5EF4-FFF2-40B4-BE49-F238E27FC236}">
                      <a16:creationId xmlns:a16="http://schemas.microsoft.com/office/drawing/2014/main" id="{A8923F9C-181E-72EA-327C-D32C1E779FAD}"/>
                    </a:ext>
                  </a:extLst>
                </p:cNvPr>
                <p:cNvSpPr/>
                <p:nvPr/>
              </p:nvSpPr>
              <p:spPr>
                <a:xfrm>
                  <a:off x="-2382167" y="3559228"/>
                  <a:ext cx="117582" cy="16011"/>
                </a:xfrm>
                <a:prstGeom prst="rect">
                  <a:avLst/>
                </a:prstGeom>
                <a:solidFill>
                  <a:srgbClr val="D1D1D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91" name="Rechthoek 147">
                  <a:extLst>
                    <a:ext uri="{FF2B5EF4-FFF2-40B4-BE49-F238E27FC236}">
                      <a16:creationId xmlns:a16="http://schemas.microsoft.com/office/drawing/2014/main" id="{0FD9EBE8-CEA6-4449-1F46-340F0B68A260}"/>
                    </a:ext>
                  </a:extLst>
                </p:cNvPr>
                <p:cNvSpPr/>
                <p:nvPr/>
              </p:nvSpPr>
              <p:spPr>
                <a:xfrm>
                  <a:off x="-2382158" y="3586349"/>
                  <a:ext cx="45756" cy="69997"/>
                </a:xfrm>
                <a:prstGeom prst="rect">
                  <a:avLst/>
                </a:prstGeom>
                <a:solidFill>
                  <a:srgbClr val="D1D1D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92" name="Rechthoek 148">
                  <a:extLst>
                    <a:ext uri="{FF2B5EF4-FFF2-40B4-BE49-F238E27FC236}">
                      <a16:creationId xmlns:a16="http://schemas.microsoft.com/office/drawing/2014/main" id="{82F631DA-73CA-141F-F1D5-CBA735364B16}"/>
                    </a:ext>
                  </a:extLst>
                </p:cNvPr>
                <p:cNvSpPr/>
                <p:nvPr/>
              </p:nvSpPr>
              <p:spPr>
                <a:xfrm>
                  <a:off x="-2322210" y="3590355"/>
                  <a:ext cx="52111" cy="8220"/>
                </a:xfrm>
                <a:prstGeom prst="rect">
                  <a:avLst/>
                </a:prstGeom>
                <a:solidFill>
                  <a:srgbClr val="B2B2B2"/>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93" name="Rechthoek 149">
                  <a:extLst>
                    <a:ext uri="{FF2B5EF4-FFF2-40B4-BE49-F238E27FC236}">
                      <a16:creationId xmlns:a16="http://schemas.microsoft.com/office/drawing/2014/main" id="{CBEE7A0E-645C-7626-86CA-CB55BF344EEE}"/>
                    </a:ext>
                  </a:extLst>
                </p:cNvPr>
                <p:cNvSpPr/>
                <p:nvPr/>
              </p:nvSpPr>
              <p:spPr>
                <a:xfrm>
                  <a:off x="-2322210" y="3618408"/>
                  <a:ext cx="26746" cy="8220"/>
                </a:xfrm>
                <a:prstGeom prst="rect">
                  <a:avLst/>
                </a:prstGeom>
                <a:solidFill>
                  <a:srgbClr val="B2B2B2"/>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94" name="Rechthoek 150">
                  <a:extLst>
                    <a:ext uri="{FF2B5EF4-FFF2-40B4-BE49-F238E27FC236}">
                      <a16:creationId xmlns:a16="http://schemas.microsoft.com/office/drawing/2014/main" id="{F0F33CDF-2FD4-BF77-1D81-4E13B28108C0}"/>
                    </a:ext>
                  </a:extLst>
                </p:cNvPr>
                <p:cNvSpPr/>
                <p:nvPr/>
              </p:nvSpPr>
              <p:spPr>
                <a:xfrm>
                  <a:off x="-2322210" y="3646462"/>
                  <a:ext cx="26746" cy="8220"/>
                </a:xfrm>
                <a:prstGeom prst="rect">
                  <a:avLst/>
                </a:prstGeom>
                <a:solidFill>
                  <a:srgbClr val="B2B2B2"/>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grpSp>
            <p:nvGrpSpPr>
              <p:cNvPr id="95" name="Groep 133">
                <a:extLst>
                  <a:ext uri="{FF2B5EF4-FFF2-40B4-BE49-F238E27FC236}">
                    <a16:creationId xmlns:a16="http://schemas.microsoft.com/office/drawing/2014/main" id="{8189E72C-F216-2F50-FD6C-1B30CBC101DD}"/>
                  </a:ext>
                </a:extLst>
              </p:cNvPr>
              <p:cNvGrpSpPr/>
              <p:nvPr/>
            </p:nvGrpSpPr>
            <p:grpSpPr>
              <a:xfrm>
                <a:off x="-2423425" y="3770784"/>
                <a:ext cx="166741" cy="218962"/>
                <a:chOff x="-2423425" y="3770784"/>
                <a:chExt cx="166741" cy="218962"/>
              </a:xfrm>
            </p:grpSpPr>
            <p:grpSp>
              <p:nvGrpSpPr>
                <p:cNvPr id="96" name="Groep 137">
                  <a:extLst>
                    <a:ext uri="{FF2B5EF4-FFF2-40B4-BE49-F238E27FC236}">
                      <a16:creationId xmlns:a16="http://schemas.microsoft.com/office/drawing/2014/main" id="{D7A87BB0-ABE8-74DD-FF93-BB19FD311544}"/>
                    </a:ext>
                  </a:extLst>
                </p:cNvPr>
                <p:cNvGrpSpPr/>
                <p:nvPr/>
              </p:nvGrpSpPr>
              <p:grpSpPr>
                <a:xfrm>
                  <a:off x="-2400482" y="3792473"/>
                  <a:ext cx="143798" cy="121642"/>
                  <a:chOff x="-2400482" y="3792473"/>
                  <a:chExt cx="143798" cy="121642"/>
                </a:xfrm>
              </p:grpSpPr>
              <p:sp>
                <p:nvSpPr>
                  <p:cNvPr id="97" name="Rechthoek: afgeronde hoeken 139">
                    <a:extLst>
                      <a:ext uri="{FF2B5EF4-FFF2-40B4-BE49-F238E27FC236}">
                        <a16:creationId xmlns:a16="http://schemas.microsoft.com/office/drawing/2014/main" id="{7E40106D-2960-C1A4-A821-804C2384311F}"/>
                      </a:ext>
                    </a:extLst>
                  </p:cNvPr>
                  <p:cNvSpPr/>
                  <p:nvPr/>
                </p:nvSpPr>
                <p:spPr>
                  <a:xfrm>
                    <a:off x="-2400482" y="3792473"/>
                    <a:ext cx="143798" cy="121642"/>
                  </a:xfrm>
                  <a:custGeom>
                    <a:avLst>
                      <a:gd name="f0" fmla="val 629"/>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FFFF"/>
                  </a:solidFill>
                  <a:ln w="12701" cap="flat">
                    <a:solidFill>
                      <a:srgbClr val="818181"/>
                    </a:solidFill>
                    <a:prstDash val="solid"/>
                    <a:miter/>
                  </a:ln>
                </p:spPr>
                <p:txBody>
                  <a:bodyPr vert="horz" wrap="square" lIns="107999"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800" b="0" i="0" u="none" strike="noStrike" kern="1200" cap="none" spc="0" baseline="0">
                      <a:solidFill>
                        <a:srgbClr val="211F26"/>
                      </a:solidFill>
                      <a:uFillTx/>
                      <a:latin typeface="Calibri" pitchFamily="34"/>
                      <a:cs typeface="Calibri" pitchFamily="34"/>
                    </a:endParaRPr>
                  </a:p>
                </p:txBody>
              </p:sp>
              <p:sp>
                <p:nvSpPr>
                  <p:cNvPr id="98" name="Rechthoek 140">
                    <a:extLst>
                      <a:ext uri="{FF2B5EF4-FFF2-40B4-BE49-F238E27FC236}">
                        <a16:creationId xmlns:a16="http://schemas.microsoft.com/office/drawing/2014/main" id="{7C5D7C94-09D5-632E-0B6C-9F24B751C3B1}"/>
                      </a:ext>
                    </a:extLst>
                  </p:cNvPr>
                  <p:cNvSpPr/>
                  <p:nvPr/>
                </p:nvSpPr>
                <p:spPr>
                  <a:xfrm>
                    <a:off x="-2380466" y="3809170"/>
                    <a:ext cx="108420" cy="14767"/>
                  </a:xfrm>
                  <a:prstGeom prst="rect">
                    <a:avLst/>
                  </a:prstGeom>
                  <a:solidFill>
                    <a:srgbClr val="D1D1D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99" name="Rechthoek 141">
                    <a:extLst>
                      <a:ext uri="{FF2B5EF4-FFF2-40B4-BE49-F238E27FC236}">
                        <a16:creationId xmlns:a16="http://schemas.microsoft.com/office/drawing/2014/main" id="{89C7370F-95A4-482A-F2E5-3EC5CF24BECA}"/>
                      </a:ext>
                    </a:extLst>
                  </p:cNvPr>
                  <p:cNvSpPr/>
                  <p:nvPr/>
                </p:nvSpPr>
                <p:spPr>
                  <a:xfrm>
                    <a:off x="-2380466" y="3834179"/>
                    <a:ext cx="42190" cy="64538"/>
                  </a:xfrm>
                  <a:prstGeom prst="rect">
                    <a:avLst/>
                  </a:prstGeom>
                  <a:solidFill>
                    <a:srgbClr val="D1D1D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100" name="Rechthoek 142">
                    <a:extLst>
                      <a:ext uri="{FF2B5EF4-FFF2-40B4-BE49-F238E27FC236}">
                        <a16:creationId xmlns:a16="http://schemas.microsoft.com/office/drawing/2014/main" id="{A89AC28D-FB9B-40CD-43B9-468A7D9580EC}"/>
                      </a:ext>
                    </a:extLst>
                  </p:cNvPr>
                  <p:cNvSpPr/>
                  <p:nvPr/>
                </p:nvSpPr>
                <p:spPr>
                  <a:xfrm>
                    <a:off x="-2325182" y="3837873"/>
                    <a:ext cx="48051" cy="7580"/>
                  </a:xfrm>
                  <a:prstGeom prst="rect">
                    <a:avLst/>
                  </a:prstGeom>
                  <a:solidFill>
                    <a:srgbClr val="B2B2B2"/>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101" name="Rechthoek 143">
                    <a:extLst>
                      <a:ext uri="{FF2B5EF4-FFF2-40B4-BE49-F238E27FC236}">
                        <a16:creationId xmlns:a16="http://schemas.microsoft.com/office/drawing/2014/main" id="{1DBC7DCB-8661-CA5D-3092-1C52D975A757}"/>
                      </a:ext>
                    </a:extLst>
                  </p:cNvPr>
                  <p:cNvSpPr/>
                  <p:nvPr/>
                </p:nvSpPr>
                <p:spPr>
                  <a:xfrm>
                    <a:off x="-2325182" y="3863742"/>
                    <a:ext cx="24661" cy="7580"/>
                  </a:xfrm>
                  <a:prstGeom prst="rect">
                    <a:avLst/>
                  </a:prstGeom>
                  <a:solidFill>
                    <a:srgbClr val="B2B2B2"/>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102" name="Rechthoek 144">
                    <a:extLst>
                      <a:ext uri="{FF2B5EF4-FFF2-40B4-BE49-F238E27FC236}">
                        <a16:creationId xmlns:a16="http://schemas.microsoft.com/office/drawing/2014/main" id="{440DFAF4-FE89-7279-2CD0-95C3809E8CBD}"/>
                      </a:ext>
                    </a:extLst>
                  </p:cNvPr>
                  <p:cNvSpPr/>
                  <p:nvPr/>
                </p:nvSpPr>
                <p:spPr>
                  <a:xfrm>
                    <a:off x="-2325182" y="3889610"/>
                    <a:ext cx="24661" cy="7580"/>
                  </a:xfrm>
                  <a:prstGeom prst="rect">
                    <a:avLst/>
                  </a:prstGeom>
                  <a:solidFill>
                    <a:srgbClr val="B2B2B2"/>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sp>
              <p:nvSpPr>
                <p:cNvPr id="103" name="Boog 138">
                  <a:extLst>
                    <a:ext uri="{FF2B5EF4-FFF2-40B4-BE49-F238E27FC236}">
                      <a16:creationId xmlns:a16="http://schemas.microsoft.com/office/drawing/2014/main" id="{E30055B8-E82D-CB28-9329-8732F1C9F8CA}"/>
                    </a:ext>
                  </a:extLst>
                </p:cNvPr>
                <p:cNvSpPr/>
                <p:nvPr/>
              </p:nvSpPr>
              <p:spPr>
                <a:xfrm rot="17637085">
                  <a:off x="-2486866" y="3834225"/>
                  <a:ext cx="218962" cy="92080"/>
                </a:xfrm>
                <a:custGeom>
                  <a:avLst>
                    <a:gd name="f12" fmla="val 175"/>
                    <a:gd name="f13" fmla="val 292"/>
                  </a:avLst>
                  <a:gdLst>
                    <a:gd name="f2" fmla="val 10800000"/>
                    <a:gd name="f3" fmla="val 5400000"/>
                    <a:gd name="f4" fmla="val 16200000"/>
                    <a:gd name="f5" fmla="val 180"/>
                    <a:gd name="f6" fmla="val w"/>
                    <a:gd name="f7" fmla="val h"/>
                    <a:gd name="f8" fmla="val ss"/>
                    <a:gd name="f9" fmla="val 0"/>
                    <a:gd name="f10" fmla="*/ 5419351 1 1725033"/>
                    <a:gd name="f11" fmla="+- 0 0 1"/>
                    <a:gd name="f12" fmla="val 175"/>
                    <a:gd name="f13" fmla="val 292"/>
                    <a:gd name="f14" fmla="+- 0 0 -265"/>
                    <a:gd name="f15" fmla="+- 0 0 -234"/>
                    <a:gd name="f16" fmla="+- 0 0 -202"/>
                    <a:gd name="f17" fmla="abs f6"/>
                    <a:gd name="f18" fmla="abs f7"/>
                    <a:gd name="f19" fmla="abs f8"/>
                    <a:gd name="f20" fmla="val f9"/>
                    <a:gd name="f21" fmla="+- 0 0 f12"/>
                    <a:gd name="f22" fmla="+- 0 0 f13"/>
                    <a:gd name="f23" fmla="*/ f14 f2 1"/>
                    <a:gd name="f24" fmla="*/ f15 f2 1"/>
                    <a:gd name="f25" fmla="*/ f16 f2 1"/>
                    <a:gd name="f26" fmla="?: f17 f6 1"/>
                    <a:gd name="f27" fmla="?: f18 f7 1"/>
                    <a:gd name="f28" fmla="?: f19 f8 1"/>
                    <a:gd name="f29" fmla="*/ f21 f2 1"/>
                    <a:gd name="f30" fmla="*/ f22 f2 1"/>
                    <a:gd name="f31" fmla="*/ f23 1 f5"/>
                    <a:gd name="f32" fmla="*/ f24 1 f5"/>
                    <a:gd name="f33" fmla="*/ f25 1 f5"/>
                    <a:gd name="f34" fmla="*/ f26 1 21600"/>
                    <a:gd name="f35" fmla="*/ f27 1 21600"/>
                    <a:gd name="f36" fmla="*/ 21600 f26 1"/>
                    <a:gd name="f37" fmla="*/ 21600 f27 1"/>
                    <a:gd name="f38" fmla="*/ f29 1 f5"/>
                    <a:gd name="f39" fmla="*/ f30 1 f5"/>
                    <a:gd name="f40" fmla="+- f31 0 f3"/>
                    <a:gd name="f41" fmla="+- f32 0 f3"/>
                    <a:gd name="f42" fmla="+- f33 0 f3"/>
                    <a:gd name="f43" fmla="min f35 f34"/>
                    <a:gd name="f44" fmla="*/ f36 1 f28"/>
                    <a:gd name="f45" fmla="*/ f37 1 f28"/>
                    <a:gd name="f46" fmla="+- f38 0 f3"/>
                    <a:gd name="f47" fmla="+- f39 0 f3"/>
                    <a:gd name="f48" fmla="val f44"/>
                    <a:gd name="f49" fmla="val f45"/>
                    <a:gd name="f50" fmla="+- 0 0 f46"/>
                    <a:gd name="f51" fmla="+- 0 0 f47"/>
                    <a:gd name="f52" fmla="+- f49 0 f20"/>
                    <a:gd name="f53" fmla="+- f48 0 f20"/>
                    <a:gd name="f54" fmla="val f50"/>
                    <a:gd name="f55" fmla="val f51"/>
                    <a:gd name="f56" fmla="*/ f52 1 2"/>
                    <a:gd name="f57" fmla="*/ f53 1 2"/>
                    <a:gd name="f58" fmla="+- f55 0 f54"/>
                    <a:gd name="f59" fmla="+- f54 f3 0"/>
                    <a:gd name="f60" fmla="+- f55 f3 0"/>
                    <a:gd name="f61" fmla="+- 21600000 0 f54"/>
                    <a:gd name="f62" fmla="+- f3 0 f54"/>
                    <a:gd name="f63" fmla="+- 27000000 0 f54"/>
                    <a:gd name="f64" fmla="+- f2 0 f54"/>
                    <a:gd name="f65" fmla="+- 32400000 0 f54"/>
                    <a:gd name="f66" fmla="+- f4 0 f54"/>
                    <a:gd name="f67" fmla="+- 37800000 0 f54"/>
                    <a:gd name="f68" fmla="+- f20 f56 0"/>
                    <a:gd name="f69" fmla="+- f20 f57 0"/>
                    <a:gd name="f70" fmla="+- f58 21600000 0"/>
                    <a:gd name="f71" fmla="*/ f59 f10 1"/>
                    <a:gd name="f72" fmla="*/ f60 f10 1"/>
                    <a:gd name="f73" fmla="?: f62 f62 f63"/>
                    <a:gd name="f74" fmla="?: f64 f64 f65"/>
                    <a:gd name="f75" fmla="?: f66 f66 f67"/>
                    <a:gd name="f76" fmla="*/ f57 f43 1"/>
                    <a:gd name="f77" fmla="*/ f56 f43 1"/>
                    <a:gd name="f78" fmla="?: f58 f58 f70"/>
                    <a:gd name="f79" fmla="*/ f71 1 f2"/>
                    <a:gd name="f80" fmla="*/ f72 1 f2"/>
                    <a:gd name="f81" fmla="*/ f69 f43 1"/>
                    <a:gd name="f82" fmla="*/ f68 f43 1"/>
                    <a:gd name="f83" fmla="+- 0 0 f79"/>
                    <a:gd name="f84" fmla="+- 0 0 f80"/>
                    <a:gd name="f85" fmla="+- f78 0 f61"/>
                    <a:gd name="f86" fmla="+- f78 0 f73"/>
                    <a:gd name="f87" fmla="+- f78 0 f74"/>
                    <a:gd name="f88" fmla="+- f78 0 f75"/>
                    <a:gd name="f89" fmla="+- 0 0 f83"/>
                    <a:gd name="f90" fmla="+- 0 0 f84"/>
                    <a:gd name="f91" fmla="*/ f89 f2 1"/>
                    <a:gd name="f92" fmla="*/ f90 f2 1"/>
                    <a:gd name="f93" fmla="*/ f91 1 f10"/>
                    <a:gd name="f94" fmla="*/ f92 1 f10"/>
                    <a:gd name="f95" fmla="+- f93 0 f3"/>
                    <a:gd name="f96" fmla="+- f94 0 f3"/>
                    <a:gd name="f97" fmla="sin 1 f95"/>
                    <a:gd name="f98" fmla="cos 1 f95"/>
                    <a:gd name="f99" fmla="sin 1 f96"/>
                    <a:gd name="f100" fmla="cos 1 f96"/>
                    <a:gd name="f101" fmla="+- 0 0 f97"/>
                    <a:gd name="f102" fmla="+- 0 0 f98"/>
                    <a:gd name="f103" fmla="+- 0 0 f99"/>
                    <a:gd name="f104" fmla="+- 0 0 f100"/>
                    <a:gd name="f105" fmla="+- 0 0 f101"/>
                    <a:gd name="f106" fmla="+- 0 0 f102"/>
                    <a:gd name="f107" fmla="+- 0 0 f103"/>
                    <a:gd name="f108" fmla="+- 0 0 f104"/>
                    <a:gd name="f109" fmla="*/ f105 f57 1"/>
                    <a:gd name="f110" fmla="*/ f106 f56 1"/>
                    <a:gd name="f111" fmla="*/ f107 f57 1"/>
                    <a:gd name="f112" fmla="*/ f108 f56 1"/>
                    <a:gd name="f113" fmla="+- 0 0 f110"/>
                    <a:gd name="f114" fmla="+- 0 0 f109"/>
                    <a:gd name="f115" fmla="+- 0 0 f112"/>
                    <a:gd name="f116" fmla="+- 0 0 f111"/>
                    <a:gd name="f117" fmla="+- 0 0 f113"/>
                    <a:gd name="f118" fmla="+- 0 0 f114"/>
                    <a:gd name="f119" fmla="+- 0 0 f115"/>
                    <a:gd name="f120" fmla="+- 0 0 f116"/>
                    <a:gd name="f121" fmla="at2 f117 f118"/>
                    <a:gd name="f122" fmla="at2 f119 f120"/>
                    <a:gd name="f123" fmla="+- f121 f3 0"/>
                    <a:gd name="f124" fmla="+- f122 f3 0"/>
                    <a:gd name="f125" fmla="*/ f123 f10 1"/>
                    <a:gd name="f126" fmla="*/ f124 f10 1"/>
                    <a:gd name="f127" fmla="*/ f125 1 f2"/>
                    <a:gd name="f128" fmla="*/ f126 1 f2"/>
                    <a:gd name="f129" fmla="+- 0 0 f127"/>
                    <a:gd name="f130" fmla="+- 0 0 f128"/>
                    <a:gd name="f131" fmla="val f129"/>
                    <a:gd name="f132" fmla="val f130"/>
                    <a:gd name="f133" fmla="+- 0 0 f131"/>
                    <a:gd name="f134" fmla="+- 0 0 f132"/>
                    <a:gd name="f135" fmla="*/ f133 f2 1"/>
                    <a:gd name="f136" fmla="*/ f134 f2 1"/>
                    <a:gd name="f137" fmla="*/ f135 1 f10"/>
                    <a:gd name="f138" fmla="*/ f136 1 f10"/>
                    <a:gd name="f139" fmla="+- f137 0 f3"/>
                    <a:gd name="f140" fmla="+- f138 0 f3"/>
                    <a:gd name="f141" fmla="cos 1 f139"/>
                    <a:gd name="f142" fmla="sin 1 f139"/>
                    <a:gd name="f143" fmla="cos 1 f140"/>
                    <a:gd name="f144" fmla="sin 1 f140"/>
                    <a:gd name="f145" fmla="+- 0 0 f141"/>
                    <a:gd name="f146" fmla="+- 0 0 f142"/>
                    <a:gd name="f147" fmla="+- 0 0 f143"/>
                    <a:gd name="f148" fmla="+- 0 0 f144"/>
                    <a:gd name="f149" fmla="*/ f11 f145 1"/>
                    <a:gd name="f150" fmla="*/ f11 f146 1"/>
                    <a:gd name="f151" fmla="*/ f11 f147 1"/>
                    <a:gd name="f152" fmla="*/ f11 f148 1"/>
                    <a:gd name="f153" fmla="*/ f149 f57 1"/>
                    <a:gd name="f154" fmla="*/ f150 f56 1"/>
                    <a:gd name="f155" fmla="*/ f151 f57 1"/>
                    <a:gd name="f156" fmla="*/ f152 f56 1"/>
                    <a:gd name="f157" fmla="+- f69 f153 0"/>
                    <a:gd name="f158" fmla="+- f68 f154 0"/>
                    <a:gd name="f159" fmla="+- f69 f155 0"/>
                    <a:gd name="f160" fmla="+- f68 f156 0"/>
                    <a:gd name="f161" fmla="max f157 f159"/>
                    <a:gd name="f162" fmla="max f158 f160"/>
                    <a:gd name="f163" fmla="min f157 f159"/>
                    <a:gd name="f164" fmla="min f158 f160"/>
                    <a:gd name="f165" fmla="*/ f157 f43 1"/>
                    <a:gd name="f166" fmla="*/ f158 f43 1"/>
                    <a:gd name="f167" fmla="*/ f159 f43 1"/>
                    <a:gd name="f168" fmla="*/ f160 f43 1"/>
                    <a:gd name="f169" fmla="?: f85 f48 f161"/>
                    <a:gd name="f170" fmla="?: f86 f49 f162"/>
                    <a:gd name="f171" fmla="?: f87 f20 f163"/>
                    <a:gd name="f172" fmla="?: f88 f20 f164"/>
                    <a:gd name="f173" fmla="*/ f171 f43 1"/>
                    <a:gd name="f174" fmla="*/ f172 f43 1"/>
                    <a:gd name="f175" fmla="*/ f169 f43 1"/>
                    <a:gd name="f176" fmla="*/ f170 f43 1"/>
                  </a:gdLst>
                  <a:ahLst/>
                  <a:cxnLst>
                    <a:cxn ang="3cd4">
                      <a:pos x="hc" y="t"/>
                    </a:cxn>
                    <a:cxn ang="0">
                      <a:pos x="r" y="vc"/>
                    </a:cxn>
                    <a:cxn ang="cd4">
                      <a:pos x="hc" y="b"/>
                    </a:cxn>
                    <a:cxn ang="cd2">
                      <a:pos x="l" y="vc"/>
                    </a:cxn>
                    <a:cxn ang="f40">
                      <a:pos x="f165" y="f166"/>
                    </a:cxn>
                    <a:cxn ang="f41">
                      <a:pos x="f81" y="f82"/>
                    </a:cxn>
                    <a:cxn ang="f42">
                      <a:pos x="f167" y="f168"/>
                    </a:cxn>
                  </a:cxnLst>
                  <a:rect l="f173" t="f174" r="f175" b="f176"/>
                  <a:pathLst>
                    <a:path stroke="0">
                      <a:moveTo>
                        <a:pt x="f165" y="f166"/>
                      </a:moveTo>
                      <a:arcTo wR="f76" hR="f77" stAng="f54" swAng="f78"/>
                      <a:lnTo>
                        <a:pt x="f81" y="f82"/>
                      </a:lnTo>
                      <a:close/>
                    </a:path>
                    <a:path fill="none">
                      <a:moveTo>
                        <a:pt x="f165" y="f166"/>
                      </a:moveTo>
                      <a:arcTo wR="f76" hR="f77" stAng="f54" swAng="f78"/>
                    </a:path>
                  </a:pathLst>
                </a:custGeom>
                <a:noFill/>
                <a:ln w="19046" cap="flat">
                  <a:solidFill>
                    <a:srgbClr val="4D82B8"/>
                  </a:solidFill>
                  <a:prstDash val="solid"/>
                  <a:headEnd type="arrow"/>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2400" b="0" i="0" u="none" strike="noStrike" kern="1200" cap="none" spc="0" baseline="0">
                    <a:solidFill>
                      <a:srgbClr val="211F26"/>
                    </a:solidFill>
                    <a:uFillTx/>
                    <a:latin typeface="Calibri" pitchFamily="34"/>
                    <a:cs typeface="Calibri" pitchFamily="34"/>
                  </a:endParaRPr>
                </a:p>
              </p:txBody>
            </p:sp>
          </p:grpSp>
          <p:sp>
            <p:nvSpPr>
              <p:cNvPr id="104" name="Tekstvak 134">
                <a:extLst>
                  <a:ext uri="{FF2B5EF4-FFF2-40B4-BE49-F238E27FC236}">
                    <a16:creationId xmlns:a16="http://schemas.microsoft.com/office/drawing/2014/main" id="{0DDF0A18-E634-F816-9769-D3DEB9507FE5}"/>
                  </a:ext>
                </a:extLst>
              </p:cNvPr>
              <p:cNvSpPr txBox="1"/>
              <p:nvPr/>
            </p:nvSpPr>
            <p:spPr>
              <a:xfrm>
                <a:off x="-2245455" y="3541123"/>
                <a:ext cx="896112" cy="134709"/>
              </a:xfrm>
              <a:prstGeom prst="rect">
                <a:avLst/>
              </a:prstGeom>
              <a:noFill/>
              <a:ln>
                <a:noFill/>
              </a:ln>
            </p:spPr>
            <p:txBody>
              <a:bodyPr vert="horz" wrap="square" lIns="91440" tIns="45720" rIns="91440" bIns="45720" anchor="ctr" anchorCtr="0" compatLnSpc="1">
                <a:noAutofit/>
              </a:bodyPr>
              <a:lstStyle/>
              <a:p>
                <a:pPr marL="0" marR="0" lvl="0" indent="0" algn="l" defTabSz="1217514"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900" b="0" i="0" u="none" strike="noStrike" kern="1200" cap="none" spc="0" baseline="0">
                    <a:solidFill>
                      <a:srgbClr val="211F26"/>
                    </a:solidFill>
                    <a:uFillTx/>
                    <a:latin typeface="Calibri" pitchFamily="34"/>
                    <a:cs typeface="Calibri" pitchFamily="34"/>
                  </a:rPr>
                  <a:t>Layout</a:t>
                </a:r>
              </a:p>
            </p:txBody>
          </p:sp>
          <p:sp>
            <p:nvSpPr>
              <p:cNvPr id="105" name="Tekstvak 135">
                <a:extLst>
                  <a:ext uri="{FF2B5EF4-FFF2-40B4-BE49-F238E27FC236}">
                    <a16:creationId xmlns:a16="http://schemas.microsoft.com/office/drawing/2014/main" id="{DC4BFE1C-B3F2-7467-E4C6-259B19FB493A}"/>
                  </a:ext>
                </a:extLst>
              </p:cNvPr>
              <p:cNvSpPr txBox="1"/>
              <p:nvPr/>
            </p:nvSpPr>
            <p:spPr>
              <a:xfrm>
                <a:off x="-2258888" y="3793552"/>
                <a:ext cx="909544" cy="126415"/>
              </a:xfrm>
              <a:prstGeom prst="rect">
                <a:avLst/>
              </a:prstGeom>
              <a:noFill/>
              <a:ln>
                <a:noFill/>
              </a:ln>
            </p:spPr>
            <p:txBody>
              <a:bodyPr vert="horz" wrap="square" lIns="91440" tIns="45720" rIns="91440" bIns="45720" anchor="ctr" anchorCtr="0" compatLnSpc="1">
                <a:noAutofit/>
              </a:bodyPr>
              <a:lstStyle/>
              <a:p>
                <a:pPr marL="0" marR="0" lvl="0" indent="0" algn="l" defTabSz="1217514"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900" b="0" i="0" u="none" strike="noStrike" kern="1200" cap="none" spc="0" baseline="0">
                    <a:solidFill>
                      <a:srgbClr val="211F26"/>
                    </a:solidFill>
                    <a:uFillTx/>
                    <a:latin typeface="Calibri" pitchFamily="34"/>
                    <a:cs typeface="Calibri" pitchFamily="34"/>
                  </a:rPr>
                  <a:t>Reset slide</a:t>
                </a:r>
              </a:p>
            </p:txBody>
          </p:sp>
          <p:sp>
            <p:nvSpPr>
              <p:cNvPr id="106" name="Vrije vorm: vorm 136">
                <a:extLst>
                  <a:ext uri="{FF2B5EF4-FFF2-40B4-BE49-F238E27FC236}">
                    <a16:creationId xmlns:a16="http://schemas.microsoft.com/office/drawing/2014/main" id="{37060DCE-A59C-99FB-6388-20D8E0215C33}"/>
                  </a:ext>
                </a:extLst>
              </p:cNvPr>
              <p:cNvSpPr/>
              <p:nvPr/>
            </p:nvSpPr>
            <p:spPr>
              <a:xfrm>
                <a:off x="-1360389" y="3863714"/>
                <a:ext cx="97566" cy="179999"/>
              </a:xfrm>
              <a:custGeom>
                <a:avLst/>
                <a:gdLst>
                  <a:gd name="f0" fmla="val 10800000"/>
                  <a:gd name="f1" fmla="val 5400000"/>
                  <a:gd name="f2" fmla="val 180"/>
                  <a:gd name="f3" fmla="val w"/>
                  <a:gd name="f4" fmla="val h"/>
                  <a:gd name="f5" fmla="val 0"/>
                  <a:gd name="f6" fmla="val 880280"/>
                  <a:gd name="f7" fmla="val 1624084"/>
                  <a:gd name="f8" fmla="val 1262418"/>
                  <a:gd name="f9" fmla="val 313898"/>
                  <a:gd name="f10" fmla="val 996287"/>
                  <a:gd name="f11" fmla="val 620973"/>
                  <a:gd name="f12" fmla="val 839337"/>
                  <a:gd name="f13" fmla="val 1480782"/>
                  <a:gd name="f14" fmla="val 498144"/>
                  <a:gd name="f15" fmla="val 900753"/>
                  <a:gd name="f16" fmla="val 893929"/>
                  <a:gd name="f17" fmla="+- 0 0 -90"/>
                  <a:gd name="f18" fmla="*/ f3 1 880280"/>
                  <a:gd name="f19" fmla="*/ f4 1 1624084"/>
                  <a:gd name="f20" fmla="val f5"/>
                  <a:gd name="f21" fmla="val f6"/>
                  <a:gd name="f22" fmla="val f7"/>
                  <a:gd name="f23" fmla="*/ f17 f0 1"/>
                  <a:gd name="f24" fmla="+- f22 0 f20"/>
                  <a:gd name="f25" fmla="+- f21 0 f20"/>
                  <a:gd name="f26" fmla="*/ f23 1 f2"/>
                  <a:gd name="f27" fmla="*/ f25 1 880280"/>
                  <a:gd name="f28" fmla="*/ f24 1 1624084"/>
                  <a:gd name="f29" fmla="*/ 0 f25 1"/>
                  <a:gd name="f30" fmla="*/ 0 f24 1"/>
                  <a:gd name="f31" fmla="*/ 1262418 f24 1"/>
                  <a:gd name="f32" fmla="*/ 620973 f25 1"/>
                  <a:gd name="f33" fmla="*/ 1624084 f24 1"/>
                  <a:gd name="f34" fmla="*/ 839337 f25 1"/>
                  <a:gd name="f35" fmla="*/ 1480782 f24 1"/>
                  <a:gd name="f36" fmla="*/ 900753 f24 1"/>
                  <a:gd name="f37" fmla="*/ 880280 f25 1"/>
                  <a:gd name="f38" fmla="*/ 893929 f24 1"/>
                  <a:gd name="f39" fmla="*/ 313898 f25 1"/>
                  <a:gd name="f40" fmla="*/ 996287 f24 1"/>
                  <a:gd name="f41" fmla="*/ 498144 f25 1"/>
                  <a:gd name="f42" fmla="+- f26 0 f1"/>
                  <a:gd name="f43" fmla="*/ f29 1 880280"/>
                  <a:gd name="f44" fmla="*/ f30 1 1624084"/>
                  <a:gd name="f45" fmla="*/ f31 1 1624084"/>
                  <a:gd name="f46" fmla="*/ f32 1 880280"/>
                  <a:gd name="f47" fmla="*/ f33 1 1624084"/>
                  <a:gd name="f48" fmla="*/ f34 1 880280"/>
                  <a:gd name="f49" fmla="*/ f35 1 1624084"/>
                  <a:gd name="f50" fmla="*/ f36 1 1624084"/>
                  <a:gd name="f51" fmla="*/ f37 1 880280"/>
                  <a:gd name="f52" fmla="*/ f38 1 1624084"/>
                  <a:gd name="f53" fmla="*/ f39 1 880280"/>
                  <a:gd name="f54" fmla="*/ f40 1 1624084"/>
                  <a:gd name="f55" fmla="*/ f41 1 880280"/>
                  <a:gd name="f56" fmla="*/ f20 1 f27"/>
                  <a:gd name="f57" fmla="*/ f21 1 f27"/>
                  <a:gd name="f58" fmla="*/ f20 1 f28"/>
                  <a:gd name="f59" fmla="*/ f22 1 f28"/>
                  <a:gd name="f60" fmla="*/ f43 1 f27"/>
                  <a:gd name="f61" fmla="*/ f44 1 f28"/>
                  <a:gd name="f62" fmla="*/ f45 1 f28"/>
                  <a:gd name="f63" fmla="*/ f53 1 f27"/>
                  <a:gd name="f64" fmla="*/ f54 1 f28"/>
                  <a:gd name="f65" fmla="*/ f46 1 f27"/>
                  <a:gd name="f66" fmla="*/ f47 1 f28"/>
                  <a:gd name="f67" fmla="*/ f48 1 f27"/>
                  <a:gd name="f68" fmla="*/ f49 1 f28"/>
                  <a:gd name="f69" fmla="*/ f55 1 f27"/>
                  <a:gd name="f70" fmla="*/ f50 1 f28"/>
                  <a:gd name="f71" fmla="*/ f51 1 f27"/>
                  <a:gd name="f72" fmla="*/ f52 1 f28"/>
                  <a:gd name="f73" fmla="*/ f56 f18 1"/>
                  <a:gd name="f74" fmla="*/ f57 f18 1"/>
                  <a:gd name="f75" fmla="*/ f59 f19 1"/>
                  <a:gd name="f76" fmla="*/ f58 f19 1"/>
                  <a:gd name="f77" fmla="*/ f60 f18 1"/>
                  <a:gd name="f78" fmla="*/ f61 f19 1"/>
                  <a:gd name="f79" fmla="*/ f62 f19 1"/>
                  <a:gd name="f80" fmla="*/ f63 f18 1"/>
                  <a:gd name="f81" fmla="*/ f64 f19 1"/>
                  <a:gd name="f82" fmla="*/ f65 f18 1"/>
                  <a:gd name="f83" fmla="*/ f66 f19 1"/>
                  <a:gd name="f84" fmla="*/ f67 f18 1"/>
                  <a:gd name="f85" fmla="*/ f68 f19 1"/>
                  <a:gd name="f86" fmla="*/ f69 f18 1"/>
                  <a:gd name="f87" fmla="*/ f70 f19 1"/>
                  <a:gd name="f88" fmla="*/ f71 f18 1"/>
                  <a:gd name="f89" fmla="*/ f72 f19 1"/>
                </a:gdLst>
                <a:ahLst/>
                <a:cxnLst>
                  <a:cxn ang="3cd4">
                    <a:pos x="hc" y="t"/>
                  </a:cxn>
                  <a:cxn ang="0">
                    <a:pos x="r" y="vc"/>
                  </a:cxn>
                  <a:cxn ang="cd4">
                    <a:pos x="hc" y="b"/>
                  </a:cxn>
                  <a:cxn ang="cd2">
                    <a:pos x="l" y="vc"/>
                  </a:cxn>
                  <a:cxn ang="f42">
                    <a:pos x="f77" y="f78"/>
                  </a:cxn>
                  <a:cxn ang="f42">
                    <a:pos x="f77" y="f79"/>
                  </a:cxn>
                  <a:cxn ang="f42">
                    <a:pos x="f80" y="f81"/>
                  </a:cxn>
                  <a:cxn ang="f42">
                    <a:pos x="f82" y="f83"/>
                  </a:cxn>
                  <a:cxn ang="f42">
                    <a:pos x="f84" y="f85"/>
                  </a:cxn>
                  <a:cxn ang="f42">
                    <a:pos x="f86" y="f87"/>
                  </a:cxn>
                  <a:cxn ang="f42">
                    <a:pos x="f88" y="f89"/>
                  </a:cxn>
                  <a:cxn ang="f42">
                    <a:pos x="f77" y="f78"/>
                  </a:cxn>
                </a:cxnLst>
                <a:rect l="f73" t="f76" r="f74" b="f75"/>
                <a:pathLst>
                  <a:path w="880280" h="1624084">
                    <a:moveTo>
                      <a:pt x="f5" y="f5"/>
                    </a:moveTo>
                    <a:lnTo>
                      <a:pt x="f5" y="f8"/>
                    </a:lnTo>
                    <a:lnTo>
                      <a:pt x="f9" y="f10"/>
                    </a:lnTo>
                    <a:lnTo>
                      <a:pt x="f11" y="f7"/>
                    </a:lnTo>
                    <a:lnTo>
                      <a:pt x="f12" y="f13"/>
                    </a:lnTo>
                    <a:lnTo>
                      <a:pt x="f14" y="f15"/>
                    </a:lnTo>
                    <a:lnTo>
                      <a:pt x="f6" y="f16"/>
                    </a:lnTo>
                    <a:lnTo>
                      <a:pt x="f5" y="f5"/>
                    </a:lnTo>
                    <a:close/>
                  </a:path>
                </a:pathLst>
              </a:custGeom>
              <a:solidFill>
                <a:srgbClr val="FFFFFF"/>
              </a:solidFill>
              <a:ln w="12701" cap="flat">
                <a:solidFill>
                  <a:srgbClr val="000000"/>
                </a:solidFill>
                <a:prstDash val="solid"/>
                <a:miter/>
              </a:ln>
            </p:spPr>
            <p:txBody>
              <a:bodyPr vert="horz" wrap="square" lIns="179999" tIns="179999" rIns="179999" bIns="179999"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1600" b="0" i="0" u="none" strike="noStrike" kern="1200" cap="all" spc="0" baseline="0">
                  <a:solidFill>
                    <a:srgbClr val="FFFFFF"/>
                  </a:solidFill>
                  <a:uFillTx/>
                  <a:latin typeface="Calibri" pitchFamily="34"/>
                  <a:cs typeface="Calibri" pitchFamily="34"/>
                </a:endParaRPr>
              </a:p>
            </p:txBody>
          </p:sp>
        </p:grpSp>
        <p:grpSp>
          <p:nvGrpSpPr>
            <p:cNvPr id="107" name="Groep 92">
              <a:extLst>
                <a:ext uri="{FF2B5EF4-FFF2-40B4-BE49-F238E27FC236}">
                  <a16:creationId xmlns:a16="http://schemas.microsoft.com/office/drawing/2014/main" id="{A3A7B255-5C41-BC25-9583-C4F4AD92AB7E}"/>
                </a:ext>
              </a:extLst>
            </p:cNvPr>
            <p:cNvGrpSpPr/>
            <p:nvPr/>
          </p:nvGrpSpPr>
          <p:grpSpPr>
            <a:xfrm>
              <a:off x="-3786164" y="5680655"/>
              <a:ext cx="3693380" cy="959690"/>
              <a:chOff x="-3786164" y="5680655"/>
              <a:chExt cx="3693380" cy="959690"/>
            </a:xfrm>
          </p:grpSpPr>
          <p:sp>
            <p:nvSpPr>
              <p:cNvPr id="108" name="Rechthoek 120">
                <a:extLst>
                  <a:ext uri="{FF2B5EF4-FFF2-40B4-BE49-F238E27FC236}">
                    <a16:creationId xmlns:a16="http://schemas.microsoft.com/office/drawing/2014/main" id="{48AD067A-122D-89E4-EE33-EA7218A20D1D}"/>
                  </a:ext>
                </a:extLst>
              </p:cNvPr>
              <p:cNvSpPr/>
              <p:nvPr/>
            </p:nvSpPr>
            <p:spPr>
              <a:xfrm>
                <a:off x="-3786164" y="5812347"/>
                <a:ext cx="3593637" cy="827998"/>
              </a:xfrm>
              <a:prstGeom prst="rect">
                <a:avLst/>
              </a:prstGeom>
              <a:solidFill>
                <a:srgbClr val="ECECEC"/>
              </a:solidFill>
              <a:ln w="6345" cap="flat">
                <a:solidFill>
                  <a:srgbClr val="ECECEC"/>
                </a:solidFill>
                <a:prstDash val="solid"/>
                <a:miter/>
              </a:ln>
            </p:spPr>
            <p:txBody>
              <a:bodyPr vert="horz" wrap="square" lIns="179999" tIns="143999" rIns="179999" bIns="143999"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1" i="0" u="none" strike="noStrike" kern="1200" cap="all" spc="0" baseline="0">
                    <a:solidFill>
                      <a:srgbClr val="211F26"/>
                    </a:solidFill>
                    <a:uFillTx/>
                    <a:latin typeface="Calibri" pitchFamily="34"/>
                    <a:cs typeface="Calibri" pitchFamily="34"/>
                  </a:rPr>
                  <a:t>Want to know more?</a:t>
                </a:r>
                <a:br>
                  <a:rPr lang="en-GB" sz="1200" b="1" i="0" u="none" strike="noStrike" kern="1200" cap="all" spc="0" baseline="0">
                    <a:solidFill>
                      <a:srgbClr val="211F26"/>
                    </a:solidFill>
                    <a:uFillTx/>
                    <a:latin typeface="Calibri" pitchFamily="34"/>
                    <a:cs typeface="Calibri" pitchFamily="34"/>
                  </a:rPr>
                </a:br>
                <a:r>
                  <a:rPr lang="en-GB" sz="1200" b="0" i="0" u="none" strike="noStrike" kern="1200" cap="none" spc="0" baseline="0">
                    <a:solidFill>
                      <a:srgbClr val="211F26"/>
                    </a:solidFill>
                    <a:uFillTx/>
                    <a:latin typeface="Calibri" pitchFamily="34"/>
                    <a:cs typeface="Calibri" pitchFamily="34"/>
                  </a:rPr>
                  <a:t>Go to the tab</a:t>
                </a:r>
                <a:r>
                  <a:rPr lang="en-GB" sz="1200" b="1" i="0" u="none" strike="noStrike" kern="1200" cap="all" spc="0" baseline="0">
                    <a:solidFill>
                      <a:srgbClr val="211F26"/>
                    </a:solidFill>
                    <a:uFillTx/>
                    <a:latin typeface="Calibri" pitchFamily="34"/>
                    <a:cs typeface="Calibri" pitchFamily="34"/>
                  </a:rPr>
                  <a:t> 'SLIDEBUILDER’ </a:t>
                </a:r>
                <a:r>
                  <a:rPr lang="en-GB" sz="1200" b="0" i="0" u="none" strike="noStrike" kern="1200" cap="none" spc="0" baseline="0">
                    <a:solidFill>
                      <a:srgbClr val="211F26"/>
                    </a:solidFill>
                    <a:uFillTx/>
                    <a:latin typeface="Calibri" pitchFamily="34"/>
                    <a:cs typeface="Calibri" pitchFamily="34"/>
                  </a:rPr>
                  <a:t>and click</a:t>
                </a:r>
                <a:br>
                  <a:rPr lang="en-GB" sz="1200" b="0" i="0" u="none" strike="noStrike" kern="1200" cap="none" spc="0" baseline="0">
                    <a:solidFill>
                      <a:srgbClr val="211F26"/>
                    </a:solidFill>
                    <a:uFillTx/>
                    <a:latin typeface="Calibri" pitchFamily="34"/>
                    <a:cs typeface="Calibri" pitchFamily="34"/>
                  </a:rPr>
                </a:br>
                <a:r>
                  <a:rPr lang="en-GB" sz="1200" b="0" i="0" u="none" strike="noStrike" kern="1200" cap="none" spc="0" baseline="0">
                    <a:solidFill>
                      <a:srgbClr val="211F26"/>
                    </a:solidFill>
                    <a:uFillTx/>
                    <a:latin typeface="Calibri" pitchFamily="34"/>
                    <a:cs typeface="Calibri" pitchFamily="34"/>
                  </a:rPr>
                  <a:t>on the button </a:t>
                </a:r>
                <a:r>
                  <a:rPr lang="en-GB" sz="1200" b="1" i="0" u="none" strike="noStrike" kern="1200" cap="all" spc="0" baseline="0">
                    <a:solidFill>
                      <a:srgbClr val="211F26"/>
                    </a:solidFill>
                    <a:uFillTx/>
                    <a:latin typeface="Calibri" pitchFamily="34"/>
                    <a:cs typeface="Calibri" pitchFamily="34"/>
                  </a:rPr>
                  <a:t>‘Inspiration'</a:t>
                </a:r>
              </a:p>
            </p:txBody>
          </p:sp>
          <p:grpSp>
            <p:nvGrpSpPr>
              <p:cNvPr id="109" name="ICOON_info">
                <a:extLst>
                  <a:ext uri="{FF2B5EF4-FFF2-40B4-BE49-F238E27FC236}">
                    <a16:creationId xmlns:a16="http://schemas.microsoft.com/office/drawing/2014/main" id="{8132B51C-63BB-8206-594F-10FDE0C7023A}"/>
                  </a:ext>
                </a:extLst>
              </p:cNvPr>
              <p:cNvGrpSpPr/>
              <p:nvPr/>
            </p:nvGrpSpPr>
            <p:grpSpPr>
              <a:xfrm>
                <a:off x="-376467" y="5680655"/>
                <a:ext cx="283683" cy="283683"/>
                <a:chOff x="-376467" y="5680655"/>
                <a:chExt cx="283683" cy="283683"/>
              </a:xfrm>
            </p:grpSpPr>
            <p:sp>
              <p:nvSpPr>
                <p:cNvPr id="110" name="Ovaal 128">
                  <a:extLst>
                    <a:ext uri="{FF2B5EF4-FFF2-40B4-BE49-F238E27FC236}">
                      <a16:creationId xmlns:a16="http://schemas.microsoft.com/office/drawing/2014/main" id="{23728220-F2D6-862B-10F1-4E6ACD9310EA}"/>
                    </a:ext>
                  </a:extLst>
                </p:cNvPr>
                <p:cNvSpPr/>
                <p:nvPr/>
              </p:nvSpPr>
              <p:spPr>
                <a:xfrm>
                  <a:off x="-356433" y="5700113"/>
                  <a:ext cx="244748" cy="244748"/>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211F26"/>
                </a:solidFill>
                <a:ln>
                  <a:noFill/>
                  <a:prstDash val="solid"/>
                </a:ln>
              </p:spPr>
              <p:txBody>
                <a:bodyPr vert="horz" wrap="square" lIns="179999" tIns="179999" rIns="179999" bIns="179999"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1600" b="0" i="0" u="none" strike="noStrike" kern="1200" cap="all" spc="0" baseline="0">
                    <a:solidFill>
                      <a:srgbClr val="FFFFFF"/>
                    </a:solidFill>
                    <a:uFillTx/>
                    <a:latin typeface="Calibri" pitchFamily="34"/>
                    <a:cs typeface="Calibri" pitchFamily="34"/>
                  </a:endParaRPr>
                </a:p>
              </p:txBody>
            </p:sp>
            <p:sp>
              <p:nvSpPr>
                <p:cNvPr id="111" name="Graphic 163" descr="Informatie">
                  <a:extLst>
                    <a:ext uri="{FF2B5EF4-FFF2-40B4-BE49-F238E27FC236}">
                      <a16:creationId xmlns:a16="http://schemas.microsoft.com/office/drawing/2014/main" id="{DD600F88-6470-6398-45A2-E855DDC9144E}"/>
                    </a:ext>
                  </a:extLst>
                </p:cNvPr>
                <p:cNvSpPr/>
                <p:nvPr/>
              </p:nvSpPr>
              <p:spPr>
                <a:xfrm>
                  <a:off x="-376467" y="5680655"/>
                  <a:ext cx="283683" cy="283683"/>
                </a:xfrm>
                <a:custGeom>
                  <a:avLst/>
                  <a:gdLst>
                    <a:gd name="f0" fmla="val 10800000"/>
                    <a:gd name="f1" fmla="val 5400000"/>
                    <a:gd name="f2" fmla="val 180"/>
                    <a:gd name="f3" fmla="val w"/>
                    <a:gd name="f4" fmla="val h"/>
                    <a:gd name="f5" fmla="val 0"/>
                    <a:gd name="f6" fmla="val 291719"/>
                    <a:gd name="f7" fmla="val 145860"/>
                    <a:gd name="f8" fmla="val 65253"/>
                    <a:gd name="f9" fmla="val 226467"/>
                    <a:gd name="f10" fmla="val 291720"/>
                    <a:gd name="f11" fmla="val 138183"/>
                    <a:gd name="f12" fmla="val 38384"/>
                    <a:gd name="f13" fmla="val 148931"/>
                    <a:gd name="f14" fmla="val 157375"/>
                    <a:gd name="f15" fmla="val 46829"/>
                    <a:gd name="f16" fmla="val 57576"/>
                    <a:gd name="f17" fmla="val 68324"/>
                    <a:gd name="f18" fmla="val 76768"/>
                    <a:gd name="f19" fmla="val 127435"/>
                    <a:gd name="f20" fmla="val 118991"/>
                    <a:gd name="f21" fmla="val 184244"/>
                    <a:gd name="f22" fmla="val 253336"/>
                    <a:gd name="f23" fmla="val 107476"/>
                    <a:gd name="f24" fmla="val 230305"/>
                    <a:gd name="f25" fmla="val 134345"/>
                    <a:gd name="f26" fmla="val 115153"/>
                    <a:gd name="f27" fmla="val 111314"/>
                    <a:gd name="f28" fmla="val 92122"/>
                    <a:gd name="f29" fmla="+- 0 0 -90"/>
                    <a:gd name="f30" fmla="*/ f3 1 291719"/>
                    <a:gd name="f31" fmla="*/ f4 1 291719"/>
                    <a:gd name="f32" fmla="val f5"/>
                    <a:gd name="f33" fmla="val f6"/>
                    <a:gd name="f34" fmla="*/ f29 f0 1"/>
                    <a:gd name="f35" fmla="+- f33 0 f32"/>
                    <a:gd name="f36" fmla="*/ f34 1 f2"/>
                    <a:gd name="f37" fmla="*/ f35 1 291719"/>
                    <a:gd name="f38" fmla="*/ 145860 f35 1"/>
                    <a:gd name="f39" fmla="*/ 0 f35 1"/>
                    <a:gd name="f40" fmla="*/ 291720 f35 1"/>
                    <a:gd name="f41" fmla="*/ 138183 f35 1"/>
                    <a:gd name="f42" fmla="*/ 38384 f35 1"/>
                    <a:gd name="f43" fmla="*/ 157375 f35 1"/>
                    <a:gd name="f44" fmla="*/ 57576 f35 1"/>
                    <a:gd name="f45" fmla="*/ 76768 f35 1"/>
                    <a:gd name="f46" fmla="*/ 118991 f35 1"/>
                    <a:gd name="f47" fmla="*/ 184244 f35 1"/>
                    <a:gd name="f48" fmla="*/ 253336 f35 1"/>
                    <a:gd name="f49" fmla="*/ 107476 f35 1"/>
                    <a:gd name="f50" fmla="*/ 230305 f35 1"/>
                    <a:gd name="f51" fmla="*/ 134345 f35 1"/>
                    <a:gd name="f52" fmla="*/ 115153 f35 1"/>
                    <a:gd name="f53" fmla="*/ 111314 f35 1"/>
                    <a:gd name="f54" fmla="*/ 92122 f35 1"/>
                    <a:gd name="f55" fmla="+- f36 0 f1"/>
                    <a:gd name="f56" fmla="*/ f38 1 291719"/>
                    <a:gd name="f57" fmla="*/ f39 1 291719"/>
                    <a:gd name="f58" fmla="*/ f40 1 291719"/>
                    <a:gd name="f59" fmla="*/ f41 1 291719"/>
                    <a:gd name="f60" fmla="*/ f42 1 291719"/>
                    <a:gd name="f61" fmla="*/ f43 1 291719"/>
                    <a:gd name="f62" fmla="*/ f44 1 291719"/>
                    <a:gd name="f63" fmla="*/ f45 1 291719"/>
                    <a:gd name="f64" fmla="*/ f46 1 291719"/>
                    <a:gd name="f65" fmla="*/ f47 1 291719"/>
                    <a:gd name="f66" fmla="*/ f48 1 291719"/>
                    <a:gd name="f67" fmla="*/ f49 1 291719"/>
                    <a:gd name="f68" fmla="*/ f50 1 291719"/>
                    <a:gd name="f69" fmla="*/ f51 1 291719"/>
                    <a:gd name="f70" fmla="*/ f52 1 291719"/>
                    <a:gd name="f71" fmla="*/ f53 1 291719"/>
                    <a:gd name="f72" fmla="*/ f54 1 291719"/>
                    <a:gd name="f73" fmla="*/ f32 1 f37"/>
                    <a:gd name="f74" fmla="*/ f33 1 f37"/>
                    <a:gd name="f75" fmla="*/ f56 1 f37"/>
                    <a:gd name="f76" fmla="*/ f57 1 f37"/>
                    <a:gd name="f77" fmla="*/ f58 1 f37"/>
                    <a:gd name="f78" fmla="*/ f59 1 f37"/>
                    <a:gd name="f79" fmla="*/ f60 1 f37"/>
                    <a:gd name="f80" fmla="*/ f61 1 f37"/>
                    <a:gd name="f81" fmla="*/ f62 1 f37"/>
                    <a:gd name="f82" fmla="*/ f63 1 f37"/>
                    <a:gd name="f83" fmla="*/ f64 1 f37"/>
                    <a:gd name="f84" fmla="*/ f65 1 f37"/>
                    <a:gd name="f85" fmla="*/ f66 1 f37"/>
                    <a:gd name="f86" fmla="*/ f67 1 f37"/>
                    <a:gd name="f87" fmla="*/ f68 1 f37"/>
                    <a:gd name="f88" fmla="*/ f69 1 f37"/>
                    <a:gd name="f89" fmla="*/ f70 1 f37"/>
                    <a:gd name="f90" fmla="*/ f71 1 f37"/>
                    <a:gd name="f91" fmla="*/ f72 1 f37"/>
                    <a:gd name="f92" fmla="*/ f73 f30 1"/>
                    <a:gd name="f93" fmla="*/ f74 f30 1"/>
                    <a:gd name="f94" fmla="*/ f74 f31 1"/>
                    <a:gd name="f95" fmla="*/ f73 f31 1"/>
                    <a:gd name="f96" fmla="*/ f75 f30 1"/>
                    <a:gd name="f97" fmla="*/ f76 f31 1"/>
                    <a:gd name="f98" fmla="*/ f76 f30 1"/>
                    <a:gd name="f99" fmla="*/ f75 f31 1"/>
                    <a:gd name="f100" fmla="*/ f77 f31 1"/>
                    <a:gd name="f101" fmla="*/ f77 f30 1"/>
                    <a:gd name="f102" fmla="*/ f78 f30 1"/>
                    <a:gd name="f103" fmla="*/ f79 f31 1"/>
                    <a:gd name="f104" fmla="*/ f80 f30 1"/>
                    <a:gd name="f105" fmla="*/ f81 f31 1"/>
                    <a:gd name="f106" fmla="*/ f82 f31 1"/>
                    <a:gd name="f107" fmla="*/ f83 f30 1"/>
                    <a:gd name="f108" fmla="*/ f84 f30 1"/>
                    <a:gd name="f109" fmla="*/ f85 f31 1"/>
                    <a:gd name="f110" fmla="*/ f86 f30 1"/>
                    <a:gd name="f111" fmla="*/ f87 f31 1"/>
                    <a:gd name="f112" fmla="*/ f88 f30 1"/>
                    <a:gd name="f113" fmla="*/ f89 f31 1"/>
                    <a:gd name="f114" fmla="*/ f90 f30 1"/>
                    <a:gd name="f115" fmla="*/ f91 f31 1"/>
                  </a:gdLst>
                  <a:ahLst/>
                  <a:cxnLst>
                    <a:cxn ang="3cd4">
                      <a:pos x="hc" y="t"/>
                    </a:cxn>
                    <a:cxn ang="0">
                      <a:pos x="r" y="vc"/>
                    </a:cxn>
                    <a:cxn ang="cd4">
                      <a:pos x="hc" y="b"/>
                    </a:cxn>
                    <a:cxn ang="cd2">
                      <a:pos x="l" y="vc"/>
                    </a:cxn>
                    <a:cxn ang="f55">
                      <a:pos x="f96" y="f97"/>
                    </a:cxn>
                    <a:cxn ang="f55">
                      <a:pos x="f98" y="f99"/>
                    </a:cxn>
                    <a:cxn ang="f55">
                      <a:pos x="f96" y="f100"/>
                    </a:cxn>
                    <a:cxn ang="f55">
                      <a:pos x="f101" y="f99"/>
                    </a:cxn>
                    <a:cxn ang="f55">
                      <a:pos x="f96" y="f97"/>
                    </a:cxn>
                    <a:cxn ang="f55">
                      <a:pos x="f102" y="f103"/>
                    </a:cxn>
                    <a:cxn ang="f55">
                      <a:pos x="f104" y="f105"/>
                    </a:cxn>
                    <a:cxn ang="f55">
                      <a:pos x="f102" y="f106"/>
                    </a:cxn>
                    <a:cxn ang="f55">
                      <a:pos x="f107" y="f105"/>
                    </a:cxn>
                    <a:cxn ang="f55">
                      <a:pos x="f102" y="f103"/>
                    </a:cxn>
                    <a:cxn ang="f55">
                      <a:pos x="f108" y="f109"/>
                    </a:cxn>
                    <a:cxn ang="f55">
                      <a:pos x="f110" y="f109"/>
                    </a:cxn>
                    <a:cxn ang="f55">
                      <a:pos x="f110" y="f111"/>
                    </a:cxn>
                    <a:cxn ang="f55">
                      <a:pos x="f112" y="f111"/>
                    </a:cxn>
                    <a:cxn ang="f55">
                      <a:pos x="f112" y="f113"/>
                    </a:cxn>
                    <a:cxn ang="f55">
                      <a:pos x="f114" y="f113"/>
                    </a:cxn>
                    <a:cxn ang="f55">
                      <a:pos x="f114" y="f115"/>
                    </a:cxn>
                    <a:cxn ang="f55">
                      <a:pos x="f104" y="f115"/>
                    </a:cxn>
                    <a:cxn ang="f55">
                      <a:pos x="f104" y="f113"/>
                    </a:cxn>
                    <a:cxn ang="f55">
                      <a:pos x="f104" y="f111"/>
                    </a:cxn>
                    <a:cxn ang="f55">
                      <a:pos x="f108" y="f111"/>
                    </a:cxn>
                    <a:cxn ang="f55">
                      <a:pos x="f108" y="f109"/>
                    </a:cxn>
                  </a:cxnLst>
                  <a:rect l="f92" t="f95" r="f93" b="f94"/>
                  <a:pathLst>
                    <a:path w="291719" h="291719">
                      <a:moveTo>
                        <a:pt x="f7" y="f5"/>
                      </a:moveTo>
                      <a:cubicBezTo>
                        <a:pt x="f8" y="f5"/>
                        <a:pt x="f5" y="f8"/>
                        <a:pt x="f5" y="f7"/>
                      </a:cubicBezTo>
                      <a:cubicBezTo>
                        <a:pt x="f5" y="f9"/>
                        <a:pt x="f8" y="f10"/>
                        <a:pt x="f7" y="f10"/>
                      </a:cubicBezTo>
                      <a:cubicBezTo>
                        <a:pt x="f9" y="f10"/>
                        <a:pt x="f10" y="f9"/>
                        <a:pt x="f10" y="f7"/>
                      </a:cubicBezTo>
                      <a:cubicBezTo>
                        <a:pt x="f10" y="f8"/>
                        <a:pt x="f9" y="f5"/>
                        <a:pt x="f7" y="f5"/>
                      </a:cubicBezTo>
                      <a:close/>
                      <a:moveTo>
                        <a:pt x="f11" y="f12"/>
                      </a:moveTo>
                      <a:cubicBezTo>
                        <a:pt x="f13" y="f12"/>
                        <a:pt x="f14" y="f15"/>
                        <a:pt x="f14" y="f16"/>
                      </a:cubicBezTo>
                      <a:cubicBezTo>
                        <a:pt x="f14" y="f17"/>
                        <a:pt x="f13" y="f18"/>
                        <a:pt x="f11" y="f18"/>
                      </a:cubicBezTo>
                      <a:cubicBezTo>
                        <a:pt x="f19" y="f18"/>
                        <a:pt x="f20" y="f17"/>
                        <a:pt x="f20" y="f16"/>
                      </a:cubicBezTo>
                      <a:cubicBezTo>
                        <a:pt x="f20" y="f15"/>
                        <a:pt x="f19" y="f12"/>
                        <a:pt x="f11" y="f12"/>
                      </a:cubicBezTo>
                      <a:close/>
                      <a:moveTo>
                        <a:pt x="f21" y="f22"/>
                      </a:moveTo>
                      <a:lnTo>
                        <a:pt x="f23" y="f22"/>
                      </a:lnTo>
                      <a:lnTo>
                        <a:pt x="f23" y="f24"/>
                      </a:lnTo>
                      <a:lnTo>
                        <a:pt x="f25" y="f24"/>
                      </a:lnTo>
                      <a:lnTo>
                        <a:pt x="f25" y="f26"/>
                      </a:lnTo>
                      <a:lnTo>
                        <a:pt x="f27" y="f26"/>
                      </a:lnTo>
                      <a:lnTo>
                        <a:pt x="f27" y="f28"/>
                      </a:lnTo>
                      <a:lnTo>
                        <a:pt x="f14" y="f28"/>
                      </a:lnTo>
                      <a:lnTo>
                        <a:pt x="f14" y="f26"/>
                      </a:lnTo>
                      <a:lnTo>
                        <a:pt x="f14" y="f24"/>
                      </a:lnTo>
                      <a:lnTo>
                        <a:pt x="f21" y="f24"/>
                      </a:lnTo>
                      <a:lnTo>
                        <a:pt x="f21" y="f22"/>
                      </a:lnTo>
                      <a:close/>
                    </a:path>
                  </a:pathLst>
                </a:custGeom>
                <a:solidFill>
                  <a:srgbClr val="1FF524"/>
                </a:solidFill>
                <a:ln>
                  <a:noFill/>
                  <a:prstDash val="soli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2000" b="0" i="0" u="none" strike="noStrike" kern="1200" cap="none" spc="0" baseline="0">
                    <a:solidFill>
                      <a:srgbClr val="211F26"/>
                    </a:solidFill>
                    <a:uFillTx/>
                    <a:latin typeface="Calibri" pitchFamily="34"/>
                    <a:cs typeface="Calibri" pitchFamily="34"/>
                  </a:endParaRPr>
                </a:p>
              </p:txBody>
            </p:sp>
          </p:grpSp>
          <p:grpSp>
            <p:nvGrpSpPr>
              <p:cNvPr id="112" name="Groep 122">
                <a:extLst>
                  <a:ext uri="{FF2B5EF4-FFF2-40B4-BE49-F238E27FC236}">
                    <a16:creationId xmlns:a16="http://schemas.microsoft.com/office/drawing/2014/main" id="{D49297C5-8C2E-42A8-B461-0478CC48F9EA}"/>
                  </a:ext>
                </a:extLst>
              </p:cNvPr>
              <p:cNvGrpSpPr/>
              <p:nvPr/>
            </p:nvGrpSpPr>
            <p:grpSpPr>
              <a:xfrm>
                <a:off x="-938165" y="5938003"/>
                <a:ext cx="627799" cy="576684"/>
                <a:chOff x="-938165" y="5938003"/>
                <a:chExt cx="627799" cy="576684"/>
              </a:xfrm>
            </p:grpSpPr>
            <p:grpSp>
              <p:nvGrpSpPr>
                <p:cNvPr id="113" name="Inspireren">
                  <a:extLst>
                    <a:ext uri="{FF2B5EF4-FFF2-40B4-BE49-F238E27FC236}">
                      <a16:creationId xmlns:a16="http://schemas.microsoft.com/office/drawing/2014/main" id="{25C0E5E8-E77D-5DBE-DAE0-5AE51BDE6738}"/>
                    </a:ext>
                  </a:extLst>
                </p:cNvPr>
                <p:cNvGrpSpPr/>
                <p:nvPr/>
              </p:nvGrpSpPr>
              <p:grpSpPr>
                <a:xfrm>
                  <a:off x="-715847" y="5938003"/>
                  <a:ext cx="169776" cy="242380"/>
                  <a:chOff x="-715847" y="5938003"/>
                  <a:chExt cx="169776" cy="242380"/>
                </a:xfrm>
              </p:grpSpPr>
              <p:sp>
                <p:nvSpPr>
                  <p:cNvPr id="114" name="Freeform 12">
                    <a:extLst>
                      <a:ext uri="{FF2B5EF4-FFF2-40B4-BE49-F238E27FC236}">
                        <a16:creationId xmlns:a16="http://schemas.microsoft.com/office/drawing/2014/main" id="{668EFE54-FDBF-3868-2F81-E311C6EB481D}"/>
                      </a:ext>
                    </a:extLst>
                  </p:cNvPr>
                  <p:cNvSpPr/>
                  <p:nvPr/>
                </p:nvSpPr>
                <p:spPr>
                  <a:xfrm>
                    <a:off x="-665646" y="6024826"/>
                    <a:ext cx="68726" cy="62051"/>
                  </a:xfrm>
                  <a:custGeom>
                    <a:avLst/>
                    <a:gdLst>
                      <a:gd name="f0" fmla="val 10800000"/>
                      <a:gd name="f1" fmla="val 5400000"/>
                      <a:gd name="f2" fmla="val 180"/>
                      <a:gd name="f3" fmla="val w"/>
                      <a:gd name="f4" fmla="val h"/>
                      <a:gd name="f5" fmla="val 0"/>
                      <a:gd name="f6" fmla="val 319"/>
                      <a:gd name="f7" fmla="val 288"/>
                      <a:gd name="f8" fmla="val 220"/>
                      <a:gd name="f9" fmla="val 107"/>
                      <a:gd name="f10" fmla="+- 0 0 -90"/>
                      <a:gd name="f11" fmla="*/ f3 1 319"/>
                      <a:gd name="f12" fmla="*/ f4 1 288"/>
                      <a:gd name="f13" fmla="val f5"/>
                      <a:gd name="f14" fmla="val f6"/>
                      <a:gd name="f15" fmla="val f7"/>
                      <a:gd name="f16" fmla="*/ f10 f0 1"/>
                      <a:gd name="f17" fmla="+- f15 0 f13"/>
                      <a:gd name="f18" fmla="+- f14 0 f13"/>
                      <a:gd name="f19" fmla="*/ f16 1 f2"/>
                      <a:gd name="f20" fmla="*/ f18 1 319"/>
                      <a:gd name="f21" fmla="*/ f17 1 288"/>
                      <a:gd name="f22" fmla="*/ 220 f18 1"/>
                      <a:gd name="f23" fmla="*/ 288 f17 1"/>
                      <a:gd name="f24" fmla="*/ 107 f18 1"/>
                      <a:gd name="f25" fmla="*/ 0 f18 1"/>
                      <a:gd name="f26" fmla="*/ 0 f17 1"/>
                      <a:gd name="f27" fmla="*/ 319 f18 1"/>
                      <a:gd name="f28" fmla="+- f19 0 f1"/>
                      <a:gd name="f29" fmla="*/ f22 1 319"/>
                      <a:gd name="f30" fmla="*/ f23 1 288"/>
                      <a:gd name="f31" fmla="*/ f24 1 319"/>
                      <a:gd name="f32" fmla="*/ f25 1 319"/>
                      <a:gd name="f33" fmla="*/ f26 1 288"/>
                      <a:gd name="f34" fmla="*/ f27 1 319"/>
                      <a:gd name="f35" fmla="*/ 0 1 f20"/>
                      <a:gd name="f36" fmla="*/ f14 1 f20"/>
                      <a:gd name="f37" fmla="*/ 0 1 f21"/>
                      <a:gd name="f38" fmla="*/ f15 1 f21"/>
                      <a:gd name="f39" fmla="*/ f29 1 f20"/>
                      <a:gd name="f40" fmla="*/ f30 1 f21"/>
                      <a:gd name="f41" fmla="*/ f31 1 f20"/>
                      <a:gd name="f42" fmla="*/ f32 1 f20"/>
                      <a:gd name="f43" fmla="*/ f33 1 f21"/>
                      <a:gd name="f44" fmla="*/ f34 1 f20"/>
                      <a:gd name="f45" fmla="*/ f35 f11 1"/>
                      <a:gd name="f46" fmla="*/ f36 f11 1"/>
                      <a:gd name="f47" fmla="*/ f38 f12 1"/>
                      <a:gd name="f48" fmla="*/ f37 f12 1"/>
                      <a:gd name="f49" fmla="*/ f39 f11 1"/>
                      <a:gd name="f50" fmla="*/ f40 f12 1"/>
                      <a:gd name="f51" fmla="*/ f41 f11 1"/>
                      <a:gd name="f52" fmla="*/ f42 f11 1"/>
                      <a:gd name="f53" fmla="*/ f43 f12 1"/>
                      <a:gd name="f54" fmla="*/ f44 f11 1"/>
                    </a:gdLst>
                    <a:ahLst/>
                    <a:cxnLst>
                      <a:cxn ang="3cd4">
                        <a:pos x="hc" y="t"/>
                      </a:cxn>
                      <a:cxn ang="0">
                        <a:pos x="r" y="vc"/>
                      </a:cxn>
                      <a:cxn ang="cd4">
                        <a:pos x="hc" y="b"/>
                      </a:cxn>
                      <a:cxn ang="cd2">
                        <a:pos x="l" y="vc"/>
                      </a:cxn>
                      <a:cxn ang="f28">
                        <a:pos x="f49" y="f50"/>
                      </a:cxn>
                      <a:cxn ang="f28">
                        <a:pos x="f51" y="f50"/>
                      </a:cxn>
                      <a:cxn ang="f28">
                        <a:pos x="f52" y="f53"/>
                      </a:cxn>
                      <a:cxn ang="f28">
                        <a:pos x="f54" y="f53"/>
                      </a:cxn>
                      <a:cxn ang="f28">
                        <a:pos x="f49" y="f50"/>
                      </a:cxn>
                    </a:cxnLst>
                    <a:rect l="f45" t="f48" r="f46" b="f47"/>
                    <a:pathLst>
                      <a:path w="319" h="288">
                        <a:moveTo>
                          <a:pt x="f8" y="f7"/>
                        </a:moveTo>
                        <a:lnTo>
                          <a:pt x="f9" y="f7"/>
                        </a:lnTo>
                        <a:lnTo>
                          <a:pt x="f5" y="f5"/>
                        </a:lnTo>
                        <a:lnTo>
                          <a:pt x="f6" y="f5"/>
                        </a:lnTo>
                        <a:lnTo>
                          <a:pt x="f8" y="f7"/>
                        </a:lnTo>
                        <a:close/>
                      </a:path>
                    </a:pathLst>
                  </a:custGeom>
                  <a:solidFill>
                    <a:srgbClr val="1FF524"/>
                  </a:solidFill>
                  <a:ln>
                    <a:noFill/>
                    <a:prstDash val="solid"/>
                  </a:ln>
                </p:spPr>
                <p:txBody>
                  <a:bodyPr vert="horz" wrap="square" lIns="91440" tIns="45720" rIns="91440" bIns="45720" anchor="t"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300" b="0" i="0" u="none" strike="noStrike" kern="0" cap="none" spc="0" baseline="0">
                      <a:solidFill>
                        <a:srgbClr val="211F26"/>
                      </a:solidFill>
                      <a:uFillTx/>
                      <a:latin typeface="Arial"/>
                    </a:endParaRPr>
                  </a:p>
                </p:txBody>
              </p:sp>
              <p:sp>
                <p:nvSpPr>
                  <p:cNvPr id="115" name="Freeform 13">
                    <a:extLst>
                      <a:ext uri="{FF2B5EF4-FFF2-40B4-BE49-F238E27FC236}">
                        <a16:creationId xmlns:a16="http://schemas.microsoft.com/office/drawing/2014/main" id="{9EBB9DBB-97ED-3BDF-9278-9FB4E94F47B4}"/>
                      </a:ext>
                    </a:extLst>
                  </p:cNvPr>
                  <p:cNvSpPr/>
                  <p:nvPr/>
                </p:nvSpPr>
                <p:spPr>
                  <a:xfrm>
                    <a:off x="-661120" y="6156252"/>
                    <a:ext cx="60761" cy="24131"/>
                  </a:xfrm>
                  <a:custGeom>
                    <a:avLst/>
                    <a:gdLst>
                      <a:gd name="f0" fmla="val 10800000"/>
                      <a:gd name="f1" fmla="val 5400000"/>
                      <a:gd name="f2" fmla="val 180"/>
                      <a:gd name="f3" fmla="val w"/>
                      <a:gd name="f4" fmla="val h"/>
                      <a:gd name="f5" fmla="val 0"/>
                      <a:gd name="f6" fmla="val 251"/>
                      <a:gd name="f7" fmla="val 100"/>
                      <a:gd name="f8" fmla="val 229"/>
                      <a:gd name="f9" fmla="val 70"/>
                      <a:gd name="f10" fmla="val 69"/>
                      <a:gd name="f11" fmla="val 22"/>
                      <a:gd name="f12" fmla="val 27"/>
                      <a:gd name="f13" fmla="val 87"/>
                      <a:gd name="f14" fmla="val 44"/>
                      <a:gd name="f15" fmla="val 63"/>
                      <a:gd name="f16" fmla="val 188"/>
                      <a:gd name="f17" fmla="val 207"/>
                      <a:gd name="f18" fmla="val 223"/>
                      <a:gd name="f19" fmla="val 88"/>
                      <a:gd name="f20" fmla="val 71"/>
                      <a:gd name="f21" fmla="+- 0 0 -90"/>
                      <a:gd name="f22" fmla="*/ f3 1 251"/>
                      <a:gd name="f23" fmla="*/ f4 1 100"/>
                      <a:gd name="f24" fmla="val f5"/>
                      <a:gd name="f25" fmla="val f6"/>
                      <a:gd name="f26" fmla="val f7"/>
                      <a:gd name="f27" fmla="*/ f21 f0 1"/>
                      <a:gd name="f28" fmla="+- f26 0 f24"/>
                      <a:gd name="f29" fmla="+- f25 0 f24"/>
                      <a:gd name="f30" fmla="*/ f27 1 f2"/>
                      <a:gd name="f31" fmla="*/ f29 1 251"/>
                      <a:gd name="f32" fmla="*/ f28 1 100"/>
                      <a:gd name="f33" fmla="*/ 229 f29 1"/>
                      <a:gd name="f34" fmla="*/ 70 f28 1"/>
                      <a:gd name="f35" fmla="*/ 69 f28 1"/>
                      <a:gd name="f36" fmla="*/ 251 f29 1"/>
                      <a:gd name="f37" fmla="*/ 0 f28 1"/>
                      <a:gd name="f38" fmla="*/ 0 f29 1"/>
                      <a:gd name="f39" fmla="*/ 22 f29 1"/>
                      <a:gd name="f40" fmla="*/ 63 f29 1"/>
                      <a:gd name="f41" fmla="*/ 100 f28 1"/>
                      <a:gd name="f42" fmla="*/ 188 f29 1"/>
                      <a:gd name="f43" fmla="*/ 71 f28 1"/>
                      <a:gd name="f44" fmla="+- f30 0 f1"/>
                      <a:gd name="f45" fmla="*/ f33 1 251"/>
                      <a:gd name="f46" fmla="*/ f34 1 100"/>
                      <a:gd name="f47" fmla="*/ f35 1 100"/>
                      <a:gd name="f48" fmla="*/ f36 1 251"/>
                      <a:gd name="f49" fmla="*/ f37 1 100"/>
                      <a:gd name="f50" fmla="*/ f38 1 251"/>
                      <a:gd name="f51" fmla="*/ f39 1 251"/>
                      <a:gd name="f52" fmla="*/ f40 1 251"/>
                      <a:gd name="f53" fmla="*/ f41 1 100"/>
                      <a:gd name="f54" fmla="*/ f42 1 251"/>
                      <a:gd name="f55" fmla="*/ f43 1 100"/>
                      <a:gd name="f56" fmla="*/ 0 1 f31"/>
                      <a:gd name="f57" fmla="*/ f25 1 f31"/>
                      <a:gd name="f58" fmla="*/ 0 1 f32"/>
                      <a:gd name="f59" fmla="*/ f26 1 f32"/>
                      <a:gd name="f60" fmla="*/ f45 1 f31"/>
                      <a:gd name="f61" fmla="*/ f46 1 f32"/>
                      <a:gd name="f62" fmla="*/ f47 1 f32"/>
                      <a:gd name="f63" fmla="*/ f48 1 f31"/>
                      <a:gd name="f64" fmla="*/ f49 1 f32"/>
                      <a:gd name="f65" fmla="*/ f50 1 f31"/>
                      <a:gd name="f66" fmla="*/ f51 1 f31"/>
                      <a:gd name="f67" fmla="*/ f52 1 f31"/>
                      <a:gd name="f68" fmla="*/ f53 1 f32"/>
                      <a:gd name="f69" fmla="*/ f54 1 f31"/>
                      <a:gd name="f70" fmla="*/ f55 1 f32"/>
                      <a:gd name="f71" fmla="*/ f56 f22 1"/>
                      <a:gd name="f72" fmla="*/ f57 f22 1"/>
                      <a:gd name="f73" fmla="*/ f59 f23 1"/>
                      <a:gd name="f74" fmla="*/ f58 f23 1"/>
                      <a:gd name="f75" fmla="*/ f60 f22 1"/>
                      <a:gd name="f76" fmla="*/ f61 f23 1"/>
                      <a:gd name="f77" fmla="*/ f62 f23 1"/>
                      <a:gd name="f78" fmla="*/ f63 f22 1"/>
                      <a:gd name="f79" fmla="*/ f64 f23 1"/>
                      <a:gd name="f80" fmla="*/ f65 f22 1"/>
                      <a:gd name="f81" fmla="*/ f66 f22 1"/>
                      <a:gd name="f82" fmla="*/ f67 f22 1"/>
                      <a:gd name="f83" fmla="*/ f68 f23 1"/>
                      <a:gd name="f84" fmla="*/ f69 f22 1"/>
                      <a:gd name="f85" fmla="*/ f70 f23 1"/>
                    </a:gdLst>
                    <a:ahLst/>
                    <a:cxnLst>
                      <a:cxn ang="3cd4">
                        <a:pos x="hc" y="t"/>
                      </a:cxn>
                      <a:cxn ang="0">
                        <a:pos x="r" y="vc"/>
                      </a:cxn>
                      <a:cxn ang="cd4">
                        <a:pos x="hc" y="b"/>
                      </a:cxn>
                      <a:cxn ang="cd2">
                        <a:pos x="l" y="vc"/>
                      </a:cxn>
                      <a:cxn ang="f44">
                        <a:pos x="f75" y="f76"/>
                      </a:cxn>
                      <a:cxn ang="f44">
                        <a:pos x="f75" y="f77"/>
                      </a:cxn>
                      <a:cxn ang="f44">
                        <a:pos x="f78" y="f79"/>
                      </a:cxn>
                      <a:cxn ang="f44">
                        <a:pos x="f80" y="f79"/>
                      </a:cxn>
                      <a:cxn ang="f44">
                        <a:pos x="f81" y="f77"/>
                      </a:cxn>
                      <a:cxn ang="f44">
                        <a:pos x="f82" y="f83"/>
                      </a:cxn>
                      <a:cxn ang="f44">
                        <a:pos x="f84" y="f83"/>
                      </a:cxn>
                      <a:cxn ang="f44">
                        <a:pos x="f75" y="f85"/>
                      </a:cxn>
                      <a:cxn ang="f44">
                        <a:pos x="f75" y="f85"/>
                      </a:cxn>
                      <a:cxn ang="f44">
                        <a:pos x="f75" y="f76"/>
                      </a:cxn>
                    </a:cxnLst>
                    <a:rect l="f71" t="f74" r="f72" b="f73"/>
                    <a:pathLst>
                      <a:path w="251" h="100">
                        <a:moveTo>
                          <a:pt x="f8" y="f9"/>
                        </a:moveTo>
                        <a:cubicBezTo>
                          <a:pt x="f8" y="f9"/>
                          <a:pt x="f8" y="f10"/>
                          <a:pt x="f8" y="f10"/>
                        </a:cubicBezTo>
                        <a:cubicBezTo>
                          <a:pt x="f6" y="f5"/>
                          <a:pt x="f6" y="f5"/>
                          <a:pt x="f6" y="f5"/>
                        </a:cubicBezTo>
                        <a:cubicBezTo>
                          <a:pt x="f5" y="f5"/>
                          <a:pt x="f5" y="f5"/>
                          <a:pt x="f5" y="f5"/>
                        </a:cubicBezTo>
                        <a:cubicBezTo>
                          <a:pt x="f11" y="f10"/>
                          <a:pt x="f11" y="f10"/>
                          <a:pt x="f11" y="f10"/>
                        </a:cubicBezTo>
                        <a:cubicBezTo>
                          <a:pt x="f12" y="f13"/>
                          <a:pt x="f14" y="f7"/>
                          <a:pt x="f15" y="f7"/>
                        </a:cubicBezTo>
                        <a:cubicBezTo>
                          <a:pt x="f16" y="f7"/>
                          <a:pt x="f16" y="f7"/>
                          <a:pt x="f16" y="f7"/>
                        </a:cubicBezTo>
                        <a:cubicBezTo>
                          <a:pt x="f17" y="f7"/>
                          <a:pt x="f18" y="f19"/>
                          <a:pt x="f8" y="f20"/>
                        </a:cubicBezTo>
                        <a:cubicBezTo>
                          <a:pt x="f8" y="f20"/>
                          <a:pt x="f8" y="f20"/>
                          <a:pt x="f8" y="f20"/>
                        </a:cubicBezTo>
                        <a:lnTo>
                          <a:pt x="f8" y="f9"/>
                        </a:lnTo>
                        <a:close/>
                      </a:path>
                    </a:pathLst>
                  </a:custGeom>
                  <a:gradFill>
                    <a:gsLst>
                      <a:gs pos="0">
                        <a:srgbClr val="9D9FA1"/>
                      </a:gs>
                      <a:gs pos="100000">
                        <a:srgbClr val="211F26"/>
                      </a:gs>
                    </a:gsLst>
                    <a:lin ang="2700000"/>
                  </a:gradFill>
                  <a:ln>
                    <a:noFill/>
                    <a:prstDash val="solid"/>
                  </a:ln>
                </p:spPr>
                <p:txBody>
                  <a:bodyPr vert="horz" wrap="square" lIns="91440" tIns="45720" rIns="91440" bIns="45720" anchor="t"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300" b="0" i="0" u="none" strike="noStrike" kern="0" cap="none" spc="0" baseline="0">
                      <a:solidFill>
                        <a:srgbClr val="211F26"/>
                      </a:solidFill>
                      <a:uFillTx/>
                      <a:latin typeface="Arial"/>
                    </a:endParaRPr>
                  </a:p>
                </p:txBody>
              </p:sp>
              <p:sp>
                <p:nvSpPr>
                  <p:cNvPr id="116" name="Freeform 14">
                    <a:extLst>
                      <a:ext uri="{FF2B5EF4-FFF2-40B4-BE49-F238E27FC236}">
                        <a16:creationId xmlns:a16="http://schemas.microsoft.com/office/drawing/2014/main" id="{41237EC6-7A05-70C3-564C-212D6F2233FB}"/>
                      </a:ext>
                    </a:extLst>
                  </p:cNvPr>
                  <p:cNvSpPr/>
                  <p:nvPr/>
                </p:nvSpPr>
                <p:spPr>
                  <a:xfrm>
                    <a:off x="-715847" y="5938003"/>
                    <a:ext cx="169776" cy="208126"/>
                  </a:xfrm>
                  <a:custGeom>
                    <a:avLst/>
                    <a:gdLst>
                      <a:gd name="f0" fmla="val 10800000"/>
                      <a:gd name="f1" fmla="val 5400000"/>
                      <a:gd name="f2" fmla="val 180"/>
                      <a:gd name="f3" fmla="val w"/>
                      <a:gd name="f4" fmla="val h"/>
                      <a:gd name="f5" fmla="val 0"/>
                      <a:gd name="f6" fmla="val 702"/>
                      <a:gd name="f7" fmla="val 860"/>
                      <a:gd name="f8" fmla="val 351"/>
                      <a:gd name="f9" fmla="val 157"/>
                      <a:gd name="f10" fmla="val 463"/>
                      <a:gd name="f11" fmla="val 52"/>
                      <a:gd name="f12" fmla="val 562"/>
                      <a:gd name="f13" fmla="val 134"/>
                      <a:gd name="f14" fmla="val 627"/>
                      <a:gd name="f15" fmla="val 165"/>
                      <a:gd name="f16" fmla="val 718"/>
                      <a:gd name="f17" fmla="val 266"/>
                      <a:gd name="f18" fmla="val 434"/>
                      <a:gd name="f19" fmla="val 419"/>
                      <a:gd name="f20" fmla="val 760"/>
                      <a:gd name="f21" fmla="val 284"/>
                      <a:gd name="f22" fmla="val 179"/>
                      <a:gd name="f23" fmla="val 212"/>
                      <a:gd name="f24" fmla="val 216"/>
                      <a:gd name="f25" fmla="val 488"/>
                      <a:gd name="f26" fmla="val 491"/>
                      <a:gd name="f27" fmla="val 570"/>
                      <a:gd name="f28" fmla="val 625"/>
                      <a:gd name="f29" fmla="val 651"/>
                      <a:gd name="f30" fmla="val 560"/>
                      <a:gd name="f31" fmla="val 461"/>
                      <a:gd name="f32" fmla="val 545"/>
                      <a:gd name="f33" fmla="val 587"/>
                      <a:gd name="f34" fmla="val 438"/>
                      <a:gd name="f35" fmla="val 568"/>
                      <a:gd name="f36" fmla="val 490"/>
                      <a:gd name="f37" fmla="val 531"/>
                      <a:gd name="f38" fmla="val 534"/>
                      <a:gd name="f39" fmla="val 485"/>
                      <a:gd name="f40" fmla="val 563"/>
                      <a:gd name="f41" fmla="val 454"/>
                      <a:gd name="f42" fmla="val 658"/>
                      <a:gd name="f43" fmla="val 250"/>
                      <a:gd name="f44" fmla="val 219"/>
                      <a:gd name="f45" fmla="val 565"/>
                      <a:gd name="f46" fmla="val 172"/>
                      <a:gd name="f47" fmla="val 536"/>
                      <a:gd name="f48" fmla="val 135"/>
                      <a:gd name="f49" fmla="val 115"/>
                      <a:gd name="f50" fmla="val 439"/>
                      <a:gd name="f51" fmla="val 105"/>
                      <a:gd name="f52" fmla="val 411"/>
                      <a:gd name="f53" fmla="val 99"/>
                      <a:gd name="f54" fmla="val 382"/>
                      <a:gd name="f55" fmla="val 603"/>
                      <a:gd name="f56" fmla="val 381"/>
                      <a:gd name="f57" fmla="val 597"/>
                      <a:gd name="f58" fmla="+- 0 0 -90"/>
                      <a:gd name="f59" fmla="*/ f3 1 702"/>
                      <a:gd name="f60" fmla="*/ f4 1 860"/>
                      <a:gd name="f61" fmla="val f5"/>
                      <a:gd name="f62" fmla="val f6"/>
                      <a:gd name="f63" fmla="val f7"/>
                      <a:gd name="f64" fmla="*/ f58 f0 1"/>
                      <a:gd name="f65" fmla="+- f63 0 f61"/>
                      <a:gd name="f66" fmla="+- f62 0 f61"/>
                      <a:gd name="f67" fmla="*/ f64 1 f2"/>
                      <a:gd name="f68" fmla="*/ f66 1 702"/>
                      <a:gd name="f69" fmla="*/ f65 1 860"/>
                      <a:gd name="f70" fmla="*/ 351 f66 1"/>
                      <a:gd name="f71" fmla="*/ 0 f65 1"/>
                      <a:gd name="f72" fmla="*/ 0 f66 1"/>
                      <a:gd name="f73" fmla="*/ 351 f65 1"/>
                      <a:gd name="f74" fmla="*/ 134 f66 1"/>
                      <a:gd name="f75" fmla="*/ 627 f65 1"/>
                      <a:gd name="f76" fmla="*/ 165 f66 1"/>
                      <a:gd name="f77" fmla="*/ 718 f65 1"/>
                      <a:gd name="f78" fmla="*/ 266 f66 1"/>
                      <a:gd name="f79" fmla="*/ 434 f66 1"/>
                      <a:gd name="f80" fmla="*/ 419 f66 1"/>
                      <a:gd name="f81" fmla="*/ 760 f65 1"/>
                      <a:gd name="f82" fmla="*/ 284 f66 1"/>
                      <a:gd name="f83" fmla="*/ 179 f66 1"/>
                      <a:gd name="f84" fmla="*/ 212 f66 1"/>
                      <a:gd name="f85" fmla="*/ 860 f65 1"/>
                      <a:gd name="f86" fmla="*/ 216 f66 1"/>
                      <a:gd name="f87" fmla="*/ 488 f66 1"/>
                      <a:gd name="f88" fmla="*/ 491 f66 1"/>
                      <a:gd name="f89" fmla="*/ 570 f66 1"/>
                      <a:gd name="f90" fmla="*/ 625 f65 1"/>
                      <a:gd name="f91" fmla="*/ 702 f66 1"/>
                      <a:gd name="f92" fmla="*/ 587 f66 1"/>
                      <a:gd name="f93" fmla="*/ 438 f65 1"/>
                      <a:gd name="f94" fmla="*/ 485 f66 1"/>
                      <a:gd name="f95" fmla="*/ 563 f65 1"/>
                      <a:gd name="f96" fmla="*/ 454 f66 1"/>
                      <a:gd name="f97" fmla="*/ 658 f65 1"/>
                      <a:gd name="f98" fmla="*/ 250 f66 1"/>
                      <a:gd name="f99" fmla="*/ 219 f66 1"/>
                      <a:gd name="f100" fmla="*/ 565 f65 1"/>
                      <a:gd name="f101" fmla="*/ 115 f66 1"/>
                      <a:gd name="f102" fmla="*/ 439 f65 1"/>
                      <a:gd name="f103" fmla="*/ 99 f66 1"/>
                      <a:gd name="f104" fmla="*/ 99 f65 1"/>
                      <a:gd name="f105" fmla="*/ 603 f66 1"/>
                      <a:gd name="f106" fmla="+- f67 0 f1"/>
                      <a:gd name="f107" fmla="*/ f70 1 702"/>
                      <a:gd name="f108" fmla="*/ f71 1 860"/>
                      <a:gd name="f109" fmla="*/ f72 1 702"/>
                      <a:gd name="f110" fmla="*/ f73 1 860"/>
                      <a:gd name="f111" fmla="*/ f74 1 702"/>
                      <a:gd name="f112" fmla="*/ f75 1 860"/>
                      <a:gd name="f113" fmla="*/ f76 1 702"/>
                      <a:gd name="f114" fmla="*/ f77 1 860"/>
                      <a:gd name="f115" fmla="*/ f78 1 702"/>
                      <a:gd name="f116" fmla="*/ f79 1 702"/>
                      <a:gd name="f117" fmla="*/ f80 1 702"/>
                      <a:gd name="f118" fmla="*/ f81 1 860"/>
                      <a:gd name="f119" fmla="*/ f82 1 702"/>
                      <a:gd name="f120" fmla="*/ f83 1 702"/>
                      <a:gd name="f121" fmla="*/ f84 1 702"/>
                      <a:gd name="f122" fmla="*/ f85 1 860"/>
                      <a:gd name="f123" fmla="*/ f86 1 702"/>
                      <a:gd name="f124" fmla="*/ f87 1 702"/>
                      <a:gd name="f125" fmla="*/ f88 1 702"/>
                      <a:gd name="f126" fmla="*/ f89 1 702"/>
                      <a:gd name="f127" fmla="*/ f90 1 860"/>
                      <a:gd name="f128" fmla="*/ f91 1 702"/>
                      <a:gd name="f129" fmla="*/ f92 1 702"/>
                      <a:gd name="f130" fmla="*/ f93 1 860"/>
                      <a:gd name="f131" fmla="*/ f94 1 702"/>
                      <a:gd name="f132" fmla="*/ f95 1 860"/>
                      <a:gd name="f133" fmla="*/ f96 1 702"/>
                      <a:gd name="f134" fmla="*/ f97 1 860"/>
                      <a:gd name="f135" fmla="*/ f98 1 702"/>
                      <a:gd name="f136" fmla="*/ f99 1 702"/>
                      <a:gd name="f137" fmla="*/ f100 1 860"/>
                      <a:gd name="f138" fmla="*/ f101 1 702"/>
                      <a:gd name="f139" fmla="*/ f102 1 860"/>
                      <a:gd name="f140" fmla="*/ f103 1 702"/>
                      <a:gd name="f141" fmla="*/ f104 1 860"/>
                      <a:gd name="f142" fmla="*/ f105 1 702"/>
                      <a:gd name="f143" fmla="*/ 0 1 f68"/>
                      <a:gd name="f144" fmla="*/ f62 1 f68"/>
                      <a:gd name="f145" fmla="*/ 0 1 f69"/>
                      <a:gd name="f146" fmla="*/ f63 1 f69"/>
                      <a:gd name="f147" fmla="*/ f107 1 f68"/>
                      <a:gd name="f148" fmla="*/ f108 1 f69"/>
                      <a:gd name="f149" fmla="*/ f109 1 f68"/>
                      <a:gd name="f150" fmla="*/ f110 1 f69"/>
                      <a:gd name="f151" fmla="*/ f111 1 f68"/>
                      <a:gd name="f152" fmla="*/ f112 1 f69"/>
                      <a:gd name="f153" fmla="*/ f113 1 f68"/>
                      <a:gd name="f154" fmla="*/ f114 1 f69"/>
                      <a:gd name="f155" fmla="*/ f115 1 f68"/>
                      <a:gd name="f156" fmla="*/ f116 1 f68"/>
                      <a:gd name="f157" fmla="*/ f117 1 f68"/>
                      <a:gd name="f158" fmla="*/ f118 1 f69"/>
                      <a:gd name="f159" fmla="*/ f119 1 f68"/>
                      <a:gd name="f160" fmla="*/ f120 1 f68"/>
                      <a:gd name="f161" fmla="*/ f121 1 f68"/>
                      <a:gd name="f162" fmla="*/ f122 1 f69"/>
                      <a:gd name="f163" fmla="*/ f123 1 f68"/>
                      <a:gd name="f164" fmla="*/ f124 1 f68"/>
                      <a:gd name="f165" fmla="*/ f125 1 f68"/>
                      <a:gd name="f166" fmla="*/ f126 1 f68"/>
                      <a:gd name="f167" fmla="*/ f127 1 f69"/>
                      <a:gd name="f168" fmla="*/ f128 1 f68"/>
                      <a:gd name="f169" fmla="*/ f129 1 f68"/>
                      <a:gd name="f170" fmla="*/ f130 1 f69"/>
                      <a:gd name="f171" fmla="*/ f131 1 f68"/>
                      <a:gd name="f172" fmla="*/ f132 1 f69"/>
                      <a:gd name="f173" fmla="*/ f133 1 f68"/>
                      <a:gd name="f174" fmla="*/ f134 1 f69"/>
                      <a:gd name="f175" fmla="*/ f135 1 f68"/>
                      <a:gd name="f176" fmla="*/ f136 1 f68"/>
                      <a:gd name="f177" fmla="*/ f137 1 f69"/>
                      <a:gd name="f178" fmla="*/ f138 1 f68"/>
                      <a:gd name="f179" fmla="*/ f139 1 f69"/>
                      <a:gd name="f180" fmla="*/ f140 1 f68"/>
                      <a:gd name="f181" fmla="*/ f141 1 f69"/>
                      <a:gd name="f182" fmla="*/ f142 1 f68"/>
                      <a:gd name="f183" fmla="*/ f143 f59 1"/>
                      <a:gd name="f184" fmla="*/ f144 f59 1"/>
                      <a:gd name="f185" fmla="*/ f146 f60 1"/>
                      <a:gd name="f186" fmla="*/ f145 f60 1"/>
                      <a:gd name="f187" fmla="*/ f147 f59 1"/>
                      <a:gd name="f188" fmla="*/ f148 f60 1"/>
                      <a:gd name="f189" fmla="*/ f149 f59 1"/>
                      <a:gd name="f190" fmla="*/ f150 f60 1"/>
                      <a:gd name="f191" fmla="*/ f151 f59 1"/>
                      <a:gd name="f192" fmla="*/ f152 f60 1"/>
                      <a:gd name="f193" fmla="*/ f153 f59 1"/>
                      <a:gd name="f194" fmla="*/ f154 f60 1"/>
                      <a:gd name="f195" fmla="*/ f155 f59 1"/>
                      <a:gd name="f196" fmla="*/ f156 f59 1"/>
                      <a:gd name="f197" fmla="*/ f157 f59 1"/>
                      <a:gd name="f198" fmla="*/ f158 f60 1"/>
                      <a:gd name="f199" fmla="*/ f159 f59 1"/>
                      <a:gd name="f200" fmla="*/ f160 f59 1"/>
                      <a:gd name="f201" fmla="*/ f161 f59 1"/>
                      <a:gd name="f202" fmla="*/ f162 f60 1"/>
                      <a:gd name="f203" fmla="*/ f163 f59 1"/>
                      <a:gd name="f204" fmla="*/ f164 f59 1"/>
                      <a:gd name="f205" fmla="*/ f165 f59 1"/>
                      <a:gd name="f206" fmla="*/ f166 f59 1"/>
                      <a:gd name="f207" fmla="*/ f167 f60 1"/>
                      <a:gd name="f208" fmla="*/ f168 f59 1"/>
                      <a:gd name="f209" fmla="*/ f169 f59 1"/>
                      <a:gd name="f210" fmla="*/ f170 f60 1"/>
                      <a:gd name="f211" fmla="*/ f171 f59 1"/>
                      <a:gd name="f212" fmla="*/ f172 f60 1"/>
                      <a:gd name="f213" fmla="*/ f173 f59 1"/>
                      <a:gd name="f214" fmla="*/ f174 f60 1"/>
                      <a:gd name="f215" fmla="*/ f175 f59 1"/>
                      <a:gd name="f216" fmla="*/ f176 f59 1"/>
                      <a:gd name="f217" fmla="*/ f177 f60 1"/>
                      <a:gd name="f218" fmla="*/ f178 f59 1"/>
                      <a:gd name="f219" fmla="*/ f179 f60 1"/>
                      <a:gd name="f220" fmla="*/ f180 f59 1"/>
                      <a:gd name="f221" fmla="*/ f181 f60 1"/>
                      <a:gd name="f222" fmla="*/ f182 f59 1"/>
                    </a:gdLst>
                    <a:ahLst/>
                    <a:cxnLst>
                      <a:cxn ang="3cd4">
                        <a:pos x="hc" y="t"/>
                      </a:cxn>
                      <a:cxn ang="0">
                        <a:pos x="r" y="vc"/>
                      </a:cxn>
                      <a:cxn ang="cd4">
                        <a:pos x="hc" y="b"/>
                      </a:cxn>
                      <a:cxn ang="cd2">
                        <a:pos x="l" y="vc"/>
                      </a:cxn>
                      <a:cxn ang="f106">
                        <a:pos x="f187" y="f188"/>
                      </a:cxn>
                      <a:cxn ang="f106">
                        <a:pos x="f189" y="f190"/>
                      </a:cxn>
                      <a:cxn ang="f106">
                        <a:pos x="f191" y="f192"/>
                      </a:cxn>
                      <a:cxn ang="f106">
                        <a:pos x="f193" y="f194"/>
                      </a:cxn>
                      <a:cxn ang="f106">
                        <a:pos x="f195" y="f194"/>
                      </a:cxn>
                      <a:cxn ang="f106">
                        <a:pos x="f195" y="f194"/>
                      </a:cxn>
                      <a:cxn ang="f106">
                        <a:pos x="f196" y="f194"/>
                      </a:cxn>
                      <a:cxn ang="f106">
                        <a:pos x="f197" y="f198"/>
                      </a:cxn>
                      <a:cxn ang="f106">
                        <a:pos x="f199" y="f198"/>
                      </a:cxn>
                      <a:cxn ang="f106">
                        <a:pos x="f199" y="f198"/>
                      </a:cxn>
                      <a:cxn ang="f106">
                        <a:pos x="f200" y="f198"/>
                      </a:cxn>
                      <a:cxn ang="f106">
                        <a:pos x="f201" y="f202"/>
                      </a:cxn>
                      <a:cxn ang="f106">
                        <a:pos x="f201" y="f202"/>
                      </a:cxn>
                      <a:cxn ang="f106">
                        <a:pos x="f203" y="f202"/>
                      </a:cxn>
                      <a:cxn ang="f106">
                        <a:pos x="f204" y="f202"/>
                      </a:cxn>
                      <a:cxn ang="f106">
                        <a:pos x="f205" y="f202"/>
                      </a:cxn>
                      <a:cxn ang="f106">
                        <a:pos x="f206" y="f207"/>
                      </a:cxn>
                      <a:cxn ang="f106">
                        <a:pos x="f208" y="f190"/>
                      </a:cxn>
                      <a:cxn ang="f106">
                        <a:pos x="f187" y="f188"/>
                      </a:cxn>
                      <a:cxn ang="f106">
                        <a:pos x="f209" y="f210"/>
                      </a:cxn>
                      <a:cxn ang="f106">
                        <a:pos x="f211" y="f212"/>
                      </a:cxn>
                      <a:cxn ang="f106">
                        <a:pos x="f213" y="f214"/>
                      </a:cxn>
                      <a:cxn ang="f106">
                        <a:pos x="f215" y="f214"/>
                      </a:cxn>
                      <a:cxn ang="f106">
                        <a:pos x="f216" y="f217"/>
                      </a:cxn>
                      <a:cxn ang="f106">
                        <a:pos x="f218" y="f219"/>
                      </a:cxn>
                      <a:cxn ang="f106">
                        <a:pos x="f220" y="f190"/>
                      </a:cxn>
                      <a:cxn ang="f106">
                        <a:pos x="f187" y="f221"/>
                      </a:cxn>
                      <a:cxn ang="f106">
                        <a:pos x="f222" y="f190"/>
                      </a:cxn>
                      <a:cxn ang="f106">
                        <a:pos x="f209" y="f210"/>
                      </a:cxn>
                    </a:cxnLst>
                    <a:rect l="f183" t="f186" r="f184" b="f185"/>
                    <a:pathLst>
                      <a:path w="702" h="860">
                        <a:moveTo>
                          <a:pt x="f8" y="f5"/>
                        </a:moveTo>
                        <a:cubicBezTo>
                          <a:pt x="f9" y="f5"/>
                          <a:pt x="f5" y="f9"/>
                          <a:pt x="f5" y="f8"/>
                        </a:cubicBezTo>
                        <a:cubicBezTo>
                          <a:pt x="f5" y="f10"/>
                          <a:pt x="f11" y="f12"/>
                          <a:pt x="f13" y="f14"/>
                        </a:cubicBezTo>
                        <a:cubicBezTo>
                          <a:pt x="f15" y="f16"/>
                          <a:pt x="f15" y="f16"/>
                          <a:pt x="f15" y="f16"/>
                        </a:cubicBezTo>
                        <a:cubicBezTo>
                          <a:pt x="f17" y="f16"/>
                          <a:pt x="f17" y="f16"/>
                          <a:pt x="f17" y="f16"/>
                        </a:cubicBezTo>
                        <a:cubicBezTo>
                          <a:pt x="f17" y="f16"/>
                          <a:pt x="f17" y="f16"/>
                          <a:pt x="f17" y="f16"/>
                        </a:cubicBezTo>
                        <a:cubicBezTo>
                          <a:pt x="f18" y="f16"/>
                          <a:pt x="f18" y="f16"/>
                          <a:pt x="f18" y="f16"/>
                        </a:cubicBezTo>
                        <a:cubicBezTo>
                          <a:pt x="f19" y="f20"/>
                          <a:pt x="f19" y="f20"/>
                          <a:pt x="f19" y="f20"/>
                        </a:cubicBezTo>
                        <a:cubicBezTo>
                          <a:pt x="f21" y="f20"/>
                          <a:pt x="f21" y="f20"/>
                          <a:pt x="f21" y="f20"/>
                        </a:cubicBezTo>
                        <a:cubicBezTo>
                          <a:pt x="f21" y="f20"/>
                          <a:pt x="f21" y="f20"/>
                          <a:pt x="f21" y="f20"/>
                        </a:cubicBezTo>
                        <a:cubicBezTo>
                          <a:pt x="f22" y="f20"/>
                          <a:pt x="f22" y="f20"/>
                          <a:pt x="f22" y="f20"/>
                        </a:cubicBezTo>
                        <a:cubicBezTo>
                          <a:pt x="f23" y="f7"/>
                          <a:pt x="f23" y="f7"/>
                          <a:pt x="f23" y="f7"/>
                        </a:cubicBezTo>
                        <a:cubicBezTo>
                          <a:pt x="f23" y="f7"/>
                          <a:pt x="f23" y="f7"/>
                          <a:pt x="f23" y="f7"/>
                        </a:cubicBezTo>
                        <a:cubicBezTo>
                          <a:pt x="f24" y="f7"/>
                          <a:pt x="f24" y="f7"/>
                          <a:pt x="f24" y="f7"/>
                        </a:cubicBezTo>
                        <a:cubicBezTo>
                          <a:pt x="f25" y="f7"/>
                          <a:pt x="f25" y="f7"/>
                          <a:pt x="f25" y="f7"/>
                        </a:cubicBezTo>
                        <a:cubicBezTo>
                          <a:pt x="f26" y="f7"/>
                          <a:pt x="f26" y="f7"/>
                          <a:pt x="f26" y="f7"/>
                        </a:cubicBezTo>
                        <a:cubicBezTo>
                          <a:pt x="f27" y="f28"/>
                          <a:pt x="f27" y="f28"/>
                          <a:pt x="f27" y="f28"/>
                        </a:cubicBezTo>
                        <a:cubicBezTo>
                          <a:pt x="f29" y="f30"/>
                          <a:pt x="f6" y="f31"/>
                          <a:pt x="f6" y="f8"/>
                        </a:cubicBezTo>
                        <a:cubicBezTo>
                          <a:pt x="f6" y="f9"/>
                          <a:pt x="f32" y="f5"/>
                          <a:pt x="f8" y="f5"/>
                        </a:cubicBezTo>
                        <a:close/>
                        <a:moveTo>
                          <a:pt x="f33" y="f34"/>
                        </a:moveTo>
                        <a:cubicBezTo>
                          <a:pt x="f35" y="f36"/>
                          <a:pt x="f37" y="f38"/>
                          <a:pt x="f39" y="f40"/>
                        </a:cubicBezTo>
                        <a:cubicBezTo>
                          <a:pt x="f41" y="f42"/>
                          <a:pt x="f41" y="f42"/>
                          <a:pt x="f41" y="f42"/>
                        </a:cubicBezTo>
                        <a:cubicBezTo>
                          <a:pt x="f43" y="f42"/>
                          <a:pt x="f43" y="f42"/>
                          <a:pt x="f43" y="f42"/>
                        </a:cubicBezTo>
                        <a:cubicBezTo>
                          <a:pt x="f44" y="f45"/>
                          <a:pt x="f44" y="f45"/>
                          <a:pt x="f44" y="f45"/>
                        </a:cubicBezTo>
                        <a:cubicBezTo>
                          <a:pt x="f46" y="f47"/>
                          <a:pt x="f48" y="f26"/>
                          <a:pt x="f49" y="f50"/>
                        </a:cubicBezTo>
                        <a:cubicBezTo>
                          <a:pt x="f51" y="f52"/>
                          <a:pt x="f53" y="f54"/>
                          <a:pt x="f53" y="f8"/>
                        </a:cubicBezTo>
                        <a:cubicBezTo>
                          <a:pt x="f53" y="f23"/>
                          <a:pt x="f23" y="f53"/>
                          <a:pt x="f8" y="f53"/>
                        </a:cubicBezTo>
                        <a:cubicBezTo>
                          <a:pt x="f36" y="f53"/>
                          <a:pt x="f55" y="f23"/>
                          <a:pt x="f55" y="f8"/>
                        </a:cubicBezTo>
                        <a:cubicBezTo>
                          <a:pt x="f55" y="f56"/>
                          <a:pt x="f57" y="f52"/>
                          <a:pt x="f33" y="f34"/>
                        </a:cubicBezTo>
                        <a:close/>
                      </a:path>
                    </a:pathLst>
                  </a:custGeom>
                  <a:gradFill>
                    <a:gsLst>
                      <a:gs pos="0">
                        <a:srgbClr val="9D9FA1"/>
                      </a:gs>
                      <a:gs pos="100000">
                        <a:srgbClr val="211F26"/>
                      </a:gs>
                    </a:gsLst>
                    <a:lin ang="2700000"/>
                  </a:gradFill>
                  <a:ln>
                    <a:noFill/>
                    <a:prstDash val="solid"/>
                  </a:ln>
                </p:spPr>
                <p:txBody>
                  <a:bodyPr vert="horz" wrap="square" lIns="91440" tIns="45720" rIns="91440" bIns="45720" anchor="t"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300" b="0" i="0" u="none" strike="noStrike" kern="0" cap="none" spc="0" baseline="0">
                      <a:solidFill>
                        <a:srgbClr val="211F26"/>
                      </a:solidFill>
                      <a:uFillTx/>
                      <a:latin typeface="Arial"/>
                    </a:endParaRPr>
                  </a:p>
                </p:txBody>
              </p:sp>
            </p:grpSp>
            <p:sp>
              <p:nvSpPr>
                <p:cNvPr id="117" name="Tekstvak 124">
                  <a:extLst>
                    <a:ext uri="{FF2B5EF4-FFF2-40B4-BE49-F238E27FC236}">
                      <a16:creationId xmlns:a16="http://schemas.microsoft.com/office/drawing/2014/main" id="{BD1D70C7-D35A-FDE8-8327-4877B2149FB1}"/>
                    </a:ext>
                  </a:extLst>
                </p:cNvPr>
                <p:cNvSpPr txBox="1"/>
                <p:nvPr/>
              </p:nvSpPr>
              <p:spPr>
                <a:xfrm>
                  <a:off x="-938165" y="6192453"/>
                  <a:ext cx="627799" cy="322234"/>
                </a:xfrm>
                <a:prstGeom prst="rect">
                  <a:avLst/>
                </a:prstGeom>
                <a:noFill/>
                <a:ln>
                  <a:noFill/>
                </a:ln>
              </p:spPr>
              <p:txBody>
                <a:bodyPr vert="horz" wrap="square" lIns="0" tIns="0" rIns="0" bIns="0"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000" b="0" i="0" u="none" strike="noStrike" kern="0" cap="none" spc="0" baseline="0">
                      <a:solidFill>
                        <a:srgbClr val="211F26"/>
                      </a:solidFill>
                      <a:uFillTx/>
                      <a:latin typeface="Calibri" pitchFamily="34"/>
                      <a:cs typeface="Calibri" pitchFamily="34"/>
                    </a:rPr>
                    <a:t>Inspiration</a:t>
                  </a:r>
                </a:p>
              </p:txBody>
            </p:sp>
          </p:grpSp>
        </p:grpSp>
        <p:grpSp>
          <p:nvGrpSpPr>
            <p:cNvPr id="118" name="Groep 93">
              <a:extLst>
                <a:ext uri="{FF2B5EF4-FFF2-40B4-BE49-F238E27FC236}">
                  <a16:creationId xmlns:a16="http://schemas.microsoft.com/office/drawing/2014/main" id="{F248B349-2B8F-E5B9-95A2-874F8394D6B9}"/>
                </a:ext>
              </a:extLst>
            </p:cNvPr>
            <p:cNvGrpSpPr/>
            <p:nvPr/>
          </p:nvGrpSpPr>
          <p:grpSpPr>
            <a:xfrm>
              <a:off x="-3426805" y="5129582"/>
              <a:ext cx="514285" cy="506541"/>
              <a:chOff x="-3426805" y="5129582"/>
              <a:chExt cx="514285" cy="506541"/>
            </a:xfrm>
          </p:grpSpPr>
          <p:grpSp>
            <p:nvGrpSpPr>
              <p:cNvPr id="119" name="Groep 104">
                <a:extLst>
                  <a:ext uri="{FF2B5EF4-FFF2-40B4-BE49-F238E27FC236}">
                    <a16:creationId xmlns:a16="http://schemas.microsoft.com/office/drawing/2014/main" id="{8FA4F9FD-A334-1F89-7D8B-E4527AD15239}"/>
                  </a:ext>
                </a:extLst>
              </p:cNvPr>
              <p:cNvGrpSpPr/>
              <p:nvPr/>
            </p:nvGrpSpPr>
            <p:grpSpPr>
              <a:xfrm>
                <a:off x="-3321695" y="5129582"/>
                <a:ext cx="319089" cy="306324"/>
                <a:chOff x="-3321695" y="5129582"/>
                <a:chExt cx="319089" cy="306324"/>
              </a:xfrm>
            </p:grpSpPr>
            <p:grpSp>
              <p:nvGrpSpPr>
                <p:cNvPr id="120" name="Groep 107">
                  <a:extLst>
                    <a:ext uri="{FF2B5EF4-FFF2-40B4-BE49-F238E27FC236}">
                      <a16:creationId xmlns:a16="http://schemas.microsoft.com/office/drawing/2014/main" id="{59CF393F-3DAE-CFB9-F7A0-9296B083D7AE}"/>
                    </a:ext>
                  </a:extLst>
                </p:cNvPr>
                <p:cNvGrpSpPr/>
                <p:nvPr/>
              </p:nvGrpSpPr>
              <p:grpSpPr>
                <a:xfrm>
                  <a:off x="-3321695" y="5129582"/>
                  <a:ext cx="282064" cy="270561"/>
                  <a:chOff x="-3321695" y="5129582"/>
                  <a:chExt cx="282064" cy="270561"/>
                </a:xfrm>
              </p:grpSpPr>
              <p:grpSp>
                <p:nvGrpSpPr>
                  <p:cNvPr id="121" name="Groep 114">
                    <a:extLst>
                      <a:ext uri="{FF2B5EF4-FFF2-40B4-BE49-F238E27FC236}">
                        <a16:creationId xmlns:a16="http://schemas.microsoft.com/office/drawing/2014/main" id="{779808E0-73E7-6498-5E40-BD12FBD6BF83}"/>
                      </a:ext>
                    </a:extLst>
                  </p:cNvPr>
                  <p:cNvGrpSpPr/>
                  <p:nvPr/>
                </p:nvGrpSpPr>
                <p:grpSpPr>
                  <a:xfrm>
                    <a:off x="-3321695" y="5129582"/>
                    <a:ext cx="282064" cy="270561"/>
                    <a:chOff x="-3321695" y="5129582"/>
                    <a:chExt cx="282064" cy="270561"/>
                  </a:xfrm>
                </p:grpSpPr>
                <p:sp>
                  <p:nvSpPr>
                    <p:cNvPr id="122" name="Rechthoek 117">
                      <a:extLst>
                        <a:ext uri="{FF2B5EF4-FFF2-40B4-BE49-F238E27FC236}">
                          <a16:creationId xmlns:a16="http://schemas.microsoft.com/office/drawing/2014/main" id="{854E5A6B-173E-8B03-7F14-108E0FC3CDC2}"/>
                        </a:ext>
                      </a:extLst>
                    </p:cNvPr>
                    <p:cNvSpPr/>
                    <p:nvPr/>
                  </p:nvSpPr>
                  <p:spPr>
                    <a:xfrm>
                      <a:off x="-3321695" y="5129582"/>
                      <a:ext cx="282064" cy="270561"/>
                    </a:xfrm>
                    <a:prstGeom prst="rect">
                      <a:avLst/>
                    </a:prstGeom>
                    <a:noFill/>
                    <a:ln w="12701" cap="flat">
                      <a:solidFill>
                        <a:srgbClr val="818181"/>
                      </a:solidFill>
                      <a:custDash>
                        <a:ds d="300000" sp="300000"/>
                      </a:custDash>
                      <a:miter/>
                    </a:ln>
                  </p:spPr>
                  <p:txBody>
                    <a:bodyPr vert="horz" wrap="square" lIns="107999"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800" b="0" i="0" u="none" strike="noStrike" kern="1200" cap="none" spc="0" baseline="0">
                        <a:solidFill>
                          <a:srgbClr val="211F26"/>
                        </a:solidFill>
                        <a:uFillTx/>
                        <a:latin typeface="Calibri" pitchFamily="34"/>
                        <a:cs typeface="Calibri" pitchFamily="34"/>
                      </a:endParaRPr>
                    </a:p>
                  </p:txBody>
                </p:sp>
                <p:sp>
                  <p:nvSpPr>
                    <p:cNvPr id="123" name="Rechthoek 118">
                      <a:extLst>
                        <a:ext uri="{FF2B5EF4-FFF2-40B4-BE49-F238E27FC236}">
                          <a16:creationId xmlns:a16="http://schemas.microsoft.com/office/drawing/2014/main" id="{E5D2F5DB-51D8-E512-C86D-99896DDFDC0E}"/>
                        </a:ext>
                      </a:extLst>
                    </p:cNvPr>
                    <p:cNvSpPr/>
                    <p:nvPr/>
                  </p:nvSpPr>
                  <p:spPr>
                    <a:xfrm>
                      <a:off x="-3321695" y="5129582"/>
                      <a:ext cx="166237" cy="163814"/>
                    </a:xfrm>
                    <a:prstGeom prst="rect">
                      <a:avLst/>
                    </a:prstGeom>
                    <a:solidFill>
                      <a:srgbClr val="FFFFFF"/>
                    </a:solidFill>
                    <a:ln w="12701" cap="flat">
                      <a:solidFill>
                        <a:srgbClr val="818181"/>
                      </a:solidFill>
                      <a:prstDash val="solid"/>
                      <a:miter/>
                    </a:ln>
                  </p:spPr>
                  <p:txBody>
                    <a:bodyPr vert="horz" wrap="square" lIns="107999"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800" b="0" i="0" u="none" strike="noStrike" kern="1200" cap="none" spc="0" baseline="0">
                        <a:solidFill>
                          <a:srgbClr val="211F26"/>
                        </a:solidFill>
                        <a:uFillTx/>
                        <a:latin typeface="Calibri" pitchFamily="34"/>
                        <a:cs typeface="Calibri" pitchFamily="34"/>
                      </a:endParaRPr>
                    </a:p>
                  </p:txBody>
                </p:sp>
                <p:sp>
                  <p:nvSpPr>
                    <p:cNvPr id="124" name="Ovaal 119">
                      <a:extLst>
                        <a:ext uri="{FF2B5EF4-FFF2-40B4-BE49-F238E27FC236}">
                          <a16:creationId xmlns:a16="http://schemas.microsoft.com/office/drawing/2014/main" id="{8D374CEA-9ED2-932A-4683-EBE3BA2AFECE}"/>
                        </a:ext>
                      </a:extLst>
                    </p:cNvPr>
                    <p:cNvSpPr/>
                    <p:nvPr/>
                  </p:nvSpPr>
                  <p:spPr>
                    <a:xfrm>
                      <a:off x="-3220425" y="5150275"/>
                      <a:ext cx="45866" cy="45866"/>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ECC679"/>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pic>
                <p:nvPicPr>
                  <p:cNvPr id="125" name="Afbeelding 115">
                    <a:extLst>
                      <a:ext uri="{FF2B5EF4-FFF2-40B4-BE49-F238E27FC236}">
                        <a16:creationId xmlns:a16="http://schemas.microsoft.com/office/drawing/2014/main" id="{7C794F3B-4B6A-F14E-0BA6-0846C1A3CF83}"/>
                      </a:ext>
                    </a:extLst>
                  </p:cNvPr>
                  <p:cNvPicPr>
                    <a:picLocks noChangeAspect="1"/>
                  </p:cNvPicPr>
                  <p:nvPr/>
                </p:nvPicPr>
                <p:blipFill>
                  <a:blip r:embed="rId5"/>
                  <a:stretch>
                    <a:fillRect/>
                  </a:stretch>
                </p:blipFill>
                <p:spPr>
                  <a:xfrm>
                    <a:off x="-3313822" y="5196224"/>
                    <a:ext cx="110157" cy="89099"/>
                  </a:xfrm>
                  <a:prstGeom prst="rect">
                    <a:avLst/>
                  </a:prstGeom>
                  <a:noFill/>
                  <a:ln>
                    <a:noFill/>
                  </a:ln>
                </p:spPr>
              </p:pic>
              <p:pic>
                <p:nvPicPr>
                  <p:cNvPr id="126" name="Afbeelding 116">
                    <a:extLst>
                      <a:ext uri="{FF2B5EF4-FFF2-40B4-BE49-F238E27FC236}">
                        <a16:creationId xmlns:a16="http://schemas.microsoft.com/office/drawing/2014/main" id="{D366E39A-E22B-77BA-3AD8-AA09B3CCC6B8}"/>
                      </a:ext>
                    </a:extLst>
                  </p:cNvPr>
                  <p:cNvPicPr>
                    <a:picLocks noChangeAspect="1"/>
                  </p:cNvPicPr>
                  <p:nvPr/>
                </p:nvPicPr>
                <p:blipFill>
                  <a:blip r:embed="rId5"/>
                  <a:stretch>
                    <a:fillRect/>
                  </a:stretch>
                </p:blipFill>
                <p:spPr>
                  <a:xfrm flipH="1">
                    <a:off x="-3270424" y="5211650"/>
                    <a:ext cx="110157" cy="70801"/>
                  </a:xfrm>
                  <a:prstGeom prst="rect">
                    <a:avLst/>
                  </a:prstGeom>
                  <a:noFill/>
                  <a:ln>
                    <a:noFill/>
                  </a:ln>
                </p:spPr>
              </p:pic>
            </p:grpSp>
            <p:grpSp>
              <p:nvGrpSpPr>
                <p:cNvPr id="127" name="Groep 108">
                  <a:extLst>
                    <a:ext uri="{FF2B5EF4-FFF2-40B4-BE49-F238E27FC236}">
                      <a16:creationId xmlns:a16="http://schemas.microsoft.com/office/drawing/2014/main" id="{F80FA9C0-23B2-E22C-CD7A-52A731FDD94F}"/>
                    </a:ext>
                  </a:extLst>
                </p:cNvPr>
                <p:cNvGrpSpPr/>
                <p:nvPr/>
              </p:nvGrpSpPr>
              <p:grpSpPr>
                <a:xfrm>
                  <a:off x="-3102203" y="5335871"/>
                  <a:ext cx="99597" cy="100035"/>
                  <a:chOff x="-3102203" y="5335871"/>
                  <a:chExt cx="99597" cy="100035"/>
                </a:xfrm>
              </p:grpSpPr>
              <p:sp>
                <p:nvSpPr>
                  <p:cNvPr id="128" name="Rechthoek 112">
                    <a:extLst>
                      <a:ext uri="{FF2B5EF4-FFF2-40B4-BE49-F238E27FC236}">
                        <a16:creationId xmlns:a16="http://schemas.microsoft.com/office/drawing/2014/main" id="{CF170CA9-05D5-6224-4EF7-F94EBF2FF141}"/>
                      </a:ext>
                    </a:extLst>
                  </p:cNvPr>
                  <p:cNvSpPr/>
                  <p:nvPr/>
                </p:nvSpPr>
                <p:spPr>
                  <a:xfrm>
                    <a:off x="-3102202" y="5335871"/>
                    <a:ext cx="99596" cy="19385"/>
                  </a:xfrm>
                  <a:prstGeom prst="rect">
                    <a:avLst/>
                  </a:prstGeom>
                  <a:solidFill>
                    <a:srgbClr val="81818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129" name="Rechthoek 113">
                    <a:extLst>
                      <a:ext uri="{FF2B5EF4-FFF2-40B4-BE49-F238E27FC236}">
                        <a16:creationId xmlns:a16="http://schemas.microsoft.com/office/drawing/2014/main" id="{73217F6F-96FD-B4F5-8789-E9C5198BC46B}"/>
                      </a:ext>
                    </a:extLst>
                  </p:cNvPr>
                  <p:cNvSpPr/>
                  <p:nvPr/>
                </p:nvSpPr>
                <p:spPr>
                  <a:xfrm rot="5400013">
                    <a:off x="-3142308" y="5376415"/>
                    <a:ext cx="99596" cy="19385"/>
                  </a:xfrm>
                  <a:prstGeom prst="rect">
                    <a:avLst/>
                  </a:prstGeom>
                  <a:solidFill>
                    <a:srgbClr val="81818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grpSp>
              <p:nvGrpSpPr>
                <p:cNvPr id="130" name="Groep 109">
                  <a:extLst>
                    <a:ext uri="{FF2B5EF4-FFF2-40B4-BE49-F238E27FC236}">
                      <a16:creationId xmlns:a16="http://schemas.microsoft.com/office/drawing/2014/main" id="{F5886295-3DC7-F53D-C7F8-7147298FFD67}"/>
                    </a:ext>
                  </a:extLst>
                </p:cNvPr>
                <p:cNvGrpSpPr/>
                <p:nvPr/>
              </p:nvGrpSpPr>
              <p:grpSpPr>
                <a:xfrm>
                  <a:off x="-3130969" y="5308806"/>
                  <a:ext cx="99597" cy="100024"/>
                  <a:chOff x="-3130969" y="5308806"/>
                  <a:chExt cx="99597" cy="100024"/>
                </a:xfrm>
              </p:grpSpPr>
              <p:sp>
                <p:nvSpPr>
                  <p:cNvPr id="131" name="Rechthoek 110">
                    <a:extLst>
                      <a:ext uri="{FF2B5EF4-FFF2-40B4-BE49-F238E27FC236}">
                        <a16:creationId xmlns:a16="http://schemas.microsoft.com/office/drawing/2014/main" id="{521CA13E-63B9-3FF7-6882-64003A8C561B}"/>
                      </a:ext>
                    </a:extLst>
                  </p:cNvPr>
                  <p:cNvSpPr/>
                  <p:nvPr/>
                </p:nvSpPr>
                <p:spPr>
                  <a:xfrm rot="10799991">
                    <a:off x="-3130969" y="5389445"/>
                    <a:ext cx="99596" cy="19385"/>
                  </a:xfrm>
                  <a:prstGeom prst="rect">
                    <a:avLst/>
                  </a:prstGeom>
                  <a:solidFill>
                    <a:srgbClr val="81818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132" name="Rechthoek 111">
                    <a:extLst>
                      <a:ext uri="{FF2B5EF4-FFF2-40B4-BE49-F238E27FC236}">
                        <a16:creationId xmlns:a16="http://schemas.microsoft.com/office/drawing/2014/main" id="{33C26AAF-D2A2-15FC-5356-E4A6DED2F20F}"/>
                      </a:ext>
                    </a:extLst>
                  </p:cNvPr>
                  <p:cNvSpPr/>
                  <p:nvPr/>
                </p:nvSpPr>
                <p:spPr>
                  <a:xfrm rot="16200004">
                    <a:off x="-3090862" y="5348911"/>
                    <a:ext cx="99596" cy="19385"/>
                  </a:xfrm>
                  <a:prstGeom prst="rect">
                    <a:avLst/>
                  </a:prstGeom>
                  <a:solidFill>
                    <a:srgbClr val="81818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grpSp>
          <p:sp>
            <p:nvSpPr>
              <p:cNvPr id="133" name="Rechthoek 105">
                <a:extLst>
                  <a:ext uri="{FF2B5EF4-FFF2-40B4-BE49-F238E27FC236}">
                    <a16:creationId xmlns:a16="http://schemas.microsoft.com/office/drawing/2014/main" id="{2DF6BCAF-FCA3-4794-DAAD-25C68B01CD66}"/>
                  </a:ext>
                </a:extLst>
              </p:cNvPr>
              <p:cNvSpPr/>
              <p:nvPr/>
            </p:nvSpPr>
            <p:spPr>
              <a:xfrm>
                <a:off x="-3426805" y="5461967"/>
                <a:ext cx="514285" cy="110084"/>
              </a:xfrm>
              <a:prstGeom prst="rect">
                <a:avLst/>
              </a:prstGeom>
              <a:noFill/>
              <a:ln>
                <a:noFill/>
                <a:prstDash val="solid"/>
              </a:ln>
            </p:spPr>
            <p:txBody>
              <a:bodyPr vert="horz" wrap="square" lIns="0" tIns="0" rIns="0" bIns="0"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900" b="0" i="0" u="none" strike="noStrike" kern="1200" cap="none" spc="0" baseline="0">
                    <a:solidFill>
                      <a:srgbClr val="211F26"/>
                    </a:solidFill>
                    <a:uFillTx/>
                    <a:latin typeface="Calibri" pitchFamily="34"/>
                    <a:cs typeface="Calibri" pitchFamily="34"/>
                  </a:rPr>
                  <a:t>Crop</a:t>
                </a:r>
              </a:p>
            </p:txBody>
          </p:sp>
          <p:sp>
            <p:nvSpPr>
              <p:cNvPr id="134" name="Gelijkbenige driehoek 106">
                <a:extLst>
                  <a:ext uri="{FF2B5EF4-FFF2-40B4-BE49-F238E27FC236}">
                    <a16:creationId xmlns:a16="http://schemas.microsoft.com/office/drawing/2014/main" id="{4BA227FF-EDBA-6CB3-9F10-463BE192D4A5}"/>
                  </a:ext>
                </a:extLst>
              </p:cNvPr>
              <p:cNvSpPr/>
              <p:nvPr/>
            </p:nvSpPr>
            <p:spPr>
              <a:xfrm rot="10799991">
                <a:off x="-3199339" y="5601193"/>
                <a:ext cx="59335" cy="34930"/>
              </a:xfrm>
              <a:custGeom>
                <a:avLst>
                  <a:gd name="f8" fmla="val 50000"/>
                </a:avLst>
                <a:gdLst>
                  <a:gd name="f1" fmla="val 10800000"/>
                  <a:gd name="f2" fmla="val 5400000"/>
                  <a:gd name="f3" fmla="val 180"/>
                  <a:gd name="f4" fmla="val w"/>
                  <a:gd name="f5" fmla="val h"/>
                  <a:gd name="f6" fmla="val ss"/>
                  <a:gd name="f7" fmla="val 0"/>
                  <a:gd name="f8" fmla="val 50000"/>
                  <a:gd name="f9" fmla="+- 0 0 -360"/>
                  <a:gd name="f10" fmla="+- 0 0 -270"/>
                  <a:gd name="f11" fmla="+- 0 0 -180"/>
                  <a:gd name="f12" fmla="+- 0 0 -90"/>
                  <a:gd name="f13" fmla="abs f4"/>
                  <a:gd name="f14" fmla="abs f5"/>
                  <a:gd name="f15" fmla="abs f6"/>
                  <a:gd name="f16" fmla="val f7"/>
                  <a:gd name="f17" fmla="val f8"/>
                  <a:gd name="f18" fmla="*/ f9 f1 1"/>
                  <a:gd name="f19" fmla="*/ f10 f1 1"/>
                  <a:gd name="f20" fmla="*/ f11 f1 1"/>
                  <a:gd name="f21" fmla="*/ f12 f1 1"/>
                  <a:gd name="f22" fmla="?: f13 f4 1"/>
                  <a:gd name="f23" fmla="?: f14 f5 1"/>
                  <a:gd name="f24" fmla="?: f15 f6 1"/>
                  <a:gd name="f25" fmla="*/ f18 1 f3"/>
                  <a:gd name="f26" fmla="*/ f19 1 f3"/>
                  <a:gd name="f27" fmla="*/ f20 1 f3"/>
                  <a:gd name="f28" fmla="*/ f21 1 f3"/>
                  <a:gd name="f29" fmla="*/ f22 1 21600"/>
                  <a:gd name="f30" fmla="*/ f23 1 21600"/>
                  <a:gd name="f31" fmla="*/ 21600 f22 1"/>
                  <a:gd name="f32" fmla="*/ 21600 f23 1"/>
                  <a:gd name="f33" fmla="+- f25 0 f2"/>
                  <a:gd name="f34" fmla="+- f26 0 f2"/>
                  <a:gd name="f35" fmla="+- f27 0 f2"/>
                  <a:gd name="f36" fmla="+- f28 0 f2"/>
                  <a:gd name="f37" fmla="min f30 f29"/>
                  <a:gd name="f38" fmla="*/ f31 1 f24"/>
                  <a:gd name="f39" fmla="*/ f32 1 f24"/>
                  <a:gd name="f40" fmla="val f38"/>
                  <a:gd name="f41" fmla="val f39"/>
                  <a:gd name="f42" fmla="*/ f16 f37 1"/>
                  <a:gd name="f43" fmla="+- f41 0 f16"/>
                  <a:gd name="f44" fmla="+- f40 0 f16"/>
                  <a:gd name="f45" fmla="*/ f41 f37 1"/>
                  <a:gd name="f46" fmla="*/ f40 f37 1"/>
                  <a:gd name="f47" fmla="*/ f43 1 2"/>
                  <a:gd name="f48" fmla="*/ f44 1 2"/>
                  <a:gd name="f49" fmla="*/ f44 f17 1"/>
                  <a:gd name="f50" fmla="+- f16 f47 0"/>
                  <a:gd name="f51" fmla="*/ f49 1 200000"/>
                  <a:gd name="f52" fmla="*/ f49 1 100000"/>
                  <a:gd name="f53" fmla="+- f51 f48 0"/>
                  <a:gd name="f54" fmla="*/ f51 f37 1"/>
                  <a:gd name="f55" fmla="*/ f50 f37 1"/>
                  <a:gd name="f56" fmla="*/ f52 f37 1"/>
                  <a:gd name="f57" fmla="*/ f53 f37 1"/>
                </a:gdLst>
                <a:ahLst/>
                <a:cxnLst>
                  <a:cxn ang="3cd4">
                    <a:pos x="hc" y="t"/>
                  </a:cxn>
                  <a:cxn ang="0">
                    <a:pos x="r" y="vc"/>
                  </a:cxn>
                  <a:cxn ang="cd4">
                    <a:pos x="hc" y="b"/>
                  </a:cxn>
                  <a:cxn ang="cd2">
                    <a:pos x="l" y="vc"/>
                  </a:cxn>
                  <a:cxn ang="f33">
                    <a:pos x="f56" y="f42"/>
                  </a:cxn>
                  <a:cxn ang="f34">
                    <a:pos x="f54" y="f55"/>
                  </a:cxn>
                  <a:cxn ang="f35">
                    <a:pos x="f42" y="f45"/>
                  </a:cxn>
                  <a:cxn ang="f35">
                    <a:pos x="f56" y="f45"/>
                  </a:cxn>
                  <a:cxn ang="f35">
                    <a:pos x="f46" y="f45"/>
                  </a:cxn>
                  <a:cxn ang="f36">
                    <a:pos x="f57" y="f55"/>
                  </a:cxn>
                </a:cxnLst>
                <a:rect l="f54" t="f55" r="f57" b="f45"/>
                <a:pathLst>
                  <a:path>
                    <a:moveTo>
                      <a:pt x="f42" y="f45"/>
                    </a:moveTo>
                    <a:lnTo>
                      <a:pt x="f56" y="f42"/>
                    </a:lnTo>
                    <a:lnTo>
                      <a:pt x="f46" y="f45"/>
                    </a:lnTo>
                    <a:close/>
                  </a:path>
                </a:pathLst>
              </a:custGeom>
              <a:solidFill>
                <a:srgbClr val="81818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sp>
          <p:nvSpPr>
            <p:cNvPr id="135" name="Ovaal 94">
              <a:extLst>
                <a:ext uri="{FF2B5EF4-FFF2-40B4-BE49-F238E27FC236}">
                  <a16:creationId xmlns:a16="http://schemas.microsoft.com/office/drawing/2014/main" id="{DC6482B7-E117-0BB6-78B9-3607998D097C}"/>
                </a:ext>
              </a:extLst>
            </p:cNvPr>
            <p:cNvSpPr/>
            <p:nvPr/>
          </p:nvSpPr>
          <p:spPr>
            <a:xfrm>
              <a:off x="-3603586" y="1811179"/>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2</a:t>
              </a:r>
            </a:p>
          </p:txBody>
        </p:sp>
        <p:sp>
          <p:nvSpPr>
            <p:cNvPr id="136" name="Rechthoek 95">
              <a:extLst>
                <a:ext uri="{FF2B5EF4-FFF2-40B4-BE49-F238E27FC236}">
                  <a16:creationId xmlns:a16="http://schemas.microsoft.com/office/drawing/2014/main" id="{567A2911-917F-AC64-CA32-23C92DE2F049}"/>
                </a:ext>
              </a:extLst>
            </p:cNvPr>
            <p:cNvSpPr/>
            <p:nvPr/>
          </p:nvSpPr>
          <p:spPr>
            <a:xfrm>
              <a:off x="-3319418" y="1811188"/>
              <a:ext cx="2944678" cy="326340"/>
            </a:xfrm>
            <a:prstGeom prst="rect">
              <a:avLst/>
            </a:prstGeom>
            <a:noFill/>
            <a:ln>
              <a:noFill/>
              <a:prstDash val="solid"/>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0" i="0" u="none" strike="noStrike" kern="0" cap="none" spc="0" baseline="0">
                  <a:solidFill>
                    <a:srgbClr val="000000"/>
                  </a:solidFill>
                  <a:uFillTx/>
                  <a:latin typeface="Calibri" pitchFamily="34"/>
                  <a:cs typeface="Calibri" pitchFamily="34"/>
                </a:rPr>
                <a:t>Select the preferred category and image</a:t>
              </a:r>
              <a:br>
                <a:rPr lang="en-GB" sz="1200" b="0" i="0" u="none" strike="noStrike" kern="0" cap="none" spc="0" baseline="0">
                  <a:solidFill>
                    <a:srgbClr val="000000"/>
                  </a:solidFill>
                  <a:uFillTx/>
                  <a:latin typeface="Calibri" pitchFamily="34"/>
                  <a:cs typeface="Calibri" pitchFamily="34"/>
                </a:rPr>
              </a:br>
              <a:r>
                <a:rPr lang="en-GB" sz="1200" b="0" i="0" u="none" strike="noStrike" kern="0" cap="none" spc="0" baseline="0">
                  <a:solidFill>
                    <a:srgbClr val="000000"/>
                  </a:solidFill>
                  <a:uFillTx/>
                  <a:latin typeface="Calibri" pitchFamily="34"/>
                  <a:cs typeface="Calibri" pitchFamily="34"/>
                </a:rPr>
                <a:t>and click on  </a:t>
              </a:r>
              <a:r>
                <a:rPr lang="en-GB" sz="1200" b="1" i="0" u="none" strike="noStrike" kern="0" cap="none" spc="0" baseline="0">
                  <a:solidFill>
                    <a:srgbClr val="000000"/>
                  </a:solidFill>
                  <a:uFillTx/>
                  <a:latin typeface="Calibri" pitchFamily="34"/>
                  <a:cs typeface="Calibri" pitchFamily="34"/>
                </a:rPr>
                <a:t>‘Insert’</a:t>
              </a:r>
              <a:r>
                <a:rPr lang="en-GB" sz="1200" b="0" i="0" u="none" strike="noStrike" kern="0" cap="none" spc="0" baseline="0">
                  <a:solidFill>
                    <a:srgbClr val="000000"/>
                  </a:solidFill>
                  <a:uFillTx/>
                  <a:latin typeface="Calibri" pitchFamily="34"/>
                  <a:cs typeface="Calibri" pitchFamily="34"/>
                </a:rPr>
                <a:t>.</a:t>
              </a:r>
            </a:p>
          </p:txBody>
        </p:sp>
        <p:sp>
          <p:nvSpPr>
            <p:cNvPr id="137" name="Rechthoek 96">
              <a:extLst>
                <a:ext uri="{FF2B5EF4-FFF2-40B4-BE49-F238E27FC236}">
                  <a16:creationId xmlns:a16="http://schemas.microsoft.com/office/drawing/2014/main" id="{72C90733-E11A-EAA2-6564-2694E67574E1}"/>
                </a:ext>
              </a:extLst>
            </p:cNvPr>
            <p:cNvSpPr/>
            <p:nvPr/>
          </p:nvSpPr>
          <p:spPr>
            <a:xfrm>
              <a:off x="-3319418" y="2245757"/>
              <a:ext cx="825502" cy="209553"/>
            </a:xfrm>
            <a:prstGeom prst="rect">
              <a:avLst/>
            </a:prstGeom>
            <a:solidFill>
              <a:srgbClr val="1FF524"/>
            </a:solidFill>
            <a:ln>
              <a:noFill/>
              <a:prstDash val="solid"/>
            </a:ln>
          </p:spPr>
          <p:txBody>
            <a:bodyPr vert="horz" wrap="square" lIns="0" tIns="0" rIns="0" bIns="0"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000" b="1" i="0" u="none" strike="noStrike" kern="1200" cap="none" spc="0" baseline="0">
                  <a:solidFill>
                    <a:srgbClr val="211F26"/>
                  </a:solidFill>
                  <a:uFillTx/>
                  <a:latin typeface="Calibri" pitchFamily="34"/>
                  <a:cs typeface="Calibri" pitchFamily="34"/>
                </a:rPr>
                <a:t>Insert</a:t>
              </a:r>
            </a:p>
          </p:txBody>
        </p:sp>
        <p:grpSp>
          <p:nvGrpSpPr>
            <p:cNvPr id="138" name="Groep 97">
              <a:extLst>
                <a:ext uri="{FF2B5EF4-FFF2-40B4-BE49-F238E27FC236}">
                  <a16:creationId xmlns:a16="http://schemas.microsoft.com/office/drawing/2014/main" id="{D47CE3BC-77DD-9C50-E9D3-5D5D5E4B8F83}"/>
                </a:ext>
              </a:extLst>
            </p:cNvPr>
            <p:cNvGrpSpPr/>
            <p:nvPr/>
          </p:nvGrpSpPr>
          <p:grpSpPr>
            <a:xfrm>
              <a:off x="-3365485" y="1226978"/>
              <a:ext cx="446940" cy="406486"/>
              <a:chOff x="-3365485" y="1226978"/>
              <a:chExt cx="446940" cy="406486"/>
            </a:xfrm>
          </p:grpSpPr>
          <p:grpSp>
            <p:nvGrpSpPr>
              <p:cNvPr id="139" name="Groep 98">
                <a:extLst>
                  <a:ext uri="{FF2B5EF4-FFF2-40B4-BE49-F238E27FC236}">
                    <a16:creationId xmlns:a16="http://schemas.microsoft.com/office/drawing/2014/main" id="{05B18D4B-11B8-F17F-AA1B-8621B135BF8B}"/>
                  </a:ext>
                </a:extLst>
              </p:cNvPr>
              <p:cNvGrpSpPr/>
              <p:nvPr/>
            </p:nvGrpSpPr>
            <p:grpSpPr>
              <a:xfrm>
                <a:off x="-3285311" y="1226978"/>
                <a:ext cx="284168" cy="246686"/>
                <a:chOff x="-3285311" y="1226978"/>
                <a:chExt cx="284168" cy="246686"/>
              </a:xfrm>
            </p:grpSpPr>
            <p:sp>
              <p:nvSpPr>
                <p:cNvPr id="140" name="Vrije vorm: vorm 100">
                  <a:extLst>
                    <a:ext uri="{FF2B5EF4-FFF2-40B4-BE49-F238E27FC236}">
                      <a16:creationId xmlns:a16="http://schemas.microsoft.com/office/drawing/2014/main" id="{E908D7EE-D379-1A95-7120-425E77116FF3}"/>
                    </a:ext>
                  </a:extLst>
                </p:cNvPr>
                <p:cNvSpPr/>
                <p:nvPr/>
              </p:nvSpPr>
              <p:spPr>
                <a:xfrm>
                  <a:off x="-3236719" y="1287612"/>
                  <a:ext cx="47978" cy="47868"/>
                </a:xfrm>
                <a:custGeom>
                  <a:avLst/>
                  <a:gdLst>
                    <a:gd name="f0" fmla="val 10800000"/>
                    <a:gd name="f1" fmla="val 5400000"/>
                    <a:gd name="f2" fmla="val 180"/>
                    <a:gd name="f3" fmla="val w"/>
                    <a:gd name="f4" fmla="val h"/>
                    <a:gd name="f5" fmla="val 0"/>
                    <a:gd name="f6" fmla="val 371475"/>
                    <a:gd name="f7" fmla="val 369094"/>
                    <a:gd name="f8" fmla="val 188119"/>
                    <a:gd name="f9" fmla="val 288068"/>
                    <a:gd name="f10" fmla="val 88169"/>
                    <a:gd name="f11" fmla="val 7144"/>
                    <a:gd name="f12" fmla="+- 0 0 -90"/>
                    <a:gd name="f13" fmla="*/ f3 1 371475"/>
                    <a:gd name="f14" fmla="*/ f4 1 371475"/>
                    <a:gd name="f15" fmla="val f5"/>
                    <a:gd name="f16" fmla="val f6"/>
                    <a:gd name="f17" fmla="*/ f12 f0 1"/>
                    <a:gd name="f18" fmla="+- f16 0 f15"/>
                    <a:gd name="f19" fmla="*/ f17 1 f2"/>
                    <a:gd name="f20" fmla="*/ f18 1 371475"/>
                    <a:gd name="f21" fmla="*/ 369094 f18 1"/>
                    <a:gd name="f22" fmla="*/ 188119 f18 1"/>
                    <a:gd name="f23" fmla="*/ 7144 f18 1"/>
                    <a:gd name="f24" fmla="+- f19 0 f1"/>
                    <a:gd name="f25" fmla="*/ f21 1 371475"/>
                    <a:gd name="f26" fmla="*/ f22 1 371475"/>
                    <a:gd name="f27" fmla="*/ f23 1 371475"/>
                    <a:gd name="f28" fmla="*/ f15 1 f20"/>
                    <a:gd name="f29" fmla="*/ f16 1 f20"/>
                    <a:gd name="f30" fmla="*/ f25 1 f20"/>
                    <a:gd name="f31" fmla="*/ f26 1 f20"/>
                    <a:gd name="f32" fmla="*/ f27 1 f20"/>
                    <a:gd name="f33" fmla="*/ f28 f13 1"/>
                    <a:gd name="f34" fmla="*/ f29 f13 1"/>
                    <a:gd name="f35" fmla="*/ f29 f14 1"/>
                    <a:gd name="f36" fmla="*/ f28 f14 1"/>
                    <a:gd name="f37" fmla="*/ f30 f13 1"/>
                    <a:gd name="f38" fmla="*/ f31 f14 1"/>
                    <a:gd name="f39" fmla="*/ f31 f13 1"/>
                    <a:gd name="f40" fmla="*/ f30 f14 1"/>
                    <a:gd name="f41" fmla="*/ f32 f13 1"/>
                    <a:gd name="f42" fmla="*/ f32 f14 1"/>
                  </a:gdLst>
                  <a:ahLst/>
                  <a:cxnLst>
                    <a:cxn ang="3cd4">
                      <a:pos x="hc" y="t"/>
                    </a:cxn>
                    <a:cxn ang="0">
                      <a:pos x="r" y="vc"/>
                    </a:cxn>
                    <a:cxn ang="cd4">
                      <a:pos x="hc" y="b"/>
                    </a:cxn>
                    <a:cxn ang="cd2">
                      <a:pos x="l" y="vc"/>
                    </a:cxn>
                    <a:cxn ang="f24">
                      <a:pos x="f37" y="f38"/>
                    </a:cxn>
                    <a:cxn ang="f24">
                      <a:pos x="f39" y="f40"/>
                    </a:cxn>
                    <a:cxn ang="f24">
                      <a:pos x="f41" y="f38"/>
                    </a:cxn>
                    <a:cxn ang="f24">
                      <a:pos x="f39" y="f42"/>
                    </a:cxn>
                    <a:cxn ang="f24">
                      <a:pos x="f37" y="f38"/>
                    </a:cxn>
                  </a:cxnLst>
                  <a:rect l="f33" t="f36" r="f34" b="f35"/>
                  <a:pathLst>
                    <a:path w="371475" h="371475">
                      <a:moveTo>
                        <a:pt x="f7" y="f8"/>
                      </a:moveTo>
                      <a:cubicBezTo>
                        <a:pt x="f7" y="f9"/>
                        <a:pt x="f9" y="f7"/>
                        <a:pt x="f8" y="f7"/>
                      </a:cubicBezTo>
                      <a:cubicBezTo>
                        <a:pt x="f10" y="f7"/>
                        <a:pt x="f11" y="f9"/>
                        <a:pt x="f11" y="f8"/>
                      </a:cubicBezTo>
                      <a:cubicBezTo>
                        <a:pt x="f11" y="f10"/>
                        <a:pt x="f10" y="f11"/>
                        <a:pt x="f8" y="f11"/>
                      </a:cubicBezTo>
                      <a:cubicBezTo>
                        <a:pt x="f9" y="f11"/>
                        <a:pt x="f7" y="f10"/>
                        <a:pt x="f7" y="f8"/>
                      </a:cubicBezTo>
                      <a:close/>
                    </a:path>
                  </a:pathLst>
                </a:custGeom>
                <a:solidFill>
                  <a:srgbClr val="1FF524"/>
                </a:solidFill>
                <a:ln>
                  <a:noFill/>
                  <a:prstDash val="solid"/>
                </a:ln>
              </p:spPr>
              <p:txBody>
                <a:bodyPr vert="horz" wrap="square" lIns="91440" tIns="45720" rIns="91440" bIns="45720" anchor="ctr"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7200" b="0" i="0" u="none" strike="noStrike" kern="1200" cap="none" spc="0" baseline="0">
                    <a:solidFill>
                      <a:srgbClr val="211F26"/>
                    </a:solidFill>
                    <a:uFillTx/>
                    <a:latin typeface="Arial"/>
                  </a:endParaRPr>
                </a:p>
              </p:txBody>
            </p:sp>
            <p:grpSp>
              <p:nvGrpSpPr>
                <p:cNvPr id="141" name="Groep 101">
                  <a:extLst>
                    <a:ext uri="{FF2B5EF4-FFF2-40B4-BE49-F238E27FC236}">
                      <a16:creationId xmlns:a16="http://schemas.microsoft.com/office/drawing/2014/main" id="{F9758A8D-1C07-7272-B96A-2255C627CA36}"/>
                    </a:ext>
                  </a:extLst>
                </p:cNvPr>
                <p:cNvGrpSpPr/>
                <p:nvPr/>
              </p:nvGrpSpPr>
              <p:grpSpPr>
                <a:xfrm>
                  <a:off x="-3285311" y="1226978"/>
                  <a:ext cx="284168" cy="246686"/>
                  <a:chOff x="-3285311" y="1226978"/>
                  <a:chExt cx="284168" cy="246686"/>
                </a:xfrm>
              </p:grpSpPr>
              <p:sp>
                <p:nvSpPr>
                  <p:cNvPr id="142" name="Vrije vorm: vorm 102">
                    <a:extLst>
                      <a:ext uri="{FF2B5EF4-FFF2-40B4-BE49-F238E27FC236}">
                        <a16:creationId xmlns:a16="http://schemas.microsoft.com/office/drawing/2014/main" id="{F23C7BB6-7808-8587-022F-6DF7DD9725AC}"/>
                      </a:ext>
                    </a:extLst>
                  </p:cNvPr>
                  <p:cNvSpPr/>
                  <p:nvPr/>
                </p:nvSpPr>
                <p:spPr>
                  <a:xfrm>
                    <a:off x="-3285311" y="1226978"/>
                    <a:ext cx="284168" cy="246686"/>
                  </a:xfrm>
                  <a:custGeom>
                    <a:avLst/>
                    <a:gdLst>
                      <a:gd name="f0" fmla="val 10800000"/>
                      <a:gd name="f1" fmla="val 5400000"/>
                      <a:gd name="f2" fmla="val 180"/>
                      <a:gd name="f3" fmla="val w"/>
                      <a:gd name="f4" fmla="val h"/>
                      <a:gd name="f5" fmla="val 0"/>
                      <a:gd name="f6" fmla="val 2200275"/>
                      <a:gd name="f7" fmla="val 1914525"/>
                      <a:gd name="f8" fmla="val 7144"/>
                      <a:gd name="f9" fmla="val 245269"/>
                      <a:gd name="f10" fmla="val 432911"/>
                      <a:gd name="f11" fmla="val 1959769"/>
                      <a:gd name="f12" fmla="val 1674019"/>
                      <a:gd name="f13" fmla="val 350044"/>
                      <a:gd name="f14" fmla="val 1912144"/>
                      <a:gd name="f15" fmla="val 2197894"/>
                      <a:gd name="f16" fmla="+- 0 0 -90"/>
                      <a:gd name="f17" fmla="*/ f3 1 2200275"/>
                      <a:gd name="f18" fmla="*/ f4 1 1914525"/>
                      <a:gd name="f19" fmla="val f5"/>
                      <a:gd name="f20" fmla="val f6"/>
                      <a:gd name="f21" fmla="val f7"/>
                      <a:gd name="f22" fmla="*/ f16 f0 1"/>
                      <a:gd name="f23" fmla="+- f21 0 f19"/>
                      <a:gd name="f24" fmla="+- f20 0 f19"/>
                      <a:gd name="f25" fmla="*/ f22 1 f2"/>
                      <a:gd name="f26" fmla="*/ f24 1 2200275"/>
                      <a:gd name="f27" fmla="*/ f23 1 1914525"/>
                      <a:gd name="f28" fmla="*/ 7144 f24 1"/>
                      <a:gd name="f29" fmla="*/ 7144 f23 1"/>
                      <a:gd name="f30" fmla="*/ 245269 f23 1"/>
                      <a:gd name="f31" fmla="*/ 432911 f24 1"/>
                      <a:gd name="f32" fmla="*/ 1959769 f24 1"/>
                      <a:gd name="f33" fmla="*/ 1674019 f23 1"/>
                      <a:gd name="f34" fmla="*/ 245269 f24 1"/>
                      <a:gd name="f35" fmla="*/ 350044 f23 1"/>
                      <a:gd name="f36" fmla="*/ 1912144 f23 1"/>
                      <a:gd name="f37" fmla="*/ 2197894 f24 1"/>
                      <a:gd name="f38" fmla="+- f25 0 f1"/>
                      <a:gd name="f39" fmla="*/ f28 1 2200275"/>
                      <a:gd name="f40" fmla="*/ f29 1 1914525"/>
                      <a:gd name="f41" fmla="*/ f30 1 1914525"/>
                      <a:gd name="f42" fmla="*/ f31 1 2200275"/>
                      <a:gd name="f43" fmla="*/ f32 1 2200275"/>
                      <a:gd name="f44" fmla="*/ f33 1 1914525"/>
                      <a:gd name="f45" fmla="*/ f34 1 2200275"/>
                      <a:gd name="f46" fmla="*/ f35 1 1914525"/>
                      <a:gd name="f47" fmla="*/ f36 1 1914525"/>
                      <a:gd name="f48" fmla="*/ f37 1 2200275"/>
                      <a:gd name="f49" fmla="*/ f19 1 f26"/>
                      <a:gd name="f50" fmla="*/ f20 1 f26"/>
                      <a:gd name="f51" fmla="*/ f19 1 f27"/>
                      <a:gd name="f52" fmla="*/ f21 1 f27"/>
                      <a:gd name="f53" fmla="*/ f39 1 f26"/>
                      <a:gd name="f54" fmla="*/ f40 1 f27"/>
                      <a:gd name="f55" fmla="*/ f41 1 f27"/>
                      <a:gd name="f56" fmla="*/ f42 1 f26"/>
                      <a:gd name="f57" fmla="*/ f43 1 f26"/>
                      <a:gd name="f58" fmla="*/ f44 1 f27"/>
                      <a:gd name="f59" fmla="*/ f45 1 f26"/>
                      <a:gd name="f60" fmla="*/ f46 1 f27"/>
                      <a:gd name="f61" fmla="*/ f47 1 f27"/>
                      <a:gd name="f62" fmla="*/ f48 1 f26"/>
                      <a:gd name="f63" fmla="*/ f49 f17 1"/>
                      <a:gd name="f64" fmla="*/ f50 f17 1"/>
                      <a:gd name="f65" fmla="*/ f52 f18 1"/>
                      <a:gd name="f66" fmla="*/ f51 f18 1"/>
                      <a:gd name="f67" fmla="*/ f53 f17 1"/>
                      <a:gd name="f68" fmla="*/ f54 f18 1"/>
                      <a:gd name="f69" fmla="*/ f55 f18 1"/>
                      <a:gd name="f70" fmla="*/ f56 f17 1"/>
                      <a:gd name="f71" fmla="*/ f57 f17 1"/>
                      <a:gd name="f72" fmla="*/ f58 f18 1"/>
                      <a:gd name="f73" fmla="*/ f59 f17 1"/>
                      <a:gd name="f74" fmla="*/ f60 f18 1"/>
                      <a:gd name="f75" fmla="*/ f61 f18 1"/>
                      <a:gd name="f76" fmla="*/ f62 f17 1"/>
                    </a:gdLst>
                    <a:ahLst/>
                    <a:cxnLst>
                      <a:cxn ang="3cd4">
                        <a:pos x="hc" y="t"/>
                      </a:cxn>
                      <a:cxn ang="0">
                        <a:pos x="r" y="vc"/>
                      </a:cxn>
                      <a:cxn ang="cd4">
                        <a:pos x="hc" y="b"/>
                      </a:cxn>
                      <a:cxn ang="cd2">
                        <a:pos x="l" y="vc"/>
                      </a:cxn>
                      <a:cxn ang="f38">
                        <a:pos x="f67" y="f68"/>
                      </a:cxn>
                      <a:cxn ang="f38">
                        <a:pos x="f67" y="f69"/>
                      </a:cxn>
                      <a:cxn ang="f38">
                        <a:pos x="f70" y="f69"/>
                      </a:cxn>
                      <a:cxn ang="f38">
                        <a:pos x="f70" y="f69"/>
                      </a:cxn>
                      <a:cxn ang="f38">
                        <a:pos x="f71" y="f69"/>
                      </a:cxn>
                      <a:cxn ang="f38">
                        <a:pos x="f71" y="f72"/>
                      </a:cxn>
                      <a:cxn ang="f38">
                        <a:pos x="f73" y="f72"/>
                      </a:cxn>
                      <a:cxn ang="f38">
                        <a:pos x="f73" y="f74"/>
                      </a:cxn>
                      <a:cxn ang="f38">
                        <a:pos x="f67" y="f74"/>
                      </a:cxn>
                      <a:cxn ang="f38">
                        <a:pos x="f67" y="f75"/>
                      </a:cxn>
                      <a:cxn ang="f38">
                        <a:pos x="f76" y="f75"/>
                      </a:cxn>
                      <a:cxn ang="f38">
                        <a:pos x="f76" y="f68"/>
                      </a:cxn>
                    </a:cxnLst>
                    <a:rect l="f63" t="f66" r="f64" b="f65"/>
                    <a:pathLst>
                      <a:path w="2200275" h="1914525">
                        <a:moveTo>
                          <a:pt x="f8" y="f8"/>
                        </a:moveTo>
                        <a:lnTo>
                          <a:pt x="f8" y="f9"/>
                        </a:lnTo>
                        <a:lnTo>
                          <a:pt x="f10" y="f9"/>
                        </a:lnTo>
                        <a:lnTo>
                          <a:pt x="f10" y="f9"/>
                        </a:lnTo>
                        <a:lnTo>
                          <a:pt x="f11" y="f9"/>
                        </a:lnTo>
                        <a:lnTo>
                          <a:pt x="f11" y="f12"/>
                        </a:lnTo>
                        <a:lnTo>
                          <a:pt x="f9" y="f12"/>
                        </a:lnTo>
                        <a:lnTo>
                          <a:pt x="f9" y="f13"/>
                        </a:lnTo>
                        <a:lnTo>
                          <a:pt x="f8" y="f13"/>
                        </a:lnTo>
                        <a:lnTo>
                          <a:pt x="f8" y="f14"/>
                        </a:lnTo>
                        <a:lnTo>
                          <a:pt x="f15" y="f14"/>
                        </a:lnTo>
                        <a:lnTo>
                          <a:pt x="f15" y="f8"/>
                        </a:lnTo>
                        <a:close/>
                      </a:path>
                    </a:pathLst>
                  </a:custGeom>
                  <a:gradFill>
                    <a:gsLst>
                      <a:gs pos="0">
                        <a:srgbClr val="9D9FA1"/>
                      </a:gs>
                      <a:gs pos="100000">
                        <a:srgbClr val="211F26"/>
                      </a:gs>
                    </a:gsLst>
                    <a:lin ang="2700000"/>
                  </a:gradFill>
                  <a:ln>
                    <a:noFill/>
                    <a:prstDash val="solid"/>
                  </a:ln>
                </p:spPr>
                <p:txBody>
                  <a:bodyPr vert="horz" wrap="square" lIns="91440" tIns="45720" rIns="91440" bIns="45720" anchor="ctr"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7200" b="0" i="0" u="none" strike="noStrike" kern="1200" cap="none" spc="0" baseline="0">
                      <a:solidFill>
                        <a:srgbClr val="211F26"/>
                      </a:solidFill>
                      <a:uFillTx/>
                      <a:latin typeface="Arial"/>
                    </a:endParaRPr>
                  </a:p>
                </p:txBody>
              </p:sp>
              <p:sp>
                <p:nvSpPr>
                  <p:cNvPr id="143" name="Vrije vorm: vorm 103">
                    <a:extLst>
                      <a:ext uri="{FF2B5EF4-FFF2-40B4-BE49-F238E27FC236}">
                        <a16:creationId xmlns:a16="http://schemas.microsoft.com/office/drawing/2014/main" id="{ED114D13-021E-6336-FE8E-9220DA125E2B}"/>
                      </a:ext>
                    </a:extLst>
                  </p:cNvPr>
                  <p:cNvSpPr/>
                  <p:nvPr/>
                </p:nvSpPr>
                <p:spPr>
                  <a:xfrm>
                    <a:off x="-3236847" y="1303321"/>
                    <a:ext cx="185751" cy="114144"/>
                  </a:xfrm>
                  <a:custGeom>
                    <a:avLst/>
                    <a:gdLst>
                      <a:gd name="f0" fmla="val 10800000"/>
                      <a:gd name="f1" fmla="val 5400000"/>
                      <a:gd name="f2" fmla="val 180"/>
                      <a:gd name="f3" fmla="val w"/>
                      <a:gd name="f4" fmla="val h"/>
                      <a:gd name="f5" fmla="val 0"/>
                      <a:gd name="f6" fmla="val 1438275"/>
                      <a:gd name="f7" fmla="val 885825"/>
                      <a:gd name="f8" fmla="val 1070134"/>
                      <a:gd name="f9" fmla="val 7144"/>
                      <a:gd name="f10" fmla="val 801529"/>
                      <a:gd name="f11" fmla="val 275749"/>
                      <a:gd name="f12" fmla="val 662464"/>
                      <a:gd name="f13" fmla="val 137636"/>
                      <a:gd name="f14" fmla="val 784384"/>
                      <a:gd name="f15" fmla="val 108109"/>
                      <a:gd name="f16" fmla="val 885349"/>
                      <a:gd name="f17" fmla="val 338614"/>
                      <a:gd name="f18" fmla="val 928211"/>
                      <a:gd name="f19" fmla="val 605314"/>
                      <a:gd name="f20" fmla="val 1029176"/>
                      <a:gd name="f21" fmla="val 503396"/>
                      <a:gd name="f22" fmla="val 902494"/>
                      <a:gd name="f23" fmla="val 376714"/>
                      <a:gd name="f24" fmla="val 209074"/>
                      <a:gd name="f25" fmla="val 1337786"/>
                      <a:gd name="f26" fmla="val 480536"/>
                      <a:gd name="f27" fmla="val 1438751"/>
                      <a:gd name="f28" fmla="val 378619"/>
                      <a:gd name="f29" fmla="+- 0 0 -90"/>
                      <a:gd name="f30" fmla="*/ f3 1 1438275"/>
                      <a:gd name="f31" fmla="*/ f4 1 885825"/>
                      <a:gd name="f32" fmla="val f5"/>
                      <a:gd name="f33" fmla="val f6"/>
                      <a:gd name="f34" fmla="val f7"/>
                      <a:gd name="f35" fmla="*/ f29 f0 1"/>
                      <a:gd name="f36" fmla="+- f34 0 f32"/>
                      <a:gd name="f37" fmla="+- f33 0 f32"/>
                      <a:gd name="f38" fmla="*/ f35 1 f2"/>
                      <a:gd name="f39" fmla="*/ f37 1 1438275"/>
                      <a:gd name="f40" fmla="*/ f36 1 885825"/>
                      <a:gd name="f41" fmla="*/ 1070134 f37 1"/>
                      <a:gd name="f42" fmla="*/ 7144 f36 1"/>
                      <a:gd name="f43" fmla="*/ 801529 f37 1"/>
                      <a:gd name="f44" fmla="*/ 275749 f36 1"/>
                      <a:gd name="f45" fmla="*/ 662464 f37 1"/>
                      <a:gd name="f46" fmla="*/ 137636 f36 1"/>
                      <a:gd name="f47" fmla="*/ 7144 f37 1"/>
                      <a:gd name="f48" fmla="*/ 784384 f36 1"/>
                      <a:gd name="f49" fmla="*/ 108109 f37 1"/>
                      <a:gd name="f50" fmla="*/ 885349 f36 1"/>
                      <a:gd name="f51" fmla="*/ 338614 f36 1"/>
                      <a:gd name="f52" fmla="*/ 928211 f37 1"/>
                      <a:gd name="f53" fmla="*/ 605314 f36 1"/>
                      <a:gd name="f54" fmla="*/ 1029176 f37 1"/>
                      <a:gd name="f55" fmla="*/ 503396 f36 1"/>
                      <a:gd name="f56" fmla="*/ 902494 f37 1"/>
                      <a:gd name="f57" fmla="*/ 376714 f36 1"/>
                      <a:gd name="f58" fmla="*/ 209074 f36 1"/>
                      <a:gd name="f59" fmla="*/ 1337786 f37 1"/>
                      <a:gd name="f60" fmla="*/ 480536 f36 1"/>
                      <a:gd name="f61" fmla="*/ 1438751 f37 1"/>
                      <a:gd name="f62" fmla="*/ 378619 f36 1"/>
                      <a:gd name="f63" fmla="+- f38 0 f1"/>
                      <a:gd name="f64" fmla="*/ f41 1 1438275"/>
                      <a:gd name="f65" fmla="*/ f42 1 885825"/>
                      <a:gd name="f66" fmla="*/ f43 1 1438275"/>
                      <a:gd name="f67" fmla="*/ f44 1 885825"/>
                      <a:gd name="f68" fmla="*/ f45 1 1438275"/>
                      <a:gd name="f69" fmla="*/ f46 1 885825"/>
                      <a:gd name="f70" fmla="*/ f47 1 1438275"/>
                      <a:gd name="f71" fmla="*/ f48 1 885825"/>
                      <a:gd name="f72" fmla="*/ f49 1 1438275"/>
                      <a:gd name="f73" fmla="*/ f50 1 885825"/>
                      <a:gd name="f74" fmla="*/ f51 1 885825"/>
                      <a:gd name="f75" fmla="*/ f52 1 1438275"/>
                      <a:gd name="f76" fmla="*/ f53 1 885825"/>
                      <a:gd name="f77" fmla="*/ f54 1 1438275"/>
                      <a:gd name="f78" fmla="*/ f55 1 885825"/>
                      <a:gd name="f79" fmla="*/ f56 1 1438275"/>
                      <a:gd name="f80" fmla="*/ f57 1 885825"/>
                      <a:gd name="f81" fmla="*/ f58 1 885825"/>
                      <a:gd name="f82" fmla="*/ f59 1 1438275"/>
                      <a:gd name="f83" fmla="*/ f60 1 885825"/>
                      <a:gd name="f84" fmla="*/ f61 1 1438275"/>
                      <a:gd name="f85" fmla="*/ f62 1 885825"/>
                      <a:gd name="f86" fmla="*/ f32 1 f39"/>
                      <a:gd name="f87" fmla="*/ f33 1 f39"/>
                      <a:gd name="f88" fmla="*/ f32 1 f40"/>
                      <a:gd name="f89" fmla="*/ f34 1 f40"/>
                      <a:gd name="f90" fmla="*/ f64 1 f39"/>
                      <a:gd name="f91" fmla="*/ f65 1 f40"/>
                      <a:gd name="f92" fmla="*/ f66 1 f39"/>
                      <a:gd name="f93" fmla="*/ f67 1 f40"/>
                      <a:gd name="f94" fmla="*/ f68 1 f39"/>
                      <a:gd name="f95" fmla="*/ f69 1 f40"/>
                      <a:gd name="f96" fmla="*/ f70 1 f39"/>
                      <a:gd name="f97" fmla="*/ f71 1 f40"/>
                      <a:gd name="f98" fmla="*/ f72 1 f39"/>
                      <a:gd name="f99" fmla="*/ f73 1 f40"/>
                      <a:gd name="f100" fmla="*/ f74 1 f40"/>
                      <a:gd name="f101" fmla="*/ f75 1 f39"/>
                      <a:gd name="f102" fmla="*/ f76 1 f40"/>
                      <a:gd name="f103" fmla="*/ f77 1 f39"/>
                      <a:gd name="f104" fmla="*/ f78 1 f40"/>
                      <a:gd name="f105" fmla="*/ f79 1 f39"/>
                      <a:gd name="f106" fmla="*/ f80 1 f40"/>
                      <a:gd name="f107" fmla="*/ f81 1 f40"/>
                      <a:gd name="f108" fmla="*/ f82 1 f39"/>
                      <a:gd name="f109" fmla="*/ f83 1 f40"/>
                      <a:gd name="f110" fmla="*/ f84 1 f39"/>
                      <a:gd name="f111" fmla="*/ f85 1 f40"/>
                      <a:gd name="f112" fmla="*/ f86 f30 1"/>
                      <a:gd name="f113" fmla="*/ f87 f30 1"/>
                      <a:gd name="f114" fmla="*/ f89 f31 1"/>
                      <a:gd name="f115" fmla="*/ f88 f31 1"/>
                      <a:gd name="f116" fmla="*/ f90 f30 1"/>
                      <a:gd name="f117" fmla="*/ f91 f31 1"/>
                      <a:gd name="f118" fmla="*/ f92 f30 1"/>
                      <a:gd name="f119" fmla="*/ f93 f31 1"/>
                      <a:gd name="f120" fmla="*/ f94 f30 1"/>
                      <a:gd name="f121" fmla="*/ f95 f31 1"/>
                      <a:gd name="f122" fmla="*/ f96 f30 1"/>
                      <a:gd name="f123" fmla="*/ f97 f31 1"/>
                      <a:gd name="f124" fmla="*/ f98 f30 1"/>
                      <a:gd name="f125" fmla="*/ f99 f31 1"/>
                      <a:gd name="f126" fmla="*/ f100 f31 1"/>
                      <a:gd name="f127" fmla="*/ f101 f30 1"/>
                      <a:gd name="f128" fmla="*/ f102 f31 1"/>
                      <a:gd name="f129" fmla="*/ f103 f30 1"/>
                      <a:gd name="f130" fmla="*/ f104 f31 1"/>
                      <a:gd name="f131" fmla="*/ f105 f30 1"/>
                      <a:gd name="f132" fmla="*/ f106 f31 1"/>
                      <a:gd name="f133" fmla="*/ f107 f31 1"/>
                      <a:gd name="f134" fmla="*/ f108 f30 1"/>
                      <a:gd name="f135" fmla="*/ f109 f31 1"/>
                      <a:gd name="f136" fmla="*/ f110 f30 1"/>
                      <a:gd name="f137" fmla="*/ f111 f31 1"/>
                    </a:gdLst>
                    <a:ahLst/>
                    <a:cxnLst>
                      <a:cxn ang="3cd4">
                        <a:pos x="hc" y="t"/>
                      </a:cxn>
                      <a:cxn ang="0">
                        <a:pos x="r" y="vc"/>
                      </a:cxn>
                      <a:cxn ang="cd4">
                        <a:pos x="hc" y="b"/>
                      </a:cxn>
                      <a:cxn ang="cd2">
                        <a:pos x="l" y="vc"/>
                      </a:cxn>
                      <a:cxn ang="f63">
                        <a:pos x="f116" y="f117"/>
                      </a:cxn>
                      <a:cxn ang="f63">
                        <a:pos x="f118" y="f119"/>
                      </a:cxn>
                      <a:cxn ang="f63">
                        <a:pos x="f120" y="f121"/>
                      </a:cxn>
                      <a:cxn ang="f63">
                        <a:pos x="f122" y="f123"/>
                      </a:cxn>
                      <a:cxn ang="f63">
                        <a:pos x="f124" y="f125"/>
                      </a:cxn>
                      <a:cxn ang="f63">
                        <a:pos x="f120" y="f126"/>
                      </a:cxn>
                      <a:cxn ang="f63">
                        <a:pos x="f127" y="f128"/>
                      </a:cxn>
                      <a:cxn ang="f63">
                        <a:pos x="f129" y="f130"/>
                      </a:cxn>
                      <a:cxn ang="f63">
                        <a:pos x="f131" y="f132"/>
                      </a:cxn>
                      <a:cxn ang="f63">
                        <a:pos x="f116" y="f133"/>
                      </a:cxn>
                      <a:cxn ang="f63">
                        <a:pos x="f134" y="f135"/>
                      </a:cxn>
                      <a:cxn ang="f63">
                        <a:pos x="f136" y="f137"/>
                      </a:cxn>
                    </a:cxnLst>
                    <a:rect l="f112" t="f115" r="f113" b="f114"/>
                    <a:pathLst>
                      <a:path w="1438275" h="885825">
                        <a:moveTo>
                          <a:pt x="f8" y="f9"/>
                        </a:moveTo>
                        <a:lnTo>
                          <a:pt x="f10" y="f11"/>
                        </a:lnTo>
                        <a:lnTo>
                          <a:pt x="f12" y="f13"/>
                        </a:lnTo>
                        <a:lnTo>
                          <a:pt x="f9" y="f14"/>
                        </a:lnTo>
                        <a:lnTo>
                          <a:pt x="f15" y="f16"/>
                        </a:lnTo>
                        <a:lnTo>
                          <a:pt x="f12" y="f17"/>
                        </a:lnTo>
                        <a:lnTo>
                          <a:pt x="f18" y="f19"/>
                        </a:lnTo>
                        <a:lnTo>
                          <a:pt x="f20" y="f21"/>
                        </a:lnTo>
                        <a:lnTo>
                          <a:pt x="f22" y="f23"/>
                        </a:lnTo>
                        <a:lnTo>
                          <a:pt x="f8" y="f24"/>
                        </a:lnTo>
                        <a:lnTo>
                          <a:pt x="f25" y="f26"/>
                        </a:lnTo>
                        <a:lnTo>
                          <a:pt x="f27" y="f28"/>
                        </a:lnTo>
                        <a:close/>
                      </a:path>
                    </a:pathLst>
                  </a:custGeom>
                  <a:gradFill>
                    <a:gsLst>
                      <a:gs pos="0">
                        <a:srgbClr val="9D9FA1"/>
                      </a:gs>
                      <a:gs pos="100000">
                        <a:srgbClr val="211F26"/>
                      </a:gs>
                    </a:gsLst>
                    <a:lin ang="2700000"/>
                  </a:gradFill>
                  <a:ln>
                    <a:noFill/>
                    <a:prstDash val="solid"/>
                  </a:ln>
                </p:spPr>
                <p:txBody>
                  <a:bodyPr vert="horz" wrap="square" lIns="91440" tIns="45720" rIns="91440" bIns="45720" anchor="ctr"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7200" b="0" i="0" u="none" strike="noStrike" kern="1200" cap="none" spc="0" baseline="0">
                      <a:solidFill>
                        <a:srgbClr val="211F26"/>
                      </a:solidFill>
                      <a:uFillTx/>
                      <a:latin typeface="Arial"/>
                    </a:endParaRPr>
                  </a:p>
                </p:txBody>
              </p:sp>
            </p:grpSp>
          </p:grpSp>
          <p:sp>
            <p:nvSpPr>
              <p:cNvPr id="144" name="Tekstvak 99">
                <a:extLst>
                  <a:ext uri="{FF2B5EF4-FFF2-40B4-BE49-F238E27FC236}">
                    <a16:creationId xmlns:a16="http://schemas.microsoft.com/office/drawing/2014/main" id="{E1D72F64-73F3-2CDE-4051-E305888D974F}"/>
                  </a:ext>
                </a:extLst>
              </p:cNvPr>
              <p:cNvSpPr txBox="1"/>
              <p:nvPr/>
            </p:nvSpPr>
            <p:spPr>
              <a:xfrm>
                <a:off x="-3365485" y="1489959"/>
                <a:ext cx="446940" cy="143505"/>
              </a:xfrm>
              <a:prstGeom prst="rect">
                <a:avLst/>
              </a:prstGeom>
              <a:noFill/>
              <a:ln>
                <a:noFill/>
              </a:ln>
            </p:spPr>
            <p:txBody>
              <a:bodyPr vert="horz" wrap="square" lIns="0" tIns="18004" rIns="0" bIns="0" anchor="t"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000" b="0" i="0" u="none" strike="noStrike" kern="0" cap="none" spc="0" baseline="0">
                    <a:solidFill>
                      <a:srgbClr val="211F26"/>
                    </a:solidFill>
                    <a:uFillTx/>
                    <a:latin typeface="Calibri" pitchFamily="34"/>
                    <a:cs typeface="Calibri" pitchFamily="34"/>
                  </a:rPr>
                  <a:t>Images</a:t>
                </a:r>
              </a:p>
            </p:txBody>
          </p:sp>
        </p:grpSp>
      </p:grpSp>
    </p:spTree>
    <p:extLst>
      <p:ext uri="{BB962C8B-B14F-4D97-AF65-F5344CB8AC3E}">
        <p14:creationId xmlns:p14="http://schemas.microsoft.com/office/powerpoint/2010/main" val="2887032958"/>
      </p:ext>
    </p:extLst>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Image (S) + text | dark mode">
    <p:bg>
      <p:bgPr>
        <a:solidFill>
          <a:srgbClr val="0C2340"/>
        </a:solidFill>
        <a:effectLst/>
      </p:bgPr>
    </p:bg>
    <p:spTree>
      <p:nvGrpSpPr>
        <p:cNvPr id="1" name=""/>
        <p:cNvGrpSpPr/>
        <p:nvPr/>
      </p:nvGrpSpPr>
      <p:grpSpPr>
        <a:xfrm>
          <a:off x="0" y="0"/>
          <a:ext cx="0" cy="0"/>
          <a:chOff x="0" y="0"/>
          <a:chExt cx="0" cy="0"/>
        </a:xfrm>
      </p:grpSpPr>
      <p:sp>
        <p:nvSpPr>
          <p:cNvPr id="2" name="Tijdelijke aanduiding voor tekst 18">
            <a:extLst>
              <a:ext uri="{FF2B5EF4-FFF2-40B4-BE49-F238E27FC236}">
                <a16:creationId xmlns:a16="http://schemas.microsoft.com/office/drawing/2014/main" id="{1FC79625-B766-94A6-FAF6-FFB9CC231D22}"/>
              </a:ext>
            </a:extLst>
          </p:cNvPr>
          <p:cNvSpPr txBox="1">
            <a:spLocks noGrp="1" noMove="1" noResize="1"/>
          </p:cNvSpPr>
          <p:nvPr>
            <p:ph type="body" idx="4294967295"/>
          </p:nvPr>
        </p:nvSpPr>
        <p:spPr>
          <a:xfrm>
            <a:off x="720364" y="6216740"/>
            <a:ext cx="961198" cy="381597"/>
          </a:xfrm>
          <a:blipFill>
            <a:blip r:embed="rId2">
              <a:extLst>
                <a:ext uri="{96DAC541-7B7A-43D3-8B79-37D633B846F1}">
                  <asvg:svgBlip xmlns:asvg="http://schemas.microsoft.com/office/drawing/2016/SVG/main" r:embed="rId3"/>
                </a:ext>
              </a:extLst>
            </a:blip>
            <a:stretch>
              <a:fillRect/>
            </a:stretch>
          </a:blipFill>
        </p:spPr>
        <p:txBody>
          <a:bodyPr/>
          <a:lstStyle>
            <a:lvl1pPr marL="0" indent="0">
              <a:buNone/>
              <a:defRPr sz="100"/>
            </a:lvl1pPr>
          </a:lstStyle>
          <a:p>
            <a:pPr lvl="0"/>
            <a:r>
              <a:rPr lang="en-GB"/>
              <a:t> </a:t>
            </a:r>
          </a:p>
        </p:txBody>
      </p:sp>
      <p:grpSp>
        <p:nvGrpSpPr>
          <p:cNvPr id="3" name="INSTRUCTION">
            <a:extLst>
              <a:ext uri="{FF2B5EF4-FFF2-40B4-BE49-F238E27FC236}">
                <a16:creationId xmlns:a16="http://schemas.microsoft.com/office/drawing/2014/main" id="{610F478D-1E9C-95F0-0175-9FBDB35AD43B}"/>
              </a:ext>
            </a:extLst>
          </p:cNvPr>
          <p:cNvGrpSpPr/>
          <p:nvPr/>
        </p:nvGrpSpPr>
        <p:grpSpPr>
          <a:xfrm>
            <a:off x="12377592" y="0"/>
            <a:ext cx="3693389" cy="5359343"/>
            <a:chOff x="12377592" y="0"/>
            <a:chExt cx="3693389" cy="5359343"/>
          </a:xfrm>
        </p:grpSpPr>
        <p:sp>
          <p:nvSpPr>
            <p:cNvPr id="4" name="Rechthoek 8">
              <a:extLst>
                <a:ext uri="{FF2B5EF4-FFF2-40B4-BE49-F238E27FC236}">
                  <a16:creationId xmlns:a16="http://schemas.microsoft.com/office/drawing/2014/main" id="{95E28D94-30C8-6570-FCFA-79AF27D570EF}"/>
                </a:ext>
              </a:extLst>
            </p:cNvPr>
            <p:cNvSpPr/>
            <p:nvPr/>
          </p:nvSpPr>
          <p:spPr>
            <a:xfrm>
              <a:off x="12377867" y="0"/>
              <a:ext cx="3593089" cy="4641338"/>
            </a:xfrm>
            <a:prstGeom prst="rect">
              <a:avLst/>
            </a:prstGeom>
            <a:solidFill>
              <a:srgbClr val="FFFFFF"/>
            </a:solidFill>
            <a:ln w="6345" cap="flat">
              <a:solidFill>
                <a:srgbClr val="ECECEC"/>
              </a:solidFill>
              <a:prstDash val="solid"/>
              <a:miter/>
            </a:ln>
          </p:spPr>
          <p:txBody>
            <a:bodyPr vert="horz" wrap="square" lIns="179999" tIns="143999" rIns="179999" bIns="143999"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400" b="1" i="0" u="none" strike="noStrike" kern="1200" cap="all" spc="0" baseline="0">
                  <a:solidFill>
                    <a:srgbClr val="00A6D6"/>
                  </a:solidFill>
                  <a:uFillTx/>
                  <a:latin typeface="Calibri" pitchFamily="34"/>
                  <a:cs typeface="Calibri" pitchFamily="34"/>
                </a:rPr>
                <a:t>Choosing text levels</a:t>
              </a:r>
            </a:p>
          </p:txBody>
        </p:sp>
        <p:sp>
          <p:nvSpPr>
            <p:cNvPr id="5" name="Rechthoek 10">
              <a:extLst>
                <a:ext uri="{FF2B5EF4-FFF2-40B4-BE49-F238E27FC236}">
                  <a16:creationId xmlns:a16="http://schemas.microsoft.com/office/drawing/2014/main" id="{1ED181C2-A12D-9325-0477-24BF9415FD68}"/>
                </a:ext>
              </a:extLst>
            </p:cNvPr>
            <p:cNvSpPr/>
            <p:nvPr/>
          </p:nvSpPr>
          <p:spPr>
            <a:xfrm>
              <a:off x="12377867" y="1707404"/>
              <a:ext cx="3593089" cy="2836020"/>
            </a:xfrm>
            <a:prstGeom prst="rect">
              <a:avLst/>
            </a:prstGeom>
            <a:solidFill>
              <a:srgbClr val="0C2340"/>
            </a:solidFill>
            <a:ln w="6345" cap="flat">
              <a:solidFill>
                <a:srgbClr val="ECECEC"/>
              </a:solidFill>
              <a:prstDash val="solid"/>
              <a:miter/>
            </a:ln>
          </p:spPr>
          <p:txBody>
            <a:bodyPr vert="horz" wrap="square" lIns="179999" tIns="143999" rIns="179999" bIns="143999"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400" b="1" i="0" u="none" strike="noStrike" kern="1200" cap="all" spc="0" baseline="0">
                  <a:solidFill>
                    <a:srgbClr val="00A6D6"/>
                  </a:solidFill>
                  <a:uFillTx/>
                  <a:latin typeface="Calibri" pitchFamily="34"/>
                  <a:cs typeface="Calibri" pitchFamily="34"/>
                </a:rPr>
                <a:t> </a:t>
              </a:r>
            </a:p>
          </p:txBody>
        </p:sp>
        <p:sp>
          <p:nvSpPr>
            <p:cNvPr id="6" name="Ovaal 11">
              <a:extLst>
                <a:ext uri="{FF2B5EF4-FFF2-40B4-BE49-F238E27FC236}">
                  <a16:creationId xmlns:a16="http://schemas.microsoft.com/office/drawing/2014/main" id="{0411AB21-35C5-B899-4E22-CF3087FFFEDD}"/>
                </a:ext>
              </a:extLst>
            </p:cNvPr>
            <p:cNvSpPr/>
            <p:nvPr/>
          </p:nvSpPr>
          <p:spPr>
            <a:xfrm>
              <a:off x="12559850" y="1837486"/>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FFFF"/>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00A6D6"/>
                  </a:solidFill>
                  <a:uFillTx/>
                  <a:latin typeface="Calibri" pitchFamily="34"/>
                  <a:cs typeface="Calibri" pitchFamily="34"/>
                </a:rPr>
                <a:t>1</a:t>
              </a:r>
            </a:p>
          </p:txBody>
        </p:sp>
        <p:sp>
          <p:nvSpPr>
            <p:cNvPr id="7" name="Rechthoek 12">
              <a:extLst>
                <a:ext uri="{FF2B5EF4-FFF2-40B4-BE49-F238E27FC236}">
                  <a16:creationId xmlns:a16="http://schemas.microsoft.com/office/drawing/2014/main" id="{B60B396F-1A54-94A3-73C6-118133E98F20}"/>
                </a:ext>
              </a:extLst>
            </p:cNvPr>
            <p:cNvSpPr/>
            <p:nvPr/>
          </p:nvSpPr>
          <p:spPr>
            <a:xfrm>
              <a:off x="12844613" y="1837486"/>
              <a:ext cx="2949223" cy="179999"/>
            </a:xfrm>
            <a:prstGeom prst="rect">
              <a:avLst/>
            </a:prstGeom>
            <a:noFill/>
            <a:ln>
              <a:noFill/>
              <a:prstDash val="solid"/>
            </a:ln>
          </p:spPr>
          <p:txBody>
            <a:bodyPr vert="horz" wrap="square" lIns="0" tIns="0" rIns="0" bIns="0" anchor="ctr" anchorCtr="0" compatLnSpc="1">
              <a:noAutofit/>
            </a:bodyPr>
            <a:lstStyle/>
            <a:p>
              <a:pPr marL="357192" marR="0" lvl="0" indent="-357192" algn="l" defTabSz="914400" rtl="0" fontAlgn="auto" hangingPunct="1">
                <a:lnSpc>
                  <a:spcPct val="100000"/>
                </a:lnSpc>
                <a:spcBef>
                  <a:spcPts val="600"/>
                </a:spcBef>
                <a:spcAft>
                  <a:spcPts val="600"/>
                </a:spcAft>
                <a:buClr>
                  <a:srgbClr val="FFFFFF"/>
                </a:buClr>
                <a:buSzPct val="100000"/>
                <a:buFont typeface="Calibri" pitchFamily="34"/>
                <a:buChar char="•"/>
                <a:tabLst/>
                <a:defRPr sz="1800" b="0" i="0" u="none" strike="noStrike" kern="0" cap="none" spc="0" baseline="0">
                  <a:solidFill>
                    <a:srgbClr val="000000"/>
                  </a:solidFill>
                  <a:uFillTx/>
                </a:defRPr>
              </a:pPr>
              <a:r>
                <a:rPr lang="en-GB" sz="1400" b="0" i="0" u="none" strike="noStrike" kern="0" cap="none" spc="0" baseline="0">
                  <a:solidFill>
                    <a:srgbClr val="FFFFFF"/>
                  </a:solidFill>
                  <a:uFillTx/>
                  <a:latin typeface="Arial"/>
                  <a:cs typeface="Calibri" pitchFamily="34"/>
                </a:rPr>
                <a:t>Bullet</a:t>
              </a:r>
            </a:p>
          </p:txBody>
        </p:sp>
        <p:sp>
          <p:nvSpPr>
            <p:cNvPr id="8" name="Ovaal 13">
              <a:extLst>
                <a:ext uri="{FF2B5EF4-FFF2-40B4-BE49-F238E27FC236}">
                  <a16:creationId xmlns:a16="http://schemas.microsoft.com/office/drawing/2014/main" id="{D4FB6E40-9106-1D18-AD97-07AAFBE957FB}"/>
                </a:ext>
              </a:extLst>
            </p:cNvPr>
            <p:cNvSpPr/>
            <p:nvPr/>
          </p:nvSpPr>
          <p:spPr>
            <a:xfrm>
              <a:off x="12559850" y="2128768"/>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FFFF"/>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00A6D6"/>
                  </a:solidFill>
                  <a:uFillTx/>
                  <a:latin typeface="Calibri" pitchFamily="34"/>
                  <a:cs typeface="Calibri" pitchFamily="34"/>
                </a:rPr>
                <a:t>2</a:t>
              </a:r>
            </a:p>
          </p:txBody>
        </p:sp>
        <p:sp>
          <p:nvSpPr>
            <p:cNvPr id="9" name="Rechthoek 14">
              <a:extLst>
                <a:ext uri="{FF2B5EF4-FFF2-40B4-BE49-F238E27FC236}">
                  <a16:creationId xmlns:a16="http://schemas.microsoft.com/office/drawing/2014/main" id="{5BEE30EE-46FD-6084-AEB9-3AD4D37634CA}"/>
                </a:ext>
              </a:extLst>
            </p:cNvPr>
            <p:cNvSpPr/>
            <p:nvPr/>
          </p:nvSpPr>
          <p:spPr>
            <a:xfrm>
              <a:off x="12559850" y="1196117"/>
              <a:ext cx="3229048" cy="459229"/>
            </a:xfrm>
            <a:prstGeom prst="rect">
              <a:avLst/>
            </a:prstGeom>
            <a:noFill/>
            <a:ln>
              <a:noFill/>
              <a:prstDash val="solid"/>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0" i="0" u="none" strike="noStrike" kern="0" cap="none" spc="0" baseline="0">
                  <a:solidFill>
                    <a:srgbClr val="000000"/>
                  </a:solidFill>
                  <a:uFillTx/>
                  <a:latin typeface="Calibri" pitchFamily="34"/>
                  <a:cs typeface="Calibri" pitchFamily="34"/>
                </a:rPr>
                <a:t>Under the tab </a:t>
              </a:r>
              <a:r>
                <a:rPr lang="en-GB" sz="1200" b="1" i="0" u="none" strike="noStrike" kern="0" cap="none" spc="0" baseline="0">
                  <a:solidFill>
                    <a:srgbClr val="000000"/>
                  </a:solidFill>
                  <a:uFillTx/>
                  <a:latin typeface="Calibri" pitchFamily="34"/>
                  <a:cs typeface="Calibri" pitchFamily="34"/>
                </a:rPr>
                <a:t>‘Home’</a:t>
              </a:r>
              <a:r>
                <a:rPr lang="en-GB" sz="1200" b="0" i="0" u="none" strike="noStrike" kern="0" cap="none" spc="0" baseline="0">
                  <a:solidFill>
                    <a:srgbClr val="000000"/>
                  </a:solidFill>
                  <a:uFillTx/>
                  <a:latin typeface="Calibri" pitchFamily="34"/>
                  <a:cs typeface="Calibri" pitchFamily="34"/>
                </a:rPr>
                <a:t>, use the </a:t>
              </a:r>
              <a:r>
                <a:rPr lang="en-GB" sz="1200" b="1" i="0" u="none" strike="noStrike" kern="0" cap="none" spc="0" baseline="0">
                  <a:solidFill>
                    <a:srgbClr val="000000"/>
                  </a:solidFill>
                  <a:uFillTx/>
                  <a:latin typeface="Calibri" pitchFamily="34"/>
                  <a:cs typeface="Calibri" pitchFamily="34"/>
                </a:rPr>
                <a:t>list level-buttons</a:t>
              </a:r>
              <a:r>
                <a:rPr lang="en-GB" sz="1200" b="0" i="0" u="none" strike="noStrike" kern="0" cap="none" spc="0" baseline="0">
                  <a:solidFill>
                    <a:srgbClr val="000000"/>
                  </a:solidFill>
                  <a:uFillTx/>
                  <a:latin typeface="Calibri" pitchFamily="34"/>
                  <a:cs typeface="Calibri" pitchFamily="34"/>
                </a:rPr>
                <a:t> to choose a text level. </a:t>
              </a:r>
              <a:br>
                <a:rPr lang="en-GB" sz="1200" b="0" i="0" u="none" strike="noStrike" kern="0" cap="none" spc="0" baseline="0">
                  <a:solidFill>
                    <a:srgbClr val="000000"/>
                  </a:solidFill>
                  <a:uFillTx/>
                  <a:latin typeface="Calibri" pitchFamily="34"/>
                  <a:cs typeface="Calibri" pitchFamily="34"/>
                </a:rPr>
              </a:br>
              <a:r>
                <a:rPr lang="en-GB" sz="1200" b="0" i="0" u="none" strike="noStrike" kern="0" cap="none" spc="0" baseline="0">
                  <a:solidFill>
                    <a:srgbClr val="000000"/>
                  </a:solidFill>
                  <a:uFillTx/>
                  <a:latin typeface="Calibri" pitchFamily="34"/>
                  <a:cs typeface="Calibri" pitchFamily="34"/>
                </a:rPr>
                <a:t>Choose from:</a:t>
              </a:r>
            </a:p>
          </p:txBody>
        </p:sp>
        <p:sp>
          <p:nvSpPr>
            <p:cNvPr id="10" name="Rechthoek 15">
              <a:extLst>
                <a:ext uri="{FF2B5EF4-FFF2-40B4-BE49-F238E27FC236}">
                  <a16:creationId xmlns:a16="http://schemas.microsoft.com/office/drawing/2014/main" id="{830C6C85-F948-5E23-C0F3-5DEB51919364}"/>
                </a:ext>
              </a:extLst>
            </p:cNvPr>
            <p:cNvSpPr/>
            <p:nvPr/>
          </p:nvSpPr>
          <p:spPr>
            <a:xfrm>
              <a:off x="12844613" y="2128869"/>
              <a:ext cx="2949223" cy="179999"/>
            </a:xfrm>
            <a:prstGeom prst="rect">
              <a:avLst/>
            </a:prstGeom>
            <a:noFill/>
            <a:ln>
              <a:noFill/>
              <a:prstDash val="solid"/>
            </a:ln>
          </p:spPr>
          <p:txBody>
            <a:bodyPr vert="horz" wrap="square" lIns="0" tIns="0" rIns="0" bIns="0" anchor="ctr" anchorCtr="0" compatLnSpc="1">
              <a:noAutofit/>
            </a:bodyPr>
            <a:lstStyle/>
            <a:p>
              <a:pPr marL="715966" marR="0" lvl="0" indent="-358773" algn="l" defTabSz="914400" rtl="0" fontAlgn="auto" hangingPunct="1">
                <a:lnSpc>
                  <a:spcPct val="100000"/>
                </a:lnSpc>
                <a:spcBef>
                  <a:spcPts val="600"/>
                </a:spcBef>
                <a:spcAft>
                  <a:spcPts val="600"/>
                </a:spcAft>
                <a:buClr>
                  <a:srgbClr val="FFFFFF"/>
                </a:buClr>
                <a:buSzPct val="100000"/>
                <a:buFont typeface="Calibri" pitchFamily="34"/>
                <a:buChar char="•"/>
                <a:tabLst/>
                <a:defRPr sz="1800" b="0" i="0" u="none" strike="noStrike" kern="0" cap="none" spc="0" baseline="0">
                  <a:solidFill>
                    <a:srgbClr val="000000"/>
                  </a:solidFill>
                  <a:uFillTx/>
                </a:defRPr>
              </a:pPr>
              <a:r>
                <a:rPr lang="en-GB" sz="1400" b="0" i="0" u="none" strike="noStrike" kern="0" cap="none" spc="0" baseline="0">
                  <a:solidFill>
                    <a:srgbClr val="FFFFFF"/>
                  </a:solidFill>
                  <a:uFillTx/>
                  <a:latin typeface="Arial"/>
                  <a:cs typeface="Calibri" pitchFamily="34"/>
                </a:rPr>
                <a:t>Sub-bullet </a:t>
              </a:r>
            </a:p>
          </p:txBody>
        </p:sp>
        <p:sp>
          <p:nvSpPr>
            <p:cNvPr id="11" name="Ovaal 16">
              <a:extLst>
                <a:ext uri="{FF2B5EF4-FFF2-40B4-BE49-F238E27FC236}">
                  <a16:creationId xmlns:a16="http://schemas.microsoft.com/office/drawing/2014/main" id="{BBF5A468-8B00-ABDE-640E-2A492084F247}"/>
                </a:ext>
              </a:extLst>
            </p:cNvPr>
            <p:cNvSpPr/>
            <p:nvPr/>
          </p:nvSpPr>
          <p:spPr>
            <a:xfrm>
              <a:off x="12559850" y="2420051"/>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FFFF"/>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00A6D6"/>
                  </a:solidFill>
                  <a:uFillTx/>
                  <a:latin typeface="Calibri" pitchFamily="34"/>
                  <a:cs typeface="Calibri" pitchFamily="34"/>
                </a:rPr>
                <a:t>3</a:t>
              </a:r>
            </a:p>
          </p:txBody>
        </p:sp>
        <p:sp>
          <p:nvSpPr>
            <p:cNvPr id="12" name="Rechthoek 17">
              <a:extLst>
                <a:ext uri="{FF2B5EF4-FFF2-40B4-BE49-F238E27FC236}">
                  <a16:creationId xmlns:a16="http://schemas.microsoft.com/office/drawing/2014/main" id="{CCB3B633-12A1-A979-EB75-5DD5724E24FA}"/>
                </a:ext>
              </a:extLst>
            </p:cNvPr>
            <p:cNvSpPr/>
            <p:nvPr/>
          </p:nvSpPr>
          <p:spPr>
            <a:xfrm>
              <a:off x="12844613" y="2420261"/>
              <a:ext cx="2949223" cy="179999"/>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600"/>
                </a:spcBef>
                <a:spcAft>
                  <a:spcPts val="600"/>
                </a:spcAft>
                <a:buNone/>
                <a:tabLst/>
                <a:defRPr sz="1800" b="0" i="0" u="none" strike="noStrike" kern="0" cap="none" spc="0" baseline="0">
                  <a:solidFill>
                    <a:srgbClr val="000000"/>
                  </a:solidFill>
                  <a:uFillTx/>
                </a:defRPr>
              </a:pPr>
              <a:r>
                <a:rPr lang="en-GB" sz="1400" b="0" i="0" u="none" strike="noStrike" kern="0" cap="none" spc="0" baseline="0">
                  <a:solidFill>
                    <a:srgbClr val="FFFFFF"/>
                  </a:solidFill>
                  <a:uFillTx/>
                  <a:latin typeface="Arial"/>
                  <a:cs typeface="Calibri" pitchFamily="34"/>
                </a:rPr>
                <a:t>Default text</a:t>
              </a:r>
            </a:p>
          </p:txBody>
        </p:sp>
        <p:sp>
          <p:nvSpPr>
            <p:cNvPr id="13" name="Ovaal 19">
              <a:extLst>
                <a:ext uri="{FF2B5EF4-FFF2-40B4-BE49-F238E27FC236}">
                  <a16:creationId xmlns:a16="http://schemas.microsoft.com/office/drawing/2014/main" id="{2CF29B98-F0DF-835F-4FC0-AC0031BF076F}"/>
                </a:ext>
              </a:extLst>
            </p:cNvPr>
            <p:cNvSpPr/>
            <p:nvPr/>
          </p:nvSpPr>
          <p:spPr>
            <a:xfrm>
              <a:off x="12559850" y="2711333"/>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FFFF"/>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00A6D6"/>
                  </a:solidFill>
                  <a:uFillTx/>
                  <a:latin typeface="Calibri" pitchFamily="34"/>
                  <a:cs typeface="Calibri" pitchFamily="34"/>
                </a:rPr>
                <a:t>4</a:t>
              </a:r>
            </a:p>
          </p:txBody>
        </p:sp>
        <p:sp>
          <p:nvSpPr>
            <p:cNvPr id="14" name="Rechthoek 20">
              <a:extLst>
                <a:ext uri="{FF2B5EF4-FFF2-40B4-BE49-F238E27FC236}">
                  <a16:creationId xmlns:a16="http://schemas.microsoft.com/office/drawing/2014/main" id="{2FFA92E8-48A4-9FE6-3642-CCEED7C60BAC}"/>
                </a:ext>
              </a:extLst>
            </p:cNvPr>
            <p:cNvSpPr/>
            <p:nvPr/>
          </p:nvSpPr>
          <p:spPr>
            <a:xfrm>
              <a:off x="12844613" y="2711653"/>
              <a:ext cx="2949223" cy="179999"/>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600"/>
                </a:spcBef>
                <a:spcAft>
                  <a:spcPts val="600"/>
                </a:spcAft>
                <a:buNone/>
                <a:tabLst/>
                <a:defRPr sz="1800" b="0" i="0" u="none" strike="noStrike" kern="0" cap="none" spc="0" baseline="0">
                  <a:solidFill>
                    <a:srgbClr val="000000"/>
                  </a:solidFill>
                  <a:uFillTx/>
                </a:defRPr>
              </a:pPr>
              <a:r>
                <a:rPr lang="en-GB" sz="2400" b="1" i="0" u="none" strike="noStrike" kern="0" cap="none" spc="0" baseline="0">
                  <a:solidFill>
                    <a:srgbClr val="FFFFFF"/>
                  </a:solidFill>
                  <a:uFillTx/>
                  <a:latin typeface="Arial"/>
                  <a:cs typeface="Calibri" pitchFamily="34"/>
                </a:rPr>
                <a:t>Title/Quote</a:t>
              </a:r>
            </a:p>
          </p:txBody>
        </p:sp>
        <p:sp>
          <p:nvSpPr>
            <p:cNvPr id="15" name="Ovaal 21">
              <a:extLst>
                <a:ext uri="{FF2B5EF4-FFF2-40B4-BE49-F238E27FC236}">
                  <a16:creationId xmlns:a16="http://schemas.microsoft.com/office/drawing/2014/main" id="{0AE36753-9D52-43BF-22BF-29442C6C047D}"/>
                </a:ext>
              </a:extLst>
            </p:cNvPr>
            <p:cNvSpPr/>
            <p:nvPr/>
          </p:nvSpPr>
          <p:spPr>
            <a:xfrm>
              <a:off x="12559850" y="3002624"/>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FFFF"/>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00A6D6"/>
                  </a:solidFill>
                  <a:uFillTx/>
                  <a:latin typeface="Calibri" pitchFamily="34"/>
                  <a:cs typeface="Calibri" pitchFamily="34"/>
                </a:rPr>
                <a:t>5</a:t>
              </a:r>
            </a:p>
          </p:txBody>
        </p:sp>
        <p:sp>
          <p:nvSpPr>
            <p:cNvPr id="16" name="Rechthoek 22">
              <a:extLst>
                <a:ext uri="{FF2B5EF4-FFF2-40B4-BE49-F238E27FC236}">
                  <a16:creationId xmlns:a16="http://schemas.microsoft.com/office/drawing/2014/main" id="{9F6F88FA-9348-177C-4057-3145D3F4C21F}"/>
                </a:ext>
              </a:extLst>
            </p:cNvPr>
            <p:cNvSpPr/>
            <p:nvPr/>
          </p:nvSpPr>
          <p:spPr>
            <a:xfrm>
              <a:off x="12844613" y="3003035"/>
              <a:ext cx="2949223" cy="179999"/>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600"/>
                </a:spcBef>
                <a:spcAft>
                  <a:spcPts val="600"/>
                </a:spcAft>
                <a:buNone/>
                <a:tabLst/>
                <a:defRPr sz="1800" b="0" i="0" u="none" strike="noStrike" kern="0" cap="none" spc="0" baseline="0">
                  <a:solidFill>
                    <a:srgbClr val="000000"/>
                  </a:solidFill>
                  <a:uFillTx/>
                </a:defRPr>
              </a:pPr>
              <a:r>
                <a:rPr lang="en-GB" sz="1800" b="0" i="0" u="none" strike="noStrike" kern="0" cap="none" spc="0" baseline="0">
                  <a:solidFill>
                    <a:srgbClr val="FFFFFF"/>
                  </a:solidFill>
                  <a:uFillTx/>
                  <a:latin typeface="Arial"/>
                  <a:cs typeface="Calibri" pitchFamily="34"/>
                </a:rPr>
                <a:t>Subtitle</a:t>
              </a:r>
            </a:p>
          </p:txBody>
        </p:sp>
        <p:sp>
          <p:nvSpPr>
            <p:cNvPr id="17" name="Ovaal 23">
              <a:extLst>
                <a:ext uri="{FF2B5EF4-FFF2-40B4-BE49-F238E27FC236}">
                  <a16:creationId xmlns:a16="http://schemas.microsoft.com/office/drawing/2014/main" id="{3D058306-44B7-6588-9678-77944DE110B2}"/>
                </a:ext>
              </a:extLst>
            </p:cNvPr>
            <p:cNvSpPr/>
            <p:nvPr/>
          </p:nvSpPr>
          <p:spPr>
            <a:xfrm>
              <a:off x="12559850" y="3293906"/>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FFFF"/>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00A6D6"/>
                  </a:solidFill>
                  <a:uFillTx/>
                  <a:latin typeface="Calibri" pitchFamily="34"/>
                  <a:cs typeface="Calibri" pitchFamily="34"/>
                </a:rPr>
                <a:t>6</a:t>
              </a:r>
            </a:p>
          </p:txBody>
        </p:sp>
        <p:sp>
          <p:nvSpPr>
            <p:cNvPr id="18" name="Rechthoek 24">
              <a:extLst>
                <a:ext uri="{FF2B5EF4-FFF2-40B4-BE49-F238E27FC236}">
                  <a16:creationId xmlns:a16="http://schemas.microsoft.com/office/drawing/2014/main" id="{CF1DEF46-7EB7-98B0-83CD-D67D4AE422E0}"/>
                </a:ext>
              </a:extLst>
            </p:cNvPr>
            <p:cNvSpPr/>
            <p:nvPr/>
          </p:nvSpPr>
          <p:spPr>
            <a:xfrm>
              <a:off x="12844613" y="3585819"/>
              <a:ext cx="2949223" cy="179999"/>
            </a:xfrm>
            <a:prstGeom prst="rect">
              <a:avLst/>
            </a:prstGeom>
            <a:noFill/>
            <a:ln>
              <a:noFill/>
              <a:prstDash val="solid"/>
            </a:ln>
          </p:spPr>
          <p:txBody>
            <a:bodyPr vert="horz" wrap="square" lIns="0" tIns="0" rIns="0" bIns="0" anchor="ctr" anchorCtr="0" compatLnSpc="1">
              <a:noAutofit/>
            </a:bodyPr>
            <a:lstStyle/>
            <a:p>
              <a:pPr marL="357192" marR="0" lvl="0" indent="-357192" algn="l" defTabSz="914400" rtl="0" fontAlgn="auto" hangingPunct="1">
                <a:lnSpc>
                  <a:spcPct val="100000"/>
                </a:lnSpc>
                <a:spcBef>
                  <a:spcPts val="600"/>
                </a:spcBef>
                <a:spcAft>
                  <a:spcPts val="600"/>
                </a:spcAft>
                <a:buClr>
                  <a:srgbClr val="FFFFFF"/>
                </a:buClr>
                <a:buSzPct val="100000"/>
                <a:buFont typeface="Arial"/>
                <a:buAutoNum type="arabicPeriod"/>
                <a:tabLst/>
                <a:defRPr sz="1800" b="0" i="0" u="none" strike="noStrike" kern="0" cap="none" spc="0" baseline="0">
                  <a:solidFill>
                    <a:srgbClr val="000000"/>
                  </a:solidFill>
                  <a:uFillTx/>
                </a:defRPr>
              </a:pPr>
              <a:r>
                <a:rPr lang="en-GB" sz="1400" b="0" i="0" u="none" strike="noStrike" kern="0" cap="none" spc="0" baseline="0">
                  <a:solidFill>
                    <a:srgbClr val="FFFFFF"/>
                  </a:solidFill>
                  <a:uFillTx/>
                  <a:latin typeface="Arial"/>
                  <a:cs typeface="Calibri" pitchFamily="34"/>
                </a:rPr>
                <a:t>Numerical bullet</a:t>
              </a:r>
            </a:p>
          </p:txBody>
        </p:sp>
        <p:sp>
          <p:nvSpPr>
            <p:cNvPr id="19" name="Ovaal 25">
              <a:extLst>
                <a:ext uri="{FF2B5EF4-FFF2-40B4-BE49-F238E27FC236}">
                  <a16:creationId xmlns:a16="http://schemas.microsoft.com/office/drawing/2014/main" id="{560229E6-BB8B-E7E5-E824-7C6827812179}"/>
                </a:ext>
              </a:extLst>
            </p:cNvPr>
            <p:cNvSpPr/>
            <p:nvPr/>
          </p:nvSpPr>
          <p:spPr>
            <a:xfrm>
              <a:off x="12559850" y="3585188"/>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FFFF"/>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00A6D6"/>
                  </a:solidFill>
                  <a:uFillTx/>
                  <a:latin typeface="Calibri" pitchFamily="34"/>
                  <a:cs typeface="Calibri" pitchFamily="34"/>
                </a:rPr>
                <a:t>7</a:t>
              </a:r>
            </a:p>
          </p:txBody>
        </p:sp>
        <p:sp>
          <p:nvSpPr>
            <p:cNvPr id="20" name="Rechthoek 26">
              <a:extLst>
                <a:ext uri="{FF2B5EF4-FFF2-40B4-BE49-F238E27FC236}">
                  <a16:creationId xmlns:a16="http://schemas.microsoft.com/office/drawing/2014/main" id="{92B7A760-7761-2006-0F2A-C36DEE9B0646}"/>
                </a:ext>
              </a:extLst>
            </p:cNvPr>
            <p:cNvSpPr/>
            <p:nvPr/>
          </p:nvSpPr>
          <p:spPr>
            <a:xfrm>
              <a:off x="12838203" y="3877211"/>
              <a:ext cx="2949223" cy="179999"/>
            </a:xfrm>
            <a:prstGeom prst="rect">
              <a:avLst/>
            </a:prstGeom>
            <a:noFill/>
            <a:ln>
              <a:noFill/>
              <a:prstDash val="solid"/>
            </a:ln>
          </p:spPr>
          <p:txBody>
            <a:bodyPr vert="horz" wrap="square" lIns="0" tIns="0" rIns="0" bIns="0" anchor="ctr" anchorCtr="0" compatLnSpc="1">
              <a:noAutofit/>
            </a:bodyPr>
            <a:lstStyle/>
            <a:p>
              <a:pPr marL="342900" marR="0" lvl="0" indent="-342900" algn="l" defTabSz="914400" rtl="0" fontAlgn="auto" hangingPunct="1">
                <a:lnSpc>
                  <a:spcPct val="100000"/>
                </a:lnSpc>
                <a:spcBef>
                  <a:spcPts val="600"/>
                </a:spcBef>
                <a:spcAft>
                  <a:spcPts val="600"/>
                </a:spcAft>
                <a:buClr>
                  <a:srgbClr val="FFFFFF"/>
                </a:buClr>
                <a:buSzPct val="100000"/>
                <a:buFont typeface="Arial"/>
                <a:buAutoNum type="alphaLcPeriod"/>
                <a:tabLst/>
                <a:defRPr sz="1800" b="0" i="0" u="none" strike="noStrike" kern="0" cap="none" spc="0" baseline="0">
                  <a:solidFill>
                    <a:srgbClr val="000000"/>
                  </a:solidFill>
                  <a:uFillTx/>
                </a:defRPr>
              </a:pPr>
              <a:r>
                <a:rPr lang="en-GB" sz="1400" b="0" i="0" u="none" strike="noStrike" kern="0" cap="none" spc="0" baseline="0">
                  <a:solidFill>
                    <a:srgbClr val="FFFFFF"/>
                  </a:solidFill>
                  <a:uFillTx/>
                  <a:latin typeface="Arial"/>
                  <a:cs typeface="Calibri" pitchFamily="34"/>
                </a:rPr>
                <a:t>Alphabetical bullet</a:t>
              </a:r>
            </a:p>
          </p:txBody>
        </p:sp>
        <p:sp>
          <p:nvSpPr>
            <p:cNvPr id="21" name="Ovaal 27">
              <a:extLst>
                <a:ext uri="{FF2B5EF4-FFF2-40B4-BE49-F238E27FC236}">
                  <a16:creationId xmlns:a16="http://schemas.microsoft.com/office/drawing/2014/main" id="{8C2DE24F-675E-6120-976A-0EC6F4D9BB1D}"/>
                </a:ext>
              </a:extLst>
            </p:cNvPr>
            <p:cNvSpPr/>
            <p:nvPr/>
          </p:nvSpPr>
          <p:spPr>
            <a:xfrm>
              <a:off x="12559850" y="3876470"/>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FFFF"/>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00A6D6"/>
                  </a:solidFill>
                  <a:uFillTx/>
                  <a:latin typeface="Calibri" pitchFamily="34"/>
                  <a:cs typeface="Calibri" pitchFamily="34"/>
                </a:rPr>
                <a:t>8</a:t>
              </a:r>
            </a:p>
          </p:txBody>
        </p:sp>
        <p:sp>
          <p:nvSpPr>
            <p:cNvPr id="22" name="Rechthoek 28">
              <a:extLst>
                <a:ext uri="{FF2B5EF4-FFF2-40B4-BE49-F238E27FC236}">
                  <a16:creationId xmlns:a16="http://schemas.microsoft.com/office/drawing/2014/main" id="{35987AEB-99E5-8D20-247E-165B08CC1134}"/>
                </a:ext>
              </a:extLst>
            </p:cNvPr>
            <p:cNvSpPr/>
            <p:nvPr/>
          </p:nvSpPr>
          <p:spPr>
            <a:xfrm>
              <a:off x="12844613" y="4168594"/>
              <a:ext cx="2949223" cy="179999"/>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600"/>
                </a:spcBef>
                <a:spcAft>
                  <a:spcPts val="600"/>
                </a:spcAft>
                <a:buNone/>
                <a:tabLst/>
                <a:defRPr sz="1800" b="0" i="0" u="none" strike="noStrike" kern="0" cap="none" spc="0" baseline="0">
                  <a:solidFill>
                    <a:srgbClr val="000000"/>
                  </a:solidFill>
                  <a:uFillTx/>
                </a:defRPr>
              </a:pPr>
              <a:r>
                <a:rPr lang="en-GB" sz="1200" b="0" i="1" u="none" strike="noStrike" kern="0" cap="none" spc="0" baseline="0">
                  <a:solidFill>
                    <a:srgbClr val="FFFFFF"/>
                  </a:solidFill>
                  <a:uFillTx/>
                  <a:latin typeface="Arial"/>
                  <a:cs typeface="Calibri" pitchFamily="34"/>
                </a:rPr>
                <a:t>Source</a:t>
              </a:r>
            </a:p>
          </p:txBody>
        </p:sp>
        <p:sp>
          <p:nvSpPr>
            <p:cNvPr id="23" name="Ovaal 29">
              <a:extLst>
                <a:ext uri="{FF2B5EF4-FFF2-40B4-BE49-F238E27FC236}">
                  <a16:creationId xmlns:a16="http://schemas.microsoft.com/office/drawing/2014/main" id="{3D5F0950-E995-678D-A0B6-9313E729ED6B}"/>
                </a:ext>
              </a:extLst>
            </p:cNvPr>
            <p:cNvSpPr/>
            <p:nvPr/>
          </p:nvSpPr>
          <p:spPr>
            <a:xfrm>
              <a:off x="12559850" y="4168594"/>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FFFF"/>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00A6D6"/>
                  </a:solidFill>
                  <a:uFillTx/>
                  <a:latin typeface="Calibri" pitchFamily="34"/>
                  <a:cs typeface="Calibri" pitchFamily="34"/>
                </a:rPr>
                <a:t>9</a:t>
              </a:r>
            </a:p>
          </p:txBody>
        </p:sp>
        <p:sp>
          <p:nvSpPr>
            <p:cNvPr id="24" name="Rechthoek 30">
              <a:extLst>
                <a:ext uri="{FF2B5EF4-FFF2-40B4-BE49-F238E27FC236}">
                  <a16:creationId xmlns:a16="http://schemas.microsoft.com/office/drawing/2014/main" id="{9FC9C5F5-CED1-EF4D-3E51-C6D29E1B0CB3}"/>
                </a:ext>
              </a:extLst>
            </p:cNvPr>
            <p:cNvSpPr/>
            <p:nvPr/>
          </p:nvSpPr>
          <p:spPr>
            <a:xfrm>
              <a:off x="12844613" y="3294427"/>
              <a:ext cx="2949223" cy="179999"/>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600"/>
                </a:spcBef>
                <a:spcAft>
                  <a:spcPts val="600"/>
                </a:spcAft>
                <a:buNone/>
                <a:tabLst/>
                <a:defRPr sz="1800" b="0" i="0" u="none" strike="noStrike" kern="0" cap="none" spc="0" baseline="0">
                  <a:solidFill>
                    <a:srgbClr val="000000"/>
                  </a:solidFill>
                  <a:uFillTx/>
                </a:defRPr>
              </a:pPr>
              <a:r>
                <a:rPr lang="en-GB" sz="1400" b="0" i="0" u="none" strike="noStrike" kern="0" cap="none" spc="0" baseline="0">
                  <a:solidFill>
                    <a:srgbClr val="FFFFFF"/>
                  </a:solidFill>
                  <a:uFillTx/>
                  <a:latin typeface="Arial"/>
                  <a:cs typeface="Calibri" pitchFamily="34"/>
                </a:rPr>
                <a:t>Default text</a:t>
              </a:r>
            </a:p>
          </p:txBody>
        </p:sp>
        <p:sp>
          <p:nvSpPr>
            <p:cNvPr id="25" name="Rechthoek 31">
              <a:extLst>
                <a:ext uri="{FF2B5EF4-FFF2-40B4-BE49-F238E27FC236}">
                  <a16:creationId xmlns:a16="http://schemas.microsoft.com/office/drawing/2014/main" id="{F9E2B79C-CE49-55DD-B531-A711CB847902}"/>
                </a:ext>
              </a:extLst>
            </p:cNvPr>
            <p:cNvSpPr/>
            <p:nvPr/>
          </p:nvSpPr>
          <p:spPr>
            <a:xfrm>
              <a:off x="12377592" y="4531345"/>
              <a:ext cx="3593637" cy="827998"/>
            </a:xfrm>
            <a:prstGeom prst="rect">
              <a:avLst/>
            </a:prstGeom>
            <a:solidFill>
              <a:srgbClr val="ECECEC"/>
            </a:solidFill>
            <a:ln w="6345" cap="flat">
              <a:solidFill>
                <a:srgbClr val="ECECEC"/>
              </a:solidFill>
              <a:prstDash val="solid"/>
              <a:miter/>
            </a:ln>
          </p:spPr>
          <p:txBody>
            <a:bodyPr vert="horz" wrap="square" lIns="179999" tIns="143999" rIns="179999" bIns="143999"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1" i="0" u="none" strike="noStrike" kern="1200" cap="all" spc="0" baseline="0">
                  <a:solidFill>
                    <a:srgbClr val="211F26"/>
                  </a:solidFill>
                  <a:uFillTx/>
                  <a:latin typeface="Calibri" pitchFamily="34"/>
                  <a:cs typeface="Calibri" pitchFamily="34"/>
                </a:rPr>
                <a:t>Want to know more?</a:t>
              </a:r>
              <a:br>
                <a:rPr lang="en-GB" sz="1200" b="1" i="0" u="none" strike="noStrike" kern="1200" cap="all" spc="0" baseline="0">
                  <a:solidFill>
                    <a:srgbClr val="211F26"/>
                  </a:solidFill>
                  <a:uFillTx/>
                  <a:latin typeface="Calibri" pitchFamily="34"/>
                  <a:cs typeface="Calibri" pitchFamily="34"/>
                </a:rPr>
              </a:br>
              <a:r>
                <a:rPr lang="en-GB" sz="1200" b="0" i="0" u="none" strike="noStrike" kern="1200" cap="none" spc="0" baseline="0">
                  <a:solidFill>
                    <a:srgbClr val="211F26"/>
                  </a:solidFill>
                  <a:uFillTx/>
                  <a:latin typeface="Calibri" pitchFamily="34"/>
                  <a:cs typeface="Calibri" pitchFamily="34"/>
                </a:rPr>
                <a:t>Go to the tab</a:t>
              </a:r>
              <a:r>
                <a:rPr lang="en-GB" sz="1200" b="1" i="0" u="none" strike="noStrike" kern="1200" cap="all" spc="0" baseline="0">
                  <a:solidFill>
                    <a:srgbClr val="211F26"/>
                  </a:solidFill>
                  <a:uFillTx/>
                  <a:latin typeface="Calibri" pitchFamily="34"/>
                  <a:cs typeface="Calibri" pitchFamily="34"/>
                </a:rPr>
                <a:t> 'SLIDEBUILDER’ </a:t>
              </a:r>
              <a:r>
                <a:rPr lang="en-GB" sz="1200" b="0" i="0" u="none" strike="noStrike" kern="1200" cap="none" spc="0" baseline="0">
                  <a:solidFill>
                    <a:srgbClr val="211F26"/>
                  </a:solidFill>
                  <a:uFillTx/>
                  <a:latin typeface="Calibri" pitchFamily="34"/>
                  <a:cs typeface="Calibri" pitchFamily="34"/>
                </a:rPr>
                <a:t>and click</a:t>
              </a:r>
              <a:br>
                <a:rPr lang="en-GB" sz="1200" b="0" i="0" u="none" strike="noStrike" kern="1200" cap="none" spc="0" baseline="0">
                  <a:solidFill>
                    <a:srgbClr val="211F26"/>
                  </a:solidFill>
                  <a:uFillTx/>
                  <a:latin typeface="Calibri" pitchFamily="34"/>
                  <a:cs typeface="Calibri" pitchFamily="34"/>
                </a:rPr>
              </a:br>
              <a:r>
                <a:rPr lang="en-GB" sz="1200" b="0" i="0" u="none" strike="noStrike" kern="1200" cap="none" spc="0" baseline="0">
                  <a:solidFill>
                    <a:srgbClr val="211F26"/>
                  </a:solidFill>
                  <a:uFillTx/>
                  <a:latin typeface="Calibri" pitchFamily="34"/>
                  <a:cs typeface="Calibri" pitchFamily="34"/>
                </a:rPr>
                <a:t>on the button </a:t>
              </a:r>
              <a:r>
                <a:rPr lang="en-GB" sz="1200" b="1" i="0" u="none" strike="noStrike" kern="1200" cap="all" spc="0" baseline="0">
                  <a:solidFill>
                    <a:srgbClr val="211F26"/>
                  </a:solidFill>
                  <a:uFillTx/>
                  <a:latin typeface="Calibri" pitchFamily="34"/>
                  <a:cs typeface="Calibri" pitchFamily="34"/>
                </a:rPr>
                <a:t>‘Inspiration'</a:t>
              </a:r>
            </a:p>
          </p:txBody>
        </p:sp>
        <p:grpSp>
          <p:nvGrpSpPr>
            <p:cNvPr id="26" name="ICOON_info">
              <a:extLst>
                <a:ext uri="{FF2B5EF4-FFF2-40B4-BE49-F238E27FC236}">
                  <a16:creationId xmlns:a16="http://schemas.microsoft.com/office/drawing/2014/main" id="{181806B5-0F1E-46E9-83DC-0EAC3D7A94FC}"/>
                </a:ext>
              </a:extLst>
            </p:cNvPr>
            <p:cNvGrpSpPr/>
            <p:nvPr/>
          </p:nvGrpSpPr>
          <p:grpSpPr>
            <a:xfrm>
              <a:off x="15787298" y="4400184"/>
              <a:ext cx="283683" cy="283683"/>
              <a:chOff x="15787298" y="4400184"/>
              <a:chExt cx="283683" cy="283683"/>
            </a:xfrm>
          </p:grpSpPr>
          <p:sp>
            <p:nvSpPr>
              <p:cNvPr id="27" name="Ovaal 80">
                <a:extLst>
                  <a:ext uri="{FF2B5EF4-FFF2-40B4-BE49-F238E27FC236}">
                    <a16:creationId xmlns:a16="http://schemas.microsoft.com/office/drawing/2014/main" id="{0AE6A7D1-3095-20DA-FAD5-CE6CFDFD0C74}"/>
                  </a:ext>
                </a:extLst>
              </p:cNvPr>
              <p:cNvSpPr/>
              <p:nvPr/>
            </p:nvSpPr>
            <p:spPr>
              <a:xfrm>
                <a:off x="15807324" y="4419651"/>
                <a:ext cx="244748" cy="244748"/>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211F26"/>
              </a:solidFill>
              <a:ln>
                <a:noFill/>
                <a:prstDash val="solid"/>
              </a:ln>
            </p:spPr>
            <p:txBody>
              <a:bodyPr vert="horz" wrap="square" lIns="179999" tIns="179999" rIns="179999" bIns="179999"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1600" b="0" i="0" u="none" strike="noStrike" kern="1200" cap="all" spc="0" baseline="0">
                  <a:solidFill>
                    <a:srgbClr val="FFFFFF"/>
                  </a:solidFill>
                  <a:uFillTx/>
                  <a:latin typeface="Calibri" pitchFamily="34"/>
                  <a:cs typeface="Calibri" pitchFamily="34"/>
                </a:endParaRPr>
              </a:p>
            </p:txBody>
          </p:sp>
          <p:sp>
            <p:nvSpPr>
              <p:cNvPr id="28" name="Graphic 163" descr="Informatie">
                <a:extLst>
                  <a:ext uri="{FF2B5EF4-FFF2-40B4-BE49-F238E27FC236}">
                    <a16:creationId xmlns:a16="http://schemas.microsoft.com/office/drawing/2014/main" id="{F88CF095-45B9-8C95-0047-BC4E4B62A7B7}"/>
                  </a:ext>
                </a:extLst>
              </p:cNvPr>
              <p:cNvSpPr/>
              <p:nvPr/>
            </p:nvSpPr>
            <p:spPr>
              <a:xfrm>
                <a:off x="15787298" y="4400184"/>
                <a:ext cx="283683" cy="283683"/>
              </a:xfrm>
              <a:custGeom>
                <a:avLst/>
                <a:gdLst>
                  <a:gd name="f0" fmla="val 10800000"/>
                  <a:gd name="f1" fmla="val 5400000"/>
                  <a:gd name="f2" fmla="val 180"/>
                  <a:gd name="f3" fmla="val w"/>
                  <a:gd name="f4" fmla="val h"/>
                  <a:gd name="f5" fmla="val 0"/>
                  <a:gd name="f6" fmla="val 291719"/>
                  <a:gd name="f7" fmla="val 145860"/>
                  <a:gd name="f8" fmla="val 65253"/>
                  <a:gd name="f9" fmla="val 226467"/>
                  <a:gd name="f10" fmla="val 291720"/>
                  <a:gd name="f11" fmla="val 138183"/>
                  <a:gd name="f12" fmla="val 38384"/>
                  <a:gd name="f13" fmla="val 148931"/>
                  <a:gd name="f14" fmla="val 157375"/>
                  <a:gd name="f15" fmla="val 46829"/>
                  <a:gd name="f16" fmla="val 57576"/>
                  <a:gd name="f17" fmla="val 68324"/>
                  <a:gd name="f18" fmla="val 76768"/>
                  <a:gd name="f19" fmla="val 127435"/>
                  <a:gd name="f20" fmla="val 118991"/>
                  <a:gd name="f21" fmla="val 184244"/>
                  <a:gd name="f22" fmla="val 253336"/>
                  <a:gd name="f23" fmla="val 107476"/>
                  <a:gd name="f24" fmla="val 230305"/>
                  <a:gd name="f25" fmla="val 134345"/>
                  <a:gd name="f26" fmla="val 115153"/>
                  <a:gd name="f27" fmla="val 111314"/>
                  <a:gd name="f28" fmla="val 92122"/>
                  <a:gd name="f29" fmla="+- 0 0 -90"/>
                  <a:gd name="f30" fmla="*/ f3 1 291719"/>
                  <a:gd name="f31" fmla="*/ f4 1 291719"/>
                  <a:gd name="f32" fmla="val f5"/>
                  <a:gd name="f33" fmla="val f6"/>
                  <a:gd name="f34" fmla="*/ f29 f0 1"/>
                  <a:gd name="f35" fmla="+- f33 0 f32"/>
                  <a:gd name="f36" fmla="*/ f34 1 f2"/>
                  <a:gd name="f37" fmla="*/ f35 1 291719"/>
                  <a:gd name="f38" fmla="*/ 145860 f35 1"/>
                  <a:gd name="f39" fmla="*/ 0 f35 1"/>
                  <a:gd name="f40" fmla="*/ 291720 f35 1"/>
                  <a:gd name="f41" fmla="*/ 138183 f35 1"/>
                  <a:gd name="f42" fmla="*/ 38384 f35 1"/>
                  <a:gd name="f43" fmla="*/ 157375 f35 1"/>
                  <a:gd name="f44" fmla="*/ 57576 f35 1"/>
                  <a:gd name="f45" fmla="*/ 76768 f35 1"/>
                  <a:gd name="f46" fmla="*/ 118991 f35 1"/>
                  <a:gd name="f47" fmla="*/ 184244 f35 1"/>
                  <a:gd name="f48" fmla="*/ 253336 f35 1"/>
                  <a:gd name="f49" fmla="*/ 107476 f35 1"/>
                  <a:gd name="f50" fmla="*/ 230305 f35 1"/>
                  <a:gd name="f51" fmla="*/ 134345 f35 1"/>
                  <a:gd name="f52" fmla="*/ 115153 f35 1"/>
                  <a:gd name="f53" fmla="*/ 111314 f35 1"/>
                  <a:gd name="f54" fmla="*/ 92122 f35 1"/>
                  <a:gd name="f55" fmla="+- f36 0 f1"/>
                  <a:gd name="f56" fmla="*/ f38 1 291719"/>
                  <a:gd name="f57" fmla="*/ f39 1 291719"/>
                  <a:gd name="f58" fmla="*/ f40 1 291719"/>
                  <a:gd name="f59" fmla="*/ f41 1 291719"/>
                  <a:gd name="f60" fmla="*/ f42 1 291719"/>
                  <a:gd name="f61" fmla="*/ f43 1 291719"/>
                  <a:gd name="f62" fmla="*/ f44 1 291719"/>
                  <a:gd name="f63" fmla="*/ f45 1 291719"/>
                  <a:gd name="f64" fmla="*/ f46 1 291719"/>
                  <a:gd name="f65" fmla="*/ f47 1 291719"/>
                  <a:gd name="f66" fmla="*/ f48 1 291719"/>
                  <a:gd name="f67" fmla="*/ f49 1 291719"/>
                  <a:gd name="f68" fmla="*/ f50 1 291719"/>
                  <a:gd name="f69" fmla="*/ f51 1 291719"/>
                  <a:gd name="f70" fmla="*/ f52 1 291719"/>
                  <a:gd name="f71" fmla="*/ f53 1 291719"/>
                  <a:gd name="f72" fmla="*/ f54 1 291719"/>
                  <a:gd name="f73" fmla="*/ f32 1 f37"/>
                  <a:gd name="f74" fmla="*/ f33 1 f37"/>
                  <a:gd name="f75" fmla="*/ f56 1 f37"/>
                  <a:gd name="f76" fmla="*/ f57 1 f37"/>
                  <a:gd name="f77" fmla="*/ f58 1 f37"/>
                  <a:gd name="f78" fmla="*/ f59 1 f37"/>
                  <a:gd name="f79" fmla="*/ f60 1 f37"/>
                  <a:gd name="f80" fmla="*/ f61 1 f37"/>
                  <a:gd name="f81" fmla="*/ f62 1 f37"/>
                  <a:gd name="f82" fmla="*/ f63 1 f37"/>
                  <a:gd name="f83" fmla="*/ f64 1 f37"/>
                  <a:gd name="f84" fmla="*/ f65 1 f37"/>
                  <a:gd name="f85" fmla="*/ f66 1 f37"/>
                  <a:gd name="f86" fmla="*/ f67 1 f37"/>
                  <a:gd name="f87" fmla="*/ f68 1 f37"/>
                  <a:gd name="f88" fmla="*/ f69 1 f37"/>
                  <a:gd name="f89" fmla="*/ f70 1 f37"/>
                  <a:gd name="f90" fmla="*/ f71 1 f37"/>
                  <a:gd name="f91" fmla="*/ f72 1 f37"/>
                  <a:gd name="f92" fmla="*/ f73 f30 1"/>
                  <a:gd name="f93" fmla="*/ f74 f30 1"/>
                  <a:gd name="f94" fmla="*/ f74 f31 1"/>
                  <a:gd name="f95" fmla="*/ f73 f31 1"/>
                  <a:gd name="f96" fmla="*/ f75 f30 1"/>
                  <a:gd name="f97" fmla="*/ f76 f31 1"/>
                  <a:gd name="f98" fmla="*/ f76 f30 1"/>
                  <a:gd name="f99" fmla="*/ f75 f31 1"/>
                  <a:gd name="f100" fmla="*/ f77 f31 1"/>
                  <a:gd name="f101" fmla="*/ f77 f30 1"/>
                  <a:gd name="f102" fmla="*/ f78 f30 1"/>
                  <a:gd name="f103" fmla="*/ f79 f31 1"/>
                  <a:gd name="f104" fmla="*/ f80 f30 1"/>
                  <a:gd name="f105" fmla="*/ f81 f31 1"/>
                  <a:gd name="f106" fmla="*/ f82 f31 1"/>
                  <a:gd name="f107" fmla="*/ f83 f30 1"/>
                  <a:gd name="f108" fmla="*/ f84 f30 1"/>
                  <a:gd name="f109" fmla="*/ f85 f31 1"/>
                  <a:gd name="f110" fmla="*/ f86 f30 1"/>
                  <a:gd name="f111" fmla="*/ f87 f31 1"/>
                  <a:gd name="f112" fmla="*/ f88 f30 1"/>
                  <a:gd name="f113" fmla="*/ f89 f31 1"/>
                  <a:gd name="f114" fmla="*/ f90 f30 1"/>
                  <a:gd name="f115" fmla="*/ f91 f31 1"/>
                </a:gdLst>
                <a:ahLst/>
                <a:cxnLst>
                  <a:cxn ang="3cd4">
                    <a:pos x="hc" y="t"/>
                  </a:cxn>
                  <a:cxn ang="0">
                    <a:pos x="r" y="vc"/>
                  </a:cxn>
                  <a:cxn ang="cd4">
                    <a:pos x="hc" y="b"/>
                  </a:cxn>
                  <a:cxn ang="cd2">
                    <a:pos x="l" y="vc"/>
                  </a:cxn>
                  <a:cxn ang="f55">
                    <a:pos x="f96" y="f97"/>
                  </a:cxn>
                  <a:cxn ang="f55">
                    <a:pos x="f98" y="f99"/>
                  </a:cxn>
                  <a:cxn ang="f55">
                    <a:pos x="f96" y="f100"/>
                  </a:cxn>
                  <a:cxn ang="f55">
                    <a:pos x="f101" y="f99"/>
                  </a:cxn>
                  <a:cxn ang="f55">
                    <a:pos x="f96" y="f97"/>
                  </a:cxn>
                  <a:cxn ang="f55">
                    <a:pos x="f102" y="f103"/>
                  </a:cxn>
                  <a:cxn ang="f55">
                    <a:pos x="f104" y="f105"/>
                  </a:cxn>
                  <a:cxn ang="f55">
                    <a:pos x="f102" y="f106"/>
                  </a:cxn>
                  <a:cxn ang="f55">
                    <a:pos x="f107" y="f105"/>
                  </a:cxn>
                  <a:cxn ang="f55">
                    <a:pos x="f102" y="f103"/>
                  </a:cxn>
                  <a:cxn ang="f55">
                    <a:pos x="f108" y="f109"/>
                  </a:cxn>
                  <a:cxn ang="f55">
                    <a:pos x="f110" y="f109"/>
                  </a:cxn>
                  <a:cxn ang="f55">
                    <a:pos x="f110" y="f111"/>
                  </a:cxn>
                  <a:cxn ang="f55">
                    <a:pos x="f112" y="f111"/>
                  </a:cxn>
                  <a:cxn ang="f55">
                    <a:pos x="f112" y="f113"/>
                  </a:cxn>
                  <a:cxn ang="f55">
                    <a:pos x="f114" y="f113"/>
                  </a:cxn>
                  <a:cxn ang="f55">
                    <a:pos x="f114" y="f115"/>
                  </a:cxn>
                  <a:cxn ang="f55">
                    <a:pos x="f104" y="f115"/>
                  </a:cxn>
                  <a:cxn ang="f55">
                    <a:pos x="f104" y="f113"/>
                  </a:cxn>
                  <a:cxn ang="f55">
                    <a:pos x="f104" y="f111"/>
                  </a:cxn>
                  <a:cxn ang="f55">
                    <a:pos x="f108" y="f111"/>
                  </a:cxn>
                  <a:cxn ang="f55">
                    <a:pos x="f108" y="f109"/>
                  </a:cxn>
                </a:cxnLst>
                <a:rect l="f92" t="f95" r="f93" b="f94"/>
                <a:pathLst>
                  <a:path w="291719" h="291719">
                    <a:moveTo>
                      <a:pt x="f7" y="f5"/>
                    </a:moveTo>
                    <a:cubicBezTo>
                      <a:pt x="f8" y="f5"/>
                      <a:pt x="f5" y="f8"/>
                      <a:pt x="f5" y="f7"/>
                    </a:cubicBezTo>
                    <a:cubicBezTo>
                      <a:pt x="f5" y="f9"/>
                      <a:pt x="f8" y="f10"/>
                      <a:pt x="f7" y="f10"/>
                    </a:cubicBezTo>
                    <a:cubicBezTo>
                      <a:pt x="f9" y="f10"/>
                      <a:pt x="f10" y="f9"/>
                      <a:pt x="f10" y="f7"/>
                    </a:cubicBezTo>
                    <a:cubicBezTo>
                      <a:pt x="f10" y="f8"/>
                      <a:pt x="f9" y="f5"/>
                      <a:pt x="f7" y="f5"/>
                    </a:cubicBezTo>
                    <a:close/>
                    <a:moveTo>
                      <a:pt x="f11" y="f12"/>
                    </a:moveTo>
                    <a:cubicBezTo>
                      <a:pt x="f13" y="f12"/>
                      <a:pt x="f14" y="f15"/>
                      <a:pt x="f14" y="f16"/>
                    </a:cubicBezTo>
                    <a:cubicBezTo>
                      <a:pt x="f14" y="f17"/>
                      <a:pt x="f13" y="f18"/>
                      <a:pt x="f11" y="f18"/>
                    </a:cubicBezTo>
                    <a:cubicBezTo>
                      <a:pt x="f19" y="f18"/>
                      <a:pt x="f20" y="f17"/>
                      <a:pt x="f20" y="f16"/>
                    </a:cubicBezTo>
                    <a:cubicBezTo>
                      <a:pt x="f20" y="f15"/>
                      <a:pt x="f19" y="f12"/>
                      <a:pt x="f11" y="f12"/>
                    </a:cubicBezTo>
                    <a:close/>
                    <a:moveTo>
                      <a:pt x="f21" y="f22"/>
                    </a:moveTo>
                    <a:lnTo>
                      <a:pt x="f23" y="f22"/>
                    </a:lnTo>
                    <a:lnTo>
                      <a:pt x="f23" y="f24"/>
                    </a:lnTo>
                    <a:lnTo>
                      <a:pt x="f25" y="f24"/>
                    </a:lnTo>
                    <a:lnTo>
                      <a:pt x="f25" y="f26"/>
                    </a:lnTo>
                    <a:lnTo>
                      <a:pt x="f27" y="f26"/>
                    </a:lnTo>
                    <a:lnTo>
                      <a:pt x="f27" y="f28"/>
                    </a:lnTo>
                    <a:lnTo>
                      <a:pt x="f14" y="f28"/>
                    </a:lnTo>
                    <a:lnTo>
                      <a:pt x="f14" y="f26"/>
                    </a:lnTo>
                    <a:lnTo>
                      <a:pt x="f14" y="f24"/>
                    </a:lnTo>
                    <a:lnTo>
                      <a:pt x="f21" y="f24"/>
                    </a:lnTo>
                    <a:lnTo>
                      <a:pt x="f21" y="f22"/>
                    </a:lnTo>
                    <a:close/>
                  </a:path>
                </a:pathLst>
              </a:custGeom>
              <a:solidFill>
                <a:srgbClr val="1FF524"/>
              </a:solidFill>
              <a:ln>
                <a:noFill/>
                <a:prstDash val="soli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2000" b="0" i="0" u="none" strike="noStrike" kern="1200" cap="none" spc="0" baseline="0">
                  <a:solidFill>
                    <a:srgbClr val="211F26"/>
                  </a:solidFill>
                  <a:uFillTx/>
                  <a:latin typeface="Calibri" pitchFamily="34"/>
                  <a:cs typeface="Calibri" pitchFamily="34"/>
                </a:endParaRPr>
              </a:p>
            </p:txBody>
          </p:sp>
        </p:grpSp>
        <p:grpSp>
          <p:nvGrpSpPr>
            <p:cNvPr id="29" name="VOORBEELD">
              <a:extLst>
                <a:ext uri="{FF2B5EF4-FFF2-40B4-BE49-F238E27FC236}">
                  <a16:creationId xmlns:a16="http://schemas.microsoft.com/office/drawing/2014/main" id="{886C464F-6936-C4FB-560E-666A1675BF40}"/>
                </a:ext>
              </a:extLst>
            </p:cNvPr>
            <p:cNvGrpSpPr/>
            <p:nvPr/>
          </p:nvGrpSpPr>
          <p:grpSpPr>
            <a:xfrm>
              <a:off x="12558863" y="458672"/>
              <a:ext cx="3234315" cy="558871"/>
              <a:chOff x="12558863" y="458672"/>
              <a:chExt cx="3234315" cy="558871"/>
            </a:xfrm>
          </p:grpSpPr>
          <p:sp>
            <p:nvSpPr>
              <p:cNvPr id="30" name="Rechthoek 40">
                <a:extLst>
                  <a:ext uri="{FF2B5EF4-FFF2-40B4-BE49-F238E27FC236}">
                    <a16:creationId xmlns:a16="http://schemas.microsoft.com/office/drawing/2014/main" id="{413394FE-973A-6EBB-E2A9-96EF1757AF0C}"/>
                  </a:ext>
                </a:extLst>
              </p:cNvPr>
              <p:cNvSpPr/>
              <p:nvPr/>
            </p:nvSpPr>
            <p:spPr>
              <a:xfrm>
                <a:off x="12559850" y="458672"/>
                <a:ext cx="393457" cy="184059"/>
              </a:xfrm>
              <a:prstGeom prst="rect">
                <a:avLst/>
              </a:prstGeom>
              <a:solidFill>
                <a:srgbClr val="F8F8F8"/>
              </a:solidFill>
              <a:ln>
                <a:noFill/>
                <a:prstDash val="solid"/>
              </a:ln>
            </p:spPr>
            <p:txBody>
              <a:bodyPr vert="horz" wrap="square" lIns="0" tIns="18004" rIns="0" bIns="0" anchor="t"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900" b="1" i="0" u="none" strike="noStrike" kern="1200" cap="none" spc="0" baseline="0">
                    <a:solidFill>
                      <a:srgbClr val="211F26"/>
                    </a:solidFill>
                    <a:uFillTx/>
                    <a:latin typeface="Calibri" pitchFamily="34"/>
                    <a:cs typeface="Calibri" pitchFamily="34"/>
                  </a:rPr>
                  <a:t>Home</a:t>
                </a:r>
              </a:p>
            </p:txBody>
          </p:sp>
          <p:sp>
            <p:nvSpPr>
              <p:cNvPr id="31" name="Rechthoek 41">
                <a:extLst>
                  <a:ext uri="{FF2B5EF4-FFF2-40B4-BE49-F238E27FC236}">
                    <a16:creationId xmlns:a16="http://schemas.microsoft.com/office/drawing/2014/main" id="{EC581EA4-F418-166E-FD0D-50661F97B9F0}"/>
                  </a:ext>
                </a:extLst>
              </p:cNvPr>
              <p:cNvSpPr/>
              <p:nvPr/>
            </p:nvSpPr>
            <p:spPr>
              <a:xfrm>
                <a:off x="12564843" y="621343"/>
                <a:ext cx="383782" cy="27166"/>
              </a:xfrm>
              <a:prstGeom prst="rect">
                <a:avLst/>
              </a:prstGeom>
              <a:solidFill>
                <a:srgbClr val="B74629"/>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nvGrpSpPr>
              <p:cNvPr id="32" name="Groep 42">
                <a:extLst>
                  <a:ext uri="{FF2B5EF4-FFF2-40B4-BE49-F238E27FC236}">
                    <a16:creationId xmlns:a16="http://schemas.microsoft.com/office/drawing/2014/main" id="{5BFE6DFE-EDBD-C14A-4B1F-776E8D839946}"/>
                  </a:ext>
                </a:extLst>
              </p:cNvPr>
              <p:cNvGrpSpPr/>
              <p:nvPr/>
            </p:nvGrpSpPr>
            <p:grpSpPr>
              <a:xfrm>
                <a:off x="12777789" y="830869"/>
                <a:ext cx="139418" cy="109563"/>
                <a:chOff x="12777789" y="830869"/>
                <a:chExt cx="139418" cy="109563"/>
              </a:xfrm>
            </p:grpSpPr>
            <p:grpSp>
              <p:nvGrpSpPr>
                <p:cNvPr id="33" name="Groep 73">
                  <a:extLst>
                    <a:ext uri="{FF2B5EF4-FFF2-40B4-BE49-F238E27FC236}">
                      <a16:creationId xmlns:a16="http://schemas.microsoft.com/office/drawing/2014/main" id="{65383A99-B2BC-0837-7D46-9A35C6D9B6D5}"/>
                    </a:ext>
                  </a:extLst>
                </p:cNvPr>
                <p:cNvGrpSpPr/>
                <p:nvPr/>
              </p:nvGrpSpPr>
              <p:grpSpPr>
                <a:xfrm>
                  <a:off x="12777789" y="830869"/>
                  <a:ext cx="139418" cy="109563"/>
                  <a:chOff x="12777789" y="830869"/>
                  <a:chExt cx="139418" cy="109563"/>
                </a:xfrm>
              </p:grpSpPr>
              <p:cxnSp>
                <p:nvCxnSpPr>
                  <p:cNvPr id="34" name="Rechte verbindingslijn 75">
                    <a:extLst>
                      <a:ext uri="{FF2B5EF4-FFF2-40B4-BE49-F238E27FC236}">
                        <a16:creationId xmlns:a16="http://schemas.microsoft.com/office/drawing/2014/main" id="{913D91E6-8705-55E9-3841-9926315F144B}"/>
                      </a:ext>
                    </a:extLst>
                  </p:cNvPr>
                  <p:cNvCxnSpPr/>
                  <p:nvPr/>
                </p:nvCxnSpPr>
                <p:spPr>
                  <a:xfrm>
                    <a:off x="12777789" y="830869"/>
                    <a:ext cx="139418" cy="0"/>
                  </a:xfrm>
                  <a:prstGeom prst="straightConnector1">
                    <a:avLst/>
                  </a:prstGeom>
                  <a:noFill/>
                  <a:ln w="12701" cap="flat">
                    <a:solidFill>
                      <a:srgbClr val="9D9FA1"/>
                    </a:solidFill>
                    <a:prstDash val="solid"/>
                  </a:ln>
                </p:spPr>
              </p:cxnSp>
              <p:cxnSp>
                <p:nvCxnSpPr>
                  <p:cNvPr id="35" name="Rechte verbindingslijn 76">
                    <a:extLst>
                      <a:ext uri="{FF2B5EF4-FFF2-40B4-BE49-F238E27FC236}">
                        <a16:creationId xmlns:a16="http://schemas.microsoft.com/office/drawing/2014/main" id="{2F833340-AA10-12D8-9D4D-298DBD2F7CF8}"/>
                      </a:ext>
                    </a:extLst>
                  </p:cNvPr>
                  <p:cNvCxnSpPr/>
                  <p:nvPr/>
                </p:nvCxnSpPr>
                <p:spPr>
                  <a:xfrm>
                    <a:off x="12777789" y="940432"/>
                    <a:ext cx="139418" cy="0"/>
                  </a:xfrm>
                  <a:prstGeom prst="straightConnector1">
                    <a:avLst/>
                  </a:prstGeom>
                  <a:noFill/>
                  <a:ln w="12701" cap="flat">
                    <a:solidFill>
                      <a:srgbClr val="9D9FA1"/>
                    </a:solidFill>
                    <a:prstDash val="solid"/>
                  </a:ln>
                </p:spPr>
              </p:cxnSp>
              <p:cxnSp>
                <p:nvCxnSpPr>
                  <p:cNvPr id="36" name="Rechte verbindingslijn 77">
                    <a:extLst>
                      <a:ext uri="{FF2B5EF4-FFF2-40B4-BE49-F238E27FC236}">
                        <a16:creationId xmlns:a16="http://schemas.microsoft.com/office/drawing/2014/main" id="{6C28A5AE-7456-4F5C-17C0-17C3EF0B826E}"/>
                      </a:ext>
                    </a:extLst>
                  </p:cNvPr>
                  <p:cNvCxnSpPr/>
                  <p:nvPr/>
                </p:nvCxnSpPr>
                <p:spPr>
                  <a:xfrm>
                    <a:off x="12854443" y="913046"/>
                    <a:ext cx="62764" cy="0"/>
                  </a:xfrm>
                  <a:prstGeom prst="straightConnector1">
                    <a:avLst/>
                  </a:prstGeom>
                  <a:noFill/>
                  <a:ln w="12701" cap="flat">
                    <a:solidFill>
                      <a:srgbClr val="9D9FA1"/>
                    </a:solidFill>
                    <a:prstDash val="solid"/>
                  </a:ln>
                </p:spPr>
              </p:cxnSp>
              <p:cxnSp>
                <p:nvCxnSpPr>
                  <p:cNvPr id="37" name="Rechte verbindingslijn 78">
                    <a:extLst>
                      <a:ext uri="{FF2B5EF4-FFF2-40B4-BE49-F238E27FC236}">
                        <a16:creationId xmlns:a16="http://schemas.microsoft.com/office/drawing/2014/main" id="{17B3F229-9535-5E47-60BA-3913ECD4CB90}"/>
                      </a:ext>
                    </a:extLst>
                  </p:cNvPr>
                  <p:cNvCxnSpPr/>
                  <p:nvPr/>
                </p:nvCxnSpPr>
                <p:spPr>
                  <a:xfrm>
                    <a:off x="12854443" y="885651"/>
                    <a:ext cx="62764" cy="0"/>
                  </a:xfrm>
                  <a:prstGeom prst="straightConnector1">
                    <a:avLst/>
                  </a:prstGeom>
                  <a:noFill/>
                  <a:ln w="12701" cap="flat">
                    <a:solidFill>
                      <a:srgbClr val="9D9FA1"/>
                    </a:solidFill>
                    <a:prstDash val="solid"/>
                  </a:ln>
                </p:spPr>
              </p:cxnSp>
              <p:cxnSp>
                <p:nvCxnSpPr>
                  <p:cNvPr id="38" name="Rechte verbindingslijn 79">
                    <a:extLst>
                      <a:ext uri="{FF2B5EF4-FFF2-40B4-BE49-F238E27FC236}">
                        <a16:creationId xmlns:a16="http://schemas.microsoft.com/office/drawing/2014/main" id="{13A6A7DC-B841-470A-C3A0-33A9B5146332}"/>
                      </a:ext>
                    </a:extLst>
                  </p:cNvPr>
                  <p:cNvCxnSpPr/>
                  <p:nvPr/>
                </p:nvCxnSpPr>
                <p:spPr>
                  <a:xfrm>
                    <a:off x="12854443" y="858264"/>
                    <a:ext cx="62764" cy="0"/>
                  </a:xfrm>
                  <a:prstGeom prst="straightConnector1">
                    <a:avLst/>
                  </a:prstGeom>
                  <a:noFill/>
                  <a:ln w="12701" cap="flat">
                    <a:solidFill>
                      <a:srgbClr val="9D9FA1"/>
                    </a:solidFill>
                    <a:prstDash val="solid"/>
                  </a:ln>
                </p:spPr>
              </p:cxnSp>
            </p:grpSp>
            <p:sp>
              <p:nvSpPr>
                <p:cNvPr id="39" name="Pijl: rechts 74">
                  <a:extLst>
                    <a:ext uri="{FF2B5EF4-FFF2-40B4-BE49-F238E27FC236}">
                      <a16:creationId xmlns:a16="http://schemas.microsoft.com/office/drawing/2014/main" id="{95337403-158E-642D-B3C2-A4454659F6C2}"/>
                    </a:ext>
                  </a:extLst>
                </p:cNvPr>
                <p:cNvSpPr/>
                <p:nvPr/>
              </p:nvSpPr>
              <p:spPr>
                <a:xfrm>
                  <a:off x="12777789" y="857039"/>
                  <a:ext cx="58411" cy="56116"/>
                </a:xfrm>
                <a:custGeom>
                  <a:avLst>
                    <a:gd name="f0" fmla="val 8396"/>
                    <a:gd name="f1" fmla="val 8064"/>
                  </a:avLst>
                  <a:gdLst>
                    <a:gd name="f2" fmla="val 10800000"/>
                    <a:gd name="f3" fmla="val 5400000"/>
                    <a:gd name="f4" fmla="val 180"/>
                    <a:gd name="f5" fmla="val w"/>
                    <a:gd name="f6" fmla="val h"/>
                    <a:gd name="f7" fmla="val 0"/>
                    <a:gd name="f8" fmla="val 21600"/>
                    <a:gd name="f9" fmla="val 10800"/>
                    <a:gd name="f10" fmla="+- 0 0 0"/>
                    <a:gd name="f11" fmla="+- 0 0 180"/>
                    <a:gd name="f12" fmla="*/ f5 1 21600"/>
                    <a:gd name="f13" fmla="*/ f6 1 21600"/>
                    <a:gd name="f14" fmla="pin 0 f0 21600"/>
                    <a:gd name="f15" fmla="pin 0 f1 10800"/>
                    <a:gd name="f16" fmla="*/ f10 f2 1"/>
                    <a:gd name="f17" fmla="*/ f11 f2 1"/>
                    <a:gd name="f18" fmla="val f15"/>
                    <a:gd name="f19" fmla="val f14"/>
                    <a:gd name="f20" fmla="+- 21600 0 f15"/>
                    <a:gd name="f21" fmla="*/ f14 f12 1"/>
                    <a:gd name="f22" fmla="*/ f15 f13 1"/>
                    <a:gd name="f23" fmla="*/ 0 f12 1"/>
                    <a:gd name="f24" fmla="*/ 0 f13 1"/>
                    <a:gd name="f25" fmla="*/ f16 1 f4"/>
                    <a:gd name="f26" fmla="*/ 21600 f13 1"/>
                    <a:gd name="f27" fmla="*/ f17 1 f4"/>
                    <a:gd name="f28" fmla="+- 21600 0 f19"/>
                    <a:gd name="f29" fmla="*/ f20 f13 1"/>
                    <a:gd name="f30" fmla="*/ f18 f13 1"/>
                    <a:gd name="f31" fmla="*/ f19 f12 1"/>
                    <a:gd name="f32" fmla="+- f25 0 f3"/>
                    <a:gd name="f33" fmla="+- f27 0 f3"/>
                    <a:gd name="f34" fmla="*/ f28 f18 1"/>
                    <a:gd name="f35" fmla="*/ f34 1 10800"/>
                    <a:gd name="f36" fmla="+- f19 f35 0"/>
                    <a:gd name="f37" fmla="*/ f36 f12 1"/>
                  </a:gdLst>
                  <a:ahLst>
                    <a:ahXY gdRefX="f0" minX="f7" maxX="f8" gdRefY="f1" minY="f7" maxY="f9">
                      <a:pos x="f21" y="f22"/>
                    </a:ahXY>
                  </a:ahLst>
                  <a:cxnLst>
                    <a:cxn ang="3cd4">
                      <a:pos x="hc" y="t"/>
                    </a:cxn>
                    <a:cxn ang="0">
                      <a:pos x="r" y="vc"/>
                    </a:cxn>
                    <a:cxn ang="cd4">
                      <a:pos x="hc" y="b"/>
                    </a:cxn>
                    <a:cxn ang="cd2">
                      <a:pos x="l" y="vc"/>
                    </a:cxn>
                    <a:cxn ang="f32">
                      <a:pos x="f31" y="f24"/>
                    </a:cxn>
                    <a:cxn ang="f33">
                      <a:pos x="f31" y="f26"/>
                    </a:cxn>
                  </a:cxnLst>
                  <a:rect l="f23" t="f30" r="f37" b="f29"/>
                  <a:pathLst>
                    <a:path w="21600" h="21600">
                      <a:moveTo>
                        <a:pt x="f7" y="f18"/>
                      </a:moveTo>
                      <a:lnTo>
                        <a:pt x="f19" y="f18"/>
                      </a:lnTo>
                      <a:lnTo>
                        <a:pt x="f19" y="f7"/>
                      </a:lnTo>
                      <a:lnTo>
                        <a:pt x="f8" y="f9"/>
                      </a:lnTo>
                      <a:lnTo>
                        <a:pt x="f19" y="f8"/>
                      </a:lnTo>
                      <a:lnTo>
                        <a:pt x="f19" y="f20"/>
                      </a:lnTo>
                      <a:lnTo>
                        <a:pt x="f7" y="f20"/>
                      </a:lnTo>
                      <a:close/>
                    </a:path>
                  </a:pathLst>
                </a:custGeom>
                <a:solidFill>
                  <a:srgbClr val="4A7DB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grpSp>
            <p:nvGrpSpPr>
              <p:cNvPr id="40" name="Groep 43">
                <a:extLst>
                  <a:ext uri="{FF2B5EF4-FFF2-40B4-BE49-F238E27FC236}">
                    <a16:creationId xmlns:a16="http://schemas.microsoft.com/office/drawing/2014/main" id="{C571CCE6-AAE4-83E9-0EB1-7FC8A3DFB515}"/>
                  </a:ext>
                </a:extLst>
              </p:cNvPr>
              <p:cNvGrpSpPr/>
              <p:nvPr/>
            </p:nvGrpSpPr>
            <p:grpSpPr>
              <a:xfrm>
                <a:off x="12558863" y="830869"/>
                <a:ext cx="139418" cy="109563"/>
                <a:chOff x="12558863" y="830869"/>
                <a:chExt cx="139418" cy="109563"/>
              </a:xfrm>
            </p:grpSpPr>
            <p:grpSp>
              <p:nvGrpSpPr>
                <p:cNvPr id="41" name="Groep 66">
                  <a:extLst>
                    <a:ext uri="{FF2B5EF4-FFF2-40B4-BE49-F238E27FC236}">
                      <a16:creationId xmlns:a16="http://schemas.microsoft.com/office/drawing/2014/main" id="{67D25F58-05D8-673D-4114-A4ACEC5B66EC}"/>
                    </a:ext>
                  </a:extLst>
                </p:cNvPr>
                <p:cNvGrpSpPr/>
                <p:nvPr/>
              </p:nvGrpSpPr>
              <p:grpSpPr>
                <a:xfrm>
                  <a:off x="12558863" y="830869"/>
                  <a:ext cx="139418" cy="109563"/>
                  <a:chOff x="12558863" y="830869"/>
                  <a:chExt cx="139418" cy="109563"/>
                </a:xfrm>
              </p:grpSpPr>
              <p:cxnSp>
                <p:nvCxnSpPr>
                  <p:cNvPr id="42" name="Rechte verbindingslijn 68">
                    <a:extLst>
                      <a:ext uri="{FF2B5EF4-FFF2-40B4-BE49-F238E27FC236}">
                        <a16:creationId xmlns:a16="http://schemas.microsoft.com/office/drawing/2014/main" id="{C474F874-0CC4-89B8-2461-159CD00BD610}"/>
                      </a:ext>
                    </a:extLst>
                  </p:cNvPr>
                  <p:cNvCxnSpPr/>
                  <p:nvPr/>
                </p:nvCxnSpPr>
                <p:spPr>
                  <a:xfrm>
                    <a:off x="12558863" y="830869"/>
                    <a:ext cx="139418" cy="0"/>
                  </a:xfrm>
                  <a:prstGeom prst="straightConnector1">
                    <a:avLst/>
                  </a:prstGeom>
                  <a:noFill/>
                  <a:ln w="12701" cap="flat">
                    <a:solidFill>
                      <a:srgbClr val="9D9FA1"/>
                    </a:solidFill>
                    <a:prstDash val="solid"/>
                  </a:ln>
                </p:spPr>
              </p:cxnSp>
              <p:cxnSp>
                <p:nvCxnSpPr>
                  <p:cNvPr id="43" name="Rechte verbindingslijn 69">
                    <a:extLst>
                      <a:ext uri="{FF2B5EF4-FFF2-40B4-BE49-F238E27FC236}">
                        <a16:creationId xmlns:a16="http://schemas.microsoft.com/office/drawing/2014/main" id="{32582247-674F-9031-7EF1-0CD8CAEEE43F}"/>
                      </a:ext>
                    </a:extLst>
                  </p:cNvPr>
                  <p:cNvCxnSpPr/>
                  <p:nvPr/>
                </p:nvCxnSpPr>
                <p:spPr>
                  <a:xfrm>
                    <a:off x="12558863" y="940432"/>
                    <a:ext cx="139418" cy="0"/>
                  </a:xfrm>
                  <a:prstGeom prst="straightConnector1">
                    <a:avLst/>
                  </a:prstGeom>
                  <a:noFill/>
                  <a:ln w="12701" cap="flat">
                    <a:solidFill>
                      <a:srgbClr val="9D9FA1"/>
                    </a:solidFill>
                    <a:prstDash val="solid"/>
                  </a:ln>
                </p:spPr>
              </p:cxnSp>
              <p:cxnSp>
                <p:nvCxnSpPr>
                  <p:cNvPr id="44" name="Rechte verbindingslijn 70">
                    <a:extLst>
                      <a:ext uri="{FF2B5EF4-FFF2-40B4-BE49-F238E27FC236}">
                        <a16:creationId xmlns:a16="http://schemas.microsoft.com/office/drawing/2014/main" id="{5344CA0E-D007-025E-6BB1-22A1E61E72AF}"/>
                      </a:ext>
                    </a:extLst>
                  </p:cNvPr>
                  <p:cNvCxnSpPr/>
                  <p:nvPr/>
                </p:nvCxnSpPr>
                <p:spPr>
                  <a:xfrm>
                    <a:off x="12635517" y="913046"/>
                    <a:ext cx="62764" cy="0"/>
                  </a:xfrm>
                  <a:prstGeom prst="straightConnector1">
                    <a:avLst/>
                  </a:prstGeom>
                  <a:noFill/>
                  <a:ln w="12701" cap="flat">
                    <a:solidFill>
                      <a:srgbClr val="9D9FA1"/>
                    </a:solidFill>
                    <a:prstDash val="solid"/>
                  </a:ln>
                </p:spPr>
              </p:cxnSp>
              <p:cxnSp>
                <p:nvCxnSpPr>
                  <p:cNvPr id="45" name="Rechte verbindingslijn 71">
                    <a:extLst>
                      <a:ext uri="{FF2B5EF4-FFF2-40B4-BE49-F238E27FC236}">
                        <a16:creationId xmlns:a16="http://schemas.microsoft.com/office/drawing/2014/main" id="{9AB65CCF-A82D-9E9D-522A-F8F87C6DE914}"/>
                      </a:ext>
                    </a:extLst>
                  </p:cNvPr>
                  <p:cNvCxnSpPr/>
                  <p:nvPr/>
                </p:nvCxnSpPr>
                <p:spPr>
                  <a:xfrm>
                    <a:off x="12635517" y="885651"/>
                    <a:ext cx="62764" cy="0"/>
                  </a:xfrm>
                  <a:prstGeom prst="straightConnector1">
                    <a:avLst/>
                  </a:prstGeom>
                  <a:noFill/>
                  <a:ln w="12701" cap="flat">
                    <a:solidFill>
                      <a:srgbClr val="9D9FA1"/>
                    </a:solidFill>
                    <a:prstDash val="solid"/>
                  </a:ln>
                </p:spPr>
              </p:cxnSp>
              <p:cxnSp>
                <p:nvCxnSpPr>
                  <p:cNvPr id="46" name="Rechte verbindingslijn 72">
                    <a:extLst>
                      <a:ext uri="{FF2B5EF4-FFF2-40B4-BE49-F238E27FC236}">
                        <a16:creationId xmlns:a16="http://schemas.microsoft.com/office/drawing/2014/main" id="{C257164A-1CB8-60B9-251D-32DE2AE4AE9B}"/>
                      </a:ext>
                    </a:extLst>
                  </p:cNvPr>
                  <p:cNvCxnSpPr/>
                  <p:nvPr/>
                </p:nvCxnSpPr>
                <p:spPr>
                  <a:xfrm>
                    <a:off x="12635517" y="858264"/>
                    <a:ext cx="62764" cy="0"/>
                  </a:xfrm>
                  <a:prstGeom prst="straightConnector1">
                    <a:avLst/>
                  </a:prstGeom>
                  <a:noFill/>
                  <a:ln w="12701" cap="flat">
                    <a:solidFill>
                      <a:srgbClr val="9D9FA1"/>
                    </a:solidFill>
                    <a:prstDash val="solid"/>
                  </a:ln>
                </p:spPr>
              </p:cxnSp>
            </p:grpSp>
            <p:sp>
              <p:nvSpPr>
                <p:cNvPr id="47" name="Pijl: rechts 67">
                  <a:extLst>
                    <a:ext uri="{FF2B5EF4-FFF2-40B4-BE49-F238E27FC236}">
                      <a16:creationId xmlns:a16="http://schemas.microsoft.com/office/drawing/2014/main" id="{DB532E68-2FB9-5495-7A7A-1D44FE210BBB}"/>
                    </a:ext>
                  </a:extLst>
                </p:cNvPr>
                <p:cNvSpPr/>
                <p:nvPr/>
              </p:nvSpPr>
              <p:spPr>
                <a:xfrm flipH="1">
                  <a:off x="12558863" y="857039"/>
                  <a:ext cx="58411" cy="56116"/>
                </a:xfrm>
                <a:custGeom>
                  <a:avLst>
                    <a:gd name="f0" fmla="val 8396"/>
                    <a:gd name="f1" fmla="val 8064"/>
                  </a:avLst>
                  <a:gdLst>
                    <a:gd name="f2" fmla="val 10800000"/>
                    <a:gd name="f3" fmla="val 5400000"/>
                    <a:gd name="f4" fmla="val 180"/>
                    <a:gd name="f5" fmla="val w"/>
                    <a:gd name="f6" fmla="val h"/>
                    <a:gd name="f7" fmla="val 0"/>
                    <a:gd name="f8" fmla="val 21600"/>
                    <a:gd name="f9" fmla="val 10800"/>
                    <a:gd name="f10" fmla="+- 0 0 0"/>
                    <a:gd name="f11" fmla="+- 0 0 180"/>
                    <a:gd name="f12" fmla="*/ f5 1 21600"/>
                    <a:gd name="f13" fmla="*/ f6 1 21600"/>
                    <a:gd name="f14" fmla="pin 0 f0 21600"/>
                    <a:gd name="f15" fmla="pin 0 f1 10800"/>
                    <a:gd name="f16" fmla="*/ f10 f2 1"/>
                    <a:gd name="f17" fmla="*/ f11 f2 1"/>
                    <a:gd name="f18" fmla="val f15"/>
                    <a:gd name="f19" fmla="val f14"/>
                    <a:gd name="f20" fmla="+- 21600 0 f15"/>
                    <a:gd name="f21" fmla="*/ f14 f12 1"/>
                    <a:gd name="f22" fmla="*/ f15 f13 1"/>
                    <a:gd name="f23" fmla="*/ 0 f12 1"/>
                    <a:gd name="f24" fmla="*/ 0 f13 1"/>
                    <a:gd name="f25" fmla="*/ f16 1 f4"/>
                    <a:gd name="f26" fmla="*/ 21600 f13 1"/>
                    <a:gd name="f27" fmla="*/ f17 1 f4"/>
                    <a:gd name="f28" fmla="+- 21600 0 f19"/>
                    <a:gd name="f29" fmla="*/ f20 f13 1"/>
                    <a:gd name="f30" fmla="*/ f18 f13 1"/>
                    <a:gd name="f31" fmla="*/ f19 f12 1"/>
                    <a:gd name="f32" fmla="+- f25 0 f3"/>
                    <a:gd name="f33" fmla="+- f27 0 f3"/>
                    <a:gd name="f34" fmla="*/ f28 f18 1"/>
                    <a:gd name="f35" fmla="*/ f34 1 10800"/>
                    <a:gd name="f36" fmla="+- f19 f35 0"/>
                    <a:gd name="f37" fmla="*/ f36 f12 1"/>
                  </a:gdLst>
                  <a:ahLst>
                    <a:ahXY gdRefX="f0" minX="f7" maxX="f8" gdRefY="f1" minY="f7" maxY="f9">
                      <a:pos x="f21" y="f22"/>
                    </a:ahXY>
                  </a:ahLst>
                  <a:cxnLst>
                    <a:cxn ang="3cd4">
                      <a:pos x="hc" y="t"/>
                    </a:cxn>
                    <a:cxn ang="0">
                      <a:pos x="r" y="vc"/>
                    </a:cxn>
                    <a:cxn ang="cd4">
                      <a:pos x="hc" y="b"/>
                    </a:cxn>
                    <a:cxn ang="cd2">
                      <a:pos x="l" y="vc"/>
                    </a:cxn>
                    <a:cxn ang="f32">
                      <a:pos x="f31" y="f24"/>
                    </a:cxn>
                    <a:cxn ang="f33">
                      <a:pos x="f31" y="f26"/>
                    </a:cxn>
                  </a:cxnLst>
                  <a:rect l="f23" t="f30" r="f37" b="f29"/>
                  <a:pathLst>
                    <a:path w="21600" h="21600">
                      <a:moveTo>
                        <a:pt x="f7" y="f18"/>
                      </a:moveTo>
                      <a:lnTo>
                        <a:pt x="f19" y="f18"/>
                      </a:lnTo>
                      <a:lnTo>
                        <a:pt x="f19" y="f7"/>
                      </a:lnTo>
                      <a:lnTo>
                        <a:pt x="f8" y="f9"/>
                      </a:lnTo>
                      <a:lnTo>
                        <a:pt x="f19" y="f8"/>
                      </a:lnTo>
                      <a:lnTo>
                        <a:pt x="f19" y="f20"/>
                      </a:lnTo>
                      <a:lnTo>
                        <a:pt x="f7" y="f20"/>
                      </a:lnTo>
                      <a:close/>
                    </a:path>
                  </a:pathLst>
                </a:custGeom>
                <a:solidFill>
                  <a:srgbClr val="4A7DB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cxnSp>
            <p:nvCxnSpPr>
              <p:cNvPr id="48" name="Rechte verbindingslijn 44">
                <a:extLst>
                  <a:ext uri="{FF2B5EF4-FFF2-40B4-BE49-F238E27FC236}">
                    <a16:creationId xmlns:a16="http://schemas.microsoft.com/office/drawing/2014/main" id="{1C28E9DC-33FC-82AA-A702-BDEB03E3A803}"/>
                  </a:ext>
                </a:extLst>
              </p:cNvPr>
              <p:cNvCxnSpPr/>
              <p:nvPr/>
            </p:nvCxnSpPr>
            <p:spPr>
              <a:xfrm flipV="1">
                <a:off x="12704079" y="588169"/>
                <a:ext cx="547680" cy="219072"/>
              </a:xfrm>
              <a:prstGeom prst="straightConnector1">
                <a:avLst/>
              </a:prstGeom>
              <a:noFill/>
              <a:ln w="19046" cap="rnd">
                <a:solidFill>
                  <a:srgbClr val="00A6D6"/>
                </a:solidFill>
                <a:prstDash val="solid"/>
                <a:headEnd type="arrow"/>
              </a:ln>
            </p:spPr>
          </p:cxnSp>
          <p:cxnSp>
            <p:nvCxnSpPr>
              <p:cNvPr id="49" name="Rechte verbindingslijn 45">
                <a:extLst>
                  <a:ext uri="{FF2B5EF4-FFF2-40B4-BE49-F238E27FC236}">
                    <a16:creationId xmlns:a16="http://schemas.microsoft.com/office/drawing/2014/main" id="{DDEF0D36-8C01-557F-D149-4BD1428F359B}"/>
                  </a:ext>
                </a:extLst>
              </p:cNvPr>
              <p:cNvCxnSpPr/>
              <p:nvPr/>
            </p:nvCxnSpPr>
            <p:spPr>
              <a:xfrm>
                <a:off x="12939820" y="828675"/>
                <a:ext cx="319089" cy="0"/>
              </a:xfrm>
              <a:prstGeom prst="straightConnector1">
                <a:avLst/>
              </a:prstGeom>
              <a:noFill/>
              <a:ln w="19046" cap="rnd">
                <a:solidFill>
                  <a:srgbClr val="00A6D6"/>
                </a:solidFill>
                <a:prstDash val="solid"/>
                <a:headEnd type="arrow"/>
              </a:ln>
            </p:spPr>
          </p:cxnSp>
          <p:sp>
            <p:nvSpPr>
              <p:cNvPr id="50" name="Rechthoek 46">
                <a:extLst>
                  <a:ext uri="{FF2B5EF4-FFF2-40B4-BE49-F238E27FC236}">
                    <a16:creationId xmlns:a16="http://schemas.microsoft.com/office/drawing/2014/main" id="{7F0B5C19-9B0D-BC76-8520-AF6698C8DF77}"/>
                  </a:ext>
                </a:extLst>
              </p:cNvPr>
              <p:cNvSpPr/>
              <p:nvPr/>
            </p:nvSpPr>
            <p:spPr>
              <a:xfrm>
                <a:off x="13604132" y="512182"/>
                <a:ext cx="2189046" cy="151086"/>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100" b="0" i="0" u="none" strike="noStrike" kern="0" cap="none" spc="0" baseline="0">
                    <a:solidFill>
                      <a:srgbClr val="000000"/>
                    </a:solidFill>
                    <a:uFillTx/>
                    <a:latin typeface="Calibri" pitchFamily="34"/>
                    <a:cs typeface="Calibri" pitchFamily="34"/>
                  </a:rPr>
                  <a:t>Text level down</a:t>
                </a:r>
              </a:p>
            </p:txBody>
          </p:sp>
          <p:sp>
            <p:nvSpPr>
              <p:cNvPr id="51" name="Rechthoek 47">
                <a:extLst>
                  <a:ext uri="{FF2B5EF4-FFF2-40B4-BE49-F238E27FC236}">
                    <a16:creationId xmlns:a16="http://schemas.microsoft.com/office/drawing/2014/main" id="{2E0D328C-68AE-5A18-09FC-5512FD1C4ED9}"/>
                  </a:ext>
                </a:extLst>
              </p:cNvPr>
              <p:cNvSpPr/>
              <p:nvPr/>
            </p:nvSpPr>
            <p:spPr>
              <a:xfrm>
                <a:off x="13604132" y="819558"/>
                <a:ext cx="2189046" cy="142198"/>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100" b="0" i="0" u="none" strike="noStrike" kern="0" cap="none" spc="0" baseline="0">
                    <a:solidFill>
                      <a:srgbClr val="000000"/>
                    </a:solidFill>
                    <a:uFillTx/>
                    <a:latin typeface="Calibri" pitchFamily="34"/>
                    <a:cs typeface="Calibri" pitchFamily="34"/>
                  </a:rPr>
                  <a:t>Text level up</a:t>
                </a:r>
              </a:p>
            </p:txBody>
          </p:sp>
          <p:grpSp>
            <p:nvGrpSpPr>
              <p:cNvPr id="52" name="Groep 48">
                <a:extLst>
                  <a:ext uri="{FF2B5EF4-FFF2-40B4-BE49-F238E27FC236}">
                    <a16:creationId xmlns:a16="http://schemas.microsoft.com/office/drawing/2014/main" id="{16429CF5-B861-61C0-43EA-53F98D42CE69}"/>
                  </a:ext>
                </a:extLst>
              </p:cNvPr>
              <p:cNvGrpSpPr/>
              <p:nvPr/>
            </p:nvGrpSpPr>
            <p:grpSpPr>
              <a:xfrm>
                <a:off x="13247269" y="769165"/>
                <a:ext cx="268742" cy="248378"/>
                <a:chOff x="13247269" y="769165"/>
                <a:chExt cx="268742" cy="248378"/>
              </a:xfrm>
            </p:grpSpPr>
            <p:sp>
              <p:nvSpPr>
                <p:cNvPr id="53" name="Rechthoek 58">
                  <a:extLst>
                    <a:ext uri="{FF2B5EF4-FFF2-40B4-BE49-F238E27FC236}">
                      <a16:creationId xmlns:a16="http://schemas.microsoft.com/office/drawing/2014/main" id="{2215871A-905E-AD45-36F2-0A9F49D58531}"/>
                    </a:ext>
                  </a:extLst>
                </p:cNvPr>
                <p:cNvSpPr/>
                <p:nvPr/>
              </p:nvSpPr>
              <p:spPr>
                <a:xfrm>
                  <a:off x="13247269" y="769165"/>
                  <a:ext cx="268742" cy="248378"/>
                </a:xfrm>
                <a:prstGeom prst="rect">
                  <a:avLst/>
                </a:prstGeom>
                <a:solidFill>
                  <a:srgbClr val="FFFFFF"/>
                </a:solidFill>
                <a:ln w="3172" cap="flat">
                  <a:solidFill>
                    <a:srgbClr val="DADADA"/>
                  </a:solidFill>
                  <a:prstDash val="solid"/>
                  <a:miter/>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50" b="0" i="0" u="none" strike="noStrike" kern="1200" cap="none" spc="0" baseline="0">
                    <a:solidFill>
                      <a:srgbClr val="211F26"/>
                    </a:solidFill>
                    <a:uFillTx/>
                    <a:latin typeface="Calibri" pitchFamily="34"/>
                    <a:cs typeface="Calibri" pitchFamily="34"/>
                  </a:endParaRPr>
                </a:p>
              </p:txBody>
            </p:sp>
            <p:grpSp>
              <p:nvGrpSpPr>
                <p:cNvPr id="54" name="Groep 59">
                  <a:extLst>
                    <a:ext uri="{FF2B5EF4-FFF2-40B4-BE49-F238E27FC236}">
                      <a16:creationId xmlns:a16="http://schemas.microsoft.com/office/drawing/2014/main" id="{A559DF88-8E4C-0D1D-80A2-71C9054D92AB}"/>
                    </a:ext>
                  </a:extLst>
                </p:cNvPr>
                <p:cNvGrpSpPr/>
                <p:nvPr/>
              </p:nvGrpSpPr>
              <p:grpSpPr>
                <a:xfrm>
                  <a:off x="13297287" y="827074"/>
                  <a:ext cx="168697" cy="132570"/>
                  <a:chOff x="13297287" y="827074"/>
                  <a:chExt cx="168697" cy="132570"/>
                </a:xfrm>
              </p:grpSpPr>
              <p:cxnSp>
                <p:nvCxnSpPr>
                  <p:cNvPr id="55" name="Rechte verbindingslijn 61">
                    <a:extLst>
                      <a:ext uri="{FF2B5EF4-FFF2-40B4-BE49-F238E27FC236}">
                        <a16:creationId xmlns:a16="http://schemas.microsoft.com/office/drawing/2014/main" id="{9BCDD494-60D3-FA82-452F-2CDA3D8F9E5F}"/>
                      </a:ext>
                    </a:extLst>
                  </p:cNvPr>
                  <p:cNvCxnSpPr/>
                  <p:nvPr/>
                </p:nvCxnSpPr>
                <p:spPr>
                  <a:xfrm>
                    <a:off x="13297287" y="827074"/>
                    <a:ext cx="168697" cy="0"/>
                  </a:xfrm>
                  <a:prstGeom prst="straightConnector1">
                    <a:avLst/>
                  </a:prstGeom>
                  <a:noFill/>
                  <a:ln w="12701" cap="flat">
                    <a:solidFill>
                      <a:srgbClr val="9D9FA1"/>
                    </a:solidFill>
                    <a:prstDash val="solid"/>
                  </a:ln>
                </p:spPr>
              </p:cxnSp>
              <p:cxnSp>
                <p:nvCxnSpPr>
                  <p:cNvPr id="56" name="Rechte verbindingslijn 62">
                    <a:extLst>
                      <a:ext uri="{FF2B5EF4-FFF2-40B4-BE49-F238E27FC236}">
                        <a16:creationId xmlns:a16="http://schemas.microsoft.com/office/drawing/2014/main" id="{C92E263D-2956-100D-5338-AFE0819D8E64}"/>
                      </a:ext>
                    </a:extLst>
                  </p:cNvPr>
                  <p:cNvCxnSpPr/>
                  <p:nvPr/>
                </p:nvCxnSpPr>
                <p:spPr>
                  <a:xfrm>
                    <a:off x="13297287" y="959644"/>
                    <a:ext cx="168697" cy="0"/>
                  </a:xfrm>
                  <a:prstGeom prst="straightConnector1">
                    <a:avLst/>
                  </a:prstGeom>
                  <a:noFill/>
                  <a:ln w="12701" cap="flat">
                    <a:solidFill>
                      <a:srgbClr val="9D9FA1"/>
                    </a:solidFill>
                    <a:prstDash val="solid"/>
                  </a:ln>
                </p:spPr>
              </p:cxnSp>
              <p:cxnSp>
                <p:nvCxnSpPr>
                  <p:cNvPr id="57" name="Rechte verbindingslijn 63">
                    <a:extLst>
                      <a:ext uri="{FF2B5EF4-FFF2-40B4-BE49-F238E27FC236}">
                        <a16:creationId xmlns:a16="http://schemas.microsoft.com/office/drawing/2014/main" id="{5651986A-344B-A53C-38ED-E1E3FEBDBC4D}"/>
                      </a:ext>
                    </a:extLst>
                  </p:cNvPr>
                  <p:cNvCxnSpPr/>
                  <p:nvPr/>
                </p:nvCxnSpPr>
                <p:spPr>
                  <a:xfrm>
                    <a:off x="13390043" y="926506"/>
                    <a:ext cx="75941" cy="0"/>
                  </a:xfrm>
                  <a:prstGeom prst="straightConnector1">
                    <a:avLst/>
                  </a:prstGeom>
                  <a:noFill/>
                  <a:ln w="12701" cap="flat">
                    <a:solidFill>
                      <a:srgbClr val="9D9FA1"/>
                    </a:solidFill>
                    <a:prstDash val="solid"/>
                  </a:ln>
                </p:spPr>
              </p:cxnSp>
              <p:cxnSp>
                <p:nvCxnSpPr>
                  <p:cNvPr id="58" name="Rechte verbindingslijn 64">
                    <a:extLst>
                      <a:ext uri="{FF2B5EF4-FFF2-40B4-BE49-F238E27FC236}">
                        <a16:creationId xmlns:a16="http://schemas.microsoft.com/office/drawing/2014/main" id="{DDEF643F-5667-E892-099C-89BC5AF8119A}"/>
                      </a:ext>
                    </a:extLst>
                  </p:cNvPr>
                  <p:cNvCxnSpPr/>
                  <p:nvPr/>
                </p:nvCxnSpPr>
                <p:spPr>
                  <a:xfrm>
                    <a:off x="13390043" y="893359"/>
                    <a:ext cx="75941" cy="0"/>
                  </a:xfrm>
                  <a:prstGeom prst="straightConnector1">
                    <a:avLst/>
                  </a:prstGeom>
                  <a:noFill/>
                  <a:ln w="12701" cap="flat">
                    <a:solidFill>
                      <a:srgbClr val="9D9FA1"/>
                    </a:solidFill>
                    <a:prstDash val="solid"/>
                  </a:ln>
                </p:spPr>
              </p:cxnSp>
              <p:cxnSp>
                <p:nvCxnSpPr>
                  <p:cNvPr id="59" name="Rechte verbindingslijn 65">
                    <a:extLst>
                      <a:ext uri="{FF2B5EF4-FFF2-40B4-BE49-F238E27FC236}">
                        <a16:creationId xmlns:a16="http://schemas.microsoft.com/office/drawing/2014/main" id="{EB4F8E55-D923-2962-7B66-99EF8209EDFB}"/>
                      </a:ext>
                    </a:extLst>
                  </p:cNvPr>
                  <p:cNvCxnSpPr/>
                  <p:nvPr/>
                </p:nvCxnSpPr>
                <p:spPr>
                  <a:xfrm>
                    <a:off x="13390043" y="860212"/>
                    <a:ext cx="75941" cy="0"/>
                  </a:xfrm>
                  <a:prstGeom prst="straightConnector1">
                    <a:avLst/>
                  </a:prstGeom>
                  <a:noFill/>
                  <a:ln w="12701" cap="flat">
                    <a:solidFill>
                      <a:srgbClr val="9D9FA1"/>
                    </a:solidFill>
                    <a:prstDash val="solid"/>
                  </a:ln>
                </p:spPr>
              </p:cxnSp>
            </p:grpSp>
            <p:sp>
              <p:nvSpPr>
                <p:cNvPr id="60" name="Pijl: rechts 60">
                  <a:extLst>
                    <a:ext uri="{FF2B5EF4-FFF2-40B4-BE49-F238E27FC236}">
                      <a16:creationId xmlns:a16="http://schemas.microsoft.com/office/drawing/2014/main" id="{A49F868A-2D04-F928-A748-18895494E1D6}"/>
                    </a:ext>
                  </a:extLst>
                </p:cNvPr>
                <p:cNvSpPr/>
                <p:nvPr/>
              </p:nvSpPr>
              <p:spPr>
                <a:xfrm>
                  <a:off x="13297287" y="858740"/>
                  <a:ext cx="70673" cy="67903"/>
                </a:xfrm>
                <a:custGeom>
                  <a:avLst>
                    <a:gd name="f0" fmla="val 8396"/>
                    <a:gd name="f1" fmla="val 8064"/>
                  </a:avLst>
                  <a:gdLst>
                    <a:gd name="f2" fmla="val 10800000"/>
                    <a:gd name="f3" fmla="val 5400000"/>
                    <a:gd name="f4" fmla="val 180"/>
                    <a:gd name="f5" fmla="val w"/>
                    <a:gd name="f6" fmla="val h"/>
                    <a:gd name="f7" fmla="val 0"/>
                    <a:gd name="f8" fmla="val 21600"/>
                    <a:gd name="f9" fmla="val 10800"/>
                    <a:gd name="f10" fmla="+- 0 0 0"/>
                    <a:gd name="f11" fmla="+- 0 0 180"/>
                    <a:gd name="f12" fmla="*/ f5 1 21600"/>
                    <a:gd name="f13" fmla="*/ f6 1 21600"/>
                    <a:gd name="f14" fmla="pin 0 f0 21600"/>
                    <a:gd name="f15" fmla="pin 0 f1 10800"/>
                    <a:gd name="f16" fmla="*/ f10 f2 1"/>
                    <a:gd name="f17" fmla="*/ f11 f2 1"/>
                    <a:gd name="f18" fmla="val f15"/>
                    <a:gd name="f19" fmla="val f14"/>
                    <a:gd name="f20" fmla="+- 21600 0 f15"/>
                    <a:gd name="f21" fmla="*/ f14 f12 1"/>
                    <a:gd name="f22" fmla="*/ f15 f13 1"/>
                    <a:gd name="f23" fmla="*/ 0 f12 1"/>
                    <a:gd name="f24" fmla="*/ 0 f13 1"/>
                    <a:gd name="f25" fmla="*/ f16 1 f4"/>
                    <a:gd name="f26" fmla="*/ 21600 f13 1"/>
                    <a:gd name="f27" fmla="*/ f17 1 f4"/>
                    <a:gd name="f28" fmla="+- 21600 0 f19"/>
                    <a:gd name="f29" fmla="*/ f20 f13 1"/>
                    <a:gd name="f30" fmla="*/ f18 f13 1"/>
                    <a:gd name="f31" fmla="*/ f19 f12 1"/>
                    <a:gd name="f32" fmla="+- f25 0 f3"/>
                    <a:gd name="f33" fmla="+- f27 0 f3"/>
                    <a:gd name="f34" fmla="*/ f28 f18 1"/>
                    <a:gd name="f35" fmla="*/ f34 1 10800"/>
                    <a:gd name="f36" fmla="+- f19 f35 0"/>
                    <a:gd name="f37" fmla="*/ f36 f12 1"/>
                  </a:gdLst>
                  <a:ahLst>
                    <a:ahXY gdRefX="f0" minX="f7" maxX="f8" gdRefY="f1" minY="f7" maxY="f9">
                      <a:pos x="f21" y="f22"/>
                    </a:ahXY>
                  </a:ahLst>
                  <a:cxnLst>
                    <a:cxn ang="3cd4">
                      <a:pos x="hc" y="t"/>
                    </a:cxn>
                    <a:cxn ang="0">
                      <a:pos x="r" y="vc"/>
                    </a:cxn>
                    <a:cxn ang="cd4">
                      <a:pos x="hc" y="b"/>
                    </a:cxn>
                    <a:cxn ang="cd2">
                      <a:pos x="l" y="vc"/>
                    </a:cxn>
                    <a:cxn ang="f32">
                      <a:pos x="f31" y="f24"/>
                    </a:cxn>
                    <a:cxn ang="f33">
                      <a:pos x="f31" y="f26"/>
                    </a:cxn>
                  </a:cxnLst>
                  <a:rect l="f23" t="f30" r="f37" b="f29"/>
                  <a:pathLst>
                    <a:path w="21600" h="21600">
                      <a:moveTo>
                        <a:pt x="f7" y="f18"/>
                      </a:moveTo>
                      <a:lnTo>
                        <a:pt x="f19" y="f18"/>
                      </a:lnTo>
                      <a:lnTo>
                        <a:pt x="f19" y="f7"/>
                      </a:lnTo>
                      <a:lnTo>
                        <a:pt x="f8" y="f9"/>
                      </a:lnTo>
                      <a:lnTo>
                        <a:pt x="f19" y="f8"/>
                      </a:lnTo>
                      <a:lnTo>
                        <a:pt x="f19" y="f20"/>
                      </a:lnTo>
                      <a:lnTo>
                        <a:pt x="f7" y="f20"/>
                      </a:lnTo>
                      <a:close/>
                    </a:path>
                  </a:pathLst>
                </a:custGeom>
                <a:solidFill>
                  <a:srgbClr val="4A7DB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grpSp>
            <p:nvGrpSpPr>
              <p:cNvPr id="61" name="Groep 49">
                <a:extLst>
                  <a:ext uri="{FF2B5EF4-FFF2-40B4-BE49-F238E27FC236}">
                    <a16:creationId xmlns:a16="http://schemas.microsoft.com/office/drawing/2014/main" id="{BB715A33-CAB6-E271-2524-6E29B3E55B79}"/>
                  </a:ext>
                </a:extLst>
              </p:cNvPr>
              <p:cNvGrpSpPr/>
              <p:nvPr/>
            </p:nvGrpSpPr>
            <p:grpSpPr>
              <a:xfrm>
                <a:off x="13247269" y="460171"/>
                <a:ext cx="268742" cy="248378"/>
                <a:chOff x="13247269" y="460171"/>
                <a:chExt cx="268742" cy="248378"/>
              </a:xfrm>
            </p:grpSpPr>
            <p:sp>
              <p:nvSpPr>
                <p:cNvPr id="62" name="Rechthoek 50">
                  <a:extLst>
                    <a:ext uri="{FF2B5EF4-FFF2-40B4-BE49-F238E27FC236}">
                      <a16:creationId xmlns:a16="http://schemas.microsoft.com/office/drawing/2014/main" id="{FD4AE2B0-9BEA-EA3F-AB6C-67136D14C03D}"/>
                    </a:ext>
                  </a:extLst>
                </p:cNvPr>
                <p:cNvSpPr/>
                <p:nvPr/>
              </p:nvSpPr>
              <p:spPr>
                <a:xfrm>
                  <a:off x="13247269" y="460171"/>
                  <a:ext cx="268742" cy="248378"/>
                </a:xfrm>
                <a:prstGeom prst="rect">
                  <a:avLst/>
                </a:prstGeom>
                <a:solidFill>
                  <a:srgbClr val="FFFFFF"/>
                </a:solidFill>
                <a:ln w="3172" cap="flat">
                  <a:solidFill>
                    <a:srgbClr val="DADADA"/>
                  </a:solidFill>
                  <a:prstDash val="solid"/>
                  <a:miter/>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50" b="0" i="0" u="none" strike="noStrike" kern="1200" cap="none" spc="0" baseline="0">
                    <a:solidFill>
                      <a:srgbClr val="211F26"/>
                    </a:solidFill>
                    <a:uFillTx/>
                    <a:latin typeface="Calibri" pitchFamily="34"/>
                    <a:cs typeface="Calibri" pitchFamily="34"/>
                  </a:endParaRPr>
                </a:p>
              </p:txBody>
            </p:sp>
            <p:grpSp>
              <p:nvGrpSpPr>
                <p:cNvPr id="63" name="Groep 51">
                  <a:extLst>
                    <a:ext uri="{FF2B5EF4-FFF2-40B4-BE49-F238E27FC236}">
                      <a16:creationId xmlns:a16="http://schemas.microsoft.com/office/drawing/2014/main" id="{E0B77D0D-FE4D-D3A0-3EC5-7CE2933B60E7}"/>
                    </a:ext>
                  </a:extLst>
                </p:cNvPr>
                <p:cNvGrpSpPr/>
                <p:nvPr/>
              </p:nvGrpSpPr>
              <p:grpSpPr>
                <a:xfrm>
                  <a:off x="13297287" y="518071"/>
                  <a:ext cx="168697" cy="132579"/>
                  <a:chOff x="13297287" y="518071"/>
                  <a:chExt cx="168697" cy="132579"/>
                </a:xfrm>
              </p:grpSpPr>
              <p:cxnSp>
                <p:nvCxnSpPr>
                  <p:cNvPr id="64" name="Rechte verbindingslijn 53">
                    <a:extLst>
                      <a:ext uri="{FF2B5EF4-FFF2-40B4-BE49-F238E27FC236}">
                        <a16:creationId xmlns:a16="http://schemas.microsoft.com/office/drawing/2014/main" id="{D54A1D05-EBDF-6A31-7125-A17374587DAC}"/>
                      </a:ext>
                    </a:extLst>
                  </p:cNvPr>
                  <p:cNvCxnSpPr/>
                  <p:nvPr/>
                </p:nvCxnSpPr>
                <p:spPr>
                  <a:xfrm>
                    <a:off x="13297287" y="518071"/>
                    <a:ext cx="168697" cy="0"/>
                  </a:xfrm>
                  <a:prstGeom prst="straightConnector1">
                    <a:avLst/>
                  </a:prstGeom>
                  <a:noFill/>
                  <a:ln w="12701" cap="flat">
                    <a:solidFill>
                      <a:srgbClr val="9D9FA1"/>
                    </a:solidFill>
                    <a:prstDash val="solid"/>
                  </a:ln>
                </p:spPr>
              </p:cxnSp>
              <p:cxnSp>
                <p:nvCxnSpPr>
                  <p:cNvPr id="65" name="Rechte verbindingslijn 54">
                    <a:extLst>
                      <a:ext uri="{FF2B5EF4-FFF2-40B4-BE49-F238E27FC236}">
                        <a16:creationId xmlns:a16="http://schemas.microsoft.com/office/drawing/2014/main" id="{1DCAF922-8D5A-4B63-A0B0-5A6404BB08A8}"/>
                      </a:ext>
                    </a:extLst>
                  </p:cNvPr>
                  <p:cNvCxnSpPr/>
                  <p:nvPr/>
                </p:nvCxnSpPr>
                <p:spPr>
                  <a:xfrm>
                    <a:off x="13297287" y="650650"/>
                    <a:ext cx="168697" cy="0"/>
                  </a:xfrm>
                  <a:prstGeom prst="straightConnector1">
                    <a:avLst/>
                  </a:prstGeom>
                  <a:noFill/>
                  <a:ln w="12701" cap="flat">
                    <a:solidFill>
                      <a:srgbClr val="9D9FA1"/>
                    </a:solidFill>
                    <a:prstDash val="solid"/>
                  </a:ln>
                </p:spPr>
              </p:cxnSp>
              <p:cxnSp>
                <p:nvCxnSpPr>
                  <p:cNvPr id="66" name="Rechte verbindingslijn 55">
                    <a:extLst>
                      <a:ext uri="{FF2B5EF4-FFF2-40B4-BE49-F238E27FC236}">
                        <a16:creationId xmlns:a16="http://schemas.microsoft.com/office/drawing/2014/main" id="{224AACAC-16CB-DDC9-784C-476614CAEE6A}"/>
                      </a:ext>
                    </a:extLst>
                  </p:cNvPr>
                  <p:cNvCxnSpPr/>
                  <p:nvPr/>
                </p:nvCxnSpPr>
                <p:spPr>
                  <a:xfrm>
                    <a:off x="13390043" y="617503"/>
                    <a:ext cx="75941" cy="0"/>
                  </a:xfrm>
                  <a:prstGeom prst="straightConnector1">
                    <a:avLst/>
                  </a:prstGeom>
                  <a:noFill/>
                  <a:ln w="12701" cap="flat">
                    <a:solidFill>
                      <a:srgbClr val="9D9FA1"/>
                    </a:solidFill>
                    <a:prstDash val="solid"/>
                  </a:ln>
                </p:spPr>
              </p:cxnSp>
              <p:cxnSp>
                <p:nvCxnSpPr>
                  <p:cNvPr id="67" name="Rechte verbindingslijn 56">
                    <a:extLst>
                      <a:ext uri="{FF2B5EF4-FFF2-40B4-BE49-F238E27FC236}">
                        <a16:creationId xmlns:a16="http://schemas.microsoft.com/office/drawing/2014/main" id="{B4627FEF-EB97-A6EA-4256-7F16C8DE4DC6}"/>
                      </a:ext>
                    </a:extLst>
                  </p:cNvPr>
                  <p:cNvCxnSpPr/>
                  <p:nvPr/>
                </p:nvCxnSpPr>
                <p:spPr>
                  <a:xfrm>
                    <a:off x="13390043" y="584365"/>
                    <a:ext cx="75941" cy="0"/>
                  </a:xfrm>
                  <a:prstGeom prst="straightConnector1">
                    <a:avLst/>
                  </a:prstGeom>
                  <a:noFill/>
                  <a:ln w="12701" cap="flat">
                    <a:solidFill>
                      <a:srgbClr val="9D9FA1"/>
                    </a:solidFill>
                    <a:prstDash val="solid"/>
                  </a:ln>
                </p:spPr>
              </p:cxnSp>
              <p:cxnSp>
                <p:nvCxnSpPr>
                  <p:cNvPr id="68" name="Rechte verbindingslijn 57">
                    <a:extLst>
                      <a:ext uri="{FF2B5EF4-FFF2-40B4-BE49-F238E27FC236}">
                        <a16:creationId xmlns:a16="http://schemas.microsoft.com/office/drawing/2014/main" id="{CCD6D0A1-45B9-4C68-7BFE-B83FA86010F3}"/>
                      </a:ext>
                    </a:extLst>
                  </p:cNvPr>
                  <p:cNvCxnSpPr/>
                  <p:nvPr/>
                </p:nvCxnSpPr>
                <p:spPr>
                  <a:xfrm>
                    <a:off x="13390043" y="551218"/>
                    <a:ext cx="75941" cy="0"/>
                  </a:xfrm>
                  <a:prstGeom prst="straightConnector1">
                    <a:avLst/>
                  </a:prstGeom>
                  <a:noFill/>
                  <a:ln w="12701" cap="flat">
                    <a:solidFill>
                      <a:srgbClr val="9D9FA1"/>
                    </a:solidFill>
                    <a:prstDash val="solid"/>
                  </a:ln>
                </p:spPr>
              </p:cxnSp>
            </p:grpSp>
            <p:sp>
              <p:nvSpPr>
                <p:cNvPr id="69" name="Pijl: rechts 52">
                  <a:extLst>
                    <a:ext uri="{FF2B5EF4-FFF2-40B4-BE49-F238E27FC236}">
                      <a16:creationId xmlns:a16="http://schemas.microsoft.com/office/drawing/2014/main" id="{1F16E45E-6B5E-6804-95D7-1E4E411EA41A}"/>
                    </a:ext>
                  </a:extLst>
                </p:cNvPr>
                <p:cNvSpPr/>
                <p:nvPr/>
              </p:nvSpPr>
              <p:spPr>
                <a:xfrm flipH="1">
                  <a:off x="13297287" y="549737"/>
                  <a:ext cx="70673" cy="67903"/>
                </a:xfrm>
                <a:custGeom>
                  <a:avLst>
                    <a:gd name="f0" fmla="val 8396"/>
                    <a:gd name="f1" fmla="val 8064"/>
                  </a:avLst>
                  <a:gdLst>
                    <a:gd name="f2" fmla="val 10800000"/>
                    <a:gd name="f3" fmla="val 5400000"/>
                    <a:gd name="f4" fmla="val 180"/>
                    <a:gd name="f5" fmla="val w"/>
                    <a:gd name="f6" fmla="val h"/>
                    <a:gd name="f7" fmla="val 0"/>
                    <a:gd name="f8" fmla="val 21600"/>
                    <a:gd name="f9" fmla="val 10800"/>
                    <a:gd name="f10" fmla="+- 0 0 0"/>
                    <a:gd name="f11" fmla="+- 0 0 180"/>
                    <a:gd name="f12" fmla="*/ f5 1 21600"/>
                    <a:gd name="f13" fmla="*/ f6 1 21600"/>
                    <a:gd name="f14" fmla="pin 0 f0 21600"/>
                    <a:gd name="f15" fmla="pin 0 f1 10800"/>
                    <a:gd name="f16" fmla="*/ f10 f2 1"/>
                    <a:gd name="f17" fmla="*/ f11 f2 1"/>
                    <a:gd name="f18" fmla="val f15"/>
                    <a:gd name="f19" fmla="val f14"/>
                    <a:gd name="f20" fmla="+- 21600 0 f15"/>
                    <a:gd name="f21" fmla="*/ f14 f12 1"/>
                    <a:gd name="f22" fmla="*/ f15 f13 1"/>
                    <a:gd name="f23" fmla="*/ 0 f12 1"/>
                    <a:gd name="f24" fmla="*/ 0 f13 1"/>
                    <a:gd name="f25" fmla="*/ f16 1 f4"/>
                    <a:gd name="f26" fmla="*/ 21600 f13 1"/>
                    <a:gd name="f27" fmla="*/ f17 1 f4"/>
                    <a:gd name="f28" fmla="+- 21600 0 f19"/>
                    <a:gd name="f29" fmla="*/ f20 f13 1"/>
                    <a:gd name="f30" fmla="*/ f18 f13 1"/>
                    <a:gd name="f31" fmla="*/ f19 f12 1"/>
                    <a:gd name="f32" fmla="+- f25 0 f3"/>
                    <a:gd name="f33" fmla="+- f27 0 f3"/>
                    <a:gd name="f34" fmla="*/ f28 f18 1"/>
                    <a:gd name="f35" fmla="*/ f34 1 10800"/>
                    <a:gd name="f36" fmla="+- f19 f35 0"/>
                    <a:gd name="f37" fmla="*/ f36 f12 1"/>
                  </a:gdLst>
                  <a:ahLst>
                    <a:ahXY gdRefX="f0" minX="f7" maxX="f8" gdRefY="f1" minY="f7" maxY="f9">
                      <a:pos x="f21" y="f22"/>
                    </a:ahXY>
                  </a:ahLst>
                  <a:cxnLst>
                    <a:cxn ang="3cd4">
                      <a:pos x="hc" y="t"/>
                    </a:cxn>
                    <a:cxn ang="0">
                      <a:pos x="r" y="vc"/>
                    </a:cxn>
                    <a:cxn ang="cd4">
                      <a:pos x="hc" y="b"/>
                    </a:cxn>
                    <a:cxn ang="cd2">
                      <a:pos x="l" y="vc"/>
                    </a:cxn>
                    <a:cxn ang="f32">
                      <a:pos x="f31" y="f24"/>
                    </a:cxn>
                    <a:cxn ang="f33">
                      <a:pos x="f31" y="f26"/>
                    </a:cxn>
                  </a:cxnLst>
                  <a:rect l="f23" t="f30" r="f37" b="f29"/>
                  <a:pathLst>
                    <a:path w="21600" h="21600">
                      <a:moveTo>
                        <a:pt x="f7" y="f18"/>
                      </a:moveTo>
                      <a:lnTo>
                        <a:pt x="f19" y="f18"/>
                      </a:lnTo>
                      <a:lnTo>
                        <a:pt x="f19" y="f7"/>
                      </a:lnTo>
                      <a:lnTo>
                        <a:pt x="f8" y="f9"/>
                      </a:lnTo>
                      <a:lnTo>
                        <a:pt x="f19" y="f8"/>
                      </a:lnTo>
                      <a:lnTo>
                        <a:pt x="f19" y="f20"/>
                      </a:lnTo>
                      <a:lnTo>
                        <a:pt x="f7" y="f20"/>
                      </a:lnTo>
                      <a:close/>
                    </a:path>
                  </a:pathLst>
                </a:custGeom>
                <a:solidFill>
                  <a:srgbClr val="4A7DB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grpSp>
        <p:grpSp>
          <p:nvGrpSpPr>
            <p:cNvPr id="70" name="Groep 34">
              <a:extLst>
                <a:ext uri="{FF2B5EF4-FFF2-40B4-BE49-F238E27FC236}">
                  <a16:creationId xmlns:a16="http://schemas.microsoft.com/office/drawing/2014/main" id="{2751727E-0707-2F47-06B8-5D31B8DD81CF}"/>
                </a:ext>
              </a:extLst>
            </p:cNvPr>
            <p:cNvGrpSpPr/>
            <p:nvPr/>
          </p:nvGrpSpPr>
          <p:grpSpPr>
            <a:xfrm>
              <a:off x="15225601" y="4663037"/>
              <a:ext cx="627799" cy="576684"/>
              <a:chOff x="15225601" y="4663037"/>
              <a:chExt cx="627799" cy="576684"/>
            </a:xfrm>
          </p:grpSpPr>
          <p:grpSp>
            <p:nvGrpSpPr>
              <p:cNvPr id="71" name="Inspireren">
                <a:extLst>
                  <a:ext uri="{FF2B5EF4-FFF2-40B4-BE49-F238E27FC236}">
                    <a16:creationId xmlns:a16="http://schemas.microsoft.com/office/drawing/2014/main" id="{43BE24B1-ECA5-C028-2F32-416B808F9096}"/>
                  </a:ext>
                </a:extLst>
              </p:cNvPr>
              <p:cNvGrpSpPr/>
              <p:nvPr/>
            </p:nvGrpSpPr>
            <p:grpSpPr>
              <a:xfrm>
                <a:off x="15447919" y="4663037"/>
                <a:ext cx="169776" cy="242380"/>
                <a:chOff x="15447919" y="4663037"/>
                <a:chExt cx="169776" cy="242380"/>
              </a:xfrm>
            </p:grpSpPr>
            <p:sp>
              <p:nvSpPr>
                <p:cNvPr id="72" name="Freeform 12">
                  <a:extLst>
                    <a:ext uri="{FF2B5EF4-FFF2-40B4-BE49-F238E27FC236}">
                      <a16:creationId xmlns:a16="http://schemas.microsoft.com/office/drawing/2014/main" id="{E052658A-708B-9890-2655-DD96E4A1A36A}"/>
                    </a:ext>
                  </a:extLst>
                </p:cNvPr>
                <p:cNvSpPr/>
                <p:nvPr/>
              </p:nvSpPr>
              <p:spPr>
                <a:xfrm>
                  <a:off x="15498119" y="4749869"/>
                  <a:ext cx="68726" cy="62051"/>
                </a:xfrm>
                <a:custGeom>
                  <a:avLst/>
                  <a:gdLst>
                    <a:gd name="f0" fmla="val 10800000"/>
                    <a:gd name="f1" fmla="val 5400000"/>
                    <a:gd name="f2" fmla="val 180"/>
                    <a:gd name="f3" fmla="val w"/>
                    <a:gd name="f4" fmla="val h"/>
                    <a:gd name="f5" fmla="val 0"/>
                    <a:gd name="f6" fmla="val 319"/>
                    <a:gd name="f7" fmla="val 288"/>
                    <a:gd name="f8" fmla="val 220"/>
                    <a:gd name="f9" fmla="val 107"/>
                    <a:gd name="f10" fmla="+- 0 0 -90"/>
                    <a:gd name="f11" fmla="*/ f3 1 319"/>
                    <a:gd name="f12" fmla="*/ f4 1 288"/>
                    <a:gd name="f13" fmla="val f5"/>
                    <a:gd name="f14" fmla="val f6"/>
                    <a:gd name="f15" fmla="val f7"/>
                    <a:gd name="f16" fmla="*/ f10 f0 1"/>
                    <a:gd name="f17" fmla="+- f15 0 f13"/>
                    <a:gd name="f18" fmla="+- f14 0 f13"/>
                    <a:gd name="f19" fmla="*/ f16 1 f2"/>
                    <a:gd name="f20" fmla="*/ f18 1 319"/>
                    <a:gd name="f21" fmla="*/ f17 1 288"/>
                    <a:gd name="f22" fmla="*/ 220 f18 1"/>
                    <a:gd name="f23" fmla="*/ 288 f17 1"/>
                    <a:gd name="f24" fmla="*/ 107 f18 1"/>
                    <a:gd name="f25" fmla="*/ 0 f18 1"/>
                    <a:gd name="f26" fmla="*/ 0 f17 1"/>
                    <a:gd name="f27" fmla="*/ 319 f18 1"/>
                    <a:gd name="f28" fmla="+- f19 0 f1"/>
                    <a:gd name="f29" fmla="*/ f22 1 319"/>
                    <a:gd name="f30" fmla="*/ f23 1 288"/>
                    <a:gd name="f31" fmla="*/ f24 1 319"/>
                    <a:gd name="f32" fmla="*/ f25 1 319"/>
                    <a:gd name="f33" fmla="*/ f26 1 288"/>
                    <a:gd name="f34" fmla="*/ f27 1 319"/>
                    <a:gd name="f35" fmla="*/ 0 1 f20"/>
                    <a:gd name="f36" fmla="*/ f14 1 f20"/>
                    <a:gd name="f37" fmla="*/ 0 1 f21"/>
                    <a:gd name="f38" fmla="*/ f15 1 f21"/>
                    <a:gd name="f39" fmla="*/ f29 1 f20"/>
                    <a:gd name="f40" fmla="*/ f30 1 f21"/>
                    <a:gd name="f41" fmla="*/ f31 1 f20"/>
                    <a:gd name="f42" fmla="*/ f32 1 f20"/>
                    <a:gd name="f43" fmla="*/ f33 1 f21"/>
                    <a:gd name="f44" fmla="*/ f34 1 f20"/>
                    <a:gd name="f45" fmla="*/ f35 f11 1"/>
                    <a:gd name="f46" fmla="*/ f36 f11 1"/>
                    <a:gd name="f47" fmla="*/ f38 f12 1"/>
                    <a:gd name="f48" fmla="*/ f37 f12 1"/>
                    <a:gd name="f49" fmla="*/ f39 f11 1"/>
                    <a:gd name="f50" fmla="*/ f40 f12 1"/>
                    <a:gd name="f51" fmla="*/ f41 f11 1"/>
                    <a:gd name="f52" fmla="*/ f42 f11 1"/>
                    <a:gd name="f53" fmla="*/ f43 f12 1"/>
                    <a:gd name="f54" fmla="*/ f44 f11 1"/>
                  </a:gdLst>
                  <a:ahLst/>
                  <a:cxnLst>
                    <a:cxn ang="3cd4">
                      <a:pos x="hc" y="t"/>
                    </a:cxn>
                    <a:cxn ang="0">
                      <a:pos x="r" y="vc"/>
                    </a:cxn>
                    <a:cxn ang="cd4">
                      <a:pos x="hc" y="b"/>
                    </a:cxn>
                    <a:cxn ang="cd2">
                      <a:pos x="l" y="vc"/>
                    </a:cxn>
                    <a:cxn ang="f28">
                      <a:pos x="f49" y="f50"/>
                    </a:cxn>
                    <a:cxn ang="f28">
                      <a:pos x="f51" y="f50"/>
                    </a:cxn>
                    <a:cxn ang="f28">
                      <a:pos x="f52" y="f53"/>
                    </a:cxn>
                    <a:cxn ang="f28">
                      <a:pos x="f54" y="f53"/>
                    </a:cxn>
                    <a:cxn ang="f28">
                      <a:pos x="f49" y="f50"/>
                    </a:cxn>
                  </a:cxnLst>
                  <a:rect l="f45" t="f48" r="f46" b="f47"/>
                  <a:pathLst>
                    <a:path w="319" h="288">
                      <a:moveTo>
                        <a:pt x="f8" y="f7"/>
                      </a:moveTo>
                      <a:lnTo>
                        <a:pt x="f9" y="f7"/>
                      </a:lnTo>
                      <a:lnTo>
                        <a:pt x="f5" y="f5"/>
                      </a:lnTo>
                      <a:lnTo>
                        <a:pt x="f6" y="f5"/>
                      </a:lnTo>
                      <a:lnTo>
                        <a:pt x="f8" y="f7"/>
                      </a:lnTo>
                      <a:close/>
                    </a:path>
                  </a:pathLst>
                </a:custGeom>
                <a:solidFill>
                  <a:srgbClr val="1FF524"/>
                </a:solidFill>
                <a:ln>
                  <a:noFill/>
                  <a:prstDash val="solid"/>
                </a:ln>
              </p:spPr>
              <p:txBody>
                <a:bodyPr vert="horz" wrap="square" lIns="91440" tIns="45720" rIns="91440" bIns="45720" anchor="t"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300" b="0" i="0" u="none" strike="noStrike" kern="0" cap="none" spc="0" baseline="0">
                    <a:solidFill>
                      <a:srgbClr val="211F26"/>
                    </a:solidFill>
                    <a:uFillTx/>
                    <a:latin typeface="Arial"/>
                  </a:endParaRPr>
                </a:p>
              </p:txBody>
            </p:sp>
            <p:sp>
              <p:nvSpPr>
                <p:cNvPr id="73" name="Freeform 13">
                  <a:extLst>
                    <a:ext uri="{FF2B5EF4-FFF2-40B4-BE49-F238E27FC236}">
                      <a16:creationId xmlns:a16="http://schemas.microsoft.com/office/drawing/2014/main" id="{A4E5FD8A-B515-C1B4-456A-EA255C5C1730}"/>
                    </a:ext>
                  </a:extLst>
                </p:cNvPr>
                <p:cNvSpPr/>
                <p:nvPr/>
              </p:nvSpPr>
              <p:spPr>
                <a:xfrm>
                  <a:off x="15502637" y="4881286"/>
                  <a:ext cx="60761" cy="24131"/>
                </a:xfrm>
                <a:custGeom>
                  <a:avLst/>
                  <a:gdLst>
                    <a:gd name="f0" fmla="val 10800000"/>
                    <a:gd name="f1" fmla="val 5400000"/>
                    <a:gd name="f2" fmla="val 180"/>
                    <a:gd name="f3" fmla="val w"/>
                    <a:gd name="f4" fmla="val h"/>
                    <a:gd name="f5" fmla="val 0"/>
                    <a:gd name="f6" fmla="val 251"/>
                    <a:gd name="f7" fmla="val 100"/>
                    <a:gd name="f8" fmla="val 229"/>
                    <a:gd name="f9" fmla="val 70"/>
                    <a:gd name="f10" fmla="val 69"/>
                    <a:gd name="f11" fmla="val 22"/>
                    <a:gd name="f12" fmla="val 27"/>
                    <a:gd name="f13" fmla="val 87"/>
                    <a:gd name="f14" fmla="val 44"/>
                    <a:gd name="f15" fmla="val 63"/>
                    <a:gd name="f16" fmla="val 188"/>
                    <a:gd name="f17" fmla="val 207"/>
                    <a:gd name="f18" fmla="val 223"/>
                    <a:gd name="f19" fmla="val 88"/>
                    <a:gd name="f20" fmla="val 71"/>
                    <a:gd name="f21" fmla="+- 0 0 -90"/>
                    <a:gd name="f22" fmla="*/ f3 1 251"/>
                    <a:gd name="f23" fmla="*/ f4 1 100"/>
                    <a:gd name="f24" fmla="val f5"/>
                    <a:gd name="f25" fmla="val f6"/>
                    <a:gd name="f26" fmla="val f7"/>
                    <a:gd name="f27" fmla="*/ f21 f0 1"/>
                    <a:gd name="f28" fmla="+- f26 0 f24"/>
                    <a:gd name="f29" fmla="+- f25 0 f24"/>
                    <a:gd name="f30" fmla="*/ f27 1 f2"/>
                    <a:gd name="f31" fmla="*/ f29 1 251"/>
                    <a:gd name="f32" fmla="*/ f28 1 100"/>
                    <a:gd name="f33" fmla="*/ 229 f29 1"/>
                    <a:gd name="f34" fmla="*/ 70 f28 1"/>
                    <a:gd name="f35" fmla="*/ 69 f28 1"/>
                    <a:gd name="f36" fmla="*/ 251 f29 1"/>
                    <a:gd name="f37" fmla="*/ 0 f28 1"/>
                    <a:gd name="f38" fmla="*/ 0 f29 1"/>
                    <a:gd name="f39" fmla="*/ 22 f29 1"/>
                    <a:gd name="f40" fmla="*/ 63 f29 1"/>
                    <a:gd name="f41" fmla="*/ 100 f28 1"/>
                    <a:gd name="f42" fmla="*/ 188 f29 1"/>
                    <a:gd name="f43" fmla="*/ 71 f28 1"/>
                    <a:gd name="f44" fmla="+- f30 0 f1"/>
                    <a:gd name="f45" fmla="*/ f33 1 251"/>
                    <a:gd name="f46" fmla="*/ f34 1 100"/>
                    <a:gd name="f47" fmla="*/ f35 1 100"/>
                    <a:gd name="f48" fmla="*/ f36 1 251"/>
                    <a:gd name="f49" fmla="*/ f37 1 100"/>
                    <a:gd name="f50" fmla="*/ f38 1 251"/>
                    <a:gd name="f51" fmla="*/ f39 1 251"/>
                    <a:gd name="f52" fmla="*/ f40 1 251"/>
                    <a:gd name="f53" fmla="*/ f41 1 100"/>
                    <a:gd name="f54" fmla="*/ f42 1 251"/>
                    <a:gd name="f55" fmla="*/ f43 1 100"/>
                    <a:gd name="f56" fmla="*/ 0 1 f31"/>
                    <a:gd name="f57" fmla="*/ f25 1 f31"/>
                    <a:gd name="f58" fmla="*/ 0 1 f32"/>
                    <a:gd name="f59" fmla="*/ f26 1 f32"/>
                    <a:gd name="f60" fmla="*/ f45 1 f31"/>
                    <a:gd name="f61" fmla="*/ f46 1 f32"/>
                    <a:gd name="f62" fmla="*/ f47 1 f32"/>
                    <a:gd name="f63" fmla="*/ f48 1 f31"/>
                    <a:gd name="f64" fmla="*/ f49 1 f32"/>
                    <a:gd name="f65" fmla="*/ f50 1 f31"/>
                    <a:gd name="f66" fmla="*/ f51 1 f31"/>
                    <a:gd name="f67" fmla="*/ f52 1 f31"/>
                    <a:gd name="f68" fmla="*/ f53 1 f32"/>
                    <a:gd name="f69" fmla="*/ f54 1 f31"/>
                    <a:gd name="f70" fmla="*/ f55 1 f32"/>
                    <a:gd name="f71" fmla="*/ f56 f22 1"/>
                    <a:gd name="f72" fmla="*/ f57 f22 1"/>
                    <a:gd name="f73" fmla="*/ f59 f23 1"/>
                    <a:gd name="f74" fmla="*/ f58 f23 1"/>
                    <a:gd name="f75" fmla="*/ f60 f22 1"/>
                    <a:gd name="f76" fmla="*/ f61 f23 1"/>
                    <a:gd name="f77" fmla="*/ f62 f23 1"/>
                    <a:gd name="f78" fmla="*/ f63 f22 1"/>
                    <a:gd name="f79" fmla="*/ f64 f23 1"/>
                    <a:gd name="f80" fmla="*/ f65 f22 1"/>
                    <a:gd name="f81" fmla="*/ f66 f22 1"/>
                    <a:gd name="f82" fmla="*/ f67 f22 1"/>
                    <a:gd name="f83" fmla="*/ f68 f23 1"/>
                    <a:gd name="f84" fmla="*/ f69 f22 1"/>
                    <a:gd name="f85" fmla="*/ f70 f23 1"/>
                  </a:gdLst>
                  <a:ahLst/>
                  <a:cxnLst>
                    <a:cxn ang="3cd4">
                      <a:pos x="hc" y="t"/>
                    </a:cxn>
                    <a:cxn ang="0">
                      <a:pos x="r" y="vc"/>
                    </a:cxn>
                    <a:cxn ang="cd4">
                      <a:pos x="hc" y="b"/>
                    </a:cxn>
                    <a:cxn ang="cd2">
                      <a:pos x="l" y="vc"/>
                    </a:cxn>
                    <a:cxn ang="f44">
                      <a:pos x="f75" y="f76"/>
                    </a:cxn>
                    <a:cxn ang="f44">
                      <a:pos x="f75" y="f77"/>
                    </a:cxn>
                    <a:cxn ang="f44">
                      <a:pos x="f78" y="f79"/>
                    </a:cxn>
                    <a:cxn ang="f44">
                      <a:pos x="f80" y="f79"/>
                    </a:cxn>
                    <a:cxn ang="f44">
                      <a:pos x="f81" y="f77"/>
                    </a:cxn>
                    <a:cxn ang="f44">
                      <a:pos x="f82" y="f83"/>
                    </a:cxn>
                    <a:cxn ang="f44">
                      <a:pos x="f84" y="f83"/>
                    </a:cxn>
                    <a:cxn ang="f44">
                      <a:pos x="f75" y="f85"/>
                    </a:cxn>
                    <a:cxn ang="f44">
                      <a:pos x="f75" y="f85"/>
                    </a:cxn>
                    <a:cxn ang="f44">
                      <a:pos x="f75" y="f76"/>
                    </a:cxn>
                  </a:cxnLst>
                  <a:rect l="f71" t="f74" r="f72" b="f73"/>
                  <a:pathLst>
                    <a:path w="251" h="100">
                      <a:moveTo>
                        <a:pt x="f8" y="f9"/>
                      </a:moveTo>
                      <a:cubicBezTo>
                        <a:pt x="f8" y="f9"/>
                        <a:pt x="f8" y="f10"/>
                        <a:pt x="f8" y="f10"/>
                      </a:cubicBezTo>
                      <a:cubicBezTo>
                        <a:pt x="f6" y="f5"/>
                        <a:pt x="f6" y="f5"/>
                        <a:pt x="f6" y="f5"/>
                      </a:cubicBezTo>
                      <a:cubicBezTo>
                        <a:pt x="f5" y="f5"/>
                        <a:pt x="f5" y="f5"/>
                        <a:pt x="f5" y="f5"/>
                      </a:cubicBezTo>
                      <a:cubicBezTo>
                        <a:pt x="f11" y="f10"/>
                        <a:pt x="f11" y="f10"/>
                        <a:pt x="f11" y="f10"/>
                      </a:cubicBezTo>
                      <a:cubicBezTo>
                        <a:pt x="f12" y="f13"/>
                        <a:pt x="f14" y="f7"/>
                        <a:pt x="f15" y="f7"/>
                      </a:cubicBezTo>
                      <a:cubicBezTo>
                        <a:pt x="f16" y="f7"/>
                        <a:pt x="f16" y="f7"/>
                        <a:pt x="f16" y="f7"/>
                      </a:cubicBezTo>
                      <a:cubicBezTo>
                        <a:pt x="f17" y="f7"/>
                        <a:pt x="f18" y="f19"/>
                        <a:pt x="f8" y="f20"/>
                      </a:cubicBezTo>
                      <a:cubicBezTo>
                        <a:pt x="f8" y="f20"/>
                        <a:pt x="f8" y="f20"/>
                        <a:pt x="f8" y="f20"/>
                      </a:cubicBezTo>
                      <a:lnTo>
                        <a:pt x="f8" y="f9"/>
                      </a:lnTo>
                      <a:close/>
                    </a:path>
                  </a:pathLst>
                </a:custGeom>
                <a:gradFill>
                  <a:gsLst>
                    <a:gs pos="0">
                      <a:srgbClr val="9D9FA1"/>
                    </a:gs>
                    <a:gs pos="100000">
                      <a:srgbClr val="211F26"/>
                    </a:gs>
                  </a:gsLst>
                  <a:lin ang="2700000"/>
                </a:gradFill>
                <a:ln>
                  <a:noFill/>
                  <a:prstDash val="solid"/>
                </a:ln>
              </p:spPr>
              <p:txBody>
                <a:bodyPr vert="horz" wrap="square" lIns="91440" tIns="45720" rIns="91440" bIns="45720" anchor="t"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300" b="0" i="0" u="none" strike="noStrike" kern="0" cap="none" spc="0" baseline="0">
                    <a:solidFill>
                      <a:srgbClr val="211F26"/>
                    </a:solidFill>
                    <a:uFillTx/>
                    <a:latin typeface="Arial"/>
                  </a:endParaRPr>
                </a:p>
              </p:txBody>
            </p:sp>
            <p:sp>
              <p:nvSpPr>
                <p:cNvPr id="74" name="Freeform 14">
                  <a:extLst>
                    <a:ext uri="{FF2B5EF4-FFF2-40B4-BE49-F238E27FC236}">
                      <a16:creationId xmlns:a16="http://schemas.microsoft.com/office/drawing/2014/main" id="{3793FFB6-4C1F-D7DC-46D2-2FE62CA8BD8D}"/>
                    </a:ext>
                  </a:extLst>
                </p:cNvPr>
                <p:cNvSpPr/>
                <p:nvPr/>
              </p:nvSpPr>
              <p:spPr>
                <a:xfrm>
                  <a:off x="15447919" y="4663037"/>
                  <a:ext cx="169776" cy="208126"/>
                </a:xfrm>
                <a:custGeom>
                  <a:avLst/>
                  <a:gdLst>
                    <a:gd name="f0" fmla="val 10800000"/>
                    <a:gd name="f1" fmla="val 5400000"/>
                    <a:gd name="f2" fmla="val 180"/>
                    <a:gd name="f3" fmla="val w"/>
                    <a:gd name="f4" fmla="val h"/>
                    <a:gd name="f5" fmla="val 0"/>
                    <a:gd name="f6" fmla="val 702"/>
                    <a:gd name="f7" fmla="val 860"/>
                    <a:gd name="f8" fmla="val 351"/>
                    <a:gd name="f9" fmla="val 157"/>
                    <a:gd name="f10" fmla="val 463"/>
                    <a:gd name="f11" fmla="val 52"/>
                    <a:gd name="f12" fmla="val 562"/>
                    <a:gd name="f13" fmla="val 134"/>
                    <a:gd name="f14" fmla="val 627"/>
                    <a:gd name="f15" fmla="val 165"/>
                    <a:gd name="f16" fmla="val 718"/>
                    <a:gd name="f17" fmla="val 266"/>
                    <a:gd name="f18" fmla="val 434"/>
                    <a:gd name="f19" fmla="val 419"/>
                    <a:gd name="f20" fmla="val 760"/>
                    <a:gd name="f21" fmla="val 284"/>
                    <a:gd name="f22" fmla="val 179"/>
                    <a:gd name="f23" fmla="val 212"/>
                    <a:gd name="f24" fmla="val 216"/>
                    <a:gd name="f25" fmla="val 488"/>
                    <a:gd name="f26" fmla="val 491"/>
                    <a:gd name="f27" fmla="val 570"/>
                    <a:gd name="f28" fmla="val 625"/>
                    <a:gd name="f29" fmla="val 651"/>
                    <a:gd name="f30" fmla="val 560"/>
                    <a:gd name="f31" fmla="val 461"/>
                    <a:gd name="f32" fmla="val 545"/>
                    <a:gd name="f33" fmla="val 587"/>
                    <a:gd name="f34" fmla="val 438"/>
                    <a:gd name="f35" fmla="val 568"/>
                    <a:gd name="f36" fmla="val 490"/>
                    <a:gd name="f37" fmla="val 531"/>
                    <a:gd name="f38" fmla="val 534"/>
                    <a:gd name="f39" fmla="val 485"/>
                    <a:gd name="f40" fmla="val 563"/>
                    <a:gd name="f41" fmla="val 454"/>
                    <a:gd name="f42" fmla="val 658"/>
                    <a:gd name="f43" fmla="val 250"/>
                    <a:gd name="f44" fmla="val 219"/>
                    <a:gd name="f45" fmla="val 565"/>
                    <a:gd name="f46" fmla="val 172"/>
                    <a:gd name="f47" fmla="val 536"/>
                    <a:gd name="f48" fmla="val 135"/>
                    <a:gd name="f49" fmla="val 115"/>
                    <a:gd name="f50" fmla="val 439"/>
                    <a:gd name="f51" fmla="val 105"/>
                    <a:gd name="f52" fmla="val 411"/>
                    <a:gd name="f53" fmla="val 99"/>
                    <a:gd name="f54" fmla="val 382"/>
                    <a:gd name="f55" fmla="val 603"/>
                    <a:gd name="f56" fmla="val 381"/>
                    <a:gd name="f57" fmla="val 597"/>
                    <a:gd name="f58" fmla="+- 0 0 -90"/>
                    <a:gd name="f59" fmla="*/ f3 1 702"/>
                    <a:gd name="f60" fmla="*/ f4 1 860"/>
                    <a:gd name="f61" fmla="val f5"/>
                    <a:gd name="f62" fmla="val f6"/>
                    <a:gd name="f63" fmla="val f7"/>
                    <a:gd name="f64" fmla="*/ f58 f0 1"/>
                    <a:gd name="f65" fmla="+- f63 0 f61"/>
                    <a:gd name="f66" fmla="+- f62 0 f61"/>
                    <a:gd name="f67" fmla="*/ f64 1 f2"/>
                    <a:gd name="f68" fmla="*/ f66 1 702"/>
                    <a:gd name="f69" fmla="*/ f65 1 860"/>
                    <a:gd name="f70" fmla="*/ 351 f66 1"/>
                    <a:gd name="f71" fmla="*/ 0 f65 1"/>
                    <a:gd name="f72" fmla="*/ 0 f66 1"/>
                    <a:gd name="f73" fmla="*/ 351 f65 1"/>
                    <a:gd name="f74" fmla="*/ 134 f66 1"/>
                    <a:gd name="f75" fmla="*/ 627 f65 1"/>
                    <a:gd name="f76" fmla="*/ 165 f66 1"/>
                    <a:gd name="f77" fmla="*/ 718 f65 1"/>
                    <a:gd name="f78" fmla="*/ 266 f66 1"/>
                    <a:gd name="f79" fmla="*/ 434 f66 1"/>
                    <a:gd name="f80" fmla="*/ 419 f66 1"/>
                    <a:gd name="f81" fmla="*/ 760 f65 1"/>
                    <a:gd name="f82" fmla="*/ 284 f66 1"/>
                    <a:gd name="f83" fmla="*/ 179 f66 1"/>
                    <a:gd name="f84" fmla="*/ 212 f66 1"/>
                    <a:gd name="f85" fmla="*/ 860 f65 1"/>
                    <a:gd name="f86" fmla="*/ 216 f66 1"/>
                    <a:gd name="f87" fmla="*/ 488 f66 1"/>
                    <a:gd name="f88" fmla="*/ 491 f66 1"/>
                    <a:gd name="f89" fmla="*/ 570 f66 1"/>
                    <a:gd name="f90" fmla="*/ 625 f65 1"/>
                    <a:gd name="f91" fmla="*/ 702 f66 1"/>
                    <a:gd name="f92" fmla="*/ 587 f66 1"/>
                    <a:gd name="f93" fmla="*/ 438 f65 1"/>
                    <a:gd name="f94" fmla="*/ 485 f66 1"/>
                    <a:gd name="f95" fmla="*/ 563 f65 1"/>
                    <a:gd name="f96" fmla="*/ 454 f66 1"/>
                    <a:gd name="f97" fmla="*/ 658 f65 1"/>
                    <a:gd name="f98" fmla="*/ 250 f66 1"/>
                    <a:gd name="f99" fmla="*/ 219 f66 1"/>
                    <a:gd name="f100" fmla="*/ 565 f65 1"/>
                    <a:gd name="f101" fmla="*/ 115 f66 1"/>
                    <a:gd name="f102" fmla="*/ 439 f65 1"/>
                    <a:gd name="f103" fmla="*/ 99 f66 1"/>
                    <a:gd name="f104" fmla="*/ 99 f65 1"/>
                    <a:gd name="f105" fmla="*/ 603 f66 1"/>
                    <a:gd name="f106" fmla="+- f67 0 f1"/>
                    <a:gd name="f107" fmla="*/ f70 1 702"/>
                    <a:gd name="f108" fmla="*/ f71 1 860"/>
                    <a:gd name="f109" fmla="*/ f72 1 702"/>
                    <a:gd name="f110" fmla="*/ f73 1 860"/>
                    <a:gd name="f111" fmla="*/ f74 1 702"/>
                    <a:gd name="f112" fmla="*/ f75 1 860"/>
                    <a:gd name="f113" fmla="*/ f76 1 702"/>
                    <a:gd name="f114" fmla="*/ f77 1 860"/>
                    <a:gd name="f115" fmla="*/ f78 1 702"/>
                    <a:gd name="f116" fmla="*/ f79 1 702"/>
                    <a:gd name="f117" fmla="*/ f80 1 702"/>
                    <a:gd name="f118" fmla="*/ f81 1 860"/>
                    <a:gd name="f119" fmla="*/ f82 1 702"/>
                    <a:gd name="f120" fmla="*/ f83 1 702"/>
                    <a:gd name="f121" fmla="*/ f84 1 702"/>
                    <a:gd name="f122" fmla="*/ f85 1 860"/>
                    <a:gd name="f123" fmla="*/ f86 1 702"/>
                    <a:gd name="f124" fmla="*/ f87 1 702"/>
                    <a:gd name="f125" fmla="*/ f88 1 702"/>
                    <a:gd name="f126" fmla="*/ f89 1 702"/>
                    <a:gd name="f127" fmla="*/ f90 1 860"/>
                    <a:gd name="f128" fmla="*/ f91 1 702"/>
                    <a:gd name="f129" fmla="*/ f92 1 702"/>
                    <a:gd name="f130" fmla="*/ f93 1 860"/>
                    <a:gd name="f131" fmla="*/ f94 1 702"/>
                    <a:gd name="f132" fmla="*/ f95 1 860"/>
                    <a:gd name="f133" fmla="*/ f96 1 702"/>
                    <a:gd name="f134" fmla="*/ f97 1 860"/>
                    <a:gd name="f135" fmla="*/ f98 1 702"/>
                    <a:gd name="f136" fmla="*/ f99 1 702"/>
                    <a:gd name="f137" fmla="*/ f100 1 860"/>
                    <a:gd name="f138" fmla="*/ f101 1 702"/>
                    <a:gd name="f139" fmla="*/ f102 1 860"/>
                    <a:gd name="f140" fmla="*/ f103 1 702"/>
                    <a:gd name="f141" fmla="*/ f104 1 860"/>
                    <a:gd name="f142" fmla="*/ f105 1 702"/>
                    <a:gd name="f143" fmla="*/ 0 1 f68"/>
                    <a:gd name="f144" fmla="*/ f62 1 f68"/>
                    <a:gd name="f145" fmla="*/ 0 1 f69"/>
                    <a:gd name="f146" fmla="*/ f63 1 f69"/>
                    <a:gd name="f147" fmla="*/ f107 1 f68"/>
                    <a:gd name="f148" fmla="*/ f108 1 f69"/>
                    <a:gd name="f149" fmla="*/ f109 1 f68"/>
                    <a:gd name="f150" fmla="*/ f110 1 f69"/>
                    <a:gd name="f151" fmla="*/ f111 1 f68"/>
                    <a:gd name="f152" fmla="*/ f112 1 f69"/>
                    <a:gd name="f153" fmla="*/ f113 1 f68"/>
                    <a:gd name="f154" fmla="*/ f114 1 f69"/>
                    <a:gd name="f155" fmla="*/ f115 1 f68"/>
                    <a:gd name="f156" fmla="*/ f116 1 f68"/>
                    <a:gd name="f157" fmla="*/ f117 1 f68"/>
                    <a:gd name="f158" fmla="*/ f118 1 f69"/>
                    <a:gd name="f159" fmla="*/ f119 1 f68"/>
                    <a:gd name="f160" fmla="*/ f120 1 f68"/>
                    <a:gd name="f161" fmla="*/ f121 1 f68"/>
                    <a:gd name="f162" fmla="*/ f122 1 f69"/>
                    <a:gd name="f163" fmla="*/ f123 1 f68"/>
                    <a:gd name="f164" fmla="*/ f124 1 f68"/>
                    <a:gd name="f165" fmla="*/ f125 1 f68"/>
                    <a:gd name="f166" fmla="*/ f126 1 f68"/>
                    <a:gd name="f167" fmla="*/ f127 1 f69"/>
                    <a:gd name="f168" fmla="*/ f128 1 f68"/>
                    <a:gd name="f169" fmla="*/ f129 1 f68"/>
                    <a:gd name="f170" fmla="*/ f130 1 f69"/>
                    <a:gd name="f171" fmla="*/ f131 1 f68"/>
                    <a:gd name="f172" fmla="*/ f132 1 f69"/>
                    <a:gd name="f173" fmla="*/ f133 1 f68"/>
                    <a:gd name="f174" fmla="*/ f134 1 f69"/>
                    <a:gd name="f175" fmla="*/ f135 1 f68"/>
                    <a:gd name="f176" fmla="*/ f136 1 f68"/>
                    <a:gd name="f177" fmla="*/ f137 1 f69"/>
                    <a:gd name="f178" fmla="*/ f138 1 f68"/>
                    <a:gd name="f179" fmla="*/ f139 1 f69"/>
                    <a:gd name="f180" fmla="*/ f140 1 f68"/>
                    <a:gd name="f181" fmla="*/ f141 1 f69"/>
                    <a:gd name="f182" fmla="*/ f142 1 f68"/>
                    <a:gd name="f183" fmla="*/ f143 f59 1"/>
                    <a:gd name="f184" fmla="*/ f144 f59 1"/>
                    <a:gd name="f185" fmla="*/ f146 f60 1"/>
                    <a:gd name="f186" fmla="*/ f145 f60 1"/>
                    <a:gd name="f187" fmla="*/ f147 f59 1"/>
                    <a:gd name="f188" fmla="*/ f148 f60 1"/>
                    <a:gd name="f189" fmla="*/ f149 f59 1"/>
                    <a:gd name="f190" fmla="*/ f150 f60 1"/>
                    <a:gd name="f191" fmla="*/ f151 f59 1"/>
                    <a:gd name="f192" fmla="*/ f152 f60 1"/>
                    <a:gd name="f193" fmla="*/ f153 f59 1"/>
                    <a:gd name="f194" fmla="*/ f154 f60 1"/>
                    <a:gd name="f195" fmla="*/ f155 f59 1"/>
                    <a:gd name="f196" fmla="*/ f156 f59 1"/>
                    <a:gd name="f197" fmla="*/ f157 f59 1"/>
                    <a:gd name="f198" fmla="*/ f158 f60 1"/>
                    <a:gd name="f199" fmla="*/ f159 f59 1"/>
                    <a:gd name="f200" fmla="*/ f160 f59 1"/>
                    <a:gd name="f201" fmla="*/ f161 f59 1"/>
                    <a:gd name="f202" fmla="*/ f162 f60 1"/>
                    <a:gd name="f203" fmla="*/ f163 f59 1"/>
                    <a:gd name="f204" fmla="*/ f164 f59 1"/>
                    <a:gd name="f205" fmla="*/ f165 f59 1"/>
                    <a:gd name="f206" fmla="*/ f166 f59 1"/>
                    <a:gd name="f207" fmla="*/ f167 f60 1"/>
                    <a:gd name="f208" fmla="*/ f168 f59 1"/>
                    <a:gd name="f209" fmla="*/ f169 f59 1"/>
                    <a:gd name="f210" fmla="*/ f170 f60 1"/>
                    <a:gd name="f211" fmla="*/ f171 f59 1"/>
                    <a:gd name="f212" fmla="*/ f172 f60 1"/>
                    <a:gd name="f213" fmla="*/ f173 f59 1"/>
                    <a:gd name="f214" fmla="*/ f174 f60 1"/>
                    <a:gd name="f215" fmla="*/ f175 f59 1"/>
                    <a:gd name="f216" fmla="*/ f176 f59 1"/>
                    <a:gd name="f217" fmla="*/ f177 f60 1"/>
                    <a:gd name="f218" fmla="*/ f178 f59 1"/>
                    <a:gd name="f219" fmla="*/ f179 f60 1"/>
                    <a:gd name="f220" fmla="*/ f180 f59 1"/>
                    <a:gd name="f221" fmla="*/ f181 f60 1"/>
                    <a:gd name="f222" fmla="*/ f182 f59 1"/>
                  </a:gdLst>
                  <a:ahLst/>
                  <a:cxnLst>
                    <a:cxn ang="3cd4">
                      <a:pos x="hc" y="t"/>
                    </a:cxn>
                    <a:cxn ang="0">
                      <a:pos x="r" y="vc"/>
                    </a:cxn>
                    <a:cxn ang="cd4">
                      <a:pos x="hc" y="b"/>
                    </a:cxn>
                    <a:cxn ang="cd2">
                      <a:pos x="l" y="vc"/>
                    </a:cxn>
                    <a:cxn ang="f106">
                      <a:pos x="f187" y="f188"/>
                    </a:cxn>
                    <a:cxn ang="f106">
                      <a:pos x="f189" y="f190"/>
                    </a:cxn>
                    <a:cxn ang="f106">
                      <a:pos x="f191" y="f192"/>
                    </a:cxn>
                    <a:cxn ang="f106">
                      <a:pos x="f193" y="f194"/>
                    </a:cxn>
                    <a:cxn ang="f106">
                      <a:pos x="f195" y="f194"/>
                    </a:cxn>
                    <a:cxn ang="f106">
                      <a:pos x="f195" y="f194"/>
                    </a:cxn>
                    <a:cxn ang="f106">
                      <a:pos x="f196" y="f194"/>
                    </a:cxn>
                    <a:cxn ang="f106">
                      <a:pos x="f197" y="f198"/>
                    </a:cxn>
                    <a:cxn ang="f106">
                      <a:pos x="f199" y="f198"/>
                    </a:cxn>
                    <a:cxn ang="f106">
                      <a:pos x="f199" y="f198"/>
                    </a:cxn>
                    <a:cxn ang="f106">
                      <a:pos x="f200" y="f198"/>
                    </a:cxn>
                    <a:cxn ang="f106">
                      <a:pos x="f201" y="f202"/>
                    </a:cxn>
                    <a:cxn ang="f106">
                      <a:pos x="f201" y="f202"/>
                    </a:cxn>
                    <a:cxn ang="f106">
                      <a:pos x="f203" y="f202"/>
                    </a:cxn>
                    <a:cxn ang="f106">
                      <a:pos x="f204" y="f202"/>
                    </a:cxn>
                    <a:cxn ang="f106">
                      <a:pos x="f205" y="f202"/>
                    </a:cxn>
                    <a:cxn ang="f106">
                      <a:pos x="f206" y="f207"/>
                    </a:cxn>
                    <a:cxn ang="f106">
                      <a:pos x="f208" y="f190"/>
                    </a:cxn>
                    <a:cxn ang="f106">
                      <a:pos x="f187" y="f188"/>
                    </a:cxn>
                    <a:cxn ang="f106">
                      <a:pos x="f209" y="f210"/>
                    </a:cxn>
                    <a:cxn ang="f106">
                      <a:pos x="f211" y="f212"/>
                    </a:cxn>
                    <a:cxn ang="f106">
                      <a:pos x="f213" y="f214"/>
                    </a:cxn>
                    <a:cxn ang="f106">
                      <a:pos x="f215" y="f214"/>
                    </a:cxn>
                    <a:cxn ang="f106">
                      <a:pos x="f216" y="f217"/>
                    </a:cxn>
                    <a:cxn ang="f106">
                      <a:pos x="f218" y="f219"/>
                    </a:cxn>
                    <a:cxn ang="f106">
                      <a:pos x="f220" y="f190"/>
                    </a:cxn>
                    <a:cxn ang="f106">
                      <a:pos x="f187" y="f221"/>
                    </a:cxn>
                    <a:cxn ang="f106">
                      <a:pos x="f222" y="f190"/>
                    </a:cxn>
                    <a:cxn ang="f106">
                      <a:pos x="f209" y="f210"/>
                    </a:cxn>
                  </a:cxnLst>
                  <a:rect l="f183" t="f186" r="f184" b="f185"/>
                  <a:pathLst>
                    <a:path w="702" h="860">
                      <a:moveTo>
                        <a:pt x="f8" y="f5"/>
                      </a:moveTo>
                      <a:cubicBezTo>
                        <a:pt x="f9" y="f5"/>
                        <a:pt x="f5" y="f9"/>
                        <a:pt x="f5" y="f8"/>
                      </a:cubicBezTo>
                      <a:cubicBezTo>
                        <a:pt x="f5" y="f10"/>
                        <a:pt x="f11" y="f12"/>
                        <a:pt x="f13" y="f14"/>
                      </a:cubicBezTo>
                      <a:cubicBezTo>
                        <a:pt x="f15" y="f16"/>
                        <a:pt x="f15" y="f16"/>
                        <a:pt x="f15" y="f16"/>
                      </a:cubicBezTo>
                      <a:cubicBezTo>
                        <a:pt x="f17" y="f16"/>
                        <a:pt x="f17" y="f16"/>
                        <a:pt x="f17" y="f16"/>
                      </a:cubicBezTo>
                      <a:cubicBezTo>
                        <a:pt x="f17" y="f16"/>
                        <a:pt x="f17" y="f16"/>
                        <a:pt x="f17" y="f16"/>
                      </a:cubicBezTo>
                      <a:cubicBezTo>
                        <a:pt x="f18" y="f16"/>
                        <a:pt x="f18" y="f16"/>
                        <a:pt x="f18" y="f16"/>
                      </a:cubicBezTo>
                      <a:cubicBezTo>
                        <a:pt x="f19" y="f20"/>
                        <a:pt x="f19" y="f20"/>
                        <a:pt x="f19" y="f20"/>
                      </a:cubicBezTo>
                      <a:cubicBezTo>
                        <a:pt x="f21" y="f20"/>
                        <a:pt x="f21" y="f20"/>
                        <a:pt x="f21" y="f20"/>
                      </a:cubicBezTo>
                      <a:cubicBezTo>
                        <a:pt x="f21" y="f20"/>
                        <a:pt x="f21" y="f20"/>
                        <a:pt x="f21" y="f20"/>
                      </a:cubicBezTo>
                      <a:cubicBezTo>
                        <a:pt x="f22" y="f20"/>
                        <a:pt x="f22" y="f20"/>
                        <a:pt x="f22" y="f20"/>
                      </a:cubicBezTo>
                      <a:cubicBezTo>
                        <a:pt x="f23" y="f7"/>
                        <a:pt x="f23" y="f7"/>
                        <a:pt x="f23" y="f7"/>
                      </a:cubicBezTo>
                      <a:cubicBezTo>
                        <a:pt x="f23" y="f7"/>
                        <a:pt x="f23" y="f7"/>
                        <a:pt x="f23" y="f7"/>
                      </a:cubicBezTo>
                      <a:cubicBezTo>
                        <a:pt x="f24" y="f7"/>
                        <a:pt x="f24" y="f7"/>
                        <a:pt x="f24" y="f7"/>
                      </a:cubicBezTo>
                      <a:cubicBezTo>
                        <a:pt x="f25" y="f7"/>
                        <a:pt x="f25" y="f7"/>
                        <a:pt x="f25" y="f7"/>
                      </a:cubicBezTo>
                      <a:cubicBezTo>
                        <a:pt x="f26" y="f7"/>
                        <a:pt x="f26" y="f7"/>
                        <a:pt x="f26" y="f7"/>
                      </a:cubicBezTo>
                      <a:cubicBezTo>
                        <a:pt x="f27" y="f28"/>
                        <a:pt x="f27" y="f28"/>
                        <a:pt x="f27" y="f28"/>
                      </a:cubicBezTo>
                      <a:cubicBezTo>
                        <a:pt x="f29" y="f30"/>
                        <a:pt x="f6" y="f31"/>
                        <a:pt x="f6" y="f8"/>
                      </a:cubicBezTo>
                      <a:cubicBezTo>
                        <a:pt x="f6" y="f9"/>
                        <a:pt x="f32" y="f5"/>
                        <a:pt x="f8" y="f5"/>
                      </a:cubicBezTo>
                      <a:close/>
                      <a:moveTo>
                        <a:pt x="f33" y="f34"/>
                      </a:moveTo>
                      <a:cubicBezTo>
                        <a:pt x="f35" y="f36"/>
                        <a:pt x="f37" y="f38"/>
                        <a:pt x="f39" y="f40"/>
                      </a:cubicBezTo>
                      <a:cubicBezTo>
                        <a:pt x="f41" y="f42"/>
                        <a:pt x="f41" y="f42"/>
                        <a:pt x="f41" y="f42"/>
                      </a:cubicBezTo>
                      <a:cubicBezTo>
                        <a:pt x="f43" y="f42"/>
                        <a:pt x="f43" y="f42"/>
                        <a:pt x="f43" y="f42"/>
                      </a:cubicBezTo>
                      <a:cubicBezTo>
                        <a:pt x="f44" y="f45"/>
                        <a:pt x="f44" y="f45"/>
                        <a:pt x="f44" y="f45"/>
                      </a:cubicBezTo>
                      <a:cubicBezTo>
                        <a:pt x="f46" y="f47"/>
                        <a:pt x="f48" y="f26"/>
                        <a:pt x="f49" y="f50"/>
                      </a:cubicBezTo>
                      <a:cubicBezTo>
                        <a:pt x="f51" y="f52"/>
                        <a:pt x="f53" y="f54"/>
                        <a:pt x="f53" y="f8"/>
                      </a:cubicBezTo>
                      <a:cubicBezTo>
                        <a:pt x="f53" y="f23"/>
                        <a:pt x="f23" y="f53"/>
                        <a:pt x="f8" y="f53"/>
                      </a:cubicBezTo>
                      <a:cubicBezTo>
                        <a:pt x="f36" y="f53"/>
                        <a:pt x="f55" y="f23"/>
                        <a:pt x="f55" y="f8"/>
                      </a:cubicBezTo>
                      <a:cubicBezTo>
                        <a:pt x="f55" y="f56"/>
                        <a:pt x="f57" y="f52"/>
                        <a:pt x="f33" y="f34"/>
                      </a:cubicBezTo>
                      <a:close/>
                    </a:path>
                  </a:pathLst>
                </a:custGeom>
                <a:gradFill>
                  <a:gsLst>
                    <a:gs pos="0">
                      <a:srgbClr val="9D9FA1"/>
                    </a:gs>
                    <a:gs pos="100000">
                      <a:srgbClr val="211F26"/>
                    </a:gs>
                  </a:gsLst>
                  <a:lin ang="2700000"/>
                </a:gradFill>
                <a:ln>
                  <a:noFill/>
                  <a:prstDash val="solid"/>
                </a:ln>
              </p:spPr>
              <p:txBody>
                <a:bodyPr vert="horz" wrap="square" lIns="91440" tIns="45720" rIns="91440" bIns="45720" anchor="t"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300" b="0" i="0" u="none" strike="noStrike" kern="0" cap="none" spc="0" baseline="0">
                    <a:solidFill>
                      <a:srgbClr val="211F26"/>
                    </a:solidFill>
                    <a:uFillTx/>
                    <a:latin typeface="Arial"/>
                  </a:endParaRPr>
                </a:p>
              </p:txBody>
            </p:sp>
          </p:grpSp>
          <p:sp>
            <p:nvSpPr>
              <p:cNvPr id="75" name="Tekstvak 36">
                <a:extLst>
                  <a:ext uri="{FF2B5EF4-FFF2-40B4-BE49-F238E27FC236}">
                    <a16:creationId xmlns:a16="http://schemas.microsoft.com/office/drawing/2014/main" id="{7A6FB49F-5E1B-627E-6F75-07BB19CB2133}"/>
                  </a:ext>
                </a:extLst>
              </p:cNvPr>
              <p:cNvSpPr txBox="1"/>
              <p:nvPr/>
            </p:nvSpPr>
            <p:spPr>
              <a:xfrm>
                <a:off x="15225601" y="4917487"/>
                <a:ext cx="627799" cy="322234"/>
              </a:xfrm>
              <a:prstGeom prst="rect">
                <a:avLst/>
              </a:prstGeom>
              <a:noFill/>
              <a:ln>
                <a:noFill/>
              </a:ln>
            </p:spPr>
            <p:txBody>
              <a:bodyPr vert="horz" wrap="square" lIns="0" tIns="0" rIns="0" bIns="0"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000" b="0" i="0" u="none" strike="noStrike" kern="0" cap="none" spc="0" baseline="0">
                    <a:solidFill>
                      <a:srgbClr val="211F26"/>
                    </a:solidFill>
                    <a:uFillTx/>
                    <a:latin typeface="Calibri" pitchFamily="34"/>
                    <a:cs typeface="Calibri" pitchFamily="34"/>
                  </a:rPr>
                  <a:t>Inspiration</a:t>
                </a:r>
              </a:p>
            </p:txBody>
          </p:sp>
        </p:grpSp>
      </p:grpSp>
      <p:grpSp>
        <p:nvGrpSpPr>
          <p:cNvPr id="76" name="INSTRUCTION">
            <a:extLst>
              <a:ext uri="{FF2B5EF4-FFF2-40B4-BE49-F238E27FC236}">
                <a16:creationId xmlns:a16="http://schemas.microsoft.com/office/drawing/2014/main" id="{07DDEEB3-79AA-9738-D0EA-8F9E1D6A36A4}"/>
              </a:ext>
            </a:extLst>
          </p:cNvPr>
          <p:cNvGrpSpPr/>
          <p:nvPr/>
        </p:nvGrpSpPr>
        <p:grpSpPr>
          <a:xfrm>
            <a:off x="-3786164" y="0"/>
            <a:ext cx="3693380" cy="6640345"/>
            <a:chOff x="-3786164" y="0"/>
            <a:chExt cx="3693380" cy="6640345"/>
          </a:xfrm>
        </p:grpSpPr>
        <p:sp>
          <p:nvSpPr>
            <p:cNvPr id="77" name="Rechthoek 156">
              <a:extLst>
                <a:ext uri="{FF2B5EF4-FFF2-40B4-BE49-F238E27FC236}">
                  <a16:creationId xmlns:a16="http://schemas.microsoft.com/office/drawing/2014/main" id="{09FE0FDD-1C4F-EC7B-1EF1-4801C778CD34}"/>
                </a:ext>
              </a:extLst>
            </p:cNvPr>
            <p:cNvSpPr/>
            <p:nvPr/>
          </p:nvSpPr>
          <p:spPr>
            <a:xfrm>
              <a:off x="-3786164" y="0"/>
              <a:ext cx="3593089" cy="5991724"/>
            </a:xfrm>
            <a:prstGeom prst="rect">
              <a:avLst/>
            </a:prstGeom>
            <a:solidFill>
              <a:srgbClr val="FFFFFF"/>
            </a:solidFill>
            <a:ln w="6345" cap="flat">
              <a:solidFill>
                <a:srgbClr val="ECECEC"/>
              </a:solidFill>
              <a:prstDash val="solid"/>
              <a:miter/>
            </a:ln>
          </p:spPr>
          <p:txBody>
            <a:bodyPr vert="horz" wrap="square" lIns="179999" tIns="143999" rIns="179999" bIns="143999"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400" b="1" i="0" u="none" strike="noStrike" kern="1200" cap="all" spc="0" baseline="0">
                  <a:solidFill>
                    <a:srgbClr val="00A6D6"/>
                  </a:solidFill>
                  <a:uFillTx/>
                  <a:latin typeface="Calibri" pitchFamily="34"/>
                  <a:cs typeface="Calibri" pitchFamily="34"/>
                </a:rPr>
                <a:t>Insert/edit an image</a:t>
              </a:r>
            </a:p>
          </p:txBody>
        </p:sp>
        <p:sp>
          <p:nvSpPr>
            <p:cNvPr id="78" name="Ovaal 157">
              <a:extLst>
                <a:ext uri="{FF2B5EF4-FFF2-40B4-BE49-F238E27FC236}">
                  <a16:creationId xmlns:a16="http://schemas.microsoft.com/office/drawing/2014/main" id="{9F33F38D-4A6C-DFD9-AF3F-8ECF7B2C4ABD}"/>
                </a:ext>
              </a:extLst>
            </p:cNvPr>
            <p:cNvSpPr/>
            <p:nvPr/>
          </p:nvSpPr>
          <p:spPr>
            <a:xfrm>
              <a:off x="-3603586" y="465319"/>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1</a:t>
              </a:r>
            </a:p>
          </p:txBody>
        </p:sp>
        <p:sp>
          <p:nvSpPr>
            <p:cNvPr id="79" name="Rechthoek 158">
              <a:extLst>
                <a:ext uri="{FF2B5EF4-FFF2-40B4-BE49-F238E27FC236}">
                  <a16:creationId xmlns:a16="http://schemas.microsoft.com/office/drawing/2014/main" id="{8E1FBB1F-6693-0EB4-3245-D6235102E15A}"/>
                </a:ext>
              </a:extLst>
            </p:cNvPr>
            <p:cNvSpPr/>
            <p:nvPr/>
          </p:nvSpPr>
          <p:spPr>
            <a:xfrm>
              <a:off x="-3319418" y="465319"/>
              <a:ext cx="2962701" cy="668152"/>
            </a:xfrm>
            <a:prstGeom prst="rect">
              <a:avLst/>
            </a:prstGeom>
            <a:noFill/>
            <a:ln>
              <a:noFill/>
              <a:prstDash val="solid"/>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0" i="0" u="none" strike="noStrike" kern="0" cap="none" spc="0" baseline="0">
                  <a:solidFill>
                    <a:srgbClr val="000000"/>
                  </a:solidFill>
                  <a:uFillTx/>
                  <a:latin typeface="Calibri" pitchFamily="34"/>
                  <a:cs typeface="Calibri" pitchFamily="34"/>
                </a:rPr>
                <a:t>If necessary, delete the existing image</a:t>
              </a:r>
              <a:br>
                <a:rPr lang="en-GB" sz="1200" b="0" i="0" u="none" strike="noStrike" kern="0" cap="none" spc="0" baseline="0">
                  <a:solidFill>
                    <a:srgbClr val="000000"/>
                  </a:solidFill>
                  <a:uFillTx/>
                  <a:latin typeface="Calibri" pitchFamily="34"/>
                  <a:cs typeface="Calibri" pitchFamily="34"/>
                </a:rPr>
              </a:br>
              <a:r>
                <a:rPr lang="en-GB" sz="1200" b="0" i="0" u="none" strike="noStrike" kern="0" cap="none" spc="0" baseline="0">
                  <a:solidFill>
                    <a:srgbClr val="000000"/>
                  </a:solidFill>
                  <a:uFillTx/>
                  <a:latin typeface="Calibri" pitchFamily="34"/>
                  <a:cs typeface="Calibri" pitchFamily="34"/>
                </a:rPr>
                <a:t>by using the </a:t>
              </a:r>
              <a:r>
                <a:rPr lang="en-GB" sz="1200" b="1" i="0" u="none" strike="noStrike" kern="0" cap="none" spc="0" baseline="0">
                  <a:solidFill>
                    <a:srgbClr val="000000"/>
                  </a:solidFill>
                  <a:uFillTx/>
                  <a:latin typeface="Calibri" pitchFamily="34"/>
                  <a:cs typeface="Calibri" pitchFamily="34"/>
                </a:rPr>
                <a:t>‘Backspace key’</a:t>
              </a:r>
              <a:r>
                <a:rPr lang="en-GB" sz="1200" b="0" i="0" u="none" strike="noStrike" kern="0" cap="none" spc="0" baseline="0">
                  <a:solidFill>
                    <a:srgbClr val="000000"/>
                  </a:solidFill>
                  <a:uFillTx/>
                  <a:latin typeface="Calibri" pitchFamily="34"/>
                  <a:cs typeface="Calibri" pitchFamily="34"/>
                </a:rPr>
                <a:t>. Select the placeholder, go to the tab </a:t>
              </a:r>
              <a:r>
                <a:rPr lang="en-GB" sz="1200" b="1" i="0" u="none" strike="noStrike" kern="0" cap="none" spc="0" baseline="0">
                  <a:solidFill>
                    <a:srgbClr val="000000"/>
                  </a:solidFill>
                  <a:uFillTx/>
                  <a:latin typeface="Calibri" pitchFamily="34"/>
                  <a:cs typeface="Calibri" pitchFamily="34"/>
                </a:rPr>
                <a:t>‘Slidebuilder’</a:t>
              </a:r>
              <a:r>
                <a:rPr lang="en-GB" sz="1200" b="0" i="0" u="none" strike="noStrike" kern="0" cap="none" spc="0" baseline="0">
                  <a:solidFill>
                    <a:srgbClr val="000000"/>
                  </a:solidFill>
                  <a:uFillTx/>
                  <a:latin typeface="Calibri" pitchFamily="34"/>
                  <a:cs typeface="Calibri" pitchFamily="34"/>
                </a:rPr>
                <a:t> and click on the button </a:t>
              </a:r>
              <a:r>
                <a:rPr lang="en-GB" sz="1200" b="1" i="0" u="none" strike="noStrike" kern="0" cap="none" spc="0" baseline="0">
                  <a:solidFill>
                    <a:srgbClr val="000000"/>
                  </a:solidFill>
                  <a:uFillTx/>
                  <a:latin typeface="Calibri" pitchFamily="34"/>
                  <a:cs typeface="Calibri" pitchFamily="34"/>
                </a:rPr>
                <a:t>‘Images’</a:t>
              </a:r>
              <a:r>
                <a:rPr lang="en-GB" sz="1200" b="0" i="0" u="none" strike="noStrike" kern="0" cap="none" spc="0" baseline="0">
                  <a:solidFill>
                    <a:srgbClr val="000000"/>
                  </a:solidFill>
                  <a:uFillTx/>
                  <a:latin typeface="Calibri" pitchFamily="34"/>
                  <a:cs typeface="Calibri" pitchFamily="34"/>
                </a:rPr>
                <a:t>.</a:t>
              </a:r>
            </a:p>
          </p:txBody>
        </p:sp>
        <p:sp>
          <p:nvSpPr>
            <p:cNvPr id="80" name="Ovaal 159">
              <a:extLst>
                <a:ext uri="{FF2B5EF4-FFF2-40B4-BE49-F238E27FC236}">
                  <a16:creationId xmlns:a16="http://schemas.microsoft.com/office/drawing/2014/main" id="{7DB73624-3987-883D-3DDC-CEEABD4D7E64}"/>
                </a:ext>
              </a:extLst>
            </p:cNvPr>
            <p:cNvSpPr/>
            <p:nvPr/>
          </p:nvSpPr>
          <p:spPr>
            <a:xfrm>
              <a:off x="-3603586" y="2633938"/>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3</a:t>
              </a:r>
            </a:p>
          </p:txBody>
        </p:sp>
        <p:sp>
          <p:nvSpPr>
            <p:cNvPr id="81" name="Rechthoek 160">
              <a:extLst>
                <a:ext uri="{FF2B5EF4-FFF2-40B4-BE49-F238E27FC236}">
                  <a16:creationId xmlns:a16="http://schemas.microsoft.com/office/drawing/2014/main" id="{3A0F2979-FA92-C3DC-C0B5-F732827A0E02}"/>
                </a:ext>
              </a:extLst>
            </p:cNvPr>
            <p:cNvSpPr/>
            <p:nvPr/>
          </p:nvSpPr>
          <p:spPr>
            <a:xfrm>
              <a:off x="-3319418" y="2633938"/>
              <a:ext cx="3126342" cy="462796"/>
            </a:xfrm>
            <a:prstGeom prst="rect">
              <a:avLst/>
            </a:prstGeom>
            <a:noFill/>
            <a:ln>
              <a:noFill/>
              <a:prstDash val="solid"/>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0" i="0" u="none" strike="noStrike" kern="0" cap="none" spc="0" baseline="0">
                  <a:solidFill>
                    <a:srgbClr val="000000"/>
                  </a:solidFill>
                  <a:uFillTx/>
                  <a:latin typeface="Calibri" pitchFamily="34"/>
                  <a:cs typeface="Calibri" pitchFamily="34"/>
                </a:rPr>
                <a:t>Click with the right mouse button on the thumbnail display of the slide on the left side </a:t>
              </a:r>
              <a:br>
                <a:rPr lang="en-GB" sz="1200" b="0" i="0" u="none" strike="noStrike" kern="0" cap="none" spc="0" baseline="0">
                  <a:solidFill>
                    <a:srgbClr val="000000"/>
                  </a:solidFill>
                  <a:uFillTx/>
                  <a:latin typeface="Calibri" pitchFamily="34"/>
                  <a:cs typeface="Calibri" pitchFamily="34"/>
                </a:rPr>
              </a:br>
              <a:r>
                <a:rPr lang="en-GB" sz="1200" b="0" i="0" u="none" strike="noStrike" kern="0" cap="none" spc="0" baseline="0">
                  <a:solidFill>
                    <a:srgbClr val="000000"/>
                  </a:solidFill>
                  <a:uFillTx/>
                  <a:latin typeface="Calibri" pitchFamily="34"/>
                  <a:cs typeface="Calibri" pitchFamily="34"/>
                </a:rPr>
                <a:t>of the screen and choose </a:t>
              </a:r>
              <a:r>
                <a:rPr lang="en-GB" sz="1200" b="1" i="0" u="none" strike="noStrike" kern="0" cap="none" spc="0" baseline="0">
                  <a:solidFill>
                    <a:srgbClr val="000000"/>
                  </a:solidFill>
                  <a:uFillTx/>
                  <a:latin typeface="Calibri" pitchFamily="34"/>
                  <a:cs typeface="Calibri" pitchFamily="34"/>
                </a:rPr>
                <a:t>‘Reset slide’</a:t>
              </a:r>
              <a:r>
                <a:rPr lang="en-GB" sz="1200" b="0" i="0" u="none" strike="noStrike" kern="0" cap="none" spc="0" baseline="0">
                  <a:solidFill>
                    <a:srgbClr val="000000"/>
                  </a:solidFill>
                  <a:uFillTx/>
                  <a:latin typeface="Calibri" pitchFamily="34"/>
                  <a:cs typeface="Calibri" pitchFamily="34"/>
                </a:rPr>
                <a:t>.</a:t>
              </a:r>
            </a:p>
          </p:txBody>
        </p:sp>
        <p:sp>
          <p:nvSpPr>
            <p:cNvPr id="82" name="Ovaal 161">
              <a:extLst>
                <a:ext uri="{FF2B5EF4-FFF2-40B4-BE49-F238E27FC236}">
                  <a16:creationId xmlns:a16="http://schemas.microsoft.com/office/drawing/2014/main" id="{016CF603-1884-E2FA-3EEA-0D157C7BC257}"/>
                </a:ext>
              </a:extLst>
            </p:cNvPr>
            <p:cNvSpPr/>
            <p:nvPr/>
          </p:nvSpPr>
          <p:spPr>
            <a:xfrm>
              <a:off x="-3603586" y="4226365"/>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4</a:t>
              </a:r>
            </a:p>
          </p:txBody>
        </p:sp>
        <p:sp>
          <p:nvSpPr>
            <p:cNvPr id="83" name="Rechthoek 162">
              <a:extLst>
                <a:ext uri="{FF2B5EF4-FFF2-40B4-BE49-F238E27FC236}">
                  <a16:creationId xmlns:a16="http://schemas.microsoft.com/office/drawing/2014/main" id="{56B0D308-299D-9F7B-F9AE-7939BC992E0D}"/>
                </a:ext>
              </a:extLst>
            </p:cNvPr>
            <p:cNvSpPr/>
            <p:nvPr/>
          </p:nvSpPr>
          <p:spPr>
            <a:xfrm>
              <a:off x="-3319418" y="4226365"/>
              <a:ext cx="2944678" cy="820957"/>
            </a:xfrm>
            <a:prstGeom prst="rect">
              <a:avLst/>
            </a:prstGeom>
            <a:noFill/>
            <a:ln>
              <a:noFill/>
              <a:prstDash val="solid"/>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0" i="0" u="none" strike="noStrike" kern="0" cap="none" spc="0" baseline="0">
                  <a:solidFill>
                    <a:srgbClr val="000000"/>
                  </a:solidFill>
                  <a:uFillTx/>
                  <a:latin typeface="Calibri" pitchFamily="34"/>
                  <a:cs typeface="Calibri" pitchFamily="34"/>
                </a:rPr>
                <a:t>To scale or drag the image, go to the tab </a:t>
              </a:r>
              <a:r>
                <a:rPr lang="en-GB" sz="1200" b="1" i="0" u="none" strike="noStrike" kern="0" cap="none" spc="0" baseline="0">
                  <a:solidFill>
                    <a:srgbClr val="000000"/>
                  </a:solidFill>
                  <a:uFillTx/>
                  <a:latin typeface="Calibri" pitchFamily="34"/>
                  <a:cs typeface="Calibri" pitchFamily="34"/>
                </a:rPr>
                <a:t>‘Picture Tools - Format’</a:t>
              </a:r>
              <a:r>
                <a:rPr lang="en-GB" sz="1200" b="0" i="0" u="none" strike="noStrike" kern="0" cap="none" spc="0" baseline="0">
                  <a:solidFill>
                    <a:srgbClr val="000000"/>
                  </a:solidFill>
                  <a:uFillTx/>
                  <a:latin typeface="Calibri" pitchFamily="34"/>
                  <a:cs typeface="Calibri" pitchFamily="34"/>
                </a:rPr>
                <a:t> and click on</a:t>
              </a:r>
              <a:br>
                <a:rPr lang="en-GB" sz="1200" b="0" i="0" u="none" strike="noStrike" kern="0" cap="none" spc="0" baseline="0">
                  <a:solidFill>
                    <a:srgbClr val="000000"/>
                  </a:solidFill>
                  <a:uFillTx/>
                  <a:latin typeface="Calibri" pitchFamily="34"/>
                  <a:cs typeface="Calibri" pitchFamily="34"/>
                </a:rPr>
              </a:br>
              <a:r>
                <a:rPr lang="en-GB" sz="1200" b="0" i="0" u="none" strike="noStrike" kern="0" cap="none" spc="0" baseline="0">
                  <a:solidFill>
                    <a:srgbClr val="000000"/>
                  </a:solidFill>
                  <a:uFillTx/>
                  <a:latin typeface="Calibri" pitchFamily="34"/>
                  <a:cs typeface="Calibri" pitchFamily="34"/>
                </a:rPr>
                <a:t>the button </a:t>
              </a:r>
              <a:r>
                <a:rPr lang="en-GB" sz="1200" b="1" i="0" u="none" strike="noStrike" kern="0" cap="none" spc="0" baseline="0">
                  <a:solidFill>
                    <a:srgbClr val="000000"/>
                  </a:solidFill>
                  <a:uFillTx/>
                  <a:latin typeface="Calibri" pitchFamily="34"/>
                  <a:cs typeface="Calibri" pitchFamily="34"/>
                </a:rPr>
                <a:t>‘Crop’</a:t>
              </a:r>
              <a:r>
                <a:rPr lang="en-GB" sz="1200" b="0" i="0" u="none" strike="noStrike" kern="0" cap="none" spc="0" baseline="0">
                  <a:solidFill>
                    <a:srgbClr val="000000"/>
                  </a:solidFill>
                  <a:uFillTx/>
                  <a:latin typeface="Calibri" pitchFamily="34"/>
                  <a:cs typeface="Calibri" pitchFamily="34"/>
                </a:rPr>
                <a:t>. Scale the image itself with</a:t>
              </a:r>
              <a:br>
                <a:rPr lang="en-GB" sz="1200" b="0" i="0" u="none" strike="noStrike" kern="0" cap="none" spc="0" baseline="0">
                  <a:solidFill>
                    <a:srgbClr val="000000"/>
                  </a:solidFill>
                  <a:uFillTx/>
                  <a:latin typeface="Calibri" pitchFamily="34"/>
                  <a:cs typeface="Calibri" pitchFamily="34"/>
                </a:rPr>
              </a:br>
              <a:r>
                <a:rPr lang="en-GB" sz="1200" b="0" i="0" u="none" strike="noStrike" kern="0" cap="none" spc="0" baseline="0">
                  <a:solidFill>
                    <a:srgbClr val="000000"/>
                  </a:solidFill>
                  <a:uFillTx/>
                  <a:latin typeface="Calibri" pitchFamily="34"/>
                  <a:cs typeface="Calibri" pitchFamily="34"/>
                </a:rPr>
                <a:t>the spheres and scale the image frame with the brackets.</a:t>
              </a:r>
            </a:p>
          </p:txBody>
        </p:sp>
        <p:sp>
          <p:nvSpPr>
            <p:cNvPr id="84" name="Rechthoek 163">
              <a:extLst>
                <a:ext uri="{FF2B5EF4-FFF2-40B4-BE49-F238E27FC236}">
                  <a16:creationId xmlns:a16="http://schemas.microsoft.com/office/drawing/2014/main" id="{46397548-27CB-A41F-C427-F6E4143A876A}"/>
                </a:ext>
              </a:extLst>
            </p:cNvPr>
            <p:cNvSpPr/>
            <p:nvPr/>
          </p:nvSpPr>
          <p:spPr>
            <a:xfrm>
              <a:off x="-3316839" y="3200262"/>
              <a:ext cx="1239213" cy="719916"/>
            </a:xfrm>
            <a:prstGeom prst="rect">
              <a:avLst/>
            </a:prstGeom>
            <a:blipFill>
              <a:blip r:embed="rId4">
                <a:alphaModFix/>
              </a:blip>
              <a:tile/>
            </a:blipFill>
            <a:ln w="12701" cap="flat">
              <a:solidFill>
                <a:srgbClr val="D3D3D3"/>
              </a:solidFill>
              <a:prstDash val="solid"/>
              <a:miter/>
            </a:ln>
          </p:spPr>
          <p:txBody>
            <a:bodyPr vert="horz" wrap="square" lIns="71999"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0" i="1" u="none" strike="noStrike" kern="1200" cap="none" spc="0" baseline="0">
                <a:solidFill>
                  <a:srgbClr val="211F26"/>
                </a:solidFill>
                <a:uFillTx/>
                <a:latin typeface="Calibri" pitchFamily="34"/>
                <a:cs typeface="Calibri" pitchFamily="34"/>
              </a:endParaRPr>
            </a:p>
          </p:txBody>
        </p:sp>
        <p:grpSp>
          <p:nvGrpSpPr>
            <p:cNvPr id="85" name="Groep 164">
              <a:extLst>
                <a:ext uri="{FF2B5EF4-FFF2-40B4-BE49-F238E27FC236}">
                  <a16:creationId xmlns:a16="http://schemas.microsoft.com/office/drawing/2014/main" id="{54DEA984-2766-0785-1873-3F7DD77CFDD4}"/>
                </a:ext>
              </a:extLst>
            </p:cNvPr>
            <p:cNvGrpSpPr/>
            <p:nvPr/>
          </p:nvGrpSpPr>
          <p:grpSpPr>
            <a:xfrm>
              <a:off x="-2485814" y="3479785"/>
              <a:ext cx="1222991" cy="563928"/>
              <a:chOff x="-2485814" y="3479785"/>
              <a:chExt cx="1222991" cy="563928"/>
            </a:xfrm>
          </p:grpSpPr>
          <p:sp>
            <p:nvSpPr>
              <p:cNvPr id="86" name="Rechthoek 203">
                <a:extLst>
                  <a:ext uri="{FF2B5EF4-FFF2-40B4-BE49-F238E27FC236}">
                    <a16:creationId xmlns:a16="http://schemas.microsoft.com/office/drawing/2014/main" id="{9F5962E2-B2C2-0049-4117-995872CDDA07}"/>
                  </a:ext>
                </a:extLst>
              </p:cNvPr>
              <p:cNvSpPr/>
              <p:nvPr/>
            </p:nvSpPr>
            <p:spPr>
              <a:xfrm>
                <a:off x="-2485814" y="3479785"/>
                <a:ext cx="1176476" cy="504849"/>
              </a:xfrm>
              <a:prstGeom prst="rect">
                <a:avLst/>
              </a:prstGeom>
              <a:solidFill>
                <a:srgbClr val="FFFFFF"/>
              </a:solidFill>
              <a:ln w="12701" cap="flat">
                <a:solidFill>
                  <a:srgbClr val="D1D1D1"/>
                </a:solidFill>
                <a:prstDash val="solid"/>
                <a:miter/>
              </a:ln>
            </p:spPr>
            <p:txBody>
              <a:bodyPr vert="horz" wrap="square" lIns="107999"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800" b="0" i="0" u="none" strike="noStrike" kern="1200" cap="none" spc="0" baseline="0">
                  <a:solidFill>
                    <a:srgbClr val="211F26"/>
                  </a:solidFill>
                  <a:uFillTx/>
                  <a:latin typeface="Calibri" pitchFamily="34"/>
                  <a:cs typeface="Calibri" pitchFamily="34"/>
                </a:endParaRPr>
              </a:p>
            </p:txBody>
          </p:sp>
          <p:sp>
            <p:nvSpPr>
              <p:cNvPr id="87" name="Rechthoek 204">
                <a:extLst>
                  <a:ext uri="{FF2B5EF4-FFF2-40B4-BE49-F238E27FC236}">
                    <a16:creationId xmlns:a16="http://schemas.microsoft.com/office/drawing/2014/main" id="{C34D096A-3CCE-4A5E-E70B-7D9AA400BDCB}"/>
                  </a:ext>
                </a:extLst>
              </p:cNvPr>
              <p:cNvSpPr/>
              <p:nvPr/>
            </p:nvSpPr>
            <p:spPr>
              <a:xfrm>
                <a:off x="-2479587" y="3733412"/>
                <a:ext cx="1164003" cy="246705"/>
              </a:xfrm>
              <a:prstGeom prst="rect">
                <a:avLst/>
              </a:prstGeom>
              <a:solidFill>
                <a:srgbClr val="FCE4DC"/>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nvGrpSpPr>
              <p:cNvPr id="88" name="Groep 205">
                <a:extLst>
                  <a:ext uri="{FF2B5EF4-FFF2-40B4-BE49-F238E27FC236}">
                    <a16:creationId xmlns:a16="http://schemas.microsoft.com/office/drawing/2014/main" id="{90465664-CAA0-817D-C277-0698649098BB}"/>
                  </a:ext>
                </a:extLst>
              </p:cNvPr>
              <p:cNvGrpSpPr/>
              <p:nvPr/>
            </p:nvGrpSpPr>
            <p:grpSpPr>
              <a:xfrm>
                <a:off x="-2403866" y="3541123"/>
                <a:ext cx="155950" cy="131920"/>
                <a:chOff x="-2403866" y="3541123"/>
                <a:chExt cx="155950" cy="131920"/>
              </a:xfrm>
            </p:grpSpPr>
            <p:sp>
              <p:nvSpPr>
                <p:cNvPr id="89" name="Rechthoek: afgeronde hoeken 218">
                  <a:extLst>
                    <a:ext uri="{FF2B5EF4-FFF2-40B4-BE49-F238E27FC236}">
                      <a16:creationId xmlns:a16="http://schemas.microsoft.com/office/drawing/2014/main" id="{2A00359F-514F-2178-E394-7FB98D12AC73}"/>
                    </a:ext>
                  </a:extLst>
                </p:cNvPr>
                <p:cNvSpPr/>
                <p:nvPr/>
              </p:nvSpPr>
              <p:spPr>
                <a:xfrm>
                  <a:off x="-2403866" y="3541123"/>
                  <a:ext cx="155950" cy="131920"/>
                </a:xfrm>
                <a:custGeom>
                  <a:avLst>
                    <a:gd name="f0" fmla="val 629"/>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FFFF"/>
                </a:solidFill>
                <a:ln w="12701" cap="flat">
                  <a:solidFill>
                    <a:srgbClr val="818181"/>
                  </a:solidFill>
                  <a:prstDash val="solid"/>
                  <a:miter/>
                </a:ln>
              </p:spPr>
              <p:txBody>
                <a:bodyPr vert="horz" wrap="square" lIns="107999"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800" b="0" i="0" u="none" strike="noStrike" kern="1200" cap="none" spc="0" baseline="0">
                    <a:solidFill>
                      <a:srgbClr val="211F26"/>
                    </a:solidFill>
                    <a:uFillTx/>
                    <a:latin typeface="Calibri" pitchFamily="34"/>
                    <a:cs typeface="Calibri" pitchFamily="34"/>
                  </a:endParaRPr>
                </a:p>
              </p:txBody>
            </p:sp>
            <p:sp>
              <p:nvSpPr>
                <p:cNvPr id="90" name="Rechthoek 219">
                  <a:extLst>
                    <a:ext uri="{FF2B5EF4-FFF2-40B4-BE49-F238E27FC236}">
                      <a16:creationId xmlns:a16="http://schemas.microsoft.com/office/drawing/2014/main" id="{ACE5EA68-FAC7-96EC-3469-2E8201716D47}"/>
                    </a:ext>
                  </a:extLst>
                </p:cNvPr>
                <p:cNvSpPr/>
                <p:nvPr/>
              </p:nvSpPr>
              <p:spPr>
                <a:xfrm>
                  <a:off x="-2382167" y="3559228"/>
                  <a:ext cx="117582" cy="16011"/>
                </a:xfrm>
                <a:prstGeom prst="rect">
                  <a:avLst/>
                </a:prstGeom>
                <a:solidFill>
                  <a:srgbClr val="D1D1D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91" name="Rechthoek 220">
                  <a:extLst>
                    <a:ext uri="{FF2B5EF4-FFF2-40B4-BE49-F238E27FC236}">
                      <a16:creationId xmlns:a16="http://schemas.microsoft.com/office/drawing/2014/main" id="{4D54928F-22D7-2D28-BC3E-3E9F73684B83}"/>
                    </a:ext>
                  </a:extLst>
                </p:cNvPr>
                <p:cNvSpPr/>
                <p:nvPr/>
              </p:nvSpPr>
              <p:spPr>
                <a:xfrm>
                  <a:off x="-2382158" y="3586349"/>
                  <a:ext cx="45756" cy="69997"/>
                </a:xfrm>
                <a:prstGeom prst="rect">
                  <a:avLst/>
                </a:prstGeom>
                <a:solidFill>
                  <a:srgbClr val="D1D1D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92" name="Rechthoek 221">
                  <a:extLst>
                    <a:ext uri="{FF2B5EF4-FFF2-40B4-BE49-F238E27FC236}">
                      <a16:creationId xmlns:a16="http://schemas.microsoft.com/office/drawing/2014/main" id="{E2B5B450-908C-0A52-41ED-CA38045D7DDA}"/>
                    </a:ext>
                  </a:extLst>
                </p:cNvPr>
                <p:cNvSpPr/>
                <p:nvPr/>
              </p:nvSpPr>
              <p:spPr>
                <a:xfrm>
                  <a:off x="-2322210" y="3590355"/>
                  <a:ext cx="52111" cy="8220"/>
                </a:xfrm>
                <a:prstGeom prst="rect">
                  <a:avLst/>
                </a:prstGeom>
                <a:solidFill>
                  <a:srgbClr val="B2B2B2"/>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93" name="Rechthoek 222">
                  <a:extLst>
                    <a:ext uri="{FF2B5EF4-FFF2-40B4-BE49-F238E27FC236}">
                      <a16:creationId xmlns:a16="http://schemas.microsoft.com/office/drawing/2014/main" id="{32E4BA01-CDDC-532E-F7D0-28ABCE81F84F}"/>
                    </a:ext>
                  </a:extLst>
                </p:cNvPr>
                <p:cNvSpPr/>
                <p:nvPr/>
              </p:nvSpPr>
              <p:spPr>
                <a:xfrm>
                  <a:off x="-2322210" y="3618408"/>
                  <a:ext cx="26746" cy="8220"/>
                </a:xfrm>
                <a:prstGeom prst="rect">
                  <a:avLst/>
                </a:prstGeom>
                <a:solidFill>
                  <a:srgbClr val="B2B2B2"/>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94" name="Rechthoek 223">
                  <a:extLst>
                    <a:ext uri="{FF2B5EF4-FFF2-40B4-BE49-F238E27FC236}">
                      <a16:creationId xmlns:a16="http://schemas.microsoft.com/office/drawing/2014/main" id="{A20429FC-6692-1171-142C-1C2BEAD632E6}"/>
                    </a:ext>
                  </a:extLst>
                </p:cNvPr>
                <p:cNvSpPr/>
                <p:nvPr/>
              </p:nvSpPr>
              <p:spPr>
                <a:xfrm>
                  <a:off x="-2322210" y="3646462"/>
                  <a:ext cx="26746" cy="8220"/>
                </a:xfrm>
                <a:prstGeom prst="rect">
                  <a:avLst/>
                </a:prstGeom>
                <a:solidFill>
                  <a:srgbClr val="B2B2B2"/>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grpSp>
            <p:nvGrpSpPr>
              <p:cNvPr id="95" name="Groep 206">
                <a:extLst>
                  <a:ext uri="{FF2B5EF4-FFF2-40B4-BE49-F238E27FC236}">
                    <a16:creationId xmlns:a16="http://schemas.microsoft.com/office/drawing/2014/main" id="{2A67C3BC-8CD7-3D58-7F60-BAC6FA7938EE}"/>
                  </a:ext>
                </a:extLst>
              </p:cNvPr>
              <p:cNvGrpSpPr/>
              <p:nvPr/>
            </p:nvGrpSpPr>
            <p:grpSpPr>
              <a:xfrm>
                <a:off x="-2423425" y="3770784"/>
                <a:ext cx="166741" cy="218962"/>
                <a:chOff x="-2423425" y="3770784"/>
                <a:chExt cx="166741" cy="218962"/>
              </a:xfrm>
            </p:grpSpPr>
            <p:grpSp>
              <p:nvGrpSpPr>
                <p:cNvPr id="96" name="Groep 210">
                  <a:extLst>
                    <a:ext uri="{FF2B5EF4-FFF2-40B4-BE49-F238E27FC236}">
                      <a16:creationId xmlns:a16="http://schemas.microsoft.com/office/drawing/2014/main" id="{45094059-B8C6-BC85-C9D2-FF817AA0A65B}"/>
                    </a:ext>
                  </a:extLst>
                </p:cNvPr>
                <p:cNvGrpSpPr/>
                <p:nvPr/>
              </p:nvGrpSpPr>
              <p:grpSpPr>
                <a:xfrm>
                  <a:off x="-2400482" y="3792473"/>
                  <a:ext cx="143798" cy="121642"/>
                  <a:chOff x="-2400482" y="3792473"/>
                  <a:chExt cx="143798" cy="121642"/>
                </a:xfrm>
              </p:grpSpPr>
              <p:sp>
                <p:nvSpPr>
                  <p:cNvPr id="97" name="Rechthoek: afgeronde hoeken 212">
                    <a:extLst>
                      <a:ext uri="{FF2B5EF4-FFF2-40B4-BE49-F238E27FC236}">
                        <a16:creationId xmlns:a16="http://schemas.microsoft.com/office/drawing/2014/main" id="{253FB97E-9FF4-9C65-E10D-B31CE797473D}"/>
                      </a:ext>
                    </a:extLst>
                  </p:cNvPr>
                  <p:cNvSpPr/>
                  <p:nvPr/>
                </p:nvSpPr>
                <p:spPr>
                  <a:xfrm>
                    <a:off x="-2400482" y="3792473"/>
                    <a:ext cx="143798" cy="121642"/>
                  </a:xfrm>
                  <a:custGeom>
                    <a:avLst>
                      <a:gd name="f0" fmla="val 629"/>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FFFF"/>
                  </a:solidFill>
                  <a:ln w="12701" cap="flat">
                    <a:solidFill>
                      <a:srgbClr val="818181"/>
                    </a:solidFill>
                    <a:prstDash val="solid"/>
                    <a:miter/>
                  </a:ln>
                </p:spPr>
                <p:txBody>
                  <a:bodyPr vert="horz" wrap="square" lIns="107999"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800" b="0" i="0" u="none" strike="noStrike" kern="1200" cap="none" spc="0" baseline="0">
                      <a:solidFill>
                        <a:srgbClr val="211F26"/>
                      </a:solidFill>
                      <a:uFillTx/>
                      <a:latin typeface="Calibri" pitchFamily="34"/>
                      <a:cs typeface="Calibri" pitchFamily="34"/>
                    </a:endParaRPr>
                  </a:p>
                </p:txBody>
              </p:sp>
              <p:sp>
                <p:nvSpPr>
                  <p:cNvPr id="98" name="Rechthoek 213">
                    <a:extLst>
                      <a:ext uri="{FF2B5EF4-FFF2-40B4-BE49-F238E27FC236}">
                        <a16:creationId xmlns:a16="http://schemas.microsoft.com/office/drawing/2014/main" id="{A1FF7E71-D1D3-2F78-963E-38F475819CEE}"/>
                      </a:ext>
                    </a:extLst>
                  </p:cNvPr>
                  <p:cNvSpPr/>
                  <p:nvPr/>
                </p:nvSpPr>
                <p:spPr>
                  <a:xfrm>
                    <a:off x="-2380466" y="3809170"/>
                    <a:ext cx="108420" cy="14767"/>
                  </a:xfrm>
                  <a:prstGeom prst="rect">
                    <a:avLst/>
                  </a:prstGeom>
                  <a:solidFill>
                    <a:srgbClr val="D1D1D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99" name="Rechthoek 214">
                    <a:extLst>
                      <a:ext uri="{FF2B5EF4-FFF2-40B4-BE49-F238E27FC236}">
                        <a16:creationId xmlns:a16="http://schemas.microsoft.com/office/drawing/2014/main" id="{F52D26A4-F679-520F-86D2-2DD3CBDDE827}"/>
                      </a:ext>
                    </a:extLst>
                  </p:cNvPr>
                  <p:cNvSpPr/>
                  <p:nvPr/>
                </p:nvSpPr>
                <p:spPr>
                  <a:xfrm>
                    <a:off x="-2380466" y="3834179"/>
                    <a:ext cx="42190" cy="64538"/>
                  </a:xfrm>
                  <a:prstGeom prst="rect">
                    <a:avLst/>
                  </a:prstGeom>
                  <a:solidFill>
                    <a:srgbClr val="D1D1D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100" name="Rechthoek 215">
                    <a:extLst>
                      <a:ext uri="{FF2B5EF4-FFF2-40B4-BE49-F238E27FC236}">
                        <a16:creationId xmlns:a16="http://schemas.microsoft.com/office/drawing/2014/main" id="{8710A043-4524-577D-14D0-1BB8349C053D}"/>
                      </a:ext>
                    </a:extLst>
                  </p:cNvPr>
                  <p:cNvSpPr/>
                  <p:nvPr/>
                </p:nvSpPr>
                <p:spPr>
                  <a:xfrm>
                    <a:off x="-2325182" y="3837873"/>
                    <a:ext cx="48051" cy="7580"/>
                  </a:xfrm>
                  <a:prstGeom prst="rect">
                    <a:avLst/>
                  </a:prstGeom>
                  <a:solidFill>
                    <a:srgbClr val="B2B2B2"/>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101" name="Rechthoek 216">
                    <a:extLst>
                      <a:ext uri="{FF2B5EF4-FFF2-40B4-BE49-F238E27FC236}">
                        <a16:creationId xmlns:a16="http://schemas.microsoft.com/office/drawing/2014/main" id="{832B1A84-86E3-D541-51AD-C91F7B1F3A37}"/>
                      </a:ext>
                    </a:extLst>
                  </p:cNvPr>
                  <p:cNvSpPr/>
                  <p:nvPr/>
                </p:nvSpPr>
                <p:spPr>
                  <a:xfrm>
                    <a:off x="-2325182" y="3863742"/>
                    <a:ext cx="24661" cy="7580"/>
                  </a:xfrm>
                  <a:prstGeom prst="rect">
                    <a:avLst/>
                  </a:prstGeom>
                  <a:solidFill>
                    <a:srgbClr val="B2B2B2"/>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102" name="Rechthoek 217">
                    <a:extLst>
                      <a:ext uri="{FF2B5EF4-FFF2-40B4-BE49-F238E27FC236}">
                        <a16:creationId xmlns:a16="http://schemas.microsoft.com/office/drawing/2014/main" id="{8C1070CC-9765-04AF-7B30-0EA7EF3D361D}"/>
                      </a:ext>
                    </a:extLst>
                  </p:cNvPr>
                  <p:cNvSpPr/>
                  <p:nvPr/>
                </p:nvSpPr>
                <p:spPr>
                  <a:xfrm>
                    <a:off x="-2325182" y="3889610"/>
                    <a:ext cx="24661" cy="7580"/>
                  </a:xfrm>
                  <a:prstGeom prst="rect">
                    <a:avLst/>
                  </a:prstGeom>
                  <a:solidFill>
                    <a:srgbClr val="B2B2B2"/>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sp>
              <p:nvSpPr>
                <p:cNvPr id="103" name="Boog 211">
                  <a:extLst>
                    <a:ext uri="{FF2B5EF4-FFF2-40B4-BE49-F238E27FC236}">
                      <a16:creationId xmlns:a16="http://schemas.microsoft.com/office/drawing/2014/main" id="{9DC0BD35-AE74-18EF-F680-A0058D3C8DD1}"/>
                    </a:ext>
                  </a:extLst>
                </p:cNvPr>
                <p:cNvSpPr/>
                <p:nvPr/>
              </p:nvSpPr>
              <p:spPr>
                <a:xfrm rot="17637085">
                  <a:off x="-2486866" y="3834225"/>
                  <a:ext cx="218962" cy="92080"/>
                </a:xfrm>
                <a:custGeom>
                  <a:avLst>
                    <a:gd name="f12" fmla="val 175"/>
                    <a:gd name="f13" fmla="val 292"/>
                  </a:avLst>
                  <a:gdLst>
                    <a:gd name="f2" fmla="val 10800000"/>
                    <a:gd name="f3" fmla="val 5400000"/>
                    <a:gd name="f4" fmla="val 16200000"/>
                    <a:gd name="f5" fmla="val 180"/>
                    <a:gd name="f6" fmla="val w"/>
                    <a:gd name="f7" fmla="val h"/>
                    <a:gd name="f8" fmla="val ss"/>
                    <a:gd name="f9" fmla="val 0"/>
                    <a:gd name="f10" fmla="*/ 5419351 1 1725033"/>
                    <a:gd name="f11" fmla="+- 0 0 1"/>
                    <a:gd name="f12" fmla="val 175"/>
                    <a:gd name="f13" fmla="val 292"/>
                    <a:gd name="f14" fmla="+- 0 0 -265"/>
                    <a:gd name="f15" fmla="+- 0 0 -234"/>
                    <a:gd name="f16" fmla="+- 0 0 -202"/>
                    <a:gd name="f17" fmla="abs f6"/>
                    <a:gd name="f18" fmla="abs f7"/>
                    <a:gd name="f19" fmla="abs f8"/>
                    <a:gd name="f20" fmla="val f9"/>
                    <a:gd name="f21" fmla="+- 0 0 f12"/>
                    <a:gd name="f22" fmla="+- 0 0 f13"/>
                    <a:gd name="f23" fmla="*/ f14 f2 1"/>
                    <a:gd name="f24" fmla="*/ f15 f2 1"/>
                    <a:gd name="f25" fmla="*/ f16 f2 1"/>
                    <a:gd name="f26" fmla="?: f17 f6 1"/>
                    <a:gd name="f27" fmla="?: f18 f7 1"/>
                    <a:gd name="f28" fmla="?: f19 f8 1"/>
                    <a:gd name="f29" fmla="*/ f21 f2 1"/>
                    <a:gd name="f30" fmla="*/ f22 f2 1"/>
                    <a:gd name="f31" fmla="*/ f23 1 f5"/>
                    <a:gd name="f32" fmla="*/ f24 1 f5"/>
                    <a:gd name="f33" fmla="*/ f25 1 f5"/>
                    <a:gd name="f34" fmla="*/ f26 1 21600"/>
                    <a:gd name="f35" fmla="*/ f27 1 21600"/>
                    <a:gd name="f36" fmla="*/ 21600 f26 1"/>
                    <a:gd name="f37" fmla="*/ 21600 f27 1"/>
                    <a:gd name="f38" fmla="*/ f29 1 f5"/>
                    <a:gd name="f39" fmla="*/ f30 1 f5"/>
                    <a:gd name="f40" fmla="+- f31 0 f3"/>
                    <a:gd name="f41" fmla="+- f32 0 f3"/>
                    <a:gd name="f42" fmla="+- f33 0 f3"/>
                    <a:gd name="f43" fmla="min f35 f34"/>
                    <a:gd name="f44" fmla="*/ f36 1 f28"/>
                    <a:gd name="f45" fmla="*/ f37 1 f28"/>
                    <a:gd name="f46" fmla="+- f38 0 f3"/>
                    <a:gd name="f47" fmla="+- f39 0 f3"/>
                    <a:gd name="f48" fmla="val f44"/>
                    <a:gd name="f49" fmla="val f45"/>
                    <a:gd name="f50" fmla="+- 0 0 f46"/>
                    <a:gd name="f51" fmla="+- 0 0 f47"/>
                    <a:gd name="f52" fmla="+- f49 0 f20"/>
                    <a:gd name="f53" fmla="+- f48 0 f20"/>
                    <a:gd name="f54" fmla="val f50"/>
                    <a:gd name="f55" fmla="val f51"/>
                    <a:gd name="f56" fmla="*/ f52 1 2"/>
                    <a:gd name="f57" fmla="*/ f53 1 2"/>
                    <a:gd name="f58" fmla="+- f55 0 f54"/>
                    <a:gd name="f59" fmla="+- f54 f3 0"/>
                    <a:gd name="f60" fmla="+- f55 f3 0"/>
                    <a:gd name="f61" fmla="+- 21600000 0 f54"/>
                    <a:gd name="f62" fmla="+- f3 0 f54"/>
                    <a:gd name="f63" fmla="+- 27000000 0 f54"/>
                    <a:gd name="f64" fmla="+- f2 0 f54"/>
                    <a:gd name="f65" fmla="+- 32400000 0 f54"/>
                    <a:gd name="f66" fmla="+- f4 0 f54"/>
                    <a:gd name="f67" fmla="+- 37800000 0 f54"/>
                    <a:gd name="f68" fmla="+- f20 f56 0"/>
                    <a:gd name="f69" fmla="+- f20 f57 0"/>
                    <a:gd name="f70" fmla="+- f58 21600000 0"/>
                    <a:gd name="f71" fmla="*/ f59 f10 1"/>
                    <a:gd name="f72" fmla="*/ f60 f10 1"/>
                    <a:gd name="f73" fmla="?: f62 f62 f63"/>
                    <a:gd name="f74" fmla="?: f64 f64 f65"/>
                    <a:gd name="f75" fmla="?: f66 f66 f67"/>
                    <a:gd name="f76" fmla="*/ f57 f43 1"/>
                    <a:gd name="f77" fmla="*/ f56 f43 1"/>
                    <a:gd name="f78" fmla="?: f58 f58 f70"/>
                    <a:gd name="f79" fmla="*/ f71 1 f2"/>
                    <a:gd name="f80" fmla="*/ f72 1 f2"/>
                    <a:gd name="f81" fmla="*/ f69 f43 1"/>
                    <a:gd name="f82" fmla="*/ f68 f43 1"/>
                    <a:gd name="f83" fmla="+- 0 0 f79"/>
                    <a:gd name="f84" fmla="+- 0 0 f80"/>
                    <a:gd name="f85" fmla="+- f78 0 f61"/>
                    <a:gd name="f86" fmla="+- f78 0 f73"/>
                    <a:gd name="f87" fmla="+- f78 0 f74"/>
                    <a:gd name="f88" fmla="+- f78 0 f75"/>
                    <a:gd name="f89" fmla="+- 0 0 f83"/>
                    <a:gd name="f90" fmla="+- 0 0 f84"/>
                    <a:gd name="f91" fmla="*/ f89 f2 1"/>
                    <a:gd name="f92" fmla="*/ f90 f2 1"/>
                    <a:gd name="f93" fmla="*/ f91 1 f10"/>
                    <a:gd name="f94" fmla="*/ f92 1 f10"/>
                    <a:gd name="f95" fmla="+- f93 0 f3"/>
                    <a:gd name="f96" fmla="+- f94 0 f3"/>
                    <a:gd name="f97" fmla="sin 1 f95"/>
                    <a:gd name="f98" fmla="cos 1 f95"/>
                    <a:gd name="f99" fmla="sin 1 f96"/>
                    <a:gd name="f100" fmla="cos 1 f96"/>
                    <a:gd name="f101" fmla="+- 0 0 f97"/>
                    <a:gd name="f102" fmla="+- 0 0 f98"/>
                    <a:gd name="f103" fmla="+- 0 0 f99"/>
                    <a:gd name="f104" fmla="+- 0 0 f100"/>
                    <a:gd name="f105" fmla="+- 0 0 f101"/>
                    <a:gd name="f106" fmla="+- 0 0 f102"/>
                    <a:gd name="f107" fmla="+- 0 0 f103"/>
                    <a:gd name="f108" fmla="+- 0 0 f104"/>
                    <a:gd name="f109" fmla="*/ f105 f57 1"/>
                    <a:gd name="f110" fmla="*/ f106 f56 1"/>
                    <a:gd name="f111" fmla="*/ f107 f57 1"/>
                    <a:gd name="f112" fmla="*/ f108 f56 1"/>
                    <a:gd name="f113" fmla="+- 0 0 f110"/>
                    <a:gd name="f114" fmla="+- 0 0 f109"/>
                    <a:gd name="f115" fmla="+- 0 0 f112"/>
                    <a:gd name="f116" fmla="+- 0 0 f111"/>
                    <a:gd name="f117" fmla="+- 0 0 f113"/>
                    <a:gd name="f118" fmla="+- 0 0 f114"/>
                    <a:gd name="f119" fmla="+- 0 0 f115"/>
                    <a:gd name="f120" fmla="+- 0 0 f116"/>
                    <a:gd name="f121" fmla="at2 f117 f118"/>
                    <a:gd name="f122" fmla="at2 f119 f120"/>
                    <a:gd name="f123" fmla="+- f121 f3 0"/>
                    <a:gd name="f124" fmla="+- f122 f3 0"/>
                    <a:gd name="f125" fmla="*/ f123 f10 1"/>
                    <a:gd name="f126" fmla="*/ f124 f10 1"/>
                    <a:gd name="f127" fmla="*/ f125 1 f2"/>
                    <a:gd name="f128" fmla="*/ f126 1 f2"/>
                    <a:gd name="f129" fmla="+- 0 0 f127"/>
                    <a:gd name="f130" fmla="+- 0 0 f128"/>
                    <a:gd name="f131" fmla="val f129"/>
                    <a:gd name="f132" fmla="val f130"/>
                    <a:gd name="f133" fmla="+- 0 0 f131"/>
                    <a:gd name="f134" fmla="+- 0 0 f132"/>
                    <a:gd name="f135" fmla="*/ f133 f2 1"/>
                    <a:gd name="f136" fmla="*/ f134 f2 1"/>
                    <a:gd name="f137" fmla="*/ f135 1 f10"/>
                    <a:gd name="f138" fmla="*/ f136 1 f10"/>
                    <a:gd name="f139" fmla="+- f137 0 f3"/>
                    <a:gd name="f140" fmla="+- f138 0 f3"/>
                    <a:gd name="f141" fmla="cos 1 f139"/>
                    <a:gd name="f142" fmla="sin 1 f139"/>
                    <a:gd name="f143" fmla="cos 1 f140"/>
                    <a:gd name="f144" fmla="sin 1 f140"/>
                    <a:gd name="f145" fmla="+- 0 0 f141"/>
                    <a:gd name="f146" fmla="+- 0 0 f142"/>
                    <a:gd name="f147" fmla="+- 0 0 f143"/>
                    <a:gd name="f148" fmla="+- 0 0 f144"/>
                    <a:gd name="f149" fmla="*/ f11 f145 1"/>
                    <a:gd name="f150" fmla="*/ f11 f146 1"/>
                    <a:gd name="f151" fmla="*/ f11 f147 1"/>
                    <a:gd name="f152" fmla="*/ f11 f148 1"/>
                    <a:gd name="f153" fmla="*/ f149 f57 1"/>
                    <a:gd name="f154" fmla="*/ f150 f56 1"/>
                    <a:gd name="f155" fmla="*/ f151 f57 1"/>
                    <a:gd name="f156" fmla="*/ f152 f56 1"/>
                    <a:gd name="f157" fmla="+- f69 f153 0"/>
                    <a:gd name="f158" fmla="+- f68 f154 0"/>
                    <a:gd name="f159" fmla="+- f69 f155 0"/>
                    <a:gd name="f160" fmla="+- f68 f156 0"/>
                    <a:gd name="f161" fmla="max f157 f159"/>
                    <a:gd name="f162" fmla="max f158 f160"/>
                    <a:gd name="f163" fmla="min f157 f159"/>
                    <a:gd name="f164" fmla="min f158 f160"/>
                    <a:gd name="f165" fmla="*/ f157 f43 1"/>
                    <a:gd name="f166" fmla="*/ f158 f43 1"/>
                    <a:gd name="f167" fmla="*/ f159 f43 1"/>
                    <a:gd name="f168" fmla="*/ f160 f43 1"/>
                    <a:gd name="f169" fmla="?: f85 f48 f161"/>
                    <a:gd name="f170" fmla="?: f86 f49 f162"/>
                    <a:gd name="f171" fmla="?: f87 f20 f163"/>
                    <a:gd name="f172" fmla="?: f88 f20 f164"/>
                    <a:gd name="f173" fmla="*/ f171 f43 1"/>
                    <a:gd name="f174" fmla="*/ f172 f43 1"/>
                    <a:gd name="f175" fmla="*/ f169 f43 1"/>
                    <a:gd name="f176" fmla="*/ f170 f43 1"/>
                  </a:gdLst>
                  <a:ahLst/>
                  <a:cxnLst>
                    <a:cxn ang="3cd4">
                      <a:pos x="hc" y="t"/>
                    </a:cxn>
                    <a:cxn ang="0">
                      <a:pos x="r" y="vc"/>
                    </a:cxn>
                    <a:cxn ang="cd4">
                      <a:pos x="hc" y="b"/>
                    </a:cxn>
                    <a:cxn ang="cd2">
                      <a:pos x="l" y="vc"/>
                    </a:cxn>
                    <a:cxn ang="f40">
                      <a:pos x="f165" y="f166"/>
                    </a:cxn>
                    <a:cxn ang="f41">
                      <a:pos x="f81" y="f82"/>
                    </a:cxn>
                    <a:cxn ang="f42">
                      <a:pos x="f167" y="f168"/>
                    </a:cxn>
                  </a:cxnLst>
                  <a:rect l="f173" t="f174" r="f175" b="f176"/>
                  <a:pathLst>
                    <a:path stroke="0">
                      <a:moveTo>
                        <a:pt x="f165" y="f166"/>
                      </a:moveTo>
                      <a:arcTo wR="f76" hR="f77" stAng="f54" swAng="f78"/>
                      <a:lnTo>
                        <a:pt x="f81" y="f82"/>
                      </a:lnTo>
                      <a:close/>
                    </a:path>
                    <a:path fill="none">
                      <a:moveTo>
                        <a:pt x="f165" y="f166"/>
                      </a:moveTo>
                      <a:arcTo wR="f76" hR="f77" stAng="f54" swAng="f78"/>
                    </a:path>
                  </a:pathLst>
                </a:custGeom>
                <a:noFill/>
                <a:ln w="19046" cap="flat">
                  <a:solidFill>
                    <a:srgbClr val="4D82B8"/>
                  </a:solidFill>
                  <a:prstDash val="solid"/>
                  <a:headEnd type="arrow"/>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2400" b="0" i="0" u="none" strike="noStrike" kern="1200" cap="none" spc="0" baseline="0">
                    <a:solidFill>
                      <a:srgbClr val="211F26"/>
                    </a:solidFill>
                    <a:uFillTx/>
                    <a:latin typeface="Calibri" pitchFamily="34"/>
                    <a:cs typeface="Calibri" pitchFamily="34"/>
                  </a:endParaRPr>
                </a:p>
              </p:txBody>
            </p:sp>
          </p:grpSp>
          <p:sp>
            <p:nvSpPr>
              <p:cNvPr id="104" name="Tekstvak 207">
                <a:extLst>
                  <a:ext uri="{FF2B5EF4-FFF2-40B4-BE49-F238E27FC236}">
                    <a16:creationId xmlns:a16="http://schemas.microsoft.com/office/drawing/2014/main" id="{0F670361-6315-216B-FCA3-DE31FBCEE6A5}"/>
                  </a:ext>
                </a:extLst>
              </p:cNvPr>
              <p:cNvSpPr txBox="1"/>
              <p:nvPr/>
            </p:nvSpPr>
            <p:spPr>
              <a:xfrm>
                <a:off x="-2245455" y="3541123"/>
                <a:ext cx="896112" cy="134709"/>
              </a:xfrm>
              <a:prstGeom prst="rect">
                <a:avLst/>
              </a:prstGeom>
              <a:noFill/>
              <a:ln>
                <a:noFill/>
              </a:ln>
            </p:spPr>
            <p:txBody>
              <a:bodyPr vert="horz" wrap="square" lIns="91440" tIns="45720" rIns="91440" bIns="45720" anchor="ctr" anchorCtr="0" compatLnSpc="1">
                <a:noAutofit/>
              </a:bodyPr>
              <a:lstStyle/>
              <a:p>
                <a:pPr marL="0" marR="0" lvl="0" indent="0" algn="l" defTabSz="1217514"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900" b="0" i="0" u="none" strike="noStrike" kern="1200" cap="none" spc="0" baseline="0">
                    <a:solidFill>
                      <a:srgbClr val="211F26"/>
                    </a:solidFill>
                    <a:uFillTx/>
                    <a:latin typeface="Calibri" pitchFamily="34"/>
                    <a:cs typeface="Calibri" pitchFamily="34"/>
                  </a:rPr>
                  <a:t>Layout</a:t>
                </a:r>
              </a:p>
            </p:txBody>
          </p:sp>
          <p:sp>
            <p:nvSpPr>
              <p:cNvPr id="105" name="Tekstvak 208">
                <a:extLst>
                  <a:ext uri="{FF2B5EF4-FFF2-40B4-BE49-F238E27FC236}">
                    <a16:creationId xmlns:a16="http://schemas.microsoft.com/office/drawing/2014/main" id="{32F52FC2-9D1B-537C-E176-FD9B7D1949CA}"/>
                  </a:ext>
                </a:extLst>
              </p:cNvPr>
              <p:cNvSpPr txBox="1"/>
              <p:nvPr/>
            </p:nvSpPr>
            <p:spPr>
              <a:xfrm>
                <a:off x="-2258888" y="3793552"/>
                <a:ext cx="909544" cy="126415"/>
              </a:xfrm>
              <a:prstGeom prst="rect">
                <a:avLst/>
              </a:prstGeom>
              <a:noFill/>
              <a:ln>
                <a:noFill/>
              </a:ln>
            </p:spPr>
            <p:txBody>
              <a:bodyPr vert="horz" wrap="square" lIns="91440" tIns="45720" rIns="91440" bIns="45720" anchor="ctr" anchorCtr="0" compatLnSpc="1">
                <a:noAutofit/>
              </a:bodyPr>
              <a:lstStyle/>
              <a:p>
                <a:pPr marL="0" marR="0" lvl="0" indent="0" algn="l" defTabSz="1217514"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900" b="0" i="0" u="none" strike="noStrike" kern="1200" cap="none" spc="0" baseline="0">
                    <a:solidFill>
                      <a:srgbClr val="211F26"/>
                    </a:solidFill>
                    <a:uFillTx/>
                    <a:latin typeface="Calibri" pitchFamily="34"/>
                    <a:cs typeface="Calibri" pitchFamily="34"/>
                  </a:rPr>
                  <a:t>Reset slide</a:t>
                </a:r>
              </a:p>
            </p:txBody>
          </p:sp>
          <p:sp>
            <p:nvSpPr>
              <p:cNvPr id="106" name="Vrije vorm: vorm 209">
                <a:extLst>
                  <a:ext uri="{FF2B5EF4-FFF2-40B4-BE49-F238E27FC236}">
                    <a16:creationId xmlns:a16="http://schemas.microsoft.com/office/drawing/2014/main" id="{57158D71-92E5-5BF7-9DD8-62C328CCB41F}"/>
                  </a:ext>
                </a:extLst>
              </p:cNvPr>
              <p:cNvSpPr/>
              <p:nvPr/>
            </p:nvSpPr>
            <p:spPr>
              <a:xfrm>
                <a:off x="-1360389" y="3863714"/>
                <a:ext cx="97566" cy="179999"/>
              </a:xfrm>
              <a:custGeom>
                <a:avLst/>
                <a:gdLst>
                  <a:gd name="f0" fmla="val 10800000"/>
                  <a:gd name="f1" fmla="val 5400000"/>
                  <a:gd name="f2" fmla="val 180"/>
                  <a:gd name="f3" fmla="val w"/>
                  <a:gd name="f4" fmla="val h"/>
                  <a:gd name="f5" fmla="val 0"/>
                  <a:gd name="f6" fmla="val 880280"/>
                  <a:gd name="f7" fmla="val 1624084"/>
                  <a:gd name="f8" fmla="val 1262418"/>
                  <a:gd name="f9" fmla="val 313898"/>
                  <a:gd name="f10" fmla="val 996287"/>
                  <a:gd name="f11" fmla="val 620973"/>
                  <a:gd name="f12" fmla="val 839337"/>
                  <a:gd name="f13" fmla="val 1480782"/>
                  <a:gd name="f14" fmla="val 498144"/>
                  <a:gd name="f15" fmla="val 900753"/>
                  <a:gd name="f16" fmla="val 893929"/>
                  <a:gd name="f17" fmla="+- 0 0 -90"/>
                  <a:gd name="f18" fmla="*/ f3 1 880280"/>
                  <a:gd name="f19" fmla="*/ f4 1 1624084"/>
                  <a:gd name="f20" fmla="val f5"/>
                  <a:gd name="f21" fmla="val f6"/>
                  <a:gd name="f22" fmla="val f7"/>
                  <a:gd name="f23" fmla="*/ f17 f0 1"/>
                  <a:gd name="f24" fmla="+- f22 0 f20"/>
                  <a:gd name="f25" fmla="+- f21 0 f20"/>
                  <a:gd name="f26" fmla="*/ f23 1 f2"/>
                  <a:gd name="f27" fmla="*/ f25 1 880280"/>
                  <a:gd name="f28" fmla="*/ f24 1 1624084"/>
                  <a:gd name="f29" fmla="*/ 0 f25 1"/>
                  <a:gd name="f30" fmla="*/ 0 f24 1"/>
                  <a:gd name="f31" fmla="*/ 1262418 f24 1"/>
                  <a:gd name="f32" fmla="*/ 620973 f25 1"/>
                  <a:gd name="f33" fmla="*/ 1624084 f24 1"/>
                  <a:gd name="f34" fmla="*/ 839337 f25 1"/>
                  <a:gd name="f35" fmla="*/ 1480782 f24 1"/>
                  <a:gd name="f36" fmla="*/ 900753 f24 1"/>
                  <a:gd name="f37" fmla="*/ 880280 f25 1"/>
                  <a:gd name="f38" fmla="*/ 893929 f24 1"/>
                  <a:gd name="f39" fmla="*/ 313898 f25 1"/>
                  <a:gd name="f40" fmla="*/ 996287 f24 1"/>
                  <a:gd name="f41" fmla="*/ 498144 f25 1"/>
                  <a:gd name="f42" fmla="+- f26 0 f1"/>
                  <a:gd name="f43" fmla="*/ f29 1 880280"/>
                  <a:gd name="f44" fmla="*/ f30 1 1624084"/>
                  <a:gd name="f45" fmla="*/ f31 1 1624084"/>
                  <a:gd name="f46" fmla="*/ f32 1 880280"/>
                  <a:gd name="f47" fmla="*/ f33 1 1624084"/>
                  <a:gd name="f48" fmla="*/ f34 1 880280"/>
                  <a:gd name="f49" fmla="*/ f35 1 1624084"/>
                  <a:gd name="f50" fmla="*/ f36 1 1624084"/>
                  <a:gd name="f51" fmla="*/ f37 1 880280"/>
                  <a:gd name="f52" fmla="*/ f38 1 1624084"/>
                  <a:gd name="f53" fmla="*/ f39 1 880280"/>
                  <a:gd name="f54" fmla="*/ f40 1 1624084"/>
                  <a:gd name="f55" fmla="*/ f41 1 880280"/>
                  <a:gd name="f56" fmla="*/ f20 1 f27"/>
                  <a:gd name="f57" fmla="*/ f21 1 f27"/>
                  <a:gd name="f58" fmla="*/ f20 1 f28"/>
                  <a:gd name="f59" fmla="*/ f22 1 f28"/>
                  <a:gd name="f60" fmla="*/ f43 1 f27"/>
                  <a:gd name="f61" fmla="*/ f44 1 f28"/>
                  <a:gd name="f62" fmla="*/ f45 1 f28"/>
                  <a:gd name="f63" fmla="*/ f53 1 f27"/>
                  <a:gd name="f64" fmla="*/ f54 1 f28"/>
                  <a:gd name="f65" fmla="*/ f46 1 f27"/>
                  <a:gd name="f66" fmla="*/ f47 1 f28"/>
                  <a:gd name="f67" fmla="*/ f48 1 f27"/>
                  <a:gd name="f68" fmla="*/ f49 1 f28"/>
                  <a:gd name="f69" fmla="*/ f55 1 f27"/>
                  <a:gd name="f70" fmla="*/ f50 1 f28"/>
                  <a:gd name="f71" fmla="*/ f51 1 f27"/>
                  <a:gd name="f72" fmla="*/ f52 1 f28"/>
                  <a:gd name="f73" fmla="*/ f56 f18 1"/>
                  <a:gd name="f74" fmla="*/ f57 f18 1"/>
                  <a:gd name="f75" fmla="*/ f59 f19 1"/>
                  <a:gd name="f76" fmla="*/ f58 f19 1"/>
                  <a:gd name="f77" fmla="*/ f60 f18 1"/>
                  <a:gd name="f78" fmla="*/ f61 f19 1"/>
                  <a:gd name="f79" fmla="*/ f62 f19 1"/>
                  <a:gd name="f80" fmla="*/ f63 f18 1"/>
                  <a:gd name="f81" fmla="*/ f64 f19 1"/>
                  <a:gd name="f82" fmla="*/ f65 f18 1"/>
                  <a:gd name="f83" fmla="*/ f66 f19 1"/>
                  <a:gd name="f84" fmla="*/ f67 f18 1"/>
                  <a:gd name="f85" fmla="*/ f68 f19 1"/>
                  <a:gd name="f86" fmla="*/ f69 f18 1"/>
                  <a:gd name="f87" fmla="*/ f70 f19 1"/>
                  <a:gd name="f88" fmla="*/ f71 f18 1"/>
                  <a:gd name="f89" fmla="*/ f72 f19 1"/>
                </a:gdLst>
                <a:ahLst/>
                <a:cxnLst>
                  <a:cxn ang="3cd4">
                    <a:pos x="hc" y="t"/>
                  </a:cxn>
                  <a:cxn ang="0">
                    <a:pos x="r" y="vc"/>
                  </a:cxn>
                  <a:cxn ang="cd4">
                    <a:pos x="hc" y="b"/>
                  </a:cxn>
                  <a:cxn ang="cd2">
                    <a:pos x="l" y="vc"/>
                  </a:cxn>
                  <a:cxn ang="f42">
                    <a:pos x="f77" y="f78"/>
                  </a:cxn>
                  <a:cxn ang="f42">
                    <a:pos x="f77" y="f79"/>
                  </a:cxn>
                  <a:cxn ang="f42">
                    <a:pos x="f80" y="f81"/>
                  </a:cxn>
                  <a:cxn ang="f42">
                    <a:pos x="f82" y="f83"/>
                  </a:cxn>
                  <a:cxn ang="f42">
                    <a:pos x="f84" y="f85"/>
                  </a:cxn>
                  <a:cxn ang="f42">
                    <a:pos x="f86" y="f87"/>
                  </a:cxn>
                  <a:cxn ang="f42">
                    <a:pos x="f88" y="f89"/>
                  </a:cxn>
                  <a:cxn ang="f42">
                    <a:pos x="f77" y="f78"/>
                  </a:cxn>
                </a:cxnLst>
                <a:rect l="f73" t="f76" r="f74" b="f75"/>
                <a:pathLst>
                  <a:path w="880280" h="1624084">
                    <a:moveTo>
                      <a:pt x="f5" y="f5"/>
                    </a:moveTo>
                    <a:lnTo>
                      <a:pt x="f5" y="f8"/>
                    </a:lnTo>
                    <a:lnTo>
                      <a:pt x="f9" y="f10"/>
                    </a:lnTo>
                    <a:lnTo>
                      <a:pt x="f11" y="f7"/>
                    </a:lnTo>
                    <a:lnTo>
                      <a:pt x="f12" y="f13"/>
                    </a:lnTo>
                    <a:lnTo>
                      <a:pt x="f14" y="f15"/>
                    </a:lnTo>
                    <a:lnTo>
                      <a:pt x="f6" y="f16"/>
                    </a:lnTo>
                    <a:lnTo>
                      <a:pt x="f5" y="f5"/>
                    </a:lnTo>
                    <a:close/>
                  </a:path>
                </a:pathLst>
              </a:custGeom>
              <a:solidFill>
                <a:srgbClr val="FFFFFF"/>
              </a:solidFill>
              <a:ln w="12701" cap="flat">
                <a:solidFill>
                  <a:srgbClr val="000000"/>
                </a:solidFill>
                <a:prstDash val="solid"/>
                <a:miter/>
              </a:ln>
            </p:spPr>
            <p:txBody>
              <a:bodyPr vert="horz" wrap="square" lIns="179999" tIns="179999" rIns="179999" bIns="179999"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1600" b="0" i="0" u="none" strike="noStrike" kern="1200" cap="all" spc="0" baseline="0">
                  <a:solidFill>
                    <a:srgbClr val="FFFFFF"/>
                  </a:solidFill>
                  <a:uFillTx/>
                  <a:latin typeface="Calibri" pitchFamily="34"/>
                  <a:cs typeface="Calibri" pitchFamily="34"/>
                </a:endParaRPr>
              </a:p>
            </p:txBody>
          </p:sp>
        </p:grpSp>
        <p:grpSp>
          <p:nvGrpSpPr>
            <p:cNvPr id="107" name="Groep 165">
              <a:extLst>
                <a:ext uri="{FF2B5EF4-FFF2-40B4-BE49-F238E27FC236}">
                  <a16:creationId xmlns:a16="http://schemas.microsoft.com/office/drawing/2014/main" id="{752074EE-F2FC-CEF4-9FAB-F94C82C194C3}"/>
                </a:ext>
              </a:extLst>
            </p:cNvPr>
            <p:cNvGrpSpPr/>
            <p:nvPr/>
          </p:nvGrpSpPr>
          <p:grpSpPr>
            <a:xfrm>
              <a:off x="-3786164" y="5680655"/>
              <a:ext cx="3693380" cy="959690"/>
              <a:chOff x="-3786164" y="5680655"/>
              <a:chExt cx="3693380" cy="959690"/>
            </a:xfrm>
          </p:grpSpPr>
          <p:sp>
            <p:nvSpPr>
              <p:cNvPr id="108" name="Rechthoek 193">
                <a:extLst>
                  <a:ext uri="{FF2B5EF4-FFF2-40B4-BE49-F238E27FC236}">
                    <a16:creationId xmlns:a16="http://schemas.microsoft.com/office/drawing/2014/main" id="{F81CCB99-329E-2B28-2630-60A35BA70E76}"/>
                  </a:ext>
                </a:extLst>
              </p:cNvPr>
              <p:cNvSpPr/>
              <p:nvPr/>
            </p:nvSpPr>
            <p:spPr>
              <a:xfrm>
                <a:off x="-3786164" y="5812347"/>
                <a:ext cx="3593637" cy="827998"/>
              </a:xfrm>
              <a:prstGeom prst="rect">
                <a:avLst/>
              </a:prstGeom>
              <a:solidFill>
                <a:srgbClr val="ECECEC"/>
              </a:solidFill>
              <a:ln w="6345" cap="flat">
                <a:solidFill>
                  <a:srgbClr val="ECECEC"/>
                </a:solidFill>
                <a:prstDash val="solid"/>
                <a:miter/>
              </a:ln>
            </p:spPr>
            <p:txBody>
              <a:bodyPr vert="horz" wrap="square" lIns="179999" tIns="143999" rIns="179999" bIns="143999"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1" i="0" u="none" strike="noStrike" kern="1200" cap="all" spc="0" baseline="0">
                    <a:solidFill>
                      <a:srgbClr val="211F26"/>
                    </a:solidFill>
                    <a:uFillTx/>
                    <a:latin typeface="Calibri" pitchFamily="34"/>
                    <a:cs typeface="Calibri" pitchFamily="34"/>
                  </a:rPr>
                  <a:t>Want to know more?</a:t>
                </a:r>
                <a:br>
                  <a:rPr lang="en-GB" sz="1200" b="1" i="0" u="none" strike="noStrike" kern="1200" cap="all" spc="0" baseline="0">
                    <a:solidFill>
                      <a:srgbClr val="211F26"/>
                    </a:solidFill>
                    <a:uFillTx/>
                    <a:latin typeface="Calibri" pitchFamily="34"/>
                    <a:cs typeface="Calibri" pitchFamily="34"/>
                  </a:rPr>
                </a:br>
                <a:r>
                  <a:rPr lang="en-GB" sz="1200" b="0" i="0" u="none" strike="noStrike" kern="1200" cap="none" spc="0" baseline="0">
                    <a:solidFill>
                      <a:srgbClr val="211F26"/>
                    </a:solidFill>
                    <a:uFillTx/>
                    <a:latin typeface="Calibri" pitchFamily="34"/>
                    <a:cs typeface="Calibri" pitchFamily="34"/>
                  </a:rPr>
                  <a:t>Go to the tab</a:t>
                </a:r>
                <a:r>
                  <a:rPr lang="en-GB" sz="1200" b="1" i="0" u="none" strike="noStrike" kern="1200" cap="all" spc="0" baseline="0">
                    <a:solidFill>
                      <a:srgbClr val="211F26"/>
                    </a:solidFill>
                    <a:uFillTx/>
                    <a:latin typeface="Calibri" pitchFamily="34"/>
                    <a:cs typeface="Calibri" pitchFamily="34"/>
                  </a:rPr>
                  <a:t> 'SLIDEBUILDER’ </a:t>
                </a:r>
                <a:r>
                  <a:rPr lang="en-GB" sz="1200" b="0" i="0" u="none" strike="noStrike" kern="1200" cap="none" spc="0" baseline="0">
                    <a:solidFill>
                      <a:srgbClr val="211F26"/>
                    </a:solidFill>
                    <a:uFillTx/>
                    <a:latin typeface="Calibri" pitchFamily="34"/>
                    <a:cs typeface="Calibri" pitchFamily="34"/>
                  </a:rPr>
                  <a:t>and click</a:t>
                </a:r>
                <a:br>
                  <a:rPr lang="en-GB" sz="1200" b="0" i="0" u="none" strike="noStrike" kern="1200" cap="none" spc="0" baseline="0">
                    <a:solidFill>
                      <a:srgbClr val="211F26"/>
                    </a:solidFill>
                    <a:uFillTx/>
                    <a:latin typeface="Calibri" pitchFamily="34"/>
                    <a:cs typeface="Calibri" pitchFamily="34"/>
                  </a:rPr>
                </a:br>
                <a:r>
                  <a:rPr lang="en-GB" sz="1200" b="0" i="0" u="none" strike="noStrike" kern="1200" cap="none" spc="0" baseline="0">
                    <a:solidFill>
                      <a:srgbClr val="211F26"/>
                    </a:solidFill>
                    <a:uFillTx/>
                    <a:latin typeface="Calibri" pitchFamily="34"/>
                    <a:cs typeface="Calibri" pitchFamily="34"/>
                  </a:rPr>
                  <a:t>on the button </a:t>
                </a:r>
                <a:r>
                  <a:rPr lang="en-GB" sz="1200" b="1" i="0" u="none" strike="noStrike" kern="1200" cap="all" spc="0" baseline="0">
                    <a:solidFill>
                      <a:srgbClr val="211F26"/>
                    </a:solidFill>
                    <a:uFillTx/>
                    <a:latin typeface="Calibri" pitchFamily="34"/>
                    <a:cs typeface="Calibri" pitchFamily="34"/>
                  </a:rPr>
                  <a:t>‘Inspiration'</a:t>
                </a:r>
              </a:p>
            </p:txBody>
          </p:sp>
          <p:grpSp>
            <p:nvGrpSpPr>
              <p:cNvPr id="109" name="ICOON_info">
                <a:extLst>
                  <a:ext uri="{FF2B5EF4-FFF2-40B4-BE49-F238E27FC236}">
                    <a16:creationId xmlns:a16="http://schemas.microsoft.com/office/drawing/2014/main" id="{60004045-48E2-E14D-4B4F-E2F61127745D}"/>
                  </a:ext>
                </a:extLst>
              </p:cNvPr>
              <p:cNvGrpSpPr/>
              <p:nvPr/>
            </p:nvGrpSpPr>
            <p:grpSpPr>
              <a:xfrm>
                <a:off x="-376467" y="5680655"/>
                <a:ext cx="283683" cy="283683"/>
                <a:chOff x="-376467" y="5680655"/>
                <a:chExt cx="283683" cy="283683"/>
              </a:xfrm>
            </p:grpSpPr>
            <p:sp>
              <p:nvSpPr>
                <p:cNvPr id="110" name="Ovaal 201">
                  <a:extLst>
                    <a:ext uri="{FF2B5EF4-FFF2-40B4-BE49-F238E27FC236}">
                      <a16:creationId xmlns:a16="http://schemas.microsoft.com/office/drawing/2014/main" id="{8D4E4982-DC83-6EDC-AC4D-215D5C3DF41E}"/>
                    </a:ext>
                  </a:extLst>
                </p:cNvPr>
                <p:cNvSpPr/>
                <p:nvPr/>
              </p:nvSpPr>
              <p:spPr>
                <a:xfrm>
                  <a:off x="-356433" y="5700113"/>
                  <a:ext cx="244748" cy="244748"/>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211F26"/>
                </a:solidFill>
                <a:ln>
                  <a:noFill/>
                  <a:prstDash val="solid"/>
                </a:ln>
              </p:spPr>
              <p:txBody>
                <a:bodyPr vert="horz" wrap="square" lIns="179999" tIns="179999" rIns="179999" bIns="179999"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1600" b="0" i="0" u="none" strike="noStrike" kern="1200" cap="all" spc="0" baseline="0">
                    <a:solidFill>
                      <a:srgbClr val="FFFFFF"/>
                    </a:solidFill>
                    <a:uFillTx/>
                    <a:latin typeface="Calibri" pitchFamily="34"/>
                    <a:cs typeface="Calibri" pitchFamily="34"/>
                  </a:endParaRPr>
                </a:p>
              </p:txBody>
            </p:sp>
            <p:sp>
              <p:nvSpPr>
                <p:cNvPr id="111" name="Graphic 163" descr="Informatie">
                  <a:extLst>
                    <a:ext uri="{FF2B5EF4-FFF2-40B4-BE49-F238E27FC236}">
                      <a16:creationId xmlns:a16="http://schemas.microsoft.com/office/drawing/2014/main" id="{9E19F029-639F-176D-CEC2-DA58776C0252}"/>
                    </a:ext>
                  </a:extLst>
                </p:cNvPr>
                <p:cNvSpPr/>
                <p:nvPr/>
              </p:nvSpPr>
              <p:spPr>
                <a:xfrm>
                  <a:off x="-376467" y="5680655"/>
                  <a:ext cx="283683" cy="283683"/>
                </a:xfrm>
                <a:custGeom>
                  <a:avLst/>
                  <a:gdLst>
                    <a:gd name="f0" fmla="val 10800000"/>
                    <a:gd name="f1" fmla="val 5400000"/>
                    <a:gd name="f2" fmla="val 180"/>
                    <a:gd name="f3" fmla="val w"/>
                    <a:gd name="f4" fmla="val h"/>
                    <a:gd name="f5" fmla="val 0"/>
                    <a:gd name="f6" fmla="val 291719"/>
                    <a:gd name="f7" fmla="val 145860"/>
                    <a:gd name="f8" fmla="val 65253"/>
                    <a:gd name="f9" fmla="val 226467"/>
                    <a:gd name="f10" fmla="val 291720"/>
                    <a:gd name="f11" fmla="val 138183"/>
                    <a:gd name="f12" fmla="val 38384"/>
                    <a:gd name="f13" fmla="val 148931"/>
                    <a:gd name="f14" fmla="val 157375"/>
                    <a:gd name="f15" fmla="val 46829"/>
                    <a:gd name="f16" fmla="val 57576"/>
                    <a:gd name="f17" fmla="val 68324"/>
                    <a:gd name="f18" fmla="val 76768"/>
                    <a:gd name="f19" fmla="val 127435"/>
                    <a:gd name="f20" fmla="val 118991"/>
                    <a:gd name="f21" fmla="val 184244"/>
                    <a:gd name="f22" fmla="val 253336"/>
                    <a:gd name="f23" fmla="val 107476"/>
                    <a:gd name="f24" fmla="val 230305"/>
                    <a:gd name="f25" fmla="val 134345"/>
                    <a:gd name="f26" fmla="val 115153"/>
                    <a:gd name="f27" fmla="val 111314"/>
                    <a:gd name="f28" fmla="val 92122"/>
                    <a:gd name="f29" fmla="+- 0 0 -90"/>
                    <a:gd name="f30" fmla="*/ f3 1 291719"/>
                    <a:gd name="f31" fmla="*/ f4 1 291719"/>
                    <a:gd name="f32" fmla="val f5"/>
                    <a:gd name="f33" fmla="val f6"/>
                    <a:gd name="f34" fmla="*/ f29 f0 1"/>
                    <a:gd name="f35" fmla="+- f33 0 f32"/>
                    <a:gd name="f36" fmla="*/ f34 1 f2"/>
                    <a:gd name="f37" fmla="*/ f35 1 291719"/>
                    <a:gd name="f38" fmla="*/ 145860 f35 1"/>
                    <a:gd name="f39" fmla="*/ 0 f35 1"/>
                    <a:gd name="f40" fmla="*/ 291720 f35 1"/>
                    <a:gd name="f41" fmla="*/ 138183 f35 1"/>
                    <a:gd name="f42" fmla="*/ 38384 f35 1"/>
                    <a:gd name="f43" fmla="*/ 157375 f35 1"/>
                    <a:gd name="f44" fmla="*/ 57576 f35 1"/>
                    <a:gd name="f45" fmla="*/ 76768 f35 1"/>
                    <a:gd name="f46" fmla="*/ 118991 f35 1"/>
                    <a:gd name="f47" fmla="*/ 184244 f35 1"/>
                    <a:gd name="f48" fmla="*/ 253336 f35 1"/>
                    <a:gd name="f49" fmla="*/ 107476 f35 1"/>
                    <a:gd name="f50" fmla="*/ 230305 f35 1"/>
                    <a:gd name="f51" fmla="*/ 134345 f35 1"/>
                    <a:gd name="f52" fmla="*/ 115153 f35 1"/>
                    <a:gd name="f53" fmla="*/ 111314 f35 1"/>
                    <a:gd name="f54" fmla="*/ 92122 f35 1"/>
                    <a:gd name="f55" fmla="+- f36 0 f1"/>
                    <a:gd name="f56" fmla="*/ f38 1 291719"/>
                    <a:gd name="f57" fmla="*/ f39 1 291719"/>
                    <a:gd name="f58" fmla="*/ f40 1 291719"/>
                    <a:gd name="f59" fmla="*/ f41 1 291719"/>
                    <a:gd name="f60" fmla="*/ f42 1 291719"/>
                    <a:gd name="f61" fmla="*/ f43 1 291719"/>
                    <a:gd name="f62" fmla="*/ f44 1 291719"/>
                    <a:gd name="f63" fmla="*/ f45 1 291719"/>
                    <a:gd name="f64" fmla="*/ f46 1 291719"/>
                    <a:gd name="f65" fmla="*/ f47 1 291719"/>
                    <a:gd name="f66" fmla="*/ f48 1 291719"/>
                    <a:gd name="f67" fmla="*/ f49 1 291719"/>
                    <a:gd name="f68" fmla="*/ f50 1 291719"/>
                    <a:gd name="f69" fmla="*/ f51 1 291719"/>
                    <a:gd name="f70" fmla="*/ f52 1 291719"/>
                    <a:gd name="f71" fmla="*/ f53 1 291719"/>
                    <a:gd name="f72" fmla="*/ f54 1 291719"/>
                    <a:gd name="f73" fmla="*/ f32 1 f37"/>
                    <a:gd name="f74" fmla="*/ f33 1 f37"/>
                    <a:gd name="f75" fmla="*/ f56 1 f37"/>
                    <a:gd name="f76" fmla="*/ f57 1 f37"/>
                    <a:gd name="f77" fmla="*/ f58 1 f37"/>
                    <a:gd name="f78" fmla="*/ f59 1 f37"/>
                    <a:gd name="f79" fmla="*/ f60 1 f37"/>
                    <a:gd name="f80" fmla="*/ f61 1 f37"/>
                    <a:gd name="f81" fmla="*/ f62 1 f37"/>
                    <a:gd name="f82" fmla="*/ f63 1 f37"/>
                    <a:gd name="f83" fmla="*/ f64 1 f37"/>
                    <a:gd name="f84" fmla="*/ f65 1 f37"/>
                    <a:gd name="f85" fmla="*/ f66 1 f37"/>
                    <a:gd name="f86" fmla="*/ f67 1 f37"/>
                    <a:gd name="f87" fmla="*/ f68 1 f37"/>
                    <a:gd name="f88" fmla="*/ f69 1 f37"/>
                    <a:gd name="f89" fmla="*/ f70 1 f37"/>
                    <a:gd name="f90" fmla="*/ f71 1 f37"/>
                    <a:gd name="f91" fmla="*/ f72 1 f37"/>
                    <a:gd name="f92" fmla="*/ f73 f30 1"/>
                    <a:gd name="f93" fmla="*/ f74 f30 1"/>
                    <a:gd name="f94" fmla="*/ f74 f31 1"/>
                    <a:gd name="f95" fmla="*/ f73 f31 1"/>
                    <a:gd name="f96" fmla="*/ f75 f30 1"/>
                    <a:gd name="f97" fmla="*/ f76 f31 1"/>
                    <a:gd name="f98" fmla="*/ f76 f30 1"/>
                    <a:gd name="f99" fmla="*/ f75 f31 1"/>
                    <a:gd name="f100" fmla="*/ f77 f31 1"/>
                    <a:gd name="f101" fmla="*/ f77 f30 1"/>
                    <a:gd name="f102" fmla="*/ f78 f30 1"/>
                    <a:gd name="f103" fmla="*/ f79 f31 1"/>
                    <a:gd name="f104" fmla="*/ f80 f30 1"/>
                    <a:gd name="f105" fmla="*/ f81 f31 1"/>
                    <a:gd name="f106" fmla="*/ f82 f31 1"/>
                    <a:gd name="f107" fmla="*/ f83 f30 1"/>
                    <a:gd name="f108" fmla="*/ f84 f30 1"/>
                    <a:gd name="f109" fmla="*/ f85 f31 1"/>
                    <a:gd name="f110" fmla="*/ f86 f30 1"/>
                    <a:gd name="f111" fmla="*/ f87 f31 1"/>
                    <a:gd name="f112" fmla="*/ f88 f30 1"/>
                    <a:gd name="f113" fmla="*/ f89 f31 1"/>
                    <a:gd name="f114" fmla="*/ f90 f30 1"/>
                    <a:gd name="f115" fmla="*/ f91 f31 1"/>
                  </a:gdLst>
                  <a:ahLst/>
                  <a:cxnLst>
                    <a:cxn ang="3cd4">
                      <a:pos x="hc" y="t"/>
                    </a:cxn>
                    <a:cxn ang="0">
                      <a:pos x="r" y="vc"/>
                    </a:cxn>
                    <a:cxn ang="cd4">
                      <a:pos x="hc" y="b"/>
                    </a:cxn>
                    <a:cxn ang="cd2">
                      <a:pos x="l" y="vc"/>
                    </a:cxn>
                    <a:cxn ang="f55">
                      <a:pos x="f96" y="f97"/>
                    </a:cxn>
                    <a:cxn ang="f55">
                      <a:pos x="f98" y="f99"/>
                    </a:cxn>
                    <a:cxn ang="f55">
                      <a:pos x="f96" y="f100"/>
                    </a:cxn>
                    <a:cxn ang="f55">
                      <a:pos x="f101" y="f99"/>
                    </a:cxn>
                    <a:cxn ang="f55">
                      <a:pos x="f96" y="f97"/>
                    </a:cxn>
                    <a:cxn ang="f55">
                      <a:pos x="f102" y="f103"/>
                    </a:cxn>
                    <a:cxn ang="f55">
                      <a:pos x="f104" y="f105"/>
                    </a:cxn>
                    <a:cxn ang="f55">
                      <a:pos x="f102" y="f106"/>
                    </a:cxn>
                    <a:cxn ang="f55">
                      <a:pos x="f107" y="f105"/>
                    </a:cxn>
                    <a:cxn ang="f55">
                      <a:pos x="f102" y="f103"/>
                    </a:cxn>
                    <a:cxn ang="f55">
                      <a:pos x="f108" y="f109"/>
                    </a:cxn>
                    <a:cxn ang="f55">
                      <a:pos x="f110" y="f109"/>
                    </a:cxn>
                    <a:cxn ang="f55">
                      <a:pos x="f110" y="f111"/>
                    </a:cxn>
                    <a:cxn ang="f55">
                      <a:pos x="f112" y="f111"/>
                    </a:cxn>
                    <a:cxn ang="f55">
                      <a:pos x="f112" y="f113"/>
                    </a:cxn>
                    <a:cxn ang="f55">
                      <a:pos x="f114" y="f113"/>
                    </a:cxn>
                    <a:cxn ang="f55">
                      <a:pos x="f114" y="f115"/>
                    </a:cxn>
                    <a:cxn ang="f55">
                      <a:pos x="f104" y="f115"/>
                    </a:cxn>
                    <a:cxn ang="f55">
                      <a:pos x="f104" y="f113"/>
                    </a:cxn>
                    <a:cxn ang="f55">
                      <a:pos x="f104" y="f111"/>
                    </a:cxn>
                    <a:cxn ang="f55">
                      <a:pos x="f108" y="f111"/>
                    </a:cxn>
                    <a:cxn ang="f55">
                      <a:pos x="f108" y="f109"/>
                    </a:cxn>
                  </a:cxnLst>
                  <a:rect l="f92" t="f95" r="f93" b="f94"/>
                  <a:pathLst>
                    <a:path w="291719" h="291719">
                      <a:moveTo>
                        <a:pt x="f7" y="f5"/>
                      </a:moveTo>
                      <a:cubicBezTo>
                        <a:pt x="f8" y="f5"/>
                        <a:pt x="f5" y="f8"/>
                        <a:pt x="f5" y="f7"/>
                      </a:cubicBezTo>
                      <a:cubicBezTo>
                        <a:pt x="f5" y="f9"/>
                        <a:pt x="f8" y="f10"/>
                        <a:pt x="f7" y="f10"/>
                      </a:cubicBezTo>
                      <a:cubicBezTo>
                        <a:pt x="f9" y="f10"/>
                        <a:pt x="f10" y="f9"/>
                        <a:pt x="f10" y="f7"/>
                      </a:cubicBezTo>
                      <a:cubicBezTo>
                        <a:pt x="f10" y="f8"/>
                        <a:pt x="f9" y="f5"/>
                        <a:pt x="f7" y="f5"/>
                      </a:cubicBezTo>
                      <a:close/>
                      <a:moveTo>
                        <a:pt x="f11" y="f12"/>
                      </a:moveTo>
                      <a:cubicBezTo>
                        <a:pt x="f13" y="f12"/>
                        <a:pt x="f14" y="f15"/>
                        <a:pt x="f14" y="f16"/>
                      </a:cubicBezTo>
                      <a:cubicBezTo>
                        <a:pt x="f14" y="f17"/>
                        <a:pt x="f13" y="f18"/>
                        <a:pt x="f11" y="f18"/>
                      </a:cubicBezTo>
                      <a:cubicBezTo>
                        <a:pt x="f19" y="f18"/>
                        <a:pt x="f20" y="f17"/>
                        <a:pt x="f20" y="f16"/>
                      </a:cubicBezTo>
                      <a:cubicBezTo>
                        <a:pt x="f20" y="f15"/>
                        <a:pt x="f19" y="f12"/>
                        <a:pt x="f11" y="f12"/>
                      </a:cubicBezTo>
                      <a:close/>
                      <a:moveTo>
                        <a:pt x="f21" y="f22"/>
                      </a:moveTo>
                      <a:lnTo>
                        <a:pt x="f23" y="f22"/>
                      </a:lnTo>
                      <a:lnTo>
                        <a:pt x="f23" y="f24"/>
                      </a:lnTo>
                      <a:lnTo>
                        <a:pt x="f25" y="f24"/>
                      </a:lnTo>
                      <a:lnTo>
                        <a:pt x="f25" y="f26"/>
                      </a:lnTo>
                      <a:lnTo>
                        <a:pt x="f27" y="f26"/>
                      </a:lnTo>
                      <a:lnTo>
                        <a:pt x="f27" y="f28"/>
                      </a:lnTo>
                      <a:lnTo>
                        <a:pt x="f14" y="f28"/>
                      </a:lnTo>
                      <a:lnTo>
                        <a:pt x="f14" y="f26"/>
                      </a:lnTo>
                      <a:lnTo>
                        <a:pt x="f14" y="f24"/>
                      </a:lnTo>
                      <a:lnTo>
                        <a:pt x="f21" y="f24"/>
                      </a:lnTo>
                      <a:lnTo>
                        <a:pt x="f21" y="f22"/>
                      </a:lnTo>
                      <a:close/>
                    </a:path>
                  </a:pathLst>
                </a:custGeom>
                <a:solidFill>
                  <a:srgbClr val="1FF524"/>
                </a:solidFill>
                <a:ln>
                  <a:noFill/>
                  <a:prstDash val="soli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2000" b="0" i="0" u="none" strike="noStrike" kern="1200" cap="none" spc="0" baseline="0">
                    <a:solidFill>
                      <a:srgbClr val="211F26"/>
                    </a:solidFill>
                    <a:uFillTx/>
                    <a:latin typeface="Calibri" pitchFamily="34"/>
                    <a:cs typeface="Calibri" pitchFamily="34"/>
                  </a:endParaRPr>
                </a:p>
              </p:txBody>
            </p:sp>
          </p:grpSp>
          <p:grpSp>
            <p:nvGrpSpPr>
              <p:cNvPr id="112" name="Groep 195">
                <a:extLst>
                  <a:ext uri="{FF2B5EF4-FFF2-40B4-BE49-F238E27FC236}">
                    <a16:creationId xmlns:a16="http://schemas.microsoft.com/office/drawing/2014/main" id="{C3109223-9F1A-AA58-3990-11FBD6BFEEE6}"/>
                  </a:ext>
                </a:extLst>
              </p:cNvPr>
              <p:cNvGrpSpPr/>
              <p:nvPr/>
            </p:nvGrpSpPr>
            <p:grpSpPr>
              <a:xfrm>
                <a:off x="-938165" y="5938003"/>
                <a:ext cx="627799" cy="576684"/>
                <a:chOff x="-938165" y="5938003"/>
                <a:chExt cx="627799" cy="576684"/>
              </a:xfrm>
            </p:grpSpPr>
            <p:grpSp>
              <p:nvGrpSpPr>
                <p:cNvPr id="113" name="Inspireren">
                  <a:extLst>
                    <a:ext uri="{FF2B5EF4-FFF2-40B4-BE49-F238E27FC236}">
                      <a16:creationId xmlns:a16="http://schemas.microsoft.com/office/drawing/2014/main" id="{5933069C-73B4-B8E6-D771-D9BBA554E616}"/>
                    </a:ext>
                  </a:extLst>
                </p:cNvPr>
                <p:cNvGrpSpPr/>
                <p:nvPr/>
              </p:nvGrpSpPr>
              <p:grpSpPr>
                <a:xfrm>
                  <a:off x="-715847" y="5938003"/>
                  <a:ext cx="169776" cy="242380"/>
                  <a:chOff x="-715847" y="5938003"/>
                  <a:chExt cx="169776" cy="242380"/>
                </a:xfrm>
              </p:grpSpPr>
              <p:sp>
                <p:nvSpPr>
                  <p:cNvPr id="114" name="Freeform 12">
                    <a:extLst>
                      <a:ext uri="{FF2B5EF4-FFF2-40B4-BE49-F238E27FC236}">
                        <a16:creationId xmlns:a16="http://schemas.microsoft.com/office/drawing/2014/main" id="{D264F140-3A13-F1A6-8299-704A742DB97A}"/>
                      </a:ext>
                    </a:extLst>
                  </p:cNvPr>
                  <p:cNvSpPr/>
                  <p:nvPr/>
                </p:nvSpPr>
                <p:spPr>
                  <a:xfrm>
                    <a:off x="-665646" y="6024826"/>
                    <a:ext cx="68726" cy="62051"/>
                  </a:xfrm>
                  <a:custGeom>
                    <a:avLst/>
                    <a:gdLst>
                      <a:gd name="f0" fmla="val 10800000"/>
                      <a:gd name="f1" fmla="val 5400000"/>
                      <a:gd name="f2" fmla="val 180"/>
                      <a:gd name="f3" fmla="val w"/>
                      <a:gd name="f4" fmla="val h"/>
                      <a:gd name="f5" fmla="val 0"/>
                      <a:gd name="f6" fmla="val 319"/>
                      <a:gd name="f7" fmla="val 288"/>
                      <a:gd name="f8" fmla="val 220"/>
                      <a:gd name="f9" fmla="val 107"/>
                      <a:gd name="f10" fmla="+- 0 0 -90"/>
                      <a:gd name="f11" fmla="*/ f3 1 319"/>
                      <a:gd name="f12" fmla="*/ f4 1 288"/>
                      <a:gd name="f13" fmla="val f5"/>
                      <a:gd name="f14" fmla="val f6"/>
                      <a:gd name="f15" fmla="val f7"/>
                      <a:gd name="f16" fmla="*/ f10 f0 1"/>
                      <a:gd name="f17" fmla="+- f15 0 f13"/>
                      <a:gd name="f18" fmla="+- f14 0 f13"/>
                      <a:gd name="f19" fmla="*/ f16 1 f2"/>
                      <a:gd name="f20" fmla="*/ f18 1 319"/>
                      <a:gd name="f21" fmla="*/ f17 1 288"/>
                      <a:gd name="f22" fmla="*/ 220 f18 1"/>
                      <a:gd name="f23" fmla="*/ 288 f17 1"/>
                      <a:gd name="f24" fmla="*/ 107 f18 1"/>
                      <a:gd name="f25" fmla="*/ 0 f18 1"/>
                      <a:gd name="f26" fmla="*/ 0 f17 1"/>
                      <a:gd name="f27" fmla="*/ 319 f18 1"/>
                      <a:gd name="f28" fmla="+- f19 0 f1"/>
                      <a:gd name="f29" fmla="*/ f22 1 319"/>
                      <a:gd name="f30" fmla="*/ f23 1 288"/>
                      <a:gd name="f31" fmla="*/ f24 1 319"/>
                      <a:gd name="f32" fmla="*/ f25 1 319"/>
                      <a:gd name="f33" fmla="*/ f26 1 288"/>
                      <a:gd name="f34" fmla="*/ f27 1 319"/>
                      <a:gd name="f35" fmla="*/ 0 1 f20"/>
                      <a:gd name="f36" fmla="*/ f14 1 f20"/>
                      <a:gd name="f37" fmla="*/ 0 1 f21"/>
                      <a:gd name="f38" fmla="*/ f15 1 f21"/>
                      <a:gd name="f39" fmla="*/ f29 1 f20"/>
                      <a:gd name="f40" fmla="*/ f30 1 f21"/>
                      <a:gd name="f41" fmla="*/ f31 1 f20"/>
                      <a:gd name="f42" fmla="*/ f32 1 f20"/>
                      <a:gd name="f43" fmla="*/ f33 1 f21"/>
                      <a:gd name="f44" fmla="*/ f34 1 f20"/>
                      <a:gd name="f45" fmla="*/ f35 f11 1"/>
                      <a:gd name="f46" fmla="*/ f36 f11 1"/>
                      <a:gd name="f47" fmla="*/ f38 f12 1"/>
                      <a:gd name="f48" fmla="*/ f37 f12 1"/>
                      <a:gd name="f49" fmla="*/ f39 f11 1"/>
                      <a:gd name="f50" fmla="*/ f40 f12 1"/>
                      <a:gd name="f51" fmla="*/ f41 f11 1"/>
                      <a:gd name="f52" fmla="*/ f42 f11 1"/>
                      <a:gd name="f53" fmla="*/ f43 f12 1"/>
                      <a:gd name="f54" fmla="*/ f44 f11 1"/>
                    </a:gdLst>
                    <a:ahLst/>
                    <a:cxnLst>
                      <a:cxn ang="3cd4">
                        <a:pos x="hc" y="t"/>
                      </a:cxn>
                      <a:cxn ang="0">
                        <a:pos x="r" y="vc"/>
                      </a:cxn>
                      <a:cxn ang="cd4">
                        <a:pos x="hc" y="b"/>
                      </a:cxn>
                      <a:cxn ang="cd2">
                        <a:pos x="l" y="vc"/>
                      </a:cxn>
                      <a:cxn ang="f28">
                        <a:pos x="f49" y="f50"/>
                      </a:cxn>
                      <a:cxn ang="f28">
                        <a:pos x="f51" y="f50"/>
                      </a:cxn>
                      <a:cxn ang="f28">
                        <a:pos x="f52" y="f53"/>
                      </a:cxn>
                      <a:cxn ang="f28">
                        <a:pos x="f54" y="f53"/>
                      </a:cxn>
                      <a:cxn ang="f28">
                        <a:pos x="f49" y="f50"/>
                      </a:cxn>
                    </a:cxnLst>
                    <a:rect l="f45" t="f48" r="f46" b="f47"/>
                    <a:pathLst>
                      <a:path w="319" h="288">
                        <a:moveTo>
                          <a:pt x="f8" y="f7"/>
                        </a:moveTo>
                        <a:lnTo>
                          <a:pt x="f9" y="f7"/>
                        </a:lnTo>
                        <a:lnTo>
                          <a:pt x="f5" y="f5"/>
                        </a:lnTo>
                        <a:lnTo>
                          <a:pt x="f6" y="f5"/>
                        </a:lnTo>
                        <a:lnTo>
                          <a:pt x="f8" y="f7"/>
                        </a:lnTo>
                        <a:close/>
                      </a:path>
                    </a:pathLst>
                  </a:custGeom>
                  <a:solidFill>
                    <a:srgbClr val="1FF524"/>
                  </a:solidFill>
                  <a:ln>
                    <a:noFill/>
                    <a:prstDash val="solid"/>
                  </a:ln>
                </p:spPr>
                <p:txBody>
                  <a:bodyPr vert="horz" wrap="square" lIns="91440" tIns="45720" rIns="91440" bIns="45720" anchor="t"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300" b="0" i="0" u="none" strike="noStrike" kern="0" cap="none" spc="0" baseline="0">
                      <a:solidFill>
                        <a:srgbClr val="211F26"/>
                      </a:solidFill>
                      <a:uFillTx/>
                      <a:latin typeface="Arial"/>
                    </a:endParaRPr>
                  </a:p>
                </p:txBody>
              </p:sp>
              <p:sp>
                <p:nvSpPr>
                  <p:cNvPr id="115" name="Freeform 13">
                    <a:extLst>
                      <a:ext uri="{FF2B5EF4-FFF2-40B4-BE49-F238E27FC236}">
                        <a16:creationId xmlns:a16="http://schemas.microsoft.com/office/drawing/2014/main" id="{887B39A6-F291-DCFF-E760-4B9FAB62081C}"/>
                      </a:ext>
                    </a:extLst>
                  </p:cNvPr>
                  <p:cNvSpPr/>
                  <p:nvPr/>
                </p:nvSpPr>
                <p:spPr>
                  <a:xfrm>
                    <a:off x="-661120" y="6156252"/>
                    <a:ext cx="60761" cy="24131"/>
                  </a:xfrm>
                  <a:custGeom>
                    <a:avLst/>
                    <a:gdLst>
                      <a:gd name="f0" fmla="val 10800000"/>
                      <a:gd name="f1" fmla="val 5400000"/>
                      <a:gd name="f2" fmla="val 180"/>
                      <a:gd name="f3" fmla="val w"/>
                      <a:gd name="f4" fmla="val h"/>
                      <a:gd name="f5" fmla="val 0"/>
                      <a:gd name="f6" fmla="val 251"/>
                      <a:gd name="f7" fmla="val 100"/>
                      <a:gd name="f8" fmla="val 229"/>
                      <a:gd name="f9" fmla="val 70"/>
                      <a:gd name="f10" fmla="val 69"/>
                      <a:gd name="f11" fmla="val 22"/>
                      <a:gd name="f12" fmla="val 27"/>
                      <a:gd name="f13" fmla="val 87"/>
                      <a:gd name="f14" fmla="val 44"/>
                      <a:gd name="f15" fmla="val 63"/>
                      <a:gd name="f16" fmla="val 188"/>
                      <a:gd name="f17" fmla="val 207"/>
                      <a:gd name="f18" fmla="val 223"/>
                      <a:gd name="f19" fmla="val 88"/>
                      <a:gd name="f20" fmla="val 71"/>
                      <a:gd name="f21" fmla="+- 0 0 -90"/>
                      <a:gd name="f22" fmla="*/ f3 1 251"/>
                      <a:gd name="f23" fmla="*/ f4 1 100"/>
                      <a:gd name="f24" fmla="val f5"/>
                      <a:gd name="f25" fmla="val f6"/>
                      <a:gd name="f26" fmla="val f7"/>
                      <a:gd name="f27" fmla="*/ f21 f0 1"/>
                      <a:gd name="f28" fmla="+- f26 0 f24"/>
                      <a:gd name="f29" fmla="+- f25 0 f24"/>
                      <a:gd name="f30" fmla="*/ f27 1 f2"/>
                      <a:gd name="f31" fmla="*/ f29 1 251"/>
                      <a:gd name="f32" fmla="*/ f28 1 100"/>
                      <a:gd name="f33" fmla="*/ 229 f29 1"/>
                      <a:gd name="f34" fmla="*/ 70 f28 1"/>
                      <a:gd name="f35" fmla="*/ 69 f28 1"/>
                      <a:gd name="f36" fmla="*/ 251 f29 1"/>
                      <a:gd name="f37" fmla="*/ 0 f28 1"/>
                      <a:gd name="f38" fmla="*/ 0 f29 1"/>
                      <a:gd name="f39" fmla="*/ 22 f29 1"/>
                      <a:gd name="f40" fmla="*/ 63 f29 1"/>
                      <a:gd name="f41" fmla="*/ 100 f28 1"/>
                      <a:gd name="f42" fmla="*/ 188 f29 1"/>
                      <a:gd name="f43" fmla="*/ 71 f28 1"/>
                      <a:gd name="f44" fmla="+- f30 0 f1"/>
                      <a:gd name="f45" fmla="*/ f33 1 251"/>
                      <a:gd name="f46" fmla="*/ f34 1 100"/>
                      <a:gd name="f47" fmla="*/ f35 1 100"/>
                      <a:gd name="f48" fmla="*/ f36 1 251"/>
                      <a:gd name="f49" fmla="*/ f37 1 100"/>
                      <a:gd name="f50" fmla="*/ f38 1 251"/>
                      <a:gd name="f51" fmla="*/ f39 1 251"/>
                      <a:gd name="f52" fmla="*/ f40 1 251"/>
                      <a:gd name="f53" fmla="*/ f41 1 100"/>
                      <a:gd name="f54" fmla="*/ f42 1 251"/>
                      <a:gd name="f55" fmla="*/ f43 1 100"/>
                      <a:gd name="f56" fmla="*/ 0 1 f31"/>
                      <a:gd name="f57" fmla="*/ f25 1 f31"/>
                      <a:gd name="f58" fmla="*/ 0 1 f32"/>
                      <a:gd name="f59" fmla="*/ f26 1 f32"/>
                      <a:gd name="f60" fmla="*/ f45 1 f31"/>
                      <a:gd name="f61" fmla="*/ f46 1 f32"/>
                      <a:gd name="f62" fmla="*/ f47 1 f32"/>
                      <a:gd name="f63" fmla="*/ f48 1 f31"/>
                      <a:gd name="f64" fmla="*/ f49 1 f32"/>
                      <a:gd name="f65" fmla="*/ f50 1 f31"/>
                      <a:gd name="f66" fmla="*/ f51 1 f31"/>
                      <a:gd name="f67" fmla="*/ f52 1 f31"/>
                      <a:gd name="f68" fmla="*/ f53 1 f32"/>
                      <a:gd name="f69" fmla="*/ f54 1 f31"/>
                      <a:gd name="f70" fmla="*/ f55 1 f32"/>
                      <a:gd name="f71" fmla="*/ f56 f22 1"/>
                      <a:gd name="f72" fmla="*/ f57 f22 1"/>
                      <a:gd name="f73" fmla="*/ f59 f23 1"/>
                      <a:gd name="f74" fmla="*/ f58 f23 1"/>
                      <a:gd name="f75" fmla="*/ f60 f22 1"/>
                      <a:gd name="f76" fmla="*/ f61 f23 1"/>
                      <a:gd name="f77" fmla="*/ f62 f23 1"/>
                      <a:gd name="f78" fmla="*/ f63 f22 1"/>
                      <a:gd name="f79" fmla="*/ f64 f23 1"/>
                      <a:gd name="f80" fmla="*/ f65 f22 1"/>
                      <a:gd name="f81" fmla="*/ f66 f22 1"/>
                      <a:gd name="f82" fmla="*/ f67 f22 1"/>
                      <a:gd name="f83" fmla="*/ f68 f23 1"/>
                      <a:gd name="f84" fmla="*/ f69 f22 1"/>
                      <a:gd name="f85" fmla="*/ f70 f23 1"/>
                    </a:gdLst>
                    <a:ahLst/>
                    <a:cxnLst>
                      <a:cxn ang="3cd4">
                        <a:pos x="hc" y="t"/>
                      </a:cxn>
                      <a:cxn ang="0">
                        <a:pos x="r" y="vc"/>
                      </a:cxn>
                      <a:cxn ang="cd4">
                        <a:pos x="hc" y="b"/>
                      </a:cxn>
                      <a:cxn ang="cd2">
                        <a:pos x="l" y="vc"/>
                      </a:cxn>
                      <a:cxn ang="f44">
                        <a:pos x="f75" y="f76"/>
                      </a:cxn>
                      <a:cxn ang="f44">
                        <a:pos x="f75" y="f77"/>
                      </a:cxn>
                      <a:cxn ang="f44">
                        <a:pos x="f78" y="f79"/>
                      </a:cxn>
                      <a:cxn ang="f44">
                        <a:pos x="f80" y="f79"/>
                      </a:cxn>
                      <a:cxn ang="f44">
                        <a:pos x="f81" y="f77"/>
                      </a:cxn>
                      <a:cxn ang="f44">
                        <a:pos x="f82" y="f83"/>
                      </a:cxn>
                      <a:cxn ang="f44">
                        <a:pos x="f84" y="f83"/>
                      </a:cxn>
                      <a:cxn ang="f44">
                        <a:pos x="f75" y="f85"/>
                      </a:cxn>
                      <a:cxn ang="f44">
                        <a:pos x="f75" y="f85"/>
                      </a:cxn>
                      <a:cxn ang="f44">
                        <a:pos x="f75" y="f76"/>
                      </a:cxn>
                    </a:cxnLst>
                    <a:rect l="f71" t="f74" r="f72" b="f73"/>
                    <a:pathLst>
                      <a:path w="251" h="100">
                        <a:moveTo>
                          <a:pt x="f8" y="f9"/>
                        </a:moveTo>
                        <a:cubicBezTo>
                          <a:pt x="f8" y="f9"/>
                          <a:pt x="f8" y="f10"/>
                          <a:pt x="f8" y="f10"/>
                        </a:cubicBezTo>
                        <a:cubicBezTo>
                          <a:pt x="f6" y="f5"/>
                          <a:pt x="f6" y="f5"/>
                          <a:pt x="f6" y="f5"/>
                        </a:cubicBezTo>
                        <a:cubicBezTo>
                          <a:pt x="f5" y="f5"/>
                          <a:pt x="f5" y="f5"/>
                          <a:pt x="f5" y="f5"/>
                        </a:cubicBezTo>
                        <a:cubicBezTo>
                          <a:pt x="f11" y="f10"/>
                          <a:pt x="f11" y="f10"/>
                          <a:pt x="f11" y="f10"/>
                        </a:cubicBezTo>
                        <a:cubicBezTo>
                          <a:pt x="f12" y="f13"/>
                          <a:pt x="f14" y="f7"/>
                          <a:pt x="f15" y="f7"/>
                        </a:cubicBezTo>
                        <a:cubicBezTo>
                          <a:pt x="f16" y="f7"/>
                          <a:pt x="f16" y="f7"/>
                          <a:pt x="f16" y="f7"/>
                        </a:cubicBezTo>
                        <a:cubicBezTo>
                          <a:pt x="f17" y="f7"/>
                          <a:pt x="f18" y="f19"/>
                          <a:pt x="f8" y="f20"/>
                        </a:cubicBezTo>
                        <a:cubicBezTo>
                          <a:pt x="f8" y="f20"/>
                          <a:pt x="f8" y="f20"/>
                          <a:pt x="f8" y="f20"/>
                        </a:cubicBezTo>
                        <a:lnTo>
                          <a:pt x="f8" y="f9"/>
                        </a:lnTo>
                        <a:close/>
                      </a:path>
                    </a:pathLst>
                  </a:custGeom>
                  <a:gradFill>
                    <a:gsLst>
                      <a:gs pos="0">
                        <a:srgbClr val="9D9FA1"/>
                      </a:gs>
                      <a:gs pos="100000">
                        <a:srgbClr val="211F26"/>
                      </a:gs>
                    </a:gsLst>
                    <a:lin ang="2700000"/>
                  </a:gradFill>
                  <a:ln>
                    <a:noFill/>
                    <a:prstDash val="solid"/>
                  </a:ln>
                </p:spPr>
                <p:txBody>
                  <a:bodyPr vert="horz" wrap="square" lIns="91440" tIns="45720" rIns="91440" bIns="45720" anchor="t"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300" b="0" i="0" u="none" strike="noStrike" kern="0" cap="none" spc="0" baseline="0">
                      <a:solidFill>
                        <a:srgbClr val="211F26"/>
                      </a:solidFill>
                      <a:uFillTx/>
                      <a:latin typeface="Arial"/>
                    </a:endParaRPr>
                  </a:p>
                </p:txBody>
              </p:sp>
              <p:sp>
                <p:nvSpPr>
                  <p:cNvPr id="116" name="Freeform 14">
                    <a:extLst>
                      <a:ext uri="{FF2B5EF4-FFF2-40B4-BE49-F238E27FC236}">
                        <a16:creationId xmlns:a16="http://schemas.microsoft.com/office/drawing/2014/main" id="{AC14F299-D50A-0D93-5FA6-8F0652B1AAD5}"/>
                      </a:ext>
                    </a:extLst>
                  </p:cNvPr>
                  <p:cNvSpPr/>
                  <p:nvPr/>
                </p:nvSpPr>
                <p:spPr>
                  <a:xfrm>
                    <a:off x="-715847" y="5938003"/>
                    <a:ext cx="169776" cy="208126"/>
                  </a:xfrm>
                  <a:custGeom>
                    <a:avLst/>
                    <a:gdLst>
                      <a:gd name="f0" fmla="val 10800000"/>
                      <a:gd name="f1" fmla="val 5400000"/>
                      <a:gd name="f2" fmla="val 180"/>
                      <a:gd name="f3" fmla="val w"/>
                      <a:gd name="f4" fmla="val h"/>
                      <a:gd name="f5" fmla="val 0"/>
                      <a:gd name="f6" fmla="val 702"/>
                      <a:gd name="f7" fmla="val 860"/>
                      <a:gd name="f8" fmla="val 351"/>
                      <a:gd name="f9" fmla="val 157"/>
                      <a:gd name="f10" fmla="val 463"/>
                      <a:gd name="f11" fmla="val 52"/>
                      <a:gd name="f12" fmla="val 562"/>
                      <a:gd name="f13" fmla="val 134"/>
                      <a:gd name="f14" fmla="val 627"/>
                      <a:gd name="f15" fmla="val 165"/>
                      <a:gd name="f16" fmla="val 718"/>
                      <a:gd name="f17" fmla="val 266"/>
                      <a:gd name="f18" fmla="val 434"/>
                      <a:gd name="f19" fmla="val 419"/>
                      <a:gd name="f20" fmla="val 760"/>
                      <a:gd name="f21" fmla="val 284"/>
                      <a:gd name="f22" fmla="val 179"/>
                      <a:gd name="f23" fmla="val 212"/>
                      <a:gd name="f24" fmla="val 216"/>
                      <a:gd name="f25" fmla="val 488"/>
                      <a:gd name="f26" fmla="val 491"/>
                      <a:gd name="f27" fmla="val 570"/>
                      <a:gd name="f28" fmla="val 625"/>
                      <a:gd name="f29" fmla="val 651"/>
                      <a:gd name="f30" fmla="val 560"/>
                      <a:gd name="f31" fmla="val 461"/>
                      <a:gd name="f32" fmla="val 545"/>
                      <a:gd name="f33" fmla="val 587"/>
                      <a:gd name="f34" fmla="val 438"/>
                      <a:gd name="f35" fmla="val 568"/>
                      <a:gd name="f36" fmla="val 490"/>
                      <a:gd name="f37" fmla="val 531"/>
                      <a:gd name="f38" fmla="val 534"/>
                      <a:gd name="f39" fmla="val 485"/>
                      <a:gd name="f40" fmla="val 563"/>
                      <a:gd name="f41" fmla="val 454"/>
                      <a:gd name="f42" fmla="val 658"/>
                      <a:gd name="f43" fmla="val 250"/>
                      <a:gd name="f44" fmla="val 219"/>
                      <a:gd name="f45" fmla="val 565"/>
                      <a:gd name="f46" fmla="val 172"/>
                      <a:gd name="f47" fmla="val 536"/>
                      <a:gd name="f48" fmla="val 135"/>
                      <a:gd name="f49" fmla="val 115"/>
                      <a:gd name="f50" fmla="val 439"/>
                      <a:gd name="f51" fmla="val 105"/>
                      <a:gd name="f52" fmla="val 411"/>
                      <a:gd name="f53" fmla="val 99"/>
                      <a:gd name="f54" fmla="val 382"/>
                      <a:gd name="f55" fmla="val 603"/>
                      <a:gd name="f56" fmla="val 381"/>
                      <a:gd name="f57" fmla="val 597"/>
                      <a:gd name="f58" fmla="+- 0 0 -90"/>
                      <a:gd name="f59" fmla="*/ f3 1 702"/>
                      <a:gd name="f60" fmla="*/ f4 1 860"/>
                      <a:gd name="f61" fmla="val f5"/>
                      <a:gd name="f62" fmla="val f6"/>
                      <a:gd name="f63" fmla="val f7"/>
                      <a:gd name="f64" fmla="*/ f58 f0 1"/>
                      <a:gd name="f65" fmla="+- f63 0 f61"/>
                      <a:gd name="f66" fmla="+- f62 0 f61"/>
                      <a:gd name="f67" fmla="*/ f64 1 f2"/>
                      <a:gd name="f68" fmla="*/ f66 1 702"/>
                      <a:gd name="f69" fmla="*/ f65 1 860"/>
                      <a:gd name="f70" fmla="*/ 351 f66 1"/>
                      <a:gd name="f71" fmla="*/ 0 f65 1"/>
                      <a:gd name="f72" fmla="*/ 0 f66 1"/>
                      <a:gd name="f73" fmla="*/ 351 f65 1"/>
                      <a:gd name="f74" fmla="*/ 134 f66 1"/>
                      <a:gd name="f75" fmla="*/ 627 f65 1"/>
                      <a:gd name="f76" fmla="*/ 165 f66 1"/>
                      <a:gd name="f77" fmla="*/ 718 f65 1"/>
                      <a:gd name="f78" fmla="*/ 266 f66 1"/>
                      <a:gd name="f79" fmla="*/ 434 f66 1"/>
                      <a:gd name="f80" fmla="*/ 419 f66 1"/>
                      <a:gd name="f81" fmla="*/ 760 f65 1"/>
                      <a:gd name="f82" fmla="*/ 284 f66 1"/>
                      <a:gd name="f83" fmla="*/ 179 f66 1"/>
                      <a:gd name="f84" fmla="*/ 212 f66 1"/>
                      <a:gd name="f85" fmla="*/ 860 f65 1"/>
                      <a:gd name="f86" fmla="*/ 216 f66 1"/>
                      <a:gd name="f87" fmla="*/ 488 f66 1"/>
                      <a:gd name="f88" fmla="*/ 491 f66 1"/>
                      <a:gd name="f89" fmla="*/ 570 f66 1"/>
                      <a:gd name="f90" fmla="*/ 625 f65 1"/>
                      <a:gd name="f91" fmla="*/ 702 f66 1"/>
                      <a:gd name="f92" fmla="*/ 587 f66 1"/>
                      <a:gd name="f93" fmla="*/ 438 f65 1"/>
                      <a:gd name="f94" fmla="*/ 485 f66 1"/>
                      <a:gd name="f95" fmla="*/ 563 f65 1"/>
                      <a:gd name="f96" fmla="*/ 454 f66 1"/>
                      <a:gd name="f97" fmla="*/ 658 f65 1"/>
                      <a:gd name="f98" fmla="*/ 250 f66 1"/>
                      <a:gd name="f99" fmla="*/ 219 f66 1"/>
                      <a:gd name="f100" fmla="*/ 565 f65 1"/>
                      <a:gd name="f101" fmla="*/ 115 f66 1"/>
                      <a:gd name="f102" fmla="*/ 439 f65 1"/>
                      <a:gd name="f103" fmla="*/ 99 f66 1"/>
                      <a:gd name="f104" fmla="*/ 99 f65 1"/>
                      <a:gd name="f105" fmla="*/ 603 f66 1"/>
                      <a:gd name="f106" fmla="+- f67 0 f1"/>
                      <a:gd name="f107" fmla="*/ f70 1 702"/>
                      <a:gd name="f108" fmla="*/ f71 1 860"/>
                      <a:gd name="f109" fmla="*/ f72 1 702"/>
                      <a:gd name="f110" fmla="*/ f73 1 860"/>
                      <a:gd name="f111" fmla="*/ f74 1 702"/>
                      <a:gd name="f112" fmla="*/ f75 1 860"/>
                      <a:gd name="f113" fmla="*/ f76 1 702"/>
                      <a:gd name="f114" fmla="*/ f77 1 860"/>
                      <a:gd name="f115" fmla="*/ f78 1 702"/>
                      <a:gd name="f116" fmla="*/ f79 1 702"/>
                      <a:gd name="f117" fmla="*/ f80 1 702"/>
                      <a:gd name="f118" fmla="*/ f81 1 860"/>
                      <a:gd name="f119" fmla="*/ f82 1 702"/>
                      <a:gd name="f120" fmla="*/ f83 1 702"/>
                      <a:gd name="f121" fmla="*/ f84 1 702"/>
                      <a:gd name="f122" fmla="*/ f85 1 860"/>
                      <a:gd name="f123" fmla="*/ f86 1 702"/>
                      <a:gd name="f124" fmla="*/ f87 1 702"/>
                      <a:gd name="f125" fmla="*/ f88 1 702"/>
                      <a:gd name="f126" fmla="*/ f89 1 702"/>
                      <a:gd name="f127" fmla="*/ f90 1 860"/>
                      <a:gd name="f128" fmla="*/ f91 1 702"/>
                      <a:gd name="f129" fmla="*/ f92 1 702"/>
                      <a:gd name="f130" fmla="*/ f93 1 860"/>
                      <a:gd name="f131" fmla="*/ f94 1 702"/>
                      <a:gd name="f132" fmla="*/ f95 1 860"/>
                      <a:gd name="f133" fmla="*/ f96 1 702"/>
                      <a:gd name="f134" fmla="*/ f97 1 860"/>
                      <a:gd name="f135" fmla="*/ f98 1 702"/>
                      <a:gd name="f136" fmla="*/ f99 1 702"/>
                      <a:gd name="f137" fmla="*/ f100 1 860"/>
                      <a:gd name="f138" fmla="*/ f101 1 702"/>
                      <a:gd name="f139" fmla="*/ f102 1 860"/>
                      <a:gd name="f140" fmla="*/ f103 1 702"/>
                      <a:gd name="f141" fmla="*/ f104 1 860"/>
                      <a:gd name="f142" fmla="*/ f105 1 702"/>
                      <a:gd name="f143" fmla="*/ 0 1 f68"/>
                      <a:gd name="f144" fmla="*/ f62 1 f68"/>
                      <a:gd name="f145" fmla="*/ 0 1 f69"/>
                      <a:gd name="f146" fmla="*/ f63 1 f69"/>
                      <a:gd name="f147" fmla="*/ f107 1 f68"/>
                      <a:gd name="f148" fmla="*/ f108 1 f69"/>
                      <a:gd name="f149" fmla="*/ f109 1 f68"/>
                      <a:gd name="f150" fmla="*/ f110 1 f69"/>
                      <a:gd name="f151" fmla="*/ f111 1 f68"/>
                      <a:gd name="f152" fmla="*/ f112 1 f69"/>
                      <a:gd name="f153" fmla="*/ f113 1 f68"/>
                      <a:gd name="f154" fmla="*/ f114 1 f69"/>
                      <a:gd name="f155" fmla="*/ f115 1 f68"/>
                      <a:gd name="f156" fmla="*/ f116 1 f68"/>
                      <a:gd name="f157" fmla="*/ f117 1 f68"/>
                      <a:gd name="f158" fmla="*/ f118 1 f69"/>
                      <a:gd name="f159" fmla="*/ f119 1 f68"/>
                      <a:gd name="f160" fmla="*/ f120 1 f68"/>
                      <a:gd name="f161" fmla="*/ f121 1 f68"/>
                      <a:gd name="f162" fmla="*/ f122 1 f69"/>
                      <a:gd name="f163" fmla="*/ f123 1 f68"/>
                      <a:gd name="f164" fmla="*/ f124 1 f68"/>
                      <a:gd name="f165" fmla="*/ f125 1 f68"/>
                      <a:gd name="f166" fmla="*/ f126 1 f68"/>
                      <a:gd name="f167" fmla="*/ f127 1 f69"/>
                      <a:gd name="f168" fmla="*/ f128 1 f68"/>
                      <a:gd name="f169" fmla="*/ f129 1 f68"/>
                      <a:gd name="f170" fmla="*/ f130 1 f69"/>
                      <a:gd name="f171" fmla="*/ f131 1 f68"/>
                      <a:gd name="f172" fmla="*/ f132 1 f69"/>
                      <a:gd name="f173" fmla="*/ f133 1 f68"/>
                      <a:gd name="f174" fmla="*/ f134 1 f69"/>
                      <a:gd name="f175" fmla="*/ f135 1 f68"/>
                      <a:gd name="f176" fmla="*/ f136 1 f68"/>
                      <a:gd name="f177" fmla="*/ f137 1 f69"/>
                      <a:gd name="f178" fmla="*/ f138 1 f68"/>
                      <a:gd name="f179" fmla="*/ f139 1 f69"/>
                      <a:gd name="f180" fmla="*/ f140 1 f68"/>
                      <a:gd name="f181" fmla="*/ f141 1 f69"/>
                      <a:gd name="f182" fmla="*/ f142 1 f68"/>
                      <a:gd name="f183" fmla="*/ f143 f59 1"/>
                      <a:gd name="f184" fmla="*/ f144 f59 1"/>
                      <a:gd name="f185" fmla="*/ f146 f60 1"/>
                      <a:gd name="f186" fmla="*/ f145 f60 1"/>
                      <a:gd name="f187" fmla="*/ f147 f59 1"/>
                      <a:gd name="f188" fmla="*/ f148 f60 1"/>
                      <a:gd name="f189" fmla="*/ f149 f59 1"/>
                      <a:gd name="f190" fmla="*/ f150 f60 1"/>
                      <a:gd name="f191" fmla="*/ f151 f59 1"/>
                      <a:gd name="f192" fmla="*/ f152 f60 1"/>
                      <a:gd name="f193" fmla="*/ f153 f59 1"/>
                      <a:gd name="f194" fmla="*/ f154 f60 1"/>
                      <a:gd name="f195" fmla="*/ f155 f59 1"/>
                      <a:gd name="f196" fmla="*/ f156 f59 1"/>
                      <a:gd name="f197" fmla="*/ f157 f59 1"/>
                      <a:gd name="f198" fmla="*/ f158 f60 1"/>
                      <a:gd name="f199" fmla="*/ f159 f59 1"/>
                      <a:gd name="f200" fmla="*/ f160 f59 1"/>
                      <a:gd name="f201" fmla="*/ f161 f59 1"/>
                      <a:gd name="f202" fmla="*/ f162 f60 1"/>
                      <a:gd name="f203" fmla="*/ f163 f59 1"/>
                      <a:gd name="f204" fmla="*/ f164 f59 1"/>
                      <a:gd name="f205" fmla="*/ f165 f59 1"/>
                      <a:gd name="f206" fmla="*/ f166 f59 1"/>
                      <a:gd name="f207" fmla="*/ f167 f60 1"/>
                      <a:gd name="f208" fmla="*/ f168 f59 1"/>
                      <a:gd name="f209" fmla="*/ f169 f59 1"/>
                      <a:gd name="f210" fmla="*/ f170 f60 1"/>
                      <a:gd name="f211" fmla="*/ f171 f59 1"/>
                      <a:gd name="f212" fmla="*/ f172 f60 1"/>
                      <a:gd name="f213" fmla="*/ f173 f59 1"/>
                      <a:gd name="f214" fmla="*/ f174 f60 1"/>
                      <a:gd name="f215" fmla="*/ f175 f59 1"/>
                      <a:gd name="f216" fmla="*/ f176 f59 1"/>
                      <a:gd name="f217" fmla="*/ f177 f60 1"/>
                      <a:gd name="f218" fmla="*/ f178 f59 1"/>
                      <a:gd name="f219" fmla="*/ f179 f60 1"/>
                      <a:gd name="f220" fmla="*/ f180 f59 1"/>
                      <a:gd name="f221" fmla="*/ f181 f60 1"/>
                      <a:gd name="f222" fmla="*/ f182 f59 1"/>
                    </a:gdLst>
                    <a:ahLst/>
                    <a:cxnLst>
                      <a:cxn ang="3cd4">
                        <a:pos x="hc" y="t"/>
                      </a:cxn>
                      <a:cxn ang="0">
                        <a:pos x="r" y="vc"/>
                      </a:cxn>
                      <a:cxn ang="cd4">
                        <a:pos x="hc" y="b"/>
                      </a:cxn>
                      <a:cxn ang="cd2">
                        <a:pos x="l" y="vc"/>
                      </a:cxn>
                      <a:cxn ang="f106">
                        <a:pos x="f187" y="f188"/>
                      </a:cxn>
                      <a:cxn ang="f106">
                        <a:pos x="f189" y="f190"/>
                      </a:cxn>
                      <a:cxn ang="f106">
                        <a:pos x="f191" y="f192"/>
                      </a:cxn>
                      <a:cxn ang="f106">
                        <a:pos x="f193" y="f194"/>
                      </a:cxn>
                      <a:cxn ang="f106">
                        <a:pos x="f195" y="f194"/>
                      </a:cxn>
                      <a:cxn ang="f106">
                        <a:pos x="f195" y="f194"/>
                      </a:cxn>
                      <a:cxn ang="f106">
                        <a:pos x="f196" y="f194"/>
                      </a:cxn>
                      <a:cxn ang="f106">
                        <a:pos x="f197" y="f198"/>
                      </a:cxn>
                      <a:cxn ang="f106">
                        <a:pos x="f199" y="f198"/>
                      </a:cxn>
                      <a:cxn ang="f106">
                        <a:pos x="f199" y="f198"/>
                      </a:cxn>
                      <a:cxn ang="f106">
                        <a:pos x="f200" y="f198"/>
                      </a:cxn>
                      <a:cxn ang="f106">
                        <a:pos x="f201" y="f202"/>
                      </a:cxn>
                      <a:cxn ang="f106">
                        <a:pos x="f201" y="f202"/>
                      </a:cxn>
                      <a:cxn ang="f106">
                        <a:pos x="f203" y="f202"/>
                      </a:cxn>
                      <a:cxn ang="f106">
                        <a:pos x="f204" y="f202"/>
                      </a:cxn>
                      <a:cxn ang="f106">
                        <a:pos x="f205" y="f202"/>
                      </a:cxn>
                      <a:cxn ang="f106">
                        <a:pos x="f206" y="f207"/>
                      </a:cxn>
                      <a:cxn ang="f106">
                        <a:pos x="f208" y="f190"/>
                      </a:cxn>
                      <a:cxn ang="f106">
                        <a:pos x="f187" y="f188"/>
                      </a:cxn>
                      <a:cxn ang="f106">
                        <a:pos x="f209" y="f210"/>
                      </a:cxn>
                      <a:cxn ang="f106">
                        <a:pos x="f211" y="f212"/>
                      </a:cxn>
                      <a:cxn ang="f106">
                        <a:pos x="f213" y="f214"/>
                      </a:cxn>
                      <a:cxn ang="f106">
                        <a:pos x="f215" y="f214"/>
                      </a:cxn>
                      <a:cxn ang="f106">
                        <a:pos x="f216" y="f217"/>
                      </a:cxn>
                      <a:cxn ang="f106">
                        <a:pos x="f218" y="f219"/>
                      </a:cxn>
                      <a:cxn ang="f106">
                        <a:pos x="f220" y="f190"/>
                      </a:cxn>
                      <a:cxn ang="f106">
                        <a:pos x="f187" y="f221"/>
                      </a:cxn>
                      <a:cxn ang="f106">
                        <a:pos x="f222" y="f190"/>
                      </a:cxn>
                      <a:cxn ang="f106">
                        <a:pos x="f209" y="f210"/>
                      </a:cxn>
                    </a:cxnLst>
                    <a:rect l="f183" t="f186" r="f184" b="f185"/>
                    <a:pathLst>
                      <a:path w="702" h="860">
                        <a:moveTo>
                          <a:pt x="f8" y="f5"/>
                        </a:moveTo>
                        <a:cubicBezTo>
                          <a:pt x="f9" y="f5"/>
                          <a:pt x="f5" y="f9"/>
                          <a:pt x="f5" y="f8"/>
                        </a:cubicBezTo>
                        <a:cubicBezTo>
                          <a:pt x="f5" y="f10"/>
                          <a:pt x="f11" y="f12"/>
                          <a:pt x="f13" y="f14"/>
                        </a:cubicBezTo>
                        <a:cubicBezTo>
                          <a:pt x="f15" y="f16"/>
                          <a:pt x="f15" y="f16"/>
                          <a:pt x="f15" y="f16"/>
                        </a:cubicBezTo>
                        <a:cubicBezTo>
                          <a:pt x="f17" y="f16"/>
                          <a:pt x="f17" y="f16"/>
                          <a:pt x="f17" y="f16"/>
                        </a:cubicBezTo>
                        <a:cubicBezTo>
                          <a:pt x="f17" y="f16"/>
                          <a:pt x="f17" y="f16"/>
                          <a:pt x="f17" y="f16"/>
                        </a:cubicBezTo>
                        <a:cubicBezTo>
                          <a:pt x="f18" y="f16"/>
                          <a:pt x="f18" y="f16"/>
                          <a:pt x="f18" y="f16"/>
                        </a:cubicBezTo>
                        <a:cubicBezTo>
                          <a:pt x="f19" y="f20"/>
                          <a:pt x="f19" y="f20"/>
                          <a:pt x="f19" y="f20"/>
                        </a:cubicBezTo>
                        <a:cubicBezTo>
                          <a:pt x="f21" y="f20"/>
                          <a:pt x="f21" y="f20"/>
                          <a:pt x="f21" y="f20"/>
                        </a:cubicBezTo>
                        <a:cubicBezTo>
                          <a:pt x="f21" y="f20"/>
                          <a:pt x="f21" y="f20"/>
                          <a:pt x="f21" y="f20"/>
                        </a:cubicBezTo>
                        <a:cubicBezTo>
                          <a:pt x="f22" y="f20"/>
                          <a:pt x="f22" y="f20"/>
                          <a:pt x="f22" y="f20"/>
                        </a:cubicBezTo>
                        <a:cubicBezTo>
                          <a:pt x="f23" y="f7"/>
                          <a:pt x="f23" y="f7"/>
                          <a:pt x="f23" y="f7"/>
                        </a:cubicBezTo>
                        <a:cubicBezTo>
                          <a:pt x="f23" y="f7"/>
                          <a:pt x="f23" y="f7"/>
                          <a:pt x="f23" y="f7"/>
                        </a:cubicBezTo>
                        <a:cubicBezTo>
                          <a:pt x="f24" y="f7"/>
                          <a:pt x="f24" y="f7"/>
                          <a:pt x="f24" y="f7"/>
                        </a:cubicBezTo>
                        <a:cubicBezTo>
                          <a:pt x="f25" y="f7"/>
                          <a:pt x="f25" y="f7"/>
                          <a:pt x="f25" y="f7"/>
                        </a:cubicBezTo>
                        <a:cubicBezTo>
                          <a:pt x="f26" y="f7"/>
                          <a:pt x="f26" y="f7"/>
                          <a:pt x="f26" y="f7"/>
                        </a:cubicBezTo>
                        <a:cubicBezTo>
                          <a:pt x="f27" y="f28"/>
                          <a:pt x="f27" y="f28"/>
                          <a:pt x="f27" y="f28"/>
                        </a:cubicBezTo>
                        <a:cubicBezTo>
                          <a:pt x="f29" y="f30"/>
                          <a:pt x="f6" y="f31"/>
                          <a:pt x="f6" y="f8"/>
                        </a:cubicBezTo>
                        <a:cubicBezTo>
                          <a:pt x="f6" y="f9"/>
                          <a:pt x="f32" y="f5"/>
                          <a:pt x="f8" y="f5"/>
                        </a:cubicBezTo>
                        <a:close/>
                        <a:moveTo>
                          <a:pt x="f33" y="f34"/>
                        </a:moveTo>
                        <a:cubicBezTo>
                          <a:pt x="f35" y="f36"/>
                          <a:pt x="f37" y="f38"/>
                          <a:pt x="f39" y="f40"/>
                        </a:cubicBezTo>
                        <a:cubicBezTo>
                          <a:pt x="f41" y="f42"/>
                          <a:pt x="f41" y="f42"/>
                          <a:pt x="f41" y="f42"/>
                        </a:cubicBezTo>
                        <a:cubicBezTo>
                          <a:pt x="f43" y="f42"/>
                          <a:pt x="f43" y="f42"/>
                          <a:pt x="f43" y="f42"/>
                        </a:cubicBezTo>
                        <a:cubicBezTo>
                          <a:pt x="f44" y="f45"/>
                          <a:pt x="f44" y="f45"/>
                          <a:pt x="f44" y="f45"/>
                        </a:cubicBezTo>
                        <a:cubicBezTo>
                          <a:pt x="f46" y="f47"/>
                          <a:pt x="f48" y="f26"/>
                          <a:pt x="f49" y="f50"/>
                        </a:cubicBezTo>
                        <a:cubicBezTo>
                          <a:pt x="f51" y="f52"/>
                          <a:pt x="f53" y="f54"/>
                          <a:pt x="f53" y="f8"/>
                        </a:cubicBezTo>
                        <a:cubicBezTo>
                          <a:pt x="f53" y="f23"/>
                          <a:pt x="f23" y="f53"/>
                          <a:pt x="f8" y="f53"/>
                        </a:cubicBezTo>
                        <a:cubicBezTo>
                          <a:pt x="f36" y="f53"/>
                          <a:pt x="f55" y="f23"/>
                          <a:pt x="f55" y="f8"/>
                        </a:cubicBezTo>
                        <a:cubicBezTo>
                          <a:pt x="f55" y="f56"/>
                          <a:pt x="f57" y="f52"/>
                          <a:pt x="f33" y="f34"/>
                        </a:cubicBezTo>
                        <a:close/>
                      </a:path>
                    </a:pathLst>
                  </a:custGeom>
                  <a:gradFill>
                    <a:gsLst>
                      <a:gs pos="0">
                        <a:srgbClr val="9D9FA1"/>
                      </a:gs>
                      <a:gs pos="100000">
                        <a:srgbClr val="211F26"/>
                      </a:gs>
                    </a:gsLst>
                    <a:lin ang="2700000"/>
                  </a:gradFill>
                  <a:ln>
                    <a:noFill/>
                    <a:prstDash val="solid"/>
                  </a:ln>
                </p:spPr>
                <p:txBody>
                  <a:bodyPr vert="horz" wrap="square" lIns="91440" tIns="45720" rIns="91440" bIns="45720" anchor="t"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300" b="0" i="0" u="none" strike="noStrike" kern="0" cap="none" spc="0" baseline="0">
                      <a:solidFill>
                        <a:srgbClr val="211F26"/>
                      </a:solidFill>
                      <a:uFillTx/>
                      <a:latin typeface="Arial"/>
                    </a:endParaRPr>
                  </a:p>
                </p:txBody>
              </p:sp>
            </p:grpSp>
            <p:sp>
              <p:nvSpPr>
                <p:cNvPr id="117" name="Tekstvak 197">
                  <a:extLst>
                    <a:ext uri="{FF2B5EF4-FFF2-40B4-BE49-F238E27FC236}">
                      <a16:creationId xmlns:a16="http://schemas.microsoft.com/office/drawing/2014/main" id="{DC07DF2E-5C3E-0FB9-652F-7AFE014D3A93}"/>
                    </a:ext>
                  </a:extLst>
                </p:cNvPr>
                <p:cNvSpPr txBox="1"/>
                <p:nvPr/>
              </p:nvSpPr>
              <p:spPr>
                <a:xfrm>
                  <a:off x="-938165" y="6192453"/>
                  <a:ext cx="627799" cy="322234"/>
                </a:xfrm>
                <a:prstGeom prst="rect">
                  <a:avLst/>
                </a:prstGeom>
                <a:noFill/>
                <a:ln>
                  <a:noFill/>
                </a:ln>
              </p:spPr>
              <p:txBody>
                <a:bodyPr vert="horz" wrap="square" lIns="0" tIns="0" rIns="0" bIns="0"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000" b="0" i="0" u="none" strike="noStrike" kern="0" cap="none" spc="0" baseline="0">
                      <a:solidFill>
                        <a:srgbClr val="211F26"/>
                      </a:solidFill>
                      <a:uFillTx/>
                      <a:latin typeface="Calibri" pitchFamily="34"/>
                      <a:cs typeface="Calibri" pitchFamily="34"/>
                    </a:rPr>
                    <a:t>Inspiration</a:t>
                  </a:r>
                </a:p>
              </p:txBody>
            </p:sp>
          </p:grpSp>
        </p:grpSp>
        <p:grpSp>
          <p:nvGrpSpPr>
            <p:cNvPr id="118" name="Groep 166">
              <a:extLst>
                <a:ext uri="{FF2B5EF4-FFF2-40B4-BE49-F238E27FC236}">
                  <a16:creationId xmlns:a16="http://schemas.microsoft.com/office/drawing/2014/main" id="{CE94364A-4A83-FBB2-23C7-7A097B1BD371}"/>
                </a:ext>
              </a:extLst>
            </p:cNvPr>
            <p:cNvGrpSpPr/>
            <p:nvPr/>
          </p:nvGrpSpPr>
          <p:grpSpPr>
            <a:xfrm>
              <a:off x="-3426805" y="5129582"/>
              <a:ext cx="514285" cy="506541"/>
              <a:chOff x="-3426805" y="5129582"/>
              <a:chExt cx="514285" cy="506541"/>
            </a:xfrm>
          </p:grpSpPr>
          <p:grpSp>
            <p:nvGrpSpPr>
              <p:cNvPr id="119" name="Groep 177">
                <a:extLst>
                  <a:ext uri="{FF2B5EF4-FFF2-40B4-BE49-F238E27FC236}">
                    <a16:creationId xmlns:a16="http://schemas.microsoft.com/office/drawing/2014/main" id="{2AE89CB9-3134-3907-2A44-68C3D53AF5C7}"/>
                  </a:ext>
                </a:extLst>
              </p:cNvPr>
              <p:cNvGrpSpPr/>
              <p:nvPr/>
            </p:nvGrpSpPr>
            <p:grpSpPr>
              <a:xfrm>
                <a:off x="-3321695" y="5129582"/>
                <a:ext cx="319089" cy="306324"/>
                <a:chOff x="-3321695" y="5129582"/>
                <a:chExt cx="319089" cy="306324"/>
              </a:xfrm>
            </p:grpSpPr>
            <p:grpSp>
              <p:nvGrpSpPr>
                <p:cNvPr id="120" name="Groep 180">
                  <a:extLst>
                    <a:ext uri="{FF2B5EF4-FFF2-40B4-BE49-F238E27FC236}">
                      <a16:creationId xmlns:a16="http://schemas.microsoft.com/office/drawing/2014/main" id="{81248562-319E-D0C4-7908-27A3BA11B0B9}"/>
                    </a:ext>
                  </a:extLst>
                </p:cNvPr>
                <p:cNvGrpSpPr/>
                <p:nvPr/>
              </p:nvGrpSpPr>
              <p:grpSpPr>
                <a:xfrm>
                  <a:off x="-3321695" y="5129582"/>
                  <a:ext cx="282064" cy="270561"/>
                  <a:chOff x="-3321695" y="5129582"/>
                  <a:chExt cx="282064" cy="270561"/>
                </a:xfrm>
              </p:grpSpPr>
              <p:grpSp>
                <p:nvGrpSpPr>
                  <p:cNvPr id="121" name="Groep 187">
                    <a:extLst>
                      <a:ext uri="{FF2B5EF4-FFF2-40B4-BE49-F238E27FC236}">
                        <a16:creationId xmlns:a16="http://schemas.microsoft.com/office/drawing/2014/main" id="{D92FB945-9EB7-B549-FCAA-87F87D6F1098}"/>
                      </a:ext>
                    </a:extLst>
                  </p:cNvPr>
                  <p:cNvGrpSpPr/>
                  <p:nvPr/>
                </p:nvGrpSpPr>
                <p:grpSpPr>
                  <a:xfrm>
                    <a:off x="-3321695" y="5129582"/>
                    <a:ext cx="282064" cy="270561"/>
                    <a:chOff x="-3321695" y="5129582"/>
                    <a:chExt cx="282064" cy="270561"/>
                  </a:xfrm>
                </p:grpSpPr>
                <p:sp>
                  <p:nvSpPr>
                    <p:cNvPr id="122" name="Rechthoek 190">
                      <a:extLst>
                        <a:ext uri="{FF2B5EF4-FFF2-40B4-BE49-F238E27FC236}">
                          <a16:creationId xmlns:a16="http://schemas.microsoft.com/office/drawing/2014/main" id="{8EDCDA58-010B-5BA4-EDB0-CB14D32691E4}"/>
                        </a:ext>
                      </a:extLst>
                    </p:cNvPr>
                    <p:cNvSpPr/>
                    <p:nvPr/>
                  </p:nvSpPr>
                  <p:spPr>
                    <a:xfrm>
                      <a:off x="-3321695" y="5129582"/>
                      <a:ext cx="282064" cy="270561"/>
                    </a:xfrm>
                    <a:prstGeom prst="rect">
                      <a:avLst/>
                    </a:prstGeom>
                    <a:noFill/>
                    <a:ln w="12701" cap="flat">
                      <a:solidFill>
                        <a:srgbClr val="818181"/>
                      </a:solidFill>
                      <a:custDash>
                        <a:ds d="300000" sp="300000"/>
                      </a:custDash>
                      <a:miter/>
                    </a:ln>
                  </p:spPr>
                  <p:txBody>
                    <a:bodyPr vert="horz" wrap="square" lIns="107999"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800" b="0" i="0" u="none" strike="noStrike" kern="1200" cap="none" spc="0" baseline="0">
                        <a:solidFill>
                          <a:srgbClr val="211F26"/>
                        </a:solidFill>
                        <a:uFillTx/>
                        <a:latin typeface="Calibri" pitchFamily="34"/>
                        <a:cs typeface="Calibri" pitchFamily="34"/>
                      </a:endParaRPr>
                    </a:p>
                  </p:txBody>
                </p:sp>
                <p:sp>
                  <p:nvSpPr>
                    <p:cNvPr id="123" name="Rechthoek 191">
                      <a:extLst>
                        <a:ext uri="{FF2B5EF4-FFF2-40B4-BE49-F238E27FC236}">
                          <a16:creationId xmlns:a16="http://schemas.microsoft.com/office/drawing/2014/main" id="{7D276B20-4697-78B7-932A-630959C70BD1}"/>
                        </a:ext>
                      </a:extLst>
                    </p:cNvPr>
                    <p:cNvSpPr/>
                    <p:nvPr/>
                  </p:nvSpPr>
                  <p:spPr>
                    <a:xfrm>
                      <a:off x="-3321695" y="5129582"/>
                      <a:ext cx="166237" cy="163814"/>
                    </a:xfrm>
                    <a:prstGeom prst="rect">
                      <a:avLst/>
                    </a:prstGeom>
                    <a:solidFill>
                      <a:srgbClr val="FFFFFF"/>
                    </a:solidFill>
                    <a:ln w="12701" cap="flat">
                      <a:solidFill>
                        <a:srgbClr val="818181"/>
                      </a:solidFill>
                      <a:prstDash val="solid"/>
                      <a:miter/>
                    </a:ln>
                  </p:spPr>
                  <p:txBody>
                    <a:bodyPr vert="horz" wrap="square" lIns="107999"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800" b="0" i="0" u="none" strike="noStrike" kern="1200" cap="none" spc="0" baseline="0">
                        <a:solidFill>
                          <a:srgbClr val="211F26"/>
                        </a:solidFill>
                        <a:uFillTx/>
                        <a:latin typeface="Calibri" pitchFamily="34"/>
                        <a:cs typeface="Calibri" pitchFamily="34"/>
                      </a:endParaRPr>
                    </a:p>
                  </p:txBody>
                </p:sp>
                <p:sp>
                  <p:nvSpPr>
                    <p:cNvPr id="124" name="Ovaal 192">
                      <a:extLst>
                        <a:ext uri="{FF2B5EF4-FFF2-40B4-BE49-F238E27FC236}">
                          <a16:creationId xmlns:a16="http://schemas.microsoft.com/office/drawing/2014/main" id="{722304E9-05C4-5AD8-AF96-989EEAD7ED99}"/>
                        </a:ext>
                      </a:extLst>
                    </p:cNvPr>
                    <p:cNvSpPr/>
                    <p:nvPr/>
                  </p:nvSpPr>
                  <p:spPr>
                    <a:xfrm>
                      <a:off x="-3220425" y="5150275"/>
                      <a:ext cx="45866" cy="45866"/>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ECC679"/>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pic>
                <p:nvPicPr>
                  <p:cNvPr id="125" name="Afbeelding 188">
                    <a:extLst>
                      <a:ext uri="{FF2B5EF4-FFF2-40B4-BE49-F238E27FC236}">
                        <a16:creationId xmlns:a16="http://schemas.microsoft.com/office/drawing/2014/main" id="{9E97AE2E-701E-E71C-D549-E72EA81842E1}"/>
                      </a:ext>
                    </a:extLst>
                  </p:cNvPr>
                  <p:cNvPicPr>
                    <a:picLocks noChangeAspect="1"/>
                  </p:cNvPicPr>
                  <p:nvPr/>
                </p:nvPicPr>
                <p:blipFill>
                  <a:blip r:embed="rId5"/>
                  <a:stretch>
                    <a:fillRect/>
                  </a:stretch>
                </p:blipFill>
                <p:spPr>
                  <a:xfrm>
                    <a:off x="-3313822" y="5196224"/>
                    <a:ext cx="110157" cy="89099"/>
                  </a:xfrm>
                  <a:prstGeom prst="rect">
                    <a:avLst/>
                  </a:prstGeom>
                  <a:noFill/>
                  <a:ln>
                    <a:noFill/>
                  </a:ln>
                </p:spPr>
              </p:pic>
              <p:pic>
                <p:nvPicPr>
                  <p:cNvPr id="126" name="Afbeelding 189">
                    <a:extLst>
                      <a:ext uri="{FF2B5EF4-FFF2-40B4-BE49-F238E27FC236}">
                        <a16:creationId xmlns:a16="http://schemas.microsoft.com/office/drawing/2014/main" id="{3F27D06E-AE39-E568-957F-525174A2B0F2}"/>
                      </a:ext>
                    </a:extLst>
                  </p:cNvPr>
                  <p:cNvPicPr>
                    <a:picLocks noChangeAspect="1"/>
                  </p:cNvPicPr>
                  <p:nvPr/>
                </p:nvPicPr>
                <p:blipFill>
                  <a:blip r:embed="rId5"/>
                  <a:stretch>
                    <a:fillRect/>
                  </a:stretch>
                </p:blipFill>
                <p:spPr>
                  <a:xfrm flipH="1">
                    <a:off x="-3270424" y="5211650"/>
                    <a:ext cx="110157" cy="70801"/>
                  </a:xfrm>
                  <a:prstGeom prst="rect">
                    <a:avLst/>
                  </a:prstGeom>
                  <a:noFill/>
                  <a:ln>
                    <a:noFill/>
                  </a:ln>
                </p:spPr>
              </p:pic>
            </p:grpSp>
            <p:grpSp>
              <p:nvGrpSpPr>
                <p:cNvPr id="127" name="Groep 181">
                  <a:extLst>
                    <a:ext uri="{FF2B5EF4-FFF2-40B4-BE49-F238E27FC236}">
                      <a16:creationId xmlns:a16="http://schemas.microsoft.com/office/drawing/2014/main" id="{1F35A33A-2373-A9CF-D697-713E6F7725FB}"/>
                    </a:ext>
                  </a:extLst>
                </p:cNvPr>
                <p:cNvGrpSpPr/>
                <p:nvPr/>
              </p:nvGrpSpPr>
              <p:grpSpPr>
                <a:xfrm>
                  <a:off x="-3102203" y="5335871"/>
                  <a:ext cx="99597" cy="100035"/>
                  <a:chOff x="-3102203" y="5335871"/>
                  <a:chExt cx="99597" cy="100035"/>
                </a:xfrm>
              </p:grpSpPr>
              <p:sp>
                <p:nvSpPr>
                  <p:cNvPr id="128" name="Rechthoek 185">
                    <a:extLst>
                      <a:ext uri="{FF2B5EF4-FFF2-40B4-BE49-F238E27FC236}">
                        <a16:creationId xmlns:a16="http://schemas.microsoft.com/office/drawing/2014/main" id="{7403DE62-D5B6-58B2-9CFA-BB2E476EE1E8}"/>
                      </a:ext>
                    </a:extLst>
                  </p:cNvPr>
                  <p:cNvSpPr/>
                  <p:nvPr/>
                </p:nvSpPr>
                <p:spPr>
                  <a:xfrm>
                    <a:off x="-3102202" y="5335871"/>
                    <a:ext cx="99596" cy="19385"/>
                  </a:xfrm>
                  <a:prstGeom prst="rect">
                    <a:avLst/>
                  </a:prstGeom>
                  <a:solidFill>
                    <a:srgbClr val="81818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129" name="Rechthoek 186">
                    <a:extLst>
                      <a:ext uri="{FF2B5EF4-FFF2-40B4-BE49-F238E27FC236}">
                        <a16:creationId xmlns:a16="http://schemas.microsoft.com/office/drawing/2014/main" id="{0F033ABA-AB2F-326F-69A1-9777613D56C6}"/>
                      </a:ext>
                    </a:extLst>
                  </p:cNvPr>
                  <p:cNvSpPr/>
                  <p:nvPr/>
                </p:nvSpPr>
                <p:spPr>
                  <a:xfrm rot="5400013">
                    <a:off x="-3142308" y="5376415"/>
                    <a:ext cx="99596" cy="19385"/>
                  </a:xfrm>
                  <a:prstGeom prst="rect">
                    <a:avLst/>
                  </a:prstGeom>
                  <a:solidFill>
                    <a:srgbClr val="81818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grpSp>
              <p:nvGrpSpPr>
                <p:cNvPr id="130" name="Groep 182">
                  <a:extLst>
                    <a:ext uri="{FF2B5EF4-FFF2-40B4-BE49-F238E27FC236}">
                      <a16:creationId xmlns:a16="http://schemas.microsoft.com/office/drawing/2014/main" id="{210DB0E8-78AA-A145-37DA-31E0844A4DD1}"/>
                    </a:ext>
                  </a:extLst>
                </p:cNvPr>
                <p:cNvGrpSpPr/>
                <p:nvPr/>
              </p:nvGrpSpPr>
              <p:grpSpPr>
                <a:xfrm>
                  <a:off x="-3130969" y="5308806"/>
                  <a:ext cx="99597" cy="100024"/>
                  <a:chOff x="-3130969" y="5308806"/>
                  <a:chExt cx="99597" cy="100024"/>
                </a:xfrm>
              </p:grpSpPr>
              <p:sp>
                <p:nvSpPr>
                  <p:cNvPr id="131" name="Rechthoek 183">
                    <a:extLst>
                      <a:ext uri="{FF2B5EF4-FFF2-40B4-BE49-F238E27FC236}">
                        <a16:creationId xmlns:a16="http://schemas.microsoft.com/office/drawing/2014/main" id="{05993200-7600-16B9-3EE1-FFFE9B71899F}"/>
                      </a:ext>
                    </a:extLst>
                  </p:cNvPr>
                  <p:cNvSpPr/>
                  <p:nvPr/>
                </p:nvSpPr>
                <p:spPr>
                  <a:xfrm rot="10799991">
                    <a:off x="-3130969" y="5389445"/>
                    <a:ext cx="99596" cy="19385"/>
                  </a:xfrm>
                  <a:prstGeom prst="rect">
                    <a:avLst/>
                  </a:prstGeom>
                  <a:solidFill>
                    <a:srgbClr val="81818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132" name="Rechthoek 184">
                    <a:extLst>
                      <a:ext uri="{FF2B5EF4-FFF2-40B4-BE49-F238E27FC236}">
                        <a16:creationId xmlns:a16="http://schemas.microsoft.com/office/drawing/2014/main" id="{B25DD1F9-5D41-95A4-F9F9-F03316DCFA21}"/>
                      </a:ext>
                    </a:extLst>
                  </p:cNvPr>
                  <p:cNvSpPr/>
                  <p:nvPr/>
                </p:nvSpPr>
                <p:spPr>
                  <a:xfrm rot="16200004">
                    <a:off x="-3090862" y="5348911"/>
                    <a:ext cx="99596" cy="19385"/>
                  </a:xfrm>
                  <a:prstGeom prst="rect">
                    <a:avLst/>
                  </a:prstGeom>
                  <a:solidFill>
                    <a:srgbClr val="81818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grpSp>
          <p:sp>
            <p:nvSpPr>
              <p:cNvPr id="133" name="Rechthoek 178">
                <a:extLst>
                  <a:ext uri="{FF2B5EF4-FFF2-40B4-BE49-F238E27FC236}">
                    <a16:creationId xmlns:a16="http://schemas.microsoft.com/office/drawing/2014/main" id="{C6D9BF90-976E-9210-96B4-2EBFCFC6B22E}"/>
                  </a:ext>
                </a:extLst>
              </p:cNvPr>
              <p:cNvSpPr/>
              <p:nvPr/>
            </p:nvSpPr>
            <p:spPr>
              <a:xfrm>
                <a:off x="-3426805" y="5461967"/>
                <a:ext cx="514285" cy="110084"/>
              </a:xfrm>
              <a:prstGeom prst="rect">
                <a:avLst/>
              </a:prstGeom>
              <a:noFill/>
              <a:ln>
                <a:noFill/>
                <a:prstDash val="solid"/>
              </a:ln>
            </p:spPr>
            <p:txBody>
              <a:bodyPr vert="horz" wrap="square" lIns="0" tIns="0" rIns="0" bIns="0"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900" b="0" i="0" u="none" strike="noStrike" kern="1200" cap="none" spc="0" baseline="0">
                    <a:solidFill>
                      <a:srgbClr val="211F26"/>
                    </a:solidFill>
                    <a:uFillTx/>
                    <a:latin typeface="Calibri" pitchFamily="34"/>
                    <a:cs typeface="Calibri" pitchFamily="34"/>
                  </a:rPr>
                  <a:t>Crop</a:t>
                </a:r>
              </a:p>
            </p:txBody>
          </p:sp>
          <p:sp>
            <p:nvSpPr>
              <p:cNvPr id="134" name="Gelijkbenige driehoek 179">
                <a:extLst>
                  <a:ext uri="{FF2B5EF4-FFF2-40B4-BE49-F238E27FC236}">
                    <a16:creationId xmlns:a16="http://schemas.microsoft.com/office/drawing/2014/main" id="{A347ED31-7087-1C82-D3C2-C1D7DA35F867}"/>
                  </a:ext>
                </a:extLst>
              </p:cNvPr>
              <p:cNvSpPr/>
              <p:nvPr/>
            </p:nvSpPr>
            <p:spPr>
              <a:xfrm rot="10799991">
                <a:off x="-3199339" y="5601193"/>
                <a:ext cx="59335" cy="34930"/>
              </a:xfrm>
              <a:custGeom>
                <a:avLst>
                  <a:gd name="f8" fmla="val 50000"/>
                </a:avLst>
                <a:gdLst>
                  <a:gd name="f1" fmla="val 10800000"/>
                  <a:gd name="f2" fmla="val 5400000"/>
                  <a:gd name="f3" fmla="val 180"/>
                  <a:gd name="f4" fmla="val w"/>
                  <a:gd name="f5" fmla="val h"/>
                  <a:gd name="f6" fmla="val ss"/>
                  <a:gd name="f7" fmla="val 0"/>
                  <a:gd name="f8" fmla="val 50000"/>
                  <a:gd name="f9" fmla="+- 0 0 -360"/>
                  <a:gd name="f10" fmla="+- 0 0 -270"/>
                  <a:gd name="f11" fmla="+- 0 0 -180"/>
                  <a:gd name="f12" fmla="+- 0 0 -90"/>
                  <a:gd name="f13" fmla="abs f4"/>
                  <a:gd name="f14" fmla="abs f5"/>
                  <a:gd name="f15" fmla="abs f6"/>
                  <a:gd name="f16" fmla="val f7"/>
                  <a:gd name="f17" fmla="val f8"/>
                  <a:gd name="f18" fmla="*/ f9 f1 1"/>
                  <a:gd name="f19" fmla="*/ f10 f1 1"/>
                  <a:gd name="f20" fmla="*/ f11 f1 1"/>
                  <a:gd name="f21" fmla="*/ f12 f1 1"/>
                  <a:gd name="f22" fmla="?: f13 f4 1"/>
                  <a:gd name="f23" fmla="?: f14 f5 1"/>
                  <a:gd name="f24" fmla="?: f15 f6 1"/>
                  <a:gd name="f25" fmla="*/ f18 1 f3"/>
                  <a:gd name="f26" fmla="*/ f19 1 f3"/>
                  <a:gd name="f27" fmla="*/ f20 1 f3"/>
                  <a:gd name="f28" fmla="*/ f21 1 f3"/>
                  <a:gd name="f29" fmla="*/ f22 1 21600"/>
                  <a:gd name="f30" fmla="*/ f23 1 21600"/>
                  <a:gd name="f31" fmla="*/ 21600 f22 1"/>
                  <a:gd name="f32" fmla="*/ 21600 f23 1"/>
                  <a:gd name="f33" fmla="+- f25 0 f2"/>
                  <a:gd name="f34" fmla="+- f26 0 f2"/>
                  <a:gd name="f35" fmla="+- f27 0 f2"/>
                  <a:gd name="f36" fmla="+- f28 0 f2"/>
                  <a:gd name="f37" fmla="min f30 f29"/>
                  <a:gd name="f38" fmla="*/ f31 1 f24"/>
                  <a:gd name="f39" fmla="*/ f32 1 f24"/>
                  <a:gd name="f40" fmla="val f38"/>
                  <a:gd name="f41" fmla="val f39"/>
                  <a:gd name="f42" fmla="*/ f16 f37 1"/>
                  <a:gd name="f43" fmla="+- f41 0 f16"/>
                  <a:gd name="f44" fmla="+- f40 0 f16"/>
                  <a:gd name="f45" fmla="*/ f41 f37 1"/>
                  <a:gd name="f46" fmla="*/ f40 f37 1"/>
                  <a:gd name="f47" fmla="*/ f43 1 2"/>
                  <a:gd name="f48" fmla="*/ f44 1 2"/>
                  <a:gd name="f49" fmla="*/ f44 f17 1"/>
                  <a:gd name="f50" fmla="+- f16 f47 0"/>
                  <a:gd name="f51" fmla="*/ f49 1 200000"/>
                  <a:gd name="f52" fmla="*/ f49 1 100000"/>
                  <a:gd name="f53" fmla="+- f51 f48 0"/>
                  <a:gd name="f54" fmla="*/ f51 f37 1"/>
                  <a:gd name="f55" fmla="*/ f50 f37 1"/>
                  <a:gd name="f56" fmla="*/ f52 f37 1"/>
                  <a:gd name="f57" fmla="*/ f53 f37 1"/>
                </a:gdLst>
                <a:ahLst/>
                <a:cxnLst>
                  <a:cxn ang="3cd4">
                    <a:pos x="hc" y="t"/>
                  </a:cxn>
                  <a:cxn ang="0">
                    <a:pos x="r" y="vc"/>
                  </a:cxn>
                  <a:cxn ang="cd4">
                    <a:pos x="hc" y="b"/>
                  </a:cxn>
                  <a:cxn ang="cd2">
                    <a:pos x="l" y="vc"/>
                  </a:cxn>
                  <a:cxn ang="f33">
                    <a:pos x="f56" y="f42"/>
                  </a:cxn>
                  <a:cxn ang="f34">
                    <a:pos x="f54" y="f55"/>
                  </a:cxn>
                  <a:cxn ang="f35">
                    <a:pos x="f42" y="f45"/>
                  </a:cxn>
                  <a:cxn ang="f35">
                    <a:pos x="f56" y="f45"/>
                  </a:cxn>
                  <a:cxn ang="f35">
                    <a:pos x="f46" y="f45"/>
                  </a:cxn>
                  <a:cxn ang="f36">
                    <a:pos x="f57" y="f55"/>
                  </a:cxn>
                </a:cxnLst>
                <a:rect l="f54" t="f55" r="f57" b="f45"/>
                <a:pathLst>
                  <a:path>
                    <a:moveTo>
                      <a:pt x="f42" y="f45"/>
                    </a:moveTo>
                    <a:lnTo>
                      <a:pt x="f56" y="f42"/>
                    </a:lnTo>
                    <a:lnTo>
                      <a:pt x="f46" y="f45"/>
                    </a:lnTo>
                    <a:close/>
                  </a:path>
                </a:pathLst>
              </a:custGeom>
              <a:solidFill>
                <a:srgbClr val="81818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sp>
          <p:nvSpPr>
            <p:cNvPr id="135" name="Ovaal 167">
              <a:extLst>
                <a:ext uri="{FF2B5EF4-FFF2-40B4-BE49-F238E27FC236}">
                  <a16:creationId xmlns:a16="http://schemas.microsoft.com/office/drawing/2014/main" id="{03CBC902-44FC-BEBE-5D60-79D07C2AEA14}"/>
                </a:ext>
              </a:extLst>
            </p:cNvPr>
            <p:cNvSpPr/>
            <p:nvPr/>
          </p:nvSpPr>
          <p:spPr>
            <a:xfrm>
              <a:off x="-3603586" y="1811179"/>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2</a:t>
              </a:r>
            </a:p>
          </p:txBody>
        </p:sp>
        <p:sp>
          <p:nvSpPr>
            <p:cNvPr id="136" name="Rechthoek 168">
              <a:extLst>
                <a:ext uri="{FF2B5EF4-FFF2-40B4-BE49-F238E27FC236}">
                  <a16:creationId xmlns:a16="http://schemas.microsoft.com/office/drawing/2014/main" id="{64E2850E-7B5D-23BE-064E-56C4FEE8E04B}"/>
                </a:ext>
              </a:extLst>
            </p:cNvPr>
            <p:cNvSpPr/>
            <p:nvPr/>
          </p:nvSpPr>
          <p:spPr>
            <a:xfrm>
              <a:off x="-3319418" y="1811188"/>
              <a:ext cx="2944678" cy="326340"/>
            </a:xfrm>
            <a:prstGeom prst="rect">
              <a:avLst/>
            </a:prstGeom>
            <a:noFill/>
            <a:ln>
              <a:noFill/>
              <a:prstDash val="solid"/>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0" i="0" u="none" strike="noStrike" kern="0" cap="none" spc="0" baseline="0">
                  <a:solidFill>
                    <a:srgbClr val="000000"/>
                  </a:solidFill>
                  <a:uFillTx/>
                  <a:latin typeface="Calibri" pitchFamily="34"/>
                  <a:cs typeface="Calibri" pitchFamily="34"/>
                </a:rPr>
                <a:t>Select the preferred category and image</a:t>
              </a:r>
              <a:br>
                <a:rPr lang="en-GB" sz="1200" b="0" i="0" u="none" strike="noStrike" kern="0" cap="none" spc="0" baseline="0">
                  <a:solidFill>
                    <a:srgbClr val="000000"/>
                  </a:solidFill>
                  <a:uFillTx/>
                  <a:latin typeface="Calibri" pitchFamily="34"/>
                  <a:cs typeface="Calibri" pitchFamily="34"/>
                </a:rPr>
              </a:br>
              <a:r>
                <a:rPr lang="en-GB" sz="1200" b="0" i="0" u="none" strike="noStrike" kern="0" cap="none" spc="0" baseline="0">
                  <a:solidFill>
                    <a:srgbClr val="000000"/>
                  </a:solidFill>
                  <a:uFillTx/>
                  <a:latin typeface="Calibri" pitchFamily="34"/>
                  <a:cs typeface="Calibri" pitchFamily="34"/>
                </a:rPr>
                <a:t>and click on  </a:t>
              </a:r>
              <a:r>
                <a:rPr lang="en-GB" sz="1200" b="1" i="0" u="none" strike="noStrike" kern="0" cap="none" spc="0" baseline="0">
                  <a:solidFill>
                    <a:srgbClr val="000000"/>
                  </a:solidFill>
                  <a:uFillTx/>
                  <a:latin typeface="Calibri" pitchFamily="34"/>
                  <a:cs typeface="Calibri" pitchFamily="34"/>
                </a:rPr>
                <a:t>‘Insert’</a:t>
              </a:r>
              <a:r>
                <a:rPr lang="en-GB" sz="1200" b="0" i="0" u="none" strike="noStrike" kern="0" cap="none" spc="0" baseline="0">
                  <a:solidFill>
                    <a:srgbClr val="000000"/>
                  </a:solidFill>
                  <a:uFillTx/>
                  <a:latin typeface="Calibri" pitchFamily="34"/>
                  <a:cs typeface="Calibri" pitchFamily="34"/>
                </a:rPr>
                <a:t>.</a:t>
              </a:r>
            </a:p>
          </p:txBody>
        </p:sp>
        <p:sp>
          <p:nvSpPr>
            <p:cNvPr id="137" name="Rechthoek 169">
              <a:extLst>
                <a:ext uri="{FF2B5EF4-FFF2-40B4-BE49-F238E27FC236}">
                  <a16:creationId xmlns:a16="http://schemas.microsoft.com/office/drawing/2014/main" id="{FBF24438-6D3E-DA6E-CB12-6F6E4F26C8A6}"/>
                </a:ext>
              </a:extLst>
            </p:cNvPr>
            <p:cNvSpPr/>
            <p:nvPr/>
          </p:nvSpPr>
          <p:spPr>
            <a:xfrm>
              <a:off x="-3319418" y="2245757"/>
              <a:ext cx="825502" cy="209553"/>
            </a:xfrm>
            <a:prstGeom prst="rect">
              <a:avLst/>
            </a:prstGeom>
            <a:solidFill>
              <a:srgbClr val="1FF524"/>
            </a:solidFill>
            <a:ln>
              <a:noFill/>
              <a:prstDash val="solid"/>
            </a:ln>
          </p:spPr>
          <p:txBody>
            <a:bodyPr vert="horz" wrap="square" lIns="0" tIns="0" rIns="0" bIns="0"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000" b="1" i="0" u="none" strike="noStrike" kern="1200" cap="none" spc="0" baseline="0">
                  <a:solidFill>
                    <a:srgbClr val="211F26"/>
                  </a:solidFill>
                  <a:uFillTx/>
                  <a:latin typeface="Calibri" pitchFamily="34"/>
                  <a:cs typeface="Calibri" pitchFamily="34"/>
                </a:rPr>
                <a:t>Insert</a:t>
              </a:r>
            </a:p>
          </p:txBody>
        </p:sp>
        <p:grpSp>
          <p:nvGrpSpPr>
            <p:cNvPr id="138" name="Groep 170">
              <a:extLst>
                <a:ext uri="{FF2B5EF4-FFF2-40B4-BE49-F238E27FC236}">
                  <a16:creationId xmlns:a16="http://schemas.microsoft.com/office/drawing/2014/main" id="{7B6CB864-5ED0-3493-D6E8-ED735B187E5F}"/>
                </a:ext>
              </a:extLst>
            </p:cNvPr>
            <p:cNvGrpSpPr/>
            <p:nvPr/>
          </p:nvGrpSpPr>
          <p:grpSpPr>
            <a:xfrm>
              <a:off x="-3365485" y="1226978"/>
              <a:ext cx="446940" cy="406486"/>
              <a:chOff x="-3365485" y="1226978"/>
              <a:chExt cx="446940" cy="406486"/>
            </a:xfrm>
          </p:grpSpPr>
          <p:grpSp>
            <p:nvGrpSpPr>
              <p:cNvPr id="139" name="Groep 171">
                <a:extLst>
                  <a:ext uri="{FF2B5EF4-FFF2-40B4-BE49-F238E27FC236}">
                    <a16:creationId xmlns:a16="http://schemas.microsoft.com/office/drawing/2014/main" id="{77799A6C-7B18-05F3-7882-7AB8E47A5F3D}"/>
                  </a:ext>
                </a:extLst>
              </p:cNvPr>
              <p:cNvGrpSpPr/>
              <p:nvPr/>
            </p:nvGrpSpPr>
            <p:grpSpPr>
              <a:xfrm>
                <a:off x="-3285311" y="1226978"/>
                <a:ext cx="284168" cy="246686"/>
                <a:chOff x="-3285311" y="1226978"/>
                <a:chExt cx="284168" cy="246686"/>
              </a:xfrm>
            </p:grpSpPr>
            <p:sp>
              <p:nvSpPr>
                <p:cNvPr id="140" name="Vrije vorm: vorm 173">
                  <a:extLst>
                    <a:ext uri="{FF2B5EF4-FFF2-40B4-BE49-F238E27FC236}">
                      <a16:creationId xmlns:a16="http://schemas.microsoft.com/office/drawing/2014/main" id="{762DCC51-4F71-1CC6-64E6-064B127B30CB}"/>
                    </a:ext>
                  </a:extLst>
                </p:cNvPr>
                <p:cNvSpPr/>
                <p:nvPr/>
              </p:nvSpPr>
              <p:spPr>
                <a:xfrm>
                  <a:off x="-3236719" y="1287612"/>
                  <a:ext cx="47978" cy="47868"/>
                </a:xfrm>
                <a:custGeom>
                  <a:avLst/>
                  <a:gdLst>
                    <a:gd name="f0" fmla="val 10800000"/>
                    <a:gd name="f1" fmla="val 5400000"/>
                    <a:gd name="f2" fmla="val 180"/>
                    <a:gd name="f3" fmla="val w"/>
                    <a:gd name="f4" fmla="val h"/>
                    <a:gd name="f5" fmla="val 0"/>
                    <a:gd name="f6" fmla="val 371475"/>
                    <a:gd name="f7" fmla="val 369094"/>
                    <a:gd name="f8" fmla="val 188119"/>
                    <a:gd name="f9" fmla="val 288068"/>
                    <a:gd name="f10" fmla="val 88169"/>
                    <a:gd name="f11" fmla="val 7144"/>
                    <a:gd name="f12" fmla="+- 0 0 -90"/>
                    <a:gd name="f13" fmla="*/ f3 1 371475"/>
                    <a:gd name="f14" fmla="*/ f4 1 371475"/>
                    <a:gd name="f15" fmla="val f5"/>
                    <a:gd name="f16" fmla="val f6"/>
                    <a:gd name="f17" fmla="*/ f12 f0 1"/>
                    <a:gd name="f18" fmla="+- f16 0 f15"/>
                    <a:gd name="f19" fmla="*/ f17 1 f2"/>
                    <a:gd name="f20" fmla="*/ f18 1 371475"/>
                    <a:gd name="f21" fmla="*/ 369094 f18 1"/>
                    <a:gd name="f22" fmla="*/ 188119 f18 1"/>
                    <a:gd name="f23" fmla="*/ 7144 f18 1"/>
                    <a:gd name="f24" fmla="+- f19 0 f1"/>
                    <a:gd name="f25" fmla="*/ f21 1 371475"/>
                    <a:gd name="f26" fmla="*/ f22 1 371475"/>
                    <a:gd name="f27" fmla="*/ f23 1 371475"/>
                    <a:gd name="f28" fmla="*/ f15 1 f20"/>
                    <a:gd name="f29" fmla="*/ f16 1 f20"/>
                    <a:gd name="f30" fmla="*/ f25 1 f20"/>
                    <a:gd name="f31" fmla="*/ f26 1 f20"/>
                    <a:gd name="f32" fmla="*/ f27 1 f20"/>
                    <a:gd name="f33" fmla="*/ f28 f13 1"/>
                    <a:gd name="f34" fmla="*/ f29 f13 1"/>
                    <a:gd name="f35" fmla="*/ f29 f14 1"/>
                    <a:gd name="f36" fmla="*/ f28 f14 1"/>
                    <a:gd name="f37" fmla="*/ f30 f13 1"/>
                    <a:gd name="f38" fmla="*/ f31 f14 1"/>
                    <a:gd name="f39" fmla="*/ f31 f13 1"/>
                    <a:gd name="f40" fmla="*/ f30 f14 1"/>
                    <a:gd name="f41" fmla="*/ f32 f13 1"/>
                    <a:gd name="f42" fmla="*/ f32 f14 1"/>
                  </a:gdLst>
                  <a:ahLst/>
                  <a:cxnLst>
                    <a:cxn ang="3cd4">
                      <a:pos x="hc" y="t"/>
                    </a:cxn>
                    <a:cxn ang="0">
                      <a:pos x="r" y="vc"/>
                    </a:cxn>
                    <a:cxn ang="cd4">
                      <a:pos x="hc" y="b"/>
                    </a:cxn>
                    <a:cxn ang="cd2">
                      <a:pos x="l" y="vc"/>
                    </a:cxn>
                    <a:cxn ang="f24">
                      <a:pos x="f37" y="f38"/>
                    </a:cxn>
                    <a:cxn ang="f24">
                      <a:pos x="f39" y="f40"/>
                    </a:cxn>
                    <a:cxn ang="f24">
                      <a:pos x="f41" y="f38"/>
                    </a:cxn>
                    <a:cxn ang="f24">
                      <a:pos x="f39" y="f42"/>
                    </a:cxn>
                    <a:cxn ang="f24">
                      <a:pos x="f37" y="f38"/>
                    </a:cxn>
                  </a:cxnLst>
                  <a:rect l="f33" t="f36" r="f34" b="f35"/>
                  <a:pathLst>
                    <a:path w="371475" h="371475">
                      <a:moveTo>
                        <a:pt x="f7" y="f8"/>
                      </a:moveTo>
                      <a:cubicBezTo>
                        <a:pt x="f7" y="f9"/>
                        <a:pt x="f9" y="f7"/>
                        <a:pt x="f8" y="f7"/>
                      </a:cubicBezTo>
                      <a:cubicBezTo>
                        <a:pt x="f10" y="f7"/>
                        <a:pt x="f11" y="f9"/>
                        <a:pt x="f11" y="f8"/>
                      </a:cubicBezTo>
                      <a:cubicBezTo>
                        <a:pt x="f11" y="f10"/>
                        <a:pt x="f10" y="f11"/>
                        <a:pt x="f8" y="f11"/>
                      </a:cubicBezTo>
                      <a:cubicBezTo>
                        <a:pt x="f9" y="f11"/>
                        <a:pt x="f7" y="f10"/>
                        <a:pt x="f7" y="f8"/>
                      </a:cubicBezTo>
                      <a:close/>
                    </a:path>
                  </a:pathLst>
                </a:custGeom>
                <a:solidFill>
                  <a:srgbClr val="1FF524"/>
                </a:solidFill>
                <a:ln>
                  <a:noFill/>
                  <a:prstDash val="solid"/>
                </a:ln>
              </p:spPr>
              <p:txBody>
                <a:bodyPr vert="horz" wrap="square" lIns="91440" tIns="45720" rIns="91440" bIns="45720" anchor="ctr"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7200" b="0" i="0" u="none" strike="noStrike" kern="1200" cap="none" spc="0" baseline="0">
                    <a:solidFill>
                      <a:srgbClr val="211F26"/>
                    </a:solidFill>
                    <a:uFillTx/>
                    <a:latin typeface="Arial"/>
                  </a:endParaRPr>
                </a:p>
              </p:txBody>
            </p:sp>
            <p:grpSp>
              <p:nvGrpSpPr>
                <p:cNvPr id="141" name="Groep 174">
                  <a:extLst>
                    <a:ext uri="{FF2B5EF4-FFF2-40B4-BE49-F238E27FC236}">
                      <a16:creationId xmlns:a16="http://schemas.microsoft.com/office/drawing/2014/main" id="{E9B53109-3D13-EC87-6F43-C4BC3AD7ACFB}"/>
                    </a:ext>
                  </a:extLst>
                </p:cNvPr>
                <p:cNvGrpSpPr/>
                <p:nvPr/>
              </p:nvGrpSpPr>
              <p:grpSpPr>
                <a:xfrm>
                  <a:off x="-3285311" y="1226978"/>
                  <a:ext cx="284168" cy="246686"/>
                  <a:chOff x="-3285311" y="1226978"/>
                  <a:chExt cx="284168" cy="246686"/>
                </a:xfrm>
              </p:grpSpPr>
              <p:sp>
                <p:nvSpPr>
                  <p:cNvPr id="142" name="Vrije vorm: vorm 175">
                    <a:extLst>
                      <a:ext uri="{FF2B5EF4-FFF2-40B4-BE49-F238E27FC236}">
                        <a16:creationId xmlns:a16="http://schemas.microsoft.com/office/drawing/2014/main" id="{BCCCAF06-5B0B-EFB8-2864-374AFAD9F994}"/>
                      </a:ext>
                    </a:extLst>
                  </p:cNvPr>
                  <p:cNvSpPr/>
                  <p:nvPr/>
                </p:nvSpPr>
                <p:spPr>
                  <a:xfrm>
                    <a:off x="-3285311" y="1226978"/>
                    <a:ext cx="284168" cy="246686"/>
                  </a:xfrm>
                  <a:custGeom>
                    <a:avLst/>
                    <a:gdLst>
                      <a:gd name="f0" fmla="val 10800000"/>
                      <a:gd name="f1" fmla="val 5400000"/>
                      <a:gd name="f2" fmla="val 180"/>
                      <a:gd name="f3" fmla="val w"/>
                      <a:gd name="f4" fmla="val h"/>
                      <a:gd name="f5" fmla="val 0"/>
                      <a:gd name="f6" fmla="val 2200275"/>
                      <a:gd name="f7" fmla="val 1914525"/>
                      <a:gd name="f8" fmla="val 7144"/>
                      <a:gd name="f9" fmla="val 245269"/>
                      <a:gd name="f10" fmla="val 432911"/>
                      <a:gd name="f11" fmla="val 1959769"/>
                      <a:gd name="f12" fmla="val 1674019"/>
                      <a:gd name="f13" fmla="val 350044"/>
                      <a:gd name="f14" fmla="val 1912144"/>
                      <a:gd name="f15" fmla="val 2197894"/>
                      <a:gd name="f16" fmla="+- 0 0 -90"/>
                      <a:gd name="f17" fmla="*/ f3 1 2200275"/>
                      <a:gd name="f18" fmla="*/ f4 1 1914525"/>
                      <a:gd name="f19" fmla="val f5"/>
                      <a:gd name="f20" fmla="val f6"/>
                      <a:gd name="f21" fmla="val f7"/>
                      <a:gd name="f22" fmla="*/ f16 f0 1"/>
                      <a:gd name="f23" fmla="+- f21 0 f19"/>
                      <a:gd name="f24" fmla="+- f20 0 f19"/>
                      <a:gd name="f25" fmla="*/ f22 1 f2"/>
                      <a:gd name="f26" fmla="*/ f24 1 2200275"/>
                      <a:gd name="f27" fmla="*/ f23 1 1914525"/>
                      <a:gd name="f28" fmla="*/ 7144 f24 1"/>
                      <a:gd name="f29" fmla="*/ 7144 f23 1"/>
                      <a:gd name="f30" fmla="*/ 245269 f23 1"/>
                      <a:gd name="f31" fmla="*/ 432911 f24 1"/>
                      <a:gd name="f32" fmla="*/ 1959769 f24 1"/>
                      <a:gd name="f33" fmla="*/ 1674019 f23 1"/>
                      <a:gd name="f34" fmla="*/ 245269 f24 1"/>
                      <a:gd name="f35" fmla="*/ 350044 f23 1"/>
                      <a:gd name="f36" fmla="*/ 1912144 f23 1"/>
                      <a:gd name="f37" fmla="*/ 2197894 f24 1"/>
                      <a:gd name="f38" fmla="+- f25 0 f1"/>
                      <a:gd name="f39" fmla="*/ f28 1 2200275"/>
                      <a:gd name="f40" fmla="*/ f29 1 1914525"/>
                      <a:gd name="f41" fmla="*/ f30 1 1914525"/>
                      <a:gd name="f42" fmla="*/ f31 1 2200275"/>
                      <a:gd name="f43" fmla="*/ f32 1 2200275"/>
                      <a:gd name="f44" fmla="*/ f33 1 1914525"/>
                      <a:gd name="f45" fmla="*/ f34 1 2200275"/>
                      <a:gd name="f46" fmla="*/ f35 1 1914525"/>
                      <a:gd name="f47" fmla="*/ f36 1 1914525"/>
                      <a:gd name="f48" fmla="*/ f37 1 2200275"/>
                      <a:gd name="f49" fmla="*/ f19 1 f26"/>
                      <a:gd name="f50" fmla="*/ f20 1 f26"/>
                      <a:gd name="f51" fmla="*/ f19 1 f27"/>
                      <a:gd name="f52" fmla="*/ f21 1 f27"/>
                      <a:gd name="f53" fmla="*/ f39 1 f26"/>
                      <a:gd name="f54" fmla="*/ f40 1 f27"/>
                      <a:gd name="f55" fmla="*/ f41 1 f27"/>
                      <a:gd name="f56" fmla="*/ f42 1 f26"/>
                      <a:gd name="f57" fmla="*/ f43 1 f26"/>
                      <a:gd name="f58" fmla="*/ f44 1 f27"/>
                      <a:gd name="f59" fmla="*/ f45 1 f26"/>
                      <a:gd name="f60" fmla="*/ f46 1 f27"/>
                      <a:gd name="f61" fmla="*/ f47 1 f27"/>
                      <a:gd name="f62" fmla="*/ f48 1 f26"/>
                      <a:gd name="f63" fmla="*/ f49 f17 1"/>
                      <a:gd name="f64" fmla="*/ f50 f17 1"/>
                      <a:gd name="f65" fmla="*/ f52 f18 1"/>
                      <a:gd name="f66" fmla="*/ f51 f18 1"/>
                      <a:gd name="f67" fmla="*/ f53 f17 1"/>
                      <a:gd name="f68" fmla="*/ f54 f18 1"/>
                      <a:gd name="f69" fmla="*/ f55 f18 1"/>
                      <a:gd name="f70" fmla="*/ f56 f17 1"/>
                      <a:gd name="f71" fmla="*/ f57 f17 1"/>
                      <a:gd name="f72" fmla="*/ f58 f18 1"/>
                      <a:gd name="f73" fmla="*/ f59 f17 1"/>
                      <a:gd name="f74" fmla="*/ f60 f18 1"/>
                      <a:gd name="f75" fmla="*/ f61 f18 1"/>
                      <a:gd name="f76" fmla="*/ f62 f17 1"/>
                    </a:gdLst>
                    <a:ahLst/>
                    <a:cxnLst>
                      <a:cxn ang="3cd4">
                        <a:pos x="hc" y="t"/>
                      </a:cxn>
                      <a:cxn ang="0">
                        <a:pos x="r" y="vc"/>
                      </a:cxn>
                      <a:cxn ang="cd4">
                        <a:pos x="hc" y="b"/>
                      </a:cxn>
                      <a:cxn ang="cd2">
                        <a:pos x="l" y="vc"/>
                      </a:cxn>
                      <a:cxn ang="f38">
                        <a:pos x="f67" y="f68"/>
                      </a:cxn>
                      <a:cxn ang="f38">
                        <a:pos x="f67" y="f69"/>
                      </a:cxn>
                      <a:cxn ang="f38">
                        <a:pos x="f70" y="f69"/>
                      </a:cxn>
                      <a:cxn ang="f38">
                        <a:pos x="f70" y="f69"/>
                      </a:cxn>
                      <a:cxn ang="f38">
                        <a:pos x="f71" y="f69"/>
                      </a:cxn>
                      <a:cxn ang="f38">
                        <a:pos x="f71" y="f72"/>
                      </a:cxn>
                      <a:cxn ang="f38">
                        <a:pos x="f73" y="f72"/>
                      </a:cxn>
                      <a:cxn ang="f38">
                        <a:pos x="f73" y="f74"/>
                      </a:cxn>
                      <a:cxn ang="f38">
                        <a:pos x="f67" y="f74"/>
                      </a:cxn>
                      <a:cxn ang="f38">
                        <a:pos x="f67" y="f75"/>
                      </a:cxn>
                      <a:cxn ang="f38">
                        <a:pos x="f76" y="f75"/>
                      </a:cxn>
                      <a:cxn ang="f38">
                        <a:pos x="f76" y="f68"/>
                      </a:cxn>
                    </a:cxnLst>
                    <a:rect l="f63" t="f66" r="f64" b="f65"/>
                    <a:pathLst>
                      <a:path w="2200275" h="1914525">
                        <a:moveTo>
                          <a:pt x="f8" y="f8"/>
                        </a:moveTo>
                        <a:lnTo>
                          <a:pt x="f8" y="f9"/>
                        </a:lnTo>
                        <a:lnTo>
                          <a:pt x="f10" y="f9"/>
                        </a:lnTo>
                        <a:lnTo>
                          <a:pt x="f10" y="f9"/>
                        </a:lnTo>
                        <a:lnTo>
                          <a:pt x="f11" y="f9"/>
                        </a:lnTo>
                        <a:lnTo>
                          <a:pt x="f11" y="f12"/>
                        </a:lnTo>
                        <a:lnTo>
                          <a:pt x="f9" y="f12"/>
                        </a:lnTo>
                        <a:lnTo>
                          <a:pt x="f9" y="f13"/>
                        </a:lnTo>
                        <a:lnTo>
                          <a:pt x="f8" y="f13"/>
                        </a:lnTo>
                        <a:lnTo>
                          <a:pt x="f8" y="f14"/>
                        </a:lnTo>
                        <a:lnTo>
                          <a:pt x="f15" y="f14"/>
                        </a:lnTo>
                        <a:lnTo>
                          <a:pt x="f15" y="f8"/>
                        </a:lnTo>
                        <a:close/>
                      </a:path>
                    </a:pathLst>
                  </a:custGeom>
                  <a:gradFill>
                    <a:gsLst>
                      <a:gs pos="0">
                        <a:srgbClr val="9D9FA1"/>
                      </a:gs>
                      <a:gs pos="100000">
                        <a:srgbClr val="211F26"/>
                      </a:gs>
                    </a:gsLst>
                    <a:lin ang="2700000"/>
                  </a:gradFill>
                  <a:ln>
                    <a:noFill/>
                    <a:prstDash val="solid"/>
                  </a:ln>
                </p:spPr>
                <p:txBody>
                  <a:bodyPr vert="horz" wrap="square" lIns="91440" tIns="45720" rIns="91440" bIns="45720" anchor="ctr"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7200" b="0" i="0" u="none" strike="noStrike" kern="1200" cap="none" spc="0" baseline="0">
                      <a:solidFill>
                        <a:srgbClr val="211F26"/>
                      </a:solidFill>
                      <a:uFillTx/>
                      <a:latin typeface="Arial"/>
                    </a:endParaRPr>
                  </a:p>
                </p:txBody>
              </p:sp>
              <p:sp>
                <p:nvSpPr>
                  <p:cNvPr id="143" name="Vrije vorm: vorm 176">
                    <a:extLst>
                      <a:ext uri="{FF2B5EF4-FFF2-40B4-BE49-F238E27FC236}">
                        <a16:creationId xmlns:a16="http://schemas.microsoft.com/office/drawing/2014/main" id="{6D1CC7B9-7E19-D89D-8676-9B9567E7CCAB}"/>
                      </a:ext>
                    </a:extLst>
                  </p:cNvPr>
                  <p:cNvSpPr/>
                  <p:nvPr/>
                </p:nvSpPr>
                <p:spPr>
                  <a:xfrm>
                    <a:off x="-3236847" y="1303321"/>
                    <a:ext cx="185751" cy="114144"/>
                  </a:xfrm>
                  <a:custGeom>
                    <a:avLst/>
                    <a:gdLst>
                      <a:gd name="f0" fmla="val 10800000"/>
                      <a:gd name="f1" fmla="val 5400000"/>
                      <a:gd name="f2" fmla="val 180"/>
                      <a:gd name="f3" fmla="val w"/>
                      <a:gd name="f4" fmla="val h"/>
                      <a:gd name="f5" fmla="val 0"/>
                      <a:gd name="f6" fmla="val 1438275"/>
                      <a:gd name="f7" fmla="val 885825"/>
                      <a:gd name="f8" fmla="val 1070134"/>
                      <a:gd name="f9" fmla="val 7144"/>
                      <a:gd name="f10" fmla="val 801529"/>
                      <a:gd name="f11" fmla="val 275749"/>
                      <a:gd name="f12" fmla="val 662464"/>
                      <a:gd name="f13" fmla="val 137636"/>
                      <a:gd name="f14" fmla="val 784384"/>
                      <a:gd name="f15" fmla="val 108109"/>
                      <a:gd name="f16" fmla="val 885349"/>
                      <a:gd name="f17" fmla="val 338614"/>
                      <a:gd name="f18" fmla="val 928211"/>
                      <a:gd name="f19" fmla="val 605314"/>
                      <a:gd name="f20" fmla="val 1029176"/>
                      <a:gd name="f21" fmla="val 503396"/>
                      <a:gd name="f22" fmla="val 902494"/>
                      <a:gd name="f23" fmla="val 376714"/>
                      <a:gd name="f24" fmla="val 209074"/>
                      <a:gd name="f25" fmla="val 1337786"/>
                      <a:gd name="f26" fmla="val 480536"/>
                      <a:gd name="f27" fmla="val 1438751"/>
                      <a:gd name="f28" fmla="val 378619"/>
                      <a:gd name="f29" fmla="+- 0 0 -90"/>
                      <a:gd name="f30" fmla="*/ f3 1 1438275"/>
                      <a:gd name="f31" fmla="*/ f4 1 885825"/>
                      <a:gd name="f32" fmla="val f5"/>
                      <a:gd name="f33" fmla="val f6"/>
                      <a:gd name="f34" fmla="val f7"/>
                      <a:gd name="f35" fmla="*/ f29 f0 1"/>
                      <a:gd name="f36" fmla="+- f34 0 f32"/>
                      <a:gd name="f37" fmla="+- f33 0 f32"/>
                      <a:gd name="f38" fmla="*/ f35 1 f2"/>
                      <a:gd name="f39" fmla="*/ f37 1 1438275"/>
                      <a:gd name="f40" fmla="*/ f36 1 885825"/>
                      <a:gd name="f41" fmla="*/ 1070134 f37 1"/>
                      <a:gd name="f42" fmla="*/ 7144 f36 1"/>
                      <a:gd name="f43" fmla="*/ 801529 f37 1"/>
                      <a:gd name="f44" fmla="*/ 275749 f36 1"/>
                      <a:gd name="f45" fmla="*/ 662464 f37 1"/>
                      <a:gd name="f46" fmla="*/ 137636 f36 1"/>
                      <a:gd name="f47" fmla="*/ 7144 f37 1"/>
                      <a:gd name="f48" fmla="*/ 784384 f36 1"/>
                      <a:gd name="f49" fmla="*/ 108109 f37 1"/>
                      <a:gd name="f50" fmla="*/ 885349 f36 1"/>
                      <a:gd name="f51" fmla="*/ 338614 f36 1"/>
                      <a:gd name="f52" fmla="*/ 928211 f37 1"/>
                      <a:gd name="f53" fmla="*/ 605314 f36 1"/>
                      <a:gd name="f54" fmla="*/ 1029176 f37 1"/>
                      <a:gd name="f55" fmla="*/ 503396 f36 1"/>
                      <a:gd name="f56" fmla="*/ 902494 f37 1"/>
                      <a:gd name="f57" fmla="*/ 376714 f36 1"/>
                      <a:gd name="f58" fmla="*/ 209074 f36 1"/>
                      <a:gd name="f59" fmla="*/ 1337786 f37 1"/>
                      <a:gd name="f60" fmla="*/ 480536 f36 1"/>
                      <a:gd name="f61" fmla="*/ 1438751 f37 1"/>
                      <a:gd name="f62" fmla="*/ 378619 f36 1"/>
                      <a:gd name="f63" fmla="+- f38 0 f1"/>
                      <a:gd name="f64" fmla="*/ f41 1 1438275"/>
                      <a:gd name="f65" fmla="*/ f42 1 885825"/>
                      <a:gd name="f66" fmla="*/ f43 1 1438275"/>
                      <a:gd name="f67" fmla="*/ f44 1 885825"/>
                      <a:gd name="f68" fmla="*/ f45 1 1438275"/>
                      <a:gd name="f69" fmla="*/ f46 1 885825"/>
                      <a:gd name="f70" fmla="*/ f47 1 1438275"/>
                      <a:gd name="f71" fmla="*/ f48 1 885825"/>
                      <a:gd name="f72" fmla="*/ f49 1 1438275"/>
                      <a:gd name="f73" fmla="*/ f50 1 885825"/>
                      <a:gd name="f74" fmla="*/ f51 1 885825"/>
                      <a:gd name="f75" fmla="*/ f52 1 1438275"/>
                      <a:gd name="f76" fmla="*/ f53 1 885825"/>
                      <a:gd name="f77" fmla="*/ f54 1 1438275"/>
                      <a:gd name="f78" fmla="*/ f55 1 885825"/>
                      <a:gd name="f79" fmla="*/ f56 1 1438275"/>
                      <a:gd name="f80" fmla="*/ f57 1 885825"/>
                      <a:gd name="f81" fmla="*/ f58 1 885825"/>
                      <a:gd name="f82" fmla="*/ f59 1 1438275"/>
                      <a:gd name="f83" fmla="*/ f60 1 885825"/>
                      <a:gd name="f84" fmla="*/ f61 1 1438275"/>
                      <a:gd name="f85" fmla="*/ f62 1 885825"/>
                      <a:gd name="f86" fmla="*/ f32 1 f39"/>
                      <a:gd name="f87" fmla="*/ f33 1 f39"/>
                      <a:gd name="f88" fmla="*/ f32 1 f40"/>
                      <a:gd name="f89" fmla="*/ f34 1 f40"/>
                      <a:gd name="f90" fmla="*/ f64 1 f39"/>
                      <a:gd name="f91" fmla="*/ f65 1 f40"/>
                      <a:gd name="f92" fmla="*/ f66 1 f39"/>
                      <a:gd name="f93" fmla="*/ f67 1 f40"/>
                      <a:gd name="f94" fmla="*/ f68 1 f39"/>
                      <a:gd name="f95" fmla="*/ f69 1 f40"/>
                      <a:gd name="f96" fmla="*/ f70 1 f39"/>
                      <a:gd name="f97" fmla="*/ f71 1 f40"/>
                      <a:gd name="f98" fmla="*/ f72 1 f39"/>
                      <a:gd name="f99" fmla="*/ f73 1 f40"/>
                      <a:gd name="f100" fmla="*/ f74 1 f40"/>
                      <a:gd name="f101" fmla="*/ f75 1 f39"/>
                      <a:gd name="f102" fmla="*/ f76 1 f40"/>
                      <a:gd name="f103" fmla="*/ f77 1 f39"/>
                      <a:gd name="f104" fmla="*/ f78 1 f40"/>
                      <a:gd name="f105" fmla="*/ f79 1 f39"/>
                      <a:gd name="f106" fmla="*/ f80 1 f40"/>
                      <a:gd name="f107" fmla="*/ f81 1 f40"/>
                      <a:gd name="f108" fmla="*/ f82 1 f39"/>
                      <a:gd name="f109" fmla="*/ f83 1 f40"/>
                      <a:gd name="f110" fmla="*/ f84 1 f39"/>
                      <a:gd name="f111" fmla="*/ f85 1 f40"/>
                      <a:gd name="f112" fmla="*/ f86 f30 1"/>
                      <a:gd name="f113" fmla="*/ f87 f30 1"/>
                      <a:gd name="f114" fmla="*/ f89 f31 1"/>
                      <a:gd name="f115" fmla="*/ f88 f31 1"/>
                      <a:gd name="f116" fmla="*/ f90 f30 1"/>
                      <a:gd name="f117" fmla="*/ f91 f31 1"/>
                      <a:gd name="f118" fmla="*/ f92 f30 1"/>
                      <a:gd name="f119" fmla="*/ f93 f31 1"/>
                      <a:gd name="f120" fmla="*/ f94 f30 1"/>
                      <a:gd name="f121" fmla="*/ f95 f31 1"/>
                      <a:gd name="f122" fmla="*/ f96 f30 1"/>
                      <a:gd name="f123" fmla="*/ f97 f31 1"/>
                      <a:gd name="f124" fmla="*/ f98 f30 1"/>
                      <a:gd name="f125" fmla="*/ f99 f31 1"/>
                      <a:gd name="f126" fmla="*/ f100 f31 1"/>
                      <a:gd name="f127" fmla="*/ f101 f30 1"/>
                      <a:gd name="f128" fmla="*/ f102 f31 1"/>
                      <a:gd name="f129" fmla="*/ f103 f30 1"/>
                      <a:gd name="f130" fmla="*/ f104 f31 1"/>
                      <a:gd name="f131" fmla="*/ f105 f30 1"/>
                      <a:gd name="f132" fmla="*/ f106 f31 1"/>
                      <a:gd name="f133" fmla="*/ f107 f31 1"/>
                      <a:gd name="f134" fmla="*/ f108 f30 1"/>
                      <a:gd name="f135" fmla="*/ f109 f31 1"/>
                      <a:gd name="f136" fmla="*/ f110 f30 1"/>
                      <a:gd name="f137" fmla="*/ f111 f31 1"/>
                    </a:gdLst>
                    <a:ahLst/>
                    <a:cxnLst>
                      <a:cxn ang="3cd4">
                        <a:pos x="hc" y="t"/>
                      </a:cxn>
                      <a:cxn ang="0">
                        <a:pos x="r" y="vc"/>
                      </a:cxn>
                      <a:cxn ang="cd4">
                        <a:pos x="hc" y="b"/>
                      </a:cxn>
                      <a:cxn ang="cd2">
                        <a:pos x="l" y="vc"/>
                      </a:cxn>
                      <a:cxn ang="f63">
                        <a:pos x="f116" y="f117"/>
                      </a:cxn>
                      <a:cxn ang="f63">
                        <a:pos x="f118" y="f119"/>
                      </a:cxn>
                      <a:cxn ang="f63">
                        <a:pos x="f120" y="f121"/>
                      </a:cxn>
                      <a:cxn ang="f63">
                        <a:pos x="f122" y="f123"/>
                      </a:cxn>
                      <a:cxn ang="f63">
                        <a:pos x="f124" y="f125"/>
                      </a:cxn>
                      <a:cxn ang="f63">
                        <a:pos x="f120" y="f126"/>
                      </a:cxn>
                      <a:cxn ang="f63">
                        <a:pos x="f127" y="f128"/>
                      </a:cxn>
                      <a:cxn ang="f63">
                        <a:pos x="f129" y="f130"/>
                      </a:cxn>
                      <a:cxn ang="f63">
                        <a:pos x="f131" y="f132"/>
                      </a:cxn>
                      <a:cxn ang="f63">
                        <a:pos x="f116" y="f133"/>
                      </a:cxn>
                      <a:cxn ang="f63">
                        <a:pos x="f134" y="f135"/>
                      </a:cxn>
                      <a:cxn ang="f63">
                        <a:pos x="f136" y="f137"/>
                      </a:cxn>
                    </a:cxnLst>
                    <a:rect l="f112" t="f115" r="f113" b="f114"/>
                    <a:pathLst>
                      <a:path w="1438275" h="885825">
                        <a:moveTo>
                          <a:pt x="f8" y="f9"/>
                        </a:moveTo>
                        <a:lnTo>
                          <a:pt x="f10" y="f11"/>
                        </a:lnTo>
                        <a:lnTo>
                          <a:pt x="f12" y="f13"/>
                        </a:lnTo>
                        <a:lnTo>
                          <a:pt x="f9" y="f14"/>
                        </a:lnTo>
                        <a:lnTo>
                          <a:pt x="f15" y="f16"/>
                        </a:lnTo>
                        <a:lnTo>
                          <a:pt x="f12" y="f17"/>
                        </a:lnTo>
                        <a:lnTo>
                          <a:pt x="f18" y="f19"/>
                        </a:lnTo>
                        <a:lnTo>
                          <a:pt x="f20" y="f21"/>
                        </a:lnTo>
                        <a:lnTo>
                          <a:pt x="f22" y="f23"/>
                        </a:lnTo>
                        <a:lnTo>
                          <a:pt x="f8" y="f24"/>
                        </a:lnTo>
                        <a:lnTo>
                          <a:pt x="f25" y="f26"/>
                        </a:lnTo>
                        <a:lnTo>
                          <a:pt x="f27" y="f28"/>
                        </a:lnTo>
                        <a:close/>
                      </a:path>
                    </a:pathLst>
                  </a:custGeom>
                  <a:gradFill>
                    <a:gsLst>
                      <a:gs pos="0">
                        <a:srgbClr val="9D9FA1"/>
                      </a:gs>
                      <a:gs pos="100000">
                        <a:srgbClr val="211F26"/>
                      </a:gs>
                    </a:gsLst>
                    <a:lin ang="2700000"/>
                  </a:gradFill>
                  <a:ln>
                    <a:noFill/>
                    <a:prstDash val="solid"/>
                  </a:ln>
                </p:spPr>
                <p:txBody>
                  <a:bodyPr vert="horz" wrap="square" lIns="91440" tIns="45720" rIns="91440" bIns="45720" anchor="ctr"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7200" b="0" i="0" u="none" strike="noStrike" kern="1200" cap="none" spc="0" baseline="0">
                      <a:solidFill>
                        <a:srgbClr val="211F26"/>
                      </a:solidFill>
                      <a:uFillTx/>
                      <a:latin typeface="Arial"/>
                    </a:endParaRPr>
                  </a:p>
                </p:txBody>
              </p:sp>
            </p:grpSp>
          </p:grpSp>
          <p:sp>
            <p:nvSpPr>
              <p:cNvPr id="144" name="Tekstvak 172">
                <a:extLst>
                  <a:ext uri="{FF2B5EF4-FFF2-40B4-BE49-F238E27FC236}">
                    <a16:creationId xmlns:a16="http://schemas.microsoft.com/office/drawing/2014/main" id="{0D21DDA4-ED2B-1096-B640-2A291F53AF6E}"/>
                  </a:ext>
                </a:extLst>
              </p:cNvPr>
              <p:cNvSpPr txBox="1"/>
              <p:nvPr/>
            </p:nvSpPr>
            <p:spPr>
              <a:xfrm>
                <a:off x="-3365485" y="1489959"/>
                <a:ext cx="446940" cy="143505"/>
              </a:xfrm>
              <a:prstGeom prst="rect">
                <a:avLst/>
              </a:prstGeom>
              <a:noFill/>
              <a:ln>
                <a:noFill/>
              </a:ln>
            </p:spPr>
            <p:txBody>
              <a:bodyPr vert="horz" wrap="square" lIns="0" tIns="18004" rIns="0" bIns="0" anchor="t"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000" b="0" i="0" u="none" strike="noStrike" kern="0" cap="none" spc="0" baseline="0">
                    <a:solidFill>
                      <a:srgbClr val="211F26"/>
                    </a:solidFill>
                    <a:uFillTx/>
                    <a:latin typeface="Calibri" pitchFamily="34"/>
                    <a:cs typeface="Calibri" pitchFamily="34"/>
                  </a:rPr>
                  <a:t>Images</a:t>
                </a:r>
              </a:p>
            </p:txBody>
          </p:sp>
        </p:grpSp>
      </p:grpSp>
    </p:spTree>
    <p:extLst>
      <p:ext uri="{BB962C8B-B14F-4D97-AF65-F5344CB8AC3E}">
        <p14:creationId xmlns:p14="http://schemas.microsoft.com/office/powerpoint/2010/main" val="752493184"/>
      </p:ext>
    </p:extLst>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Image (M) + text | light mode">
    <p:bg>
      <p:bgPr>
        <a:solidFill>
          <a:srgbClr val="FFFFFF"/>
        </a:solidFill>
        <a:effectLst/>
      </p:bgPr>
    </p:bg>
    <p:spTree>
      <p:nvGrpSpPr>
        <p:cNvPr id="1" name=""/>
        <p:cNvGrpSpPr/>
        <p:nvPr/>
      </p:nvGrpSpPr>
      <p:grpSpPr>
        <a:xfrm>
          <a:off x="0" y="0"/>
          <a:ext cx="0" cy="0"/>
          <a:chOff x="0" y="0"/>
          <a:chExt cx="0" cy="0"/>
        </a:xfrm>
      </p:grpSpPr>
      <p:sp>
        <p:nvSpPr>
          <p:cNvPr id="2" name="Tijdelijke aanduiding voor tekst 18">
            <a:extLst>
              <a:ext uri="{FF2B5EF4-FFF2-40B4-BE49-F238E27FC236}">
                <a16:creationId xmlns:a16="http://schemas.microsoft.com/office/drawing/2014/main" id="{3EC52565-291D-59C1-35D8-AAA5C0AE05BE}"/>
              </a:ext>
            </a:extLst>
          </p:cNvPr>
          <p:cNvSpPr txBox="1">
            <a:spLocks noGrp="1" noMove="1" noResize="1"/>
          </p:cNvSpPr>
          <p:nvPr>
            <p:ph type="body" idx="4294967295"/>
          </p:nvPr>
        </p:nvSpPr>
        <p:spPr>
          <a:xfrm>
            <a:off x="720364" y="6216740"/>
            <a:ext cx="961198" cy="381597"/>
          </a:xfrm>
          <a:blipFill>
            <a:blip r:embed="rId2">
              <a:extLst>
                <a:ext uri="{96DAC541-7B7A-43D3-8B79-37D633B846F1}">
                  <asvg:svgBlip xmlns:asvg="http://schemas.microsoft.com/office/drawing/2016/SVG/main" r:embed="rId3"/>
                </a:ext>
              </a:extLst>
            </a:blip>
            <a:stretch>
              <a:fillRect/>
            </a:stretch>
          </a:blipFill>
        </p:spPr>
        <p:txBody>
          <a:bodyPr/>
          <a:lstStyle>
            <a:lvl1pPr marL="0" indent="0">
              <a:buNone/>
              <a:defRPr sz="100"/>
            </a:lvl1pPr>
          </a:lstStyle>
          <a:p>
            <a:pPr lvl="0"/>
            <a:r>
              <a:rPr lang="en-GB"/>
              <a:t> </a:t>
            </a:r>
          </a:p>
        </p:txBody>
      </p:sp>
      <p:grpSp>
        <p:nvGrpSpPr>
          <p:cNvPr id="3" name="INSTRUCTION">
            <a:extLst>
              <a:ext uri="{FF2B5EF4-FFF2-40B4-BE49-F238E27FC236}">
                <a16:creationId xmlns:a16="http://schemas.microsoft.com/office/drawing/2014/main" id="{33DC2693-8446-4D5A-9945-B1A351898645}"/>
              </a:ext>
            </a:extLst>
          </p:cNvPr>
          <p:cNvGrpSpPr/>
          <p:nvPr/>
        </p:nvGrpSpPr>
        <p:grpSpPr>
          <a:xfrm>
            <a:off x="12377592" y="0"/>
            <a:ext cx="3693389" cy="5359343"/>
            <a:chOff x="12377592" y="0"/>
            <a:chExt cx="3693389" cy="5359343"/>
          </a:xfrm>
        </p:grpSpPr>
        <p:sp>
          <p:nvSpPr>
            <p:cNvPr id="4" name="Rechthoek 6">
              <a:extLst>
                <a:ext uri="{FF2B5EF4-FFF2-40B4-BE49-F238E27FC236}">
                  <a16:creationId xmlns:a16="http://schemas.microsoft.com/office/drawing/2014/main" id="{9EEADB15-5064-EA93-FAA7-6BFA23D248EF}"/>
                </a:ext>
              </a:extLst>
            </p:cNvPr>
            <p:cNvSpPr/>
            <p:nvPr/>
          </p:nvSpPr>
          <p:spPr>
            <a:xfrm>
              <a:off x="12377867" y="0"/>
              <a:ext cx="3593089" cy="4641338"/>
            </a:xfrm>
            <a:prstGeom prst="rect">
              <a:avLst/>
            </a:prstGeom>
            <a:solidFill>
              <a:srgbClr val="FFFFFF"/>
            </a:solidFill>
            <a:ln w="6345" cap="flat">
              <a:solidFill>
                <a:srgbClr val="ECECEC"/>
              </a:solidFill>
              <a:prstDash val="solid"/>
              <a:miter/>
            </a:ln>
          </p:spPr>
          <p:txBody>
            <a:bodyPr vert="horz" wrap="square" lIns="179999" tIns="143999" rIns="179999" bIns="143999"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400" b="1" i="0" u="none" strike="noStrike" kern="1200" cap="all" spc="0" baseline="0">
                  <a:solidFill>
                    <a:srgbClr val="00A6D6"/>
                  </a:solidFill>
                  <a:uFillTx/>
                  <a:latin typeface="Calibri" pitchFamily="34"/>
                  <a:cs typeface="Calibri" pitchFamily="34"/>
                </a:rPr>
                <a:t>Choosing text levels</a:t>
              </a:r>
            </a:p>
          </p:txBody>
        </p:sp>
        <p:sp>
          <p:nvSpPr>
            <p:cNvPr id="5" name="Ovaal 9">
              <a:extLst>
                <a:ext uri="{FF2B5EF4-FFF2-40B4-BE49-F238E27FC236}">
                  <a16:creationId xmlns:a16="http://schemas.microsoft.com/office/drawing/2014/main" id="{D0836F9C-B009-4C93-1FDB-E636D2B59063}"/>
                </a:ext>
              </a:extLst>
            </p:cNvPr>
            <p:cNvSpPr/>
            <p:nvPr/>
          </p:nvSpPr>
          <p:spPr>
            <a:xfrm>
              <a:off x="12559850" y="1837486"/>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1</a:t>
              </a:r>
            </a:p>
          </p:txBody>
        </p:sp>
        <p:sp>
          <p:nvSpPr>
            <p:cNvPr id="6" name="Rechthoek 10">
              <a:extLst>
                <a:ext uri="{FF2B5EF4-FFF2-40B4-BE49-F238E27FC236}">
                  <a16:creationId xmlns:a16="http://schemas.microsoft.com/office/drawing/2014/main" id="{EDAB8BB9-B5F3-888C-9924-216B41007DDA}"/>
                </a:ext>
              </a:extLst>
            </p:cNvPr>
            <p:cNvSpPr/>
            <p:nvPr/>
          </p:nvSpPr>
          <p:spPr>
            <a:xfrm>
              <a:off x="12844613" y="1837486"/>
              <a:ext cx="2949223" cy="179999"/>
            </a:xfrm>
            <a:prstGeom prst="rect">
              <a:avLst/>
            </a:prstGeom>
            <a:noFill/>
            <a:ln>
              <a:noFill/>
              <a:prstDash val="solid"/>
            </a:ln>
          </p:spPr>
          <p:txBody>
            <a:bodyPr vert="horz" wrap="square" lIns="0" tIns="0" rIns="0" bIns="0" anchor="ctr" anchorCtr="0" compatLnSpc="1">
              <a:noAutofit/>
            </a:bodyPr>
            <a:lstStyle/>
            <a:p>
              <a:pPr marL="357192" marR="0" lvl="0" indent="-357192" algn="l" defTabSz="914400" rtl="0" fontAlgn="auto" hangingPunct="1">
                <a:lnSpc>
                  <a:spcPct val="100000"/>
                </a:lnSpc>
                <a:spcBef>
                  <a:spcPts val="600"/>
                </a:spcBef>
                <a:spcAft>
                  <a:spcPts val="600"/>
                </a:spcAft>
                <a:buClr>
                  <a:srgbClr val="00A6D6"/>
                </a:buClr>
                <a:buSzPct val="100000"/>
                <a:buFont typeface="Calibri" pitchFamily="34"/>
                <a:buChar char="•"/>
                <a:tabLst/>
                <a:defRPr sz="1800" b="0" i="0" u="none" strike="noStrike" kern="0" cap="none" spc="0" baseline="0">
                  <a:solidFill>
                    <a:srgbClr val="000000"/>
                  </a:solidFill>
                  <a:uFillTx/>
                </a:defRPr>
              </a:pPr>
              <a:r>
                <a:rPr lang="en-GB" sz="1400" b="0" i="0" u="none" strike="noStrike" kern="0" cap="none" spc="0" baseline="0">
                  <a:solidFill>
                    <a:srgbClr val="000000"/>
                  </a:solidFill>
                  <a:uFillTx/>
                  <a:latin typeface="Arial"/>
                  <a:cs typeface="Calibri" pitchFamily="34"/>
                </a:rPr>
                <a:t>Bullet</a:t>
              </a:r>
            </a:p>
          </p:txBody>
        </p:sp>
        <p:sp>
          <p:nvSpPr>
            <p:cNvPr id="7" name="Ovaal 11">
              <a:extLst>
                <a:ext uri="{FF2B5EF4-FFF2-40B4-BE49-F238E27FC236}">
                  <a16:creationId xmlns:a16="http://schemas.microsoft.com/office/drawing/2014/main" id="{5494D883-21CC-4F48-B040-1BD536C9EBA8}"/>
                </a:ext>
              </a:extLst>
            </p:cNvPr>
            <p:cNvSpPr/>
            <p:nvPr/>
          </p:nvSpPr>
          <p:spPr>
            <a:xfrm>
              <a:off x="12559850" y="2128768"/>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2</a:t>
              </a:r>
            </a:p>
          </p:txBody>
        </p:sp>
        <p:sp>
          <p:nvSpPr>
            <p:cNvPr id="8" name="Rechthoek 12">
              <a:extLst>
                <a:ext uri="{FF2B5EF4-FFF2-40B4-BE49-F238E27FC236}">
                  <a16:creationId xmlns:a16="http://schemas.microsoft.com/office/drawing/2014/main" id="{BA9A0D55-7F3E-2712-B423-001D59EE5765}"/>
                </a:ext>
              </a:extLst>
            </p:cNvPr>
            <p:cNvSpPr/>
            <p:nvPr/>
          </p:nvSpPr>
          <p:spPr>
            <a:xfrm>
              <a:off x="12559850" y="1196117"/>
              <a:ext cx="3229048" cy="459229"/>
            </a:xfrm>
            <a:prstGeom prst="rect">
              <a:avLst/>
            </a:prstGeom>
            <a:noFill/>
            <a:ln>
              <a:noFill/>
              <a:prstDash val="solid"/>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0" i="0" u="none" strike="noStrike" kern="0" cap="none" spc="0" baseline="0">
                  <a:solidFill>
                    <a:srgbClr val="000000"/>
                  </a:solidFill>
                  <a:uFillTx/>
                  <a:latin typeface="Calibri" pitchFamily="34"/>
                  <a:cs typeface="Calibri" pitchFamily="34"/>
                </a:rPr>
                <a:t>Under the tab </a:t>
              </a:r>
              <a:r>
                <a:rPr lang="en-GB" sz="1200" b="1" i="0" u="none" strike="noStrike" kern="0" cap="none" spc="0" baseline="0">
                  <a:solidFill>
                    <a:srgbClr val="000000"/>
                  </a:solidFill>
                  <a:uFillTx/>
                  <a:latin typeface="Calibri" pitchFamily="34"/>
                  <a:cs typeface="Calibri" pitchFamily="34"/>
                </a:rPr>
                <a:t>‘Home’</a:t>
              </a:r>
              <a:r>
                <a:rPr lang="en-GB" sz="1200" b="0" i="0" u="none" strike="noStrike" kern="0" cap="none" spc="0" baseline="0">
                  <a:solidFill>
                    <a:srgbClr val="000000"/>
                  </a:solidFill>
                  <a:uFillTx/>
                  <a:latin typeface="Calibri" pitchFamily="34"/>
                  <a:cs typeface="Calibri" pitchFamily="34"/>
                </a:rPr>
                <a:t>, use the </a:t>
              </a:r>
              <a:r>
                <a:rPr lang="en-GB" sz="1200" b="1" i="0" u="none" strike="noStrike" kern="0" cap="none" spc="0" baseline="0">
                  <a:solidFill>
                    <a:srgbClr val="000000"/>
                  </a:solidFill>
                  <a:uFillTx/>
                  <a:latin typeface="Calibri" pitchFamily="34"/>
                  <a:cs typeface="Calibri" pitchFamily="34"/>
                </a:rPr>
                <a:t>list level-buttons</a:t>
              </a:r>
              <a:r>
                <a:rPr lang="en-GB" sz="1200" b="0" i="0" u="none" strike="noStrike" kern="0" cap="none" spc="0" baseline="0">
                  <a:solidFill>
                    <a:srgbClr val="000000"/>
                  </a:solidFill>
                  <a:uFillTx/>
                  <a:latin typeface="Calibri" pitchFamily="34"/>
                  <a:cs typeface="Calibri" pitchFamily="34"/>
                </a:rPr>
                <a:t> to choose a text level. </a:t>
              </a:r>
              <a:br>
                <a:rPr lang="en-GB" sz="1200" b="0" i="0" u="none" strike="noStrike" kern="0" cap="none" spc="0" baseline="0">
                  <a:solidFill>
                    <a:srgbClr val="000000"/>
                  </a:solidFill>
                  <a:uFillTx/>
                  <a:latin typeface="Calibri" pitchFamily="34"/>
                  <a:cs typeface="Calibri" pitchFamily="34"/>
                </a:rPr>
              </a:br>
              <a:r>
                <a:rPr lang="en-GB" sz="1200" b="0" i="0" u="none" strike="noStrike" kern="0" cap="none" spc="0" baseline="0">
                  <a:solidFill>
                    <a:srgbClr val="000000"/>
                  </a:solidFill>
                  <a:uFillTx/>
                  <a:latin typeface="Calibri" pitchFamily="34"/>
                  <a:cs typeface="Calibri" pitchFamily="34"/>
                </a:rPr>
                <a:t>Choose from:</a:t>
              </a:r>
            </a:p>
          </p:txBody>
        </p:sp>
        <p:sp>
          <p:nvSpPr>
            <p:cNvPr id="9" name="Rechthoek 13">
              <a:extLst>
                <a:ext uri="{FF2B5EF4-FFF2-40B4-BE49-F238E27FC236}">
                  <a16:creationId xmlns:a16="http://schemas.microsoft.com/office/drawing/2014/main" id="{2FE579AD-05CD-E0F7-360F-31A882D7655B}"/>
                </a:ext>
              </a:extLst>
            </p:cNvPr>
            <p:cNvSpPr/>
            <p:nvPr/>
          </p:nvSpPr>
          <p:spPr>
            <a:xfrm>
              <a:off x="12844613" y="2128869"/>
              <a:ext cx="2949223" cy="179999"/>
            </a:xfrm>
            <a:prstGeom prst="rect">
              <a:avLst/>
            </a:prstGeom>
            <a:noFill/>
            <a:ln>
              <a:noFill/>
              <a:prstDash val="solid"/>
            </a:ln>
          </p:spPr>
          <p:txBody>
            <a:bodyPr vert="horz" wrap="square" lIns="0" tIns="0" rIns="0" bIns="0" anchor="ctr" anchorCtr="0" compatLnSpc="1">
              <a:noAutofit/>
            </a:bodyPr>
            <a:lstStyle/>
            <a:p>
              <a:pPr marL="715966" marR="0" lvl="0" indent="-358773" algn="l" defTabSz="914400" rtl="0" fontAlgn="auto" hangingPunct="1">
                <a:lnSpc>
                  <a:spcPct val="100000"/>
                </a:lnSpc>
                <a:spcBef>
                  <a:spcPts val="600"/>
                </a:spcBef>
                <a:spcAft>
                  <a:spcPts val="600"/>
                </a:spcAft>
                <a:buClr>
                  <a:srgbClr val="00A6D6"/>
                </a:buClr>
                <a:buSzPct val="100000"/>
                <a:buFont typeface="Calibri" pitchFamily="34"/>
                <a:buChar char="•"/>
                <a:tabLst/>
                <a:defRPr sz="1800" b="0" i="0" u="none" strike="noStrike" kern="0" cap="none" spc="0" baseline="0">
                  <a:solidFill>
                    <a:srgbClr val="000000"/>
                  </a:solidFill>
                  <a:uFillTx/>
                </a:defRPr>
              </a:pPr>
              <a:r>
                <a:rPr lang="en-GB" sz="1400" b="0" i="0" u="none" strike="noStrike" kern="0" cap="none" spc="0" baseline="0">
                  <a:solidFill>
                    <a:srgbClr val="000000"/>
                  </a:solidFill>
                  <a:uFillTx/>
                  <a:latin typeface="Arial"/>
                  <a:cs typeface="Calibri" pitchFamily="34"/>
                </a:rPr>
                <a:t>Sub-bullet </a:t>
              </a:r>
            </a:p>
          </p:txBody>
        </p:sp>
        <p:sp>
          <p:nvSpPr>
            <p:cNvPr id="10" name="Ovaal 14">
              <a:extLst>
                <a:ext uri="{FF2B5EF4-FFF2-40B4-BE49-F238E27FC236}">
                  <a16:creationId xmlns:a16="http://schemas.microsoft.com/office/drawing/2014/main" id="{DA841C3F-984B-8E24-3982-9F031FF69503}"/>
                </a:ext>
              </a:extLst>
            </p:cNvPr>
            <p:cNvSpPr/>
            <p:nvPr/>
          </p:nvSpPr>
          <p:spPr>
            <a:xfrm>
              <a:off x="12559850" y="2420051"/>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3</a:t>
              </a:r>
            </a:p>
          </p:txBody>
        </p:sp>
        <p:sp>
          <p:nvSpPr>
            <p:cNvPr id="11" name="Rechthoek 15">
              <a:extLst>
                <a:ext uri="{FF2B5EF4-FFF2-40B4-BE49-F238E27FC236}">
                  <a16:creationId xmlns:a16="http://schemas.microsoft.com/office/drawing/2014/main" id="{B9CE990C-AE2F-00FE-6F7C-B446C4FE129D}"/>
                </a:ext>
              </a:extLst>
            </p:cNvPr>
            <p:cNvSpPr/>
            <p:nvPr/>
          </p:nvSpPr>
          <p:spPr>
            <a:xfrm>
              <a:off x="12844613" y="2420261"/>
              <a:ext cx="2949223" cy="179999"/>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600"/>
                </a:spcBef>
                <a:spcAft>
                  <a:spcPts val="600"/>
                </a:spcAft>
                <a:buNone/>
                <a:tabLst/>
                <a:defRPr sz="1800" b="0" i="0" u="none" strike="noStrike" kern="0" cap="none" spc="0" baseline="0">
                  <a:solidFill>
                    <a:srgbClr val="000000"/>
                  </a:solidFill>
                  <a:uFillTx/>
                </a:defRPr>
              </a:pPr>
              <a:r>
                <a:rPr lang="en-GB" sz="1400" b="0" i="0" u="none" strike="noStrike" kern="0" cap="none" spc="0" baseline="0">
                  <a:solidFill>
                    <a:srgbClr val="000000"/>
                  </a:solidFill>
                  <a:uFillTx/>
                  <a:latin typeface="Arial"/>
                  <a:cs typeface="Calibri" pitchFamily="34"/>
                </a:rPr>
                <a:t>Default text</a:t>
              </a:r>
            </a:p>
          </p:txBody>
        </p:sp>
        <p:sp>
          <p:nvSpPr>
            <p:cNvPr id="12" name="Ovaal 16">
              <a:extLst>
                <a:ext uri="{FF2B5EF4-FFF2-40B4-BE49-F238E27FC236}">
                  <a16:creationId xmlns:a16="http://schemas.microsoft.com/office/drawing/2014/main" id="{3F5F1412-CC52-F811-DA50-ED73A847BBF0}"/>
                </a:ext>
              </a:extLst>
            </p:cNvPr>
            <p:cNvSpPr/>
            <p:nvPr/>
          </p:nvSpPr>
          <p:spPr>
            <a:xfrm>
              <a:off x="12559850" y="2711333"/>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4</a:t>
              </a:r>
            </a:p>
          </p:txBody>
        </p:sp>
        <p:sp>
          <p:nvSpPr>
            <p:cNvPr id="13" name="Rechthoek 17">
              <a:extLst>
                <a:ext uri="{FF2B5EF4-FFF2-40B4-BE49-F238E27FC236}">
                  <a16:creationId xmlns:a16="http://schemas.microsoft.com/office/drawing/2014/main" id="{531D12C4-585F-C6B1-D5D4-85DE460A3D8B}"/>
                </a:ext>
              </a:extLst>
            </p:cNvPr>
            <p:cNvSpPr/>
            <p:nvPr/>
          </p:nvSpPr>
          <p:spPr>
            <a:xfrm>
              <a:off x="12844613" y="2711653"/>
              <a:ext cx="2949223" cy="179999"/>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600"/>
                </a:spcBef>
                <a:spcAft>
                  <a:spcPts val="600"/>
                </a:spcAft>
                <a:buNone/>
                <a:tabLst/>
                <a:defRPr sz="1800" b="0" i="0" u="none" strike="noStrike" kern="0" cap="none" spc="0" baseline="0">
                  <a:solidFill>
                    <a:srgbClr val="000000"/>
                  </a:solidFill>
                  <a:uFillTx/>
                </a:defRPr>
              </a:pPr>
              <a:r>
                <a:rPr lang="en-GB" sz="2400" b="1" i="0" u="none" strike="noStrike" kern="0" cap="none" spc="0" baseline="0">
                  <a:solidFill>
                    <a:srgbClr val="000000"/>
                  </a:solidFill>
                  <a:uFillTx/>
                  <a:latin typeface="Arial"/>
                  <a:cs typeface="Calibri" pitchFamily="34"/>
                </a:rPr>
                <a:t>Title/Quote</a:t>
              </a:r>
            </a:p>
          </p:txBody>
        </p:sp>
        <p:sp>
          <p:nvSpPr>
            <p:cNvPr id="14" name="Ovaal 20">
              <a:extLst>
                <a:ext uri="{FF2B5EF4-FFF2-40B4-BE49-F238E27FC236}">
                  <a16:creationId xmlns:a16="http://schemas.microsoft.com/office/drawing/2014/main" id="{E28F0B0C-6A87-40A2-5DFA-855640E7C23E}"/>
                </a:ext>
              </a:extLst>
            </p:cNvPr>
            <p:cNvSpPr/>
            <p:nvPr/>
          </p:nvSpPr>
          <p:spPr>
            <a:xfrm>
              <a:off x="12559850" y="3002624"/>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5</a:t>
              </a:r>
            </a:p>
          </p:txBody>
        </p:sp>
        <p:sp>
          <p:nvSpPr>
            <p:cNvPr id="15" name="Rechthoek 21">
              <a:extLst>
                <a:ext uri="{FF2B5EF4-FFF2-40B4-BE49-F238E27FC236}">
                  <a16:creationId xmlns:a16="http://schemas.microsoft.com/office/drawing/2014/main" id="{D79088D9-2F90-F9BE-FB94-E82D8B625036}"/>
                </a:ext>
              </a:extLst>
            </p:cNvPr>
            <p:cNvSpPr/>
            <p:nvPr/>
          </p:nvSpPr>
          <p:spPr>
            <a:xfrm>
              <a:off x="12844613" y="3003035"/>
              <a:ext cx="2949223" cy="179999"/>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600"/>
                </a:spcBef>
                <a:spcAft>
                  <a:spcPts val="600"/>
                </a:spcAft>
                <a:buNone/>
                <a:tabLst/>
                <a:defRPr sz="1800" b="0" i="0" u="none" strike="noStrike" kern="0" cap="none" spc="0" baseline="0">
                  <a:solidFill>
                    <a:srgbClr val="000000"/>
                  </a:solidFill>
                  <a:uFillTx/>
                </a:defRPr>
              </a:pPr>
              <a:r>
                <a:rPr lang="en-GB" sz="1800" b="0" i="0" u="none" strike="noStrike" kern="0" cap="none" spc="0" baseline="0">
                  <a:solidFill>
                    <a:srgbClr val="00A6D6"/>
                  </a:solidFill>
                  <a:uFillTx/>
                  <a:latin typeface="Arial"/>
                  <a:cs typeface="Calibri" pitchFamily="34"/>
                </a:rPr>
                <a:t>Subtitle</a:t>
              </a:r>
            </a:p>
          </p:txBody>
        </p:sp>
        <p:sp>
          <p:nvSpPr>
            <p:cNvPr id="16" name="Ovaal 22">
              <a:extLst>
                <a:ext uri="{FF2B5EF4-FFF2-40B4-BE49-F238E27FC236}">
                  <a16:creationId xmlns:a16="http://schemas.microsoft.com/office/drawing/2014/main" id="{6A8C1353-133C-938E-76C7-F4AF8B9E4732}"/>
                </a:ext>
              </a:extLst>
            </p:cNvPr>
            <p:cNvSpPr/>
            <p:nvPr/>
          </p:nvSpPr>
          <p:spPr>
            <a:xfrm>
              <a:off x="12559850" y="3293906"/>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6</a:t>
              </a:r>
            </a:p>
          </p:txBody>
        </p:sp>
        <p:sp>
          <p:nvSpPr>
            <p:cNvPr id="17" name="Rechthoek 23">
              <a:extLst>
                <a:ext uri="{FF2B5EF4-FFF2-40B4-BE49-F238E27FC236}">
                  <a16:creationId xmlns:a16="http://schemas.microsoft.com/office/drawing/2014/main" id="{A32E476C-9AA2-EC37-98F7-7CA0AD1740F0}"/>
                </a:ext>
              </a:extLst>
            </p:cNvPr>
            <p:cNvSpPr/>
            <p:nvPr/>
          </p:nvSpPr>
          <p:spPr>
            <a:xfrm>
              <a:off x="12844613" y="3585819"/>
              <a:ext cx="2949223" cy="179999"/>
            </a:xfrm>
            <a:prstGeom prst="rect">
              <a:avLst/>
            </a:prstGeom>
            <a:noFill/>
            <a:ln>
              <a:noFill/>
              <a:prstDash val="solid"/>
            </a:ln>
          </p:spPr>
          <p:txBody>
            <a:bodyPr vert="horz" wrap="square" lIns="0" tIns="0" rIns="0" bIns="0" anchor="ctr" anchorCtr="0" compatLnSpc="1">
              <a:noAutofit/>
            </a:bodyPr>
            <a:lstStyle/>
            <a:p>
              <a:pPr marL="357192" marR="0" lvl="0" indent="-357192" algn="l" defTabSz="914400" rtl="0" fontAlgn="auto" hangingPunct="1">
                <a:lnSpc>
                  <a:spcPct val="100000"/>
                </a:lnSpc>
                <a:spcBef>
                  <a:spcPts val="600"/>
                </a:spcBef>
                <a:spcAft>
                  <a:spcPts val="600"/>
                </a:spcAft>
                <a:buClr>
                  <a:srgbClr val="00A6D6"/>
                </a:buClr>
                <a:buSzPct val="100000"/>
                <a:buFont typeface="Arial"/>
                <a:buAutoNum type="arabicPeriod"/>
                <a:tabLst/>
                <a:defRPr sz="1800" b="0" i="0" u="none" strike="noStrike" kern="0" cap="none" spc="0" baseline="0">
                  <a:solidFill>
                    <a:srgbClr val="000000"/>
                  </a:solidFill>
                  <a:uFillTx/>
                </a:defRPr>
              </a:pPr>
              <a:r>
                <a:rPr lang="en-GB" sz="1400" b="0" i="0" u="none" strike="noStrike" kern="0" cap="none" spc="0" baseline="0">
                  <a:solidFill>
                    <a:srgbClr val="000000"/>
                  </a:solidFill>
                  <a:uFillTx/>
                  <a:latin typeface="Arial"/>
                  <a:cs typeface="Calibri" pitchFamily="34"/>
                </a:rPr>
                <a:t>Numerical bullet</a:t>
              </a:r>
            </a:p>
          </p:txBody>
        </p:sp>
        <p:sp>
          <p:nvSpPr>
            <p:cNvPr id="18" name="Ovaal 24">
              <a:extLst>
                <a:ext uri="{FF2B5EF4-FFF2-40B4-BE49-F238E27FC236}">
                  <a16:creationId xmlns:a16="http://schemas.microsoft.com/office/drawing/2014/main" id="{F42D450D-BDED-F451-FCDF-6D9D98DCF7E9}"/>
                </a:ext>
              </a:extLst>
            </p:cNvPr>
            <p:cNvSpPr/>
            <p:nvPr/>
          </p:nvSpPr>
          <p:spPr>
            <a:xfrm>
              <a:off x="12559850" y="3585188"/>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7</a:t>
              </a:r>
            </a:p>
          </p:txBody>
        </p:sp>
        <p:sp>
          <p:nvSpPr>
            <p:cNvPr id="19" name="Rechthoek 25">
              <a:extLst>
                <a:ext uri="{FF2B5EF4-FFF2-40B4-BE49-F238E27FC236}">
                  <a16:creationId xmlns:a16="http://schemas.microsoft.com/office/drawing/2014/main" id="{13050688-5EF8-C82C-4552-D97AB1C55BF8}"/>
                </a:ext>
              </a:extLst>
            </p:cNvPr>
            <p:cNvSpPr/>
            <p:nvPr/>
          </p:nvSpPr>
          <p:spPr>
            <a:xfrm>
              <a:off x="12838203" y="3877211"/>
              <a:ext cx="2949223" cy="179999"/>
            </a:xfrm>
            <a:prstGeom prst="rect">
              <a:avLst/>
            </a:prstGeom>
            <a:noFill/>
            <a:ln>
              <a:noFill/>
              <a:prstDash val="solid"/>
            </a:ln>
          </p:spPr>
          <p:txBody>
            <a:bodyPr vert="horz" wrap="square" lIns="0" tIns="0" rIns="0" bIns="0" anchor="ctr" anchorCtr="0" compatLnSpc="1">
              <a:noAutofit/>
            </a:bodyPr>
            <a:lstStyle/>
            <a:p>
              <a:pPr marL="342900" marR="0" lvl="0" indent="-342900" algn="l" defTabSz="914400" rtl="0" fontAlgn="auto" hangingPunct="1">
                <a:lnSpc>
                  <a:spcPct val="100000"/>
                </a:lnSpc>
                <a:spcBef>
                  <a:spcPts val="600"/>
                </a:spcBef>
                <a:spcAft>
                  <a:spcPts val="600"/>
                </a:spcAft>
                <a:buClr>
                  <a:srgbClr val="00A6D6"/>
                </a:buClr>
                <a:buSzPct val="100000"/>
                <a:buFont typeface="Arial"/>
                <a:buAutoNum type="alphaLcPeriod"/>
                <a:tabLst/>
                <a:defRPr sz="1800" b="0" i="0" u="none" strike="noStrike" kern="0" cap="none" spc="0" baseline="0">
                  <a:solidFill>
                    <a:srgbClr val="000000"/>
                  </a:solidFill>
                  <a:uFillTx/>
                </a:defRPr>
              </a:pPr>
              <a:r>
                <a:rPr lang="en-GB" sz="1400" b="0" i="0" u="none" strike="noStrike" kern="0" cap="none" spc="0" baseline="0">
                  <a:solidFill>
                    <a:srgbClr val="000000"/>
                  </a:solidFill>
                  <a:uFillTx/>
                  <a:latin typeface="Arial"/>
                  <a:cs typeface="Calibri" pitchFamily="34"/>
                </a:rPr>
                <a:t>Alphabetical bullet</a:t>
              </a:r>
            </a:p>
          </p:txBody>
        </p:sp>
        <p:sp>
          <p:nvSpPr>
            <p:cNvPr id="20" name="Ovaal 26">
              <a:extLst>
                <a:ext uri="{FF2B5EF4-FFF2-40B4-BE49-F238E27FC236}">
                  <a16:creationId xmlns:a16="http://schemas.microsoft.com/office/drawing/2014/main" id="{690A9997-78F0-D481-0C34-3685A3FE4204}"/>
                </a:ext>
              </a:extLst>
            </p:cNvPr>
            <p:cNvSpPr/>
            <p:nvPr/>
          </p:nvSpPr>
          <p:spPr>
            <a:xfrm>
              <a:off x="12559850" y="3876470"/>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8</a:t>
              </a:r>
            </a:p>
          </p:txBody>
        </p:sp>
        <p:sp>
          <p:nvSpPr>
            <p:cNvPr id="21" name="Rechthoek 27">
              <a:extLst>
                <a:ext uri="{FF2B5EF4-FFF2-40B4-BE49-F238E27FC236}">
                  <a16:creationId xmlns:a16="http://schemas.microsoft.com/office/drawing/2014/main" id="{93B1DE50-EAC4-57DD-4540-68C23744C191}"/>
                </a:ext>
              </a:extLst>
            </p:cNvPr>
            <p:cNvSpPr/>
            <p:nvPr/>
          </p:nvSpPr>
          <p:spPr>
            <a:xfrm>
              <a:off x="12844613" y="4168594"/>
              <a:ext cx="2949223" cy="179999"/>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600"/>
                </a:spcBef>
                <a:spcAft>
                  <a:spcPts val="600"/>
                </a:spcAft>
                <a:buNone/>
                <a:tabLst/>
                <a:defRPr sz="1800" b="0" i="0" u="none" strike="noStrike" kern="0" cap="none" spc="0" baseline="0">
                  <a:solidFill>
                    <a:srgbClr val="000000"/>
                  </a:solidFill>
                  <a:uFillTx/>
                </a:defRPr>
              </a:pPr>
              <a:r>
                <a:rPr lang="en-GB" sz="1200" b="0" i="1" u="none" strike="noStrike" kern="0" cap="none" spc="0" baseline="0">
                  <a:solidFill>
                    <a:srgbClr val="000000"/>
                  </a:solidFill>
                  <a:uFillTx/>
                  <a:latin typeface="Arial"/>
                  <a:cs typeface="Calibri" pitchFamily="34"/>
                </a:rPr>
                <a:t>Source</a:t>
              </a:r>
            </a:p>
          </p:txBody>
        </p:sp>
        <p:sp>
          <p:nvSpPr>
            <p:cNvPr id="22" name="Ovaal 28">
              <a:extLst>
                <a:ext uri="{FF2B5EF4-FFF2-40B4-BE49-F238E27FC236}">
                  <a16:creationId xmlns:a16="http://schemas.microsoft.com/office/drawing/2014/main" id="{5DAE3E3B-1AC1-183D-0D6A-DA36E2D2A26B}"/>
                </a:ext>
              </a:extLst>
            </p:cNvPr>
            <p:cNvSpPr/>
            <p:nvPr/>
          </p:nvSpPr>
          <p:spPr>
            <a:xfrm>
              <a:off x="12559850" y="4168594"/>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9</a:t>
              </a:r>
            </a:p>
          </p:txBody>
        </p:sp>
        <p:sp>
          <p:nvSpPr>
            <p:cNvPr id="23" name="Rechthoek 29">
              <a:extLst>
                <a:ext uri="{FF2B5EF4-FFF2-40B4-BE49-F238E27FC236}">
                  <a16:creationId xmlns:a16="http://schemas.microsoft.com/office/drawing/2014/main" id="{B7044C3F-0306-DA9E-0389-8DE9AB6ACFFD}"/>
                </a:ext>
              </a:extLst>
            </p:cNvPr>
            <p:cNvSpPr/>
            <p:nvPr/>
          </p:nvSpPr>
          <p:spPr>
            <a:xfrm>
              <a:off x="12844613" y="3294427"/>
              <a:ext cx="2949223" cy="179999"/>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600"/>
                </a:spcBef>
                <a:spcAft>
                  <a:spcPts val="600"/>
                </a:spcAft>
                <a:buNone/>
                <a:tabLst/>
                <a:defRPr sz="1800" b="0" i="0" u="none" strike="noStrike" kern="0" cap="none" spc="0" baseline="0">
                  <a:solidFill>
                    <a:srgbClr val="000000"/>
                  </a:solidFill>
                  <a:uFillTx/>
                </a:defRPr>
              </a:pPr>
              <a:r>
                <a:rPr lang="en-GB" sz="1400" b="0" i="0" u="none" strike="noStrike" kern="0" cap="none" spc="0" baseline="0">
                  <a:solidFill>
                    <a:srgbClr val="000000"/>
                  </a:solidFill>
                  <a:uFillTx/>
                  <a:latin typeface="Arial"/>
                  <a:cs typeface="Calibri" pitchFamily="34"/>
                </a:rPr>
                <a:t>Default text</a:t>
              </a:r>
            </a:p>
          </p:txBody>
        </p:sp>
        <p:sp>
          <p:nvSpPr>
            <p:cNvPr id="24" name="Rechthoek 30">
              <a:extLst>
                <a:ext uri="{FF2B5EF4-FFF2-40B4-BE49-F238E27FC236}">
                  <a16:creationId xmlns:a16="http://schemas.microsoft.com/office/drawing/2014/main" id="{9E4AF730-5AE2-B799-F9DB-67278B465A80}"/>
                </a:ext>
              </a:extLst>
            </p:cNvPr>
            <p:cNvSpPr/>
            <p:nvPr/>
          </p:nvSpPr>
          <p:spPr>
            <a:xfrm>
              <a:off x="12377592" y="4531345"/>
              <a:ext cx="3593637" cy="827998"/>
            </a:xfrm>
            <a:prstGeom prst="rect">
              <a:avLst/>
            </a:prstGeom>
            <a:solidFill>
              <a:srgbClr val="ECECEC"/>
            </a:solidFill>
            <a:ln w="6345" cap="flat">
              <a:solidFill>
                <a:srgbClr val="ECECEC"/>
              </a:solidFill>
              <a:prstDash val="solid"/>
              <a:miter/>
            </a:ln>
          </p:spPr>
          <p:txBody>
            <a:bodyPr vert="horz" wrap="square" lIns="179999" tIns="143999" rIns="179999" bIns="143999"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1" i="0" u="none" strike="noStrike" kern="1200" cap="all" spc="0" baseline="0">
                  <a:solidFill>
                    <a:srgbClr val="211F26"/>
                  </a:solidFill>
                  <a:uFillTx/>
                  <a:latin typeface="Calibri" pitchFamily="34"/>
                  <a:cs typeface="Calibri" pitchFamily="34"/>
                </a:rPr>
                <a:t>Want to know more?</a:t>
              </a:r>
              <a:br>
                <a:rPr lang="en-GB" sz="1200" b="1" i="0" u="none" strike="noStrike" kern="1200" cap="all" spc="0" baseline="0">
                  <a:solidFill>
                    <a:srgbClr val="211F26"/>
                  </a:solidFill>
                  <a:uFillTx/>
                  <a:latin typeface="Calibri" pitchFamily="34"/>
                  <a:cs typeface="Calibri" pitchFamily="34"/>
                </a:rPr>
              </a:br>
              <a:r>
                <a:rPr lang="en-GB" sz="1200" b="0" i="0" u="none" strike="noStrike" kern="1200" cap="none" spc="0" baseline="0">
                  <a:solidFill>
                    <a:srgbClr val="211F26"/>
                  </a:solidFill>
                  <a:uFillTx/>
                  <a:latin typeface="Calibri" pitchFamily="34"/>
                  <a:cs typeface="Calibri" pitchFamily="34"/>
                </a:rPr>
                <a:t>Go to the tab</a:t>
              </a:r>
              <a:r>
                <a:rPr lang="en-GB" sz="1200" b="1" i="0" u="none" strike="noStrike" kern="1200" cap="all" spc="0" baseline="0">
                  <a:solidFill>
                    <a:srgbClr val="211F26"/>
                  </a:solidFill>
                  <a:uFillTx/>
                  <a:latin typeface="Calibri" pitchFamily="34"/>
                  <a:cs typeface="Calibri" pitchFamily="34"/>
                </a:rPr>
                <a:t> 'SLIDEBUILDER’ </a:t>
              </a:r>
              <a:r>
                <a:rPr lang="en-GB" sz="1200" b="0" i="0" u="none" strike="noStrike" kern="1200" cap="none" spc="0" baseline="0">
                  <a:solidFill>
                    <a:srgbClr val="211F26"/>
                  </a:solidFill>
                  <a:uFillTx/>
                  <a:latin typeface="Calibri" pitchFamily="34"/>
                  <a:cs typeface="Calibri" pitchFamily="34"/>
                </a:rPr>
                <a:t>and click</a:t>
              </a:r>
              <a:br>
                <a:rPr lang="en-GB" sz="1200" b="0" i="0" u="none" strike="noStrike" kern="1200" cap="none" spc="0" baseline="0">
                  <a:solidFill>
                    <a:srgbClr val="211F26"/>
                  </a:solidFill>
                  <a:uFillTx/>
                  <a:latin typeface="Calibri" pitchFamily="34"/>
                  <a:cs typeface="Calibri" pitchFamily="34"/>
                </a:rPr>
              </a:br>
              <a:r>
                <a:rPr lang="en-GB" sz="1200" b="0" i="0" u="none" strike="noStrike" kern="1200" cap="none" spc="0" baseline="0">
                  <a:solidFill>
                    <a:srgbClr val="211F26"/>
                  </a:solidFill>
                  <a:uFillTx/>
                  <a:latin typeface="Calibri" pitchFamily="34"/>
                  <a:cs typeface="Calibri" pitchFamily="34"/>
                </a:rPr>
                <a:t>on the button </a:t>
              </a:r>
              <a:r>
                <a:rPr lang="en-GB" sz="1200" b="1" i="0" u="none" strike="noStrike" kern="1200" cap="all" spc="0" baseline="0">
                  <a:solidFill>
                    <a:srgbClr val="211F26"/>
                  </a:solidFill>
                  <a:uFillTx/>
                  <a:latin typeface="Calibri" pitchFamily="34"/>
                  <a:cs typeface="Calibri" pitchFamily="34"/>
                </a:rPr>
                <a:t>‘Inspiration'</a:t>
              </a:r>
            </a:p>
          </p:txBody>
        </p:sp>
        <p:grpSp>
          <p:nvGrpSpPr>
            <p:cNvPr id="25" name="ICOON_info">
              <a:extLst>
                <a:ext uri="{FF2B5EF4-FFF2-40B4-BE49-F238E27FC236}">
                  <a16:creationId xmlns:a16="http://schemas.microsoft.com/office/drawing/2014/main" id="{FF3EFB72-3A25-38FB-0851-C3832E6ADE64}"/>
                </a:ext>
              </a:extLst>
            </p:cNvPr>
            <p:cNvGrpSpPr/>
            <p:nvPr/>
          </p:nvGrpSpPr>
          <p:grpSpPr>
            <a:xfrm>
              <a:off x="15787298" y="4400184"/>
              <a:ext cx="283683" cy="283683"/>
              <a:chOff x="15787298" y="4400184"/>
              <a:chExt cx="283683" cy="283683"/>
            </a:xfrm>
          </p:grpSpPr>
          <p:sp>
            <p:nvSpPr>
              <p:cNvPr id="26" name="Ovaal 79">
                <a:extLst>
                  <a:ext uri="{FF2B5EF4-FFF2-40B4-BE49-F238E27FC236}">
                    <a16:creationId xmlns:a16="http://schemas.microsoft.com/office/drawing/2014/main" id="{7DBF63D7-C906-E5CE-2357-6DDD5CA0CEDF}"/>
                  </a:ext>
                </a:extLst>
              </p:cNvPr>
              <p:cNvSpPr/>
              <p:nvPr/>
            </p:nvSpPr>
            <p:spPr>
              <a:xfrm>
                <a:off x="15807324" y="4419651"/>
                <a:ext cx="244748" cy="244748"/>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211F26"/>
              </a:solidFill>
              <a:ln>
                <a:noFill/>
                <a:prstDash val="solid"/>
              </a:ln>
            </p:spPr>
            <p:txBody>
              <a:bodyPr vert="horz" wrap="square" lIns="179999" tIns="179999" rIns="179999" bIns="179999"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1600" b="0" i="0" u="none" strike="noStrike" kern="1200" cap="all" spc="0" baseline="0">
                  <a:solidFill>
                    <a:srgbClr val="FFFFFF"/>
                  </a:solidFill>
                  <a:uFillTx/>
                  <a:latin typeface="Calibri" pitchFamily="34"/>
                  <a:cs typeface="Calibri" pitchFamily="34"/>
                </a:endParaRPr>
              </a:p>
            </p:txBody>
          </p:sp>
          <p:sp>
            <p:nvSpPr>
              <p:cNvPr id="27" name="Graphic 163" descr="Informatie">
                <a:extLst>
                  <a:ext uri="{FF2B5EF4-FFF2-40B4-BE49-F238E27FC236}">
                    <a16:creationId xmlns:a16="http://schemas.microsoft.com/office/drawing/2014/main" id="{C469C177-B055-471F-4CE1-526EA7D4DD24}"/>
                  </a:ext>
                </a:extLst>
              </p:cNvPr>
              <p:cNvSpPr/>
              <p:nvPr/>
            </p:nvSpPr>
            <p:spPr>
              <a:xfrm>
                <a:off x="15787298" y="4400184"/>
                <a:ext cx="283683" cy="283683"/>
              </a:xfrm>
              <a:custGeom>
                <a:avLst/>
                <a:gdLst>
                  <a:gd name="f0" fmla="val 10800000"/>
                  <a:gd name="f1" fmla="val 5400000"/>
                  <a:gd name="f2" fmla="val 180"/>
                  <a:gd name="f3" fmla="val w"/>
                  <a:gd name="f4" fmla="val h"/>
                  <a:gd name="f5" fmla="val 0"/>
                  <a:gd name="f6" fmla="val 291719"/>
                  <a:gd name="f7" fmla="val 145860"/>
                  <a:gd name="f8" fmla="val 65253"/>
                  <a:gd name="f9" fmla="val 226467"/>
                  <a:gd name="f10" fmla="val 291720"/>
                  <a:gd name="f11" fmla="val 138183"/>
                  <a:gd name="f12" fmla="val 38384"/>
                  <a:gd name="f13" fmla="val 148931"/>
                  <a:gd name="f14" fmla="val 157375"/>
                  <a:gd name="f15" fmla="val 46829"/>
                  <a:gd name="f16" fmla="val 57576"/>
                  <a:gd name="f17" fmla="val 68324"/>
                  <a:gd name="f18" fmla="val 76768"/>
                  <a:gd name="f19" fmla="val 127435"/>
                  <a:gd name="f20" fmla="val 118991"/>
                  <a:gd name="f21" fmla="val 184244"/>
                  <a:gd name="f22" fmla="val 253336"/>
                  <a:gd name="f23" fmla="val 107476"/>
                  <a:gd name="f24" fmla="val 230305"/>
                  <a:gd name="f25" fmla="val 134345"/>
                  <a:gd name="f26" fmla="val 115153"/>
                  <a:gd name="f27" fmla="val 111314"/>
                  <a:gd name="f28" fmla="val 92122"/>
                  <a:gd name="f29" fmla="+- 0 0 -90"/>
                  <a:gd name="f30" fmla="*/ f3 1 291719"/>
                  <a:gd name="f31" fmla="*/ f4 1 291719"/>
                  <a:gd name="f32" fmla="val f5"/>
                  <a:gd name="f33" fmla="val f6"/>
                  <a:gd name="f34" fmla="*/ f29 f0 1"/>
                  <a:gd name="f35" fmla="+- f33 0 f32"/>
                  <a:gd name="f36" fmla="*/ f34 1 f2"/>
                  <a:gd name="f37" fmla="*/ f35 1 291719"/>
                  <a:gd name="f38" fmla="*/ 145860 f35 1"/>
                  <a:gd name="f39" fmla="*/ 0 f35 1"/>
                  <a:gd name="f40" fmla="*/ 291720 f35 1"/>
                  <a:gd name="f41" fmla="*/ 138183 f35 1"/>
                  <a:gd name="f42" fmla="*/ 38384 f35 1"/>
                  <a:gd name="f43" fmla="*/ 157375 f35 1"/>
                  <a:gd name="f44" fmla="*/ 57576 f35 1"/>
                  <a:gd name="f45" fmla="*/ 76768 f35 1"/>
                  <a:gd name="f46" fmla="*/ 118991 f35 1"/>
                  <a:gd name="f47" fmla="*/ 184244 f35 1"/>
                  <a:gd name="f48" fmla="*/ 253336 f35 1"/>
                  <a:gd name="f49" fmla="*/ 107476 f35 1"/>
                  <a:gd name="f50" fmla="*/ 230305 f35 1"/>
                  <a:gd name="f51" fmla="*/ 134345 f35 1"/>
                  <a:gd name="f52" fmla="*/ 115153 f35 1"/>
                  <a:gd name="f53" fmla="*/ 111314 f35 1"/>
                  <a:gd name="f54" fmla="*/ 92122 f35 1"/>
                  <a:gd name="f55" fmla="+- f36 0 f1"/>
                  <a:gd name="f56" fmla="*/ f38 1 291719"/>
                  <a:gd name="f57" fmla="*/ f39 1 291719"/>
                  <a:gd name="f58" fmla="*/ f40 1 291719"/>
                  <a:gd name="f59" fmla="*/ f41 1 291719"/>
                  <a:gd name="f60" fmla="*/ f42 1 291719"/>
                  <a:gd name="f61" fmla="*/ f43 1 291719"/>
                  <a:gd name="f62" fmla="*/ f44 1 291719"/>
                  <a:gd name="f63" fmla="*/ f45 1 291719"/>
                  <a:gd name="f64" fmla="*/ f46 1 291719"/>
                  <a:gd name="f65" fmla="*/ f47 1 291719"/>
                  <a:gd name="f66" fmla="*/ f48 1 291719"/>
                  <a:gd name="f67" fmla="*/ f49 1 291719"/>
                  <a:gd name="f68" fmla="*/ f50 1 291719"/>
                  <a:gd name="f69" fmla="*/ f51 1 291719"/>
                  <a:gd name="f70" fmla="*/ f52 1 291719"/>
                  <a:gd name="f71" fmla="*/ f53 1 291719"/>
                  <a:gd name="f72" fmla="*/ f54 1 291719"/>
                  <a:gd name="f73" fmla="*/ f32 1 f37"/>
                  <a:gd name="f74" fmla="*/ f33 1 f37"/>
                  <a:gd name="f75" fmla="*/ f56 1 f37"/>
                  <a:gd name="f76" fmla="*/ f57 1 f37"/>
                  <a:gd name="f77" fmla="*/ f58 1 f37"/>
                  <a:gd name="f78" fmla="*/ f59 1 f37"/>
                  <a:gd name="f79" fmla="*/ f60 1 f37"/>
                  <a:gd name="f80" fmla="*/ f61 1 f37"/>
                  <a:gd name="f81" fmla="*/ f62 1 f37"/>
                  <a:gd name="f82" fmla="*/ f63 1 f37"/>
                  <a:gd name="f83" fmla="*/ f64 1 f37"/>
                  <a:gd name="f84" fmla="*/ f65 1 f37"/>
                  <a:gd name="f85" fmla="*/ f66 1 f37"/>
                  <a:gd name="f86" fmla="*/ f67 1 f37"/>
                  <a:gd name="f87" fmla="*/ f68 1 f37"/>
                  <a:gd name="f88" fmla="*/ f69 1 f37"/>
                  <a:gd name="f89" fmla="*/ f70 1 f37"/>
                  <a:gd name="f90" fmla="*/ f71 1 f37"/>
                  <a:gd name="f91" fmla="*/ f72 1 f37"/>
                  <a:gd name="f92" fmla="*/ f73 f30 1"/>
                  <a:gd name="f93" fmla="*/ f74 f30 1"/>
                  <a:gd name="f94" fmla="*/ f74 f31 1"/>
                  <a:gd name="f95" fmla="*/ f73 f31 1"/>
                  <a:gd name="f96" fmla="*/ f75 f30 1"/>
                  <a:gd name="f97" fmla="*/ f76 f31 1"/>
                  <a:gd name="f98" fmla="*/ f76 f30 1"/>
                  <a:gd name="f99" fmla="*/ f75 f31 1"/>
                  <a:gd name="f100" fmla="*/ f77 f31 1"/>
                  <a:gd name="f101" fmla="*/ f77 f30 1"/>
                  <a:gd name="f102" fmla="*/ f78 f30 1"/>
                  <a:gd name="f103" fmla="*/ f79 f31 1"/>
                  <a:gd name="f104" fmla="*/ f80 f30 1"/>
                  <a:gd name="f105" fmla="*/ f81 f31 1"/>
                  <a:gd name="f106" fmla="*/ f82 f31 1"/>
                  <a:gd name="f107" fmla="*/ f83 f30 1"/>
                  <a:gd name="f108" fmla="*/ f84 f30 1"/>
                  <a:gd name="f109" fmla="*/ f85 f31 1"/>
                  <a:gd name="f110" fmla="*/ f86 f30 1"/>
                  <a:gd name="f111" fmla="*/ f87 f31 1"/>
                  <a:gd name="f112" fmla="*/ f88 f30 1"/>
                  <a:gd name="f113" fmla="*/ f89 f31 1"/>
                  <a:gd name="f114" fmla="*/ f90 f30 1"/>
                  <a:gd name="f115" fmla="*/ f91 f31 1"/>
                </a:gdLst>
                <a:ahLst/>
                <a:cxnLst>
                  <a:cxn ang="3cd4">
                    <a:pos x="hc" y="t"/>
                  </a:cxn>
                  <a:cxn ang="0">
                    <a:pos x="r" y="vc"/>
                  </a:cxn>
                  <a:cxn ang="cd4">
                    <a:pos x="hc" y="b"/>
                  </a:cxn>
                  <a:cxn ang="cd2">
                    <a:pos x="l" y="vc"/>
                  </a:cxn>
                  <a:cxn ang="f55">
                    <a:pos x="f96" y="f97"/>
                  </a:cxn>
                  <a:cxn ang="f55">
                    <a:pos x="f98" y="f99"/>
                  </a:cxn>
                  <a:cxn ang="f55">
                    <a:pos x="f96" y="f100"/>
                  </a:cxn>
                  <a:cxn ang="f55">
                    <a:pos x="f101" y="f99"/>
                  </a:cxn>
                  <a:cxn ang="f55">
                    <a:pos x="f96" y="f97"/>
                  </a:cxn>
                  <a:cxn ang="f55">
                    <a:pos x="f102" y="f103"/>
                  </a:cxn>
                  <a:cxn ang="f55">
                    <a:pos x="f104" y="f105"/>
                  </a:cxn>
                  <a:cxn ang="f55">
                    <a:pos x="f102" y="f106"/>
                  </a:cxn>
                  <a:cxn ang="f55">
                    <a:pos x="f107" y="f105"/>
                  </a:cxn>
                  <a:cxn ang="f55">
                    <a:pos x="f102" y="f103"/>
                  </a:cxn>
                  <a:cxn ang="f55">
                    <a:pos x="f108" y="f109"/>
                  </a:cxn>
                  <a:cxn ang="f55">
                    <a:pos x="f110" y="f109"/>
                  </a:cxn>
                  <a:cxn ang="f55">
                    <a:pos x="f110" y="f111"/>
                  </a:cxn>
                  <a:cxn ang="f55">
                    <a:pos x="f112" y="f111"/>
                  </a:cxn>
                  <a:cxn ang="f55">
                    <a:pos x="f112" y="f113"/>
                  </a:cxn>
                  <a:cxn ang="f55">
                    <a:pos x="f114" y="f113"/>
                  </a:cxn>
                  <a:cxn ang="f55">
                    <a:pos x="f114" y="f115"/>
                  </a:cxn>
                  <a:cxn ang="f55">
                    <a:pos x="f104" y="f115"/>
                  </a:cxn>
                  <a:cxn ang="f55">
                    <a:pos x="f104" y="f113"/>
                  </a:cxn>
                  <a:cxn ang="f55">
                    <a:pos x="f104" y="f111"/>
                  </a:cxn>
                  <a:cxn ang="f55">
                    <a:pos x="f108" y="f111"/>
                  </a:cxn>
                  <a:cxn ang="f55">
                    <a:pos x="f108" y="f109"/>
                  </a:cxn>
                </a:cxnLst>
                <a:rect l="f92" t="f95" r="f93" b="f94"/>
                <a:pathLst>
                  <a:path w="291719" h="291719">
                    <a:moveTo>
                      <a:pt x="f7" y="f5"/>
                    </a:moveTo>
                    <a:cubicBezTo>
                      <a:pt x="f8" y="f5"/>
                      <a:pt x="f5" y="f8"/>
                      <a:pt x="f5" y="f7"/>
                    </a:cubicBezTo>
                    <a:cubicBezTo>
                      <a:pt x="f5" y="f9"/>
                      <a:pt x="f8" y="f10"/>
                      <a:pt x="f7" y="f10"/>
                    </a:cubicBezTo>
                    <a:cubicBezTo>
                      <a:pt x="f9" y="f10"/>
                      <a:pt x="f10" y="f9"/>
                      <a:pt x="f10" y="f7"/>
                    </a:cubicBezTo>
                    <a:cubicBezTo>
                      <a:pt x="f10" y="f8"/>
                      <a:pt x="f9" y="f5"/>
                      <a:pt x="f7" y="f5"/>
                    </a:cubicBezTo>
                    <a:close/>
                    <a:moveTo>
                      <a:pt x="f11" y="f12"/>
                    </a:moveTo>
                    <a:cubicBezTo>
                      <a:pt x="f13" y="f12"/>
                      <a:pt x="f14" y="f15"/>
                      <a:pt x="f14" y="f16"/>
                    </a:cubicBezTo>
                    <a:cubicBezTo>
                      <a:pt x="f14" y="f17"/>
                      <a:pt x="f13" y="f18"/>
                      <a:pt x="f11" y="f18"/>
                    </a:cubicBezTo>
                    <a:cubicBezTo>
                      <a:pt x="f19" y="f18"/>
                      <a:pt x="f20" y="f17"/>
                      <a:pt x="f20" y="f16"/>
                    </a:cubicBezTo>
                    <a:cubicBezTo>
                      <a:pt x="f20" y="f15"/>
                      <a:pt x="f19" y="f12"/>
                      <a:pt x="f11" y="f12"/>
                    </a:cubicBezTo>
                    <a:close/>
                    <a:moveTo>
                      <a:pt x="f21" y="f22"/>
                    </a:moveTo>
                    <a:lnTo>
                      <a:pt x="f23" y="f22"/>
                    </a:lnTo>
                    <a:lnTo>
                      <a:pt x="f23" y="f24"/>
                    </a:lnTo>
                    <a:lnTo>
                      <a:pt x="f25" y="f24"/>
                    </a:lnTo>
                    <a:lnTo>
                      <a:pt x="f25" y="f26"/>
                    </a:lnTo>
                    <a:lnTo>
                      <a:pt x="f27" y="f26"/>
                    </a:lnTo>
                    <a:lnTo>
                      <a:pt x="f27" y="f28"/>
                    </a:lnTo>
                    <a:lnTo>
                      <a:pt x="f14" y="f28"/>
                    </a:lnTo>
                    <a:lnTo>
                      <a:pt x="f14" y="f26"/>
                    </a:lnTo>
                    <a:lnTo>
                      <a:pt x="f14" y="f24"/>
                    </a:lnTo>
                    <a:lnTo>
                      <a:pt x="f21" y="f24"/>
                    </a:lnTo>
                    <a:lnTo>
                      <a:pt x="f21" y="f22"/>
                    </a:lnTo>
                    <a:close/>
                  </a:path>
                </a:pathLst>
              </a:custGeom>
              <a:solidFill>
                <a:srgbClr val="1FF524"/>
              </a:solidFill>
              <a:ln>
                <a:noFill/>
                <a:prstDash val="soli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2000" b="0" i="0" u="none" strike="noStrike" kern="1200" cap="none" spc="0" baseline="0">
                  <a:solidFill>
                    <a:srgbClr val="211F26"/>
                  </a:solidFill>
                  <a:uFillTx/>
                  <a:latin typeface="Calibri" pitchFamily="34"/>
                  <a:cs typeface="Calibri" pitchFamily="34"/>
                </a:endParaRPr>
              </a:p>
            </p:txBody>
          </p:sp>
        </p:grpSp>
        <p:grpSp>
          <p:nvGrpSpPr>
            <p:cNvPr id="28" name="VOORBEELD">
              <a:extLst>
                <a:ext uri="{FF2B5EF4-FFF2-40B4-BE49-F238E27FC236}">
                  <a16:creationId xmlns:a16="http://schemas.microsoft.com/office/drawing/2014/main" id="{ABB4F100-D4B6-2C1F-E6E5-8B9F4052DFC4}"/>
                </a:ext>
              </a:extLst>
            </p:cNvPr>
            <p:cNvGrpSpPr/>
            <p:nvPr/>
          </p:nvGrpSpPr>
          <p:grpSpPr>
            <a:xfrm>
              <a:off x="12558863" y="458672"/>
              <a:ext cx="3234315" cy="558871"/>
              <a:chOff x="12558863" y="458672"/>
              <a:chExt cx="3234315" cy="558871"/>
            </a:xfrm>
          </p:grpSpPr>
          <p:sp>
            <p:nvSpPr>
              <p:cNvPr id="29" name="Rechthoek 39">
                <a:extLst>
                  <a:ext uri="{FF2B5EF4-FFF2-40B4-BE49-F238E27FC236}">
                    <a16:creationId xmlns:a16="http://schemas.microsoft.com/office/drawing/2014/main" id="{9E1B3D15-01B4-B9EA-C31C-134539FAE5DF}"/>
                  </a:ext>
                </a:extLst>
              </p:cNvPr>
              <p:cNvSpPr/>
              <p:nvPr/>
            </p:nvSpPr>
            <p:spPr>
              <a:xfrm>
                <a:off x="12559850" y="458672"/>
                <a:ext cx="393457" cy="184059"/>
              </a:xfrm>
              <a:prstGeom prst="rect">
                <a:avLst/>
              </a:prstGeom>
              <a:solidFill>
                <a:srgbClr val="F8F8F8"/>
              </a:solidFill>
              <a:ln>
                <a:noFill/>
                <a:prstDash val="solid"/>
              </a:ln>
            </p:spPr>
            <p:txBody>
              <a:bodyPr vert="horz" wrap="square" lIns="0" tIns="18004" rIns="0" bIns="0" anchor="t"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900" b="1" i="0" u="none" strike="noStrike" kern="1200" cap="none" spc="0" baseline="0">
                    <a:solidFill>
                      <a:srgbClr val="211F26"/>
                    </a:solidFill>
                    <a:uFillTx/>
                    <a:latin typeface="Calibri" pitchFamily="34"/>
                    <a:cs typeface="Calibri" pitchFamily="34"/>
                  </a:rPr>
                  <a:t>Home</a:t>
                </a:r>
              </a:p>
            </p:txBody>
          </p:sp>
          <p:sp>
            <p:nvSpPr>
              <p:cNvPr id="30" name="Rechthoek 40">
                <a:extLst>
                  <a:ext uri="{FF2B5EF4-FFF2-40B4-BE49-F238E27FC236}">
                    <a16:creationId xmlns:a16="http://schemas.microsoft.com/office/drawing/2014/main" id="{3D6C86BA-1B27-82BD-DEF9-1CA5297544B7}"/>
                  </a:ext>
                </a:extLst>
              </p:cNvPr>
              <p:cNvSpPr/>
              <p:nvPr/>
            </p:nvSpPr>
            <p:spPr>
              <a:xfrm>
                <a:off x="12564843" y="621343"/>
                <a:ext cx="383782" cy="27166"/>
              </a:xfrm>
              <a:prstGeom prst="rect">
                <a:avLst/>
              </a:prstGeom>
              <a:solidFill>
                <a:srgbClr val="B74629"/>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nvGrpSpPr>
              <p:cNvPr id="31" name="Groep 41">
                <a:extLst>
                  <a:ext uri="{FF2B5EF4-FFF2-40B4-BE49-F238E27FC236}">
                    <a16:creationId xmlns:a16="http://schemas.microsoft.com/office/drawing/2014/main" id="{92099655-6EE5-1804-9259-EAB1368867D1}"/>
                  </a:ext>
                </a:extLst>
              </p:cNvPr>
              <p:cNvGrpSpPr/>
              <p:nvPr/>
            </p:nvGrpSpPr>
            <p:grpSpPr>
              <a:xfrm>
                <a:off x="12777789" y="830869"/>
                <a:ext cx="139418" cy="109563"/>
                <a:chOff x="12777789" y="830869"/>
                <a:chExt cx="139418" cy="109563"/>
              </a:xfrm>
            </p:grpSpPr>
            <p:grpSp>
              <p:nvGrpSpPr>
                <p:cNvPr id="32" name="Groep 72">
                  <a:extLst>
                    <a:ext uri="{FF2B5EF4-FFF2-40B4-BE49-F238E27FC236}">
                      <a16:creationId xmlns:a16="http://schemas.microsoft.com/office/drawing/2014/main" id="{F67C1BFD-02F5-8B73-A4AA-6C0CDE66E72A}"/>
                    </a:ext>
                  </a:extLst>
                </p:cNvPr>
                <p:cNvGrpSpPr/>
                <p:nvPr/>
              </p:nvGrpSpPr>
              <p:grpSpPr>
                <a:xfrm>
                  <a:off x="12777789" y="830869"/>
                  <a:ext cx="139418" cy="109563"/>
                  <a:chOff x="12777789" y="830869"/>
                  <a:chExt cx="139418" cy="109563"/>
                </a:xfrm>
              </p:grpSpPr>
              <p:cxnSp>
                <p:nvCxnSpPr>
                  <p:cNvPr id="33" name="Rechte verbindingslijn 74">
                    <a:extLst>
                      <a:ext uri="{FF2B5EF4-FFF2-40B4-BE49-F238E27FC236}">
                        <a16:creationId xmlns:a16="http://schemas.microsoft.com/office/drawing/2014/main" id="{3C4F233B-46BD-DE86-300D-D2D1C65D6C5B}"/>
                      </a:ext>
                    </a:extLst>
                  </p:cNvPr>
                  <p:cNvCxnSpPr/>
                  <p:nvPr/>
                </p:nvCxnSpPr>
                <p:spPr>
                  <a:xfrm>
                    <a:off x="12777789" y="830869"/>
                    <a:ext cx="139418" cy="0"/>
                  </a:xfrm>
                  <a:prstGeom prst="straightConnector1">
                    <a:avLst/>
                  </a:prstGeom>
                  <a:noFill/>
                  <a:ln w="12701" cap="flat">
                    <a:solidFill>
                      <a:srgbClr val="9D9FA1"/>
                    </a:solidFill>
                    <a:prstDash val="solid"/>
                  </a:ln>
                </p:spPr>
              </p:cxnSp>
              <p:cxnSp>
                <p:nvCxnSpPr>
                  <p:cNvPr id="34" name="Rechte verbindingslijn 75">
                    <a:extLst>
                      <a:ext uri="{FF2B5EF4-FFF2-40B4-BE49-F238E27FC236}">
                        <a16:creationId xmlns:a16="http://schemas.microsoft.com/office/drawing/2014/main" id="{D85BD1E6-D3BF-53B5-9FC1-70B9E0DB9360}"/>
                      </a:ext>
                    </a:extLst>
                  </p:cNvPr>
                  <p:cNvCxnSpPr/>
                  <p:nvPr/>
                </p:nvCxnSpPr>
                <p:spPr>
                  <a:xfrm>
                    <a:off x="12777789" y="940432"/>
                    <a:ext cx="139418" cy="0"/>
                  </a:xfrm>
                  <a:prstGeom prst="straightConnector1">
                    <a:avLst/>
                  </a:prstGeom>
                  <a:noFill/>
                  <a:ln w="12701" cap="flat">
                    <a:solidFill>
                      <a:srgbClr val="9D9FA1"/>
                    </a:solidFill>
                    <a:prstDash val="solid"/>
                  </a:ln>
                </p:spPr>
              </p:cxnSp>
              <p:cxnSp>
                <p:nvCxnSpPr>
                  <p:cNvPr id="35" name="Rechte verbindingslijn 76">
                    <a:extLst>
                      <a:ext uri="{FF2B5EF4-FFF2-40B4-BE49-F238E27FC236}">
                        <a16:creationId xmlns:a16="http://schemas.microsoft.com/office/drawing/2014/main" id="{DF4D4422-BA06-8215-FF94-997CD2595906}"/>
                      </a:ext>
                    </a:extLst>
                  </p:cNvPr>
                  <p:cNvCxnSpPr/>
                  <p:nvPr/>
                </p:nvCxnSpPr>
                <p:spPr>
                  <a:xfrm>
                    <a:off x="12854443" y="913046"/>
                    <a:ext cx="62764" cy="0"/>
                  </a:xfrm>
                  <a:prstGeom prst="straightConnector1">
                    <a:avLst/>
                  </a:prstGeom>
                  <a:noFill/>
                  <a:ln w="12701" cap="flat">
                    <a:solidFill>
                      <a:srgbClr val="9D9FA1"/>
                    </a:solidFill>
                    <a:prstDash val="solid"/>
                  </a:ln>
                </p:spPr>
              </p:cxnSp>
              <p:cxnSp>
                <p:nvCxnSpPr>
                  <p:cNvPr id="36" name="Rechte verbindingslijn 77">
                    <a:extLst>
                      <a:ext uri="{FF2B5EF4-FFF2-40B4-BE49-F238E27FC236}">
                        <a16:creationId xmlns:a16="http://schemas.microsoft.com/office/drawing/2014/main" id="{6EFD0B63-3292-FCCB-1D1E-00D7E7AA0F24}"/>
                      </a:ext>
                    </a:extLst>
                  </p:cNvPr>
                  <p:cNvCxnSpPr/>
                  <p:nvPr/>
                </p:nvCxnSpPr>
                <p:spPr>
                  <a:xfrm>
                    <a:off x="12854443" y="885651"/>
                    <a:ext cx="62764" cy="0"/>
                  </a:xfrm>
                  <a:prstGeom prst="straightConnector1">
                    <a:avLst/>
                  </a:prstGeom>
                  <a:noFill/>
                  <a:ln w="12701" cap="flat">
                    <a:solidFill>
                      <a:srgbClr val="9D9FA1"/>
                    </a:solidFill>
                    <a:prstDash val="solid"/>
                  </a:ln>
                </p:spPr>
              </p:cxnSp>
              <p:cxnSp>
                <p:nvCxnSpPr>
                  <p:cNvPr id="37" name="Rechte verbindingslijn 78">
                    <a:extLst>
                      <a:ext uri="{FF2B5EF4-FFF2-40B4-BE49-F238E27FC236}">
                        <a16:creationId xmlns:a16="http://schemas.microsoft.com/office/drawing/2014/main" id="{65F55697-387D-11BC-5B2A-B8C7CC010E92}"/>
                      </a:ext>
                    </a:extLst>
                  </p:cNvPr>
                  <p:cNvCxnSpPr/>
                  <p:nvPr/>
                </p:nvCxnSpPr>
                <p:spPr>
                  <a:xfrm>
                    <a:off x="12854443" y="858264"/>
                    <a:ext cx="62764" cy="0"/>
                  </a:xfrm>
                  <a:prstGeom prst="straightConnector1">
                    <a:avLst/>
                  </a:prstGeom>
                  <a:noFill/>
                  <a:ln w="12701" cap="flat">
                    <a:solidFill>
                      <a:srgbClr val="9D9FA1"/>
                    </a:solidFill>
                    <a:prstDash val="solid"/>
                  </a:ln>
                </p:spPr>
              </p:cxnSp>
            </p:grpSp>
            <p:sp>
              <p:nvSpPr>
                <p:cNvPr id="38" name="Pijl: rechts 73">
                  <a:extLst>
                    <a:ext uri="{FF2B5EF4-FFF2-40B4-BE49-F238E27FC236}">
                      <a16:creationId xmlns:a16="http://schemas.microsoft.com/office/drawing/2014/main" id="{58E715ED-CF12-ABD2-5B39-1D1222B342D5}"/>
                    </a:ext>
                  </a:extLst>
                </p:cNvPr>
                <p:cNvSpPr/>
                <p:nvPr/>
              </p:nvSpPr>
              <p:spPr>
                <a:xfrm>
                  <a:off x="12777789" y="857039"/>
                  <a:ext cx="58411" cy="56116"/>
                </a:xfrm>
                <a:custGeom>
                  <a:avLst>
                    <a:gd name="f0" fmla="val 8396"/>
                    <a:gd name="f1" fmla="val 8064"/>
                  </a:avLst>
                  <a:gdLst>
                    <a:gd name="f2" fmla="val 10800000"/>
                    <a:gd name="f3" fmla="val 5400000"/>
                    <a:gd name="f4" fmla="val 180"/>
                    <a:gd name="f5" fmla="val w"/>
                    <a:gd name="f6" fmla="val h"/>
                    <a:gd name="f7" fmla="val 0"/>
                    <a:gd name="f8" fmla="val 21600"/>
                    <a:gd name="f9" fmla="val 10800"/>
                    <a:gd name="f10" fmla="+- 0 0 0"/>
                    <a:gd name="f11" fmla="+- 0 0 180"/>
                    <a:gd name="f12" fmla="*/ f5 1 21600"/>
                    <a:gd name="f13" fmla="*/ f6 1 21600"/>
                    <a:gd name="f14" fmla="pin 0 f0 21600"/>
                    <a:gd name="f15" fmla="pin 0 f1 10800"/>
                    <a:gd name="f16" fmla="*/ f10 f2 1"/>
                    <a:gd name="f17" fmla="*/ f11 f2 1"/>
                    <a:gd name="f18" fmla="val f15"/>
                    <a:gd name="f19" fmla="val f14"/>
                    <a:gd name="f20" fmla="+- 21600 0 f15"/>
                    <a:gd name="f21" fmla="*/ f14 f12 1"/>
                    <a:gd name="f22" fmla="*/ f15 f13 1"/>
                    <a:gd name="f23" fmla="*/ 0 f12 1"/>
                    <a:gd name="f24" fmla="*/ 0 f13 1"/>
                    <a:gd name="f25" fmla="*/ f16 1 f4"/>
                    <a:gd name="f26" fmla="*/ 21600 f13 1"/>
                    <a:gd name="f27" fmla="*/ f17 1 f4"/>
                    <a:gd name="f28" fmla="+- 21600 0 f19"/>
                    <a:gd name="f29" fmla="*/ f20 f13 1"/>
                    <a:gd name="f30" fmla="*/ f18 f13 1"/>
                    <a:gd name="f31" fmla="*/ f19 f12 1"/>
                    <a:gd name="f32" fmla="+- f25 0 f3"/>
                    <a:gd name="f33" fmla="+- f27 0 f3"/>
                    <a:gd name="f34" fmla="*/ f28 f18 1"/>
                    <a:gd name="f35" fmla="*/ f34 1 10800"/>
                    <a:gd name="f36" fmla="+- f19 f35 0"/>
                    <a:gd name="f37" fmla="*/ f36 f12 1"/>
                  </a:gdLst>
                  <a:ahLst>
                    <a:ahXY gdRefX="f0" minX="f7" maxX="f8" gdRefY="f1" minY="f7" maxY="f9">
                      <a:pos x="f21" y="f22"/>
                    </a:ahXY>
                  </a:ahLst>
                  <a:cxnLst>
                    <a:cxn ang="3cd4">
                      <a:pos x="hc" y="t"/>
                    </a:cxn>
                    <a:cxn ang="0">
                      <a:pos x="r" y="vc"/>
                    </a:cxn>
                    <a:cxn ang="cd4">
                      <a:pos x="hc" y="b"/>
                    </a:cxn>
                    <a:cxn ang="cd2">
                      <a:pos x="l" y="vc"/>
                    </a:cxn>
                    <a:cxn ang="f32">
                      <a:pos x="f31" y="f24"/>
                    </a:cxn>
                    <a:cxn ang="f33">
                      <a:pos x="f31" y="f26"/>
                    </a:cxn>
                  </a:cxnLst>
                  <a:rect l="f23" t="f30" r="f37" b="f29"/>
                  <a:pathLst>
                    <a:path w="21600" h="21600">
                      <a:moveTo>
                        <a:pt x="f7" y="f18"/>
                      </a:moveTo>
                      <a:lnTo>
                        <a:pt x="f19" y="f18"/>
                      </a:lnTo>
                      <a:lnTo>
                        <a:pt x="f19" y="f7"/>
                      </a:lnTo>
                      <a:lnTo>
                        <a:pt x="f8" y="f9"/>
                      </a:lnTo>
                      <a:lnTo>
                        <a:pt x="f19" y="f8"/>
                      </a:lnTo>
                      <a:lnTo>
                        <a:pt x="f19" y="f20"/>
                      </a:lnTo>
                      <a:lnTo>
                        <a:pt x="f7" y="f20"/>
                      </a:lnTo>
                      <a:close/>
                    </a:path>
                  </a:pathLst>
                </a:custGeom>
                <a:solidFill>
                  <a:srgbClr val="4A7DB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grpSp>
            <p:nvGrpSpPr>
              <p:cNvPr id="39" name="Groep 42">
                <a:extLst>
                  <a:ext uri="{FF2B5EF4-FFF2-40B4-BE49-F238E27FC236}">
                    <a16:creationId xmlns:a16="http://schemas.microsoft.com/office/drawing/2014/main" id="{8B94CDEC-A535-DE10-5632-486C7D6C764C}"/>
                  </a:ext>
                </a:extLst>
              </p:cNvPr>
              <p:cNvGrpSpPr/>
              <p:nvPr/>
            </p:nvGrpSpPr>
            <p:grpSpPr>
              <a:xfrm>
                <a:off x="12558863" y="830869"/>
                <a:ext cx="139418" cy="109563"/>
                <a:chOff x="12558863" y="830869"/>
                <a:chExt cx="139418" cy="109563"/>
              </a:xfrm>
            </p:grpSpPr>
            <p:grpSp>
              <p:nvGrpSpPr>
                <p:cNvPr id="40" name="Groep 65">
                  <a:extLst>
                    <a:ext uri="{FF2B5EF4-FFF2-40B4-BE49-F238E27FC236}">
                      <a16:creationId xmlns:a16="http://schemas.microsoft.com/office/drawing/2014/main" id="{C87190F1-AA86-D68F-04F9-0785A0E3341A}"/>
                    </a:ext>
                  </a:extLst>
                </p:cNvPr>
                <p:cNvGrpSpPr/>
                <p:nvPr/>
              </p:nvGrpSpPr>
              <p:grpSpPr>
                <a:xfrm>
                  <a:off x="12558863" y="830869"/>
                  <a:ext cx="139418" cy="109563"/>
                  <a:chOff x="12558863" y="830869"/>
                  <a:chExt cx="139418" cy="109563"/>
                </a:xfrm>
              </p:grpSpPr>
              <p:cxnSp>
                <p:nvCxnSpPr>
                  <p:cNvPr id="41" name="Rechte verbindingslijn 67">
                    <a:extLst>
                      <a:ext uri="{FF2B5EF4-FFF2-40B4-BE49-F238E27FC236}">
                        <a16:creationId xmlns:a16="http://schemas.microsoft.com/office/drawing/2014/main" id="{5119924F-8BAD-B34F-9F6A-A49AB4582DB4}"/>
                      </a:ext>
                    </a:extLst>
                  </p:cNvPr>
                  <p:cNvCxnSpPr/>
                  <p:nvPr/>
                </p:nvCxnSpPr>
                <p:spPr>
                  <a:xfrm>
                    <a:off x="12558863" y="830869"/>
                    <a:ext cx="139418" cy="0"/>
                  </a:xfrm>
                  <a:prstGeom prst="straightConnector1">
                    <a:avLst/>
                  </a:prstGeom>
                  <a:noFill/>
                  <a:ln w="12701" cap="flat">
                    <a:solidFill>
                      <a:srgbClr val="9D9FA1"/>
                    </a:solidFill>
                    <a:prstDash val="solid"/>
                  </a:ln>
                </p:spPr>
              </p:cxnSp>
              <p:cxnSp>
                <p:nvCxnSpPr>
                  <p:cNvPr id="42" name="Rechte verbindingslijn 68">
                    <a:extLst>
                      <a:ext uri="{FF2B5EF4-FFF2-40B4-BE49-F238E27FC236}">
                        <a16:creationId xmlns:a16="http://schemas.microsoft.com/office/drawing/2014/main" id="{3CC35156-A08C-AAAA-83ED-478461594190}"/>
                      </a:ext>
                    </a:extLst>
                  </p:cNvPr>
                  <p:cNvCxnSpPr/>
                  <p:nvPr/>
                </p:nvCxnSpPr>
                <p:spPr>
                  <a:xfrm>
                    <a:off x="12558863" y="940432"/>
                    <a:ext cx="139418" cy="0"/>
                  </a:xfrm>
                  <a:prstGeom prst="straightConnector1">
                    <a:avLst/>
                  </a:prstGeom>
                  <a:noFill/>
                  <a:ln w="12701" cap="flat">
                    <a:solidFill>
                      <a:srgbClr val="9D9FA1"/>
                    </a:solidFill>
                    <a:prstDash val="solid"/>
                  </a:ln>
                </p:spPr>
              </p:cxnSp>
              <p:cxnSp>
                <p:nvCxnSpPr>
                  <p:cNvPr id="43" name="Rechte verbindingslijn 69">
                    <a:extLst>
                      <a:ext uri="{FF2B5EF4-FFF2-40B4-BE49-F238E27FC236}">
                        <a16:creationId xmlns:a16="http://schemas.microsoft.com/office/drawing/2014/main" id="{3976E199-15A6-3823-ADD2-3DFC320D7886}"/>
                      </a:ext>
                    </a:extLst>
                  </p:cNvPr>
                  <p:cNvCxnSpPr/>
                  <p:nvPr/>
                </p:nvCxnSpPr>
                <p:spPr>
                  <a:xfrm>
                    <a:off x="12635517" y="913046"/>
                    <a:ext cx="62764" cy="0"/>
                  </a:xfrm>
                  <a:prstGeom prst="straightConnector1">
                    <a:avLst/>
                  </a:prstGeom>
                  <a:noFill/>
                  <a:ln w="12701" cap="flat">
                    <a:solidFill>
                      <a:srgbClr val="9D9FA1"/>
                    </a:solidFill>
                    <a:prstDash val="solid"/>
                  </a:ln>
                </p:spPr>
              </p:cxnSp>
              <p:cxnSp>
                <p:nvCxnSpPr>
                  <p:cNvPr id="44" name="Rechte verbindingslijn 70">
                    <a:extLst>
                      <a:ext uri="{FF2B5EF4-FFF2-40B4-BE49-F238E27FC236}">
                        <a16:creationId xmlns:a16="http://schemas.microsoft.com/office/drawing/2014/main" id="{F765AAA9-66E5-A354-0AD9-02737FBFBB49}"/>
                      </a:ext>
                    </a:extLst>
                  </p:cNvPr>
                  <p:cNvCxnSpPr/>
                  <p:nvPr/>
                </p:nvCxnSpPr>
                <p:spPr>
                  <a:xfrm>
                    <a:off x="12635517" y="885651"/>
                    <a:ext cx="62764" cy="0"/>
                  </a:xfrm>
                  <a:prstGeom prst="straightConnector1">
                    <a:avLst/>
                  </a:prstGeom>
                  <a:noFill/>
                  <a:ln w="12701" cap="flat">
                    <a:solidFill>
                      <a:srgbClr val="9D9FA1"/>
                    </a:solidFill>
                    <a:prstDash val="solid"/>
                  </a:ln>
                </p:spPr>
              </p:cxnSp>
              <p:cxnSp>
                <p:nvCxnSpPr>
                  <p:cNvPr id="45" name="Rechte verbindingslijn 71">
                    <a:extLst>
                      <a:ext uri="{FF2B5EF4-FFF2-40B4-BE49-F238E27FC236}">
                        <a16:creationId xmlns:a16="http://schemas.microsoft.com/office/drawing/2014/main" id="{F78CD1FA-29F5-4781-4D39-02B791B76664}"/>
                      </a:ext>
                    </a:extLst>
                  </p:cNvPr>
                  <p:cNvCxnSpPr/>
                  <p:nvPr/>
                </p:nvCxnSpPr>
                <p:spPr>
                  <a:xfrm>
                    <a:off x="12635517" y="858264"/>
                    <a:ext cx="62764" cy="0"/>
                  </a:xfrm>
                  <a:prstGeom prst="straightConnector1">
                    <a:avLst/>
                  </a:prstGeom>
                  <a:noFill/>
                  <a:ln w="12701" cap="flat">
                    <a:solidFill>
                      <a:srgbClr val="9D9FA1"/>
                    </a:solidFill>
                    <a:prstDash val="solid"/>
                  </a:ln>
                </p:spPr>
              </p:cxnSp>
            </p:grpSp>
            <p:sp>
              <p:nvSpPr>
                <p:cNvPr id="46" name="Pijl: rechts 66">
                  <a:extLst>
                    <a:ext uri="{FF2B5EF4-FFF2-40B4-BE49-F238E27FC236}">
                      <a16:creationId xmlns:a16="http://schemas.microsoft.com/office/drawing/2014/main" id="{95BDD328-7FFB-D09C-34B7-0B48CA6DCC71}"/>
                    </a:ext>
                  </a:extLst>
                </p:cNvPr>
                <p:cNvSpPr/>
                <p:nvPr/>
              </p:nvSpPr>
              <p:spPr>
                <a:xfrm flipH="1">
                  <a:off x="12558863" y="857039"/>
                  <a:ext cx="58411" cy="56116"/>
                </a:xfrm>
                <a:custGeom>
                  <a:avLst>
                    <a:gd name="f0" fmla="val 8396"/>
                    <a:gd name="f1" fmla="val 8064"/>
                  </a:avLst>
                  <a:gdLst>
                    <a:gd name="f2" fmla="val 10800000"/>
                    <a:gd name="f3" fmla="val 5400000"/>
                    <a:gd name="f4" fmla="val 180"/>
                    <a:gd name="f5" fmla="val w"/>
                    <a:gd name="f6" fmla="val h"/>
                    <a:gd name="f7" fmla="val 0"/>
                    <a:gd name="f8" fmla="val 21600"/>
                    <a:gd name="f9" fmla="val 10800"/>
                    <a:gd name="f10" fmla="+- 0 0 0"/>
                    <a:gd name="f11" fmla="+- 0 0 180"/>
                    <a:gd name="f12" fmla="*/ f5 1 21600"/>
                    <a:gd name="f13" fmla="*/ f6 1 21600"/>
                    <a:gd name="f14" fmla="pin 0 f0 21600"/>
                    <a:gd name="f15" fmla="pin 0 f1 10800"/>
                    <a:gd name="f16" fmla="*/ f10 f2 1"/>
                    <a:gd name="f17" fmla="*/ f11 f2 1"/>
                    <a:gd name="f18" fmla="val f15"/>
                    <a:gd name="f19" fmla="val f14"/>
                    <a:gd name="f20" fmla="+- 21600 0 f15"/>
                    <a:gd name="f21" fmla="*/ f14 f12 1"/>
                    <a:gd name="f22" fmla="*/ f15 f13 1"/>
                    <a:gd name="f23" fmla="*/ 0 f12 1"/>
                    <a:gd name="f24" fmla="*/ 0 f13 1"/>
                    <a:gd name="f25" fmla="*/ f16 1 f4"/>
                    <a:gd name="f26" fmla="*/ 21600 f13 1"/>
                    <a:gd name="f27" fmla="*/ f17 1 f4"/>
                    <a:gd name="f28" fmla="+- 21600 0 f19"/>
                    <a:gd name="f29" fmla="*/ f20 f13 1"/>
                    <a:gd name="f30" fmla="*/ f18 f13 1"/>
                    <a:gd name="f31" fmla="*/ f19 f12 1"/>
                    <a:gd name="f32" fmla="+- f25 0 f3"/>
                    <a:gd name="f33" fmla="+- f27 0 f3"/>
                    <a:gd name="f34" fmla="*/ f28 f18 1"/>
                    <a:gd name="f35" fmla="*/ f34 1 10800"/>
                    <a:gd name="f36" fmla="+- f19 f35 0"/>
                    <a:gd name="f37" fmla="*/ f36 f12 1"/>
                  </a:gdLst>
                  <a:ahLst>
                    <a:ahXY gdRefX="f0" minX="f7" maxX="f8" gdRefY="f1" minY="f7" maxY="f9">
                      <a:pos x="f21" y="f22"/>
                    </a:ahXY>
                  </a:ahLst>
                  <a:cxnLst>
                    <a:cxn ang="3cd4">
                      <a:pos x="hc" y="t"/>
                    </a:cxn>
                    <a:cxn ang="0">
                      <a:pos x="r" y="vc"/>
                    </a:cxn>
                    <a:cxn ang="cd4">
                      <a:pos x="hc" y="b"/>
                    </a:cxn>
                    <a:cxn ang="cd2">
                      <a:pos x="l" y="vc"/>
                    </a:cxn>
                    <a:cxn ang="f32">
                      <a:pos x="f31" y="f24"/>
                    </a:cxn>
                    <a:cxn ang="f33">
                      <a:pos x="f31" y="f26"/>
                    </a:cxn>
                  </a:cxnLst>
                  <a:rect l="f23" t="f30" r="f37" b="f29"/>
                  <a:pathLst>
                    <a:path w="21600" h="21600">
                      <a:moveTo>
                        <a:pt x="f7" y="f18"/>
                      </a:moveTo>
                      <a:lnTo>
                        <a:pt x="f19" y="f18"/>
                      </a:lnTo>
                      <a:lnTo>
                        <a:pt x="f19" y="f7"/>
                      </a:lnTo>
                      <a:lnTo>
                        <a:pt x="f8" y="f9"/>
                      </a:lnTo>
                      <a:lnTo>
                        <a:pt x="f19" y="f8"/>
                      </a:lnTo>
                      <a:lnTo>
                        <a:pt x="f19" y="f20"/>
                      </a:lnTo>
                      <a:lnTo>
                        <a:pt x="f7" y="f20"/>
                      </a:lnTo>
                      <a:close/>
                    </a:path>
                  </a:pathLst>
                </a:custGeom>
                <a:solidFill>
                  <a:srgbClr val="4A7DB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cxnSp>
            <p:nvCxnSpPr>
              <p:cNvPr id="47" name="Rechte verbindingslijn 43">
                <a:extLst>
                  <a:ext uri="{FF2B5EF4-FFF2-40B4-BE49-F238E27FC236}">
                    <a16:creationId xmlns:a16="http://schemas.microsoft.com/office/drawing/2014/main" id="{18C314F6-D69A-4D0C-B14D-CCB28B2D4A99}"/>
                  </a:ext>
                </a:extLst>
              </p:cNvPr>
              <p:cNvCxnSpPr/>
              <p:nvPr/>
            </p:nvCxnSpPr>
            <p:spPr>
              <a:xfrm flipV="1">
                <a:off x="12704079" y="588169"/>
                <a:ext cx="547680" cy="219072"/>
              </a:xfrm>
              <a:prstGeom prst="straightConnector1">
                <a:avLst/>
              </a:prstGeom>
              <a:noFill/>
              <a:ln w="19046" cap="rnd">
                <a:solidFill>
                  <a:srgbClr val="00A6D6"/>
                </a:solidFill>
                <a:prstDash val="solid"/>
                <a:headEnd type="arrow"/>
              </a:ln>
            </p:spPr>
          </p:cxnSp>
          <p:cxnSp>
            <p:nvCxnSpPr>
              <p:cNvPr id="48" name="Rechte verbindingslijn 44">
                <a:extLst>
                  <a:ext uri="{FF2B5EF4-FFF2-40B4-BE49-F238E27FC236}">
                    <a16:creationId xmlns:a16="http://schemas.microsoft.com/office/drawing/2014/main" id="{BBA026C0-BC45-2731-9463-E035362B042D}"/>
                  </a:ext>
                </a:extLst>
              </p:cNvPr>
              <p:cNvCxnSpPr/>
              <p:nvPr/>
            </p:nvCxnSpPr>
            <p:spPr>
              <a:xfrm>
                <a:off x="12939820" y="828675"/>
                <a:ext cx="319089" cy="0"/>
              </a:xfrm>
              <a:prstGeom prst="straightConnector1">
                <a:avLst/>
              </a:prstGeom>
              <a:noFill/>
              <a:ln w="19046" cap="rnd">
                <a:solidFill>
                  <a:srgbClr val="00A6D6"/>
                </a:solidFill>
                <a:prstDash val="solid"/>
                <a:headEnd type="arrow"/>
              </a:ln>
            </p:spPr>
          </p:cxnSp>
          <p:sp>
            <p:nvSpPr>
              <p:cNvPr id="49" name="Rechthoek 45">
                <a:extLst>
                  <a:ext uri="{FF2B5EF4-FFF2-40B4-BE49-F238E27FC236}">
                    <a16:creationId xmlns:a16="http://schemas.microsoft.com/office/drawing/2014/main" id="{181CF938-A9F1-BDFC-E188-6582B357BC83}"/>
                  </a:ext>
                </a:extLst>
              </p:cNvPr>
              <p:cNvSpPr/>
              <p:nvPr/>
            </p:nvSpPr>
            <p:spPr>
              <a:xfrm>
                <a:off x="13604132" y="512182"/>
                <a:ext cx="2189046" cy="151086"/>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100" b="0" i="0" u="none" strike="noStrike" kern="0" cap="none" spc="0" baseline="0">
                    <a:solidFill>
                      <a:srgbClr val="000000"/>
                    </a:solidFill>
                    <a:uFillTx/>
                    <a:latin typeface="Calibri" pitchFamily="34"/>
                    <a:cs typeface="Calibri" pitchFamily="34"/>
                  </a:rPr>
                  <a:t>Text level down</a:t>
                </a:r>
              </a:p>
            </p:txBody>
          </p:sp>
          <p:sp>
            <p:nvSpPr>
              <p:cNvPr id="50" name="Rechthoek 46">
                <a:extLst>
                  <a:ext uri="{FF2B5EF4-FFF2-40B4-BE49-F238E27FC236}">
                    <a16:creationId xmlns:a16="http://schemas.microsoft.com/office/drawing/2014/main" id="{CB7F492C-C926-ECD9-8975-3E114FCF12E4}"/>
                  </a:ext>
                </a:extLst>
              </p:cNvPr>
              <p:cNvSpPr/>
              <p:nvPr/>
            </p:nvSpPr>
            <p:spPr>
              <a:xfrm>
                <a:off x="13604132" y="819558"/>
                <a:ext cx="2189046" cy="142198"/>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100" b="0" i="0" u="none" strike="noStrike" kern="0" cap="none" spc="0" baseline="0">
                    <a:solidFill>
                      <a:srgbClr val="000000"/>
                    </a:solidFill>
                    <a:uFillTx/>
                    <a:latin typeface="Calibri" pitchFamily="34"/>
                    <a:cs typeface="Calibri" pitchFamily="34"/>
                  </a:rPr>
                  <a:t>Text level up</a:t>
                </a:r>
              </a:p>
            </p:txBody>
          </p:sp>
          <p:grpSp>
            <p:nvGrpSpPr>
              <p:cNvPr id="51" name="Groep 47">
                <a:extLst>
                  <a:ext uri="{FF2B5EF4-FFF2-40B4-BE49-F238E27FC236}">
                    <a16:creationId xmlns:a16="http://schemas.microsoft.com/office/drawing/2014/main" id="{4B61F372-BBE9-BB5F-08A3-DEDCCF0A8B17}"/>
                  </a:ext>
                </a:extLst>
              </p:cNvPr>
              <p:cNvGrpSpPr/>
              <p:nvPr/>
            </p:nvGrpSpPr>
            <p:grpSpPr>
              <a:xfrm>
                <a:off x="13247269" y="769165"/>
                <a:ext cx="268742" cy="248378"/>
                <a:chOff x="13247269" y="769165"/>
                <a:chExt cx="268742" cy="248378"/>
              </a:xfrm>
            </p:grpSpPr>
            <p:sp>
              <p:nvSpPr>
                <p:cNvPr id="52" name="Rechthoek 57">
                  <a:extLst>
                    <a:ext uri="{FF2B5EF4-FFF2-40B4-BE49-F238E27FC236}">
                      <a16:creationId xmlns:a16="http://schemas.microsoft.com/office/drawing/2014/main" id="{06009228-0DD1-C1F8-4501-6A2BE5C15ECF}"/>
                    </a:ext>
                  </a:extLst>
                </p:cNvPr>
                <p:cNvSpPr/>
                <p:nvPr/>
              </p:nvSpPr>
              <p:spPr>
                <a:xfrm>
                  <a:off x="13247269" y="769165"/>
                  <a:ext cx="268742" cy="248378"/>
                </a:xfrm>
                <a:prstGeom prst="rect">
                  <a:avLst/>
                </a:prstGeom>
                <a:solidFill>
                  <a:srgbClr val="FFFFFF"/>
                </a:solidFill>
                <a:ln w="3172" cap="flat">
                  <a:solidFill>
                    <a:srgbClr val="DADADA"/>
                  </a:solidFill>
                  <a:prstDash val="solid"/>
                  <a:miter/>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50" b="0" i="0" u="none" strike="noStrike" kern="1200" cap="none" spc="0" baseline="0">
                    <a:solidFill>
                      <a:srgbClr val="211F26"/>
                    </a:solidFill>
                    <a:uFillTx/>
                    <a:latin typeface="Calibri" pitchFamily="34"/>
                    <a:cs typeface="Calibri" pitchFamily="34"/>
                  </a:endParaRPr>
                </a:p>
              </p:txBody>
            </p:sp>
            <p:grpSp>
              <p:nvGrpSpPr>
                <p:cNvPr id="53" name="Groep 58">
                  <a:extLst>
                    <a:ext uri="{FF2B5EF4-FFF2-40B4-BE49-F238E27FC236}">
                      <a16:creationId xmlns:a16="http://schemas.microsoft.com/office/drawing/2014/main" id="{5781B84E-358B-969D-D1E2-D067C5F7AB2D}"/>
                    </a:ext>
                  </a:extLst>
                </p:cNvPr>
                <p:cNvGrpSpPr/>
                <p:nvPr/>
              </p:nvGrpSpPr>
              <p:grpSpPr>
                <a:xfrm>
                  <a:off x="13297287" y="827074"/>
                  <a:ext cx="168697" cy="132570"/>
                  <a:chOff x="13297287" y="827074"/>
                  <a:chExt cx="168697" cy="132570"/>
                </a:xfrm>
              </p:grpSpPr>
              <p:cxnSp>
                <p:nvCxnSpPr>
                  <p:cNvPr id="54" name="Rechte verbindingslijn 60">
                    <a:extLst>
                      <a:ext uri="{FF2B5EF4-FFF2-40B4-BE49-F238E27FC236}">
                        <a16:creationId xmlns:a16="http://schemas.microsoft.com/office/drawing/2014/main" id="{85BBB993-F949-D661-A2F5-367A125AB7C3}"/>
                      </a:ext>
                    </a:extLst>
                  </p:cNvPr>
                  <p:cNvCxnSpPr/>
                  <p:nvPr/>
                </p:nvCxnSpPr>
                <p:spPr>
                  <a:xfrm>
                    <a:off x="13297287" y="827074"/>
                    <a:ext cx="168697" cy="0"/>
                  </a:xfrm>
                  <a:prstGeom prst="straightConnector1">
                    <a:avLst/>
                  </a:prstGeom>
                  <a:noFill/>
                  <a:ln w="12701" cap="flat">
                    <a:solidFill>
                      <a:srgbClr val="9D9FA1"/>
                    </a:solidFill>
                    <a:prstDash val="solid"/>
                  </a:ln>
                </p:spPr>
              </p:cxnSp>
              <p:cxnSp>
                <p:nvCxnSpPr>
                  <p:cNvPr id="55" name="Rechte verbindingslijn 61">
                    <a:extLst>
                      <a:ext uri="{FF2B5EF4-FFF2-40B4-BE49-F238E27FC236}">
                        <a16:creationId xmlns:a16="http://schemas.microsoft.com/office/drawing/2014/main" id="{AA19D854-5AFD-1B99-6B12-8F458750D772}"/>
                      </a:ext>
                    </a:extLst>
                  </p:cNvPr>
                  <p:cNvCxnSpPr/>
                  <p:nvPr/>
                </p:nvCxnSpPr>
                <p:spPr>
                  <a:xfrm>
                    <a:off x="13297287" y="959644"/>
                    <a:ext cx="168697" cy="0"/>
                  </a:xfrm>
                  <a:prstGeom prst="straightConnector1">
                    <a:avLst/>
                  </a:prstGeom>
                  <a:noFill/>
                  <a:ln w="12701" cap="flat">
                    <a:solidFill>
                      <a:srgbClr val="9D9FA1"/>
                    </a:solidFill>
                    <a:prstDash val="solid"/>
                  </a:ln>
                </p:spPr>
              </p:cxnSp>
              <p:cxnSp>
                <p:nvCxnSpPr>
                  <p:cNvPr id="56" name="Rechte verbindingslijn 62">
                    <a:extLst>
                      <a:ext uri="{FF2B5EF4-FFF2-40B4-BE49-F238E27FC236}">
                        <a16:creationId xmlns:a16="http://schemas.microsoft.com/office/drawing/2014/main" id="{396E0B59-80DD-A565-7013-EF8B91F0E976}"/>
                      </a:ext>
                    </a:extLst>
                  </p:cNvPr>
                  <p:cNvCxnSpPr/>
                  <p:nvPr/>
                </p:nvCxnSpPr>
                <p:spPr>
                  <a:xfrm>
                    <a:off x="13390043" y="926506"/>
                    <a:ext cx="75941" cy="0"/>
                  </a:xfrm>
                  <a:prstGeom prst="straightConnector1">
                    <a:avLst/>
                  </a:prstGeom>
                  <a:noFill/>
                  <a:ln w="12701" cap="flat">
                    <a:solidFill>
                      <a:srgbClr val="9D9FA1"/>
                    </a:solidFill>
                    <a:prstDash val="solid"/>
                  </a:ln>
                </p:spPr>
              </p:cxnSp>
              <p:cxnSp>
                <p:nvCxnSpPr>
                  <p:cNvPr id="57" name="Rechte verbindingslijn 63">
                    <a:extLst>
                      <a:ext uri="{FF2B5EF4-FFF2-40B4-BE49-F238E27FC236}">
                        <a16:creationId xmlns:a16="http://schemas.microsoft.com/office/drawing/2014/main" id="{B33C6587-EE07-4E2C-6B25-004576C4A773}"/>
                      </a:ext>
                    </a:extLst>
                  </p:cNvPr>
                  <p:cNvCxnSpPr/>
                  <p:nvPr/>
                </p:nvCxnSpPr>
                <p:spPr>
                  <a:xfrm>
                    <a:off x="13390043" y="893359"/>
                    <a:ext cx="75941" cy="0"/>
                  </a:xfrm>
                  <a:prstGeom prst="straightConnector1">
                    <a:avLst/>
                  </a:prstGeom>
                  <a:noFill/>
                  <a:ln w="12701" cap="flat">
                    <a:solidFill>
                      <a:srgbClr val="9D9FA1"/>
                    </a:solidFill>
                    <a:prstDash val="solid"/>
                  </a:ln>
                </p:spPr>
              </p:cxnSp>
              <p:cxnSp>
                <p:nvCxnSpPr>
                  <p:cNvPr id="58" name="Rechte verbindingslijn 64">
                    <a:extLst>
                      <a:ext uri="{FF2B5EF4-FFF2-40B4-BE49-F238E27FC236}">
                        <a16:creationId xmlns:a16="http://schemas.microsoft.com/office/drawing/2014/main" id="{665212B2-9882-D144-1F86-F4694C512943}"/>
                      </a:ext>
                    </a:extLst>
                  </p:cNvPr>
                  <p:cNvCxnSpPr/>
                  <p:nvPr/>
                </p:nvCxnSpPr>
                <p:spPr>
                  <a:xfrm>
                    <a:off x="13390043" y="860212"/>
                    <a:ext cx="75941" cy="0"/>
                  </a:xfrm>
                  <a:prstGeom prst="straightConnector1">
                    <a:avLst/>
                  </a:prstGeom>
                  <a:noFill/>
                  <a:ln w="12701" cap="flat">
                    <a:solidFill>
                      <a:srgbClr val="9D9FA1"/>
                    </a:solidFill>
                    <a:prstDash val="solid"/>
                  </a:ln>
                </p:spPr>
              </p:cxnSp>
            </p:grpSp>
            <p:sp>
              <p:nvSpPr>
                <p:cNvPr id="59" name="Pijl: rechts 59">
                  <a:extLst>
                    <a:ext uri="{FF2B5EF4-FFF2-40B4-BE49-F238E27FC236}">
                      <a16:creationId xmlns:a16="http://schemas.microsoft.com/office/drawing/2014/main" id="{464FE21C-6C6B-2CAE-0C4C-DEE37CFDC42C}"/>
                    </a:ext>
                  </a:extLst>
                </p:cNvPr>
                <p:cNvSpPr/>
                <p:nvPr/>
              </p:nvSpPr>
              <p:spPr>
                <a:xfrm>
                  <a:off x="13297287" y="858740"/>
                  <a:ext cx="70673" cy="67903"/>
                </a:xfrm>
                <a:custGeom>
                  <a:avLst>
                    <a:gd name="f0" fmla="val 8396"/>
                    <a:gd name="f1" fmla="val 8064"/>
                  </a:avLst>
                  <a:gdLst>
                    <a:gd name="f2" fmla="val 10800000"/>
                    <a:gd name="f3" fmla="val 5400000"/>
                    <a:gd name="f4" fmla="val 180"/>
                    <a:gd name="f5" fmla="val w"/>
                    <a:gd name="f6" fmla="val h"/>
                    <a:gd name="f7" fmla="val 0"/>
                    <a:gd name="f8" fmla="val 21600"/>
                    <a:gd name="f9" fmla="val 10800"/>
                    <a:gd name="f10" fmla="+- 0 0 0"/>
                    <a:gd name="f11" fmla="+- 0 0 180"/>
                    <a:gd name="f12" fmla="*/ f5 1 21600"/>
                    <a:gd name="f13" fmla="*/ f6 1 21600"/>
                    <a:gd name="f14" fmla="pin 0 f0 21600"/>
                    <a:gd name="f15" fmla="pin 0 f1 10800"/>
                    <a:gd name="f16" fmla="*/ f10 f2 1"/>
                    <a:gd name="f17" fmla="*/ f11 f2 1"/>
                    <a:gd name="f18" fmla="val f15"/>
                    <a:gd name="f19" fmla="val f14"/>
                    <a:gd name="f20" fmla="+- 21600 0 f15"/>
                    <a:gd name="f21" fmla="*/ f14 f12 1"/>
                    <a:gd name="f22" fmla="*/ f15 f13 1"/>
                    <a:gd name="f23" fmla="*/ 0 f12 1"/>
                    <a:gd name="f24" fmla="*/ 0 f13 1"/>
                    <a:gd name="f25" fmla="*/ f16 1 f4"/>
                    <a:gd name="f26" fmla="*/ 21600 f13 1"/>
                    <a:gd name="f27" fmla="*/ f17 1 f4"/>
                    <a:gd name="f28" fmla="+- 21600 0 f19"/>
                    <a:gd name="f29" fmla="*/ f20 f13 1"/>
                    <a:gd name="f30" fmla="*/ f18 f13 1"/>
                    <a:gd name="f31" fmla="*/ f19 f12 1"/>
                    <a:gd name="f32" fmla="+- f25 0 f3"/>
                    <a:gd name="f33" fmla="+- f27 0 f3"/>
                    <a:gd name="f34" fmla="*/ f28 f18 1"/>
                    <a:gd name="f35" fmla="*/ f34 1 10800"/>
                    <a:gd name="f36" fmla="+- f19 f35 0"/>
                    <a:gd name="f37" fmla="*/ f36 f12 1"/>
                  </a:gdLst>
                  <a:ahLst>
                    <a:ahXY gdRefX="f0" minX="f7" maxX="f8" gdRefY="f1" minY="f7" maxY="f9">
                      <a:pos x="f21" y="f22"/>
                    </a:ahXY>
                  </a:ahLst>
                  <a:cxnLst>
                    <a:cxn ang="3cd4">
                      <a:pos x="hc" y="t"/>
                    </a:cxn>
                    <a:cxn ang="0">
                      <a:pos x="r" y="vc"/>
                    </a:cxn>
                    <a:cxn ang="cd4">
                      <a:pos x="hc" y="b"/>
                    </a:cxn>
                    <a:cxn ang="cd2">
                      <a:pos x="l" y="vc"/>
                    </a:cxn>
                    <a:cxn ang="f32">
                      <a:pos x="f31" y="f24"/>
                    </a:cxn>
                    <a:cxn ang="f33">
                      <a:pos x="f31" y="f26"/>
                    </a:cxn>
                  </a:cxnLst>
                  <a:rect l="f23" t="f30" r="f37" b="f29"/>
                  <a:pathLst>
                    <a:path w="21600" h="21600">
                      <a:moveTo>
                        <a:pt x="f7" y="f18"/>
                      </a:moveTo>
                      <a:lnTo>
                        <a:pt x="f19" y="f18"/>
                      </a:lnTo>
                      <a:lnTo>
                        <a:pt x="f19" y="f7"/>
                      </a:lnTo>
                      <a:lnTo>
                        <a:pt x="f8" y="f9"/>
                      </a:lnTo>
                      <a:lnTo>
                        <a:pt x="f19" y="f8"/>
                      </a:lnTo>
                      <a:lnTo>
                        <a:pt x="f19" y="f20"/>
                      </a:lnTo>
                      <a:lnTo>
                        <a:pt x="f7" y="f20"/>
                      </a:lnTo>
                      <a:close/>
                    </a:path>
                  </a:pathLst>
                </a:custGeom>
                <a:solidFill>
                  <a:srgbClr val="4A7DB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grpSp>
            <p:nvGrpSpPr>
              <p:cNvPr id="60" name="Groep 48">
                <a:extLst>
                  <a:ext uri="{FF2B5EF4-FFF2-40B4-BE49-F238E27FC236}">
                    <a16:creationId xmlns:a16="http://schemas.microsoft.com/office/drawing/2014/main" id="{3A4FBFFC-A353-92D2-3752-1A8CA8EC15E3}"/>
                  </a:ext>
                </a:extLst>
              </p:cNvPr>
              <p:cNvGrpSpPr/>
              <p:nvPr/>
            </p:nvGrpSpPr>
            <p:grpSpPr>
              <a:xfrm>
                <a:off x="13247269" y="460171"/>
                <a:ext cx="268742" cy="248378"/>
                <a:chOff x="13247269" y="460171"/>
                <a:chExt cx="268742" cy="248378"/>
              </a:xfrm>
            </p:grpSpPr>
            <p:sp>
              <p:nvSpPr>
                <p:cNvPr id="61" name="Rechthoek 49">
                  <a:extLst>
                    <a:ext uri="{FF2B5EF4-FFF2-40B4-BE49-F238E27FC236}">
                      <a16:creationId xmlns:a16="http://schemas.microsoft.com/office/drawing/2014/main" id="{698C86E8-9E8D-3B38-C21E-A9D803E2DB70}"/>
                    </a:ext>
                  </a:extLst>
                </p:cNvPr>
                <p:cNvSpPr/>
                <p:nvPr/>
              </p:nvSpPr>
              <p:spPr>
                <a:xfrm>
                  <a:off x="13247269" y="460171"/>
                  <a:ext cx="268742" cy="248378"/>
                </a:xfrm>
                <a:prstGeom prst="rect">
                  <a:avLst/>
                </a:prstGeom>
                <a:solidFill>
                  <a:srgbClr val="FFFFFF"/>
                </a:solidFill>
                <a:ln w="3172" cap="flat">
                  <a:solidFill>
                    <a:srgbClr val="DADADA"/>
                  </a:solidFill>
                  <a:prstDash val="solid"/>
                  <a:miter/>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50" b="0" i="0" u="none" strike="noStrike" kern="1200" cap="none" spc="0" baseline="0">
                    <a:solidFill>
                      <a:srgbClr val="211F26"/>
                    </a:solidFill>
                    <a:uFillTx/>
                    <a:latin typeface="Calibri" pitchFamily="34"/>
                    <a:cs typeface="Calibri" pitchFamily="34"/>
                  </a:endParaRPr>
                </a:p>
              </p:txBody>
            </p:sp>
            <p:grpSp>
              <p:nvGrpSpPr>
                <p:cNvPr id="62" name="Groep 50">
                  <a:extLst>
                    <a:ext uri="{FF2B5EF4-FFF2-40B4-BE49-F238E27FC236}">
                      <a16:creationId xmlns:a16="http://schemas.microsoft.com/office/drawing/2014/main" id="{6DE2A461-D512-3108-4E22-CA274F0E5374}"/>
                    </a:ext>
                  </a:extLst>
                </p:cNvPr>
                <p:cNvGrpSpPr/>
                <p:nvPr/>
              </p:nvGrpSpPr>
              <p:grpSpPr>
                <a:xfrm>
                  <a:off x="13297287" y="518071"/>
                  <a:ext cx="168697" cy="132579"/>
                  <a:chOff x="13297287" y="518071"/>
                  <a:chExt cx="168697" cy="132579"/>
                </a:xfrm>
              </p:grpSpPr>
              <p:cxnSp>
                <p:nvCxnSpPr>
                  <p:cNvPr id="63" name="Rechte verbindingslijn 52">
                    <a:extLst>
                      <a:ext uri="{FF2B5EF4-FFF2-40B4-BE49-F238E27FC236}">
                        <a16:creationId xmlns:a16="http://schemas.microsoft.com/office/drawing/2014/main" id="{0891D814-8C1C-6622-26CB-1C524291643C}"/>
                      </a:ext>
                    </a:extLst>
                  </p:cNvPr>
                  <p:cNvCxnSpPr/>
                  <p:nvPr/>
                </p:nvCxnSpPr>
                <p:spPr>
                  <a:xfrm>
                    <a:off x="13297287" y="518071"/>
                    <a:ext cx="168697" cy="0"/>
                  </a:xfrm>
                  <a:prstGeom prst="straightConnector1">
                    <a:avLst/>
                  </a:prstGeom>
                  <a:noFill/>
                  <a:ln w="12701" cap="flat">
                    <a:solidFill>
                      <a:srgbClr val="9D9FA1"/>
                    </a:solidFill>
                    <a:prstDash val="solid"/>
                  </a:ln>
                </p:spPr>
              </p:cxnSp>
              <p:cxnSp>
                <p:nvCxnSpPr>
                  <p:cNvPr id="64" name="Rechte verbindingslijn 53">
                    <a:extLst>
                      <a:ext uri="{FF2B5EF4-FFF2-40B4-BE49-F238E27FC236}">
                        <a16:creationId xmlns:a16="http://schemas.microsoft.com/office/drawing/2014/main" id="{26E2AB57-2B19-443B-0A85-0468AD3D1176}"/>
                      </a:ext>
                    </a:extLst>
                  </p:cNvPr>
                  <p:cNvCxnSpPr/>
                  <p:nvPr/>
                </p:nvCxnSpPr>
                <p:spPr>
                  <a:xfrm>
                    <a:off x="13297287" y="650650"/>
                    <a:ext cx="168697" cy="0"/>
                  </a:xfrm>
                  <a:prstGeom prst="straightConnector1">
                    <a:avLst/>
                  </a:prstGeom>
                  <a:noFill/>
                  <a:ln w="12701" cap="flat">
                    <a:solidFill>
                      <a:srgbClr val="9D9FA1"/>
                    </a:solidFill>
                    <a:prstDash val="solid"/>
                  </a:ln>
                </p:spPr>
              </p:cxnSp>
              <p:cxnSp>
                <p:nvCxnSpPr>
                  <p:cNvPr id="65" name="Rechte verbindingslijn 54">
                    <a:extLst>
                      <a:ext uri="{FF2B5EF4-FFF2-40B4-BE49-F238E27FC236}">
                        <a16:creationId xmlns:a16="http://schemas.microsoft.com/office/drawing/2014/main" id="{DCC363FB-D8C8-A41A-457C-AF057D3BB0F0}"/>
                      </a:ext>
                    </a:extLst>
                  </p:cNvPr>
                  <p:cNvCxnSpPr/>
                  <p:nvPr/>
                </p:nvCxnSpPr>
                <p:spPr>
                  <a:xfrm>
                    <a:off x="13390043" y="617503"/>
                    <a:ext cx="75941" cy="0"/>
                  </a:xfrm>
                  <a:prstGeom prst="straightConnector1">
                    <a:avLst/>
                  </a:prstGeom>
                  <a:noFill/>
                  <a:ln w="12701" cap="flat">
                    <a:solidFill>
                      <a:srgbClr val="9D9FA1"/>
                    </a:solidFill>
                    <a:prstDash val="solid"/>
                  </a:ln>
                </p:spPr>
              </p:cxnSp>
              <p:cxnSp>
                <p:nvCxnSpPr>
                  <p:cNvPr id="66" name="Rechte verbindingslijn 55">
                    <a:extLst>
                      <a:ext uri="{FF2B5EF4-FFF2-40B4-BE49-F238E27FC236}">
                        <a16:creationId xmlns:a16="http://schemas.microsoft.com/office/drawing/2014/main" id="{3891EFAD-3004-8499-2296-C4B8681B6683}"/>
                      </a:ext>
                    </a:extLst>
                  </p:cNvPr>
                  <p:cNvCxnSpPr/>
                  <p:nvPr/>
                </p:nvCxnSpPr>
                <p:spPr>
                  <a:xfrm>
                    <a:off x="13390043" y="584365"/>
                    <a:ext cx="75941" cy="0"/>
                  </a:xfrm>
                  <a:prstGeom prst="straightConnector1">
                    <a:avLst/>
                  </a:prstGeom>
                  <a:noFill/>
                  <a:ln w="12701" cap="flat">
                    <a:solidFill>
                      <a:srgbClr val="9D9FA1"/>
                    </a:solidFill>
                    <a:prstDash val="solid"/>
                  </a:ln>
                </p:spPr>
              </p:cxnSp>
              <p:cxnSp>
                <p:nvCxnSpPr>
                  <p:cNvPr id="67" name="Rechte verbindingslijn 56">
                    <a:extLst>
                      <a:ext uri="{FF2B5EF4-FFF2-40B4-BE49-F238E27FC236}">
                        <a16:creationId xmlns:a16="http://schemas.microsoft.com/office/drawing/2014/main" id="{C48F0578-39A0-2E83-15E0-115A0C65942D}"/>
                      </a:ext>
                    </a:extLst>
                  </p:cNvPr>
                  <p:cNvCxnSpPr/>
                  <p:nvPr/>
                </p:nvCxnSpPr>
                <p:spPr>
                  <a:xfrm>
                    <a:off x="13390043" y="551218"/>
                    <a:ext cx="75941" cy="0"/>
                  </a:xfrm>
                  <a:prstGeom prst="straightConnector1">
                    <a:avLst/>
                  </a:prstGeom>
                  <a:noFill/>
                  <a:ln w="12701" cap="flat">
                    <a:solidFill>
                      <a:srgbClr val="9D9FA1"/>
                    </a:solidFill>
                    <a:prstDash val="solid"/>
                  </a:ln>
                </p:spPr>
              </p:cxnSp>
            </p:grpSp>
            <p:sp>
              <p:nvSpPr>
                <p:cNvPr id="68" name="Pijl: rechts 51">
                  <a:extLst>
                    <a:ext uri="{FF2B5EF4-FFF2-40B4-BE49-F238E27FC236}">
                      <a16:creationId xmlns:a16="http://schemas.microsoft.com/office/drawing/2014/main" id="{7C81451D-8DB0-2415-6AB7-9FDC200FEC45}"/>
                    </a:ext>
                  </a:extLst>
                </p:cNvPr>
                <p:cNvSpPr/>
                <p:nvPr/>
              </p:nvSpPr>
              <p:spPr>
                <a:xfrm flipH="1">
                  <a:off x="13297287" y="549737"/>
                  <a:ext cx="70673" cy="67903"/>
                </a:xfrm>
                <a:custGeom>
                  <a:avLst>
                    <a:gd name="f0" fmla="val 8396"/>
                    <a:gd name="f1" fmla="val 8064"/>
                  </a:avLst>
                  <a:gdLst>
                    <a:gd name="f2" fmla="val 10800000"/>
                    <a:gd name="f3" fmla="val 5400000"/>
                    <a:gd name="f4" fmla="val 180"/>
                    <a:gd name="f5" fmla="val w"/>
                    <a:gd name="f6" fmla="val h"/>
                    <a:gd name="f7" fmla="val 0"/>
                    <a:gd name="f8" fmla="val 21600"/>
                    <a:gd name="f9" fmla="val 10800"/>
                    <a:gd name="f10" fmla="+- 0 0 0"/>
                    <a:gd name="f11" fmla="+- 0 0 180"/>
                    <a:gd name="f12" fmla="*/ f5 1 21600"/>
                    <a:gd name="f13" fmla="*/ f6 1 21600"/>
                    <a:gd name="f14" fmla="pin 0 f0 21600"/>
                    <a:gd name="f15" fmla="pin 0 f1 10800"/>
                    <a:gd name="f16" fmla="*/ f10 f2 1"/>
                    <a:gd name="f17" fmla="*/ f11 f2 1"/>
                    <a:gd name="f18" fmla="val f15"/>
                    <a:gd name="f19" fmla="val f14"/>
                    <a:gd name="f20" fmla="+- 21600 0 f15"/>
                    <a:gd name="f21" fmla="*/ f14 f12 1"/>
                    <a:gd name="f22" fmla="*/ f15 f13 1"/>
                    <a:gd name="f23" fmla="*/ 0 f12 1"/>
                    <a:gd name="f24" fmla="*/ 0 f13 1"/>
                    <a:gd name="f25" fmla="*/ f16 1 f4"/>
                    <a:gd name="f26" fmla="*/ 21600 f13 1"/>
                    <a:gd name="f27" fmla="*/ f17 1 f4"/>
                    <a:gd name="f28" fmla="+- 21600 0 f19"/>
                    <a:gd name="f29" fmla="*/ f20 f13 1"/>
                    <a:gd name="f30" fmla="*/ f18 f13 1"/>
                    <a:gd name="f31" fmla="*/ f19 f12 1"/>
                    <a:gd name="f32" fmla="+- f25 0 f3"/>
                    <a:gd name="f33" fmla="+- f27 0 f3"/>
                    <a:gd name="f34" fmla="*/ f28 f18 1"/>
                    <a:gd name="f35" fmla="*/ f34 1 10800"/>
                    <a:gd name="f36" fmla="+- f19 f35 0"/>
                    <a:gd name="f37" fmla="*/ f36 f12 1"/>
                  </a:gdLst>
                  <a:ahLst>
                    <a:ahXY gdRefX="f0" minX="f7" maxX="f8" gdRefY="f1" minY="f7" maxY="f9">
                      <a:pos x="f21" y="f22"/>
                    </a:ahXY>
                  </a:ahLst>
                  <a:cxnLst>
                    <a:cxn ang="3cd4">
                      <a:pos x="hc" y="t"/>
                    </a:cxn>
                    <a:cxn ang="0">
                      <a:pos x="r" y="vc"/>
                    </a:cxn>
                    <a:cxn ang="cd4">
                      <a:pos x="hc" y="b"/>
                    </a:cxn>
                    <a:cxn ang="cd2">
                      <a:pos x="l" y="vc"/>
                    </a:cxn>
                    <a:cxn ang="f32">
                      <a:pos x="f31" y="f24"/>
                    </a:cxn>
                    <a:cxn ang="f33">
                      <a:pos x="f31" y="f26"/>
                    </a:cxn>
                  </a:cxnLst>
                  <a:rect l="f23" t="f30" r="f37" b="f29"/>
                  <a:pathLst>
                    <a:path w="21600" h="21600">
                      <a:moveTo>
                        <a:pt x="f7" y="f18"/>
                      </a:moveTo>
                      <a:lnTo>
                        <a:pt x="f19" y="f18"/>
                      </a:lnTo>
                      <a:lnTo>
                        <a:pt x="f19" y="f7"/>
                      </a:lnTo>
                      <a:lnTo>
                        <a:pt x="f8" y="f9"/>
                      </a:lnTo>
                      <a:lnTo>
                        <a:pt x="f19" y="f8"/>
                      </a:lnTo>
                      <a:lnTo>
                        <a:pt x="f19" y="f20"/>
                      </a:lnTo>
                      <a:lnTo>
                        <a:pt x="f7" y="f20"/>
                      </a:lnTo>
                      <a:close/>
                    </a:path>
                  </a:pathLst>
                </a:custGeom>
                <a:solidFill>
                  <a:srgbClr val="4A7DB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grpSp>
        <p:grpSp>
          <p:nvGrpSpPr>
            <p:cNvPr id="69" name="Groep 33">
              <a:extLst>
                <a:ext uri="{FF2B5EF4-FFF2-40B4-BE49-F238E27FC236}">
                  <a16:creationId xmlns:a16="http://schemas.microsoft.com/office/drawing/2014/main" id="{12D795C2-AF3D-FDD4-5596-1FFFEA82F7B7}"/>
                </a:ext>
              </a:extLst>
            </p:cNvPr>
            <p:cNvGrpSpPr/>
            <p:nvPr/>
          </p:nvGrpSpPr>
          <p:grpSpPr>
            <a:xfrm>
              <a:off x="15225601" y="4663037"/>
              <a:ext cx="627799" cy="576684"/>
              <a:chOff x="15225601" y="4663037"/>
              <a:chExt cx="627799" cy="576684"/>
            </a:xfrm>
          </p:grpSpPr>
          <p:grpSp>
            <p:nvGrpSpPr>
              <p:cNvPr id="70" name="Inspireren">
                <a:extLst>
                  <a:ext uri="{FF2B5EF4-FFF2-40B4-BE49-F238E27FC236}">
                    <a16:creationId xmlns:a16="http://schemas.microsoft.com/office/drawing/2014/main" id="{37B43A1E-366E-1E42-86F5-B5CC07E3CDB1}"/>
                  </a:ext>
                </a:extLst>
              </p:cNvPr>
              <p:cNvGrpSpPr/>
              <p:nvPr/>
            </p:nvGrpSpPr>
            <p:grpSpPr>
              <a:xfrm>
                <a:off x="15447919" y="4663037"/>
                <a:ext cx="169776" cy="242380"/>
                <a:chOff x="15447919" y="4663037"/>
                <a:chExt cx="169776" cy="242380"/>
              </a:xfrm>
            </p:grpSpPr>
            <p:sp>
              <p:nvSpPr>
                <p:cNvPr id="71" name="Freeform 12">
                  <a:extLst>
                    <a:ext uri="{FF2B5EF4-FFF2-40B4-BE49-F238E27FC236}">
                      <a16:creationId xmlns:a16="http://schemas.microsoft.com/office/drawing/2014/main" id="{582CB27C-B56A-E37B-258E-0D5CE758A9F0}"/>
                    </a:ext>
                  </a:extLst>
                </p:cNvPr>
                <p:cNvSpPr/>
                <p:nvPr/>
              </p:nvSpPr>
              <p:spPr>
                <a:xfrm>
                  <a:off x="15498119" y="4749869"/>
                  <a:ext cx="68726" cy="62051"/>
                </a:xfrm>
                <a:custGeom>
                  <a:avLst/>
                  <a:gdLst>
                    <a:gd name="f0" fmla="val 10800000"/>
                    <a:gd name="f1" fmla="val 5400000"/>
                    <a:gd name="f2" fmla="val 180"/>
                    <a:gd name="f3" fmla="val w"/>
                    <a:gd name="f4" fmla="val h"/>
                    <a:gd name="f5" fmla="val 0"/>
                    <a:gd name="f6" fmla="val 319"/>
                    <a:gd name="f7" fmla="val 288"/>
                    <a:gd name="f8" fmla="val 220"/>
                    <a:gd name="f9" fmla="val 107"/>
                    <a:gd name="f10" fmla="+- 0 0 -90"/>
                    <a:gd name="f11" fmla="*/ f3 1 319"/>
                    <a:gd name="f12" fmla="*/ f4 1 288"/>
                    <a:gd name="f13" fmla="val f5"/>
                    <a:gd name="f14" fmla="val f6"/>
                    <a:gd name="f15" fmla="val f7"/>
                    <a:gd name="f16" fmla="*/ f10 f0 1"/>
                    <a:gd name="f17" fmla="+- f15 0 f13"/>
                    <a:gd name="f18" fmla="+- f14 0 f13"/>
                    <a:gd name="f19" fmla="*/ f16 1 f2"/>
                    <a:gd name="f20" fmla="*/ f18 1 319"/>
                    <a:gd name="f21" fmla="*/ f17 1 288"/>
                    <a:gd name="f22" fmla="*/ 220 f18 1"/>
                    <a:gd name="f23" fmla="*/ 288 f17 1"/>
                    <a:gd name="f24" fmla="*/ 107 f18 1"/>
                    <a:gd name="f25" fmla="*/ 0 f18 1"/>
                    <a:gd name="f26" fmla="*/ 0 f17 1"/>
                    <a:gd name="f27" fmla="*/ 319 f18 1"/>
                    <a:gd name="f28" fmla="+- f19 0 f1"/>
                    <a:gd name="f29" fmla="*/ f22 1 319"/>
                    <a:gd name="f30" fmla="*/ f23 1 288"/>
                    <a:gd name="f31" fmla="*/ f24 1 319"/>
                    <a:gd name="f32" fmla="*/ f25 1 319"/>
                    <a:gd name="f33" fmla="*/ f26 1 288"/>
                    <a:gd name="f34" fmla="*/ f27 1 319"/>
                    <a:gd name="f35" fmla="*/ 0 1 f20"/>
                    <a:gd name="f36" fmla="*/ f14 1 f20"/>
                    <a:gd name="f37" fmla="*/ 0 1 f21"/>
                    <a:gd name="f38" fmla="*/ f15 1 f21"/>
                    <a:gd name="f39" fmla="*/ f29 1 f20"/>
                    <a:gd name="f40" fmla="*/ f30 1 f21"/>
                    <a:gd name="f41" fmla="*/ f31 1 f20"/>
                    <a:gd name="f42" fmla="*/ f32 1 f20"/>
                    <a:gd name="f43" fmla="*/ f33 1 f21"/>
                    <a:gd name="f44" fmla="*/ f34 1 f20"/>
                    <a:gd name="f45" fmla="*/ f35 f11 1"/>
                    <a:gd name="f46" fmla="*/ f36 f11 1"/>
                    <a:gd name="f47" fmla="*/ f38 f12 1"/>
                    <a:gd name="f48" fmla="*/ f37 f12 1"/>
                    <a:gd name="f49" fmla="*/ f39 f11 1"/>
                    <a:gd name="f50" fmla="*/ f40 f12 1"/>
                    <a:gd name="f51" fmla="*/ f41 f11 1"/>
                    <a:gd name="f52" fmla="*/ f42 f11 1"/>
                    <a:gd name="f53" fmla="*/ f43 f12 1"/>
                    <a:gd name="f54" fmla="*/ f44 f11 1"/>
                  </a:gdLst>
                  <a:ahLst/>
                  <a:cxnLst>
                    <a:cxn ang="3cd4">
                      <a:pos x="hc" y="t"/>
                    </a:cxn>
                    <a:cxn ang="0">
                      <a:pos x="r" y="vc"/>
                    </a:cxn>
                    <a:cxn ang="cd4">
                      <a:pos x="hc" y="b"/>
                    </a:cxn>
                    <a:cxn ang="cd2">
                      <a:pos x="l" y="vc"/>
                    </a:cxn>
                    <a:cxn ang="f28">
                      <a:pos x="f49" y="f50"/>
                    </a:cxn>
                    <a:cxn ang="f28">
                      <a:pos x="f51" y="f50"/>
                    </a:cxn>
                    <a:cxn ang="f28">
                      <a:pos x="f52" y="f53"/>
                    </a:cxn>
                    <a:cxn ang="f28">
                      <a:pos x="f54" y="f53"/>
                    </a:cxn>
                    <a:cxn ang="f28">
                      <a:pos x="f49" y="f50"/>
                    </a:cxn>
                  </a:cxnLst>
                  <a:rect l="f45" t="f48" r="f46" b="f47"/>
                  <a:pathLst>
                    <a:path w="319" h="288">
                      <a:moveTo>
                        <a:pt x="f8" y="f7"/>
                      </a:moveTo>
                      <a:lnTo>
                        <a:pt x="f9" y="f7"/>
                      </a:lnTo>
                      <a:lnTo>
                        <a:pt x="f5" y="f5"/>
                      </a:lnTo>
                      <a:lnTo>
                        <a:pt x="f6" y="f5"/>
                      </a:lnTo>
                      <a:lnTo>
                        <a:pt x="f8" y="f7"/>
                      </a:lnTo>
                      <a:close/>
                    </a:path>
                  </a:pathLst>
                </a:custGeom>
                <a:solidFill>
                  <a:srgbClr val="1FF524"/>
                </a:solidFill>
                <a:ln>
                  <a:noFill/>
                  <a:prstDash val="solid"/>
                </a:ln>
              </p:spPr>
              <p:txBody>
                <a:bodyPr vert="horz" wrap="square" lIns="91440" tIns="45720" rIns="91440" bIns="45720" anchor="t"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300" b="0" i="0" u="none" strike="noStrike" kern="0" cap="none" spc="0" baseline="0">
                    <a:solidFill>
                      <a:srgbClr val="211F26"/>
                    </a:solidFill>
                    <a:uFillTx/>
                    <a:latin typeface="Arial"/>
                  </a:endParaRPr>
                </a:p>
              </p:txBody>
            </p:sp>
            <p:sp>
              <p:nvSpPr>
                <p:cNvPr id="72" name="Freeform 13">
                  <a:extLst>
                    <a:ext uri="{FF2B5EF4-FFF2-40B4-BE49-F238E27FC236}">
                      <a16:creationId xmlns:a16="http://schemas.microsoft.com/office/drawing/2014/main" id="{F541E664-5A1D-ABC5-615A-464EA9A74C63}"/>
                    </a:ext>
                  </a:extLst>
                </p:cNvPr>
                <p:cNvSpPr/>
                <p:nvPr/>
              </p:nvSpPr>
              <p:spPr>
                <a:xfrm>
                  <a:off x="15502637" y="4881286"/>
                  <a:ext cx="60761" cy="24131"/>
                </a:xfrm>
                <a:custGeom>
                  <a:avLst/>
                  <a:gdLst>
                    <a:gd name="f0" fmla="val 10800000"/>
                    <a:gd name="f1" fmla="val 5400000"/>
                    <a:gd name="f2" fmla="val 180"/>
                    <a:gd name="f3" fmla="val w"/>
                    <a:gd name="f4" fmla="val h"/>
                    <a:gd name="f5" fmla="val 0"/>
                    <a:gd name="f6" fmla="val 251"/>
                    <a:gd name="f7" fmla="val 100"/>
                    <a:gd name="f8" fmla="val 229"/>
                    <a:gd name="f9" fmla="val 70"/>
                    <a:gd name="f10" fmla="val 69"/>
                    <a:gd name="f11" fmla="val 22"/>
                    <a:gd name="f12" fmla="val 27"/>
                    <a:gd name="f13" fmla="val 87"/>
                    <a:gd name="f14" fmla="val 44"/>
                    <a:gd name="f15" fmla="val 63"/>
                    <a:gd name="f16" fmla="val 188"/>
                    <a:gd name="f17" fmla="val 207"/>
                    <a:gd name="f18" fmla="val 223"/>
                    <a:gd name="f19" fmla="val 88"/>
                    <a:gd name="f20" fmla="val 71"/>
                    <a:gd name="f21" fmla="+- 0 0 -90"/>
                    <a:gd name="f22" fmla="*/ f3 1 251"/>
                    <a:gd name="f23" fmla="*/ f4 1 100"/>
                    <a:gd name="f24" fmla="val f5"/>
                    <a:gd name="f25" fmla="val f6"/>
                    <a:gd name="f26" fmla="val f7"/>
                    <a:gd name="f27" fmla="*/ f21 f0 1"/>
                    <a:gd name="f28" fmla="+- f26 0 f24"/>
                    <a:gd name="f29" fmla="+- f25 0 f24"/>
                    <a:gd name="f30" fmla="*/ f27 1 f2"/>
                    <a:gd name="f31" fmla="*/ f29 1 251"/>
                    <a:gd name="f32" fmla="*/ f28 1 100"/>
                    <a:gd name="f33" fmla="*/ 229 f29 1"/>
                    <a:gd name="f34" fmla="*/ 70 f28 1"/>
                    <a:gd name="f35" fmla="*/ 69 f28 1"/>
                    <a:gd name="f36" fmla="*/ 251 f29 1"/>
                    <a:gd name="f37" fmla="*/ 0 f28 1"/>
                    <a:gd name="f38" fmla="*/ 0 f29 1"/>
                    <a:gd name="f39" fmla="*/ 22 f29 1"/>
                    <a:gd name="f40" fmla="*/ 63 f29 1"/>
                    <a:gd name="f41" fmla="*/ 100 f28 1"/>
                    <a:gd name="f42" fmla="*/ 188 f29 1"/>
                    <a:gd name="f43" fmla="*/ 71 f28 1"/>
                    <a:gd name="f44" fmla="+- f30 0 f1"/>
                    <a:gd name="f45" fmla="*/ f33 1 251"/>
                    <a:gd name="f46" fmla="*/ f34 1 100"/>
                    <a:gd name="f47" fmla="*/ f35 1 100"/>
                    <a:gd name="f48" fmla="*/ f36 1 251"/>
                    <a:gd name="f49" fmla="*/ f37 1 100"/>
                    <a:gd name="f50" fmla="*/ f38 1 251"/>
                    <a:gd name="f51" fmla="*/ f39 1 251"/>
                    <a:gd name="f52" fmla="*/ f40 1 251"/>
                    <a:gd name="f53" fmla="*/ f41 1 100"/>
                    <a:gd name="f54" fmla="*/ f42 1 251"/>
                    <a:gd name="f55" fmla="*/ f43 1 100"/>
                    <a:gd name="f56" fmla="*/ 0 1 f31"/>
                    <a:gd name="f57" fmla="*/ f25 1 f31"/>
                    <a:gd name="f58" fmla="*/ 0 1 f32"/>
                    <a:gd name="f59" fmla="*/ f26 1 f32"/>
                    <a:gd name="f60" fmla="*/ f45 1 f31"/>
                    <a:gd name="f61" fmla="*/ f46 1 f32"/>
                    <a:gd name="f62" fmla="*/ f47 1 f32"/>
                    <a:gd name="f63" fmla="*/ f48 1 f31"/>
                    <a:gd name="f64" fmla="*/ f49 1 f32"/>
                    <a:gd name="f65" fmla="*/ f50 1 f31"/>
                    <a:gd name="f66" fmla="*/ f51 1 f31"/>
                    <a:gd name="f67" fmla="*/ f52 1 f31"/>
                    <a:gd name="f68" fmla="*/ f53 1 f32"/>
                    <a:gd name="f69" fmla="*/ f54 1 f31"/>
                    <a:gd name="f70" fmla="*/ f55 1 f32"/>
                    <a:gd name="f71" fmla="*/ f56 f22 1"/>
                    <a:gd name="f72" fmla="*/ f57 f22 1"/>
                    <a:gd name="f73" fmla="*/ f59 f23 1"/>
                    <a:gd name="f74" fmla="*/ f58 f23 1"/>
                    <a:gd name="f75" fmla="*/ f60 f22 1"/>
                    <a:gd name="f76" fmla="*/ f61 f23 1"/>
                    <a:gd name="f77" fmla="*/ f62 f23 1"/>
                    <a:gd name="f78" fmla="*/ f63 f22 1"/>
                    <a:gd name="f79" fmla="*/ f64 f23 1"/>
                    <a:gd name="f80" fmla="*/ f65 f22 1"/>
                    <a:gd name="f81" fmla="*/ f66 f22 1"/>
                    <a:gd name="f82" fmla="*/ f67 f22 1"/>
                    <a:gd name="f83" fmla="*/ f68 f23 1"/>
                    <a:gd name="f84" fmla="*/ f69 f22 1"/>
                    <a:gd name="f85" fmla="*/ f70 f23 1"/>
                  </a:gdLst>
                  <a:ahLst/>
                  <a:cxnLst>
                    <a:cxn ang="3cd4">
                      <a:pos x="hc" y="t"/>
                    </a:cxn>
                    <a:cxn ang="0">
                      <a:pos x="r" y="vc"/>
                    </a:cxn>
                    <a:cxn ang="cd4">
                      <a:pos x="hc" y="b"/>
                    </a:cxn>
                    <a:cxn ang="cd2">
                      <a:pos x="l" y="vc"/>
                    </a:cxn>
                    <a:cxn ang="f44">
                      <a:pos x="f75" y="f76"/>
                    </a:cxn>
                    <a:cxn ang="f44">
                      <a:pos x="f75" y="f77"/>
                    </a:cxn>
                    <a:cxn ang="f44">
                      <a:pos x="f78" y="f79"/>
                    </a:cxn>
                    <a:cxn ang="f44">
                      <a:pos x="f80" y="f79"/>
                    </a:cxn>
                    <a:cxn ang="f44">
                      <a:pos x="f81" y="f77"/>
                    </a:cxn>
                    <a:cxn ang="f44">
                      <a:pos x="f82" y="f83"/>
                    </a:cxn>
                    <a:cxn ang="f44">
                      <a:pos x="f84" y="f83"/>
                    </a:cxn>
                    <a:cxn ang="f44">
                      <a:pos x="f75" y="f85"/>
                    </a:cxn>
                    <a:cxn ang="f44">
                      <a:pos x="f75" y="f85"/>
                    </a:cxn>
                    <a:cxn ang="f44">
                      <a:pos x="f75" y="f76"/>
                    </a:cxn>
                  </a:cxnLst>
                  <a:rect l="f71" t="f74" r="f72" b="f73"/>
                  <a:pathLst>
                    <a:path w="251" h="100">
                      <a:moveTo>
                        <a:pt x="f8" y="f9"/>
                      </a:moveTo>
                      <a:cubicBezTo>
                        <a:pt x="f8" y="f9"/>
                        <a:pt x="f8" y="f10"/>
                        <a:pt x="f8" y="f10"/>
                      </a:cubicBezTo>
                      <a:cubicBezTo>
                        <a:pt x="f6" y="f5"/>
                        <a:pt x="f6" y="f5"/>
                        <a:pt x="f6" y="f5"/>
                      </a:cubicBezTo>
                      <a:cubicBezTo>
                        <a:pt x="f5" y="f5"/>
                        <a:pt x="f5" y="f5"/>
                        <a:pt x="f5" y="f5"/>
                      </a:cubicBezTo>
                      <a:cubicBezTo>
                        <a:pt x="f11" y="f10"/>
                        <a:pt x="f11" y="f10"/>
                        <a:pt x="f11" y="f10"/>
                      </a:cubicBezTo>
                      <a:cubicBezTo>
                        <a:pt x="f12" y="f13"/>
                        <a:pt x="f14" y="f7"/>
                        <a:pt x="f15" y="f7"/>
                      </a:cubicBezTo>
                      <a:cubicBezTo>
                        <a:pt x="f16" y="f7"/>
                        <a:pt x="f16" y="f7"/>
                        <a:pt x="f16" y="f7"/>
                      </a:cubicBezTo>
                      <a:cubicBezTo>
                        <a:pt x="f17" y="f7"/>
                        <a:pt x="f18" y="f19"/>
                        <a:pt x="f8" y="f20"/>
                      </a:cubicBezTo>
                      <a:cubicBezTo>
                        <a:pt x="f8" y="f20"/>
                        <a:pt x="f8" y="f20"/>
                        <a:pt x="f8" y="f20"/>
                      </a:cubicBezTo>
                      <a:lnTo>
                        <a:pt x="f8" y="f9"/>
                      </a:lnTo>
                      <a:close/>
                    </a:path>
                  </a:pathLst>
                </a:custGeom>
                <a:gradFill>
                  <a:gsLst>
                    <a:gs pos="0">
                      <a:srgbClr val="9D9FA1"/>
                    </a:gs>
                    <a:gs pos="100000">
                      <a:srgbClr val="211F26"/>
                    </a:gs>
                  </a:gsLst>
                  <a:lin ang="2700000"/>
                </a:gradFill>
                <a:ln>
                  <a:noFill/>
                  <a:prstDash val="solid"/>
                </a:ln>
              </p:spPr>
              <p:txBody>
                <a:bodyPr vert="horz" wrap="square" lIns="91440" tIns="45720" rIns="91440" bIns="45720" anchor="t"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300" b="0" i="0" u="none" strike="noStrike" kern="0" cap="none" spc="0" baseline="0">
                    <a:solidFill>
                      <a:srgbClr val="211F26"/>
                    </a:solidFill>
                    <a:uFillTx/>
                    <a:latin typeface="Arial"/>
                  </a:endParaRPr>
                </a:p>
              </p:txBody>
            </p:sp>
            <p:sp>
              <p:nvSpPr>
                <p:cNvPr id="73" name="Freeform 14">
                  <a:extLst>
                    <a:ext uri="{FF2B5EF4-FFF2-40B4-BE49-F238E27FC236}">
                      <a16:creationId xmlns:a16="http://schemas.microsoft.com/office/drawing/2014/main" id="{3987CF8C-4D51-DF6D-5071-9FC23681017A}"/>
                    </a:ext>
                  </a:extLst>
                </p:cNvPr>
                <p:cNvSpPr/>
                <p:nvPr/>
              </p:nvSpPr>
              <p:spPr>
                <a:xfrm>
                  <a:off x="15447919" y="4663037"/>
                  <a:ext cx="169776" cy="208126"/>
                </a:xfrm>
                <a:custGeom>
                  <a:avLst/>
                  <a:gdLst>
                    <a:gd name="f0" fmla="val 10800000"/>
                    <a:gd name="f1" fmla="val 5400000"/>
                    <a:gd name="f2" fmla="val 180"/>
                    <a:gd name="f3" fmla="val w"/>
                    <a:gd name="f4" fmla="val h"/>
                    <a:gd name="f5" fmla="val 0"/>
                    <a:gd name="f6" fmla="val 702"/>
                    <a:gd name="f7" fmla="val 860"/>
                    <a:gd name="f8" fmla="val 351"/>
                    <a:gd name="f9" fmla="val 157"/>
                    <a:gd name="f10" fmla="val 463"/>
                    <a:gd name="f11" fmla="val 52"/>
                    <a:gd name="f12" fmla="val 562"/>
                    <a:gd name="f13" fmla="val 134"/>
                    <a:gd name="f14" fmla="val 627"/>
                    <a:gd name="f15" fmla="val 165"/>
                    <a:gd name="f16" fmla="val 718"/>
                    <a:gd name="f17" fmla="val 266"/>
                    <a:gd name="f18" fmla="val 434"/>
                    <a:gd name="f19" fmla="val 419"/>
                    <a:gd name="f20" fmla="val 760"/>
                    <a:gd name="f21" fmla="val 284"/>
                    <a:gd name="f22" fmla="val 179"/>
                    <a:gd name="f23" fmla="val 212"/>
                    <a:gd name="f24" fmla="val 216"/>
                    <a:gd name="f25" fmla="val 488"/>
                    <a:gd name="f26" fmla="val 491"/>
                    <a:gd name="f27" fmla="val 570"/>
                    <a:gd name="f28" fmla="val 625"/>
                    <a:gd name="f29" fmla="val 651"/>
                    <a:gd name="f30" fmla="val 560"/>
                    <a:gd name="f31" fmla="val 461"/>
                    <a:gd name="f32" fmla="val 545"/>
                    <a:gd name="f33" fmla="val 587"/>
                    <a:gd name="f34" fmla="val 438"/>
                    <a:gd name="f35" fmla="val 568"/>
                    <a:gd name="f36" fmla="val 490"/>
                    <a:gd name="f37" fmla="val 531"/>
                    <a:gd name="f38" fmla="val 534"/>
                    <a:gd name="f39" fmla="val 485"/>
                    <a:gd name="f40" fmla="val 563"/>
                    <a:gd name="f41" fmla="val 454"/>
                    <a:gd name="f42" fmla="val 658"/>
                    <a:gd name="f43" fmla="val 250"/>
                    <a:gd name="f44" fmla="val 219"/>
                    <a:gd name="f45" fmla="val 565"/>
                    <a:gd name="f46" fmla="val 172"/>
                    <a:gd name="f47" fmla="val 536"/>
                    <a:gd name="f48" fmla="val 135"/>
                    <a:gd name="f49" fmla="val 115"/>
                    <a:gd name="f50" fmla="val 439"/>
                    <a:gd name="f51" fmla="val 105"/>
                    <a:gd name="f52" fmla="val 411"/>
                    <a:gd name="f53" fmla="val 99"/>
                    <a:gd name="f54" fmla="val 382"/>
                    <a:gd name="f55" fmla="val 603"/>
                    <a:gd name="f56" fmla="val 381"/>
                    <a:gd name="f57" fmla="val 597"/>
                    <a:gd name="f58" fmla="+- 0 0 -90"/>
                    <a:gd name="f59" fmla="*/ f3 1 702"/>
                    <a:gd name="f60" fmla="*/ f4 1 860"/>
                    <a:gd name="f61" fmla="val f5"/>
                    <a:gd name="f62" fmla="val f6"/>
                    <a:gd name="f63" fmla="val f7"/>
                    <a:gd name="f64" fmla="*/ f58 f0 1"/>
                    <a:gd name="f65" fmla="+- f63 0 f61"/>
                    <a:gd name="f66" fmla="+- f62 0 f61"/>
                    <a:gd name="f67" fmla="*/ f64 1 f2"/>
                    <a:gd name="f68" fmla="*/ f66 1 702"/>
                    <a:gd name="f69" fmla="*/ f65 1 860"/>
                    <a:gd name="f70" fmla="*/ 351 f66 1"/>
                    <a:gd name="f71" fmla="*/ 0 f65 1"/>
                    <a:gd name="f72" fmla="*/ 0 f66 1"/>
                    <a:gd name="f73" fmla="*/ 351 f65 1"/>
                    <a:gd name="f74" fmla="*/ 134 f66 1"/>
                    <a:gd name="f75" fmla="*/ 627 f65 1"/>
                    <a:gd name="f76" fmla="*/ 165 f66 1"/>
                    <a:gd name="f77" fmla="*/ 718 f65 1"/>
                    <a:gd name="f78" fmla="*/ 266 f66 1"/>
                    <a:gd name="f79" fmla="*/ 434 f66 1"/>
                    <a:gd name="f80" fmla="*/ 419 f66 1"/>
                    <a:gd name="f81" fmla="*/ 760 f65 1"/>
                    <a:gd name="f82" fmla="*/ 284 f66 1"/>
                    <a:gd name="f83" fmla="*/ 179 f66 1"/>
                    <a:gd name="f84" fmla="*/ 212 f66 1"/>
                    <a:gd name="f85" fmla="*/ 860 f65 1"/>
                    <a:gd name="f86" fmla="*/ 216 f66 1"/>
                    <a:gd name="f87" fmla="*/ 488 f66 1"/>
                    <a:gd name="f88" fmla="*/ 491 f66 1"/>
                    <a:gd name="f89" fmla="*/ 570 f66 1"/>
                    <a:gd name="f90" fmla="*/ 625 f65 1"/>
                    <a:gd name="f91" fmla="*/ 702 f66 1"/>
                    <a:gd name="f92" fmla="*/ 587 f66 1"/>
                    <a:gd name="f93" fmla="*/ 438 f65 1"/>
                    <a:gd name="f94" fmla="*/ 485 f66 1"/>
                    <a:gd name="f95" fmla="*/ 563 f65 1"/>
                    <a:gd name="f96" fmla="*/ 454 f66 1"/>
                    <a:gd name="f97" fmla="*/ 658 f65 1"/>
                    <a:gd name="f98" fmla="*/ 250 f66 1"/>
                    <a:gd name="f99" fmla="*/ 219 f66 1"/>
                    <a:gd name="f100" fmla="*/ 565 f65 1"/>
                    <a:gd name="f101" fmla="*/ 115 f66 1"/>
                    <a:gd name="f102" fmla="*/ 439 f65 1"/>
                    <a:gd name="f103" fmla="*/ 99 f66 1"/>
                    <a:gd name="f104" fmla="*/ 99 f65 1"/>
                    <a:gd name="f105" fmla="*/ 603 f66 1"/>
                    <a:gd name="f106" fmla="+- f67 0 f1"/>
                    <a:gd name="f107" fmla="*/ f70 1 702"/>
                    <a:gd name="f108" fmla="*/ f71 1 860"/>
                    <a:gd name="f109" fmla="*/ f72 1 702"/>
                    <a:gd name="f110" fmla="*/ f73 1 860"/>
                    <a:gd name="f111" fmla="*/ f74 1 702"/>
                    <a:gd name="f112" fmla="*/ f75 1 860"/>
                    <a:gd name="f113" fmla="*/ f76 1 702"/>
                    <a:gd name="f114" fmla="*/ f77 1 860"/>
                    <a:gd name="f115" fmla="*/ f78 1 702"/>
                    <a:gd name="f116" fmla="*/ f79 1 702"/>
                    <a:gd name="f117" fmla="*/ f80 1 702"/>
                    <a:gd name="f118" fmla="*/ f81 1 860"/>
                    <a:gd name="f119" fmla="*/ f82 1 702"/>
                    <a:gd name="f120" fmla="*/ f83 1 702"/>
                    <a:gd name="f121" fmla="*/ f84 1 702"/>
                    <a:gd name="f122" fmla="*/ f85 1 860"/>
                    <a:gd name="f123" fmla="*/ f86 1 702"/>
                    <a:gd name="f124" fmla="*/ f87 1 702"/>
                    <a:gd name="f125" fmla="*/ f88 1 702"/>
                    <a:gd name="f126" fmla="*/ f89 1 702"/>
                    <a:gd name="f127" fmla="*/ f90 1 860"/>
                    <a:gd name="f128" fmla="*/ f91 1 702"/>
                    <a:gd name="f129" fmla="*/ f92 1 702"/>
                    <a:gd name="f130" fmla="*/ f93 1 860"/>
                    <a:gd name="f131" fmla="*/ f94 1 702"/>
                    <a:gd name="f132" fmla="*/ f95 1 860"/>
                    <a:gd name="f133" fmla="*/ f96 1 702"/>
                    <a:gd name="f134" fmla="*/ f97 1 860"/>
                    <a:gd name="f135" fmla="*/ f98 1 702"/>
                    <a:gd name="f136" fmla="*/ f99 1 702"/>
                    <a:gd name="f137" fmla="*/ f100 1 860"/>
                    <a:gd name="f138" fmla="*/ f101 1 702"/>
                    <a:gd name="f139" fmla="*/ f102 1 860"/>
                    <a:gd name="f140" fmla="*/ f103 1 702"/>
                    <a:gd name="f141" fmla="*/ f104 1 860"/>
                    <a:gd name="f142" fmla="*/ f105 1 702"/>
                    <a:gd name="f143" fmla="*/ 0 1 f68"/>
                    <a:gd name="f144" fmla="*/ f62 1 f68"/>
                    <a:gd name="f145" fmla="*/ 0 1 f69"/>
                    <a:gd name="f146" fmla="*/ f63 1 f69"/>
                    <a:gd name="f147" fmla="*/ f107 1 f68"/>
                    <a:gd name="f148" fmla="*/ f108 1 f69"/>
                    <a:gd name="f149" fmla="*/ f109 1 f68"/>
                    <a:gd name="f150" fmla="*/ f110 1 f69"/>
                    <a:gd name="f151" fmla="*/ f111 1 f68"/>
                    <a:gd name="f152" fmla="*/ f112 1 f69"/>
                    <a:gd name="f153" fmla="*/ f113 1 f68"/>
                    <a:gd name="f154" fmla="*/ f114 1 f69"/>
                    <a:gd name="f155" fmla="*/ f115 1 f68"/>
                    <a:gd name="f156" fmla="*/ f116 1 f68"/>
                    <a:gd name="f157" fmla="*/ f117 1 f68"/>
                    <a:gd name="f158" fmla="*/ f118 1 f69"/>
                    <a:gd name="f159" fmla="*/ f119 1 f68"/>
                    <a:gd name="f160" fmla="*/ f120 1 f68"/>
                    <a:gd name="f161" fmla="*/ f121 1 f68"/>
                    <a:gd name="f162" fmla="*/ f122 1 f69"/>
                    <a:gd name="f163" fmla="*/ f123 1 f68"/>
                    <a:gd name="f164" fmla="*/ f124 1 f68"/>
                    <a:gd name="f165" fmla="*/ f125 1 f68"/>
                    <a:gd name="f166" fmla="*/ f126 1 f68"/>
                    <a:gd name="f167" fmla="*/ f127 1 f69"/>
                    <a:gd name="f168" fmla="*/ f128 1 f68"/>
                    <a:gd name="f169" fmla="*/ f129 1 f68"/>
                    <a:gd name="f170" fmla="*/ f130 1 f69"/>
                    <a:gd name="f171" fmla="*/ f131 1 f68"/>
                    <a:gd name="f172" fmla="*/ f132 1 f69"/>
                    <a:gd name="f173" fmla="*/ f133 1 f68"/>
                    <a:gd name="f174" fmla="*/ f134 1 f69"/>
                    <a:gd name="f175" fmla="*/ f135 1 f68"/>
                    <a:gd name="f176" fmla="*/ f136 1 f68"/>
                    <a:gd name="f177" fmla="*/ f137 1 f69"/>
                    <a:gd name="f178" fmla="*/ f138 1 f68"/>
                    <a:gd name="f179" fmla="*/ f139 1 f69"/>
                    <a:gd name="f180" fmla="*/ f140 1 f68"/>
                    <a:gd name="f181" fmla="*/ f141 1 f69"/>
                    <a:gd name="f182" fmla="*/ f142 1 f68"/>
                    <a:gd name="f183" fmla="*/ f143 f59 1"/>
                    <a:gd name="f184" fmla="*/ f144 f59 1"/>
                    <a:gd name="f185" fmla="*/ f146 f60 1"/>
                    <a:gd name="f186" fmla="*/ f145 f60 1"/>
                    <a:gd name="f187" fmla="*/ f147 f59 1"/>
                    <a:gd name="f188" fmla="*/ f148 f60 1"/>
                    <a:gd name="f189" fmla="*/ f149 f59 1"/>
                    <a:gd name="f190" fmla="*/ f150 f60 1"/>
                    <a:gd name="f191" fmla="*/ f151 f59 1"/>
                    <a:gd name="f192" fmla="*/ f152 f60 1"/>
                    <a:gd name="f193" fmla="*/ f153 f59 1"/>
                    <a:gd name="f194" fmla="*/ f154 f60 1"/>
                    <a:gd name="f195" fmla="*/ f155 f59 1"/>
                    <a:gd name="f196" fmla="*/ f156 f59 1"/>
                    <a:gd name="f197" fmla="*/ f157 f59 1"/>
                    <a:gd name="f198" fmla="*/ f158 f60 1"/>
                    <a:gd name="f199" fmla="*/ f159 f59 1"/>
                    <a:gd name="f200" fmla="*/ f160 f59 1"/>
                    <a:gd name="f201" fmla="*/ f161 f59 1"/>
                    <a:gd name="f202" fmla="*/ f162 f60 1"/>
                    <a:gd name="f203" fmla="*/ f163 f59 1"/>
                    <a:gd name="f204" fmla="*/ f164 f59 1"/>
                    <a:gd name="f205" fmla="*/ f165 f59 1"/>
                    <a:gd name="f206" fmla="*/ f166 f59 1"/>
                    <a:gd name="f207" fmla="*/ f167 f60 1"/>
                    <a:gd name="f208" fmla="*/ f168 f59 1"/>
                    <a:gd name="f209" fmla="*/ f169 f59 1"/>
                    <a:gd name="f210" fmla="*/ f170 f60 1"/>
                    <a:gd name="f211" fmla="*/ f171 f59 1"/>
                    <a:gd name="f212" fmla="*/ f172 f60 1"/>
                    <a:gd name="f213" fmla="*/ f173 f59 1"/>
                    <a:gd name="f214" fmla="*/ f174 f60 1"/>
                    <a:gd name="f215" fmla="*/ f175 f59 1"/>
                    <a:gd name="f216" fmla="*/ f176 f59 1"/>
                    <a:gd name="f217" fmla="*/ f177 f60 1"/>
                    <a:gd name="f218" fmla="*/ f178 f59 1"/>
                    <a:gd name="f219" fmla="*/ f179 f60 1"/>
                    <a:gd name="f220" fmla="*/ f180 f59 1"/>
                    <a:gd name="f221" fmla="*/ f181 f60 1"/>
                    <a:gd name="f222" fmla="*/ f182 f59 1"/>
                  </a:gdLst>
                  <a:ahLst/>
                  <a:cxnLst>
                    <a:cxn ang="3cd4">
                      <a:pos x="hc" y="t"/>
                    </a:cxn>
                    <a:cxn ang="0">
                      <a:pos x="r" y="vc"/>
                    </a:cxn>
                    <a:cxn ang="cd4">
                      <a:pos x="hc" y="b"/>
                    </a:cxn>
                    <a:cxn ang="cd2">
                      <a:pos x="l" y="vc"/>
                    </a:cxn>
                    <a:cxn ang="f106">
                      <a:pos x="f187" y="f188"/>
                    </a:cxn>
                    <a:cxn ang="f106">
                      <a:pos x="f189" y="f190"/>
                    </a:cxn>
                    <a:cxn ang="f106">
                      <a:pos x="f191" y="f192"/>
                    </a:cxn>
                    <a:cxn ang="f106">
                      <a:pos x="f193" y="f194"/>
                    </a:cxn>
                    <a:cxn ang="f106">
                      <a:pos x="f195" y="f194"/>
                    </a:cxn>
                    <a:cxn ang="f106">
                      <a:pos x="f195" y="f194"/>
                    </a:cxn>
                    <a:cxn ang="f106">
                      <a:pos x="f196" y="f194"/>
                    </a:cxn>
                    <a:cxn ang="f106">
                      <a:pos x="f197" y="f198"/>
                    </a:cxn>
                    <a:cxn ang="f106">
                      <a:pos x="f199" y="f198"/>
                    </a:cxn>
                    <a:cxn ang="f106">
                      <a:pos x="f199" y="f198"/>
                    </a:cxn>
                    <a:cxn ang="f106">
                      <a:pos x="f200" y="f198"/>
                    </a:cxn>
                    <a:cxn ang="f106">
                      <a:pos x="f201" y="f202"/>
                    </a:cxn>
                    <a:cxn ang="f106">
                      <a:pos x="f201" y="f202"/>
                    </a:cxn>
                    <a:cxn ang="f106">
                      <a:pos x="f203" y="f202"/>
                    </a:cxn>
                    <a:cxn ang="f106">
                      <a:pos x="f204" y="f202"/>
                    </a:cxn>
                    <a:cxn ang="f106">
                      <a:pos x="f205" y="f202"/>
                    </a:cxn>
                    <a:cxn ang="f106">
                      <a:pos x="f206" y="f207"/>
                    </a:cxn>
                    <a:cxn ang="f106">
                      <a:pos x="f208" y="f190"/>
                    </a:cxn>
                    <a:cxn ang="f106">
                      <a:pos x="f187" y="f188"/>
                    </a:cxn>
                    <a:cxn ang="f106">
                      <a:pos x="f209" y="f210"/>
                    </a:cxn>
                    <a:cxn ang="f106">
                      <a:pos x="f211" y="f212"/>
                    </a:cxn>
                    <a:cxn ang="f106">
                      <a:pos x="f213" y="f214"/>
                    </a:cxn>
                    <a:cxn ang="f106">
                      <a:pos x="f215" y="f214"/>
                    </a:cxn>
                    <a:cxn ang="f106">
                      <a:pos x="f216" y="f217"/>
                    </a:cxn>
                    <a:cxn ang="f106">
                      <a:pos x="f218" y="f219"/>
                    </a:cxn>
                    <a:cxn ang="f106">
                      <a:pos x="f220" y="f190"/>
                    </a:cxn>
                    <a:cxn ang="f106">
                      <a:pos x="f187" y="f221"/>
                    </a:cxn>
                    <a:cxn ang="f106">
                      <a:pos x="f222" y="f190"/>
                    </a:cxn>
                    <a:cxn ang="f106">
                      <a:pos x="f209" y="f210"/>
                    </a:cxn>
                  </a:cxnLst>
                  <a:rect l="f183" t="f186" r="f184" b="f185"/>
                  <a:pathLst>
                    <a:path w="702" h="860">
                      <a:moveTo>
                        <a:pt x="f8" y="f5"/>
                      </a:moveTo>
                      <a:cubicBezTo>
                        <a:pt x="f9" y="f5"/>
                        <a:pt x="f5" y="f9"/>
                        <a:pt x="f5" y="f8"/>
                      </a:cubicBezTo>
                      <a:cubicBezTo>
                        <a:pt x="f5" y="f10"/>
                        <a:pt x="f11" y="f12"/>
                        <a:pt x="f13" y="f14"/>
                      </a:cubicBezTo>
                      <a:cubicBezTo>
                        <a:pt x="f15" y="f16"/>
                        <a:pt x="f15" y="f16"/>
                        <a:pt x="f15" y="f16"/>
                      </a:cubicBezTo>
                      <a:cubicBezTo>
                        <a:pt x="f17" y="f16"/>
                        <a:pt x="f17" y="f16"/>
                        <a:pt x="f17" y="f16"/>
                      </a:cubicBezTo>
                      <a:cubicBezTo>
                        <a:pt x="f17" y="f16"/>
                        <a:pt x="f17" y="f16"/>
                        <a:pt x="f17" y="f16"/>
                      </a:cubicBezTo>
                      <a:cubicBezTo>
                        <a:pt x="f18" y="f16"/>
                        <a:pt x="f18" y="f16"/>
                        <a:pt x="f18" y="f16"/>
                      </a:cubicBezTo>
                      <a:cubicBezTo>
                        <a:pt x="f19" y="f20"/>
                        <a:pt x="f19" y="f20"/>
                        <a:pt x="f19" y="f20"/>
                      </a:cubicBezTo>
                      <a:cubicBezTo>
                        <a:pt x="f21" y="f20"/>
                        <a:pt x="f21" y="f20"/>
                        <a:pt x="f21" y="f20"/>
                      </a:cubicBezTo>
                      <a:cubicBezTo>
                        <a:pt x="f21" y="f20"/>
                        <a:pt x="f21" y="f20"/>
                        <a:pt x="f21" y="f20"/>
                      </a:cubicBezTo>
                      <a:cubicBezTo>
                        <a:pt x="f22" y="f20"/>
                        <a:pt x="f22" y="f20"/>
                        <a:pt x="f22" y="f20"/>
                      </a:cubicBezTo>
                      <a:cubicBezTo>
                        <a:pt x="f23" y="f7"/>
                        <a:pt x="f23" y="f7"/>
                        <a:pt x="f23" y="f7"/>
                      </a:cubicBezTo>
                      <a:cubicBezTo>
                        <a:pt x="f23" y="f7"/>
                        <a:pt x="f23" y="f7"/>
                        <a:pt x="f23" y="f7"/>
                      </a:cubicBezTo>
                      <a:cubicBezTo>
                        <a:pt x="f24" y="f7"/>
                        <a:pt x="f24" y="f7"/>
                        <a:pt x="f24" y="f7"/>
                      </a:cubicBezTo>
                      <a:cubicBezTo>
                        <a:pt x="f25" y="f7"/>
                        <a:pt x="f25" y="f7"/>
                        <a:pt x="f25" y="f7"/>
                      </a:cubicBezTo>
                      <a:cubicBezTo>
                        <a:pt x="f26" y="f7"/>
                        <a:pt x="f26" y="f7"/>
                        <a:pt x="f26" y="f7"/>
                      </a:cubicBezTo>
                      <a:cubicBezTo>
                        <a:pt x="f27" y="f28"/>
                        <a:pt x="f27" y="f28"/>
                        <a:pt x="f27" y="f28"/>
                      </a:cubicBezTo>
                      <a:cubicBezTo>
                        <a:pt x="f29" y="f30"/>
                        <a:pt x="f6" y="f31"/>
                        <a:pt x="f6" y="f8"/>
                      </a:cubicBezTo>
                      <a:cubicBezTo>
                        <a:pt x="f6" y="f9"/>
                        <a:pt x="f32" y="f5"/>
                        <a:pt x="f8" y="f5"/>
                      </a:cubicBezTo>
                      <a:close/>
                      <a:moveTo>
                        <a:pt x="f33" y="f34"/>
                      </a:moveTo>
                      <a:cubicBezTo>
                        <a:pt x="f35" y="f36"/>
                        <a:pt x="f37" y="f38"/>
                        <a:pt x="f39" y="f40"/>
                      </a:cubicBezTo>
                      <a:cubicBezTo>
                        <a:pt x="f41" y="f42"/>
                        <a:pt x="f41" y="f42"/>
                        <a:pt x="f41" y="f42"/>
                      </a:cubicBezTo>
                      <a:cubicBezTo>
                        <a:pt x="f43" y="f42"/>
                        <a:pt x="f43" y="f42"/>
                        <a:pt x="f43" y="f42"/>
                      </a:cubicBezTo>
                      <a:cubicBezTo>
                        <a:pt x="f44" y="f45"/>
                        <a:pt x="f44" y="f45"/>
                        <a:pt x="f44" y="f45"/>
                      </a:cubicBezTo>
                      <a:cubicBezTo>
                        <a:pt x="f46" y="f47"/>
                        <a:pt x="f48" y="f26"/>
                        <a:pt x="f49" y="f50"/>
                      </a:cubicBezTo>
                      <a:cubicBezTo>
                        <a:pt x="f51" y="f52"/>
                        <a:pt x="f53" y="f54"/>
                        <a:pt x="f53" y="f8"/>
                      </a:cubicBezTo>
                      <a:cubicBezTo>
                        <a:pt x="f53" y="f23"/>
                        <a:pt x="f23" y="f53"/>
                        <a:pt x="f8" y="f53"/>
                      </a:cubicBezTo>
                      <a:cubicBezTo>
                        <a:pt x="f36" y="f53"/>
                        <a:pt x="f55" y="f23"/>
                        <a:pt x="f55" y="f8"/>
                      </a:cubicBezTo>
                      <a:cubicBezTo>
                        <a:pt x="f55" y="f56"/>
                        <a:pt x="f57" y="f52"/>
                        <a:pt x="f33" y="f34"/>
                      </a:cubicBezTo>
                      <a:close/>
                    </a:path>
                  </a:pathLst>
                </a:custGeom>
                <a:gradFill>
                  <a:gsLst>
                    <a:gs pos="0">
                      <a:srgbClr val="9D9FA1"/>
                    </a:gs>
                    <a:gs pos="100000">
                      <a:srgbClr val="211F26"/>
                    </a:gs>
                  </a:gsLst>
                  <a:lin ang="2700000"/>
                </a:gradFill>
                <a:ln>
                  <a:noFill/>
                  <a:prstDash val="solid"/>
                </a:ln>
              </p:spPr>
              <p:txBody>
                <a:bodyPr vert="horz" wrap="square" lIns="91440" tIns="45720" rIns="91440" bIns="45720" anchor="t"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300" b="0" i="0" u="none" strike="noStrike" kern="0" cap="none" spc="0" baseline="0">
                    <a:solidFill>
                      <a:srgbClr val="211F26"/>
                    </a:solidFill>
                    <a:uFillTx/>
                    <a:latin typeface="Arial"/>
                  </a:endParaRPr>
                </a:p>
              </p:txBody>
            </p:sp>
          </p:grpSp>
          <p:sp>
            <p:nvSpPr>
              <p:cNvPr id="74" name="Tekstvak 35">
                <a:extLst>
                  <a:ext uri="{FF2B5EF4-FFF2-40B4-BE49-F238E27FC236}">
                    <a16:creationId xmlns:a16="http://schemas.microsoft.com/office/drawing/2014/main" id="{AD78363A-093B-CEF4-8EA3-C9488D6A93FE}"/>
                  </a:ext>
                </a:extLst>
              </p:cNvPr>
              <p:cNvSpPr txBox="1"/>
              <p:nvPr/>
            </p:nvSpPr>
            <p:spPr>
              <a:xfrm>
                <a:off x="15225601" y="4917487"/>
                <a:ext cx="627799" cy="322234"/>
              </a:xfrm>
              <a:prstGeom prst="rect">
                <a:avLst/>
              </a:prstGeom>
              <a:noFill/>
              <a:ln>
                <a:noFill/>
              </a:ln>
            </p:spPr>
            <p:txBody>
              <a:bodyPr vert="horz" wrap="square" lIns="0" tIns="0" rIns="0" bIns="0"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000" b="0" i="0" u="none" strike="noStrike" kern="0" cap="none" spc="0" baseline="0">
                    <a:solidFill>
                      <a:srgbClr val="211F26"/>
                    </a:solidFill>
                    <a:uFillTx/>
                    <a:latin typeface="Calibri" pitchFamily="34"/>
                    <a:cs typeface="Calibri" pitchFamily="34"/>
                  </a:rPr>
                  <a:t>Inspiration</a:t>
                </a:r>
              </a:p>
            </p:txBody>
          </p:sp>
        </p:grpSp>
      </p:grpSp>
      <p:grpSp>
        <p:nvGrpSpPr>
          <p:cNvPr id="75" name="INSTRUCTION">
            <a:extLst>
              <a:ext uri="{FF2B5EF4-FFF2-40B4-BE49-F238E27FC236}">
                <a16:creationId xmlns:a16="http://schemas.microsoft.com/office/drawing/2014/main" id="{F215285F-76E2-7614-9A98-200D13A4D216}"/>
              </a:ext>
            </a:extLst>
          </p:cNvPr>
          <p:cNvGrpSpPr/>
          <p:nvPr/>
        </p:nvGrpSpPr>
        <p:grpSpPr>
          <a:xfrm>
            <a:off x="-3786164" y="0"/>
            <a:ext cx="3693380" cy="6640345"/>
            <a:chOff x="-3786164" y="0"/>
            <a:chExt cx="3693380" cy="6640345"/>
          </a:xfrm>
        </p:grpSpPr>
        <p:sp>
          <p:nvSpPr>
            <p:cNvPr id="76" name="Rechthoek 82">
              <a:extLst>
                <a:ext uri="{FF2B5EF4-FFF2-40B4-BE49-F238E27FC236}">
                  <a16:creationId xmlns:a16="http://schemas.microsoft.com/office/drawing/2014/main" id="{77C4D8F2-2716-9855-3B2C-8E3212D80BA8}"/>
                </a:ext>
              </a:extLst>
            </p:cNvPr>
            <p:cNvSpPr/>
            <p:nvPr/>
          </p:nvSpPr>
          <p:spPr>
            <a:xfrm>
              <a:off x="-3786164" y="0"/>
              <a:ext cx="3593089" cy="5991724"/>
            </a:xfrm>
            <a:prstGeom prst="rect">
              <a:avLst/>
            </a:prstGeom>
            <a:solidFill>
              <a:srgbClr val="FFFFFF"/>
            </a:solidFill>
            <a:ln w="6345" cap="flat">
              <a:solidFill>
                <a:srgbClr val="ECECEC"/>
              </a:solidFill>
              <a:prstDash val="solid"/>
              <a:miter/>
            </a:ln>
          </p:spPr>
          <p:txBody>
            <a:bodyPr vert="horz" wrap="square" lIns="179999" tIns="143999" rIns="179999" bIns="143999"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400" b="1" i="0" u="none" strike="noStrike" kern="1200" cap="all" spc="0" baseline="0">
                  <a:solidFill>
                    <a:srgbClr val="00A6D6"/>
                  </a:solidFill>
                  <a:uFillTx/>
                  <a:latin typeface="Calibri" pitchFamily="34"/>
                  <a:cs typeface="Calibri" pitchFamily="34"/>
                </a:rPr>
                <a:t>Insert/edit an image</a:t>
              </a:r>
            </a:p>
          </p:txBody>
        </p:sp>
        <p:sp>
          <p:nvSpPr>
            <p:cNvPr id="77" name="Ovaal 83">
              <a:extLst>
                <a:ext uri="{FF2B5EF4-FFF2-40B4-BE49-F238E27FC236}">
                  <a16:creationId xmlns:a16="http://schemas.microsoft.com/office/drawing/2014/main" id="{5B3A8AE2-1507-54A8-F7A0-9F7F9B8B6E2D}"/>
                </a:ext>
              </a:extLst>
            </p:cNvPr>
            <p:cNvSpPr/>
            <p:nvPr/>
          </p:nvSpPr>
          <p:spPr>
            <a:xfrm>
              <a:off x="-3603586" y="465319"/>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1</a:t>
              </a:r>
            </a:p>
          </p:txBody>
        </p:sp>
        <p:sp>
          <p:nvSpPr>
            <p:cNvPr id="78" name="Rechthoek 84">
              <a:extLst>
                <a:ext uri="{FF2B5EF4-FFF2-40B4-BE49-F238E27FC236}">
                  <a16:creationId xmlns:a16="http://schemas.microsoft.com/office/drawing/2014/main" id="{5240A537-05D3-D4FE-9B03-6DC02E102768}"/>
                </a:ext>
              </a:extLst>
            </p:cNvPr>
            <p:cNvSpPr/>
            <p:nvPr/>
          </p:nvSpPr>
          <p:spPr>
            <a:xfrm>
              <a:off x="-3319418" y="465319"/>
              <a:ext cx="2962701" cy="668152"/>
            </a:xfrm>
            <a:prstGeom prst="rect">
              <a:avLst/>
            </a:prstGeom>
            <a:noFill/>
            <a:ln>
              <a:noFill/>
              <a:prstDash val="solid"/>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0" i="0" u="none" strike="noStrike" kern="0" cap="none" spc="0" baseline="0">
                  <a:solidFill>
                    <a:srgbClr val="000000"/>
                  </a:solidFill>
                  <a:uFillTx/>
                  <a:latin typeface="Calibri" pitchFamily="34"/>
                  <a:cs typeface="Calibri" pitchFamily="34"/>
                </a:rPr>
                <a:t>If necessary, delete the existing image</a:t>
              </a:r>
              <a:br>
                <a:rPr lang="en-GB" sz="1200" b="0" i="0" u="none" strike="noStrike" kern="0" cap="none" spc="0" baseline="0">
                  <a:solidFill>
                    <a:srgbClr val="000000"/>
                  </a:solidFill>
                  <a:uFillTx/>
                  <a:latin typeface="Calibri" pitchFamily="34"/>
                  <a:cs typeface="Calibri" pitchFamily="34"/>
                </a:rPr>
              </a:br>
              <a:r>
                <a:rPr lang="en-GB" sz="1200" b="0" i="0" u="none" strike="noStrike" kern="0" cap="none" spc="0" baseline="0">
                  <a:solidFill>
                    <a:srgbClr val="000000"/>
                  </a:solidFill>
                  <a:uFillTx/>
                  <a:latin typeface="Calibri" pitchFamily="34"/>
                  <a:cs typeface="Calibri" pitchFamily="34"/>
                </a:rPr>
                <a:t>by using the </a:t>
              </a:r>
              <a:r>
                <a:rPr lang="en-GB" sz="1200" b="1" i="0" u="none" strike="noStrike" kern="0" cap="none" spc="0" baseline="0">
                  <a:solidFill>
                    <a:srgbClr val="000000"/>
                  </a:solidFill>
                  <a:uFillTx/>
                  <a:latin typeface="Calibri" pitchFamily="34"/>
                  <a:cs typeface="Calibri" pitchFamily="34"/>
                </a:rPr>
                <a:t>‘Backspace key’</a:t>
              </a:r>
              <a:r>
                <a:rPr lang="en-GB" sz="1200" b="0" i="0" u="none" strike="noStrike" kern="0" cap="none" spc="0" baseline="0">
                  <a:solidFill>
                    <a:srgbClr val="000000"/>
                  </a:solidFill>
                  <a:uFillTx/>
                  <a:latin typeface="Calibri" pitchFamily="34"/>
                  <a:cs typeface="Calibri" pitchFamily="34"/>
                </a:rPr>
                <a:t>. Select the placeholder, go to the tab </a:t>
              </a:r>
              <a:r>
                <a:rPr lang="en-GB" sz="1200" b="1" i="0" u="none" strike="noStrike" kern="0" cap="none" spc="0" baseline="0">
                  <a:solidFill>
                    <a:srgbClr val="000000"/>
                  </a:solidFill>
                  <a:uFillTx/>
                  <a:latin typeface="Calibri" pitchFamily="34"/>
                  <a:cs typeface="Calibri" pitchFamily="34"/>
                </a:rPr>
                <a:t>‘Slidebuilder’</a:t>
              </a:r>
              <a:r>
                <a:rPr lang="en-GB" sz="1200" b="0" i="0" u="none" strike="noStrike" kern="0" cap="none" spc="0" baseline="0">
                  <a:solidFill>
                    <a:srgbClr val="000000"/>
                  </a:solidFill>
                  <a:uFillTx/>
                  <a:latin typeface="Calibri" pitchFamily="34"/>
                  <a:cs typeface="Calibri" pitchFamily="34"/>
                </a:rPr>
                <a:t> and click on the button </a:t>
              </a:r>
              <a:r>
                <a:rPr lang="en-GB" sz="1200" b="1" i="0" u="none" strike="noStrike" kern="0" cap="none" spc="0" baseline="0">
                  <a:solidFill>
                    <a:srgbClr val="000000"/>
                  </a:solidFill>
                  <a:uFillTx/>
                  <a:latin typeface="Calibri" pitchFamily="34"/>
                  <a:cs typeface="Calibri" pitchFamily="34"/>
                </a:rPr>
                <a:t>‘Images’</a:t>
              </a:r>
              <a:r>
                <a:rPr lang="en-GB" sz="1200" b="0" i="0" u="none" strike="noStrike" kern="0" cap="none" spc="0" baseline="0">
                  <a:solidFill>
                    <a:srgbClr val="000000"/>
                  </a:solidFill>
                  <a:uFillTx/>
                  <a:latin typeface="Calibri" pitchFamily="34"/>
                  <a:cs typeface="Calibri" pitchFamily="34"/>
                </a:rPr>
                <a:t>.</a:t>
              </a:r>
            </a:p>
          </p:txBody>
        </p:sp>
        <p:sp>
          <p:nvSpPr>
            <p:cNvPr id="79" name="Ovaal 85">
              <a:extLst>
                <a:ext uri="{FF2B5EF4-FFF2-40B4-BE49-F238E27FC236}">
                  <a16:creationId xmlns:a16="http://schemas.microsoft.com/office/drawing/2014/main" id="{9C7EF58E-6F42-7C84-BCEB-A45319E97D83}"/>
                </a:ext>
              </a:extLst>
            </p:cNvPr>
            <p:cNvSpPr/>
            <p:nvPr/>
          </p:nvSpPr>
          <p:spPr>
            <a:xfrm>
              <a:off x="-3603586" y="2633938"/>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3</a:t>
              </a:r>
            </a:p>
          </p:txBody>
        </p:sp>
        <p:sp>
          <p:nvSpPr>
            <p:cNvPr id="80" name="Rechthoek 86">
              <a:extLst>
                <a:ext uri="{FF2B5EF4-FFF2-40B4-BE49-F238E27FC236}">
                  <a16:creationId xmlns:a16="http://schemas.microsoft.com/office/drawing/2014/main" id="{63313240-6ECA-3010-BCBC-7F9C6D59B5C4}"/>
                </a:ext>
              </a:extLst>
            </p:cNvPr>
            <p:cNvSpPr/>
            <p:nvPr/>
          </p:nvSpPr>
          <p:spPr>
            <a:xfrm>
              <a:off x="-3319418" y="2633938"/>
              <a:ext cx="3126342" cy="462796"/>
            </a:xfrm>
            <a:prstGeom prst="rect">
              <a:avLst/>
            </a:prstGeom>
            <a:noFill/>
            <a:ln>
              <a:noFill/>
              <a:prstDash val="solid"/>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0" i="0" u="none" strike="noStrike" kern="0" cap="none" spc="0" baseline="0">
                  <a:solidFill>
                    <a:srgbClr val="000000"/>
                  </a:solidFill>
                  <a:uFillTx/>
                  <a:latin typeface="Calibri" pitchFamily="34"/>
                  <a:cs typeface="Calibri" pitchFamily="34"/>
                </a:rPr>
                <a:t>Click with the right mouse button on the thumbnail display of the slide on the left side </a:t>
              </a:r>
              <a:br>
                <a:rPr lang="en-GB" sz="1200" b="0" i="0" u="none" strike="noStrike" kern="0" cap="none" spc="0" baseline="0">
                  <a:solidFill>
                    <a:srgbClr val="000000"/>
                  </a:solidFill>
                  <a:uFillTx/>
                  <a:latin typeface="Calibri" pitchFamily="34"/>
                  <a:cs typeface="Calibri" pitchFamily="34"/>
                </a:rPr>
              </a:br>
              <a:r>
                <a:rPr lang="en-GB" sz="1200" b="0" i="0" u="none" strike="noStrike" kern="0" cap="none" spc="0" baseline="0">
                  <a:solidFill>
                    <a:srgbClr val="000000"/>
                  </a:solidFill>
                  <a:uFillTx/>
                  <a:latin typeface="Calibri" pitchFamily="34"/>
                  <a:cs typeface="Calibri" pitchFamily="34"/>
                </a:rPr>
                <a:t>of the screen and choose </a:t>
              </a:r>
              <a:r>
                <a:rPr lang="en-GB" sz="1200" b="1" i="0" u="none" strike="noStrike" kern="0" cap="none" spc="0" baseline="0">
                  <a:solidFill>
                    <a:srgbClr val="000000"/>
                  </a:solidFill>
                  <a:uFillTx/>
                  <a:latin typeface="Calibri" pitchFamily="34"/>
                  <a:cs typeface="Calibri" pitchFamily="34"/>
                </a:rPr>
                <a:t>‘Reset slide’</a:t>
              </a:r>
              <a:r>
                <a:rPr lang="en-GB" sz="1200" b="0" i="0" u="none" strike="noStrike" kern="0" cap="none" spc="0" baseline="0">
                  <a:solidFill>
                    <a:srgbClr val="000000"/>
                  </a:solidFill>
                  <a:uFillTx/>
                  <a:latin typeface="Calibri" pitchFamily="34"/>
                  <a:cs typeface="Calibri" pitchFamily="34"/>
                </a:rPr>
                <a:t>.</a:t>
              </a:r>
            </a:p>
          </p:txBody>
        </p:sp>
        <p:sp>
          <p:nvSpPr>
            <p:cNvPr id="81" name="Ovaal 87">
              <a:extLst>
                <a:ext uri="{FF2B5EF4-FFF2-40B4-BE49-F238E27FC236}">
                  <a16:creationId xmlns:a16="http://schemas.microsoft.com/office/drawing/2014/main" id="{1F622F12-82E9-1E80-8011-3A6FF6F58279}"/>
                </a:ext>
              </a:extLst>
            </p:cNvPr>
            <p:cNvSpPr/>
            <p:nvPr/>
          </p:nvSpPr>
          <p:spPr>
            <a:xfrm>
              <a:off x="-3603586" y="4226365"/>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4</a:t>
              </a:r>
            </a:p>
          </p:txBody>
        </p:sp>
        <p:sp>
          <p:nvSpPr>
            <p:cNvPr id="82" name="Rechthoek 88">
              <a:extLst>
                <a:ext uri="{FF2B5EF4-FFF2-40B4-BE49-F238E27FC236}">
                  <a16:creationId xmlns:a16="http://schemas.microsoft.com/office/drawing/2014/main" id="{B0B4D739-B5F9-6069-3DC2-6E949045EE44}"/>
                </a:ext>
              </a:extLst>
            </p:cNvPr>
            <p:cNvSpPr/>
            <p:nvPr/>
          </p:nvSpPr>
          <p:spPr>
            <a:xfrm>
              <a:off x="-3319418" y="4226365"/>
              <a:ext cx="2944678" cy="820957"/>
            </a:xfrm>
            <a:prstGeom prst="rect">
              <a:avLst/>
            </a:prstGeom>
            <a:noFill/>
            <a:ln>
              <a:noFill/>
              <a:prstDash val="solid"/>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0" i="0" u="none" strike="noStrike" kern="0" cap="none" spc="0" baseline="0">
                  <a:solidFill>
                    <a:srgbClr val="000000"/>
                  </a:solidFill>
                  <a:uFillTx/>
                  <a:latin typeface="Calibri" pitchFamily="34"/>
                  <a:cs typeface="Calibri" pitchFamily="34"/>
                </a:rPr>
                <a:t>To scale or drag the image, go to the tab </a:t>
              </a:r>
              <a:r>
                <a:rPr lang="en-GB" sz="1200" b="1" i="0" u="none" strike="noStrike" kern="0" cap="none" spc="0" baseline="0">
                  <a:solidFill>
                    <a:srgbClr val="000000"/>
                  </a:solidFill>
                  <a:uFillTx/>
                  <a:latin typeface="Calibri" pitchFamily="34"/>
                  <a:cs typeface="Calibri" pitchFamily="34"/>
                </a:rPr>
                <a:t>‘Picture Tools - Format’</a:t>
              </a:r>
              <a:r>
                <a:rPr lang="en-GB" sz="1200" b="0" i="0" u="none" strike="noStrike" kern="0" cap="none" spc="0" baseline="0">
                  <a:solidFill>
                    <a:srgbClr val="000000"/>
                  </a:solidFill>
                  <a:uFillTx/>
                  <a:latin typeface="Calibri" pitchFamily="34"/>
                  <a:cs typeface="Calibri" pitchFamily="34"/>
                </a:rPr>
                <a:t> and click on</a:t>
              </a:r>
              <a:br>
                <a:rPr lang="en-GB" sz="1200" b="0" i="0" u="none" strike="noStrike" kern="0" cap="none" spc="0" baseline="0">
                  <a:solidFill>
                    <a:srgbClr val="000000"/>
                  </a:solidFill>
                  <a:uFillTx/>
                  <a:latin typeface="Calibri" pitchFamily="34"/>
                  <a:cs typeface="Calibri" pitchFamily="34"/>
                </a:rPr>
              </a:br>
              <a:r>
                <a:rPr lang="en-GB" sz="1200" b="0" i="0" u="none" strike="noStrike" kern="0" cap="none" spc="0" baseline="0">
                  <a:solidFill>
                    <a:srgbClr val="000000"/>
                  </a:solidFill>
                  <a:uFillTx/>
                  <a:latin typeface="Calibri" pitchFamily="34"/>
                  <a:cs typeface="Calibri" pitchFamily="34"/>
                </a:rPr>
                <a:t>the button </a:t>
              </a:r>
              <a:r>
                <a:rPr lang="en-GB" sz="1200" b="1" i="0" u="none" strike="noStrike" kern="0" cap="none" spc="0" baseline="0">
                  <a:solidFill>
                    <a:srgbClr val="000000"/>
                  </a:solidFill>
                  <a:uFillTx/>
                  <a:latin typeface="Calibri" pitchFamily="34"/>
                  <a:cs typeface="Calibri" pitchFamily="34"/>
                </a:rPr>
                <a:t>‘Crop’</a:t>
              </a:r>
              <a:r>
                <a:rPr lang="en-GB" sz="1200" b="0" i="0" u="none" strike="noStrike" kern="0" cap="none" spc="0" baseline="0">
                  <a:solidFill>
                    <a:srgbClr val="000000"/>
                  </a:solidFill>
                  <a:uFillTx/>
                  <a:latin typeface="Calibri" pitchFamily="34"/>
                  <a:cs typeface="Calibri" pitchFamily="34"/>
                </a:rPr>
                <a:t>. Scale the image itself with</a:t>
              </a:r>
              <a:br>
                <a:rPr lang="en-GB" sz="1200" b="0" i="0" u="none" strike="noStrike" kern="0" cap="none" spc="0" baseline="0">
                  <a:solidFill>
                    <a:srgbClr val="000000"/>
                  </a:solidFill>
                  <a:uFillTx/>
                  <a:latin typeface="Calibri" pitchFamily="34"/>
                  <a:cs typeface="Calibri" pitchFamily="34"/>
                </a:rPr>
              </a:br>
              <a:r>
                <a:rPr lang="en-GB" sz="1200" b="0" i="0" u="none" strike="noStrike" kern="0" cap="none" spc="0" baseline="0">
                  <a:solidFill>
                    <a:srgbClr val="000000"/>
                  </a:solidFill>
                  <a:uFillTx/>
                  <a:latin typeface="Calibri" pitchFamily="34"/>
                  <a:cs typeface="Calibri" pitchFamily="34"/>
                </a:rPr>
                <a:t>the spheres and scale the image frame with the brackets.</a:t>
              </a:r>
            </a:p>
          </p:txBody>
        </p:sp>
        <p:sp>
          <p:nvSpPr>
            <p:cNvPr id="83" name="Rechthoek 89">
              <a:extLst>
                <a:ext uri="{FF2B5EF4-FFF2-40B4-BE49-F238E27FC236}">
                  <a16:creationId xmlns:a16="http://schemas.microsoft.com/office/drawing/2014/main" id="{A48A67BB-1CF0-629B-EBCA-934CFCAFA6F2}"/>
                </a:ext>
              </a:extLst>
            </p:cNvPr>
            <p:cNvSpPr/>
            <p:nvPr/>
          </p:nvSpPr>
          <p:spPr>
            <a:xfrm>
              <a:off x="-3316839" y="3200262"/>
              <a:ext cx="1239213" cy="719916"/>
            </a:xfrm>
            <a:prstGeom prst="rect">
              <a:avLst/>
            </a:prstGeom>
            <a:blipFill>
              <a:blip r:embed="rId4">
                <a:alphaModFix/>
              </a:blip>
              <a:tile/>
            </a:blipFill>
            <a:ln w="12701" cap="flat">
              <a:solidFill>
                <a:srgbClr val="D3D3D3"/>
              </a:solidFill>
              <a:prstDash val="solid"/>
              <a:miter/>
            </a:ln>
          </p:spPr>
          <p:txBody>
            <a:bodyPr vert="horz" wrap="square" lIns="71999"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0" i="1" u="none" strike="noStrike" kern="1200" cap="none" spc="0" baseline="0">
                <a:solidFill>
                  <a:srgbClr val="211F26"/>
                </a:solidFill>
                <a:uFillTx/>
                <a:latin typeface="Calibri" pitchFamily="34"/>
                <a:cs typeface="Calibri" pitchFamily="34"/>
              </a:endParaRPr>
            </a:p>
          </p:txBody>
        </p:sp>
        <p:grpSp>
          <p:nvGrpSpPr>
            <p:cNvPr id="84" name="Groep 90">
              <a:extLst>
                <a:ext uri="{FF2B5EF4-FFF2-40B4-BE49-F238E27FC236}">
                  <a16:creationId xmlns:a16="http://schemas.microsoft.com/office/drawing/2014/main" id="{D80EB995-3A7F-ECD1-F8D5-4C8049E6B079}"/>
                </a:ext>
              </a:extLst>
            </p:cNvPr>
            <p:cNvGrpSpPr/>
            <p:nvPr/>
          </p:nvGrpSpPr>
          <p:grpSpPr>
            <a:xfrm>
              <a:off x="-2485814" y="3479785"/>
              <a:ext cx="1222991" cy="563928"/>
              <a:chOff x="-2485814" y="3479785"/>
              <a:chExt cx="1222991" cy="563928"/>
            </a:xfrm>
          </p:grpSpPr>
          <p:sp>
            <p:nvSpPr>
              <p:cNvPr id="85" name="Rechthoek 129">
                <a:extLst>
                  <a:ext uri="{FF2B5EF4-FFF2-40B4-BE49-F238E27FC236}">
                    <a16:creationId xmlns:a16="http://schemas.microsoft.com/office/drawing/2014/main" id="{349EA8E2-CAC0-939A-F9F9-70DE4A57012B}"/>
                  </a:ext>
                </a:extLst>
              </p:cNvPr>
              <p:cNvSpPr/>
              <p:nvPr/>
            </p:nvSpPr>
            <p:spPr>
              <a:xfrm>
                <a:off x="-2485814" y="3479785"/>
                <a:ext cx="1176476" cy="504849"/>
              </a:xfrm>
              <a:prstGeom prst="rect">
                <a:avLst/>
              </a:prstGeom>
              <a:solidFill>
                <a:srgbClr val="FFFFFF"/>
              </a:solidFill>
              <a:ln w="12701" cap="flat">
                <a:solidFill>
                  <a:srgbClr val="D1D1D1"/>
                </a:solidFill>
                <a:prstDash val="solid"/>
                <a:miter/>
              </a:ln>
            </p:spPr>
            <p:txBody>
              <a:bodyPr vert="horz" wrap="square" lIns="107999"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800" b="0" i="0" u="none" strike="noStrike" kern="1200" cap="none" spc="0" baseline="0">
                  <a:solidFill>
                    <a:srgbClr val="211F26"/>
                  </a:solidFill>
                  <a:uFillTx/>
                  <a:latin typeface="Calibri" pitchFamily="34"/>
                  <a:cs typeface="Calibri" pitchFamily="34"/>
                </a:endParaRPr>
              </a:p>
            </p:txBody>
          </p:sp>
          <p:sp>
            <p:nvSpPr>
              <p:cNvPr id="86" name="Rechthoek 130">
                <a:extLst>
                  <a:ext uri="{FF2B5EF4-FFF2-40B4-BE49-F238E27FC236}">
                    <a16:creationId xmlns:a16="http://schemas.microsoft.com/office/drawing/2014/main" id="{FFDE5C64-0D97-017C-8F64-BDAB262022D9}"/>
                  </a:ext>
                </a:extLst>
              </p:cNvPr>
              <p:cNvSpPr/>
              <p:nvPr/>
            </p:nvSpPr>
            <p:spPr>
              <a:xfrm>
                <a:off x="-2479587" y="3733412"/>
                <a:ext cx="1164003" cy="246705"/>
              </a:xfrm>
              <a:prstGeom prst="rect">
                <a:avLst/>
              </a:prstGeom>
              <a:solidFill>
                <a:srgbClr val="FCE4DC"/>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nvGrpSpPr>
              <p:cNvPr id="87" name="Groep 131">
                <a:extLst>
                  <a:ext uri="{FF2B5EF4-FFF2-40B4-BE49-F238E27FC236}">
                    <a16:creationId xmlns:a16="http://schemas.microsoft.com/office/drawing/2014/main" id="{A6BF3852-E160-98F6-D663-278DC3FC748C}"/>
                  </a:ext>
                </a:extLst>
              </p:cNvPr>
              <p:cNvGrpSpPr/>
              <p:nvPr/>
            </p:nvGrpSpPr>
            <p:grpSpPr>
              <a:xfrm>
                <a:off x="-2403866" y="3541123"/>
                <a:ext cx="155950" cy="131920"/>
                <a:chOff x="-2403866" y="3541123"/>
                <a:chExt cx="155950" cy="131920"/>
              </a:xfrm>
            </p:grpSpPr>
            <p:sp>
              <p:nvSpPr>
                <p:cNvPr id="88" name="Rechthoek: afgeronde hoeken 144">
                  <a:extLst>
                    <a:ext uri="{FF2B5EF4-FFF2-40B4-BE49-F238E27FC236}">
                      <a16:creationId xmlns:a16="http://schemas.microsoft.com/office/drawing/2014/main" id="{A2B5D21B-82D4-912D-845F-AA479549FE2E}"/>
                    </a:ext>
                  </a:extLst>
                </p:cNvPr>
                <p:cNvSpPr/>
                <p:nvPr/>
              </p:nvSpPr>
              <p:spPr>
                <a:xfrm>
                  <a:off x="-2403866" y="3541123"/>
                  <a:ext cx="155950" cy="131920"/>
                </a:xfrm>
                <a:custGeom>
                  <a:avLst>
                    <a:gd name="f0" fmla="val 629"/>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FFFF"/>
                </a:solidFill>
                <a:ln w="12701" cap="flat">
                  <a:solidFill>
                    <a:srgbClr val="818181"/>
                  </a:solidFill>
                  <a:prstDash val="solid"/>
                  <a:miter/>
                </a:ln>
              </p:spPr>
              <p:txBody>
                <a:bodyPr vert="horz" wrap="square" lIns="107999"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800" b="0" i="0" u="none" strike="noStrike" kern="1200" cap="none" spc="0" baseline="0">
                    <a:solidFill>
                      <a:srgbClr val="211F26"/>
                    </a:solidFill>
                    <a:uFillTx/>
                    <a:latin typeface="Calibri" pitchFamily="34"/>
                    <a:cs typeface="Calibri" pitchFamily="34"/>
                  </a:endParaRPr>
                </a:p>
              </p:txBody>
            </p:sp>
            <p:sp>
              <p:nvSpPr>
                <p:cNvPr id="89" name="Rechthoek 145">
                  <a:extLst>
                    <a:ext uri="{FF2B5EF4-FFF2-40B4-BE49-F238E27FC236}">
                      <a16:creationId xmlns:a16="http://schemas.microsoft.com/office/drawing/2014/main" id="{D5463198-B5F4-D9D7-C476-25770617EBDC}"/>
                    </a:ext>
                  </a:extLst>
                </p:cNvPr>
                <p:cNvSpPr/>
                <p:nvPr/>
              </p:nvSpPr>
              <p:spPr>
                <a:xfrm>
                  <a:off x="-2382167" y="3559228"/>
                  <a:ext cx="117582" cy="16011"/>
                </a:xfrm>
                <a:prstGeom prst="rect">
                  <a:avLst/>
                </a:prstGeom>
                <a:solidFill>
                  <a:srgbClr val="D1D1D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90" name="Rechthoek 146">
                  <a:extLst>
                    <a:ext uri="{FF2B5EF4-FFF2-40B4-BE49-F238E27FC236}">
                      <a16:creationId xmlns:a16="http://schemas.microsoft.com/office/drawing/2014/main" id="{7EF17BF7-6DEA-7F22-B07A-317EEC08130F}"/>
                    </a:ext>
                  </a:extLst>
                </p:cNvPr>
                <p:cNvSpPr/>
                <p:nvPr/>
              </p:nvSpPr>
              <p:spPr>
                <a:xfrm>
                  <a:off x="-2382158" y="3586349"/>
                  <a:ext cx="45756" cy="69997"/>
                </a:xfrm>
                <a:prstGeom prst="rect">
                  <a:avLst/>
                </a:prstGeom>
                <a:solidFill>
                  <a:srgbClr val="D1D1D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91" name="Rechthoek 147">
                  <a:extLst>
                    <a:ext uri="{FF2B5EF4-FFF2-40B4-BE49-F238E27FC236}">
                      <a16:creationId xmlns:a16="http://schemas.microsoft.com/office/drawing/2014/main" id="{41B30162-8ACF-CA04-6D03-D631771A890E}"/>
                    </a:ext>
                  </a:extLst>
                </p:cNvPr>
                <p:cNvSpPr/>
                <p:nvPr/>
              </p:nvSpPr>
              <p:spPr>
                <a:xfrm>
                  <a:off x="-2322210" y="3590355"/>
                  <a:ext cx="52111" cy="8220"/>
                </a:xfrm>
                <a:prstGeom prst="rect">
                  <a:avLst/>
                </a:prstGeom>
                <a:solidFill>
                  <a:srgbClr val="B2B2B2"/>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92" name="Rechthoek 148">
                  <a:extLst>
                    <a:ext uri="{FF2B5EF4-FFF2-40B4-BE49-F238E27FC236}">
                      <a16:creationId xmlns:a16="http://schemas.microsoft.com/office/drawing/2014/main" id="{3650FB73-8D76-A1E7-5834-CB0345675413}"/>
                    </a:ext>
                  </a:extLst>
                </p:cNvPr>
                <p:cNvSpPr/>
                <p:nvPr/>
              </p:nvSpPr>
              <p:spPr>
                <a:xfrm>
                  <a:off x="-2322210" y="3618408"/>
                  <a:ext cx="26746" cy="8220"/>
                </a:xfrm>
                <a:prstGeom prst="rect">
                  <a:avLst/>
                </a:prstGeom>
                <a:solidFill>
                  <a:srgbClr val="B2B2B2"/>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93" name="Rechthoek 149">
                  <a:extLst>
                    <a:ext uri="{FF2B5EF4-FFF2-40B4-BE49-F238E27FC236}">
                      <a16:creationId xmlns:a16="http://schemas.microsoft.com/office/drawing/2014/main" id="{C2048032-C36F-4C2B-84D2-25188CE21A8E}"/>
                    </a:ext>
                  </a:extLst>
                </p:cNvPr>
                <p:cNvSpPr/>
                <p:nvPr/>
              </p:nvSpPr>
              <p:spPr>
                <a:xfrm>
                  <a:off x="-2322210" y="3646462"/>
                  <a:ext cx="26746" cy="8220"/>
                </a:xfrm>
                <a:prstGeom prst="rect">
                  <a:avLst/>
                </a:prstGeom>
                <a:solidFill>
                  <a:srgbClr val="B2B2B2"/>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grpSp>
            <p:nvGrpSpPr>
              <p:cNvPr id="94" name="Groep 132">
                <a:extLst>
                  <a:ext uri="{FF2B5EF4-FFF2-40B4-BE49-F238E27FC236}">
                    <a16:creationId xmlns:a16="http://schemas.microsoft.com/office/drawing/2014/main" id="{A56184E7-C944-BDD9-59FF-B4247CCDC1B4}"/>
                  </a:ext>
                </a:extLst>
              </p:cNvPr>
              <p:cNvGrpSpPr/>
              <p:nvPr/>
            </p:nvGrpSpPr>
            <p:grpSpPr>
              <a:xfrm>
                <a:off x="-2423425" y="3770784"/>
                <a:ext cx="166741" cy="218962"/>
                <a:chOff x="-2423425" y="3770784"/>
                <a:chExt cx="166741" cy="218962"/>
              </a:xfrm>
            </p:grpSpPr>
            <p:grpSp>
              <p:nvGrpSpPr>
                <p:cNvPr id="95" name="Groep 136">
                  <a:extLst>
                    <a:ext uri="{FF2B5EF4-FFF2-40B4-BE49-F238E27FC236}">
                      <a16:creationId xmlns:a16="http://schemas.microsoft.com/office/drawing/2014/main" id="{6D2E8315-BE20-6FEE-B4F9-0812EF3EB1C7}"/>
                    </a:ext>
                  </a:extLst>
                </p:cNvPr>
                <p:cNvGrpSpPr/>
                <p:nvPr/>
              </p:nvGrpSpPr>
              <p:grpSpPr>
                <a:xfrm>
                  <a:off x="-2400482" y="3792473"/>
                  <a:ext cx="143798" cy="121642"/>
                  <a:chOff x="-2400482" y="3792473"/>
                  <a:chExt cx="143798" cy="121642"/>
                </a:xfrm>
              </p:grpSpPr>
              <p:sp>
                <p:nvSpPr>
                  <p:cNvPr id="96" name="Rechthoek: afgeronde hoeken 138">
                    <a:extLst>
                      <a:ext uri="{FF2B5EF4-FFF2-40B4-BE49-F238E27FC236}">
                        <a16:creationId xmlns:a16="http://schemas.microsoft.com/office/drawing/2014/main" id="{1C0E41C4-FE77-4F22-14A3-F716A20F10AD}"/>
                      </a:ext>
                    </a:extLst>
                  </p:cNvPr>
                  <p:cNvSpPr/>
                  <p:nvPr/>
                </p:nvSpPr>
                <p:spPr>
                  <a:xfrm>
                    <a:off x="-2400482" y="3792473"/>
                    <a:ext cx="143798" cy="121642"/>
                  </a:xfrm>
                  <a:custGeom>
                    <a:avLst>
                      <a:gd name="f0" fmla="val 629"/>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FFFF"/>
                  </a:solidFill>
                  <a:ln w="12701" cap="flat">
                    <a:solidFill>
                      <a:srgbClr val="818181"/>
                    </a:solidFill>
                    <a:prstDash val="solid"/>
                    <a:miter/>
                  </a:ln>
                </p:spPr>
                <p:txBody>
                  <a:bodyPr vert="horz" wrap="square" lIns="107999"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800" b="0" i="0" u="none" strike="noStrike" kern="1200" cap="none" spc="0" baseline="0">
                      <a:solidFill>
                        <a:srgbClr val="211F26"/>
                      </a:solidFill>
                      <a:uFillTx/>
                      <a:latin typeface="Calibri" pitchFamily="34"/>
                      <a:cs typeface="Calibri" pitchFamily="34"/>
                    </a:endParaRPr>
                  </a:p>
                </p:txBody>
              </p:sp>
              <p:sp>
                <p:nvSpPr>
                  <p:cNvPr id="97" name="Rechthoek 139">
                    <a:extLst>
                      <a:ext uri="{FF2B5EF4-FFF2-40B4-BE49-F238E27FC236}">
                        <a16:creationId xmlns:a16="http://schemas.microsoft.com/office/drawing/2014/main" id="{89B99545-8587-9000-B354-C6215C66DFA6}"/>
                      </a:ext>
                    </a:extLst>
                  </p:cNvPr>
                  <p:cNvSpPr/>
                  <p:nvPr/>
                </p:nvSpPr>
                <p:spPr>
                  <a:xfrm>
                    <a:off x="-2380466" y="3809170"/>
                    <a:ext cx="108420" cy="14767"/>
                  </a:xfrm>
                  <a:prstGeom prst="rect">
                    <a:avLst/>
                  </a:prstGeom>
                  <a:solidFill>
                    <a:srgbClr val="D1D1D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98" name="Rechthoek 140">
                    <a:extLst>
                      <a:ext uri="{FF2B5EF4-FFF2-40B4-BE49-F238E27FC236}">
                        <a16:creationId xmlns:a16="http://schemas.microsoft.com/office/drawing/2014/main" id="{F06372D2-443F-8119-EF4D-578E04AFBB8B}"/>
                      </a:ext>
                    </a:extLst>
                  </p:cNvPr>
                  <p:cNvSpPr/>
                  <p:nvPr/>
                </p:nvSpPr>
                <p:spPr>
                  <a:xfrm>
                    <a:off x="-2380466" y="3834179"/>
                    <a:ext cx="42190" cy="64538"/>
                  </a:xfrm>
                  <a:prstGeom prst="rect">
                    <a:avLst/>
                  </a:prstGeom>
                  <a:solidFill>
                    <a:srgbClr val="D1D1D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99" name="Rechthoek 141">
                    <a:extLst>
                      <a:ext uri="{FF2B5EF4-FFF2-40B4-BE49-F238E27FC236}">
                        <a16:creationId xmlns:a16="http://schemas.microsoft.com/office/drawing/2014/main" id="{869515E1-E327-440C-53F9-BABEF452D418}"/>
                      </a:ext>
                    </a:extLst>
                  </p:cNvPr>
                  <p:cNvSpPr/>
                  <p:nvPr/>
                </p:nvSpPr>
                <p:spPr>
                  <a:xfrm>
                    <a:off x="-2325182" y="3837873"/>
                    <a:ext cx="48051" cy="7580"/>
                  </a:xfrm>
                  <a:prstGeom prst="rect">
                    <a:avLst/>
                  </a:prstGeom>
                  <a:solidFill>
                    <a:srgbClr val="B2B2B2"/>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100" name="Rechthoek 142">
                    <a:extLst>
                      <a:ext uri="{FF2B5EF4-FFF2-40B4-BE49-F238E27FC236}">
                        <a16:creationId xmlns:a16="http://schemas.microsoft.com/office/drawing/2014/main" id="{81132A68-7D7E-FCD7-D922-0919E9E6D5DD}"/>
                      </a:ext>
                    </a:extLst>
                  </p:cNvPr>
                  <p:cNvSpPr/>
                  <p:nvPr/>
                </p:nvSpPr>
                <p:spPr>
                  <a:xfrm>
                    <a:off x="-2325182" y="3863742"/>
                    <a:ext cx="24661" cy="7580"/>
                  </a:xfrm>
                  <a:prstGeom prst="rect">
                    <a:avLst/>
                  </a:prstGeom>
                  <a:solidFill>
                    <a:srgbClr val="B2B2B2"/>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101" name="Rechthoek 143">
                    <a:extLst>
                      <a:ext uri="{FF2B5EF4-FFF2-40B4-BE49-F238E27FC236}">
                        <a16:creationId xmlns:a16="http://schemas.microsoft.com/office/drawing/2014/main" id="{06CA78CE-B2B9-013F-CA1E-A47208D85798}"/>
                      </a:ext>
                    </a:extLst>
                  </p:cNvPr>
                  <p:cNvSpPr/>
                  <p:nvPr/>
                </p:nvSpPr>
                <p:spPr>
                  <a:xfrm>
                    <a:off x="-2325182" y="3889610"/>
                    <a:ext cx="24661" cy="7580"/>
                  </a:xfrm>
                  <a:prstGeom prst="rect">
                    <a:avLst/>
                  </a:prstGeom>
                  <a:solidFill>
                    <a:srgbClr val="B2B2B2"/>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sp>
              <p:nvSpPr>
                <p:cNvPr id="102" name="Boog 137">
                  <a:extLst>
                    <a:ext uri="{FF2B5EF4-FFF2-40B4-BE49-F238E27FC236}">
                      <a16:creationId xmlns:a16="http://schemas.microsoft.com/office/drawing/2014/main" id="{51A23DC9-49D0-E237-9C81-42FC5451FF5E}"/>
                    </a:ext>
                  </a:extLst>
                </p:cNvPr>
                <p:cNvSpPr/>
                <p:nvPr/>
              </p:nvSpPr>
              <p:spPr>
                <a:xfrm rot="17637085">
                  <a:off x="-2486866" y="3834225"/>
                  <a:ext cx="218962" cy="92080"/>
                </a:xfrm>
                <a:custGeom>
                  <a:avLst>
                    <a:gd name="f12" fmla="val 175"/>
                    <a:gd name="f13" fmla="val 292"/>
                  </a:avLst>
                  <a:gdLst>
                    <a:gd name="f2" fmla="val 10800000"/>
                    <a:gd name="f3" fmla="val 5400000"/>
                    <a:gd name="f4" fmla="val 16200000"/>
                    <a:gd name="f5" fmla="val 180"/>
                    <a:gd name="f6" fmla="val w"/>
                    <a:gd name="f7" fmla="val h"/>
                    <a:gd name="f8" fmla="val ss"/>
                    <a:gd name="f9" fmla="val 0"/>
                    <a:gd name="f10" fmla="*/ 5419351 1 1725033"/>
                    <a:gd name="f11" fmla="+- 0 0 1"/>
                    <a:gd name="f12" fmla="val 175"/>
                    <a:gd name="f13" fmla="val 292"/>
                    <a:gd name="f14" fmla="+- 0 0 -265"/>
                    <a:gd name="f15" fmla="+- 0 0 -234"/>
                    <a:gd name="f16" fmla="+- 0 0 -202"/>
                    <a:gd name="f17" fmla="abs f6"/>
                    <a:gd name="f18" fmla="abs f7"/>
                    <a:gd name="f19" fmla="abs f8"/>
                    <a:gd name="f20" fmla="val f9"/>
                    <a:gd name="f21" fmla="+- 0 0 f12"/>
                    <a:gd name="f22" fmla="+- 0 0 f13"/>
                    <a:gd name="f23" fmla="*/ f14 f2 1"/>
                    <a:gd name="f24" fmla="*/ f15 f2 1"/>
                    <a:gd name="f25" fmla="*/ f16 f2 1"/>
                    <a:gd name="f26" fmla="?: f17 f6 1"/>
                    <a:gd name="f27" fmla="?: f18 f7 1"/>
                    <a:gd name="f28" fmla="?: f19 f8 1"/>
                    <a:gd name="f29" fmla="*/ f21 f2 1"/>
                    <a:gd name="f30" fmla="*/ f22 f2 1"/>
                    <a:gd name="f31" fmla="*/ f23 1 f5"/>
                    <a:gd name="f32" fmla="*/ f24 1 f5"/>
                    <a:gd name="f33" fmla="*/ f25 1 f5"/>
                    <a:gd name="f34" fmla="*/ f26 1 21600"/>
                    <a:gd name="f35" fmla="*/ f27 1 21600"/>
                    <a:gd name="f36" fmla="*/ 21600 f26 1"/>
                    <a:gd name="f37" fmla="*/ 21600 f27 1"/>
                    <a:gd name="f38" fmla="*/ f29 1 f5"/>
                    <a:gd name="f39" fmla="*/ f30 1 f5"/>
                    <a:gd name="f40" fmla="+- f31 0 f3"/>
                    <a:gd name="f41" fmla="+- f32 0 f3"/>
                    <a:gd name="f42" fmla="+- f33 0 f3"/>
                    <a:gd name="f43" fmla="min f35 f34"/>
                    <a:gd name="f44" fmla="*/ f36 1 f28"/>
                    <a:gd name="f45" fmla="*/ f37 1 f28"/>
                    <a:gd name="f46" fmla="+- f38 0 f3"/>
                    <a:gd name="f47" fmla="+- f39 0 f3"/>
                    <a:gd name="f48" fmla="val f44"/>
                    <a:gd name="f49" fmla="val f45"/>
                    <a:gd name="f50" fmla="+- 0 0 f46"/>
                    <a:gd name="f51" fmla="+- 0 0 f47"/>
                    <a:gd name="f52" fmla="+- f49 0 f20"/>
                    <a:gd name="f53" fmla="+- f48 0 f20"/>
                    <a:gd name="f54" fmla="val f50"/>
                    <a:gd name="f55" fmla="val f51"/>
                    <a:gd name="f56" fmla="*/ f52 1 2"/>
                    <a:gd name="f57" fmla="*/ f53 1 2"/>
                    <a:gd name="f58" fmla="+- f55 0 f54"/>
                    <a:gd name="f59" fmla="+- f54 f3 0"/>
                    <a:gd name="f60" fmla="+- f55 f3 0"/>
                    <a:gd name="f61" fmla="+- 21600000 0 f54"/>
                    <a:gd name="f62" fmla="+- f3 0 f54"/>
                    <a:gd name="f63" fmla="+- 27000000 0 f54"/>
                    <a:gd name="f64" fmla="+- f2 0 f54"/>
                    <a:gd name="f65" fmla="+- 32400000 0 f54"/>
                    <a:gd name="f66" fmla="+- f4 0 f54"/>
                    <a:gd name="f67" fmla="+- 37800000 0 f54"/>
                    <a:gd name="f68" fmla="+- f20 f56 0"/>
                    <a:gd name="f69" fmla="+- f20 f57 0"/>
                    <a:gd name="f70" fmla="+- f58 21600000 0"/>
                    <a:gd name="f71" fmla="*/ f59 f10 1"/>
                    <a:gd name="f72" fmla="*/ f60 f10 1"/>
                    <a:gd name="f73" fmla="?: f62 f62 f63"/>
                    <a:gd name="f74" fmla="?: f64 f64 f65"/>
                    <a:gd name="f75" fmla="?: f66 f66 f67"/>
                    <a:gd name="f76" fmla="*/ f57 f43 1"/>
                    <a:gd name="f77" fmla="*/ f56 f43 1"/>
                    <a:gd name="f78" fmla="?: f58 f58 f70"/>
                    <a:gd name="f79" fmla="*/ f71 1 f2"/>
                    <a:gd name="f80" fmla="*/ f72 1 f2"/>
                    <a:gd name="f81" fmla="*/ f69 f43 1"/>
                    <a:gd name="f82" fmla="*/ f68 f43 1"/>
                    <a:gd name="f83" fmla="+- 0 0 f79"/>
                    <a:gd name="f84" fmla="+- 0 0 f80"/>
                    <a:gd name="f85" fmla="+- f78 0 f61"/>
                    <a:gd name="f86" fmla="+- f78 0 f73"/>
                    <a:gd name="f87" fmla="+- f78 0 f74"/>
                    <a:gd name="f88" fmla="+- f78 0 f75"/>
                    <a:gd name="f89" fmla="+- 0 0 f83"/>
                    <a:gd name="f90" fmla="+- 0 0 f84"/>
                    <a:gd name="f91" fmla="*/ f89 f2 1"/>
                    <a:gd name="f92" fmla="*/ f90 f2 1"/>
                    <a:gd name="f93" fmla="*/ f91 1 f10"/>
                    <a:gd name="f94" fmla="*/ f92 1 f10"/>
                    <a:gd name="f95" fmla="+- f93 0 f3"/>
                    <a:gd name="f96" fmla="+- f94 0 f3"/>
                    <a:gd name="f97" fmla="sin 1 f95"/>
                    <a:gd name="f98" fmla="cos 1 f95"/>
                    <a:gd name="f99" fmla="sin 1 f96"/>
                    <a:gd name="f100" fmla="cos 1 f96"/>
                    <a:gd name="f101" fmla="+- 0 0 f97"/>
                    <a:gd name="f102" fmla="+- 0 0 f98"/>
                    <a:gd name="f103" fmla="+- 0 0 f99"/>
                    <a:gd name="f104" fmla="+- 0 0 f100"/>
                    <a:gd name="f105" fmla="+- 0 0 f101"/>
                    <a:gd name="f106" fmla="+- 0 0 f102"/>
                    <a:gd name="f107" fmla="+- 0 0 f103"/>
                    <a:gd name="f108" fmla="+- 0 0 f104"/>
                    <a:gd name="f109" fmla="*/ f105 f57 1"/>
                    <a:gd name="f110" fmla="*/ f106 f56 1"/>
                    <a:gd name="f111" fmla="*/ f107 f57 1"/>
                    <a:gd name="f112" fmla="*/ f108 f56 1"/>
                    <a:gd name="f113" fmla="+- 0 0 f110"/>
                    <a:gd name="f114" fmla="+- 0 0 f109"/>
                    <a:gd name="f115" fmla="+- 0 0 f112"/>
                    <a:gd name="f116" fmla="+- 0 0 f111"/>
                    <a:gd name="f117" fmla="+- 0 0 f113"/>
                    <a:gd name="f118" fmla="+- 0 0 f114"/>
                    <a:gd name="f119" fmla="+- 0 0 f115"/>
                    <a:gd name="f120" fmla="+- 0 0 f116"/>
                    <a:gd name="f121" fmla="at2 f117 f118"/>
                    <a:gd name="f122" fmla="at2 f119 f120"/>
                    <a:gd name="f123" fmla="+- f121 f3 0"/>
                    <a:gd name="f124" fmla="+- f122 f3 0"/>
                    <a:gd name="f125" fmla="*/ f123 f10 1"/>
                    <a:gd name="f126" fmla="*/ f124 f10 1"/>
                    <a:gd name="f127" fmla="*/ f125 1 f2"/>
                    <a:gd name="f128" fmla="*/ f126 1 f2"/>
                    <a:gd name="f129" fmla="+- 0 0 f127"/>
                    <a:gd name="f130" fmla="+- 0 0 f128"/>
                    <a:gd name="f131" fmla="val f129"/>
                    <a:gd name="f132" fmla="val f130"/>
                    <a:gd name="f133" fmla="+- 0 0 f131"/>
                    <a:gd name="f134" fmla="+- 0 0 f132"/>
                    <a:gd name="f135" fmla="*/ f133 f2 1"/>
                    <a:gd name="f136" fmla="*/ f134 f2 1"/>
                    <a:gd name="f137" fmla="*/ f135 1 f10"/>
                    <a:gd name="f138" fmla="*/ f136 1 f10"/>
                    <a:gd name="f139" fmla="+- f137 0 f3"/>
                    <a:gd name="f140" fmla="+- f138 0 f3"/>
                    <a:gd name="f141" fmla="cos 1 f139"/>
                    <a:gd name="f142" fmla="sin 1 f139"/>
                    <a:gd name="f143" fmla="cos 1 f140"/>
                    <a:gd name="f144" fmla="sin 1 f140"/>
                    <a:gd name="f145" fmla="+- 0 0 f141"/>
                    <a:gd name="f146" fmla="+- 0 0 f142"/>
                    <a:gd name="f147" fmla="+- 0 0 f143"/>
                    <a:gd name="f148" fmla="+- 0 0 f144"/>
                    <a:gd name="f149" fmla="*/ f11 f145 1"/>
                    <a:gd name="f150" fmla="*/ f11 f146 1"/>
                    <a:gd name="f151" fmla="*/ f11 f147 1"/>
                    <a:gd name="f152" fmla="*/ f11 f148 1"/>
                    <a:gd name="f153" fmla="*/ f149 f57 1"/>
                    <a:gd name="f154" fmla="*/ f150 f56 1"/>
                    <a:gd name="f155" fmla="*/ f151 f57 1"/>
                    <a:gd name="f156" fmla="*/ f152 f56 1"/>
                    <a:gd name="f157" fmla="+- f69 f153 0"/>
                    <a:gd name="f158" fmla="+- f68 f154 0"/>
                    <a:gd name="f159" fmla="+- f69 f155 0"/>
                    <a:gd name="f160" fmla="+- f68 f156 0"/>
                    <a:gd name="f161" fmla="max f157 f159"/>
                    <a:gd name="f162" fmla="max f158 f160"/>
                    <a:gd name="f163" fmla="min f157 f159"/>
                    <a:gd name="f164" fmla="min f158 f160"/>
                    <a:gd name="f165" fmla="*/ f157 f43 1"/>
                    <a:gd name="f166" fmla="*/ f158 f43 1"/>
                    <a:gd name="f167" fmla="*/ f159 f43 1"/>
                    <a:gd name="f168" fmla="*/ f160 f43 1"/>
                    <a:gd name="f169" fmla="?: f85 f48 f161"/>
                    <a:gd name="f170" fmla="?: f86 f49 f162"/>
                    <a:gd name="f171" fmla="?: f87 f20 f163"/>
                    <a:gd name="f172" fmla="?: f88 f20 f164"/>
                    <a:gd name="f173" fmla="*/ f171 f43 1"/>
                    <a:gd name="f174" fmla="*/ f172 f43 1"/>
                    <a:gd name="f175" fmla="*/ f169 f43 1"/>
                    <a:gd name="f176" fmla="*/ f170 f43 1"/>
                  </a:gdLst>
                  <a:ahLst/>
                  <a:cxnLst>
                    <a:cxn ang="3cd4">
                      <a:pos x="hc" y="t"/>
                    </a:cxn>
                    <a:cxn ang="0">
                      <a:pos x="r" y="vc"/>
                    </a:cxn>
                    <a:cxn ang="cd4">
                      <a:pos x="hc" y="b"/>
                    </a:cxn>
                    <a:cxn ang="cd2">
                      <a:pos x="l" y="vc"/>
                    </a:cxn>
                    <a:cxn ang="f40">
                      <a:pos x="f165" y="f166"/>
                    </a:cxn>
                    <a:cxn ang="f41">
                      <a:pos x="f81" y="f82"/>
                    </a:cxn>
                    <a:cxn ang="f42">
                      <a:pos x="f167" y="f168"/>
                    </a:cxn>
                  </a:cxnLst>
                  <a:rect l="f173" t="f174" r="f175" b="f176"/>
                  <a:pathLst>
                    <a:path stroke="0">
                      <a:moveTo>
                        <a:pt x="f165" y="f166"/>
                      </a:moveTo>
                      <a:arcTo wR="f76" hR="f77" stAng="f54" swAng="f78"/>
                      <a:lnTo>
                        <a:pt x="f81" y="f82"/>
                      </a:lnTo>
                      <a:close/>
                    </a:path>
                    <a:path fill="none">
                      <a:moveTo>
                        <a:pt x="f165" y="f166"/>
                      </a:moveTo>
                      <a:arcTo wR="f76" hR="f77" stAng="f54" swAng="f78"/>
                    </a:path>
                  </a:pathLst>
                </a:custGeom>
                <a:noFill/>
                <a:ln w="19046" cap="flat">
                  <a:solidFill>
                    <a:srgbClr val="4D82B8"/>
                  </a:solidFill>
                  <a:prstDash val="solid"/>
                  <a:headEnd type="arrow"/>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2400" b="0" i="0" u="none" strike="noStrike" kern="1200" cap="none" spc="0" baseline="0">
                    <a:solidFill>
                      <a:srgbClr val="211F26"/>
                    </a:solidFill>
                    <a:uFillTx/>
                    <a:latin typeface="Calibri" pitchFamily="34"/>
                    <a:cs typeface="Calibri" pitchFamily="34"/>
                  </a:endParaRPr>
                </a:p>
              </p:txBody>
            </p:sp>
          </p:grpSp>
          <p:sp>
            <p:nvSpPr>
              <p:cNvPr id="103" name="Tekstvak 133">
                <a:extLst>
                  <a:ext uri="{FF2B5EF4-FFF2-40B4-BE49-F238E27FC236}">
                    <a16:creationId xmlns:a16="http://schemas.microsoft.com/office/drawing/2014/main" id="{707C0440-B5B5-F278-914D-363FC9129E43}"/>
                  </a:ext>
                </a:extLst>
              </p:cNvPr>
              <p:cNvSpPr txBox="1"/>
              <p:nvPr/>
            </p:nvSpPr>
            <p:spPr>
              <a:xfrm>
                <a:off x="-2245455" y="3541123"/>
                <a:ext cx="896112" cy="134709"/>
              </a:xfrm>
              <a:prstGeom prst="rect">
                <a:avLst/>
              </a:prstGeom>
              <a:noFill/>
              <a:ln>
                <a:noFill/>
              </a:ln>
            </p:spPr>
            <p:txBody>
              <a:bodyPr vert="horz" wrap="square" lIns="91440" tIns="45720" rIns="91440" bIns="45720" anchor="ctr" anchorCtr="0" compatLnSpc="1">
                <a:noAutofit/>
              </a:bodyPr>
              <a:lstStyle/>
              <a:p>
                <a:pPr marL="0" marR="0" lvl="0" indent="0" algn="l" defTabSz="1217514"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900" b="0" i="0" u="none" strike="noStrike" kern="1200" cap="none" spc="0" baseline="0">
                    <a:solidFill>
                      <a:srgbClr val="211F26"/>
                    </a:solidFill>
                    <a:uFillTx/>
                    <a:latin typeface="Calibri" pitchFamily="34"/>
                    <a:cs typeface="Calibri" pitchFamily="34"/>
                  </a:rPr>
                  <a:t>Layout</a:t>
                </a:r>
              </a:p>
            </p:txBody>
          </p:sp>
          <p:sp>
            <p:nvSpPr>
              <p:cNvPr id="104" name="Tekstvak 134">
                <a:extLst>
                  <a:ext uri="{FF2B5EF4-FFF2-40B4-BE49-F238E27FC236}">
                    <a16:creationId xmlns:a16="http://schemas.microsoft.com/office/drawing/2014/main" id="{32A61969-9DC3-604C-4BA0-7F44EA592693}"/>
                  </a:ext>
                </a:extLst>
              </p:cNvPr>
              <p:cNvSpPr txBox="1"/>
              <p:nvPr/>
            </p:nvSpPr>
            <p:spPr>
              <a:xfrm>
                <a:off x="-2258888" y="3793552"/>
                <a:ext cx="909544" cy="126415"/>
              </a:xfrm>
              <a:prstGeom prst="rect">
                <a:avLst/>
              </a:prstGeom>
              <a:noFill/>
              <a:ln>
                <a:noFill/>
              </a:ln>
            </p:spPr>
            <p:txBody>
              <a:bodyPr vert="horz" wrap="square" lIns="91440" tIns="45720" rIns="91440" bIns="45720" anchor="ctr" anchorCtr="0" compatLnSpc="1">
                <a:noAutofit/>
              </a:bodyPr>
              <a:lstStyle/>
              <a:p>
                <a:pPr marL="0" marR="0" lvl="0" indent="0" algn="l" defTabSz="1217514"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900" b="0" i="0" u="none" strike="noStrike" kern="1200" cap="none" spc="0" baseline="0">
                    <a:solidFill>
                      <a:srgbClr val="211F26"/>
                    </a:solidFill>
                    <a:uFillTx/>
                    <a:latin typeface="Calibri" pitchFamily="34"/>
                    <a:cs typeface="Calibri" pitchFamily="34"/>
                  </a:rPr>
                  <a:t>Reset slide</a:t>
                </a:r>
              </a:p>
            </p:txBody>
          </p:sp>
          <p:sp>
            <p:nvSpPr>
              <p:cNvPr id="105" name="Vrije vorm: vorm 135">
                <a:extLst>
                  <a:ext uri="{FF2B5EF4-FFF2-40B4-BE49-F238E27FC236}">
                    <a16:creationId xmlns:a16="http://schemas.microsoft.com/office/drawing/2014/main" id="{8B3CD98E-1B76-50C9-B477-F9E8462069C6}"/>
                  </a:ext>
                </a:extLst>
              </p:cNvPr>
              <p:cNvSpPr/>
              <p:nvPr/>
            </p:nvSpPr>
            <p:spPr>
              <a:xfrm>
                <a:off x="-1360389" y="3863714"/>
                <a:ext cx="97566" cy="179999"/>
              </a:xfrm>
              <a:custGeom>
                <a:avLst/>
                <a:gdLst>
                  <a:gd name="f0" fmla="val 10800000"/>
                  <a:gd name="f1" fmla="val 5400000"/>
                  <a:gd name="f2" fmla="val 180"/>
                  <a:gd name="f3" fmla="val w"/>
                  <a:gd name="f4" fmla="val h"/>
                  <a:gd name="f5" fmla="val 0"/>
                  <a:gd name="f6" fmla="val 880280"/>
                  <a:gd name="f7" fmla="val 1624084"/>
                  <a:gd name="f8" fmla="val 1262418"/>
                  <a:gd name="f9" fmla="val 313898"/>
                  <a:gd name="f10" fmla="val 996287"/>
                  <a:gd name="f11" fmla="val 620973"/>
                  <a:gd name="f12" fmla="val 839337"/>
                  <a:gd name="f13" fmla="val 1480782"/>
                  <a:gd name="f14" fmla="val 498144"/>
                  <a:gd name="f15" fmla="val 900753"/>
                  <a:gd name="f16" fmla="val 893929"/>
                  <a:gd name="f17" fmla="+- 0 0 -90"/>
                  <a:gd name="f18" fmla="*/ f3 1 880280"/>
                  <a:gd name="f19" fmla="*/ f4 1 1624084"/>
                  <a:gd name="f20" fmla="val f5"/>
                  <a:gd name="f21" fmla="val f6"/>
                  <a:gd name="f22" fmla="val f7"/>
                  <a:gd name="f23" fmla="*/ f17 f0 1"/>
                  <a:gd name="f24" fmla="+- f22 0 f20"/>
                  <a:gd name="f25" fmla="+- f21 0 f20"/>
                  <a:gd name="f26" fmla="*/ f23 1 f2"/>
                  <a:gd name="f27" fmla="*/ f25 1 880280"/>
                  <a:gd name="f28" fmla="*/ f24 1 1624084"/>
                  <a:gd name="f29" fmla="*/ 0 f25 1"/>
                  <a:gd name="f30" fmla="*/ 0 f24 1"/>
                  <a:gd name="f31" fmla="*/ 1262418 f24 1"/>
                  <a:gd name="f32" fmla="*/ 620973 f25 1"/>
                  <a:gd name="f33" fmla="*/ 1624084 f24 1"/>
                  <a:gd name="f34" fmla="*/ 839337 f25 1"/>
                  <a:gd name="f35" fmla="*/ 1480782 f24 1"/>
                  <a:gd name="f36" fmla="*/ 900753 f24 1"/>
                  <a:gd name="f37" fmla="*/ 880280 f25 1"/>
                  <a:gd name="f38" fmla="*/ 893929 f24 1"/>
                  <a:gd name="f39" fmla="*/ 313898 f25 1"/>
                  <a:gd name="f40" fmla="*/ 996287 f24 1"/>
                  <a:gd name="f41" fmla="*/ 498144 f25 1"/>
                  <a:gd name="f42" fmla="+- f26 0 f1"/>
                  <a:gd name="f43" fmla="*/ f29 1 880280"/>
                  <a:gd name="f44" fmla="*/ f30 1 1624084"/>
                  <a:gd name="f45" fmla="*/ f31 1 1624084"/>
                  <a:gd name="f46" fmla="*/ f32 1 880280"/>
                  <a:gd name="f47" fmla="*/ f33 1 1624084"/>
                  <a:gd name="f48" fmla="*/ f34 1 880280"/>
                  <a:gd name="f49" fmla="*/ f35 1 1624084"/>
                  <a:gd name="f50" fmla="*/ f36 1 1624084"/>
                  <a:gd name="f51" fmla="*/ f37 1 880280"/>
                  <a:gd name="f52" fmla="*/ f38 1 1624084"/>
                  <a:gd name="f53" fmla="*/ f39 1 880280"/>
                  <a:gd name="f54" fmla="*/ f40 1 1624084"/>
                  <a:gd name="f55" fmla="*/ f41 1 880280"/>
                  <a:gd name="f56" fmla="*/ f20 1 f27"/>
                  <a:gd name="f57" fmla="*/ f21 1 f27"/>
                  <a:gd name="f58" fmla="*/ f20 1 f28"/>
                  <a:gd name="f59" fmla="*/ f22 1 f28"/>
                  <a:gd name="f60" fmla="*/ f43 1 f27"/>
                  <a:gd name="f61" fmla="*/ f44 1 f28"/>
                  <a:gd name="f62" fmla="*/ f45 1 f28"/>
                  <a:gd name="f63" fmla="*/ f53 1 f27"/>
                  <a:gd name="f64" fmla="*/ f54 1 f28"/>
                  <a:gd name="f65" fmla="*/ f46 1 f27"/>
                  <a:gd name="f66" fmla="*/ f47 1 f28"/>
                  <a:gd name="f67" fmla="*/ f48 1 f27"/>
                  <a:gd name="f68" fmla="*/ f49 1 f28"/>
                  <a:gd name="f69" fmla="*/ f55 1 f27"/>
                  <a:gd name="f70" fmla="*/ f50 1 f28"/>
                  <a:gd name="f71" fmla="*/ f51 1 f27"/>
                  <a:gd name="f72" fmla="*/ f52 1 f28"/>
                  <a:gd name="f73" fmla="*/ f56 f18 1"/>
                  <a:gd name="f74" fmla="*/ f57 f18 1"/>
                  <a:gd name="f75" fmla="*/ f59 f19 1"/>
                  <a:gd name="f76" fmla="*/ f58 f19 1"/>
                  <a:gd name="f77" fmla="*/ f60 f18 1"/>
                  <a:gd name="f78" fmla="*/ f61 f19 1"/>
                  <a:gd name="f79" fmla="*/ f62 f19 1"/>
                  <a:gd name="f80" fmla="*/ f63 f18 1"/>
                  <a:gd name="f81" fmla="*/ f64 f19 1"/>
                  <a:gd name="f82" fmla="*/ f65 f18 1"/>
                  <a:gd name="f83" fmla="*/ f66 f19 1"/>
                  <a:gd name="f84" fmla="*/ f67 f18 1"/>
                  <a:gd name="f85" fmla="*/ f68 f19 1"/>
                  <a:gd name="f86" fmla="*/ f69 f18 1"/>
                  <a:gd name="f87" fmla="*/ f70 f19 1"/>
                  <a:gd name="f88" fmla="*/ f71 f18 1"/>
                  <a:gd name="f89" fmla="*/ f72 f19 1"/>
                </a:gdLst>
                <a:ahLst/>
                <a:cxnLst>
                  <a:cxn ang="3cd4">
                    <a:pos x="hc" y="t"/>
                  </a:cxn>
                  <a:cxn ang="0">
                    <a:pos x="r" y="vc"/>
                  </a:cxn>
                  <a:cxn ang="cd4">
                    <a:pos x="hc" y="b"/>
                  </a:cxn>
                  <a:cxn ang="cd2">
                    <a:pos x="l" y="vc"/>
                  </a:cxn>
                  <a:cxn ang="f42">
                    <a:pos x="f77" y="f78"/>
                  </a:cxn>
                  <a:cxn ang="f42">
                    <a:pos x="f77" y="f79"/>
                  </a:cxn>
                  <a:cxn ang="f42">
                    <a:pos x="f80" y="f81"/>
                  </a:cxn>
                  <a:cxn ang="f42">
                    <a:pos x="f82" y="f83"/>
                  </a:cxn>
                  <a:cxn ang="f42">
                    <a:pos x="f84" y="f85"/>
                  </a:cxn>
                  <a:cxn ang="f42">
                    <a:pos x="f86" y="f87"/>
                  </a:cxn>
                  <a:cxn ang="f42">
                    <a:pos x="f88" y="f89"/>
                  </a:cxn>
                  <a:cxn ang="f42">
                    <a:pos x="f77" y="f78"/>
                  </a:cxn>
                </a:cxnLst>
                <a:rect l="f73" t="f76" r="f74" b="f75"/>
                <a:pathLst>
                  <a:path w="880280" h="1624084">
                    <a:moveTo>
                      <a:pt x="f5" y="f5"/>
                    </a:moveTo>
                    <a:lnTo>
                      <a:pt x="f5" y="f8"/>
                    </a:lnTo>
                    <a:lnTo>
                      <a:pt x="f9" y="f10"/>
                    </a:lnTo>
                    <a:lnTo>
                      <a:pt x="f11" y="f7"/>
                    </a:lnTo>
                    <a:lnTo>
                      <a:pt x="f12" y="f13"/>
                    </a:lnTo>
                    <a:lnTo>
                      <a:pt x="f14" y="f15"/>
                    </a:lnTo>
                    <a:lnTo>
                      <a:pt x="f6" y="f16"/>
                    </a:lnTo>
                    <a:lnTo>
                      <a:pt x="f5" y="f5"/>
                    </a:lnTo>
                    <a:close/>
                  </a:path>
                </a:pathLst>
              </a:custGeom>
              <a:solidFill>
                <a:srgbClr val="FFFFFF"/>
              </a:solidFill>
              <a:ln w="12701" cap="flat">
                <a:solidFill>
                  <a:srgbClr val="000000"/>
                </a:solidFill>
                <a:prstDash val="solid"/>
                <a:miter/>
              </a:ln>
            </p:spPr>
            <p:txBody>
              <a:bodyPr vert="horz" wrap="square" lIns="179999" tIns="179999" rIns="179999" bIns="179999"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1600" b="0" i="0" u="none" strike="noStrike" kern="1200" cap="all" spc="0" baseline="0">
                  <a:solidFill>
                    <a:srgbClr val="FFFFFF"/>
                  </a:solidFill>
                  <a:uFillTx/>
                  <a:latin typeface="Calibri" pitchFamily="34"/>
                  <a:cs typeface="Calibri" pitchFamily="34"/>
                </a:endParaRPr>
              </a:p>
            </p:txBody>
          </p:sp>
        </p:grpSp>
        <p:grpSp>
          <p:nvGrpSpPr>
            <p:cNvPr id="106" name="Groep 91">
              <a:extLst>
                <a:ext uri="{FF2B5EF4-FFF2-40B4-BE49-F238E27FC236}">
                  <a16:creationId xmlns:a16="http://schemas.microsoft.com/office/drawing/2014/main" id="{91A6662D-22FE-3A83-A32A-65594E3F1DA5}"/>
                </a:ext>
              </a:extLst>
            </p:cNvPr>
            <p:cNvGrpSpPr/>
            <p:nvPr/>
          </p:nvGrpSpPr>
          <p:grpSpPr>
            <a:xfrm>
              <a:off x="-3786164" y="5680655"/>
              <a:ext cx="3693380" cy="959690"/>
              <a:chOff x="-3786164" y="5680655"/>
              <a:chExt cx="3693380" cy="959690"/>
            </a:xfrm>
          </p:grpSpPr>
          <p:sp>
            <p:nvSpPr>
              <p:cNvPr id="107" name="Rechthoek 119">
                <a:extLst>
                  <a:ext uri="{FF2B5EF4-FFF2-40B4-BE49-F238E27FC236}">
                    <a16:creationId xmlns:a16="http://schemas.microsoft.com/office/drawing/2014/main" id="{206CE63A-D5E4-2BBC-FAAE-401581BD2162}"/>
                  </a:ext>
                </a:extLst>
              </p:cNvPr>
              <p:cNvSpPr/>
              <p:nvPr/>
            </p:nvSpPr>
            <p:spPr>
              <a:xfrm>
                <a:off x="-3786164" y="5812347"/>
                <a:ext cx="3593637" cy="827998"/>
              </a:xfrm>
              <a:prstGeom prst="rect">
                <a:avLst/>
              </a:prstGeom>
              <a:solidFill>
                <a:srgbClr val="ECECEC"/>
              </a:solidFill>
              <a:ln w="6345" cap="flat">
                <a:solidFill>
                  <a:srgbClr val="ECECEC"/>
                </a:solidFill>
                <a:prstDash val="solid"/>
                <a:miter/>
              </a:ln>
            </p:spPr>
            <p:txBody>
              <a:bodyPr vert="horz" wrap="square" lIns="179999" tIns="143999" rIns="179999" bIns="143999"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1" i="0" u="none" strike="noStrike" kern="1200" cap="all" spc="0" baseline="0">
                    <a:solidFill>
                      <a:srgbClr val="211F26"/>
                    </a:solidFill>
                    <a:uFillTx/>
                    <a:latin typeface="Calibri" pitchFamily="34"/>
                    <a:cs typeface="Calibri" pitchFamily="34"/>
                  </a:rPr>
                  <a:t>Want to know more?</a:t>
                </a:r>
                <a:br>
                  <a:rPr lang="en-GB" sz="1200" b="1" i="0" u="none" strike="noStrike" kern="1200" cap="all" spc="0" baseline="0">
                    <a:solidFill>
                      <a:srgbClr val="211F26"/>
                    </a:solidFill>
                    <a:uFillTx/>
                    <a:latin typeface="Calibri" pitchFamily="34"/>
                    <a:cs typeface="Calibri" pitchFamily="34"/>
                  </a:rPr>
                </a:br>
                <a:r>
                  <a:rPr lang="en-GB" sz="1200" b="0" i="0" u="none" strike="noStrike" kern="1200" cap="none" spc="0" baseline="0">
                    <a:solidFill>
                      <a:srgbClr val="211F26"/>
                    </a:solidFill>
                    <a:uFillTx/>
                    <a:latin typeface="Calibri" pitchFamily="34"/>
                    <a:cs typeface="Calibri" pitchFamily="34"/>
                  </a:rPr>
                  <a:t>Go to the tab</a:t>
                </a:r>
                <a:r>
                  <a:rPr lang="en-GB" sz="1200" b="1" i="0" u="none" strike="noStrike" kern="1200" cap="all" spc="0" baseline="0">
                    <a:solidFill>
                      <a:srgbClr val="211F26"/>
                    </a:solidFill>
                    <a:uFillTx/>
                    <a:latin typeface="Calibri" pitchFamily="34"/>
                    <a:cs typeface="Calibri" pitchFamily="34"/>
                  </a:rPr>
                  <a:t> 'SLIDEBUILDER’ </a:t>
                </a:r>
                <a:r>
                  <a:rPr lang="en-GB" sz="1200" b="0" i="0" u="none" strike="noStrike" kern="1200" cap="none" spc="0" baseline="0">
                    <a:solidFill>
                      <a:srgbClr val="211F26"/>
                    </a:solidFill>
                    <a:uFillTx/>
                    <a:latin typeface="Calibri" pitchFamily="34"/>
                    <a:cs typeface="Calibri" pitchFamily="34"/>
                  </a:rPr>
                  <a:t>and click</a:t>
                </a:r>
                <a:br>
                  <a:rPr lang="en-GB" sz="1200" b="0" i="0" u="none" strike="noStrike" kern="1200" cap="none" spc="0" baseline="0">
                    <a:solidFill>
                      <a:srgbClr val="211F26"/>
                    </a:solidFill>
                    <a:uFillTx/>
                    <a:latin typeface="Calibri" pitchFamily="34"/>
                    <a:cs typeface="Calibri" pitchFamily="34"/>
                  </a:rPr>
                </a:br>
                <a:r>
                  <a:rPr lang="en-GB" sz="1200" b="0" i="0" u="none" strike="noStrike" kern="1200" cap="none" spc="0" baseline="0">
                    <a:solidFill>
                      <a:srgbClr val="211F26"/>
                    </a:solidFill>
                    <a:uFillTx/>
                    <a:latin typeface="Calibri" pitchFamily="34"/>
                    <a:cs typeface="Calibri" pitchFamily="34"/>
                  </a:rPr>
                  <a:t>on the button </a:t>
                </a:r>
                <a:r>
                  <a:rPr lang="en-GB" sz="1200" b="1" i="0" u="none" strike="noStrike" kern="1200" cap="all" spc="0" baseline="0">
                    <a:solidFill>
                      <a:srgbClr val="211F26"/>
                    </a:solidFill>
                    <a:uFillTx/>
                    <a:latin typeface="Calibri" pitchFamily="34"/>
                    <a:cs typeface="Calibri" pitchFamily="34"/>
                  </a:rPr>
                  <a:t>‘Inspiration'</a:t>
                </a:r>
              </a:p>
            </p:txBody>
          </p:sp>
          <p:grpSp>
            <p:nvGrpSpPr>
              <p:cNvPr id="108" name="ICOON_info">
                <a:extLst>
                  <a:ext uri="{FF2B5EF4-FFF2-40B4-BE49-F238E27FC236}">
                    <a16:creationId xmlns:a16="http://schemas.microsoft.com/office/drawing/2014/main" id="{A9A9E486-EE28-32DA-9ECD-110C642594C1}"/>
                  </a:ext>
                </a:extLst>
              </p:cNvPr>
              <p:cNvGrpSpPr/>
              <p:nvPr/>
            </p:nvGrpSpPr>
            <p:grpSpPr>
              <a:xfrm>
                <a:off x="-376467" y="5680655"/>
                <a:ext cx="283683" cy="283683"/>
                <a:chOff x="-376467" y="5680655"/>
                <a:chExt cx="283683" cy="283683"/>
              </a:xfrm>
            </p:grpSpPr>
            <p:sp>
              <p:nvSpPr>
                <p:cNvPr id="109" name="Ovaal 127">
                  <a:extLst>
                    <a:ext uri="{FF2B5EF4-FFF2-40B4-BE49-F238E27FC236}">
                      <a16:creationId xmlns:a16="http://schemas.microsoft.com/office/drawing/2014/main" id="{CC9E2408-CAE1-5B51-8868-028C4DCFE38F}"/>
                    </a:ext>
                  </a:extLst>
                </p:cNvPr>
                <p:cNvSpPr/>
                <p:nvPr/>
              </p:nvSpPr>
              <p:spPr>
                <a:xfrm>
                  <a:off x="-356433" y="5700113"/>
                  <a:ext cx="244748" cy="244748"/>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211F26"/>
                </a:solidFill>
                <a:ln>
                  <a:noFill/>
                  <a:prstDash val="solid"/>
                </a:ln>
              </p:spPr>
              <p:txBody>
                <a:bodyPr vert="horz" wrap="square" lIns="179999" tIns="179999" rIns="179999" bIns="179999"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1600" b="0" i="0" u="none" strike="noStrike" kern="1200" cap="all" spc="0" baseline="0">
                    <a:solidFill>
                      <a:srgbClr val="FFFFFF"/>
                    </a:solidFill>
                    <a:uFillTx/>
                    <a:latin typeface="Calibri" pitchFamily="34"/>
                    <a:cs typeface="Calibri" pitchFamily="34"/>
                  </a:endParaRPr>
                </a:p>
              </p:txBody>
            </p:sp>
            <p:sp>
              <p:nvSpPr>
                <p:cNvPr id="110" name="Graphic 163" descr="Informatie">
                  <a:extLst>
                    <a:ext uri="{FF2B5EF4-FFF2-40B4-BE49-F238E27FC236}">
                      <a16:creationId xmlns:a16="http://schemas.microsoft.com/office/drawing/2014/main" id="{912C53B7-8CB0-74B8-3258-2B56A19FD0F4}"/>
                    </a:ext>
                  </a:extLst>
                </p:cNvPr>
                <p:cNvSpPr/>
                <p:nvPr/>
              </p:nvSpPr>
              <p:spPr>
                <a:xfrm>
                  <a:off x="-376467" y="5680655"/>
                  <a:ext cx="283683" cy="283683"/>
                </a:xfrm>
                <a:custGeom>
                  <a:avLst/>
                  <a:gdLst>
                    <a:gd name="f0" fmla="val 10800000"/>
                    <a:gd name="f1" fmla="val 5400000"/>
                    <a:gd name="f2" fmla="val 180"/>
                    <a:gd name="f3" fmla="val w"/>
                    <a:gd name="f4" fmla="val h"/>
                    <a:gd name="f5" fmla="val 0"/>
                    <a:gd name="f6" fmla="val 291719"/>
                    <a:gd name="f7" fmla="val 145860"/>
                    <a:gd name="f8" fmla="val 65253"/>
                    <a:gd name="f9" fmla="val 226467"/>
                    <a:gd name="f10" fmla="val 291720"/>
                    <a:gd name="f11" fmla="val 138183"/>
                    <a:gd name="f12" fmla="val 38384"/>
                    <a:gd name="f13" fmla="val 148931"/>
                    <a:gd name="f14" fmla="val 157375"/>
                    <a:gd name="f15" fmla="val 46829"/>
                    <a:gd name="f16" fmla="val 57576"/>
                    <a:gd name="f17" fmla="val 68324"/>
                    <a:gd name="f18" fmla="val 76768"/>
                    <a:gd name="f19" fmla="val 127435"/>
                    <a:gd name="f20" fmla="val 118991"/>
                    <a:gd name="f21" fmla="val 184244"/>
                    <a:gd name="f22" fmla="val 253336"/>
                    <a:gd name="f23" fmla="val 107476"/>
                    <a:gd name="f24" fmla="val 230305"/>
                    <a:gd name="f25" fmla="val 134345"/>
                    <a:gd name="f26" fmla="val 115153"/>
                    <a:gd name="f27" fmla="val 111314"/>
                    <a:gd name="f28" fmla="val 92122"/>
                    <a:gd name="f29" fmla="+- 0 0 -90"/>
                    <a:gd name="f30" fmla="*/ f3 1 291719"/>
                    <a:gd name="f31" fmla="*/ f4 1 291719"/>
                    <a:gd name="f32" fmla="val f5"/>
                    <a:gd name="f33" fmla="val f6"/>
                    <a:gd name="f34" fmla="*/ f29 f0 1"/>
                    <a:gd name="f35" fmla="+- f33 0 f32"/>
                    <a:gd name="f36" fmla="*/ f34 1 f2"/>
                    <a:gd name="f37" fmla="*/ f35 1 291719"/>
                    <a:gd name="f38" fmla="*/ 145860 f35 1"/>
                    <a:gd name="f39" fmla="*/ 0 f35 1"/>
                    <a:gd name="f40" fmla="*/ 291720 f35 1"/>
                    <a:gd name="f41" fmla="*/ 138183 f35 1"/>
                    <a:gd name="f42" fmla="*/ 38384 f35 1"/>
                    <a:gd name="f43" fmla="*/ 157375 f35 1"/>
                    <a:gd name="f44" fmla="*/ 57576 f35 1"/>
                    <a:gd name="f45" fmla="*/ 76768 f35 1"/>
                    <a:gd name="f46" fmla="*/ 118991 f35 1"/>
                    <a:gd name="f47" fmla="*/ 184244 f35 1"/>
                    <a:gd name="f48" fmla="*/ 253336 f35 1"/>
                    <a:gd name="f49" fmla="*/ 107476 f35 1"/>
                    <a:gd name="f50" fmla="*/ 230305 f35 1"/>
                    <a:gd name="f51" fmla="*/ 134345 f35 1"/>
                    <a:gd name="f52" fmla="*/ 115153 f35 1"/>
                    <a:gd name="f53" fmla="*/ 111314 f35 1"/>
                    <a:gd name="f54" fmla="*/ 92122 f35 1"/>
                    <a:gd name="f55" fmla="+- f36 0 f1"/>
                    <a:gd name="f56" fmla="*/ f38 1 291719"/>
                    <a:gd name="f57" fmla="*/ f39 1 291719"/>
                    <a:gd name="f58" fmla="*/ f40 1 291719"/>
                    <a:gd name="f59" fmla="*/ f41 1 291719"/>
                    <a:gd name="f60" fmla="*/ f42 1 291719"/>
                    <a:gd name="f61" fmla="*/ f43 1 291719"/>
                    <a:gd name="f62" fmla="*/ f44 1 291719"/>
                    <a:gd name="f63" fmla="*/ f45 1 291719"/>
                    <a:gd name="f64" fmla="*/ f46 1 291719"/>
                    <a:gd name="f65" fmla="*/ f47 1 291719"/>
                    <a:gd name="f66" fmla="*/ f48 1 291719"/>
                    <a:gd name="f67" fmla="*/ f49 1 291719"/>
                    <a:gd name="f68" fmla="*/ f50 1 291719"/>
                    <a:gd name="f69" fmla="*/ f51 1 291719"/>
                    <a:gd name="f70" fmla="*/ f52 1 291719"/>
                    <a:gd name="f71" fmla="*/ f53 1 291719"/>
                    <a:gd name="f72" fmla="*/ f54 1 291719"/>
                    <a:gd name="f73" fmla="*/ f32 1 f37"/>
                    <a:gd name="f74" fmla="*/ f33 1 f37"/>
                    <a:gd name="f75" fmla="*/ f56 1 f37"/>
                    <a:gd name="f76" fmla="*/ f57 1 f37"/>
                    <a:gd name="f77" fmla="*/ f58 1 f37"/>
                    <a:gd name="f78" fmla="*/ f59 1 f37"/>
                    <a:gd name="f79" fmla="*/ f60 1 f37"/>
                    <a:gd name="f80" fmla="*/ f61 1 f37"/>
                    <a:gd name="f81" fmla="*/ f62 1 f37"/>
                    <a:gd name="f82" fmla="*/ f63 1 f37"/>
                    <a:gd name="f83" fmla="*/ f64 1 f37"/>
                    <a:gd name="f84" fmla="*/ f65 1 f37"/>
                    <a:gd name="f85" fmla="*/ f66 1 f37"/>
                    <a:gd name="f86" fmla="*/ f67 1 f37"/>
                    <a:gd name="f87" fmla="*/ f68 1 f37"/>
                    <a:gd name="f88" fmla="*/ f69 1 f37"/>
                    <a:gd name="f89" fmla="*/ f70 1 f37"/>
                    <a:gd name="f90" fmla="*/ f71 1 f37"/>
                    <a:gd name="f91" fmla="*/ f72 1 f37"/>
                    <a:gd name="f92" fmla="*/ f73 f30 1"/>
                    <a:gd name="f93" fmla="*/ f74 f30 1"/>
                    <a:gd name="f94" fmla="*/ f74 f31 1"/>
                    <a:gd name="f95" fmla="*/ f73 f31 1"/>
                    <a:gd name="f96" fmla="*/ f75 f30 1"/>
                    <a:gd name="f97" fmla="*/ f76 f31 1"/>
                    <a:gd name="f98" fmla="*/ f76 f30 1"/>
                    <a:gd name="f99" fmla="*/ f75 f31 1"/>
                    <a:gd name="f100" fmla="*/ f77 f31 1"/>
                    <a:gd name="f101" fmla="*/ f77 f30 1"/>
                    <a:gd name="f102" fmla="*/ f78 f30 1"/>
                    <a:gd name="f103" fmla="*/ f79 f31 1"/>
                    <a:gd name="f104" fmla="*/ f80 f30 1"/>
                    <a:gd name="f105" fmla="*/ f81 f31 1"/>
                    <a:gd name="f106" fmla="*/ f82 f31 1"/>
                    <a:gd name="f107" fmla="*/ f83 f30 1"/>
                    <a:gd name="f108" fmla="*/ f84 f30 1"/>
                    <a:gd name="f109" fmla="*/ f85 f31 1"/>
                    <a:gd name="f110" fmla="*/ f86 f30 1"/>
                    <a:gd name="f111" fmla="*/ f87 f31 1"/>
                    <a:gd name="f112" fmla="*/ f88 f30 1"/>
                    <a:gd name="f113" fmla="*/ f89 f31 1"/>
                    <a:gd name="f114" fmla="*/ f90 f30 1"/>
                    <a:gd name="f115" fmla="*/ f91 f31 1"/>
                  </a:gdLst>
                  <a:ahLst/>
                  <a:cxnLst>
                    <a:cxn ang="3cd4">
                      <a:pos x="hc" y="t"/>
                    </a:cxn>
                    <a:cxn ang="0">
                      <a:pos x="r" y="vc"/>
                    </a:cxn>
                    <a:cxn ang="cd4">
                      <a:pos x="hc" y="b"/>
                    </a:cxn>
                    <a:cxn ang="cd2">
                      <a:pos x="l" y="vc"/>
                    </a:cxn>
                    <a:cxn ang="f55">
                      <a:pos x="f96" y="f97"/>
                    </a:cxn>
                    <a:cxn ang="f55">
                      <a:pos x="f98" y="f99"/>
                    </a:cxn>
                    <a:cxn ang="f55">
                      <a:pos x="f96" y="f100"/>
                    </a:cxn>
                    <a:cxn ang="f55">
                      <a:pos x="f101" y="f99"/>
                    </a:cxn>
                    <a:cxn ang="f55">
                      <a:pos x="f96" y="f97"/>
                    </a:cxn>
                    <a:cxn ang="f55">
                      <a:pos x="f102" y="f103"/>
                    </a:cxn>
                    <a:cxn ang="f55">
                      <a:pos x="f104" y="f105"/>
                    </a:cxn>
                    <a:cxn ang="f55">
                      <a:pos x="f102" y="f106"/>
                    </a:cxn>
                    <a:cxn ang="f55">
                      <a:pos x="f107" y="f105"/>
                    </a:cxn>
                    <a:cxn ang="f55">
                      <a:pos x="f102" y="f103"/>
                    </a:cxn>
                    <a:cxn ang="f55">
                      <a:pos x="f108" y="f109"/>
                    </a:cxn>
                    <a:cxn ang="f55">
                      <a:pos x="f110" y="f109"/>
                    </a:cxn>
                    <a:cxn ang="f55">
                      <a:pos x="f110" y="f111"/>
                    </a:cxn>
                    <a:cxn ang="f55">
                      <a:pos x="f112" y="f111"/>
                    </a:cxn>
                    <a:cxn ang="f55">
                      <a:pos x="f112" y="f113"/>
                    </a:cxn>
                    <a:cxn ang="f55">
                      <a:pos x="f114" y="f113"/>
                    </a:cxn>
                    <a:cxn ang="f55">
                      <a:pos x="f114" y="f115"/>
                    </a:cxn>
                    <a:cxn ang="f55">
                      <a:pos x="f104" y="f115"/>
                    </a:cxn>
                    <a:cxn ang="f55">
                      <a:pos x="f104" y="f113"/>
                    </a:cxn>
                    <a:cxn ang="f55">
                      <a:pos x="f104" y="f111"/>
                    </a:cxn>
                    <a:cxn ang="f55">
                      <a:pos x="f108" y="f111"/>
                    </a:cxn>
                    <a:cxn ang="f55">
                      <a:pos x="f108" y="f109"/>
                    </a:cxn>
                  </a:cxnLst>
                  <a:rect l="f92" t="f95" r="f93" b="f94"/>
                  <a:pathLst>
                    <a:path w="291719" h="291719">
                      <a:moveTo>
                        <a:pt x="f7" y="f5"/>
                      </a:moveTo>
                      <a:cubicBezTo>
                        <a:pt x="f8" y="f5"/>
                        <a:pt x="f5" y="f8"/>
                        <a:pt x="f5" y="f7"/>
                      </a:cubicBezTo>
                      <a:cubicBezTo>
                        <a:pt x="f5" y="f9"/>
                        <a:pt x="f8" y="f10"/>
                        <a:pt x="f7" y="f10"/>
                      </a:cubicBezTo>
                      <a:cubicBezTo>
                        <a:pt x="f9" y="f10"/>
                        <a:pt x="f10" y="f9"/>
                        <a:pt x="f10" y="f7"/>
                      </a:cubicBezTo>
                      <a:cubicBezTo>
                        <a:pt x="f10" y="f8"/>
                        <a:pt x="f9" y="f5"/>
                        <a:pt x="f7" y="f5"/>
                      </a:cubicBezTo>
                      <a:close/>
                      <a:moveTo>
                        <a:pt x="f11" y="f12"/>
                      </a:moveTo>
                      <a:cubicBezTo>
                        <a:pt x="f13" y="f12"/>
                        <a:pt x="f14" y="f15"/>
                        <a:pt x="f14" y="f16"/>
                      </a:cubicBezTo>
                      <a:cubicBezTo>
                        <a:pt x="f14" y="f17"/>
                        <a:pt x="f13" y="f18"/>
                        <a:pt x="f11" y="f18"/>
                      </a:cubicBezTo>
                      <a:cubicBezTo>
                        <a:pt x="f19" y="f18"/>
                        <a:pt x="f20" y="f17"/>
                        <a:pt x="f20" y="f16"/>
                      </a:cubicBezTo>
                      <a:cubicBezTo>
                        <a:pt x="f20" y="f15"/>
                        <a:pt x="f19" y="f12"/>
                        <a:pt x="f11" y="f12"/>
                      </a:cubicBezTo>
                      <a:close/>
                      <a:moveTo>
                        <a:pt x="f21" y="f22"/>
                      </a:moveTo>
                      <a:lnTo>
                        <a:pt x="f23" y="f22"/>
                      </a:lnTo>
                      <a:lnTo>
                        <a:pt x="f23" y="f24"/>
                      </a:lnTo>
                      <a:lnTo>
                        <a:pt x="f25" y="f24"/>
                      </a:lnTo>
                      <a:lnTo>
                        <a:pt x="f25" y="f26"/>
                      </a:lnTo>
                      <a:lnTo>
                        <a:pt x="f27" y="f26"/>
                      </a:lnTo>
                      <a:lnTo>
                        <a:pt x="f27" y="f28"/>
                      </a:lnTo>
                      <a:lnTo>
                        <a:pt x="f14" y="f28"/>
                      </a:lnTo>
                      <a:lnTo>
                        <a:pt x="f14" y="f26"/>
                      </a:lnTo>
                      <a:lnTo>
                        <a:pt x="f14" y="f24"/>
                      </a:lnTo>
                      <a:lnTo>
                        <a:pt x="f21" y="f24"/>
                      </a:lnTo>
                      <a:lnTo>
                        <a:pt x="f21" y="f22"/>
                      </a:lnTo>
                      <a:close/>
                    </a:path>
                  </a:pathLst>
                </a:custGeom>
                <a:solidFill>
                  <a:srgbClr val="1FF524"/>
                </a:solidFill>
                <a:ln>
                  <a:noFill/>
                  <a:prstDash val="soli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2000" b="0" i="0" u="none" strike="noStrike" kern="1200" cap="none" spc="0" baseline="0">
                    <a:solidFill>
                      <a:srgbClr val="211F26"/>
                    </a:solidFill>
                    <a:uFillTx/>
                    <a:latin typeface="Calibri" pitchFamily="34"/>
                    <a:cs typeface="Calibri" pitchFamily="34"/>
                  </a:endParaRPr>
                </a:p>
              </p:txBody>
            </p:sp>
          </p:grpSp>
          <p:grpSp>
            <p:nvGrpSpPr>
              <p:cNvPr id="111" name="Groep 121">
                <a:extLst>
                  <a:ext uri="{FF2B5EF4-FFF2-40B4-BE49-F238E27FC236}">
                    <a16:creationId xmlns:a16="http://schemas.microsoft.com/office/drawing/2014/main" id="{E4E866DE-0A88-7ECB-0E20-965CCEDB74C5}"/>
                  </a:ext>
                </a:extLst>
              </p:cNvPr>
              <p:cNvGrpSpPr/>
              <p:nvPr/>
            </p:nvGrpSpPr>
            <p:grpSpPr>
              <a:xfrm>
                <a:off x="-938165" y="5938003"/>
                <a:ext cx="627799" cy="576684"/>
                <a:chOff x="-938165" y="5938003"/>
                <a:chExt cx="627799" cy="576684"/>
              </a:xfrm>
            </p:grpSpPr>
            <p:grpSp>
              <p:nvGrpSpPr>
                <p:cNvPr id="112" name="Inspireren">
                  <a:extLst>
                    <a:ext uri="{FF2B5EF4-FFF2-40B4-BE49-F238E27FC236}">
                      <a16:creationId xmlns:a16="http://schemas.microsoft.com/office/drawing/2014/main" id="{CB7864A6-808F-A3E9-BEF7-8104656E0BEF}"/>
                    </a:ext>
                  </a:extLst>
                </p:cNvPr>
                <p:cNvGrpSpPr/>
                <p:nvPr/>
              </p:nvGrpSpPr>
              <p:grpSpPr>
                <a:xfrm>
                  <a:off x="-715847" y="5938003"/>
                  <a:ext cx="169776" cy="242380"/>
                  <a:chOff x="-715847" y="5938003"/>
                  <a:chExt cx="169776" cy="242380"/>
                </a:xfrm>
              </p:grpSpPr>
              <p:sp>
                <p:nvSpPr>
                  <p:cNvPr id="113" name="Freeform 12">
                    <a:extLst>
                      <a:ext uri="{FF2B5EF4-FFF2-40B4-BE49-F238E27FC236}">
                        <a16:creationId xmlns:a16="http://schemas.microsoft.com/office/drawing/2014/main" id="{20A58118-176C-9A81-71B5-1F86E32345AA}"/>
                      </a:ext>
                    </a:extLst>
                  </p:cNvPr>
                  <p:cNvSpPr/>
                  <p:nvPr/>
                </p:nvSpPr>
                <p:spPr>
                  <a:xfrm>
                    <a:off x="-665646" y="6024826"/>
                    <a:ext cx="68726" cy="62051"/>
                  </a:xfrm>
                  <a:custGeom>
                    <a:avLst/>
                    <a:gdLst>
                      <a:gd name="f0" fmla="val 10800000"/>
                      <a:gd name="f1" fmla="val 5400000"/>
                      <a:gd name="f2" fmla="val 180"/>
                      <a:gd name="f3" fmla="val w"/>
                      <a:gd name="f4" fmla="val h"/>
                      <a:gd name="f5" fmla="val 0"/>
                      <a:gd name="f6" fmla="val 319"/>
                      <a:gd name="f7" fmla="val 288"/>
                      <a:gd name="f8" fmla="val 220"/>
                      <a:gd name="f9" fmla="val 107"/>
                      <a:gd name="f10" fmla="+- 0 0 -90"/>
                      <a:gd name="f11" fmla="*/ f3 1 319"/>
                      <a:gd name="f12" fmla="*/ f4 1 288"/>
                      <a:gd name="f13" fmla="val f5"/>
                      <a:gd name="f14" fmla="val f6"/>
                      <a:gd name="f15" fmla="val f7"/>
                      <a:gd name="f16" fmla="*/ f10 f0 1"/>
                      <a:gd name="f17" fmla="+- f15 0 f13"/>
                      <a:gd name="f18" fmla="+- f14 0 f13"/>
                      <a:gd name="f19" fmla="*/ f16 1 f2"/>
                      <a:gd name="f20" fmla="*/ f18 1 319"/>
                      <a:gd name="f21" fmla="*/ f17 1 288"/>
                      <a:gd name="f22" fmla="*/ 220 f18 1"/>
                      <a:gd name="f23" fmla="*/ 288 f17 1"/>
                      <a:gd name="f24" fmla="*/ 107 f18 1"/>
                      <a:gd name="f25" fmla="*/ 0 f18 1"/>
                      <a:gd name="f26" fmla="*/ 0 f17 1"/>
                      <a:gd name="f27" fmla="*/ 319 f18 1"/>
                      <a:gd name="f28" fmla="+- f19 0 f1"/>
                      <a:gd name="f29" fmla="*/ f22 1 319"/>
                      <a:gd name="f30" fmla="*/ f23 1 288"/>
                      <a:gd name="f31" fmla="*/ f24 1 319"/>
                      <a:gd name="f32" fmla="*/ f25 1 319"/>
                      <a:gd name="f33" fmla="*/ f26 1 288"/>
                      <a:gd name="f34" fmla="*/ f27 1 319"/>
                      <a:gd name="f35" fmla="*/ 0 1 f20"/>
                      <a:gd name="f36" fmla="*/ f14 1 f20"/>
                      <a:gd name="f37" fmla="*/ 0 1 f21"/>
                      <a:gd name="f38" fmla="*/ f15 1 f21"/>
                      <a:gd name="f39" fmla="*/ f29 1 f20"/>
                      <a:gd name="f40" fmla="*/ f30 1 f21"/>
                      <a:gd name="f41" fmla="*/ f31 1 f20"/>
                      <a:gd name="f42" fmla="*/ f32 1 f20"/>
                      <a:gd name="f43" fmla="*/ f33 1 f21"/>
                      <a:gd name="f44" fmla="*/ f34 1 f20"/>
                      <a:gd name="f45" fmla="*/ f35 f11 1"/>
                      <a:gd name="f46" fmla="*/ f36 f11 1"/>
                      <a:gd name="f47" fmla="*/ f38 f12 1"/>
                      <a:gd name="f48" fmla="*/ f37 f12 1"/>
                      <a:gd name="f49" fmla="*/ f39 f11 1"/>
                      <a:gd name="f50" fmla="*/ f40 f12 1"/>
                      <a:gd name="f51" fmla="*/ f41 f11 1"/>
                      <a:gd name="f52" fmla="*/ f42 f11 1"/>
                      <a:gd name="f53" fmla="*/ f43 f12 1"/>
                      <a:gd name="f54" fmla="*/ f44 f11 1"/>
                    </a:gdLst>
                    <a:ahLst/>
                    <a:cxnLst>
                      <a:cxn ang="3cd4">
                        <a:pos x="hc" y="t"/>
                      </a:cxn>
                      <a:cxn ang="0">
                        <a:pos x="r" y="vc"/>
                      </a:cxn>
                      <a:cxn ang="cd4">
                        <a:pos x="hc" y="b"/>
                      </a:cxn>
                      <a:cxn ang="cd2">
                        <a:pos x="l" y="vc"/>
                      </a:cxn>
                      <a:cxn ang="f28">
                        <a:pos x="f49" y="f50"/>
                      </a:cxn>
                      <a:cxn ang="f28">
                        <a:pos x="f51" y="f50"/>
                      </a:cxn>
                      <a:cxn ang="f28">
                        <a:pos x="f52" y="f53"/>
                      </a:cxn>
                      <a:cxn ang="f28">
                        <a:pos x="f54" y="f53"/>
                      </a:cxn>
                      <a:cxn ang="f28">
                        <a:pos x="f49" y="f50"/>
                      </a:cxn>
                    </a:cxnLst>
                    <a:rect l="f45" t="f48" r="f46" b="f47"/>
                    <a:pathLst>
                      <a:path w="319" h="288">
                        <a:moveTo>
                          <a:pt x="f8" y="f7"/>
                        </a:moveTo>
                        <a:lnTo>
                          <a:pt x="f9" y="f7"/>
                        </a:lnTo>
                        <a:lnTo>
                          <a:pt x="f5" y="f5"/>
                        </a:lnTo>
                        <a:lnTo>
                          <a:pt x="f6" y="f5"/>
                        </a:lnTo>
                        <a:lnTo>
                          <a:pt x="f8" y="f7"/>
                        </a:lnTo>
                        <a:close/>
                      </a:path>
                    </a:pathLst>
                  </a:custGeom>
                  <a:solidFill>
                    <a:srgbClr val="1FF524"/>
                  </a:solidFill>
                  <a:ln>
                    <a:noFill/>
                    <a:prstDash val="solid"/>
                  </a:ln>
                </p:spPr>
                <p:txBody>
                  <a:bodyPr vert="horz" wrap="square" lIns="91440" tIns="45720" rIns="91440" bIns="45720" anchor="t"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300" b="0" i="0" u="none" strike="noStrike" kern="0" cap="none" spc="0" baseline="0">
                      <a:solidFill>
                        <a:srgbClr val="211F26"/>
                      </a:solidFill>
                      <a:uFillTx/>
                      <a:latin typeface="Arial"/>
                    </a:endParaRPr>
                  </a:p>
                </p:txBody>
              </p:sp>
              <p:sp>
                <p:nvSpPr>
                  <p:cNvPr id="114" name="Freeform 13">
                    <a:extLst>
                      <a:ext uri="{FF2B5EF4-FFF2-40B4-BE49-F238E27FC236}">
                        <a16:creationId xmlns:a16="http://schemas.microsoft.com/office/drawing/2014/main" id="{0284FA53-8224-6B43-6C3D-C91DE9D2B5CE}"/>
                      </a:ext>
                    </a:extLst>
                  </p:cNvPr>
                  <p:cNvSpPr/>
                  <p:nvPr/>
                </p:nvSpPr>
                <p:spPr>
                  <a:xfrm>
                    <a:off x="-661120" y="6156252"/>
                    <a:ext cx="60761" cy="24131"/>
                  </a:xfrm>
                  <a:custGeom>
                    <a:avLst/>
                    <a:gdLst>
                      <a:gd name="f0" fmla="val 10800000"/>
                      <a:gd name="f1" fmla="val 5400000"/>
                      <a:gd name="f2" fmla="val 180"/>
                      <a:gd name="f3" fmla="val w"/>
                      <a:gd name="f4" fmla="val h"/>
                      <a:gd name="f5" fmla="val 0"/>
                      <a:gd name="f6" fmla="val 251"/>
                      <a:gd name="f7" fmla="val 100"/>
                      <a:gd name="f8" fmla="val 229"/>
                      <a:gd name="f9" fmla="val 70"/>
                      <a:gd name="f10" fmla="val 69"/>
                      <a:gd name="f11" fmla="val 22"/>
                      <a:gd name="f12" fmla="val 27"/>
                      <a:gd name="f13" fmla="val 87"/>
                      <a:gd name="f14" fmla="val 44"/>
                      <a:gd name="f15" fmla="val 63"/>
                      <a:gd name="f16" fmla="val 188"/>
                      <a:gd name="f17" fmla="val 207"/>
                      <a:gd name="f18" fmla="val 223"/>
                      <a:gd name="f19" fmla="val 88"/>
                      <a:gd name="f20" fmla="val 71"/>
                      <a:gd name="f21" fmla="+- 0 0 -90"/>
                      <a:gd name="f22" fmla="*/ f3 1 251"/>
                      <a:gd name="f23" fmla="*/ f4 1 100"/>
                      <a:gd name="f24" fmla="val f5"/>
                      <a:gd name="f25" fmla="val f6"/>
                      <a:gd name="f26" fmla="val f7"/>
                      <a:gd name="f27" fmla="*/ f21 f0 1"/>
                      <a:gd name="f28" fmla="+- f26 0 f24"/>
                      <a:gd name="f29" fmla="+- f25 0 f24"/>
                      <a:gd name="f30" fmla="*/ f27 1 f2"/>
                      <a:gd name="f31" fmla="*/ f29 1 251"/>
                      <a:gd name="f32" fmla="*/ f28 1 100"/>
                      <a:gd name="f33" fmla="*/ 229 f29 1"/>
                      <a:gd name="f34" fmla="*/ 70 f28 1"/>
                      <a:gd name="f35" fmla="*/ 69 f28 1"/>
                      <a:gd name="f36" fmla="*/ 251 f29 1"/>
                      <a:gd name="f37" fmla="*/ 0 f28 1"/>
                      <a:gd name="f38" fmla="*/ 0 f29 1"/>
                      <a:gd name="f39" fmla="*/ 22 f29 1"/>
                      <a:gd name="f40" fmla="*/ 63 f29 1"/>
                      <a:gd name="f41" fmla="*/ 100 f28 1"/>
                      <a:gd name="f42" fmla="*/ 188 f29 1"/>
                      <a:gd name="f43" fmla="*/ 71 f28 1"/>
                      <a:gd name="f44" fmla="+- f30 0 f1"/>
                      <a:gd name="f45" fmla="*/ f33 1 251"/>
                      <a:gd name="f46" fmla="*/ f34 1 100"/>
                      <a:gd name="f47" fmla="*/ f35 1 100"/>
                      <a:gd name="f48" fmla="*/ f36 1 251"/>
                      <a:gd name="f49" fmla="*/ f37 1 100"/>
                      <a:gd name="f50" fmla="*/ f38 1 251"/>
                      <a:gd name="f51" fmla="*/ f39 1 251"/>
                      <a:gd name="f52" fmla="*/ f40 1 251"/>
                      <a:gd name="f53" fmla="*/ f41 1 100"/>
                      <a:gd name="f54" fmla="*/ f42 1 251"/>
                      <a:gd name="f55" fmla="*/ f43 1 100"/>
                      <a:gd name="f56" fmla="*/ 0 1 f31"/>
                      <a:gd name="f57" fmla="*/ f25 1 f31"/>
                      <a:gd name="f58" fmla="*/ 0 1 f32"/>
                      <a:gd name="f59" fmla="*/ f26 1 f32"/>
                      <a:gd name="f60" fmla="*/ f45 1 f31"/>
                      <a:gd name="f61" fmla="*/ f46 1 f32"/>
                      <a:gd name="f62" fmla="*/ f47 1 f32"/>
                      <a:gd name="f63" fmla="*/ f48 1 f31"/>
                      <a:gd name="f64" fmla="*/ f49 1 f32"/>
                      <a:gd name="f65" fmla="*/ f50 1 f31"/>
                      <a:gd name="f66" fmla="*/ f51 1 f31"/>
                      <a:gd name="f67" fmla="*/ f52 1 f31"/>
                      <a:gd name="f68" fmla="*/ f53 1 f32"/>
                      <a:gd name="f69" fmla="*/ f54 1 f31"/>
                      <a:gd name="f70" fmla="*/ f55 1 f32"/>
                      <a:gd name="f71" fmla="*/ f56 f22 1"/>
                      <a:gd name="f72" fmla="*/ f57 f22 1"/>
                      <a:gd name="f73" fmla="*/ f59 f23 1"/>
                      <a:gd name="f74" fmla="*/ f58 f23 1"/>
                      <a:gd name="f75" fmla="*/ f60 f22 1"/>
                      <a:gd name="f76" fmla="*/ f61 f23 1"/>
                      <a:gd name="f77" fmla="*/ f62 f23 1"/>
                      <a:gd name="f78" fmla="*/ f63 f22 1"/>
                      <a:gd name="f79" fmla="*/ f64 f23 1"/>
                      <a:gd name="f80" fmla="*/ f65 f22 1"/>
                      <a:gd name="f81" fmla="*/ f66 f22 1"/>
                      <a:gd name="f82" fmla="*/ f67 f22 1"/>
                      <a:gd name="f83" fmla="*/ f68 f23 1"/>
                      <a:gd name="f84" fmla="*/ f69 f22 1"/>
                      <a:gd name="f85" fmla="*/ f70 f23 1"/>
                    </a:gdLst>
                    <a:ahLst/>
                    <a:cxnLst>
                      <a:cxn ang="3cd4">
                        <a:pos x="hc" y="t"/>
                      </a:cxn>
                      <a:cxn ang="0">
                        <a:pos x="r" y="vc"/>
                      </a:cxn>
                      <a:cxn ang="cd4">
                        <a:pos x="hc" y="b"/>
                      </a:cxn>
                      <a:cxn ang="cd2">
                        <a:pos x="l" y="vc"/>
                      </a:cxn>
                      <a:cxn ang="f44">
                        <a:pos x="f75" y="f76"/>
                      </a:cxn>
                      <a:cxn ang="f44">
                        <a:pos x="f75" y="f77"/>
                      </a:cxn>
                      <a:cxn ang="f44">
                        <a:pos x="f78" y="f79"/>
                      </a:cxn>
                      <a:cxn ang="f44">
                        <a:pos x="f80" y="f79"/>
                      </a:cxn>
                      <a:cxn ang="f44">
                        <a:pos x="f81" y="f77"/>
                      </a:cxn>
                      <a:cxn ang="f44">
                        <a:pos x="f82" y="f83"/>
                      </a:cxn>
                      <a:cxn ang="f44">
                        <a:pos x="f84" y="f83"/>
                      </a:cxn>
                      <a:cxn ang="f44">
                        <a:pos x="f75" y="f85"/>
                      </a:cxn>
                      <a:cxn ang="f44">
                        <a:pos x="f75" y="f85"/>
                      </a:cxn>
                      <a:cxn ang="f44">
                        <a:pos x="f75" y="f76"/>
                      </a:cxn>
                    </a:cxnLst>
                    <a:rect l="f71" t="f74" r="f72" b="f73"/>
                    <a:pathLst>
                      <a:path w="251" h="100">
                        <a:moveTo>
                          <a:pt x="f8" y="f9"/>
                        </a:moveTo>
                        <a:cubicBezTo>
                          <a:pt x="f8" y="f9"/>
                          <a:pt x="f8" y="f10"/>
                          <a:pt x="f8" y="f10"/>
                        </a:cubicBezTo>
                        <a:cubicBezTo>
                          <a:pt x="f6" y="f5"/>
                          <a:pt x="f6" y="f5"/>
                          <a:pt x="f6" y="f5"/>
                        </a:cubicBezTo>
                        <a:cubicBezTo>
                          <a:pt x="f5" y="f5"/>
                          <a:pt x="f5" y="f5"/>
                          <a:pt x="f5" y="f5"/>
                        </a:cubicBezTo>
                        <a:cubicBezTo>
                          <a:pt x="f11" y="f10"/>
                          <a:pt x="f11" y="f10"/>
                          <a:pt x="f11" y="f10"/>
                        </a:cubicBezTo>
                        <a:cubicBezTo>
                          <a:pt x="f12" y="f13"/>
                          <a:pt x="f14" y="f7"/>
                          <a:pt x="f15" y="f7"/>
                        </a:cubicBezTo>
                        <a:cubicBezTo>
                          <a:pt x="f16" y="f7"/>
                          <a:pt x="f16" y="f7"/>
                          <a:pt x="f16" y="f7"/>
                        </a:cubicBezTo>
                        <a:cubicBezTo>
                          <a:pt x="f17" y="f7"/>
                          <a:pt x="f18" y="f19"/>
                          <a:pt x="f8" y="f20"/>
                        </a:cubicBezTo>
                        <a:cubicBezTo>
                          <a:pt x="f8" y="f20"/>
                          <a:pt x="f8" y="f20"/>
                          <a:pt x="f8" y="f20"/>
                        </a:cubicBezTo>
                        <a:lnTo>
                          <a:pt x="f8" y="f9"/>
                        </a:lnTo>
                        <a:close/>
                      </a:path>
                    </a:pathLst>
                  </a:custGeom>
                  <a:gradFill>
                    <a:gsLst>
                      <a:gs pos="0">
                        <a:srgbClr val="9D9FA1"/>
                      </a:gs>
                      <a:gs pos="100000">
                        <a:srgbClr val="211F26"/>
                      </a:gs>
                    </a:gsLst>
                    <a:lin ang="2700000"/>
                  </a:gradFill>
                  <a:ln>
                    <a:noFill/>
                    <a:prstDash val="solid"/>
                  </a:ln>
                </p:spPr>
                <p:txBody>
                  <a:bodyPr vert="horz" wrap="square" lIns="91440" tIns="45720" rIns="91440" bIns="45720" anchor="t"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300" b="0" i="0" u="none" strike="noStrike" kern="0" cap="none" spc="0" baseline="0">
                      <a:solidFill>
                        <a:srgbClr val="211F26"/>
                      </a:solidFill>
                      <a:uFillTx/>
                      <a:latin typeface="Arial"/>
                    </a:endParaRPr>
                  </a:p>
                </p:txBody>
              </p:sp>
              <p:sp>
                <p:nvSpPr>
                  <p:cNvPr id="115" name="Freeform 14">
                    <a:extLst>
                      <a:ext uri="{FF2B5EF4-FFF2-40B4-BE49-F238E27FC236}">
                        <a16:creationId xmlns:a16="http://schemas.microsoft.com/office/drawing/2014/main" id="{34EB8AF2-638C-01CE-CFB9-48C744541D0C}"/>
                      </a:ext>
                    </a:extLst>
                  </p:cNvPr>
                  <p:cNvSpPr/>
                  <p:nvPr/>
                </p:nvSpPr>
                <p:spPr>
                  <a:xfrm>
                    <a:off x="-715847" y="5938003"/>
                    <a:ext cx="169776" cy="208126"/>
                  </a:xfrm>
                  <a:custGeom>
                    <a:avLst/>
                    <a:gdLst>
                      <a:gd name="f0" fmla="val 10800000"/>
                      <a:gd name="f1" fmla="val 5400000"/>
                      <a:gd name="f2" fmla="val 180"/>
                      <a:gd name="f3" fmla="val w"/>
                      <a:gd name="f4" fmla="val h"/>
                      <a:gd name="f5" fmla="val 0"/>
                      <a:gd name="f6" fmla="val 702"/>
                      <a:gd name="f7" fmla="val 860"/>
                      <a:gd name="f8" fmla="val 351"/>
                      <a:gd name="f9" fmla="val 157"/>
                      <a:gd name="f10" fmla="val 463"/>
                      <a:gd name="f11" fmla="val 52"/>
                      <a:gd name="f12" fmla="val 562"/>
                      <a:gd name="f13" fmla="val 134"/>
                      <a:gd name="f14" fmla="val 627"/>
                      <a:gd name="f15" fmla="val 165"/>
                      <a:gd name="f16" fmla="val 718"/>
                      <a:gd name="f17" fmla="val 266"/>
                      <a:gd name="f18" fmla="val 434"/>
                      <a:gd name="f19" fmla="val 419"/>
                      <a:gd name="f20" fmla="val 760"/>
                      <a:gd name="f21" fmla="val 284"/>
                      <a:gd name="f22" fmla="val 179"/>
                      <a:gd name="f23" fmla="val 212"/>
                      <a:gd name="f24" fmla="val 216"/>
                      <a:gd name="f25" fmla="val 488"/>
                      <a:gd name="f26" fmla="val 491"/>
                      <a:gd name="f27" fmla="val 570"/>
                      <a:gd name="f28" fmla="val 625"/>
                      <a:gd name="f29" fmla="val 651"/>
                      <a:gd name="f30" fmla="val 560"/>
                      <a:gd name="f31" fmla="val 461"/>
                      <a:gd name="f32" fmla="val 545"/>
                      <a:gd name="f33" fmla="val 587"/>
                      <a:gd name="f34" fmla="val 438"/>
                      <a:gd name="f35" fmla="val 568"/>
                      <a:gd name="f36" fmla="val 490"/>
                      <a:gd name="f37" fmla="val 531"/>
                      <a:gd name="f38" fmla="val 534"/>
                      <a:gd name="f39" fmla="val 485"/>
                      <a:gd name="f40" fmla="val 563"/>
                      <a:gd name="f41" fmla="val 454"/>
                      <a:gd name="f42" fmla="val 658"/>
                      <a:gd name="f43" fmla="val 250"/>
                      <a:gd name="f44" fmla="val 219"/>
                      <a:gd name="f45" fmla="val 565"/>
                      <a:gd name="f46" fmla="val 172"/>
                      <a:gd name="f47" fmla="val 536"/>
                      <a:gd name="f48" fmla="val 135"/>
                      <a:gd name="f49" fmla="val 115"/>
                      <a:gd name="f50" fmla="val 439"/>
                      <a:gd name="f51" fmla="val 105"/>
                      <a:gd name="f52" fmla="val 411"/>
                      <a:gd name="f53" fmla="val 99"/>
                      <a:gd name="f54" fmla="val 382"/>
                      <a:gd name="f55" fmla="val 603"/>
                      <a:gd name="f56" fmla="val 381"/>
                      <a:gd name="f57" fmla="val 597"/>
                      <a:gd name="f58" fmla="+- 0 0 -90"/>
                      <a:gd name="f59" fmla="*/ f3 1 702"/>
                      <a:gd name="f60" fmla="*/ f4 1 860"/>
                      <a:gd name="f61" fmla="val f5"/>
                      <a:gd name="f62" fmla="val f6"/>
                      <a:gd name="f63" fmla="val f7"/>
                      <a:gd name="f64" fmla="*/ f58 f0 1"/>
                      <a:gd name="f65" fmla="+- f63 0 f61"/>
                      <a:gd name="f66" fmla="+- f62 0 f61"/>
                      <a:gd name="f67" fmla="*/ f64 1 f2"/>
                      <a:gd name="f68" fmla="*/ f66 1 702"/>
                      <a:gd name="f69" fmla="*/ f65 1 860"/>
                      <a:gd name="f70" fmla="*/ 351 f66 1"/>
                      <a:gd name="f71" fmla="*/ 0 f65 1"/>
                      <a:gd name="f72" fmla="*/ 0 f66 1"/>
                      <a:gd name="f73" fmla="*/ 351 f65 1"/>
                      <a:gd name="f74" fmla="*/ 134 f66 1"/>
                      <a:gd name="f75" fmla="*/ 627 f65 1"/>
                      <a:gd name="f76" fmla="*/ 165 f66 1"/>
                      <a:gd name="f77" fmla="*/ 718 f65 1"/>
                      <a:gd name="f78" fmla="*/ 266 f66 1"/>
                      <a:gd name="f79" fmla="*/ 434 f66 1"/>
                      <a:gd name="f80" fmla="*/ 419 f66 1"/>
                      <a:gd name="f81" fmla="*/ 760 f65 1"/>
                      <a:gd name="f82" fmla="*/ 284 f66 1"/>
                      <a:gd name="f83" fmla="*/ 179 f66 1"/>
                      <a:gd name="f84" fmla="*/ 212 f66 1"/>
                      <a:gd name="f85" fmla="*/ 860 f65 1"/>
                      <a:gd name="f86" fmla="*/ 216 f66 1"/>
                      <a:gd name="f87" fmla="*/ 488 f66 1"/>
                      <a:gd name="f88" fmla="*/ 491 f66 1"/>
                      <a:gd name="f89" fmla="*/ 570 f66 1"/>
                      <a:gd name="f90" fmla="*/ 625 f65 1"/>
                      <a:gd name="f91" fmla="*/ 702 f66 1"/>
                      <a:gd name="f92" fmla="*/ 587 f66 1"/>
                      <a:gd name="f93" fmla="*/ 438 f65 1"/>
                      <a:gd name="f94" fmla="*/ 485 f66 1"/>
                      <a:gd name="f95" fmla="*/ 563 f65 1"/>
                      <a:gd name="f96" fmla="*/ 454 f66 1"/>
                      <a:gd name="f97" fmla="*/ 658 f65 1"/>
                      <a:gd name="f98" fmla="*/ 250 f66 1"/>
                      <a:gd name="f99" fmla="*/ 219 f66 1"/>
                      <a:gd name="f100" fmla="*/ 565 f65 1"/>
                      <a:gd name="f101" fmla="*/ 115 f66 1"/>
                      <a:gd name="f102" fmla="*/ 439 f65 1"/>
                      <a:gd name="f103" fmla="*/ 99 f66 1"/>
                      <a:gd name="f104" fmla="*/ 99 f65 1"/>
                      <a:gd name="f105" fmla="*/ 603 f66 1"/>
                      <a:gd name="f106" fmla="+- f67 0 f1"/>
                      <a:gd name="f107" fmla="*/ f70 1 702"/>
                      <a:gd name="f108" fmla="*/ f71 1 860"/>
                      <a:gd name="f109" fmla="*/ f72 1 702"/>
                      <a:gd name="f110" fmla="*/ f73 1 860"/>
                      <a:gd name="f111" fmla="*/ f74 1 702"/>
                      <a:gd name="f112" fmla="*/ f75 1 860"/>
                      <a:gd name="f113" fmla="*/ f76 1 702"/>
                      <a:gd name="f114" fmla="*/ f77 1 860"/>
                      <a:gd name="f115" fmla="*/ f78 1 702"/>
                      <a:gd name="f116" fmla="*/ f79 1 702"/>
                      <a:gd name="f117" fmla="*/ f80 1 702"/>
                      <a:gd name="f118" fmla="*/ f81 1 860"/>
                      <a:gd name="f119" fmla="*/ f82 1 702"/>
                      <a:gd name="f120" fmla="*/ f83 1 702"/>
                      <a:gd name="f121" fmla="*/ f84 1 702"/>
                      <a:gd name="f122" fmla="*/ f85 1 860"/>
                      <a:gd name="f123" fmla="*/ f86 1 702"/>
                      <a:gd name="f124" fmla="*/ f87 1 702"/>
                      <a:gd name="f125" fmla="*/ f88 1 702"/>
                      <a:gd name="f126" fmla="*/ f89 1 702"/>
                      <a:gd name="f127" fmla="*/ f90 1 860"/>
                      <a:gd name="f128" fmla="*/ f91 1 702"/>
                      <a:gd name="f129" fmla="*/ f92 1 702"/>
                      <a:gd name="f130" fmla="*/ f93 1 860"/>
                      <a:gd name="f131" fmla="*/ f94 1 702"/>
                      <a:gd name="f132" fmla="*/ f95 1 860"/>
                      <a:gd name="f133" fmla="*/ f96 1 702"/>
                      <a:gd name="f134" fmla="*/ f97 1 860"/>
                      <a:gd name="f135" fmla="*/ f98 1 702"/>
                      <a:gd name="f136" fmla="*/ f99 1 702"/>
                      <a:gd name="f137" fmla="*/ f100 1 860"/>
                      <a:gd name="f138" fmla="*/ f101 1 702"/>
                      <a:gd name="f139" fmla="*/ f102 1 860"/>
                      <a:gd name="f140" fmla="*/ f103 1 702"/>
                      <a:gd name="f141" fmla="*/ f104 1 860"/>
                      <a:gd name="f142" fmla="*/ f105 1 702"/>
                      <a:gd name="f143" fmla="*/ 0 1 f68"/>
                      <a:gd name="f144" fmla="*/ f62 1 f68"/>
                      <a:gd name="f145" fmla="*/ 0 1 f69"/>
                      <a:gd name="f146" fmla="*/ f63 1 f69"/>
                      <a:gd name="f147" fmla="*/ f107 1 f68"/>
                      <a:gd name="f148" fmla="*/ f108 1 f69"/>
                      <a:gd name="f149" fmla="*/ f109 1 f68"/>
                      <a:gd name="f150" fmla="*/ f110 1 f69"/>
                      <a:gd name="f151" fmla="*/ f111 1 f68"/>
                      <a:gd name="f152" fmla="*/ f112 1 f69"/>
                      <a:gd name="f153" fmla="*/ f113 1 f68"/>
                      <a:gd name="f154" fmla="*/ f114 1 f69"/>
                      <a:gd name="f155" fmla="*/ f115 1 f68"/>
                      <a:gd name="f156" fmla="*/ f116 1 f68"/>
                      <a:gd name="f157" fmla="*/ f117 1 f68"/>
                      <a:gd name="f158" fmla="*/ f118 1 f69"/>
                      <a:gd name="f159" fmla="*/ f119 1 f68"/>
                      <a:gd name="f160" fmla="*/ f120 1 f68"/>
                      <a:gd name="f161" fmla="*/ f121 1 f68"/>
                      <a:gd name="f162" fmla="*/ f122 1 f69"/>
                      <a:gd name="f163" fmla="*/ f123 1 f68"/>
                      <a:gd name="f164" fmla="*/ f124 1 f68"/>
                      <a:gd name="f165" fmla="*/ f125 1 f68"/>
                      <a:gd name="f166" fmla="*/ f126 1 f68"/>
                      <a:gd name="f167" fmla="*/ f127 1 f69"/>
                      <a:gd name="f168" fmla="*/ f128 1 f68"/>
                      <a:gd name="f169" fmla="*/ f129 1 f68"/>
                      <a:gd name="f170" fmla="*/ f130 1 f69"/>
                      <a:gd name="f171" fmla="*/ f131 1 f68"/>
                      <a:gd name="f172" fmla="*/ f132 1 f69"/>
                      <a:gd name="f173" fmla="*/ f133 1 f68"/>
                      <a:gd name="f174" fmla="*/ f134 1 f69"/>
                      <a:gd name="f175" fmla="*/ f135 1 f68"/>
                      <a:gd name="f176" fmla="*/ f136 1 f68"/>
                      <a:gd name="f177" fmla="*/ f137 1 f69"/>
                      <a:gd name="f178" fmla="*/ f138 1 f68"/>
                      <a:gd name="f179" fmla="*/ f139 1 f69"/>
                      <a:gd name="f180" fmla="*/ f140 1 f68"/>
                      <a:gd name="f181" fmla="*/ f141 1 f69"/>
                      <a:gd name="f182" fmla="*/ f142 1 f68"/>
                      <a:gd name="f183" fmla="*/ f143 f59 1"/>
                      <a:gd name="f184" fmla="*/ f144 f59 1"/>
                      <a:gd name="f185" fmla="*/ f146 f60 1"/>
                      <a:gd name="f186" fmla="*/ f145 f60 1"/>
                      <a:gd name="f187" fmla="*/ f147 f59 1"/>
                      <a:gd name="f188" fmla="*/ f148 f60 1"/>
                      <a:gd name="f189" fmla="*/ f149 f59 1"/>
                      <a:gd name="f190" fmla="*/ f150 f60 1"/>
                      <a:gd name="f191" fmla="*/ f151 f59 1"/>
                      <a:gd name="f192" fmla="*/ f152 f60 1"/>
                      <a:gd name="f193" fmla="*/ f153 f59 1"/>
                      <a:gd name="f194" fmla="*/ f154 f60 1"/>
                      <a:gd name="f195" fmla="*/ f155 f59 1"/>
                      <a:gd name="f196" fmla="*/ f156 f59 1"/>
                      <a:gd name="f197" fmla="*/ f157 f59 1"/>
                      <a:gd name="f198" fmla="*/ f158 f60 1"/>
                      <a:gd name="f199" fmla="*/ f159 f59 1"/>
                      <a:gd name="f200" fmla="*/ f160 f59 1"/>
                      <a:gd name="f201" fmla="*/ f161 f59 1"/>
                      <a:gd name="f202" fmla="*/ f162 f60 1"/>
                      <a:gd name="f203" fmla="*/ f163 f59 1"/>
                      <a:gd name="f204" fmla="*/ f164 f59 1"/>
                      <a:gd name="f205" fmla="*/ f165 f59 1"/>
                      <a:gd name="f206" fmla="*/ f166 f59 1"/>
                      <a:gd name="f207" fmla="*/ f167 f60 1"/>
                      <a:gd name="f208" fmla="*/ f168 f59 1"/>
                      <a:gd name="f209" fmla="*/ f169 f59 1"/>
                      <a:gd name="f210" fmla="*/ f170 f60 1"/>
                      <a:gd name="f211" fmla="*/ f171 f59 1"/>
                      <a:gd name="f212" fmla="*/ f172 f60 1"/>
                      <a:gd name="f213" fmla="*/ f173 f59 1"/>
                      <a:gd name="f214" fmla="*/ f174 f60 1"/>
                      <a:gd name="f215" fmla="*/ f175 f59 1"/>
                      <a:gd name="f216" fmla="*/ f176 f59 1"/>
                      <a:gd name="f217" fmla="*/ f177 f60 1"/>
                      <a:gd name="f218" fmla="*/ f178 f59 1"/>
                      <a:gd name="f219" fmla="*/ f179 f60 1"/>
                      <a:gd name="f220" fmla="*/ f180 f59 1"/>
                      <a:gd name="f221" fmla="*/ f181 f60 1"/>
                      <a:gd name="f222" fmla="*/ f182 f59 1"/>
                    </a:gdLst>
                    <a:ahLst/>
                    <a:cxnLst>
                      <a:cxn ang="3cd4">
                        <a:pos x="hc" y="t"/>
                      </a:cxn>
                      <a:cxn ang="0">
                        <a:pos x="r" y="vc"/>
                      </a:cxn>
                      <a:cxn ang="cd4">
                        <a:pos x="hc" y="b"/>
                      </a:cxn>
                      <a:cxn ang="cd2">
                        <a:pos x="l" y="vc"/>
                      </a:cxn>
                      <a:cxn ang="f106">
                        <a:pos x="f187" y="f188"/>
                      </a:cxn>
                      <a:cxn ang="f106">
                        <a:pos x="f189" y="f190"/>
                      </a:cxn>
                      <a:cxn ang="f106">
                        <a:pos x="f191" y="f192"/>
                      </a:cxn>
                      <a:cxn ang="f106">
                        <a:pos x="f193" y="f194"/>
                      </a:cxn>
                      <a:cxn ang="f106">
                        <a:pos x="f195" y="f194"/>
                      </a:cxn>
                      <a:cxn ang="f106">
                        <a:pos x="f195" y="f194"/>
                      </a:cxn>
                      <a:cxn ang="f106">
                        <a:pos x="f196" y="f194"/>
                      </a:cxn>
                      <a:cxn ang="f106">
                        <a:pos x="f197" y="f198"/>
                      </a:cxn>
                      <a:cxn ang="f106">
                        <a:pos x="f199" y="f198"/>
                      </a:cxn>
                      <a:cxn ang="f106">
                        <a:pos x="f199" y="f198"/>
                      </a:cxn>
                      <a:cxn ang="f106">
                        <a:pos x="f200" y="f198"/>
                      </a:cxn>
                      <a:cxn ang="f106">
                        <a:pos x="f201" y="f202"/>
                      </a:cxn>
                      <a:cxn ang="f106">
                        <a:pos x="f201" y="f202"/>
                      </a:cxn>
                      <a:cxn ang="f106">
                        <a:pos x="f203" y="f202"/>
                      </a:cxn>
                      <a:cxn ang="f106">
                        <a:pos x="f204" y="f202"/>
                      </a:cxn>
                      <a:cxn ang="f106">
                        <a:pos x="f205" y="f202"/>
                      </a:cxn>
                      <a:cxn ang="f106">
                        <a:pos x="f206" y="f207"/>
                      </a:cxn>
                      <a:cxn ang="f106">
                        <a:pos x="f208" y="f190"/>
                      </a:cxn>
                      <a:cxn ang="f106">
                        <a:pos x="f187" y="f188"/>
                      </a:cxn>
                      <a:cxn ang="f106">
                        <a:pos x="f209" y="f210"/>
                      </a:cxn>
                      <a:cxn ang="f106">
                        <a:pos x="f211" y="f212"/>
                      </a:cxn>
                      <a:cxn ang="f106">
                        <a:pos x="f213" y="f214"/>
                      </a:cxn>
                      <a:cxn ang="f106">
                        <a:pos x="f215" y="f214"/>
                      </a:cxn>
                      <a:cxn ang="f106">
                        <a:pos x="f216" y="f217"/>
                      </a:cxn>
                      <a:cxn ang="f106">
                        <a:pos x="f218" y="f219"/>
                      </a:cxn>
                      <a:cxn ang="f106">
                        <a:pos x="f220" y="f190"/>
                      </a:cxn>
                      <a:cxn ang="f106">
                        <a:pos x="f187" y="f221"/>
                      </a:cxn>
                      <a:cxn ang="f106">
                        <a:pos x="f222" y="f190"/>
                      </a:cxn>
                      <a:cxn ang="f106">
                        <a:pos x="f209" y="f210"/>
                      </a:cxn>
                    </a:cxnLst>
                    <a:rect l="f183" t="f186" r="f184" b="f185"/>
                    <a:pathLst>
                      <a:path w="702" h="860">
                        <a:moveTo>
                          <a:pt x="f8" y="f5"/>
                        </a:moveTo>
                        <a:cubicBezTo>
                          <a:pt x="f9" y="f5"/>
                          <a:pt x="f5" y="f9"/>
                          <a:pt x="f5" y="f8"/>
                        </a:cubicBezTo>
                        <a:cubicBezTo>
                          <a:pt x="f5" y="f10"/>
                          <a:pt x="f11" y="f12"/>
                          <a:pt x="f13" y="f14"/>
                        </a:cubicBezTo>
                        <a:cubicBezTo>
                          <a:pt x="f15" y="f16"/>
                          <a:pt x="f15" y="f16"/>
                          <a:pt x="f15" y="f16"/>
                        </a:cubicBezTo>
                        <a:cubicBezTo>
                          <a:pt x="f17" y="f16"/>
                          <a:pt x="f17" y="f16"/>
                          <a:pt x="f17" y="f16"/>
                        </a:cubicBezTo>
                        <a:cubicBezTo>
                          <a:pt x="f17" y="f16"/>
                          <a:pt x="f17" y="f16"/>
                          <a:pt x="f17" y="f16"/>
                        </a:cubicBezTo>
                        <a:cubicBezTo>
                          <a:pt x="f18" y="f16"/>
                          <a:pt x="f18" y="f16"/>
                          <a:pt x="f18" y="f16"/>
                        </a:cubicBezTo>
                        <a:cubicBezTo>
                          <a:pt x="f19" y="f20"/>
                          <a:pt x="f19" y="f20"/>
                          <a:pt x="f19" y="f20"/>
                        </a:cubicBezTo>
                        <a:cubicBezTo>
                          <a:pt x="f21" y="f20"/>
                          <a:pt x="f21" y="f20"/>
                          <a:pt x="f21" y="f20"/>
                        </a:cubicBezTo>
                        <a:cubicBezTo>
                          <a:pt x="f21" y="f20"/>
                          <a:pt x="f21" y="f20"/>
                          <a:pt x="f21" y="f20"/>
                        </a:cubicBezTo>
                        <a:cubicBezTo>
                          <a:pt x="f22" y="f20"/>
                          <a:pt x="f22" y="f20"/>
                          <a:pt x="f22" y="f20"/>
                        </a:cubicBezTo>
                        <a:cubicBezTo>
                          <a:pt x="f23" y="f7"/>
                          <a:pt x="f23" y="f7"/>
                          <a:pt x="f23" y="f7"/>
                        </a:cubicBezTo>
                        <a:cubicBezTo>
                          <a:pt x="f23" y="f7"/>
                          <a:pt x="f23" y="f7"/>
                          <a:pt x="f23" y="f7"/>
                        </a:cubicBezTo>
                        <a:cubicBezTo>
                          <a:pt x="f24" y="f7"/>
                          <a:pt x="f24" y="f7"/>
                          <a:pt x="f24" y="f7"/>
                        </a:cubicBezTo>
                        <a:cubicBezTo>
                          <a:pt x="f25" y="f7"/>
                          <a:pt x="f25" y="f7"/>
                          <a:pt x="f25" y="f7"/>
                        </a:cubicBezTo>
                        <a:cubicBezTo>
                          <a:pt x="f26" y="f7"/>
                          <a:pt x="f26" y="f7"/>
                          <a:pt x="f26" y="f7"/>
                        </a:cubicBezTo>
                        <a:cubicBezTo>
                          <a:pt x="f27" y="f28"/>
                          <a:pt x="f27" y="f28"/>
                          <a:pt x="f27" y="f28"/>
                        </a:cubicBezTo>
                        <a:cubicBezTo>
                          <a:pt x="f29" y="f30"/>
                          <a:pt x="f6" y="f31"/>
                          <a:pt x="f6" y="f8"/>
                        </a:cubicBezTo>
                        <a:cubicBezTo>
                          <a:pt x="f6" y="f9"/>
                          <a:pt x="f32" y="f5"/>
                          <a:pt x="f8" y="f5"/>
                        </a:cubicBezTo>
                        <a:close/>
                        <a:moveTo>
                          <a:pt x="f33" y="f34"/>
                        </a:moveTo>
                        <a:cubicBezTo>
                          <a:pt x="f35" y="f36"/>
                          <a:pt x="f37" y="f38"/>
                          <a:pt x="f39" y="f40"/>
                        </a:cubicBezTo>
                        <a:cubicBezTo>
                          <a:pt x="f41" y="f42"/>
                          <a:pt x="f41" y="f42"/>
                          <a:pt x="f41" y="f42"/>
                        </a:cubicBezTo>
                        <a:cubicBezTo>
                          <a:pt x="f43" y="f42"/>
                          <a:pt x="f43" y="f42"/>
                          <a:pt x="f43" y="f42"/>
                        </a:cubicBezTo>
                        <a:cubicBezTo>
                          <a:pt x="f44" y="f45"/>
                          <a:pt x="f44" y="f45"/>
                          <a:pt x="f44" y="f45"/>
                        </a:cubicBezTo>
                        <a:cubicBezTo>
                          <a:pt x="f46" y="f47"/>
                          <a:pt x="f48" y="f26"/>
                          <a:pt x="f49" y="f50"/>
                        </a:cubicBezTo>
                        <a:cubicBezTo>
                          <a:pt x="f51" y="f52"/>
                          <a:pt x="f53" y="f54"/>
                          <a:pt x="f53" y="f8"/>
                        </a:cubicBezTo>
                        <a:cubicBezTo>
                          <a:pt x="f53" y="f23"/>
                          <a:pt x="f23" y="f53"/>
                          <a:pt x="f8" y="f53"/>
                        </a:cubicBezTo>
                        <a:cubicBezTo>
                          <a:pt x="f36" y="f53"/>
                          <a:pt x="f55" y="f23"/>
                          <a:pt x="f55" y="f8"/>
                        </a:cubicBezTo>
                        <a:cubicBezTo>
                          <a:pt x="f55" y="f56"/>
                          <a:pt x="f57" y="f52"/>
                          <a:pt x="f33" y="f34"/>
                        </a:cubicBezTo>
                        <a:close/>
                      </a:path>
                    </a:pathLst>
                  </a:custGeom>
                  <a:gradFill>
                    <a:gsLst>
                      <a:gs pos="0">
                        <a:srgbClr val="9D9FA1"/>
                      </a:gs>
                      <a:gs pos="100000">
                        <a:srgbClr val="211F26"/>
                      </a:gs>
                    </a:gsLst>
                    <a:lin ang="2700000"/>
                  </a:gradFill>
                  <a:ln>
                    <a:noFill/>
                    <a:prstDash val="solid"/>
                  </a:ln>
                </p:spPr>
                <p:txBody>
                  <a:bodyPr vert="horz" wrap="square" lIns="91440" tIns="45720" rIns="91440" bIns="45720" anchor="t"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300" b="0" i="0" u="none" strike="noStrike" kern="0" cap="none" spc="0" baseline="0">
                      <a:solidFill>
                        <a:srgbClr val="211F26"/>
                      </a:solidFill>
                      <a:uFillTx/>
                      <a:latin typeface="Arial"/>
                    </a:endParaRPr>
                  </a:p>
                </p:txBody>
              </p:sp>
            </p:grpSp>
            <p:sp>
              <p:nvSpPr>
                <p:cNvPr id="116" name="Tekstvak 123">
                  <a:extLst>
                    <a:ext uri="{FF2B5EF4-FFF2-40B4-BE49-F238E27FC236}">
                      <a16:creationId xmlns:a16="http://schemas.microsoft.com/office/drawing/2014/main" id="{F865C639-B479-E25F-292E-A40C152160C9}"/>
                    </a:ext>
                  </a:extLst>
                </p:cNvPr>
                <p:cNvSpPr txBox="1"/>
                <p:nvPr/>
              </p:nvSpPr>
              <p:spPr>
                <a:xfrm>
                  <a:off x="-938165" y="6192453"/>
                  <a:ext cx="627799" cy="322234"/>
                </a:xfrm>
                <a:prstGeom prst="rect">
                  <a:avLst/>
                </a:prstGeom>
                <a:noFill/>
                <a:ln>
                  <a:noFill/>
                </a:ln>
              </p:spPr>
              <p:txBody>
                <a:bodyPr vert="horz" wrap="square" lIns="0" tIns="0" rIns="0" bIns="0"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000" b="0" i="0" u="none" strike="noStrike" kern="0" cap="none" spc="0" baseline="0">
                      <a:solidFill>
                        <a:srgbClr val="211F26"/>
                      </a:solidFill>
                      <a:uFillTx/>
                      <a:latin typeface="Calibri" pitchFamily="34"/>
                      <a:cs typeface="Calibri" pitchFamily="34"/>
                    </a:rPr>
                    <a:t>Inspiration</a:t>
                  </a:r>
                </a:p>
              </p:txBody>
            </p:sp>
          </p:grpSp>
        </p:grpSp>
        <p:grpSp>
          <p:nvGrpSpPr>
            <p:cNvPr id="117" name="Groep 92">
              <a:extLst>
                <a:ext uri="{FF2B5EF4-FFF2-40B4-BE49-F238E27FC236}">
                  <a16:creationId xmlns:a16="http://schemas.microsoft.com/office/drawing/2014/main" id="{920733D7-6D93-7826-8E2D-BC846B30B3A4}"/>
                </a:ext>
              </a:extLst>
            </p:cNvPr>
            <p:cNvGrpSpPr/>
            <p:nvPr/>
          </p:nvGrpSpPr>
          <p:grpSpPr>
            <a:xfrm>
              <a:off x="-3426805" y="5129582"/>
              <a:ext cx="514285" cy="506541"/>
              <a:chOff x="-3426805" y="5129582"/>
              <a:chExt cx="514285" cy="506541"/>
            </a:xfrm>
          </p:grpSpPr>
          <p:grpSp>
            <p:nvGrpSpPr>
              <p:cNvPr id="118" name="Groep 103">
                <a:extLst>
                  <a:ext uri="{FF2B5EF4-FFF2-40B4-BE49-F238E27FC236}">
                    <a16:creationId xmlns:a16="http://schemas.microsoft.com/office/drawing/2014/main" id="{232CF391-3519-E681-01A6-048E96B0866D}"/>
                  </a:ext>
                </a:extLst>
              </p:cNvPr>
              <p:cNvGrpSpPr/>
              <p:nvPr/>
            </p:nvGrpSpPr>
            <p:grpSpPr>
              <a:xfrm>
                <a:off x="-3321695" y="5129582"/>
                <a:ext cx="319089" cy="306324"/>
                <a:chOff x="-3321695" y="5129582"/>
                <a:chExt cx="319089" cy="306324"/>
              </a:xfrm>
            </p:grpSpPr>
            <p:grpSp>
              <p:nvGrpSpPr>
                <p:cNvPr id="119" name="Groep 106">
                  <a:extLst>
                    <a:ext uri="{FF2B5EF4-FFF2-40B4-BE49-F238E27FC236}">
                      <a16:creationId xmlns:a16="http://schemas.microsoft.com/office/drawing/2014/main" id="{92970328-F8D1-98C2-4554-1E08B4BD3A63}"/>
                    </a:ext>
                  </a:extLst>
                </p:cNvPr>
                <p:cNvGrpSpPr/>
                <p:nvPr/>
              </p:nvGrpSpPr>
              <p:grpSpPr>
                <a:xfrm>
                  <a:off x="-3321695" y="5129582"/>
                  <a:ext cx="282064" cy="270561"/>
                  <a:chOff x="-3321695" y="5129582"/>
                  <a:chExt cx="282064" cy="270561"/>
                </a:xfrm>
              </p:grpSpPr>
              <p:grpSp>
                <p:nvGrpSpPr>
                  <p:cNvPr id="120" name="Groep 113">
                    <a:extLst>
                      <a:ext uri="{FF2B5EF4-FFF2-40B4-BE49-F238E27FC236}">
                        <a16:creationId xmlns:a16="http://schemas.microsoft.com/office/drawing/2014/main" id="{5C1BE857-6C92-0230-2855-952CDB52B7EE}"/>
                      </a:ext>
                    </a:extLst>
                  </p:cNvPr>
                  <p:cNvGrpSpPr/>
                  <p:nvPr/>
                </p:nvGrpSpPr>
                <p:grpSpPr>
                  <a:xfrm>
                    <a:off x="-3321695" y="5129582"/>
                    <a:ext cx="282064" cy="270561"/>
                    <a:chOff x="-3321695" y="5129582"/>
                    <a:chExt cx="282064" cy="270561"/>
                  </a:xfrm>
                </p:grpSpPr>
                <p:sp>
                  <p:nvSpPr>
                    <p:cNvPr id="121" name="Rechthoek 116">
                      <a:extLst>
                        <a:ext uri="{FF2B5EF4-FFF2-40B4-BE49-F238E27FC236}">
                          <a16:creationId xmlns:a16="http://schemas.microsoft.com/office/drawing/2014/main" id="{A5015C60-8167-200A-09FA-AF98D444725D}"/>
                        </a:ext>
                      </a:extLst>
                    </p:cNvPr>
                    <p:cNvSpPr/>
                    <p:nvPr/>
                  </p:nvSpPr>
                  <p:spPr>
                    <a:xfrm>
                      <a:off x="-3321695" y="5129582"/>
                      <a:ext cx="282064" cy="270561"/>
                    </a:xfrm>
                    <a:prstGeom prst="rect">
                      <a:avLst/>
                    </a:prstGeom>
                    <a:noFill/>
                    <a:ln w="12701" cap="flat">
                      <a:solidFill>
                        <a:srgbClr val="818181"/>
                      </a:solidFill>
                      <a:custDash>
                        <a:ds d="300000" sp="300000"/>
                      </a:custDash>
                      <a:miter/>
                    </a:ln>
                  </p:spPr>
                  <p:txBody>
                    <a:bodyPr vert="horz" wrap="square" lIns="107999"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800" b="0" i="0" u="none" strike="noStrike" kern="1200" cap="none" spc="0" baseline="0">
                        <a:solidFill>
                          <a:srgbClr val="211F26"/>
                        </a:solidFill>
                        <a:uFillTx/>
                        <a:latin typeface="Calibri" pitchFamily="34"/>
                        <a:cs typeface="Calibri" pitchFamily="34"/>
                      </a:endParaRPr>
                    </a:p>
                  </p:txBody>
                </p:sp>
                <p:sp>
                  <p:nvSpPr>
                    <p:cNvPr id="122" name="Rechthoek 117">
                      <a:extLst>
                        <a:ext uri="{FF2B5EF4-FFF2-40B4-BE49-F238E27FC236}">
                          <a16:creationId xmlns:a16="http://schemas.microsoft.com/office/drawing/2014/main" id="{686E9A8E-5ADA-0D79-B2F0-A0D00377B6C4}"/>
                        </a:ext>
                      </a:extLst>
                    </p:cNvPr>
                    <p:cNvSpPr/>
                    <p:nvPr/>
                  </p:nvSpPr>
                  <p:spPr>
                    <a:xfrm>
                      <a:off x="-3321695" y="5129582"/>
                      <a:ext cx="166237" cy="163814"/>
                    </a:xfrm>
                    <a:prstGeom prst="rect">
                      <a:avLst/>
                    </a:prstGeom>
                    <a:solidFill>
                      <a:srgbClr val="FFFFFF"/>
                    </a:solidFill>
                    <a:ln w="12701" cap="flat">
                      <a:solidFill>
                        <a:srgbClr val="818181"/>
                      </a:solidFill>
                      <a:prstDash val="solid"/>
                      <a:miter/>
                    </a:ln>
                  </p:spPr>
                  <p:txBody>
                    <a:bodyPr vert="horz" wrap="square" lIns="107999"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800" b="0" i="0" u="none" strike="noStrike" kern="1200" cap="none" spc="0" baseline="0">
                        <a:solidFill>
                          <a:srgbClr val="211F26"/>
                        </a:solidFill>
                        <a:uFillTx/>
                        <a:latin typeface="Calibri" pitchFamily="34"/>
                        <a:cs typeface="Calibri" pitchFamily="34"/>
                      </a:endParaRPr>
                    </a:p>
                  </p:txBody>
                </p:sp>
                <p:sp>
                  <p:nvSpPr>
                    <p:cNvPr id="123" name="Ovaal 118">
                      <a:extLst>
                        <a:ext uri="{FF2B5EF4-FFF2-40B4-BE49-F238E27FC236}">
                          <a16:creationId xmlns:a16="http://schemas.microsoft.com/office/drawing/2014/main" id="{2FEC1693-4CD9-95E6-FBB9-793759AE91BD}"/>
                        </a:ext>
                      </a:extLst>
                    </p:cNvPr>
                    <p:cNvSpPr/>
                    <p:nvPr/>
                  </p:nvSpPr>
                  <p:spPr>
                    <a:xfrm>
                      <a:off x="-3220425" y="5150275"/>
                      <a:ext cx="45866" cy="45866"/>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ECC679"/>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pic>
                <p:nvPicPr>
                  <p:cNvPr id="124" name="Afbeelding 114">
                    <a:extLst>
                      <a:ext uri="{FF2B5EF4-FFF2-40B4-BE49-F238E27FC236}">
                        <a16:creationId xmlns:a16="http://schemas.microsoft.com/office/drawing/2014/main" id="{43E2B2C5-FF52-95E6-C569-90F348DFAEB3}"/>
                      </a:ext>
                    </a:extLst>
                  </p:cNvPr>
                  <p:cNvPicPr>
                    <a:picLocks noChangeAspect="1"/>
                  </p:cNvPicPr>
                  <p:nvPr/>
                </p:nvPicPr>
                <p:blipFill>
                  <a:blip r:embed="rId5"/>
                  <a:stretch>
                    <a:fillRect/>
                  </a:stretch>
                </p:blipFill>
                <p:spPr>
                  <a:xfrm>
                    <a:off x="-3313822" y="5196224"/>
                    <a:ext cx="110157" cy="89099"/>
                  </a:xfrm>
                  <a:prstGeom prst="rect">
                    <a:avLst/>
                  </a:prstGeom>
                  <a:noFill/>
                  <a:ln>
                    <a:noFill/>
                  </a:ln>
                </p:spPr>
              </p:pic>
              <p:pic>
                <p:nvPicPr>
                  <p:cNvPr id="125" name="Afbeelding 115">
                    <a:extLst>
                      <a:ext uri="{FF2B5EF4-FFF2-40B4-BE49-F238E27FC236}">
                        <a16:creationId xmlns:a16="http://schemas.microsoft.com/office/drawing/2014/main" id="{0D3D508E-7345-2E5B-59FA-63FDF10930A2}"/>
                      </a:ext>
                    </a:extLst>
                  </p:cNvPr>
                  <p:cNvPicPr>
                    <a:picLocks noChangeAspect="1"/>
                  </p:cNvPicPr>
                  <p:nvPr/>
                </p:nvPicPr>
                <p:blipFill>
                  <a:blip r:embed="rId5"/>
                  <a:stretch>
                    <a:fillRect/>
                  </a:stretch>
                </p:blipFill>
                <p:spPr>
                  <a:xfrm flipH="1">
                    <a:off x="-3270424" y="5211650"/>
                    <a:ext cx="110157" cy="70801"/>
                  </a:xfrm>
                  <a:prstGeom prst="rect">
                    <a:avLst/>
                  </a:prstGeom>
                  <a:noFill/>
                  <a:ln>
                    <a:noFill/>
                  </a:ln>
                </p:spPr>
              </p:pic>
            </p:grpSp>
            <p:grpSp>
              <p:nvGrpSpPr>
                <p:cNvPr id="126" name="Groep 107">
                  <a:extLst>
                    <a:ext uri="{FF2B5EF4-FFF2-40B4-BE49-F238E27FC236}">
                      <a16:creationId xmlns:a16="http://schemas.microsoft.com/office/drawing/2014/main" id="{7003B9CB-31A0-AE98-7AE7-412A5933C3C5}"/>
                    </a:ext>
                  </a:extLst>
                </p:cNvPr>
                <p:cNvGrpSpPr/>
                <p:nvPr/>
              </p:nvGrpSpPr>
              <p:grpSpPr>
                <a:xfrm>
                  <a:off x="-3102203" y="5335871"/>
                  <a:ext cx="99597" cy="100035"/>
                  <a:chOff x="-3102203" y="5335871"/>
                  <a:chExt cx="99597" cy="100035"/>
                </a:xfrm>
              </p:grpSpPr>
              <p:sp>
                <p:nvSpPr>
                  <p:cNvPr id="127" name="Rechthoek 111">
                    <a:extLst>
                      <a:ext uri="{FF2B5EF4-FFF2-40B4-BE49-F238E27FC236}">
                        <a16:creationId xmlns:a16="http://schemas.microsoft.com/office/drawing/2014/main" id="{C6F587EB-0003-1E95-20E6-13478E9EF7BC}"/>
                      </a:ext>
                    </a:extLst>
                  </p:cNvPr>
                  <p:cNvSpPr/>
                  <p:nvPr/>
                </p:nvSpPr>
                <p:spPr>
                  <a:xfrm>
                    <a:off x="-3102202" y="5335871"/>
                    <a:ext cx="99596" cy="19385"/>
                  </a:xfrm>
                  <a:prstGeom prst="rect">
                    <a:avLst/>
                  </a:prstGeom>
                  <a:solidFill>
                    <a:srgbClr val="81818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128" name="Rechthoek 112">
                    <a:extLst>
                      <a:ext uri="{FF2B5EF4-FFF2-40B4-BE49-F238E27FC236}">
                        <a16:creationId xmlns:a16="http://schemas.microsoft.com/office/drawing/2014/main" id="{1E81B226-5F2D-2B26-5105-8D8B0783513C}"/>
                      </a:ext>
                    </a:extLst>
                  </p:cNvPr>
                  <p:cNvSpPr/>
                  <p:nvPr/>
                </p:nvSpPr>
                <p:spPr>
                  <a:xfrm rot="5400013">
                    <a:off x="-3142308" y="5376415"/>
                    <a:ext cx="99596" cy="19385"/>
                  </a:xfrm>
                  <a:prstGeom prst="rect">
                    <a:avLst/>
                  </a:prstGeom>
                  <a:solidFill>
                    <a:srgbClr val="81818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grpSp>
              <p:nvGrpSpPr>
                <p:cNvPr id="129" name="Groep 108">
                  <a:extLst>
                    <a:ext uri="{FF2B5EF4-FFF2-40B4-BE49-F238E27FC236}">
                      <a16:creationId xmlns:a16="http://schemas.microsoft.com/office/drawing/2014/main" id="{6C9A2FA5-BAC0-C7B6-D1C0-740F96F9FA6C}"/>
                    </a:ext>
                  </a:extLst>
                </p:cNvPr>
                <p:cNvGrpSpPr/>
                <p:nvPr/>
              </p:nvGrpSpPr>
              <p:grpSpPr>
                <a:xfrm>
                  <a:off x="-3130969" y="5308806"/>
                  <a:ext cx="99597" cy="100024"/>
                  <a:chOff x="-3130969" y="5308806"/>
                  <a:chExt cx="99597" cy="100024"/>
                </a:xfrm>
              </p:grpSpPr>
              <p:sp>
                <p:nvSpPr>
                  <p:cNvPr id="130" name="Rechthoek 109">
                    <a:extLst>
                      <a:ext uri="{FF2B5EF4-FFF2-40B4-BE49-F238E27FC236}">
                        <a16:creationId xmlns:a16="http://schemas.microsoft.com/office/drawing/2014/main" id="{DD897211-EC54-CCB1-FD29-B49A46CA80FD}"/>
                      </a:ext>
                    </a:extLst>
                  </p:cNvPr>
                  <p:cNvSpPr/>
                  <p:nvPr/>
                </p:nvSpPr>
                <p:spPr>
                  <a:xfrm rot="10799991">
                    <a:off x="-3130969" y="5389445"/>
                    <a:ext cx="99596" cy="19385"/>
                  </a:xfrm>
                  <a:prstGeom prst="rect">
                    <a:avLst/>
                  </a:prstGeom>
                  <a:solidFill>
                    <a:srgbClr val="81818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131" name="Rechthoek 110">
                    <a:extLst>
                      <a:ext uri="{FF2B5EF4-FFF2-40B4-BE49-F238E27FC236}">
                        <a16:creationId xmlns:a16="http://schemas.microsoft.com/office/drawing/2014/main" id="{86E1C493-4B63-F938-5CC9-57B7A86DE760}"/>
                      </a:ext>
                    </a:extLst>
                  </p:cNvPr>
                  <p:cNvSpPr/>
                  <p:nvPr/>
                </p:nvSpPr>
                <p:spPr>
                  <a:xfrm rot="16200004">
                    <a:off x="-3090862" y="5348911"/>
                    <a:ext cx="99596" cy="19385"/>
                  </a:xfrm>
                  <a:prstGeom prst="rect">
                    <a:avLst/>
                  </a:prstGeom>
                  <a:solidFill>
                    <a:srgbClr val="81818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grpSp>
          <p:sp>
            <p:nvSpPr>
              <p:cNvPr id="132" name="Rechthoek 104">
                <a:extLst>
                  <a:ext uri="{FF2B5EF4-FFF2-40B4-BE49-F238E27FC236}">
                    <a16:creationId xmlns:a16="http://schemas.microsoft.com/office/drawing/2014/main" id="{8AC556C0-1B7D-8E6D-D4F1-F9ABF8C8E0BE}"/>
                  </a:ext>
                </a:extLst>
              </p:cNvPr>
              <p:cNvSpPr/>
              <p:nvPr/>
            </p:nvSpPr>
            <p:spPr>
              <a:xfrm>
                <a:off x="-3426805" y="5461967"/>
                <a:ext cx="514285" cy="110084"/>
              </a:xfrm>
              <a:prstGeom prst="rect">
                <a:avLst/>
              </a:prstGeom>
              <a:noFill/>
              <a:ln>
                <a:noFill/>
                <a:prstDash val="solid"/>
              </a:ln>
            </p:spPr>
            <p:txBody>
              <a:bodyPr vert="horz" wrap="square" lIns="0" tIns="0" rIns="0" bIns="0"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900" b="0" i="0" u="none" strike="noStrike" kern="1200" cap="none" spc="0" baseline="0">
                    <a:solidFill>
                      <a:srgbClr val="211F26"/>
                    </a:solidFill>
                    <a:uFillTx/>
                    <a:latin typeface="Calibri" pitchFamily="34"/>
                    <a:cs typeface="Calibri" pitchFamily="34"/>
                  </a:rPr>
                  <a:t>Crop</a:t>
                </a:r>
              </a:p>
            </p:txBody>
          </p:sp>
          <p:sp>
            <p:nvSpPr>
              <p:cNvPr id="133" name="Gelijkbenige driehoek 105">
                <a:extLst>
                  <a:ext uri="{FF2B5EF4-FFF2-40B4-BE49-F238E27FC236}">
                    <a16:creationId xmlns:a16="http://schemas.microsoft.com/office/drawing/2014/main" id="{EA936BEF-BB31-399C-986A-01FEAE9FA9C8}"/>
                  </a:ext>
                </a:extLst>
              </p:cNvPr>
              <p:cNvSpPr/>
              <p:nvPr/>
            </p:nvSpPr>
            <p:spPr>
              <a:xfrm rot="10799991">
                <a:off x="-3199339" y="5601193"/>
                <a:ext cx="59335" cy="34930"/>
              </a:xfrm>
              <a:custGeom>
                <a:avLst>
                  <a:gd name="f8" fmla="val 50000"/>
                </a:avLst>
                <a:gdLst>
                  <a:gd name="f1" fmla="val 10800000"/>
                  <a:gd name="f2" fmla="val 5400000"/>
                  <a:gd name="f3" fmla="val 180"/>
                  <a:gd name="f4" fmla="val w"/>
                  <a:gd name="f5" fmla="val h"/>
                  <a:gd name="f6" fmla="val ss"/>
                  <a:gd name="f7" fmla="val 0"/>
                  <a:gd name="f8" fmla="val 50000"/>
                  <a:gd name="f9" fmla="+- 0 0 -360"/>
                  <a:gd name="f10" fmla="+- 0 0 -270"/>
                  <a:gd name="f11" fmla="+- 0 0 -180"/>
                  <a:gd name="f12" fmla="+- 0 0 -90"/>
                  <a:gd name="f13" fmla="abs f4"/>
                  <a:gd name="f14" fmla="abs f5"/>
                  <a:gd name="f15" fmla="abs f6"/>
                  <a:gd name="f16" fmla="val f7"/>
                  <a:gd name="f17" fmla="val f8"/>
                  <a:gd name="f18" fmla="*/ f9 f1 1"/>
                  <a:gd name="f19" fmla="*/ f10 f1 1"/>
                  <a:gd name="f20" fmla="*/ f11 f1 1"/>
                  <a:gd name="f21" fmla="*/ f12 f1 1"/>
                  <a:gd name="f22" fmla="?: f13 f4 1"/>
                  <a:gd name="f23" fmla="?: f14 f5 1"/>
                  <a:gd name="f24" fmla="?: f15 f6 1"/>
                  <a:gd name="f25" fmla="*/ f18 1 f3"/>
                  <a:gd name="f26" fmla="*/ f19 1 f3"/>
                  <a:gd name="f27" fmla="*/ f20 1 f3"/>
                  <a:gd name="f28" fmla="*/ f21 1 f3"/>
                  <a:gd name="f29" fmla="*/ f22 1 21600"/>
                  <a:gd name="f30" fmla="*/ f23 1 21600"/>
                  <a:gd name="f31" fmla="*/ 21600 f22 1"/>
                  <a:gd name="f32" fmla="*/ 21600 f23 1"/>
                  <a:gd name="f33" fmla="+- f25 0 f2"/>
                  <a:gd name="f34" fmla="+- f26 0 f2"/>
                  <a:gd name="f35" fmla="+- f27 0 f2"/>
                  <a:gd name="f36" fmla="+- f28 0 f2"/>
                  <a:gd name="f37" fmla="min f30 f29"/>
                  <a:gd name="f38" fmla="*/ f31 1 f24"/>
                  <a:gd name="f39" fmla="*/ f32 1 f24"/>
                  <a:gd name="f40" fmla="val f38"/>
                  <a:gd name="f41" fmla="val f39"/>
                  <a:gd name="f42" fmla="*/ f16 f37 1"/>
                  <a:gd name="f43" fmla="+- f41 0 f16"/>
                  <a:gd name="f44" fmla="+- f40 0 f16"/>
                  <a:gd name="f45" fmla="*/ f41 f37 1"/>
                  <a:gd name="f46" fmla="*/ f40 f37 1"/>
                  <a:gd name="f47" fmla="*/ f43 1 2"/>
                  <a:gd name="f48" fmla="*/ f44 1 2"/>
                  <a:gd name="f49" fmla="*/ f44 f17 1"/>
                  <a:gd name="f50" fmla="+- f16 f47 0"/>
                  <a:gd name="f51" fmla="*/ f49 1 200000"/>
                  <a:gd name="f52" fmla="*/ f49 1 100000"/>
                  <a:gd name="f53" fmla="+- f51 f48 0"/>
                  <a:gd name="f54" fmla="*/ f51 f37 1"/>
                  <a:gd name="f55" fmla="*/ f50 f37 1"/>
                  <a:gd name="f56" fmla="*/ f52 f37 1"/>
                  <a:gd name="f57" fmla="*/ f53 f37 1"/>
                </a:gdLst>
                <a:ahLst/>
                <a:cxnLst>
                  <a:cxn ang="3cd4">
                    <a:pos x="hc" y="t"/>
                  </a:cxn>
                  <a:cxn ang="0">
                    <a:pos x="r" y="vc"/>
                  </a:cxn>
                  <a:cxn ang="cd4">
                    <a:pos x="hc" y="b"/>
                  </a:cxn>
                  <a:cxn ang="cd2">
                    <a:pos x="l" y="vc"/>
                  </a:cxn>
                  <a:cxn ang="f33">
                    <a:pos x="f56" y="f42"/>
                  </a:cxn>
                  <a:cxn ang="f34">
                    <a:pos x="f54" y="f55"/>
                  </a:cxn>
                  <a:cxn ang="f35">
                    <a:pos x="f42" y="f45"/>
                  </a:cxn>
                  <a:cxn ang="f35">
                    <a:pos x="f56" y="f45"/>
                  </a:cxn>
                  <a:cxn ang="f35">
                    <a:pos x="f46" y="f45"/>
                  </a:cxn>
                  <a:cxn ang="f36">
                    <a:pos x="f57" y="f55"/>
                  </a:cxn>
                </a:cxnLst>
                <a:rect l="f54" t="f55" r="f57" b="f45"/>
                <a:pathLst>
                  <a:path>
                    <a:moveTo>
                      <a:pt x="f42" y="f45"/>
                    </a:moveTo>
                    <a:lnTo>
                      <a:pt x="f56" y="f42"/>
                    </a:lnTo>
                    <a:lnTo>
                      <a:pt x="f46" y="f45"/>
                    </a:lnTo>
                    <a:close/>
                  </a:path>
                </a:pathLst>
              </a:custGeom>
              <a:solidFill>
                <a:srgbClr val="81818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sp>
          <p:nvSpPr>
            <p:cNvPr id="134" name="Ovaal 93">
              <a:extLst>
                <a:ext uri="{FF2B5EF4-FFF2-40B4-BE49-F238E27FC236}">
                  <a16:creationId xmlns:a16="http://schemas.microsoft.com/office/drawing/2014/main" id="{CA8128F0-DA7B-AFDF-0CAC-333A24CBC0F9}"/>
                </a:ext>
              </a:extLst>
            </p:cNvPr>
            <p:cNvSpPr/>
            <p:nvPr/>
          </p:nvSpPr>
          <p:spPr>
            <a:xfrm>
              <a:off x="-3603586" y="1811179"/>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2</a:t>
              </a:r>
            </a:p>
          </p:txBody>
        </p:sp>
        <p:sp>
          <p:nvSpPr>
            <p:cNvPr id="135" name="Rechthoek 94">
              <a:extLst>
                <a:ext uri="{FF2B5EF4-FFF2-40B4-BE49-F238E27FC236}">
                  <a16:creationId xmlns:a16="http://schemas.microsoft.com/office/drawing/2014/main" id="{C6624587-4A12-CDBF-2573-D1CBAE62FE27}"/>
                </a:ext>
              </a:extLst>
            </p:cNvPr>
            <p:cNvSpPr/>
            <p:nvPr/>
          </p:nvSpPr>
          <p:spPr>
            <a:xfrm>
              <a:off x="-3319418" y="1811188"/>
              <a:ext cx="2944678" cy="326340"/>
            </a:xfrm>
            <a:prstGeom prst="rect">
              <a:avLst/>
            </a:prstGeom>
            <a:noFill/>
            <a:ln>
              <a:noFill/>
              <a:prstDash val="solid"/>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0" i="0" u="none" strike="noStrike" kern="0" cap="none" spc="0" baseline="0">
                  <a:solidFill>
                    <a:srgbClr val="000000"/>
                  </a:solidFill>
                  <a:uFillTx/>
                  <a:latin typeface="Calibri" pitchFamily="34"/>
                  <a:cs typeface="Calibri" pitchFamily="34"/>
                </a:rPr>
                <a:t>Select the preferred category and image</a:t>
              </a:r>
              <a:br>
                <a:rPr lang="en-GB" sz="1200" b="0" i="0" u="none" strike="noStrike" kern="0" cap="none" spc="0" baseline="0">
                  <a:solidFill>
                    <a:srgbClr val="000000"/>
                  </a:solidFill>
                  <a:uFillTx/>
                  <a:latin typeface="Calibri" pitchFamily="34"/>
                  <a:cs typeface="Calibri" pitchFamily="34"/>
                </a:rPr>
              </a:br>
              <a:r>
                <a:rPr lang="en-GB" sz="1200" b="0" i="0" u="none" strike="noStrike" kern="0" cap="none" spc="0" baseline="0">
                  <a:solidFill>
                    <a:srgbClr val="000000"/>
                  </a:solidFill>
                  <a:uFillTx/>
                  <a:latin typeface="Calibri" pitchFamily="34"/>
                  <a:cs typeface="Calibri" pitchFamily="34"/>
                </a:rPr>
                <a:t>and click on  </a:t>
              </a:r>
              <a:r>
                <a:rPr lang="en-GB" sz="1200" b="1" i="0" u="none" strike="noStrike" kern="0" cap="none" spc="0" baseline="0">
                  <a:solidFill>
                    <a:srgbClr val="000000"/>
                  </a:solidFill>
                  <a:uFillTx/>
                  <a:latin typeface="Calibri" pitchFamily="34"/>
                  <a:cs typeface="Calibri" pitchFamily="34"/>
                </a:rPr>
                <a:t>‘Insert’</a:t>
              </a:r>
              <a:r>
                <a:rPr lang="en-GB" sz="1200" b="0" i="0" u="none" strike="noStrike" kern="0" cap="none" spc="0" baseline="0">
                  <a:solidFill>
                    <a:srgbClr val="000000"/>
                  </a:solidFill>
                  <a:uFillTx/>
                  <a:latin typeface="Calibri" pitchFamily="34"/>
                  <a:cs typeface="Calibri" pitchFamily="34"/>
                </a:rPr>
                <a:t>.</a:t>
              </a:r>
            </a:p>
          </p:txBody>
        </p:sp>
        <p:sp>
          <p:nvSpPr>
            <p:cNvPr id="136" name="Rechthoek 95">
              <a:extLst>
                <a:ext uri="{FF2B5EF4-FFF2-40B4-BE49-F238E27FC236}">
                  <a16:creationId xmlns:a16="http://schemas.microsoft.com/office/drawing/2014/main" id="{41E4EB19-CBA1-786F-A889-FB146DF673FE}"/>
                </a:ext>
              </a:extLst>
            </p:cNvPr>
            <p:cNvSpPr/>
            <p:nvPr/>
          </p:nvSpPr>
          <p:spPr>
            <a:xfrm>
              <a:off x="-3319418" y="2245757"/>
              <a:ext cx="825502" cy="209553"/>
            </a:xfrm>
            <a:prstGeom prst="rect">
              <a:avLst/>
            </a:prstGeom>
            <a:solidFill>
              <a:srgbClr val="1FF524"/>
            </a:solidFill>
            <a:ln>
              <a:noFill/>
              <a:prstDash val="solid"/>
            </a:ln>
          </p:spPr>
          <p:txBody>
            <a:bodyPr vert="horz" wrap="square" lIns="0" tIns="0" rIns="0" bIns="0"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000" b="1" i="0" u="none" strike="noStrike" kern="1200" cap="none" spc="0" baseline="0">
                  <a:solidFill>
                    <a:srgbClr val="211F26"/>
                  </a:solidFill>
                  <a:uFillTx/>
                  <a:latin typeface="Calibri" pitchFamily="34"/>
                  <a:cs typeface="Calibri" pitchFamily="34"/>
                </a:rPr>
                <a:t>Insert</a:t>
              </a:r>
            </a:p>
          </p:txBody>
        </p:sp>
        <p:grpSp>
          <p:nvGrpSpPr>
            <p:cNvPr id="137" name="Groep 96">
              <a:extLst>
                <a:ext uri="{FF2B5EF4-FFF2-40B4-BE49-F238E27FC236}">
                  <a16:creationId xmlns:a16="http://schemas.microsoft.com/office/drawing/2014/main" id="{88E061B7-AB0C-647E-8D3D-34006798948C}"/>
                </a:ext>
              </a:extLst>
            </p:cNvPr>
            <p:cNvGrpSpPr/>
            <p:nvPr/>
          </p:nvGrpSpPr>
          <p:grpSpPr>
            <a:xfrm>
              <a:off x="-3365485" y="1226978"/>
              <a:ext cx="446940" cy="406486"/>
              <a:chOff x="-3365485" y="1226978"/>
              <a:chExt cx="446940" cy="406486"/>
            </a:xfrm>
          </p:grpSpPr>
          <p:grpSp>
            <p:nvGrpSpPr>
              <p:cNvPr id="138" name="Groep 97">
                <a:extLst>
                  <a:ext uri="{FF2B5EF4-FFF2-40B4-BE49-F238E27FC236}">
                    <a16:creationId xmlns:a16="http://schemas.microsoft.com/office/drawing/2014/main" id="{BBF67220-2BB3-4CF3-A0CC-C0CFCA6F2311}"/>
                  </a:ext>
                </a:extLst>
              </p:cNvPr>
              <p:cNvGrpSpPr/>
              <p:nvPr/>
            </p:nvGrpSpPr>
            <p:grpSpPr>
              <a:xfrm>
                <a:off x="-3285311" y="1226978"/>
                <a:ext cx="284168" cy="246686"/>
                <a:chOff x="-3285311" y="1226978"/>
                <a:chExt cx="284168" cy="246686"/>
              </a:xfrm>
            </p:grpSpPr>
            <p:sp>
              <p:nvSpPr>
                <p:cNvPr id="139" name="Vrije vorm: vorm 99">
                  <a:extLst>
                    <a:ext uri="{FF2B5EF4-FFF2-40B4-BE49-F238E27FC236}">
                      <a16:creationId xmlns:a16="http://schemas.microsoft.com/office/drawing/2014/main" id="{01F7C360-BD0A-C224-97A8-8984A38AE332}"/>
                    </a:ext>
                  </a:extLst>
                </p:cNvPr>
                <p:cNvSpPr/>
                <p:nvPr/>
              </p:nvSpPr>
              <p:spPr>
                <a:xfrm>
                  <a:off x="-3236719" y="1287612"/>
                  <a:ext cx="47978" cy="47868"/>
                </a:xfrm>
                <a:custGeom>
                  <a:avLst/>
                  <a:gdLst>
                    <a:gd name="f0" fmla="val 10800000"/>
                    <a:gd name="f1" fmla="val 5400000"/>
                    <a:gd name="f2" fmla="val 180"/>
                    <a:gd name="f3" fmla="val w"/>
                    <a:gd name="f4" fmla="val h"/>
                    <a:gd name="f5" fmla="val 0"/>
                    <a:gd name="f6" fmla="val 371475"/>
                    <a:gd name="f7" fmla="val 369094"/>
                    <a:gd name="f8" fmla="val 188119"/>
                    <a:gd name="f9" fmla="val 288068"/>
                    <a:gd name="f10" fmla="val 88169"/>
                    <a:gd name="f11" fmla="val 7144"/>
                    <a:gd name="f12" fmla="+- 0 0 -90"/>
                    <a:gd name="f13" fmla="*/ f3 1 371475"/>
                    <a:gd name="f14" fmla="*/ f4 1 371475"/>
                    <a:gd name="f15" fmla="val f5"/>
                    <a:gd name="f16" fmla="val f6"/>
                    <a:gd name="f17" fmla="*/ f12 f0 1"/>
                    <a:gd name="f18" fmla="+- f16 0 f15"/>
                    <a:gd name="f19" fmla="*/ f17 1 f2"/>
                    <a:gd name="f20" fmla="*/ f18 1 371475"/>
                    <a:gd name="f21" fmla="*/ 369094 f18 1"/>
                    <a:gd name="f22" fmla="*/ 188119 f18 1"/>
                    <a:gd name="f23" fmla="*/ 7144 f18 1"/>
                    <a:gd name="f24" fmla="+- f19 0 f1"/>
                    <a:gd name="f25" fmla="*/ f21 1 371475"/>
                    <a:gd name="f26" fmla="*/ f22 1 371475"/>
                    <a:gd name="f27" fmla="*/ f23 1 371475"/>
                    <a:gd name="f28" fmla="*/ f15 1 f20"/>
                    <a:gd name="f29" fmla="*/ f16 1 f20"/>
                    <a:gd name="f30" fmla="*/ f25 1 f20"/>
                    <a:gd name="f31" fmla="*/ f26 1 f20"/>
                    <a:gd name="f32" fmla="*/ f27 1 f20"/>
                    <a:gd name="f33" fmla="*/ f28 f13 1"/>
                    <a:gd name="f34" fmla="*/ f29 f13 1"/>
                    <a:gd name="f35" fmla="*/ f29 f14 1"/>
                    <a:gd name="f36" fmla="*/ f28 f14 1"/>
                    <a:gd name="f37" fmla="*/ f30 f13 1"/>
                    <a:gd name="f38" fmla="*/ f31 f14 1"/>
                    <a:gd name="f39" fmla="*/ f31 f13 1"/>
                    <a:gd name="f40" fmla="*/ f30 f14 1"/>
                    <a:gd name="f41" fmla="*/ f32 f13 1"/>
                    <a:gd name="f42" fmla="*/ f32 f14 1"/>
                  </a:gdLst>
                  <a:ahLst/>
                  <a:cxnLst>
                    <a:cxn ang="3cd4">
                      <a:pos x="hc" y="t"/>
                    </a:cxn>
                    <a:cxn ang="0">
                      <a:pos x="r" y="vc"/>
                    </a:cxn>
                    <a:cxn ang="cd4">
                      <a:pos x="hc" y="b"/>
                    </a:cxn>
                    <a:cxn ang="cd2">
                      <a:pos x="l" y="vc"/>
                    </a:cxn>
                    <a:cxn ang="f24">
                      <a:pos x="f37" y="f38"/>
                    </a:cxn>
                    <a:cxn ang="f24">
                      <a:pos x="f39" y="f40"/>
                    </a:cxn>
                    <a:cxn ang="f24">
                      <a:pos x="f41" y="f38"/>
                    </a:cxn>
                    <a:cxn ang="f24">
                      <a:pos x="f39" y="f42"/>
                    </a:cxn>
                    <a:cxn ang="f24">
                      <a:pos x="f37" y="f38"/>
                    </a:cxn>
                  </a:cxnLst>
                  <a:rect l="f33" t="f36" r="f34" b="f35"/>
                  <a:pathLst>
                    <a:path w="371475" h="371475">
                      <a:moveTo>
                        <a:pt x="f7" y="f8"/>
                      </a:moveTo>
                      <a:cubicBezTo>
                        <a:pt x="f7" y="f9"/>
                        <a:pt x="f9" y="f7"/>
                        <a:pt x="f8" y="f7"/>
                      </a:cubicBezTo>
                      <a:cubicBezTo>
                        <a:pt x="f10" y="f7"/>
                        <a:pt x="f11" y="f9"/>
                        <a:pt x="f11" y="f8"/>
                      </a:cubicBezTo>
                      <a:cubicBezTo>
                        <a:pt x="f11" y="f10"/>
                        <a:pt x="f10" y="f11"/>
                        <a:pt x="f8" y="f11"/>
                      </a:cubicBezTo>
                      <a:cubicBezTo>
                        <a:pt x="f9" y="f11"/>
                        <a:pt x="f7" y="f10"/>
                        <a:pt x="f7" y="f8"/>
                      </a:cubicBezTo>
                      <a:close/>
                    </a:path>
                  </a:pathLst>
                </a:custGeom>
                <a:solidFill>
                  <a:srgbClr val="1FF524"/>
                </a:solidFill>
                <a:ln>
                  <a:noFill/>
                  <a:prstDash val="solid"/>
                </a:ln>
              </p:spPr>
              <p:txBody>
                <a:bodyPr vert="horz" wrap="square" lIns="91440" tIns="45720" rIns="91440" bIns="45720" anchor="ctr"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7200" b="0" i="0" u="none" strike="noStrike" kern="1200" cap="none" spc="0" baseline="0">
                    <a:solidFill>
                      <a:srgbClr val="211F26"/>
                    </a:solidFill>
                    <a:uFillTx/>
                    <a:latin typeface="Arial"/>
                  </a:endParaRPr>
                </a:p>
              </p:txBody>
            </p:sp>
            <p:grpSp>
              <p:nvGrpSpPr>
                <p:cNvPr id="140" name="Groep 100">
                  <a:extLst>
                    <a:ext uri="{FF2B5EF4-FFF2-40B4-BE49-F238E27FC236}">
                      <a16:creationId xmlns:a16="http://schemas.microsoft.com/office/drawing/2014/main" id="{A909F4BE-F9E0-5E15-FF57-BB5857E125A7}"/>
                    </a:ext>
                  </a:extLst>
                </p:cNvPr>
                <p:cNvGrpSpPr/>
                <p:nvPr/>
              </p:nvGrpSpPr>
              <p:grpSpPr>
                <a:xfrm>
                  <a:off x="-3285311" y="1226978"/>
                  <a:ext cx="284168" cy="246686"/>
                  <a:chOff x="-3285311" y="1226978"/>
                  <a:chExt cx="284168" cy="246686"/>
                </a:xfrm>
              </p:grpSpPr>
              <p:sp>
                <p:nvSpPr>
                  <p:cNvPr id="141" name="Vrije vorm: vorm 101">
                    <a:extLst>
                      <a:ext uri="{FF2B5EF4-FFF2-40B4-BE49-F238E27FC236}">
                        <a16:creationId xmlns:a16="http://schemas.microsoft.com/office/drawing/2014/main" id="{C5FD2ABA-174C-9990-8321-BBD55BD43D45}"/>
                      </a:ext>
                    </a:extLst>
                  </p:cNvPr>
                  <p:cNvSpPr/>
                  <p:nvPr/>
                </p:nvSpPr>
                <p:spPr>
                  <a:xfrm>
                    <a:off x="-3285311" y="1226978"/>
                    <a:ext cx="284168" cy="246686"/>
                  </a:xfrm>
                  <a:custGeom>
                    <a:avLst/>
                    <a:gdLst>
                      <a:gd name="f0" fmla="val 10800000"/>
                      <a:gd name="f1" fmla="val 5400000"/>
                      <a:gd name="f2" fmla="val 180"/>
                      <a:gd name="f3" fmla="val w"/>
                      <a:gd name="f4" fmla="val h"/>
                      <a:gd name="f5" fmla="val 0"/>
                      <a:gd name="f6" fmla="val 2200275"/>
                      <a:gd name="f7" fmla="val 1914525"/>
                      <a:gd name="f8" fmla="val 7144"/>
                      <a:gd name="f9" fmla="val 245269"/>
                      <a:gd name="f10" fmla="val 432911"/>
                      <a:gd name="f11" fmla="val 1959769"/>
                      <a:gd name="f12" fmla="val 1674019"/>
                      <a:gd name="f13" fmla="val 350044"/>
                      <a:gd name="f14" fmla="val 1912144"/>
                      <a:gd name="f15" fmla="val 2197894"/>
                      <a:gd name="f16" fmla="+- 0 0 -90"/>
                      <a:gd name="f17" fmla="*/ f3 1 2200275"/>
                      <a:gd name="f18" fmla="*/ f4 1 1914525"/>
                      <a:gd name="f19" fmla="val f5"/>
                      <a:gd name="f20" fmla="val f6"/>
                      <a:gd name="f21" fmla="val f7"/>
                      <a:gd name="f22" fmla="*/ f16 f0 1"/>
                      <a:gd name="f23" fmla="+- f21 0 f19"/>
                      <a:gd name="f24" fmla="+- f20 0 f19"/>
                      <a:gd name="f25" fmla="*/ f22 1 f2"/>
                      <a:gd name="f26" fmla="*/ f24 1 2200275"/>
                      <a:gd name="f27" fmla="*/ f23 1 1914525"/>
                      <a:gd name="f28" fmla="*/ 7144 f24 1"/>
                      <a:gd name="f29" fmla="*/ 7144 f23 1"/>
                      <a:gd name="f30" fmla="*/ 245269 f23 1"/>
                      <a:gd name="f31" fmla="*/ 432911 f24 1"/>
                      <a:gd name="f32" fmla="*/ 1959769 f24 1"/>
                      <a:gd name="f33" fmla="*/ 1674019 f23 1"/>
                      <a:gd name="f34" fmla="*/ 245269 f24 1"/>
                      <a:gd name="f35" fmla="*/ 350044 f23 1"/>
                      <a:gd name="f36" fmla="*/ 1912144 f23 1"/>
                      <a:gd name="f37" fmla="*/ 2197894 f24 1"/>
                      <a:gd name="f38" fmla="+- f25 0 f1"/>
                      <a:gd name="f39" fmla="*/ f28 1 2200275"/>
                      <a:gd name="f40" fmla="*/ f29 1 1914525"/>
                      <a:gd name="f41" fmla="*/ f30 1 1914525"/>
                      <a:gd name="f42" fmla="*/ f31 1 2200275"/>
                      <a:gd name="f43" fmla="*/ f32 1 2200275"/>
                      <a:gd name="f44" fmla="*/ f33 1 1914525"/>
                      <a:gd name="f45" fmla="*/ f34 1 2200275"/>
                      <a:gd name="f46" fmla="*/ f35 1 1914525"/>
                      <a:gd name="f47" fmla="*/ f36 1 1914525"/>
                      <a:gd name="f48" fmla="*/ f37 1 2200275"/>
                      <a:gd name="f49" fmla="*/ f19 1 f26"/>
                      <a:gd name="f50" fmla="*/ f20 1 f26"/>
                      <a:gd name="f51" fmla="*/ f19 1 f27"/>
                      <a:gd name="f52" fmla="*/ f21 1 f27"/>
                      <a:gd name="f53" fmla="*/ f39 1 f26"/>
                      <a:gd name="f54" fmla="*/ f40 1 f27"/>
                      <a:gd name="f55" fmla="*/ f41 1 f27"/>
                      <a:gd name="f56" fmla="*/ f42 1 f26"/>
                      <a:gd name="f57" fmla="*/ f43 1 f26"/>
                      <a:gd name="f58" fmla="*/ f44 1 f27"/>
                      <a:gd name="f59" fmla="*/ f45 1 f26"/>
                      <a:gd name="f60" fmla="*/ f46 1 f27"/>
                      <a:gd name="f61" fmla="*/ f47 1 f27"/>
                      <a:gd name="f62" fmla="*/ f48 1 f26"/>
                      <a:gd name="f63" fmla="*/ f49 f17 1"/>
                      <a:gd name="f64" fmla="*/ f50 f17 1"/>
                      <a:gd name="f65" fmla="*/ f52 f18 1"/>
                      <a:gd name="f66" fmla="*/ f51 f18 1"/>
                      <a:gd name="f67" fmla="*/ f53 f17 1"/>
                      <a:gd name="f68" fmla="*/ f54 f18 1"/>
                      <a:gd name="f69" fmla="*/ f55 f18 1"/>
                      <a:gd name="f70" fmla="*/ f56 f17 1"/>
                      <a:gd name="f71" fmla="*/ f57 f17 1"/>
                      <a:gd name="f72" fmla="*/ f58 f18 1"/>
                      <a:gd name="f73" fmla="*/ f59 f17 1"/>
                      <a:gd name="f74" fmla="*/ f60 f18 1"/>
                      <a:gd name="f75" fmla="*/ f61 f18 1"/>
                      <a:gd name="f76" fmla="*/ f62 f17 1"/>
                    </a:gdLst>
                    <a:ahLst/>
                    <a:cxnLst>
                      <a:cxn ang="3cd4">
                        <a:pos x="hc" y="t"/>
                      </a:cxn>
                      <a:cxn ang="0">
                        <a:pos x="r" y="vc"/>
                      </a:cxn>
                      <a:cxn ang="cd4">
                        <a:pos x="hc" y="b"/>
                      </a:cxn>
                      <a:cxn ang="cd2">
                        <a:pos x="l" y="vc"/>
                      </a:cxn>
                      <a:cxn ang="f38">
                        <a:pos x="f67" y="f68"/>
                      </a:cxn>
                      <a:cxn ang="f38">
                        <a:pos x="f67" y="f69"/>
                      </a:cxn>
                      <a:cxn ang="f38">
                        <a:pos x="f70" y="f69"/>
                      </a:cxn>
                      <a:cxn ang="f38">
                        <a:pos x="f70" y="f69"/>
                      </a:cxn>
                      <a:cxn ang="f38">
                        <a:pos x="f71" y="f69"/>
                      </a:cxn>
                      <a:cxn ang="f38">
                        <a:pos x="f71" y="f72"/>
                      </a:cxn>
                      <a:cxn ang="f38">
                        <a:pos x="f73" y="f72"/>
                      </a:cxn>
                      <a:cxn ang="f38">
                        <a:pos x="f73" y="f74"/>
                      </a:cxn>
                      <a:cxn ang="f38">
                        <a:pos x="f67" y="f74"/>
                      </a:cxn>
                      <a:cxn ang="f38">
                        <a:pos x="f67" y="f75"/>
                      </a:cxn>
                      <a:cxn ang="f38">
                        <a:pos x="f76" y="f75"/>
                      </a:cxn>
                      <a:cxn ang="f38">
                        <a:pos x="f76" y="f68"/>
                      </a:cxn>
                    </a:cxnLst>
                    <a:rect l="f63" t="f66" r="f64" b="f65"/>
                    <a:pathLst>
                      <a:path w="2200275" h="1914525">
                        <a:moveTo>
                          <a:pt x="f8" y="f8"/>
                        </a:moveTo>
                        <a:lnTo>
                          <a:pt x="f8" y="f9"/>
                        </a:lnTo>
                        <a:lnTo>
                          <a:pt x="f10" y="f9"/>
                        </a:lnTo>
                        <a:lnTo>
                          <a:pt x="f10" y="f9"/>
                        </a:lnTo>
                        <a:lnTo>
                          <a:pt x="f11" y="f9"/>
                        </a:lnTo>
                        <a:lnTo>
                          <a:pt x="f11" y="f12"/>
                        </a:lnTo>
                        <a:lnTo>
                          <a:pt x="f9" y="f12"/>
                        </a:lnTo>
                        <a:lnTo>
                          <a:pt x="f9" y="f13"/>
                        </a:lnTo>
                        <a:lnTo>
                          <a:pt x="f8" y="f13"/>
                        </a:lnTo>
                        <a:lnTo>
                          <a:pt x="f8" y="f14"/>
                        </a:lnTo>
                        <a:lnTo>
                          <a:pt x="f15" y="f14"/>
                        </a:lnTo>
                        <a:lnTo>
                          <a:pt x="f15" y="f8"/>
                        </a:lnTo>
                        <a:close/>
                      </a:path>
                    </a:pathLst>
                  </a:custGeom>
                  <a:gradFill>
                    <a:gsLst>
                      <a:gs pos="0">
                        <a:srgbClr val="9D9FA1"/>
                      </a:gs>
                      <a:gs pos="100000">
                        <a:srgbClr val="211F26"/>
                      </a:gs>
                    </a:gsLst>
                    <a:lin ang="2700000"/>
                  </a:gradFill>
                  <a:ln>
                    <a:noFill/>
                    <a:prstDash val="solid"/>
                  </a:ln>
                </p:spPr>
                <p:txBody>
                  <a:bodyPr vert="horz" wrap="square" lIns="91440" tIns="45720" rIns="91440" bIns="45720" anchor="ctr"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7200" b="0" i="0" u="none" strike="noStrike" kern="1200" cap="none" spc="0" baseline="0">
                      <a:solidFill>
                        <a:srgbClr val="211F26"/>
                      </a:solidFill>
                      <a:uFillTx/>
                      <a:latin typeface="Arial"/>
                    </a:endParaRPr>
                  </a:p>
                </p:txBody>
              </p:sp>
              <p:sp>
                <p:nvSpPr>
                  <p:cNvPr id="142" name="Vrije vorm: vorm 102">
                    <a:extLst>
                      <a:ext uri="{FF2B5EF4-FFF2-40B4-BE49-F238E27FC236}">
                        <a16:creationId xmlns:a16="http://schemas.microsoft.com/office/drawing/2014/main" id="{C808020E-6448-5481-0436-D2FD00052EFB}"/>
                      </a:ext>
                    </a:extLst>
                  </p:cNvPr>
                  <p:cNvSpPr/>
                  <p:nvPr/>
                </p:nvSpPr>
                <p:spPr>
                  <a:xfrm>
                    <a:off x="-3236847" y="1303321"/>
                    <a:ext cx="185751" cy="114144"/>
                  </a:xfrm>
                  <a:custGeom>
                    <a:avLst/>
                    <a:gdLst>
                      <a:gd name="f0" fmla="val 10800000"/>
                      <a:gd name="f1" fmla="val 5400000"/>
                      <a:gd name="f2" fmla="val 180"/>
                      <a:gd name="f3" fmla="val w"/>
                      <a:gd name="f4" fmla="val h"/>
                      <a:gd name="f5" fmla="val 0"/>
                      <a:gd name="f6" fmla="val 1438275"/>
                      <a:gd name="f7" fmla="val 885825"/>
                      <a:gd name="f8" fmla="val 1070134"/>
                      <a:gd name="f9" fmla="val 7144"/>
                      <a:gd name="f10" fmla="val 801529"/>
                      <a:gd name="f11" fmla="val 275749"/>
                      <a:gd name="f12" fmla="val 662464"/>
                      <a:gd name="f13" fmla="val 137636"/>
                      <a:gd name="f14" fmla="val 784384"/>
                      <a:gd name="f15" fmla="val 108109"/>
                      <a:gd name="f16" fmla="val 885349"/>
                      <a:gd name="f17" fmla="val 338614"/>
                      <a:gd name="f18" fmla="val 928211"/>
                      <a:gd name="f19" fmla="val 605314"/>
                      <a:gd name="f20" fmla="val 1029176"/>
                      <a:gd name="f21" fmla="val 503396"/>
                      <a:gd name="f22" fmla="val 902494"/>
                      <a:gd name="f23" fmla="val 376714"/>
                      <a:gd name="f24" fmla="val 209074"/>
                      <a:gd name="f25" fmla="val 1337786"/>
                      <a:gd name="f26" fmla="val 480536"/>
                      <a:gd name="f27" fmla="val 1438751"/>
                      <a:gd name="f28" fmla="val 378619"/>
                      <a:gd name="f29" fmla="+- 0 0 -90"/>
                      <a:gd name="f30" fmla="*/ f3 1 1438275"/>
                      <a:gd name="f31" fmla="*/ f4 1 885825"/>
                      <a:gd name="f32" fmla="val f5"/>
                      <a:gd name="f33" fmla="val f6"/>
                      <a:gd name="f34" fmla="val f7"/>
                      <a:gd name="f35" fmla="*/ f29 f0 1"/>
                      <a:gd name="f36" fmla="+- f34 0 f32"/>
                      <a:gd name="f37" fmla="+- f33 0 f32"/>
                      <a:gd name="f38" fmla="*/ f35 1 f2"/>
                      <a:gd name="f39" fmla="*/ f37 1 1438275"/>
                      <a:gd name="f40" fmla="*/ f36 1 885825"/>
                      <a:gd name="f41" fmla="*/ 1070134 f37 1"/>
                      <a:gd name="f42" fmla="*/ 7144 f36 1"/>
                      <a:gd name="f43" fmla="*/ 801529 f37 1"/>
                      <a:gd name="f44" fmla="*/ 275749 f36 1"/>
                      <a:gd name="f45" fmla="*/ 662464 f37 1"/>
                      <a:gd name="f46" fmla="*/ 137636 f36 1"/>
                      <a:gd name="f47" fmla="*/ 7144 f37 1"/>
                      <a:gd name="f48" fmla="*/ 784384 f36 1"/>
                      <a:gd name="f49" fmla="*/ 108109 f37 1"/>
                      <a:gd name="f50" fmla="*/ 885349 f36 1"/>
                      <a:gd name="f51" fmla="*/ 338614 f36 1"/>
                      <a:gd name="f52" fmla="*/ 928211 f37 1"/>
                      <a:gd name="f53" fmla="*/ 605314 f36 1"/>
                      <a:gd name="f54" fmla="*/ 1029176 f37 1"/>
                      <a:gd name="f55" fmla="*/ 503396 f36 1"/>
                      <a:gd name="f56" fmla="*/ 902494 f37 1"/>
                      <a:gd name="f57" fmla="*/ 376714 f36 1"/>
                      <a:gd name="f58" fmla="*/ 209074 f36 1"/>
                      <a:gd name="f59" fmla="*/ 1337786 f37 1"/>
                      <a:gd name="f60" fmla="*/ 480536 f36 1"/>
                      <a:gd name="f61" fmla="*/ 1438751 f37 1"/>
                      <a:gd name="f62" fmla="*/ 378619 f36 1"/>
                      <a:gd name="f63" fmla="+- f38 0 f1"/>
                      <a:gd name="f64" fmla="*/ f41 1 1438275"/>
                      <a:gd name="f65" fmla="*/ f42 1 885825"/>
                      <a:gd name="f66" fmla="*/ f43 1 1438275"/>
                      <a:gd name="f67" fmla="*/ f44 1 885825"/>
                      <a:gd name="f68" fmla="*/ f45 1 1438275"/>
                      <a:gd name="f69" fmla="*/ f46 1 885825"/>
                      <a:gd name="f70" fmla="*/ f47 1 1438275"/>
                      <a:gd name="f71" fmla="*/ f48 1 885825"/>
                      <a:gd name="f72" fmla="*/ f49 1 1438275"/>
                      <a:gd name="f73" fmla="*/ f50 1 885825"/>
                      <a:gd name="f74" fmla="*/ f51 1 885825"/>
                      <a:gd name="f75" fmla="*/ f52 1 1438275"/>
                      <a:gd name="f76" fmla="*/ f53 1 885825"/>
                      <a:gd name="f77" fmla="*/ f54 1 1438275"/>
                      <a:gd name="f78" fmla="*/ f55 1 885825"/>
                      <a:gd name="f79" fmla="*/ f56 1 1438275"/>
                      <a:gd name="f80" fmla="*/ f57 1 885825"/>
                      <a:gd name="f81" fmla="*/ f58 1 885825"/>
                      <a:gd name="f82" fmla="*/ f59 1 1438275"/>
                      <a:gd name="f83" fmla="*/ f60 1 885825"/>
                      <a:gd name="f84" fmla="*/ f61 1 1438275"/>
                      <a:gd name="f85" fmla="*/ f62 1 885825"/>
                      <a:gd name="f86" fmla="*/ f32 1 f39"/>
                      <a:gd name="f87" fmla="*/ f33 1 f39"/>
                      <a:gd name="f88" fmla="*/ f32 1 f40"/>
                      <a:gd name="f89" fmla="*/ f34 1 f40"/>
                      <a:gd name="f90" fmla="*/ f64 1 f39"/>
                      <a:gd name="f91" fmla="*/ f65 1 f40"/>
                      <a:gd name="f92" fmla="*/ f66 1 f39"/>
                      <a:gd name="f93" fmla="*/ f67 1 f40"/>
                      <a:gd name="f94" fmla="*/ f68 1 f39"/>
                      <a:gd name="f95" fmla="*/ f69 1 f40"/>
                      <a:gd name="f96" fmla="*/ f70 1 f39"/>
                      <a:gd name="f97" fmla="*/ f71 1 f40"/>
                      <a:gd name="f98" fmla="*/ f72 1 f39"/>
                      <a:gd name="f99" fmla="*/ f73 1 f40"/>
                      <a:gd name="f100" fmla="*/ f74 1 f40"/>
                      <a:gd name="f101" fmla="*/ f75 1 f39"/>
                      <a:gd name="f102" fmla="*/ f76 1 f40"/>
                      <a:gd name="f103" fmla="*/ f77 1 f39"/>
                      <a:gd name="f104" fmla="*/ f78 1 f40"/>
                      <a:gd name="f105" fmla="*/ f79 1 f39"/>
                      <a:gd name="f106" fmla="*/ f80 1 f40"/>
                      <a:gd name="f107" fmla="*/ f81 1 f40"/>
                      <a:gd name="f108" fmla="*/ f82 1 f39"/>
                      <a:gd name="f109" fmla="*/ f83 1 f40"/>
                      <a:gd name="f110" fmla="*/ f84 1 f39"/>
                      <a:gd name="f111" fmla="*/ f85 1 f40"/>
                      <a:gd name="f112" fmla="*/ f86 f30 1"/>
                      <a:gd name="f113" fmla="*/ f87 f30 1"/>
                      <a:gd name="f114" fmla="*/ f89 f31 1"/>
                      <a:gd name="f115" fmla="*/ f88 f31 1"/>
                      <a:gd name="f116" fmla="*/ f90 f30 1"/>
                      <a:gd name="f117" fmla="*/ f91 f31 1"/>
                      <a:gd name="f118" fmla="*/ f92 f30 1"/>
                      <a:gd name="f119" fmla="*/ f93 f31 1"/>
                      <a:gd name="f120" fmla="*/ f94 f30 1"/>
                      <a:gd name="f121" fmla="*/ f95 f31 1"/>
                      <a:gd name="f122" fmla="*/ f96 f30 1"/>
                      <a:gd name="f123" fmla="*/ f97 f31 1"/>
                      <a:gd name="f124" fmla="*/ f98 f30 1"/>
                      <a:gd name="f125" fmla="*/ f99 f31 1"/>
                      <a:gd name="f126" fmla="*/ f100 f31 1"/>
                      <a:gd name="f127" fmla="*/ f101 f30 1"/>
                      <a:gd name="f128" fmla="*/ f102 f31 1"/>
                      <a:gd name="f129" fmla="*/ f103 f30 1"/>
                      <a:gd name="f130" fmla="*/ f104 f31 1"/>
                      <a:gd name="f131" fmla="*/ f105 f30 1"/>
                      <a:gd name="f132" fmla="*/ f106 f31 1"/>
                      <a:gd name="f133" fmla="*/ f107 f31 1"/>
                      <a:gd name="f134" fmla="*/ f108 f30 1"/>
                      <a:gd name="f135" fmla="*/ f109 f31 1"/>
                      <a:gd name="f136" fmla="*/ f110 f30 1"/>
                      <a:gd name="f137" fmla="*/ f111 f31 1"/>
                    </a:gdLst>
                    <a:ahLst/>
                    <a:cxnLst>
                      <a:cxn ang="3cd4">
                        <a:pos x="hc" y="t"/>
                      </a:cxn>
                      <a:cxn ang="0">
                        <a:pos x="r" y="vc"/>
                      </a:cxn>
                      <a:cxn ang="cd4">
                        <a:pos x="hc" y="b"/>
                      </a:cxn>
                      <a:cxn ang="cd2">
                        <a:pos x="l" y="vc"/>
                      </a:cxn>
                      <a:cxn ang="f63">
                        <a:pos x="f116" y="f117"/>
                      </a:cxn>
                      <a:cxn ang="f63">
                        <a:pos x="f118" y="f119"/>
                      </a:cxn>
                      <a:cxn ang="f63">
                        <a:pos x="f120" y="f121"/>
                      </a:cxn>
                      <a:cxn ang="f63">
                        <a:pos x="f122" y="f123"/>
                      </a:cxn>
                      <a:cxn ang="f63">
                        <a:pos x="f124" y="f125"/>
                      </a:cxn>
                      <a:cxn ang="f63">
                        <a:pos x="f120" y="f126"/>
                      </a:cxn>
                      <a:cxn ang="f63">
                        <a:pos x="f127" y="f128"/>
                      </a:cxn>
                      <a:cxn ang="f63">
                        <a:pos x="f129" y="f130"/>
                      </a:cxn>
                      <a:cxn ang="f63">
                        <a:pos x="f131" y="f132"/>
                      </a:cxn>
                      <a:cxn ang="f63">
                        <a:pos x="f116" y="f133"/>
                      </a:cxn>
                      <a:cxn ang="f63">
                        <a:pos x="f134" y="f135"/>
                      </a:cxn>
                      <a:cxn ang="f63">
                        <a:pos x="f136" y="f137"/>
                      </a:cxn>
                    </a:cxnLst>
                    <a:rect l="f112" t="f115" r="f113" b="f114"/>
                    <a:pathLst>
                      <a:path w="1438275" h="885825">
                        <a:moveTo>
                          <a:pt x="f8" y="f9"/>
                        </a:moveTo>
                        <a:lnTo>
                          <a:pt x="f10" y="f11"/>
                        </a:lnTo>
                        <a:lnTo>
                          <a:pt x="f12" y="f13"/>
                        </a:lnTo>
                        <a:lnTo>
                          <a:pt x="f9" y="f14"/>
                        </a:lnTo>
                        <a:lnTo>
                          <a:pt x="f15" y="f16"/>
                        </a:lnTo>
                        <a:lnTo>
                          <a:pt x="f12" y="f17"/>
                        </a:lnTo>
                        <a:lnTo>
                          <a:pt x="f18" y="f19"/>
                        </a:lnTo>
                        <a:lnTo>
                          <a:pt x="f20" y="f21"/>
                        </a:lnTo>
                        <a:lnTo>
                          <a:pt x="f22" y="f23"/>
                        </a:lnTo>
                        <a:lnTo>
                          <a:pt x="f8" y="f24"/>
                        </a:lnTo>
                        <a:lnTo>
                          <a:pt x="f25" y="f26"/>
                        </a:lnTo>
                        <a:lnTo>
                          <a:pt x="f27" y="f28"/>
                        </a:lnTo>
                        <a:close/>
                      </a:path>
                    </a:pathLst>
                  </a:custGeom>
                  <a:gradFill>
                    <a:gsLst>
                      <a:gs pos="0">
                        <a:srgbClr val="9D9FA1"/>
                      </a:gs>
                      <a:gs pos="100000">
                        <a:srgbClr val="211F26"/>
                      </a:gs>
                    </a:gsLst>
                    <a:lin ang="2700000"/>
                  </a:gradFill>
                  <a:ln>
                    <a:noFill/>
                    <a:prstDash val="solid"/>
                  </a:ln>
                </p:spPr>
                <p:txBody>
                  <a:bodyPr vert="horz" wrap="square" lIns="91440" tIns="45720" rIns="91440" bIns="45720" anchor="ctr"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7200" b="0" i="0" u="none" strike="noStrike" kern="1200" cap="none" spc="0" baseline="0">
                      <a:solidFill>
                        <a:srgbClr val="211F26"/>
                      </a:solidFill>
                      <a:uFillTx/>
                      <a:latin typeface="Arial"/>
                    </a:endParaRPr>
                  </a:p>
                </p:txBody>
              </p:sp>
            </p:grpSp>
          </p:grpSp>
          <p:sp>
            <p:nvSpPr>
              <p:cNvPr id="143" name="Tekstvak 98">
                <a:extLst>
                  <a:ext uri="{FF2B5EF4-FFF2-40B4-BE49-F238E27FC236}">
                    <a16:creationId xmlns:a16="http://schemas.microsoft.com/office/drawing/2014/main" id="{C0B8AA08-8062-D5FB-93E5-ED42814BC618}"/>
                  </a:ext>
                </a:extLst>
              </p:cNvPr>
              <p:cNvSpPr txBox="1"/>
              <p:nvPr/>
            </p:nvSpPr>
            <p:spPr>
              <a:xfrm>
                <a:off x="-3365485" y="1489959"/>
                <a:ext cx="446940" cy="143505"/>
              </a:xfrm>
              <a:prstGeom prst="rect">
                <a:avLst/>
              </a:prstGeom>
              <a:noFill/>
              <a:ln>
                <a:noFill/>
              </a:ln>
            </p:spPr>
            <p:txBody>
              <a:bodyPr vert="horz" wrap="square" lIns="0" tIns="18004" rIns="0" bIns="0" anchor="t"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000" b="0" i="0" u="none" strike="noStrike" kern="0" cap="none" spc="0" baseline="0">
                    <a:solidFill>
                      <a:srgbClr val="211F26"/>
                    </a:solidFill>
                    <a:uFillTx/>
                    <a:latin typeface="Calibri" pitchFamily="34"/>
                    <a:cs typeface="Calibri" pitchFamily="34"/>
                  </a:rPr>
                  <a:t>Images</a:t>
                </a:r>
              </a:p>
            </p:txBody>
          </p:sp>
        </p:grpSp>
      </p:grpSp>
    </p:spTree>
    <p:extLst>
      <p:ext uri="{BB962C8B-B14F-4D97-AF65-F5344CB8AC3E}">
        <p14:creationId xmlns:p14="http://schemas.microsoft.com/office/powerpoint/2010/main" val="1688727064"/>
      </p:ext>
    </p:extLst>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Image (M) + text | blue mode">
    <p:bg>
      <p:bgPr>
        <a:solidFill>
          <a:srgbClr val="00A6D6"/>
        </a:solidFill>
        <a:effectLst/>
      </p:bgPr>
    </p:bg>
    <p:spTree>
      <p:nvGrpSpPr>
        <p:cNvPr id="1" name=""/>
        <p:cNvGrpSpPr/>
        <p:nvPr/>
      </p:nvGrpSpPr>
      <p:grpSpPr>
        <a:xfrm>
          <a:off x="0" y="0"/>
          <a:ext cx="0" cy="0"/>
          <a:chOff x="0" y="0"/>
          <a:chExt cx="0" cy="0"/>
        </a:xfrm>
      </p:grpSpPr>
      <p:sp>
        <p:nvSpPr>
          <p:cNvPr id="2" name="Tijdelijke aanduiding voor tekst 18">
            <a:extLst>
              <a:ext uri="{FF2B5EF4-FFF2-40B4-BE49-F238E27FC236}">
                <a16:creationId xmlns:a16="http://schemas.microsoft.com/office/drawing/2014/main" id="{98D91F73-871F-486C-7E8A-1A2A550E824B}"/>
              </a:ext>
            </a:extLst>
          </p:cNvPr>
          <p:cNvSpPr txBox="1">
            <a:spLocks noGrp="1" noMove="1" noResize="1"/>
          </p:cNvSpPr>
          <p:nvPr>
            <p:ph type="body" idx="4294967295"/>
          </p:nvPr>
        </p:nvSpPr>
        <p:spPr>
          <a:xfrm>
            <a:off x="720364" y="6216740"/>
            <a:ext cx="961198" cy="381597"/>
          </a:xfrm>
          <a:blipFill>
            <a:blip r:embed="rId2">
              <a:extLst>
                <a:ext uri="{96DAC541-7B7A-43D3-8B79-37D633B846F1}">
                  <asvg:svgBlip xmlns:asvg="http://schemas.microsoft.com/office/drawing/2016/SVG/main" r:embed="rId3"/>
                </a:ext>
              </a:extLst>
            </a:blip>
            <a:stretch>
              <a:fillRect/>
            </a:stretch>
          </a:blipFill>
        </p:spPr>
        <p:txBody>
          <a:bodyPr/>
          <a:lstStyle>
            <a:lvl1pPr marL="0" indent="0">
              <a:buNone/>
              <a:defRPr sz="100"/>
            </a:lvl1pPr>
          </a:lstStyle>
          <a:p>
            <a:pPr lvl="0"/>
            <a:r>
              <a:rPr lang="en-GB"/>
              <a:t> </a:t>
            </a:r>
          </a:p>
        </p:txBody>
      </p:sp>
      <p:grpSp>
        <p:nvGrpSpPr>
          <p:cNvPr id="3" name="INSTRUCTION">
            <a:extLst>
              <a:ext uri="{FF2B5EF4-FFF2-40B4-BE49-F238E27FC236}">
                <a16:creationId xmlns:a16="http://schemas.microsoft.com/office/drawing/2014/main" id="{717E4F2D-E641-40EA-4DC0-5220E36031B0}"/>
              </a:ext>
            </a:extLst>
          </p:cNvPr>
          <p:cNvGrpSpPr/>
          <p:nvPr/>
        </p:nvGrpSpPr>
        <p:grpSpPr>
          <a:xfrm>
            <a:off x="12377592" y="0"/>
            <a:ext cx="3693389" cy="5359343"/>
            <a:chOff x="12377592" y="0"/>
            <a:chExt cx="3693389" cy="5359343"/>
          </a:xfrm>
        </p:grpSpPr>
        <p:sp>
          <p:nvSpPr>
            <p:cNvPr id="4" name="Rechthoek 6">
              <a:extLst>
                <a:ext uri="{FF2B5EF4-FFF2-40B4-BE49-F238E27FC236}">
                  <a16:creationId xmlns:a16="http://schemas.microsoft.com/office/drawing/2014/main" id="{0F74F7EC-4BAD-6F72-87A0-33D60DB647F4}"/>
                </a:ext>
              </a:extLst>
            </p:cNvPr>
            <p:cNvSpPr/>
            <p:nvPr/>
          </p:nvSpPr>
          <p:spPr>
            <a:xfrm>
              <a:off x="12377867" y="0"/>
              <a:ext cx="3593089" cy="4641338"/>
            </a:xfrm>
            <a:prstGeom prst="rect">
              <a:avLst/>
            </a:prstGeom>
            <a:solidFill>
              <a:srgbClr val="FFFFFF"/>
            </a:solidFill>
            <a:ln w="6345" cap="flat">
              <a:solidFill>
                <a:srgbClr val="ECECEC"/>
              </a:solidFill>
              <a:prstDash val="solid"/>
              <a:miter/>
            </a:ln>
          </p:spPr>
          <p:txBody>
            <a:bodyPr vert="horz" wrap="square" lIns="179999" tIns="143999" rIns="179999" bIns="143999"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400" b="1" i="0" u="none" strike="noStrike" kern="1200" cap="all" spc="0" baseline="0">
                  <a:solidFill>
                    <a:srgbClr val="00A6D6"/>
                  </a:solidFill>
                  <a:uFillTx/>
                  <a:latin typeface="Calibri" pitchFamily="34"/>
                  <a:cs typeface="Calibri" pitchFamily="34"/>
                </a:rPr>
                <a:t>Choosing text levels</a:t>
              </a:r>
            </a:p>
          </p:txBody>
        </p:sp>
        <p:sp>
          <p:nvSpPr>
            <p:cNvPr id="5" name="Rechthoek 9">
              <a:extLst>
                <a:ext uri="{FF2B5EF4-FFF2-40B4-BE49-F238E27FC236}">
                  <a16:creationId xmlns:a16="http://schemas.microsoft.com/office/drawing/2014/main" id="{C8DB72EE-ED2F-A720-4568-1C579A6A2F55}"/>
                </a:ext>
              </a:extLst>
            </p:cNvPr>
            <p:cNvSpPr/>
            <p:nvPr/>
          </p:nvSpPr>
          <p:spPr>
            <a:xfrm>
              <a:off x="12377867" y="1707404"/>
              <a:ext cx="3593089" cy="2836020"/>
            </a:xfrm>
            <a:prstGeom prst="rect">
              <a:avLst/>
            </a:prstGeom>
            <a:solidFill>
              <a:srgbClr val="00A6D6"/>
            </a:solidFill>
            <a:ln w="6345" cap="flat">
              <a:solidFill>
                <a:srgbClr val="ECECEC"/>
              </a:solidFill>
              <a:prstDash val="solid"/>
              <a:miter/>
            </a:ln>
          </p:spPr>
          <p:txBody>
            <a:bodyPr vert="horz" wrap="square" lIns="179999" tIns="143999" rIns="179999" bIns="143999"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400" b="1" i="0" u="none" strike="noStrike" kern="1200" cap="all" spc="0" baseline="0">
                  <a:solidFill>
                    <a:srgbClr val="00A6D6"/>
                  </a:solidFill>
                  <a:uFillTx/>
                  <a:latin typeface="Calibri" pitchFamily="34"/>
                  <a:cs typeface="Calibri" pitchFamily="34"/>
                </a:rPr>
                <a:t> </a:t>
              </a:r>
            </a:p>
          </p:txBody>
        </p:sp>
        <p:sp>
          <p:nvSpPr>
            <p:cNvPr id="6" name="Ovaal 10">
              <a:extLst>
                <a:ext uri="{FF2B5EF4-FFF2-40B4-BE49-F238E27FC236}">
                  <a16:creationId xmlns:a16="http://schemas.microsoft.com/office/drawing/2014/main" id="{B473FDC1-9653-1FF6-B2E4-E84AB362C70F}"/>
                </a:ext>
              </a:extLst>
            </p:cNvPr>
            <p:cNvSpPr/>
            <p:nvPr/>
          </p:nvSpPr>
          <p:spPr>
            <a:xfrm>
              <a:off x="12559850" y="1837486"/>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FFFF"/>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00A6D6"/>
                  </a:solidFill>
                  <a:uFillTx/>
                  <a:latin typeface="Calibri" pitchFamily="34"/>
                  <a:cs typeface="Calibri" pitchFamily="34"/>
                </a:rPr>
                <a:t>1</a:t>
              </a:r>
            </a:p>
          </p:txBody>
        </p:sp>
        <p:sp>
          <p:nvSpPr>
            <p:cNvPr id="7" name="Rechthoek 11">
              <a:extLst>
                <a:ext uri="{FF2B5EF4-FFF2-40B4-BE49-F238E27FC236}">
                  <a16:creationId xmlns:a16="http://schemas.microsoft.com/office/drawing/2014/main" id="{47CAB8B9-978D-9E64-7DB4-082C2F0FBB77}"/>
                </a:ext>
              </a:extLst>
            </p:cNvPr>
            <p:cNvSpPr/>
            <p:nvPr/>
          </p:nvSpPr>
          <p:spPr>
            <a:xfrm>
              <a:off x="12844613" y="1837486"/>
              <a:ext cx="2949223" cy="179999"/>
            </a:xfrm>
            <a:prstGeom prst="rect">
              <a:avLst/>
            </a:prstGeom>
            <a:noFill/>
            <a:ln>
              <a:noFill/>
              <a:prstDash val="solid"/>
            </a:ln>
          </p:spPr>
          <p:txBody>
            <a:bodyPr vert="horz" wrap="square" lIns="0" tIns="0" rIns="0" bIns="0" anchor="ctr" anchorCtr="0" compatLnSpc="1">
              <a:noAutofit/>
            </a:bodyPr>
            <a:lstStyle/>
            <a:p>
              <a:pPr marL="357192" marR="0" lvl="0" indent="-357192" algn="l" defTabSz="914400" rtl="0" fontAlgn="auto" hangingPunct="1">
                <a:lnSpc>
                  <a:spcPct val="100000"/>
                </a:lnSpc>
                <a:spcBef>
                  <a:spcPts val="600"/>
                </a:spcBef>
                <a:spcAft>
                  <a:spcPts val="600"/>
                </a:spcAft>
                <a:buClr>
                  <a:srgbClr val="FFFFFF"/>
                </a:buClr>
                <a:buSzPct val="100000"/>
                <a:buFont typeface="Calibri" pitchFamily="34"/>
                <a:buChar char="•"/>
                <a:tabLst/>
                <a:defRPr sz="1800" b="0" i="0" u="none" strike="noStrike" kern="0" cap="none" spc="0" baseline="0">
                  <a:solidFill>
                    <a:srgbClr val="000000"/>
                  </a:solidFill>
                  <a:uFillTx/>
                </a:defRPr>
              </a:pPr>
              <a:r>
                <a:rPr lang="en-GB" sz="1400" b="0" i="0" u="none" strike="noStrike" kern="0" cap="none" spc="0" baseline="0">
                  <a:solidFill>
                    <a:srgbClr val="FFFFFF"/>
                  </a:solidFill>
                  <a:uFillTx/>
                  <a:latin typeface="Arial"/>
                  <a:cs typeface="Calibri" pitchFamily="34"/>
                </a:rPr>
                <a:t>Bullet</a:t>
              </a:r>
            </a:p>
          </p:txBody>
        </p:sp>
        <p:sp>
          <p:nvSpPr>
            <p:cNvPr id="8" name="Ovaal 12">
              <a:extLst>
                <a:ext uri="{FF2B5EF4-FFF2-40B4-BE49-F238E27FC236}">
                  <a16:creationId xmlns:a16="http://schemas.microsoft.com/office/drawing/2014/main" id="{DB5D6F9A-25D2-A345-B681-A3399BFBABEA}"/>
                </a:ext>
              </a:extLst>
            </p:cNvPr>
            <p:cNvSpPr/>
            <p:nvPr/>
          </p:nvSpPr>
          <p:spPr>
            <a:xfrm>
              <a:off x="12559850" y="2128768"/>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FFFF"/>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00A6D6"/>
                  </a:solidFill>
                  <a:uFillTx/>
                  <a:latin typeface="Calibri" pitchFamily="34"/>
                  <a:cs typeface="Calibri" pitchFamily="34"/>
                </a:rPr>
                <a:t>2</a:t>
              </a:r>
            </a:p>
          </p:txBody>
        </p:sp>
        <p:sp>
          <p:nvSpPr>
            <p:cNvPr id="9" name="Rechthoek 13">
              <a:extLst>
                <a:ext uri="{FF2B5EF4-FFF2-40B4-BE49-F238E27FC236}">
                  <a16:creationId xmlns:a16="http://schemas.microsoft.com/office/drawing/2014/main" id="{23B6225A-099A-21C8-9BE0-A8902A42C7C9}"/>
                </a:ext>
              </a:extLst>
            </p:cNvPr>
            <p:cNvSpPr/>
            <p:nvPr/>
          </p:nvSpPr>
          <p:spPr>
            <a:xfrm>
              <a:off x="12559850" y="1196117"/>
              <a:ext cx="3229048" cy="459229"/>
            </a:xfrm>
            <a:prstGeom prst="rect">
              <a:avLst/>
            </a:prstGeom>
            <a:noFill/>
            <a:ln>
              <a:noFill/>
              <a:prstDash val="solid"/>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0" i="0" u="none" strike="noStrike" kern="0" cap="none" spc="0" baseline="0">
                  <a:solidFill>
                    <a:srgbClr val="000000"/>
                  </a:solidFill>
                  <a:uFillTx/>
                  <a:latin typeface="Calibri" pitchFamily="34"/>
                  <a:cs typeface="Calibri" pitchFamily="34"/>
                </a:rPr>
                <a:t>Under the tab </a:t>
              </a:r>
              <a:r>
                <a:rPr lang="en-GB" sz="1200" b="1" i="0" u="none" strike="noStrike" kern="0" cap="none" spc="0" baseline="0">
                  <a:solidFill>
                    <a:srgbClr val="000000"/>
                  </a:solidFill>
                  <a:uFillTx/>
                  <a:latin typeface="Calibri" pitchFamily="34"/>
                  <a:cs typeface="Calibri" pitchFamily="34"/>
                </a:rPr>
                <a:t>‘Home’</a:t>
              </a:r>
              <a:r>
                <a:rPr lang="en-GB" sz="1200" b="0" i="0" u="none" strike="noStrike" kern="0" cap="none" spc="0" baseline="0">
                  <a:solidFill>
                    <a:srgbClr val="000000"/>
                  </a:solidFill>
                  <a:uFillTx/>
                  <a:latin typeface="Calibri" pitchFamily="34"/>
                  <a:cs typeface="Calibri" pitchFamily="34"/>
                </a:rPr>
                <a:t>, use the </a:t>
              </a:r>
              <a:r>
                <a:rPr lang="en-GB" sz="1200" b="1" i="0" u="none" strike="noStrike" kern="0" cap="none" spc="0" baseline="0">
                  <a:solidFill>
                    <a:srgbClr val="000000"/>
                  </a:solidFill>
                  <a:uFillTx/>
                  <a:latin typeface="Calibri" pitchFamily="34"/>
                  <a:cs typeface="Calibri" pitchFamily="34"/>
                </a:rPr>
                <a:t>list level-buttons</a:t>
              </a:r>
              <a:r>
                <a:rPr lang="en-GB" sz="1200" b="0" i="0" u="none" strike="noStrike" kern="0" cap="none" spc="0" baseline="0">
                  <a:solidFill>
                    <a:srgbClr val="000000"/>
                  </a:solidFill>
                  <a:uFillTx/>
                  <a:latin typeface="Calibri" pitchFamily="34"/>
                  <a:cs typeface="Calibri" pitchFamily="34"/>
                </a:rPr>
                <a:t> to choose a text level. </a:t>
              </a:r>
              <a:br>
                <a:rPr lang="en-GB" sz="1200" b="0" i="0" u="none" strike="noStrike" kern="0" cap="none" spc="0" baseline="0">
                  <a:solidFill>
                    <a:srgbClr val="000000"/>
                  </a:solidFill>
                  <a:uFillTx/>
                  <a:latin typeface="Calibri" pitchFamily="34"/>
                  <a:cs typeface="Calibri" pitchFamily="34"/>
                </a:rPr>
              </a:br>
              <a:r>
                <a:rPr lang="en-GB" sz="1200" b="0" i="0" u="none" strike="noStrike" kern="0" cap="none" spc="0" baseline="0">
                  <a:solidFill>
                    <a:srgbClr val="000000"/>
                  </a:solidFill>
                  <a:uFillTx/>
                  <a:latin typeface="Calibri" pitchFamily="34"/>
                  <a:cs typeface="Calibri" pitchFamily="34"/>
                </a:rPr>
                <a:t>Choose from:</a:t>
              </a:r>
            </a:p>
          </p:txBody>
        </p:sp>
        <p:sp>
          <p:nvSpPr>
            <p:cNvPr id="10" name="Rechthoek 14">
              <a:extLst>
                <a:ext uri="{FF2B5EF4-FFF2-40B4-BE49-F238E27FC236}">
                  <a16:creationId xmlns:a16="http://schemas.microsoft.com/office/drawing/2014/main" id="{E51A140C-48FA-F60B-7F35-761F5D2E0177}"/>
                </a:ext>
              </a:extLst>
            </p:cNvPr>
            <p:cNvSpPr/>
            <p:nvPr/>
          </p:nvSpPr>
          <p:spPr>
            <a:xfrm>
              <a:off x="12844613" y="2128869"/>
              <a:ext cx="2949223" cy="179999"/>
            </a:xfrm>
            <a:prstGeom prst="rect">
              <a:avLst/>
            </a:prstGeom>
            <a:noFill/>
            <a:ln>
              <a:noFill/>
              <a:prstDash val="solid"/>
            </a:ln>
          </p:spPr>
          <p:txBody>
            <a:bodyPr vert="horz" wrap="square" lIns="0" tIns="0" rIns="0" bIns="0" anchor="ctr" anchorCtr="0" compatLnSpc="1">
              <a:noAutofit/>
            </a:bodyPr>
            <a:lstStyle/>
            <a:p>
              <a:pPr marL="715966" marR="0" lvl="0" indent="-358773" algn="l" defTabSz="914400" rtl="0" fontAlgn="auto" hangingPunct="1">
                <a:lnSpc>
                  <a:spcPct val="100000"/>
                </a:lnSpc>
                <a:spcBef>
                  <a:spcPts val="600"/>
                </a:spcBef>
                <a:spcAft>
                  <a:spcPts val="600"/>
                </a:spcAft>
                <a:buClr>
                  <a:srgbClr val="FFFFFF"/>
                </a:buClr>
                <a:buSzPct val="100000"/>
                <a:buFont typeface="Calibri" pitchFamily="34"/>
                <a:buChar char="•"/>
                <a:tabLst/>
                <a:defRPr sz="1800" b="0" i="0" u="none" strike="noStrike" kern="0" cap="none" spc="0" baseline="0">
                  <a:solidFill>
                    <a:srgbClr val="000000"/>
                  </a:solidFill>
                  <a:uFillTx/>
                </a:defRPr>
              </a:pPr>
              <a:r>
                <a:rPr lang="en-GB" sz="1400" b="0" i="0" u="none" strike="noStrike" kern="0" cap="none" spc="0" baseline="0">
                  <a:solidFill>
                    <a:srgbClr val="FFFFFF"/>
                  </a:solidFill>
                  <a:uFillTx/>
                  <a:latin typeface="Arial"/>
                  <a:cs typeface="Calibri" pitchFamily="34"/>
                </a:rPr>
                <a:t>Sub-bullet </a:t>
              </a:r>
            </a:p>
          </p:txBody>
        </p:sp>
        <p:sp>
          <p:nvSpPr>
            <p:cNvPr id="11" name="Ovaal 15">
              <a:extLst>
                <a:ext uri="{FF2B5EF4-FFF2-40B4-BE49-F238E27FC236}">
                  <a16:creationId xmlns:a16="http://schemas.microsoft.com/office/drawing/2014/main" id="{3497A129-232C-85F7-A8AE-FBA7ABE05395}"/>
                </a:ext>
              </a:extLst>
            </p:cNvPr>
            <p:cNvSpPr/>
            <p:nvPr/>
          </p:nvSpPr>
          <p:spPr>
            <a:xfrm>
              <a:off x="12559850" y="2420051"/>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FFFF"/>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00A6D6"/>
                  </a:solidFill>
                  <a:uFillTx/>
                  <a:latin typeface="Calibri" pitchFamily="34"/>
                  <a:cs typeface="Calibri" pitchFamily="34"/>
                </a:rPr>
                <a:t>3</a:t>
              </a:r>
            </a:p>
          </p:txBody>
        </p:sp>
        <p:sp>
          <p:nvSpPr>
            <p:cNvPr id="12" name="Rechthoek 16">
              <a:extLst>
                <a:ext uri="{FF2B5EF4-FFF2-40B4-BE49-F238E27FC236}">
                  <a16:creationId xmlns:a16="http://schemas.microsoft.com/office/drawing/2014/main" id="{B30206E7-C859-2AE2-929C-D50F659D2923}"/>
                </a:ext>
              </a:extLst>
            </p:cNvPr>
            <p:cNvSpPr/>
            <p:nvPr/>
          </p:nvSpPr>
          <p:spPr>
            <a:xfrm>
              <a:off x="12844613" y="2420261"/>
              <a:ext cx="2949223" cy="179999"/>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600"/>
                </a:spcBef>
                <a:spcAft>
                  <a:spcPts val="600"/>
                </a:spcAft>
                <a:buNone/>
                <a:tabLst/>
                <a:defRPr sz="1800" b="0" i="0" u="none" strike="noStrike" kern="0" cap="none" spc="0" baseline="0">
                  <a:solidFill>
                    <a:srgbClr val="000000"/>
                  </a:solidFill>
                  <a:uFillTx/>
                </a:defRPr>
              </a:pPr>
              <a:r>
                <a:rPr lang="en-GB" sz="1400" b="0" i="0" u="none" strike="noStrike" kern="0" cap="none" spc="0" baseline="0">
                  <a:solidFill>
                    <a:srgbClr val="FFFFFF"/>
                  </a:solidFill>
                  <a:uFillTx/>
                  <a:latin typeface="Arial"/>
                  <a:cs typeface="Calibri" pitchFamily="34"/>
                </a:rPr>
                <a:t>Default text</a:t>
              </a:r>
            </a:p>
          </p:txBody>
        </p:sp>
        <p:sp>
          <p:nvSpPr>
            <p:cNvPr id="13" name="Ovaal 17">
              <a:extLst>
                <a:ext uri="{FF2B5EF4-FFF2-40B4-BE49-F238E27FC236}">
                  <a16:creationId xmlns:a16="http://schemas.microsoft.com/office/drawing/2014/main" id="{A9081727-C653-8821-6592-0B70E4F4BA88}"/>
                </a:ext>
              </a:extLst>
            </p:cNvPr>
            <p:cNvSpPr/>
            <p:nvPr/>
          </p:nvSpPr>
          <p:spPr>
            <a:xfrm>
              <a:off x="12559850" y="2711333"/>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FFFF"/>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00A6D6"/>
                  </a:solidFill>
                  <a:uFillTx/>
                  <a:latin typeface="Calibri" pitchFamily="34"/>
                  <a:cs typeface="Calibri" pitchFamily="34"/>
                </a:rPr>
                <a:t>4</a:t>
              </a:r>
            </a:p>
          </p:txBody>
        </p:sp>
        <p:sp>
          <p:nvSpPr>
            <p:cNvPr id="14" name="Rechthoek 20">
              <a:extLst>
                <a:ext uri="{FF2B5EF4-FFF2-40B4-BE49-F238E27FC236}">
                  <a16:creationId xmlns:a16="http://schemas.microsoft.com/office/drawing/2014/main" id="{2C026506-9961-4624-AF50-653F4D5678E7}"/>
                </a:ext>
              </a:extLst>
            </p:cNvPr>
            <p:cNvSpPr/>
            <p:nvPr/>
          </p:nvSpPr>
          <p:spPr>
            <a:xfrm>
              <a:off x="12844613" y="2711653"/>
              <a:ext cx="2949223" cy="179999"/>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600"/>
                </a:spcBef>
                <a:spcAft>
                  <a:spcPts val="600"/>
                </a:spcAft>
                <a:buNone/>
                <a:tabLst/>
                <a:defRPr sz="1800" b="0" i="0" u="none" strike="noStrike" kern="0" cap="none" spc="0" baseline="0">
                  <a:solidFill>
                    <a:srgbClr val="000000"/>
                  </a:solidFill>
                  <a:uFillTx/>
                </a:defRPr>
              </a:pPr>
              <a:r>
                <a:rPr lang="en-GB" sz="2400" b="1" i="0" u="none" strike="noStrike" kern="0" cap="none" spc="0" baseline="0">
                  <a:solidFill>
                    <a:srgbClr val="000000"/>
                  </a:solidFill>
                  <a:uFillTx/>
                  <a:latin typeface="Arial"/>
                  <a:cs typeface="Calibri" pitchFamily="34"/>
                </a:rPr>
                <a:t>Title/Quote</a:t>
              </a:r>
            </a:p>
          </p:txBody>
        </p:sp>
        <p:sp>
          <p:nvSpPr>
            <p:cNvPr id="15" name="Ovaal 21">
              <a:extLst>
                <a:ext uri="{FF2B5EF4-FFF2-40B4-BE49-F238E27FC236}">
                  <a16:creationId xmlns:a16="http://schemas.microsoft.com/office/drawing/2014/main" id="{2E1E588F-1E4D-F4EF-4972-EBC1385D9464}"/>
                </a:ext>
              </a:extLst>
            </p:cNvPr>
            <p:cNvSpPr/>
            <p:nvPr/>
          </p:nvSpPr>
          <p:spPr>
            <a:xfrm>
              <a:off x="12559850" y="3002624"/>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FFFF"/>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00A6D6"/>
                  </a:solidFill>
                  <a:uFillTx/>
                  <a:latin typeface="Calibri" pitchFamily="34"/>
                  <a:cs typeface="Calibri" pitchFamily="34"/>
                </a:rPr>
                <a:t>5</a:t>
              </a:r>
            </a:p>
          </p:txBody>
        </p:sp>
        <p:sp>
          <p:nvSpPr>
            <p:cNvPr id="16" name="Rechthoek 22">
              <a:extLst>
                <a:ext uri="{FF2B5EF4-FFF2-40B4-BE49-F238E27FC236}">
                  <a16:creationId xmlns:a16="http://schemas.microsoft.com/office/drawing/2014/main" id="{8D1FB5AE-9164-BFF9-4848-C15A57C0B900}"/>
                </a:ext>
              </a:extLst>
            </p:cNvPr>
            <p:cNvSpPr/>
            <p:nvPr/>
          </p:nvSpPr>
          <p:spPr>
            <a:xfrm>
              <a:off x="12844613" y="3003035"/>
              <a:ext cx="2949223" cy="179999"/>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600"/>
                </a:spcBef>
                <a:spcAft>
                  <a:spcPts val="600"/>
                </a:spcAft>
                <a:buNone/>
                <a:tabLst/>
                <a:defRPr sz="1800" b="0" i="0" u="none" strike="noStrike" kern="0" cap="none" spc="0" baseline="0">
                  <a:solidFill>
                    <a:srgbClr val="000000"/>
                  </a:solidFill>
                  <a:uFillTx/>
                </a:defRPr>
              </a:pPr>
              <a:r>
                <a:rPr lang="en-GB" sz="1800" b="0" i="0" u="none" strike="noStrike" kern="0" cap="none" spc="0" baseline="0">
                  <a:solidFill>
                    <a:srgbClr val="000000"/>
                  </a:solidFill>
                  <a:uFillTx/>
                  <a:latin typeface="Arial"/>
                  <a:cs typeface="Calibri" pitchFamily="34"/>
                </a:rPr>
                <a:t>Subtitle</a:t>
              </a:r>
            </a:p>
          </p:txBody>
        </p:sp>
        <p:sp>
          <p:nvSpPr>
            <p:cNvPr id="17" name="Ovaal 23">
              <a:extLst>
                <a:ext uri="{FF2B5EF4-FFF2-40B4-BE49-F238E27FC236}">
                  <a16:creationId xmlns:a16="http://schemas.microsoft.com/office/drawing/2014/main" id="{89539AF2-41B1-7B85-ED5E-1834CD78713E}"/>
                </a:ext>
              </a:extLst>
            </p:cNvPr>
            <p:cNvSpPr/>
            <p:nvPr/>
          </p:nvSpPr>
          <p:spPr>
            <a:xfrm>
              <a:off x="12559850" y="3293906"/>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FFFF"/>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00A6D6"/>
                  </a:solidFill>
                  <a:uFillTx/>
                  <a:latin typeface="Calibri" pitchFamily="34"/>
                  <a:cs typeface="Calibri" pitchFamily="34"/>
                </a:rPr>
                <a:t>6</a:t>
              </a:r>
            </a:p>
          </p:txBody>
        </p:sp>
        <p:sp>
          <p:nvSpPr>
            <p:cNvPr id="18" name="Rechthoek 24">
              <a:extLst>
                <a:ext uri="{FF2B5EF4-FFF2-40B4-BE49-F238E27FC236}">
                  <a16:creationId xmlns:a16="http://schemas.microsoft.com/office/drawing/2014/main" id="{47D2853C-C785-09C2-B920-D22008D07A8B}"/>
                </a:ext>
              </a:extLst>
            </p:cNvPr>
            <p:cNvSpPr/>
            <p:nvPr/>
          </p:nvSpPr>
          <p:spPr>
            <a:xfrm>
              <a:off x="12844613" y="3585819"/>
              <a:ext cx="2949223" cy="179999"/>
            </a:xfrm>
            <a:prstGeom prst="rect">
              <a:avLst/>
            </a:prstGeom>
            <a:noFill/>
            <a:ln>
              <a:noFill/>
              <a:prstDash val="solid"/>
            </a:ln>
          </p:spPr>
          <p:txBody>
            <a:bodyPr vert="horz" wrap="square" lIns="0" tIns="0" rIns="0" bIns="0" anchor="ctr" anchorCtr="0" compatLnSpc="1">
              <a:noAutofit/>
            </a:bodyPr>
            <a:lstStyle/>
            <a:p>
              <a:pPr marL="357192" marR="0" lvl="0" indent="-357192" algn="l" defTabSz="914400" rtl="0" fontAlgn="auto" hangingPunct="1">
                <a:lnSpc>
                  <a:spcPct val="100000"/>
                </a:lnSpc>
                <a:spcBef>
                  <a:spcPts val="600"/>
                </a:spcBef>
                <a:spcAft>
                  <a:spcPts val="600"/>
                </a:spcAft>
                <a:buClr>
                  <a:srgbClr val="FFFFFF"/>
                </a:buClr>
                <a:buSzPct val="100000"/>
                <a:buFont typeface="Arial"/>
                <a:buAutoNum type="arabicPeriod"/>
                <a:tabLst/>
                <a:defRPr sz="1800" b="0" i="0" u="none" strike="noStrike" kern="0" cap="none" spc="0" baseline="0">
                  <a:solidFill>
                    <a:srgbClr val="000000"/>
                  </a:solidFill>
                  <a:uFillTx/>
                </a:defRPr>
              </a:pPr>
              <a:r>
                <a:rPr lang="en-GB" sz="1400" b="0" i="0" u="none" strike="noStrike" kern="0" cap="none" spc="0" baseline="0">
                  <a:solidFill>
                    <a:srgbClr val="FFFFFF"/>
                  </a:solidFill>
                  <a:uFillTx/>
                  <a:latin typeface="Arial"/>
                  <a:cs typeface="Calibri" pitchFamily="34"/>
                </a:rPr>
                <a:t>Numerical bullet</a:t>
              </a:r>
            </a:p>
          </p:txBody>
        </p:sp>
        <p:sp>
          <p:nvSpPr>
            <p:cNvPr id="19" name="Ovaal 25">
              <a:extLst>
                <a:ext uri="{FF2B5EF4-FFF2-40B4-BE49-F238E27FC236}">
                  <a16:creationId xmlns:a16="http://schemas.microsoft.com/office/drawing/2014/main" id="{60619810-D0CF-0609-8C99-93F41B8EC7C1}"/>
                </a:ext>
              </a:extLst>
            </p:cNvPr>
            <p:cNvSpPr/>
            <p:nvPr/>
          </p:nvSpPr>
          <p:spPr>
            <a:xfrm>
              <a:off x="12559850" y="3585188"/>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FFFF"/>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00A6D6"/>
                  </a:solidFill>
                  <a:uFillTx/>
                  <a:latin typeface="Calibri" pitchFamily="34"/>
                  <a:cs typeface="Calibri" pitchFamily="34"/>
                </a:rPr>
                <a:t>7</a:t>
              </a:r>
            </a:p>
          </p:txBody>
        </p:sp>
        <p:sp>
          <p:nvSpPr>
            <p:cNvPr id="20" name="Rechthoek 26">
              <a:extLst>
                <a:ext uri="{FF2B5EF4-FFF2-40B4-BE49-F238E27FC236}">
                  <a16:creationId xmlns:a16="http://schemas.microsoft.com/office/drawing/2014/main" id="{E4A87C2D-E676-8CA9-87FF-1A3EC3FBF3E2}"/>
                </a:ext>
              </a:extLst>
            </p:cNvPr>
            <p:cNvSpPr/>
            <p:nvPr/>
          </p:nvSpPr>
          <p:spPr>
            <a:xfrm>
              <a:off x="12838203" y="3877211"/>
              <a:ext cx="2949223" cy="179999"/>
            </a:xfrm>
            <a:prstGeom prst="rect">
              <a:avLst/>
            </a:prstGeom>
            <a:noFill/>
            <a:ln>
              <a:noFill/>
              <a:prstDash val="solid"/>
            </a:ln>
          </p:spPr>
          <p:txBody>
            <a:bodyPr vert="horz" wrap="square" lIns="0" tIns="0" rIns="0" bIns="0" anchor="ctr" anchorCtr="0" compatLnSpc="1">
              <a:noAutofit/>
            </a:bodyPr>
            <a:lstStyle/>
            <a:p>
              <a:pPr marL="342900" marR="0" lvl="0" indent="-342900" algn="l" defTabSz="914400" rtl="0" fontAlgn="auto" hangingPunct="1">
                <a:lnSpc>
                  <a:spcPct val="100000"/>
                </a:lnSpc>
                <a:spcBef>
                  <a:spcPts val="600"/>
                </a:spcBef>
                <a:spcAft>
                  <a:spcPts val="600"/>
                </a:spcAft>
                <a:buClr>
                  <a:srgbClr val="FFFFFF"/>
                </a:buClr>
                <a:buSzPct val="100000"/>
                <a:buFont typeface="Arial"/>
                <a:buAutoNum type="alphaLcPeriod"/>
                <a:tabLst/>
                <a:defRPr sz="1800" b="0" i="0" u="none" strike="noStrike" kern="0" cap="none" spc="0" baseline="0">
                  <a:solidFill>
                    <a:srgbClr val="000000"/>
                  </a:solidFill>
                  <a:uFillTx/>
                </a:defRPr>
              </a:pPr>
              <a:r>
                <a:rPr lang="en-GB" sz="1400" b="0" i="0" u="none" strike="noStrike" kern="0" cap="none" spc="0" baseline="0">
                  <a:solidFill>
                    <a:srgbClr val="FFFFFF"/>
                  </a:solidFill>
                  <a:uFillTx/>
                  <a:latin typeface="Arial"/>
                  <a:cs typeface="Calibri" pitchFamily="34"/>
                </a:rPr>
                <a:t>Alphabetical bullet</a:t>
              </a:r>
            </a:p>
          </p:txBody>
        </p:sp>
        <p:sp>
          <p:nvSpPr>
            <p:cNvPr id="21" name="Ovaal 27">
              <a:extLst>
                <a:ext uri="{FF2B5EF4-FFF2-40B4-BE49-F238E27FC236}">
                  <a16:creationId xmlns:a16="http://schemas.microsoft.com/office/drawing/2014/main" id="{9DAE49F5-CC99-3121-C37B-59D1F2DEB2EA}"/>
                </a:ext>
              </a:extLst>
            </p:cNvPr>
            <p:cNvSpPr/>
            <p:nvPr/>
          </p:nvSpPr>
          <p:spPr>
            <a:xfrm>
              <a:off x="12559850" y="3876470"/>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FFFF"/>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00A6D6"/>
                  </a:solidFill>
                  <a:uFillTx/>
                  <a:latin typeface="Calibri" pitchFamily="34"/>
                  <a:cs typeface="Calibri" pitchFamily="34"/>
                </a:rPr>
                <a:t>8</a:t>
              </a:r>
            </a:p>
          </p:txBody>
        </p:sp>
        <p:sp>
          <p:nvSpPr>
            <p:cNvPr id="22" name="Rechthoek 28">
              <a:extLst>
                <a:ext uri="{FF2B5EF4-FFF2-40B4-BE49-F238E27FC236}">
                  <a16:creationId xmlns:a16="http://schemas.microsoft.com/office/drawing/2014/main" id="{7C67ED04-4DA3-0FB3-05A8-21F4A37A393A}"/>
                </a:ext>
              </a:extLst>
            </p:cNvPr>
            <p:cNvSpPr/>
            <p:nvPr/>
          </p:nvSpPr>
          <p:spPr>
            <a:xfrm>
              <a:off x="12844613" y="4168594"/>
              <a:ext cx="2949223" cy="179999"/>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600"/>
                </a:spcBef>
                <a:spcAft>
                  <a:spcPts val="600"/>
                </a:spcAft>
                <a:buNone/>
                <a:tabLst/>
                <a:defRPr sz="1800" b="0" i="0" u="none" strike="noStrike" kern="0" cap="none" spc="0" baseline="0">
                  <a:solidFill>
                    <a:srgbClr val="000000"/>
                  </a:solidFill>
                  <a:uFillTx/>
                </a:defRPr>
              </a:pPr>
              <a:r>
                <a:rPr lang="en-GB" sz="1200" b="0" i="1" u="none" strike="noStrike" kern="0" cap="none" spc="0" baseline="0">
                  <a:solidFill>
                    <a:srgbClr val="FFFFFF"/>
                  </a:solidFill>
                  <a:uFillTx/>
                  <a:latin typeface="Arial"/>
                  <a:cs typeface="Calibri" pitchFamily="34"/>
                </a:rPr>
                <a:t>Source</a:t>
              </a:r>
            </a:p>
          </p:txBody>
        </p:sp>
        <p:sp>
          <p:nvSpPr>
            <p:cNvPr id="23" name="Ovaal 29">
              <a:extLst>
                <a:ext uri="{FF2B5EF4-FFF2-40B4-BE49-F238E27FC236}">
                  <a16:creationId xmlns:a16="http://schemas.microsoft.com/office/drawing/2014/main" id="{2466C679-E3CC-41D6-F8AC-792AE9DFB87F}"/>
                </a:ext>
              </a:extLst>
            </p:cNvPr>
            <p:cNvSpPr/>
            <p:nvPr/>
          </p:nvSpPr>
          <p:spPr>
            <a:xfrm>
              <a:off x="12559850" y="4168594"/>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FFFF"/>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00A6D6"/>
                  </a:solidFill>
                  <a:uFillTx/>
                  <a:latin typeface="Calibri" pitchFamily="34"/>
                  <a:cs typeface="Calibri" pitchFamily="34"/>
                </a:rPr>
                <a:t>9</a:t>
              </a:r>
            </a:p>
          </p:txBody>
        </p:sp>
        <p:sp>
          <p:nvSpPr>
            <p:cNvPr id="24" name="Rechthoek 30">
              <a:extLst>
                <a:ext uri="{FF2B5EF4-FFF2-40B4-BE49-F238E27FC236}">
                  <a16:creationId xmlns:a16="http://schemas.microsoft.com/office/drawing/2014/main" id="{2E20E16E-E3DE-7E2E-8DB5-812C41E26EBD}"/>
                </a:ext>
              </a:extLst>
            </p:cNvPr>
            <p:cNvSpPr/>
            <p:nvPr/>
          </p:nvSpPr>
          <p:spPr>
            <a:xfrm>
              <a:off x="12844613" y="3294427"/>
              <a:ext cx="2949223" cy="179999"/>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600"/>
                </a:spcBef>
                <a:spcAft>
                  <a:spcPts val="600"/>
                </a:spcAft>
                <a:buNone/>
                <a:tabLst/>
                <a:defRPr sz="1800" b="0" i="0" u="none" strike="noStrike" kern="0" cap="none" spc="0" baseline="0">
                  <a:solidFill>
                    <a:srgbClr val="000000"/>
                  </a:solidFill>
                  <a:uFillTx/>
                </a:defRPr>
              </a:pPr>
              <a:r>
                <a:rPr lang="en-GB" sz="1400" b="0" i="0" u="none" strike="noStrike" kern="0" cap="none" spc="0" baseline="0">
                  <a:solidFill>
                    <a:srgbClr val="FFFFFF"/>
                  </a:solidFill>
                  <a:uFillTx/>
                  <a:latin typeface="Arial"/>
                  <a:cs typeface="Calibri" pitchFamily="34"/>
                </a:rPr>
                <a:t>Default text</a:t>
              </a:r>
            </a:p>
          </p:txBody>
        </p:sp>
        <p:sp>
          <p:nvSpPr>
            <p:cNvPr id="25" name="Rechthoek 31">
              <a:extLst>
                <a:ext uri="{FF2B5EF4-FFF2-40B4-BE49-F238E27FC236}">
                  <a16:creationId xmlns:a16="http://schemas.microsoft.com/office/drawing/2014/main" id="{5696C803-2BFA-968D-FC7B-221ECA845D25}"/>
                </a:ext>
              </a:extLst>
            </p:cNvPr>
            <p:cNvSpPr/>
            <p:nvPr/>
          </p:nvSpPr>
          <p:spPr>
            <a:xfrm>
              <a:off x="12377592" y="4531345"/>
              <a:ext cx="3593637" cy="827998"/>
            </a:xfrm>
            <a:prstGeom prst="rect">
              <a:avLst/>
            </a:prstGeom>
            <a:solidFill>
              <a:srgbClr val="ECECEC"/>
            </a:solidFill>
            <a:ln w="6345" cap="flat">
              <a:solidFill>
                <a:srgbClr val="ECECEC"/>
              </a:solidFill>
              <a:prstDash val="solid"/>
              <a:miter/>
            </a:ln>
          </p:spPr>
          <p:txBody>
            <a:bodyPr vert="horz" wrap="square" lIns="179999" tIns="143999" rIns="179999" bIns="143999"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1" i="0" u="none" strike="noStrike" kern="1200" cap="all" spc="0" baseline="0">
                  <a:solidFill>
                    <a:srgbClr val="211F26"/>
                  </a:solidFill>
                  <a:uFillTx/>
                  <a:latin typeface="Calibri" pitchFamily="34"/>
                  <a:cs typeface="Calibri" pitchFamily="34"/>
                </a:rPr>
                <a:t>Want to know more?</a:t>
              </a:r>
              <a:br>
                <a:rPr lang="en-GB" sz="1200" b="1" i="0" u="none" strike="noStrike" kern="1200" cap="all" spc="0" baseline="0">
                  <a:solidFill>
                    <a:srgbClr val="211F26"/>
                  </a:solidFill>
                  <a:uFillTx/>
                  <a:latin typeface="Calibri" pitchFamily="34"/>
                  <a:cs typeface="Calibri" pitchFamily="34"/>
                </a:rPr>
              </a:br>
              <a:r>
                <a:rPr lang="en-GB" sz="1200" b="0" i="0" u="none" strike="noStrike" kern="1200" cap="none" spc="0" baseline="0">
                  <a:solidFill>
                    <a:srgbClr val="211F26"/>
                  </a:solidFill>
                  <a:uFillTx/>
                  <a:latin typeface="Calibri" pitchFamily="34"/>
                  <a:cs typeface="Calibri" pitchFamily="34"/>
                </a:rPr>
                <a:t>Go to the tab</a:t>
              </a:r>
              <a:r>
                <a:rPr lang="en-GB" sz="1200" b="1" i="0" u="none" strike="noStrike" kern="1200" cap="all" spc="0" baseline="0">
                  <a:solidFill>
                    <a:srgbClr val="211F26"/>
                  </a:solidFill>
                  <a:uFillTx/>
                  <a:latin typeface="Calibri" pitchFamily="34"/>
                  <a:cs typeface="Calibri" pitchFamily="34"/>
                </a:rPr>
                <a:t> 'SLIDEBUILDER’ </a:t>
              </a:r>
              <a:r>
                <a:rPr lang="en-GB" sz="1200" b="0" i="0" u="none" strike="noStrike" kern="1200" cap="none" spc="0" baseline="0">
                  <a:solidFill>
                    <a:srgbClr val="211F26"/>
                  </a:solidFill>
                  <a:uFillTx/>
                  <a:latin typeface="Calibri" pitchFamily="34"/>
                  <a:cs typeface="Calibri" pitchFamily="34"/>
                </a:rPr>
                <a:t>and click</a:t>
              </a:r>
              <a:br>
                <a:rPr lang="en-GB" sz="1200" b="0" i="0" u="none" strike="noStrike" kern="1200" cap="none" spc="0" baseline="0">
                  <a:solidFill>
                    <a:srgbClr val="211F26"/>
                  </a:solidFill>
                  <a:uFillTx/>
                  <a:latin typeface="Calibri" pitchFamily="34"/>
                  <a:cs typeface="Calibri" pitchFamily="34"/>
                </a:rPr>
              </a:br>
              <a:r>
                <a:rPr lang="en-GB" sz="1200" b="0" i="0" u="none" strike="noStrike" kern="1200" cap="none" spc="0" baseline="0">
                  <a:solidFill>
                    <a:srgbClr val="211F26"/>
                  </a:solidFill>
                  <a:uFillTx/>
                  <a:latin typeface="Calibri" pitchFamily="34"/>
                  <a:cs typeface="Calibri" pitchFamily="34"/>
                </a:rPr>
                <a:t>on the button </a:t>
              </a:r>
              <a:r>
                <a:rPr lang="en-GB" sz="1200" b="1" i="0" u="none" strike="noStrike" kern="1200" cap="all" spc="0" baseline="0">
                  <a:solidFill>
                    <a:srgbClr val="211F26"/>
                  </a:solidFill>
                  <a:uFillTx/>
                  <a:latin typeface="Calibri" pitchFamily="34"/>
                  <a:cs typeface="Calibri" pitchFamily="34"/>
                </a:rPr>
                <a:t>‘Inspiration'</a:t>
              </a:r>
            </a:p>
          </p:txBody>
        </p:sp>
        <p:grpSp>
          <p:nvGrpSpPr>
            <p:cNvPr id="26" name="ICOON_info">
              <a:extLst>
                <a:ext uri="{FF2B5EF4-FFF2-40B4-BE49-F238E27FC236}">
                  <a16:creationId xmlns:a16="http://schemas.microsoft.com/office/drawing/2014/main" id="{28D65482-D28A-2431-1298-85F1F62D8D34}"/>
                </a:ext>
              </a:extLst>
            </p:cNvPr>
            <p:cNvGrpSpPr/>
            <p:nvPr/>
          </p:nvGrpSpPr>
          <p:grpSpPr>
            <a:xfrm>
              <a:off x="15787298" y="4400184"/>
              <a:ext cx="283683" cy="283683"/>
              <a:chOff x="15787298" y="4400184"/>
              <a:chExt cx="283683" cy="283683"/>
            </a:xfrm>
          </p:grpSpPr>
          <p:sp>
            <p:nvSpPr>
              <p:cNvPr id="27" name="Ovaal 80">
                <a:extLst>
                  <a:ext uri="{FF2B5EF4-FFF2-40B4-BE49-F238E27FC236}">
                    <a16:creationId xmlns:a16="http://schemas.microsoft.com/office/drawing/2014/main" id="{93AB0820-BA25-310F-ABAB-6232817A7BFB}"/>
                  </a:ext>
                </a:extLst>
              </p:cNvPr>
              <p:cNvSpPr/>
              <p:nvPr/>
            </p:nvSpPr>
            <p:spPr>
              <a:xfrm>
                <a:off x="15807324" y="4419651"/>
                <a:ext cx="244748" cy="244748"/>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211F26"/>
              </a:solidFill>
              <a:ln>
                <a:noFill/>
                <a:prstDash val="solid"/>
              </a:ln>
            </p:spPr>
            <p:txBody>
              <a:bodyPr vert="horz" wrap="square" lIns="179999" tIns="179999" rIns="179999" bIns="179999"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1600" b="0" i="0" u="none" strike="noStrike" kern="1200" cap="all" spc="0" baseline="0">
                  <a:solidFill>
                    <a:srgbClr val="FFFFFF"/>
                  </a:solidFill>
                  <a:uFillTx/>
                  <a:latin typeface="Calibri" pitchFamily="34"/>
                  <a:cs typeface="Calibri" pitchFamily="34"/>
                </a:endParaRPr>
              </a:p>
            </p:txBody>
          </p:sp>
          <p:sp>
            <p:nvSpPr>
              <p:cNvPr id="28" name="Graphic 163" descr="Informatie">
                <a:extLst>
                  <a:ext uri="{FF2B5EF4-FFF2-40B4-BE49-F238E27FC236}">
                    <a16:creationId xmlns:a16="http://schemas.microsoft.com/office/drawing/2014/main" id="{379AE4BE-0BB1-C443-B3AA-250ABFB7F93E}"/>
                  </a:ext>
                </a:extLst>
              </p:cNvPr>
              <p:cNvSpPr/>
              <p:nvPr/>
            </p:nvSpPr>
            <p:spPr>
              <a:xfrm>
                <a:off x="15787298" y="4400184"/>
                <a:ext cx="283683" cy="283683"/>
              </a:xfrm>
              <a:custGeom>
                <a:avLst/>
                <a:gdLst>
                  <a:gd name="f0" fmla="val 10800000"/>
                  <a:gd name="f1" fmla="val 5400000"/>
                  <a:gd name="f2" fmla="val 180"/>
                  <a:gd name="f3" fmla="val w"/>
                  <a:gd name="f4" fmla="val h"/>
                  <a:gd name="f5" fmla="val 0"/>
                  <a:gd name="f6" fmla="val 291719"/>
                  <a:gd name="f7" fmla="val 145860"/>
                  <a:gd name="f8" fmla="val 65253"/>
                  <a:gd name="f9" fmla="val 226467"/>
                  <a:gd name="f10" fmla="val 291720"/>
                  <a:gd name="f11" fmla="val 138183"/>
                  <a:gd name="f12" fmla="val 38384"/>
                  <a:gd name="f13" fmla="val 148931"/>
                  <a:gd name="f14" fmla="val 157375"/>
                  <a:gd name="f15" fmla="val 46829"/>
                  <a:gd name="f16" fmla="val 57576"/>
                  <a:gd name="f17" fmla="val 68324"/>
                  <a:gd name="f18" fmla="val 76768"/>
                  <a:gd name="f19" fmla="val 127435"/>
                  <a:gd name="f20" fmla="val 118991"/>
                  <a:gd name="f21" fmla="val 184244"/>
                  <a:gd name="f22" fmla="val 253336"/>
                  <a:gd name="f23" fmla="val 107476"/>
                  <a:gd name="f24" fmla="val 230305"/>
                  <a:gd name="f25" fmla="val 134345"/>
                  <a:gd name="f26" fmla="val 115153"/>
                  <a:gd name="f27" fmla="val 111314"/>
                  <a:gd name="f28" fmla="val 92122"/>
                  <a:gd name="f29" fmla="+- 0 0 -90"/>
                  <a:gd name="f30" fmla="*/ f3 1 291719"/>
                  <a:gd name="f31" fmla="*/ f4 1 291719"/>
                  <a:gd name="f32" fmla="val f5"/>
                  <a:gd name="f33" fmla="val f6"/>
                  <a:gd name="f34" fmla="*/ f29 f0 1"/>
                  <a:gd name="f35" fmla="+- f33 0 f32"/>
                  <a:gd name="f36" fmla="*/ f34 1 f2"/>
                  <a:gd name="f37" fmla="*/ f35 1 291719"/>
                  <a:gd name="f38" fmla="*/ 145860 f35 1"/>
                  <a:gd name="f39" fmla="*/ 0 f35 1"/>
                  <a:gd name="f40" fmla="*/ 291720 f35 1"/>
                  <a:gd name="f41" fmla="*/ 138183 f35 1"/>
                  <a:gd name="f42" fmla="*/ 38384 f35 1"/>
                  <a:gd name="f43" fmla="*/ 157375 f35 1"/>
                  <a:gd name="f44" fmla="*/ 57576 f35 1"/>
                  <a:gd name="f45" fmla="*/ 76768 f35 1"/>
                  <a:gd name="f46" fmla="*/ 118991 f35 1"/>
                  <a:gd name="f47" fmla="*/ 184244 f35 1"/>
                  <a:gd name="f48" fmla="*/ 253336 f35 1"/>
                  <a:gd name="f49" fmla="*/ 107476 f35 1"/>
                  <a:gd name="f50" fmla="*/ 230305 f35 1"/>
                  <a:gd name="f51" fmla="*/ 134345 f35 1"/>
                  <a:gd name="f52" fmla="*/ 115153 f35 1"/>
                  <a:gd name="f53" fmla="*/ 111314 f35 1"/>
                  <a:gd name="f54" fmla="*/ 92122 f35 1"/>
                  <a:gd name="f55" fmla="+- f36 0 f1"/>
                  <a:gd name="f56" fmla="*/ f38 1 291719"/>
                  <a:gd name="f57" fmla="*/ f39 1 291719"/>
                  <a:gd name="f58" fmla="*/ f40 1 291719"/>
                  <a:gd name="f59" fmla="*/ f41 1 291719"/>
                  <a:gd name="f60" fmla="*/ f42 1 291719"/>
                  <a:gd name="f61" fmla="*/ f43 1 291719"/>
                  <a:gd name="f62" fmla="*/ f44 1 291719"/>
                  <a:gd name="f63" fmla="*/ f45 1 291719"/>
                  <a:gd name="f64" fmla="*/ f46 1 291719"/>
                  <a:gd name="f65" fmla="*/ f47 1 291719"/>
                  <a:gd name="f66" fmla="*/ f48 1 291719"/>
                  <a:gd name="f67" fmla="*/ f49 1 291719"/>
                  <a:gd name="f68" fmla="*/ f50 1 291719"/>
                  <a:gd name="f69" fmla="*/ f51 1 291719"/>
                  <a:gd name="f70" fmla="*/ f52 1 291719"/>
                  <a:gd name="f71" fmla="*/ f53 1 291719"/>
                  <a:gd name="f72" fmla="*/ f54 1 291719"/>
                  <a:gd name="f73" fmla="*/ f32 1 f37"/>
                  <a:gd name="f74" fmla="*/ f33 1 f37"/>
                  <a:gd name="f75" fmla="*/ f56 1 f37"/>
                  <a:gd name="f76" fmla="*/ f57 1 f37"/>
                  <a:gd name="f77" fmla="*/ f58 1 f37"/>
                  <a:gd name="f78" fmla="*/ f59 1 f37"/>
                  <a:gd name="f79" fmla="*/ f60 1 f37"/>
                  <a:gd name="f80" fmla="*/ f61 1 f37"/>
                  <a:gd name="f81" fmla="*/ f62 1 f37"/>
                  <a:gd name="f82" fmla="*/ f63 1 f37"/>
                  <a:gd name="f83" fmla="*/ f64 1 f37"/>
                  <a:gd name="f84" fmla="*/ f65 1 f37"/>
                  <a:gd name="f85" fmla="*/ f66 1 f37"/>
                  <a:gd name="f86" fmla="*/ f67 1 f37"/>
                  <a:gd name="f87" fmla="*/ f68 1 f37"/>
                  <a:gd name="f88" fmla="*/ f69 1 f37"/>
                  <a:gd name="f89" fmla="*/ f70 1 f37"/>
                  <a:gd name="f90" fmla="*/ f71 1 f37"/>
                  <a:gd name="f91" fmla="*/ f72 1 f37"/>
                  <a:gd name="f92" fmla="*/ f73 f30 1"/>
                  <a:gd name="f93" fmla="*/ f74 f30 1"/>
                  <a:gd name="f94" fmla="*/ f74 f31 1"/>
                  <a:gd name="f95" fmla="*/ f73 f31 1"/>
                  <a:gd name="f96" fmla="*/ f75 f30 1"/>
                  <a:gd name="f97" fmla="*/ f76 f31 1"/>
                  <a:gd name="f98" fmla="*/ f76 f30 1"/>
                  <a:gd name="f99" fmla="*/ f75 f31 1"/>
                  <a:gd name="f100" fmla="*/ f77 f31 1"/>
                  <a:gd name="f101" fmla="*/ f77 f30 1"/>
                  <a:gd name="f102" fmla="*/ f78 f30 1"/>
                  <a:gd name="f103" fmla="*/ f79 f31 1"/>
                  <a:gd name="f104" fmla="*/ f80 f30 1"/>
                  <a:gd name="f105" fmla="*/ f81 f31 1"/>
                  <a:gd name="f106" fmla="*/ f82 f31 1"/>
                  <a:gd name="f107" fmla="*/ f83 f30 1"/>
                  <a:gd name="f108" fmla="*/ f84 f30 1"/>
                  <a:gd name="f109" fmla="*/ f85 f31 1"/>
                  <a:gd name="f110" fmla="*/ f86 f30 1"/>
                  <a:gd name="f111" fmla="*/ f87 f31 1"/>
                  <a:gd name="f112" fmla="*/ f88 f30 1"/>
                  <a:gd name="f113" fmla="*/ f89 f31 1"/>
                  <a:gd name="f114" fmla="*/ f90 f30 1"/>
                  <a:gd name="f115" fmla="*/ f91 f31 1"/>
                </a:gdLst>
                <a:ahLst/>
                <a:cxnLst>
                  <a:cxn ang="3cd4">
                    <a:pos x="hc" y="t"/>
                  </a:cxn>
                  <a:cxn ang="0">
                    <a:pos x="r" y="vc"/>
                  </a:cxn>
                  <a:cxn ang="cd4">
                    <a:pos x="hc" y="b"/>
                  </a:cxn>
                  <a:cxn ang="cd2">
                    <a:pos x="l" y="vc"/>
                  </a:cxn>
                  <a:cxn ang="f55">
                    <a:pos x="f96" y="f97"/>
                  </a:cxn>
                  <a:cxn ang="f55">
                    <a:pos x="f98" y="f99"/>
                  </a:cxn>
                  <a:cxn ang="f55">
                    <a:pos x="f96" y="f100"/>
                  </a:cxn>
                  <a:cxn ang="f55">
                    <a:pos x="f101" y="f99"/>
                  </a:cxn>
                  <a:cxn ang="f55">
                    <a:pos x="f96" y="f97"/>
                  </a:cxn>
                  <a:cxn ang="f55">
                    <a:pos x="f102" y="f103"/>
                  </a:cxn>
                  <a:cxn ang="f55">
                    <a:pos x="f104" y="f105"/>
                  </a:cxn>
                  <a:cxn ang="f55">
                    <a:pos x="f102" y="f106"/>
                  </a:cxn>
                  <a:cxn ang="f55">
                    <a:pos x="f107" y="f105"/>
                  </a:cxn>
                  <a:cxn ang="f55">
                    <a:pos x="f102" y="f103"/>
                  </a:cxn>
                  <a:cxn ang="f55">
                    <a:pos x="f108" y="f109"/>
                  </a:cxn>
                  <a:cxn ang="f55">
                    <a:pos x="f110" y="f109"/>
                  </a:cxn>
                  <a:cxn ang="f55">
                    <a:pos x="f110" y="f111"/>
                  </a:cxn>
                  <a:cxn ang="f55">
                    <a:pos x="f112" y="f111"/>
                  </a:cxn>
                  <a:cxn ang="f55">
                    <a:pos x="f112" y="f113"/>
                  </a:cxn>
                  <a:cxn ang="f55">
                    <a:pos x="f114" y="f113"/>
                  </a:cxn>
                  <a:cxn ang="f55">
                    <a:pos x="f114" y="f115"/>
                  </a:cxn>
                  <a:cxn ang="f55">
                    <a:pos x="f104" y="f115"/>
                  </a:cxn>
                  <a:cxn ang="f55">
                    <a:pos x="f104" y="f113"/>
                  </a:cxn>
                  <a:cxn ang="f55">
                    <a:pos x="f104" y="f111"/>
                  </a:cxn>
                  <a:cxn ang="f55">
                    <a:pos x="f108" y="f111"/>
                  </a:cxn>
                  <a:cxn ang="f55">
                    <a:pos x="f108" y="f109"/>
                  </a:cxn>
                </a:cxnLst>
                <a:rect l="f92" t="f95" r="f93" b="f94"/>
                <a:pathLst>
                  <a:path w="291719" h="291719">
                    <a:moveTo>
                      <a:pt x="f7" y="f5"/>
                    </a:moveTo>
                    <a:cubicBezTo>
                      <a:pt x="f8" y="f5"/>
                      <a:pt x="f5" y="f8"/>
                      <a:pt x="f5" y="f7"/>
                    </a:cubicBezTo>
                    <a:cubicBezTo>
                      <a:pt x="f5" y="f9"/>
                      <a:pt x="f8" y="f10"/>
                      <a:pt x="f7" y="f10"/>
                    </a:cubicBezTo>
                    <a:cubicBezTo>
                      <a:pt x="f9" y="f10"/>
                      <a:pt x="f10" y="f9"/>
                      <a:pt x="f10" y="f7"/>
                    </a:cubicBezTo>
                    <a:cubicBezTo>
                      <a:pt x="f10" y="f8"/>
                      <a:pt x="f9" y="f5"/>
                      <a:pt x="f7" y="f5"/>
                    </a:cubicBezTo>
                    <a:close/>
                    <a:moveTo>
                      <a:pt x="f11" y="f12"/>
                    </a:moveTo>
                    <a:cubicBezTo>
                      <a:pt x="f13" y="f12"/>
                      <a:pt x="f14" y="f15"/>
                      <a:pt x="f14" y="f16"/>
                    </a:cubicBezTo>
                    <a:cubicBezTo>
                      <a:pt x="f14" y="f17"/>
                      <a:pt x="f13" y="f18"/>
                      <a:pt x="f11" y="f18"/>
                    </a:cubicBezTo>
                    <a:cubicBezTo>
                      <a:pt x="f19" y="f18"/>
                      <a:pt x="f20" y="f17"/>
                      <a:pt x="f20" y="f16"/>
                    </a:cubicBezTo>
                    <a:cubicBezTo>
                      <a:pt x="f20" y="f15"/>
                      <a:pt x="f19" y="f12"/>
                      <a:pt x="f11" y="f12"/>
                    </a:cubicBezTo>
                    <a:close/>
                    <a:moveTo>
                      <a:pt x="f21" y="f22"/>
                    </a:moveTo>
                    <a:lnTo>
                      <a:pt x="f23" y="f22"/>
                    </a:lnTo>
                    <a:lnTo>
                      <a:pt x="f23" y="f24"/>
                    </a:lnTo>
                    <a:lnTo>
                      <a:pt x="f25" y="f24"/>
                    </a:lnTo>
                    <a:lnTo>
                      <a:pt x="f25" y="f26"/>
                    </a:lnTo>
                    <a:lnTo>
                      <a:pt x="f27" y="f26"/>
                    </a:lnTo>
                    <a:lnTo>
                      <a:pt x="f27" y="f28"/>
                    </a:lnTo>
                    <a:lnTo>
                      <a:pt x="f14" y="f28"/>
                    </a:lnTo>
                    <a:lnTo>
                      <a:pt x="f14" y="f26"/>
                    </a:lnTo>
                    <a:lnTo>
                      <a:pt x="f14" y="f24"/>
                    </a:lnTo>
                    <a:lnTo>
                      <a:pt x="f21" y="f24"/>
                    </a:lnTo>
                    <a:lnTo>
                      <a:pt x="f21" y="f22"/>
                    </a:lnTo>
                    <a:close/>
                  </a:path>
                </a:pathLst>
              </a:custGeom>
              <a:solidFill>
                <a:srgbClr val="1FF524"/>
              </a:solidFill>
              <a:ln>
                <a:noFill/>
                <a:prstDash val="soli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2000" b="0" i="0" u="none" strike="noStrike" kern="1200" cap="none" spc="0" baseline="0">
                  <a:solidFill>
                    <a:srgbClr val="211F26"/>
                  </a:solidFill>
                  <a:uFillTx/>
                  <a:latin typeface="Calibri" pitchFamily="34"/>
                  <a:cs typeface="Calibri" pitchFamily="34"/>
                </a:endParaRPr>
              </a:p>
            </p:txBody>
          </p:sp>
        </p:grpSp>
        <p:grpSp>
          <p:nvGrpSpPr>
            <p:cNvPr id="29" name="VOORBEELD">
              <a:extLst>
                <a:ext uri="{FF2B5EF4-FFF2-40B4-BE49-F238E27FC236}">
                  <a16:creationId xmlns:a16="http://schemas.microsoft.com/office/drawing/2014/main" id="{E0EC5D97-D863-CFEC-59F0-57525BB0838E}"/>
                </a:ext>
              </a:extLst>
            </p:cNvPr>
            <p:cNvGrpSpPr/>
            <p:nvPr/>
          </p:nvGrpSpPr>
          <p:grpSpPr>
            <a:xfrm>
              <a:off x="12558863" y="458672"/>
              <a:ext cx="3234315" cy="558871"/>
              <a:chOff x="12558863" y="458672"/>
              <a:chExt cx="3234315" cy="558871"/>
            </a:xfrm>
          </p:grpSpPr>
          <p:sp>
            <p:nvSpPr>
              <p:cNvPr id="30" name="Rechthoek 40">
                <a:extLst>
                  <a:ext uri="{FF2B5EF4-FFF2-40B4-BE49-F238E27FC236}">
                    <a16:creationId xmlns:a16="http://schemas.microsoft.com/office/drawing/2014/main" id="{0E1077F6-409E-CB94-8E95-7F46F13BF4E7}"/>
                  </a:ext>
                </a:extLst>
              </p:cNvPr>
              <p:cNvSpPr/>
              <p:nvPr/>
            </p:nvSpPr>
            <p:spPr>
              <a:xfrm>
                <a:off x="12559850" y="458672"/>
                <a:ext cx="393457" cy="184059"/>
              </a:xfrm>
              <a:prstGeom prst="rect">
                <a:avLst/>
              </a:prstGeom>
              <a:solidFill>
                <a:srgbClr val="F8F8F8"/>
              </a:solidFill>
              <a:ln>
                <a:noFill/>
                <a:prstDash val="solid"/>
              </a:ln>
            </p:spPr>
            <p:txBody>
              <a:bodyPr vert="horz" wrap="square" lIns="0" tIns="18004" rIns="0" bIns="0" anchor="t"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900" b="1" i="0" u="none" strike="noStrike" kern="1200" cap="none" spc="0" baseline="0">
                    <a:solidFill>
                      <a:srgbClr val="211F26"/>
                    </a:solidFill>
                    <a:uFillTx/>
                    <a:latin typeface="Calibri" pitchFamily="34"/>
                    <a:cs typeface="Calibri" pitchFamily="34"/>
                  </a:rPr>
                  <a:t>Home</a:t>
                </a:r>
              </a:p>
            </p:txBody>
          </p:sp>
          <p:sp>
            <p:nvSpPr>
              <p:cNvPr id="31" name="Rechthoek 41">
                <a:extLst>
                  <a:ext uri="{FF2B5EF4-FFF2-40B4-BE49-F238E27FC236}">
                    <a16:creationId xmlns:a16="http://schemas.microsoft.com/office/drawing/2014/main" id="{AF4D4075-676E-89BD-B5D5-E8748FA4955C}"/>
                  </a:ext>
                </a:extLst>
              </p:cNvPr>
              <p:cNvSpPr/>
              <p:nvPr/>
            </p:nvSpPr>
            <p:spPr>
              <a:xfrm>
                <a:off x="12564843" y="621343"/>
                <a:ext cx="383782" cy="27166"/>
              </a:xfrm>
              <a:prstGeom prst="rect">
                <a:avLst/>
              </a:prstGeom>
              <a:solidFill>
                <a:srgbClr val="B74629"/>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nvGrpSpPr>
              <p:cNvPr id="32" name="Groep 42">
                <a:extLst>
                  <a:ext uri="{FF2B5EF4-FFF2-40B4-BE49-F238E27FC236}">
                    <a16:creationId xmlns:a16="http://schemas.microsoft.com/office/drawing/2014/main" id="{5DF2AFD0-987D-AD4D-A99B-83B0F10F0B4D}"/>
                  </a:ext>
                </a:extLst>
              </p:cNvPr>
              <p:cNvGrpSpPr/>
              <p:nvPr/>
            </p:nvGrpSpPr>
            <p:grpSpPr>
              <a:xfrm>
                <a:off x="12777789" y="830869"/>
                <a:ext cx="139418" cy="109563"/>
                <a:chOff x="12777789" y="830869"/>
                <a:chExt cx="139418" cy="109563"/>
              </a:xfrm>
            </p:grpSpPr>
            <p:grpSp>
              <p:nvGrpSpPr>
                <p:cNvPr id="33" name="Groep 73">
                  <a:extLst>
                    <a:ext uri="{FF2B5EF4-FFF2-40B4-BE49-F238E27FC236}">
                      <a16:creationId xmlns:a16="http://schemas.microsoft.com/office/drawing/2014/main" id="{9022542E-1274-9E21-FD33-BE80D58BCFEE}"/>
                    </a:ext>
                  </a:extLst>
                </p:cNvPr>
                <p:cNvGrpSpPr/>
                <p:nvPr/>
              </p:nvGrpSpPr>
              <p:grpSpPr>
                <a:xfrm>
                  <a:off x="12777789" y="830869"/>
                  <a:ext cx="139418" cy="109563"/>
                  <a:chOff x="12777789" y="830869"/>
                  <a:chExt cx="139418" cy="109563"/>
                </a:xfrm>
              </p:grpSpPr>
              <p:cxnSp>
                <p:nvCxnSpPr>
                  <p:cNvPr id="34" name="Rechte verbindingslijn 75">
                    <a:extLst>
                      <a:ext uri="{FF2B5EF4-FFF2-40B4-BE49-F238E27FC236}">
                        <a16:creationId xmlns:a16="http://schemas.microsoft.com/office/drawing/2014/main" id="{E408C36D-B878-6D74-A0F9-25546DAFE2C2}"/>
                      </a:ext>
                    </a:extLst>
                  </p:cNvPr>
                  <p:cNvCxnSpPr/>
                  <p:nvPr/>
                </p:nvCxnSpPr>
                <p:spPr>
                  <a:xfrm>
                    <a:off x="12777789" y="830869"/>
                    <a:ext cx="139418" cy="0"/>
                  </a:xfrm>
                  <a:prstGeom prst="straightConnector1">
                    <a:avLst/>
                  </a:prstGeom>
                  <a:noFill/>
                  <a:ln w="12701" cap="flat">
                    <a:solidFill>
                      <a:srgbClr val="9D9FA1"/>
                    </a:solidFill>
                    <a:prstDash val="solid"/>
                  </a:ln>
                </p:spPr>
              </p:cxnSp>
              <p:cxnSp>
                <p:nvCxnSpPr>
                  <p:cNvPr id="35" name="Rechte verbindingslijn 76">
                    <a:extLst>
                      <a:ext uri="{FF2B5EF4-FFF2-40B4-BE49-F238E27FC236}">
                        <a16:creationId xmlns:a16="http://schemas.microsoft.com/office/drawing/2014/main" id="{B4E1C27E-A87E-CB30-8E72-9093BDCF2A91}"/>
                      </a:ext>
                    </a:extLst>
                  </p:cNvPr>
                  <p:cNvCxnSpPr/>
                  <p:nvPr/>
                </p:nvCxnSpPr>
                <p:spPr>
                  <a:xfrm>
                    <a:off x="12777789" y="940432"/>
                    <a:ext cx="139418" cy="0"/>
                  </a:xfrm>
                  <a:prstGeom prst="straightConnector1">
                    <a:avLst/>
                  </a:prstGeom>
                  <a:noFill/>
                  <a:ln w="12701" cap="flat">
                    <a:solidFill>
                      <a:srgbClr val="9D9FA1"/>
                    </a:solidFill>
                    <a:prstDash val="solid"/>
                  </a:ln>
                </p:spPr>
              </p:cxnSp>
              <p:cxnSp>
                <p:nvCxnSpPr>
                  <p:cNvPr id="36" name="Rechte verbindingslijn 77">
                    <a:extLst>
                      <a:ext uri="{FF2B5EF4-FFF2-40B4-BE49-F238E27FC236}">
                        <a16:creationId xmlns:a16="http://schemas.microsoft.com/office/drawing/2014/main" id="{493D4D55-310B-94CF-4195-21664167A237}"/>
                      </a:ext>
                    </a:extLst>
                  </p:cNvPr>
                  <p:cNvCxnSpPr/>
                  <p:nvPr/>
                </p:nvCxnSpPr>
                <p:spPr>
                  <a:xfrm>
                    <a:off x="12854443" y="913046"/>
                    <a:ext cx="62764" cy="0"/>
                  </a:xfrm>
                  <a:prstGeom prst="straightConnector1">
                    <a:avLst/>
                  </a:prstGeom>
                  <a:noFill/>
                  <a:ln w="12701" cap="flat">
                    <a:solidFill>
                      <a:srgbClr val="9D9FA1"/>
                    </a:solidFill>
                    <a:prstDash val="solid"/>
                  </a:ln>
                </p:spPr>
              </p:cxnSp>
              <p:cxnSp>
                <p:nvCxnSpPr>
                  <p:cNvPr id="37" name="Rechte verbindingslijn 78">
                    <a:extLst>
                      <a:ext uri="{FF2B5EF4-FFF2-40B4-BE49-F238E27FC236}">
                        <a16:creationId xmlns:a16="http://schemas.microsoft.com/office/drawing/2014/main" id="{110E91A2-317C-288C-2481-CC52F9E09F43}"/>
                      </a:ext>
                    </a:extLst>
                  </p:cNvPr>
                  <p:cNvCxnSpPr/>
                  <p:nvPr/>
                </p:nvCxnSpPr>
                <p:spPr>
                  <a:xfrm>
                    <a:off x="12854443" y="885651"/>
                    <a:ext cx="62764" cy="0"/>
                  </a:xfrm>
                  <a:prstGeom prst="straightConnector1">
                    <a:avLst/>
                  </a:prstGeom>
                  <a:noFill/>
                  <a:ln w="12701" cap="flat">
                    <a:solidFill>
                      <a:srgbClr val="9D9FA1"/>
                    </a:solidFill>
                    <a:prstDash val="solid"/>
                  </a:ln>
                </p:spPr>
              </p:cxnSp>
              <p:cxnSp>
                <p:nvCxnSpPr>
                  <p:cNvPr id="38" name="Rechte verbindingslijn 79">
                    <a:extLst>
                      <a:ext uri="{FF2B5EF4-FFF2-40B4-BE49-F238E27FC236}">
                        <a16:creationId xmlns:a16="http://schemas.microsoft.com/office/drawing/2014/main" id="{78A970D8-B565-47F8-8318-7E70EBAB22F8}"/>
                      </a:ext>
                    </a:extLst>
                  </p:cNvPr>
                  <p:cNvCxnSpPr/>
                  <p:nvPr/>
                </p:nvCxnSpPr>
                <p:spPr>
                  <a:xfrm>
                    <a:off x="12854443" y="858264"/>
                    <a:ext cx="62764" cy="0"/>
                  </a:xfrm>
                  <a:prstGeom prst="straightConnector1">
                    <a:avLst/>
                  </a:prstGeom>
                  <a:noFill/>
                  <a:ln w="12701" cap="flat">
                    <a:solidFill>
                      <a:srgbClr val="9D9FA1"/>
                    </a:solidFill>
                    <a:prstDash val="solid"/>
                  </a:ln>
                </p:spPr>
              </p:cxnSp>
            </p:grpSp>
            <p:sp>
              <p:nvSpPr>
                <p:cNvPr id="39" name="Pijl: rechts 74">
                  <a:extLst>
                    <a:ext uri="{FF2B5EF4-FFF2-40B4-BE49-F238E27FC236}">
                      <a16:creationId xmlns:a16="http://schemas.microsoft.com/office/drawing/2014/main" id="{7AE4FFA5-8694-7D20-486C-D89539A077A9}"/>
                    </a:ext>
                  </a:extLst>
                </p:cNvPr>
                <p:cNvSpPr/>
                <p:nvPr/>
              </p:nvSpPr>
              <p:spPr>
                <a:xfrm>
                  <a:off x="12777789" y="857039"/>
                  <a:ext cx="58411" cy="56116"/>
                </a:xfrm>
                <a:custGeom>
                  <a:avLst>
                    <a:gd name="f0" fmla="val 8396"/>
                    <a:gd name="f1" fmla="val 8064"/>
                  </a:avLst>
                  <a:gdLst>
                    <a:gd name="f2" fmla="val 10800000"/>
                    <a:gd name="f3" fmla="val 5400000"/>
                    <a:gd name="f4" fmla="val 180"/>
                    <a:gd name="f5" fmla="val w"/>
                    <a:gd name="f6" fmla="val h"/>
                    <a:gd name="f7" fmla="val 0"/>
                    <a:gd name="f8" fmla="val 21600"/>
                    <a:gd name="f9" fmla="val 10800"/>
                    <a:gd name="f10" fmla="+- 0 0 0"/>
                    <a:gd name="f11" fmla="+- 0 0 180"/>
                    <a:gd name="f12" fmla="*/ f5 1 21600"/>
                    <a:gd name="f13" fmla="*/ f6 1 21600"/>
                    <a:gd name="f14" fmla="pin 0 f0 21600"/>
                    <a:gd name="f15" fmla="pin 0 f1 10800"/>
                    <a:gd name="f16" fmla="*/ f10 f2 1"/>
                    <a:gd name="f17" fmla="*/ f11 f2 1"/>
                    <a:gd name="f18" fmla="val f15"/>
                    <a:gd name="f19" fmla="val f14"/>
                    <a:gd name="f20" fmla="+- 21600 0 f15"/>
                    <a:gd name="f21" fmla="*/ f14 f12 1"/>
                    <a:gd name="f22" fmla="*/ f15 f13 1"/>
                    <a:gd name="f23" fmla="*/ 0 f12 1"/>
                    <a:gd name="f24" fmla="*/ 0 f13 1"/>
                    <a:gd name="f25" fmla="*/ f16 1 f4"/>
                    <a:gd name="f26" fmla="*/ 21600 f13 1"/>
                    <a:gd name="f27" fmla="*/ f17 1 f4"/>
                    <a:gd name="f28" fmla="+- 21600 0 f19"/>
                    <a:gd name="f29" fmla="*/ f20 f13 1"/>
                    <a:gd name="f30" fmla="*/ f18 f13 1"/>
                    <a:gd name="f31" fmla="*/ f19 f12 1"/>
                    <a:gd name="f32" fmla="+- f25 0 f3"/>
                    <a:gd name="f33" fmla="+- f27 0 f3"/>
                    <a:gd name="f34" fmla="*/ f28 f18 1"/>
                    <a:gd name="f35" fmla="*/ f34 1 10800"/>
                    <a:gd name="f36" fmla="+- f19 f35 0"/>
                    <a:gd name="f37" fmla="*/ f36 f12 1"/>
                  </a:gdLst>
                  <a:ahLst>
                    <a:ahXY gdRefX="f0" minX="f7" maxX="f8" gdRefY="f1" minY="f7" maxY="f9">
                      <a:pos x="f21" y="f22"/>
                    </a:ahXY>
                  </a:ahLst>
                  <a:cxnLst>
                    <a:cxn ang="3cd4">
                      <a:pos x="hc" y="t"/>
                    </a:cxn>
                    <a:cxn ang="0">
                      <a:pos x="r" y="vc"/>
                    </a:cxn>
                    <a:cxn ang="cd4">
                      <a:pos x="hc" y="b"/>
                    </a:cxn>
                    <a:cxn ang="cd2">
                      <a:pos x="l" y="vc"/>
                    </a:cxn>
                    <a:cxn ang="f32">
                      <a:pos x="f31" y="f24"/>
                    </a:cxn>
                    <a:cxn ang="f33">
                      <a:pos x="f31" y="f26"/>
                    </a:cxn>
                  </a:cxnLst>
                  <a:rect l="f23" t="f30" r="f37" b="f29"/>
                  <a:pathLst>
                    <a:path w="21600" h="21600">
                      <a:moveTo>
                        <a:pt x="f7" y="f18"/>
                      </a:moveTo>
                      <a:lnTo>
                        <a:pt x="f19" y="f18"/>
                      </a:lnTo>
                      <a:lnTo>
                        <a:pt x="f19" y="f7"/>
                      </a:lnTo>
                      <a:lnTo>
                        <a:pt x="f8" y="f9"/>
                      </a:lnTo>
                      <a:lnTo>
                        <a:pt x="f19" y="f8"/>
                      </a:lnTo>
                      <a:lnTo>
                        <a:pt x="f19" y="f20"/>
                      </a:lnTo>
                      <a:lnTo>
                        <a:pt x="f7" y="f20"/>
                      </a:lnTo>
                      <a:close/>
                    </a:path>
                  </a:pathLst>
                </a:custGeom>
                <a:solidFill>
                  <a:srgbClr val="4A7DB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grpSp>
            <p:nvGrpSpPr>
              <p:cNvPr id="40" name="Groep 43">
                <a:extLst>
                  <a:ext uri="{FF2B5EF4-FFF2-40B4-BE49-F238E27FC236}">
                    <a16:creationId xmlns:a16="http://schemas.microsoft.com/office/drawing/2014/main" id="{DF2DC185-C0F0-0718-CC5D-3AF26EE86F96}"/>
                  </a:ext>
                </a:extLst>
              </p:cNvPr>
              <p:cNvGrpSpPr/>
              <p:nvPr/>
            </p:nvGrpSpPr>
            <p:grpSpPr>
              <a:xfrm>
                <a:off x="12558863" y="830869"/>
                <a:ext cx="139418" cy="109563"/>
                <a:chOff x="12558863" y="830869"/>
                <a:chExt cx="139418" cy="109563"/>
              </a:xfrm>
            </p:grpSpPr>
            <p:grpSp>
              <p:nvGrpSpPr>
                <p:cNvPr id="41" name="Groep 66">
                  <a:extLst>
                    <a:ext uri="{FF2B5EF4-FFF2-40B4-BE49-F238E27FC236}">
                      <a16:creationId xmlns:a16="http://schemas.microsoft.com/office/drawing/2014/main" id="{FCCF516A-A1D6-1B15-18F7-7DFCFBCA97C5}"/>
                    </a:ext>
                  </a:extLst>
                </p:cNvPr>
                <p:cNvGrpSpPr/>
                <p:nvPr/>
              </p:nvGrpSpPr>
              <p:grpSpPr>
                <a:xfrm>
                  <a:off x="12558863" y="830869"/>
                  <a:ext cx="139418" cy="109563"/>
                  <a:chOff x="12558863" y="830869"/>
                  <a:chExt cx="139418" cy="109563"/>
                </a:xfrm>
              </p:grpSpPr>
              <p:cxnSp>
                <p:nvCxnSpPr>
                  <p:cNvPr id="42" name="Rechte verbindingslijn 68">
                    <a:extLst>
                      <a:ext uri="{FF2B5EF4-FFF2-40B4-BE49-F238E27FC236}">
                        <a16:creationId xmlns:a16="http://schemas.microsoft.com/office/drawing/2014/main" id="{1526FA42-693E-E020-4E56-DDE160ADFAA1}"/>
                      </a:ext>
                    </a:extLst>
                  </p:cNvPr>
                  <p:cNvCxnSpPr/>
                  <p:nvPr/>
                </p:nvCxnSpPr>
                <p:spPr>
                  <a:xfrm>
                    <a:off x="12558863" y="830869"/>
                    <a:ext cx="139418" cy="0"/>
                  </a:xfrm>
                  <a:prstGeom prst="straightConnector1">
                    <a:avLst/>
                  </a:prstGeom>
                  <a:noFill/>
                  <a:ln w="12701" cap="flat">
                    <a:solidFill>
                      <a:srgbClr val="9D9FA1"/>
                    </a:solidFill>
                    <a:prstDash val="solid"/>
                  </a:ln>
                </p:spPr>
              </p:cxnSp>
              <p:cxnSp>
                <p:nvCxnSpPr>
                  <p:cNvPr id="43" name="Rechte verbindingslijn 69">
                    <a:extLst>
                      <a:ext uri="{FF2B5EF4-FFF2-40B4-BE49-F238E27FC236}">
                        <a16:creationId xmlns:a16="http://schemas.microsoft.com/office/drawing/2014/main" id="{27147305-CB74-C336-F169-1EDA2F872920}"/>
                      </a:ext>
                    </a:extLst>
                  </p:cNvPr>
                  <p:cNvCxnSpPr/>
                  <p:nvPr/>
                </p:nvCxnSpPr>
                <p:spPr>
                  <a:xfrm>
                    <a:off x="12558863" y="940432"/>
                    <a:ext cx="139418" cy="0"/>
                  </a:xfrm>
                  <a:prstGeom prst="straightConnector1">
                    <a:avLst/>
                  </a:prstGeom>
                  <a:noFill/>
                  <a:ln w="12701" cap="flat">
                    <a:solidFill>
                      <a:srgbClr val="9D9FA1"/>
                    </a:solidFill>
                    <a:prstDash val="solid"/>
                  </a:ln>
                </p:spPr>
              </p:cxnSp>
              <p:cxnSp>
                <p:nvCxnSpPr>
                  <p:cNvPr id="44" name="Rechte verbindingslijn 70">
                    <a:extLst>
                      <a:ext uri="{FF2B5EF4-FFF2-40B4-BE49-F238E27FC236}">
                        <a16:creationId xmlns:a16="http://schemas.microsoft.com/office/drawing/2014/main" id="{395EB070-B4BC-F871-E9CD-59FF7C9A579A}"/>
                      </a:ext>
                    </a:extLst>
                  </p:cNvPr>
                  <p:cNvCxnSpPr/>
                  <p:nvPr/>
                </p:nvCxnSpPr>
                <p:spPr>
                  <a:xfrm>
                    <a:off x="12635517" y="913046"/>
                    <a:ext cx="62764" cy="0"/>
                  </a:xfrm>
                  <a:prstGeom prst="straightConnector1">
                    <a:avLst/>
                  </a:prstGeom>
                  <a:noFill/>
                  <a:ln w="12701" cap="flat">
                    <a:solidFill>
                      <a:srgbClr val="9D9FA1"/>
                    </a:solidFill>
                    <a:prstDash val="solid"/>
                  </a:ln>
                </p:spPr>
              </p:cxnSp>
              <p:cxnSp>
                <p:nvCxnSpPr>
                  <p:cNvPr id="45" name="Rechte verbindingslijn 71">
                    <a:extLst>
                      <a:ext uri="{FF2B5EF4-FFF2-40B4-BE49-F238E27FC236}">
                        <a16:creationId xmlns:a16="http://schemas.microsoft.com/office/drawing/2014/main" id="{14ED4B4F-FF53-F22B-DBED-5FC391A72901}"/>
                      </a:ext>
                    </a:extLst>
                  </p:cNvPr>
                  <p:cNvCxnSpPr/>
                  <p:nvPr/>
                </p:nvCxnSpPr>
                <p:spPr>
                  <a:xfrm>
                    <a:off x="12635517" y="885651"/>
                    <a:ext cx="62764" cy="0"/>
                  </a:xfrm>
                  <a:prstGeom prst="straightConnector1">
                    <a:avLst/>
                  </a:prstGeom>
                  <a:noFill/>
                  <a:ln w="12701" cap="flat">
                    <a:solidFill>
                      <a:srgbClr val="9D9FA1"/>
                    </a:solidFill>
                    <a:prstDash val="solid"/>
                  </a:ln>
                </p:spPr>
              </p:cxnSp>
              <p:cxnSp>
                <p:nvCxnSpPr>
                  <p:cNvPr id="46" name="Rechte verbindingslijn 72">
                    <a:extLst>
                      <a:ext uri="{FF2B5EF4-FFF2-40B4-BE49-F238E27FC236}">
                        <a16:creationId xmlns:a16="http://schemas.microsoft.com/office/drawing/2014/main" id="{096E7A13-1D9B-3BA7-D137-70BDA3E672DD}"/>
                      </a:ext>
                    </a:extLst>
                  </p:cNvPr>
                  <p:cNvCxnSpPr/>
                  <p:nvPr/>
                </p:nvCxnSpPr>
                <p:spPr>
                  <a:xfrm>
                    <a:off x="12635517" y="858264"/>
                    <a:ext cx="62764" cy="0"/>
                  </a:xfrm>
                  <a:prstGeom prst="straightConnector1">
                    <a:avLst/>
                  </a:prstGeom>
                  <a:noFill/>
                  <a:ln w="12701" cap="flat">
                    <a:solidFill>
                      <a:srgbClr val="9D9FA1"/>
                    </a:solidFill>
                    <a:prstDash val="solid"/>
                  </a:ln>
                </p:spPr>
              </p:cxnSp>
            </p:grpSp>
            <p:sp>
              <p:nvSpPr>
                <p:cNvPr id="47" name="Pijl: rechts 67">
                  <a:extLst>
                    <a:ext uri="{FF2B5EF4-FFF2-40B4-BE49-F238E27FC236}">
                      <a16:creationId xmlns:a16="http://schemas.microsoft.com/office/drawing/2014/main" id="{54CFE119-7D25-3EB5-EB7A-6626A36B3586}"/>
                    </a:ext>
                  </a:extLst>
                </p:cNvPr>
                <p:cNvSpPr/>
                <p:nvPr/>
              </p:nvSpPr>
              <p:spPr>
                <a:xfrm flipH="1">
                  <a:off x="12558863" y="857039"/>
                  <a:ext cx="58411" cy="56116"/>
                </a:xfrm>
                <a:custGeom>
                  <a:avLst>
                    <a:gd name="f0" fmla="val 8396"/>
                    <a:gd name="f1" fmla="val 8064"/>
                  </a:avLst>
                  <a:gdLst>
                    <a:gd name="f2" fmla="val 10800000"/>
                    <a:gd name="f3" fmla="val 5400000"/>
                    <a:gd name="f4" fmla="val 180"/>
                    <a:gd name="f5" fmla="val w"/>
                    <a:gd name="f6" fmla="val h"/>
                    <a:gd name="f7" fmla="val 0"/>
                    <a:gd name="f8" fmla="val 21600"/>
                    <a:gd name="f9" fmla="val 10800"/>
                    <a:gd name="f10" fmla="+- 0 0 0"/>
                    <a:gd name="f11" fmla="+- 0 0 180"/>
                    <a:gd name="f12" fmla="*/ f5 1 21600"/>
                    <a:gd name="f13" fmla="*/ f6 1 21600"/>
                    <a:gd name="f14" fmla="pin 0 f0 21600"/>
                    <a:gd name="f15" fmla="pin 0 f1 10800"/>
                    <a:gd name="f16" fmla="*/ f10 f2 1"/>
                    <a:gd name="f17" fmla="*/ f11 f2 1"/>
                    <a:gd name="f18" fmla="val f15"/>
                    <a:gd name="f19" fmla="val f14"/>
                    <a:gd name="f20" fmla="+- 21600 0 f15"/>
                    <a:gd name="f21" fmla="*/ f14 f12 1"/>
                    <a:gd name="f22" fmla="*/ f15 f13 1"/>
                    <a:gd name="f23" fmla="*/ 0 f12 1"/>
                    <a:gd name="f24" fmla="*/ 0 f13 1"/>
                    <a:gd name="f25" fmla="*/ f16 1 f4"/>
                    <a:gd name="f26" fmla="*/ 21600 f13 1"/>
                    <a:gd name="f27" fmla="*/ f17 1 f4"/>
                    <a:gd name="f28" fmla="+- 21600 0 f19"/>
                    <a:gd name="f29" fmla="*/ f20 f13 1"/>
                    <a:gd name="f30" fmla="*/ f18 f13 1"/>
                    <a:gd name="f31" fmla="*/ f19 f12 1"/>
                    <a:gd name="f32" fmla="+- f25 0 f3"/>
                    <a:gd name="f33" fmla="+- f27 0 f3"/>
                    <a:gd name="f34" fmla="*/ f28 f18 1"/>
                    <a:gd name="f35" fmla="*/ f34 1 10800"/>
                    <a:gd name="f36" fmla="+- f19 f35 0"/>
                    <a:gd name="f37" fmla="*/ f36 f12 1"/>
                  </a:gdLst>
                  <a:ahLst>
                    <a:ahXY gdRefX="f0" minX="f7" maxX="f8" gdRefY="f1" minY="f7" maxY="f9">
                      <a:pos x="f21" y="f22"/>
                    </a:ahXY>
                  </a:ahLst>
                  <a:cxnLst>
                    <a:cxn ang="3cd4">
                      <a:pos x="hc" y="t"/>
                    </a:cxn>
                    <a:cxn ang="0">
                      <a:pos x="r" y="vc"/>
                    </a:cxn>
                    <a:cxn ang="cd4">
                      <a:pos x="hc" y="b"/>
                    </a:cxn>
                    <a:cxn ang="cd2">
                      <a:pos x="l" y="vc"/>
                    </a:cxn>
                    <a:cxn ang="f32">
                      <a:pos x="f31" y="f24"/>
                    </a:cxn>
                    <a:cxn ang="f33">
                      <a:pos x="f31" y="f26"/>
                    </a:cxn>
                  </a:cxnLst>
                  <a:rect l="f23" t="f30" r="f37" b="f29"/>
                  <a:pathLst>
                    <a:path w="21600" h="21600">
                      <a:moveTo>
                        <a:pt x="f7" y="f18"/>
                      </a:moveTo>
                      <a:lnTo>
                        <a:pt x="f19" y="f18"/>
                      </a:lnTo>
                      <a:lnTo>
                        <a:pt x="f19" y="f7"/>
                      </a:lnTo>
                      <a:lnTo>
                        <a:pt x="f8" y="f9"/>
                      </a:lnTo>
                      <a:lnTo>
                        <a:pt x="f19" y="f8"/>
                      </a:lnTo>
                      <a:lnTo>
                        <a:pt x="f19" y="f20"/>
                      </a:lnTo>
                      <a:lnTo>
                        <a:pt x="f7" y="f20"/>
                      </a:lnTo>
                      <a:close/>
                    </a:path>
                  </a:pathLst>
                </a:custGeom>
                <a:solidFill>
                  <a:srgbClr val="4A7DB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cxnSp>
            <p:nvCxnSpPr>
              <p:cNvPr id="48" name="Rechte verbindingslijn 44">
                <a:extLst>
                  <a:ext uri="{FF2B5EF4-FFF2-40B4-BE49-F238E27FC236}">
                    <a16:creationId xmlns:a16="http://schemas.microsoft.com/office/drawing/2014/main" id="{58C82258-FED8-DA93-0196-DA7EEFEC4FD0}"/>
                  </a:ext>
                </a:extLst>
              </p:cNvPr>
              <p:cNvCxnSpPr/>
              <p:nvPr/>
            </p:nvCxnSpPr>
            <p:spPr>
              <a:xfrm flipV="1">
                <a:off x="12704079" y="588169"/>
                <a:ext cx="547680" cy="219072"/>
              </a:xfrm>
              <a:prstGeom prst="straightConnector1">
                <a:avLst/>
              </a:prstGeom>
              <a:noFill/>
              <a:ln w="19046" cap="rnd">
                <a:solidFill>
                  <a:srgbClr val="00A6D6"/>
                </a:solidFill>
                <a:prstDash val="solid"/>
                <a:headEnd type="arrow"/>
              </a:ln>
            </p:spPr>
          </p:cxnSp>
          <p:cxnSp>
            <p:nvCxnSpPr>
              <p:cNvPr id="49" name="Rechte verbindingslijn 45">
                <a:extLst>
                  <a:ext uri="{FF2B5EF4-FFF2-40B4-BE49-F238E27FC236}">
                    <a16:creationId xmlns:a16="http://schemas.microsoft.com/office/drawing/2014/main" id="{7F23AC58-1A52-B71F-34DD-6B4392F0C855}"/>
                  </a:ext>
                </a:extLst>
              </p:cNvPr>
              <p:cNvCxnSpPr/>
              <p:nvPr/>
            </p:nvCxnSpPr>
            <p:spPr>
              <a:xfrm>
                <a:off x="12939820" y="828675"/>
                <a:ext cx="319089" cy="0"/>
              </a:xfrm>
              <a:prstGeom prst="straightConnector1">
                <a:avLst/>
              </a:prstGeom>
              <a:noFill/>
              <a:ln w="19046" cap="rnd">
                <a:solidFill>
                  <a:srgbClr val="00A6D6"/>
                </a:solidFill>
                <a:prstDash val="solid"/>
                <a:headEnd type="arrow"/>
              </a:ln>
            </p:spPr>
          </p:cxnSp>
          <p:sp>
            <p:nvSpPr>
              <p:cNvPr id="50" name="Rechthoek 46">
                <a:extLst>
                  <a:ext uri="{FF2B5EF4-FFF2-40B4-BE49-F238E27FC236}">
                    <a16:creationId xmlns:a16="http://schemas.microsoft.com/office/drawing/2014/main" id="{B46D5A57-02CC-B78B-D987-4DD9370E9743}"/>
                  </a:ext>
                </a:extLst>
              </p:cNvPr>
              <p:cNvSpPr/>
              <p:nvPr/>
            </p:nvSpPr>
            <p:spPr>
              <a:xfrm>
                <a:off x="13604132" y="512182"/>
                <a:ext cx="2189046" cy="151086"/>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100" b="0" i="0" u="none" strike="noStrike" kern="0" cap="none" spc="0" baseline="0">
                    <a:solidFill>
                      <a:srgbClr val="000000"/>
                    </a:solidFill>
                    <a:uFillTx/>
                    <a:latin typeface="Calibri" pitchFamily="34"/>
                    <a:cs typeface="Calibri" pitchFamily="34"/>
                  </a:rPr>
                  <a:t>Text level down</a:t>
                </a:r>
              </a:p>
            </p:txBody>
          </p:sp>
          <p:sp>
            <p:nvSpPr>
              <p:cNvPr id="51" name="Rechthoek 47">
                <a:extLst>
                  <a:ext uri="{FF2B5EF4-FFF2-40B4-BE49-F238E27FC236}">
                    <a16:creationId xmlns:a16="http://schemas.microsoft.com/office/drawing/2014/main" id="{A2F85F2C-DBA0-12B8-EC0F-B97B88BDDD91}"/>
                  </a:ext>
                </a:extLst>
              </p:cNvPr>
              <p:cNvSpPr/>
              <p:nvPr/>
            </p:nvSpPr>
            <p:spPr>
              <a:xfrm>
                <a:off x="13604132" y="819558"/>
                <a:ext cx="2189046" cy="142198"/>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100" b="0" i="0" u="none" strike="noStrike" kern="0" cap="none" spc="0" baseline="0">
                    <a:solidFill>
                      <a:srgbClr val="000000"/>
                    </a:solidFill>
                    <a:uFillTx/>
                    <a:latin typeface="Calibri" pitchFamily="34"/>
                    <a:cs typeface="Calibri" pitchFamily="34"/>
                  </a:rPr>
                  <a:t>Text level up</a:t>
                </a:r>
              </a:p>
            </p:txBody>
          </p:sp>
          <p:grpSp>
            <p:nvGrpSpPr>
              <p:cNvPr id="52" name="Groep 48">
                <a:extLst>
                  <a:ext uri="{FF2B5EF4-FFF2-40B4-BE49-F238E27FC236}">
                    <a16:creationId xmlns:a16="http://schemas.microsoft.com/office/drawing/2014/main" id="{BBB2D574-BBD9-F838-BBE2-ED412FC8C0D6}"/>
                  </a:ext>
                </a:extLst>
              </p:cNvPr>
              <p:cNvGrpSpPr/>
              <p:nvPr/>
            </p:nvGrpSpPr>
            <p:grpSpPr>
              <a:xfrm>
                <a:off x="13247269" y="769165"/>
                <a:ext cx="268742" cy="248378"/>
                <a:chOff x="13247269" y="769165"/>
                <a:chExt cx="268742" cy="248378"/>
              </a:xfrm>
            </p:grpSpPr>
            <p:sp>
              <p:nvSpPr>
                <p:cNvPr id="53" name="Rechthoek 58">
                  <a:extLst>
                    <a:ext uri="{FF2B5EF4-FFF2-40B4-BE49-F238E27FC236}">
                      <a16:creationId xmlns:a16="http://schemas.microsoft.com/office/drawing/2014/main" id="{E268383E-8516-5CA7-F117-72392CBE6537}"/>
                    </a:ext>
                  </a:extLst>
                </p:cNvPr>
                <p:cNvSpPr/>
                <p:nvPr/>
              </p:nvSpPr>
              <p:spPr>
                <a:xfrm>
                  <a:off x="13247269" y="769165"/>
                  <a:ext cx="268742" cy="248378"/>
                </a:xfrm>
                <a:prstGeom prst="rect">
                  <a:avLst/>
                </a:prstGeom>
                <a:solidFill>
                  <a:srgbClr val="FFFFFF"/>
                </a:solidFill>
                <a:ln w="3172" cap="flat">
                  <a:solidFill>
                    <a:srgbClr val="DADADA"/>
                  </a:solidFill>
                  <a:prstDash val="solid"/>
                  <a:miter/>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50" b="0" i="0" u="none" strike="noStrike" kern="1200" cap="none" spc="0" baseline="0">
                    <a:solidFill>
                      <a:srgbClr val="211F26"/>
                    </a:solidFill>
                    <a:uFillTx/>
                    <a:latin typeface="Calibri" pitchFamily="34"/>
                    <a:cs typeface="Calibri" pitchFamily="34"/>
                  </a:endParaRPr>
                </a:p>
              </p:txBody>
            </p:sp>
            <p:grpSp>
              <p:nvGrpSpPr>
                <p:cNvPr id="54" name="Groep 59">
                  <a:extLst>
                    <a:ext uri="{FF2B5EF4-FFF2-40B4-BE49-F238E27FC236}">
                      <a16:creationId xmlns:a16="http://schemas.microsoft.com/office/drawing/2014/main" id="{E09C797F-5DEE-1C8A-72BA-B46263374601}"/>
                    </a:ext>
                  </a:extLst>
                </p:cNvPr>
                <p:cNvGrpSpPr/>
                <p:nvPr/>
              </p:nvGrpSpPr>
              <p:grpSpPr>
                <a:xfrm>
                  <a:off x="13297287" y="827074"/>
                  <a:ext cx="168697" cy="132570"/>
                  <a:chOff x="13297287" y="827074"/>
                  <a:chExt cx="168697" cy="132570"/>
                </a:xfrm>
              </p:grpSpPr>
              <p:cxnSp>
                <p:nvCxnSpPr>
                  <p:cNvPr id="55" name="Rechte verbindingslijn 61">
                    <a:extLst>
                      <a:ext uri="{FF2B5EF4-FFF2-40B4-BE49-F238E27FC236}">
                        <a16:creationId xmlns:a16="http://schemas.microsoft.com/office/drawing/2014/main" id="{53ACE5DB-6E9B-6835-02A4-FF74D4DFBC3B}"/>
                      </a:ext>
                    </a:extLst>
                  </p:cNvPr>
                  <p:cNvCxnSpPr/>
                  <p:nvPr/>
                </p:nvCxnSpPr>
                <p:spPr>
                  <a:xfrm>
                    <a:off x="13297287" y="827074"/>
                    <a:ext cx="168697" cy="0"/>
                  </a:xfrm>
                  <a:prstGeom prst="straightConnector1">
                    <a:avLst/>
                  </a:prstGeom>
                  <a:noFill/>
                  <a:ln w="12701" cap="flat">
                    <a:solidFill>
                      <a:srgbClr val="9D9FA1"/>
                    </a:solidFill>
                    <a:prstDash val="solid"/>
                  </a:ln>
                </p:spPr>
              </p:cxnSp>
              <p:cxnSp>
                <p:nvCxnSpPr>
                  <p:cNvPr id="56" name="Rechte verbindingslijn 62">
                    <a:extLst>
                      <a:ext uri="{FF2B5EF4-FFF2-40B4-BE49-F238E27FC236}">
                        <a16:creationId xmlns:a16="http://schemas.microsoft.com/office/drawing/2014/main" id="{DCC1D1CB-8A9E-DEE6-5AB6-AF0961A79B35}"/>
                      </a:ext>
                    </a:extLst>
                  </p:cNvPr>
                  <p:cNvCxnSpPr/>
                  <p:nvPr/>
                </p:nvCxnSpPr>
                <p:spPr>
                  <a:xfrm>
                    <a:off x="13297287" y="959644"/>
                    <a:ext cx="168697" cy="0"/>
                  </a:xfrm>
                  <a:prstGeom prst="straightConnector1">
                    <a:avLst/>
                  </a:prstGeom>
                  <a:noFill/>
                  <a:ln w="12701" cap="flat">
                    <a:solidFill>
                      <a:srgbClr val="9D9FA1"/>
                    </a:solidFill>
                    <a:prstDash val="solid"/>
                  </a:ln>
                </p:spPr>
              </p:cxnSp>
              <p:cxnSp>
                <p:nvCxnSpPr>
                  <p:cNvPr id="57" name="Rechte verbindingslijn 63">
                    <a:extLst>
                      <a:ext uri="{FF2B5EF4-FFF2-40B4-BE49-F238E27FC236}">
                        <a16:creationId xmlns:a16="http://schemas.microsoft.com/office/drawing/2014/main" id="{8BF0E70E-FD9F-7481-C013-9668289452C8}"/>
                      </a:ext>
                    </a:extLst>
                  </p:cNvPr>
                  <p:cNvCxnSpPr/>
                  <p:nvPr/>
                </p:nvCxnSpPr>
                <p:spPr>
                  <a:xfrm>
                    <a:off x="13390043" y="926506"/>
                    <a:ext cx="75941" cy="0"/>
                  </a:xfrm>
                  <a:prstGeom prst="straightConnector1">
                    <a:avLst/>
                  </a:prstGeom>
                  <a:noFill/>
                  <a:ln w="12701" cap="flat">
                    <a:solidFill>
                      <a:srgbClr val="9D9FA1"/>
                    </a:solidFill>
                    <a:prstDash val="solid"/>
                  </a:ln>
                </p:spPr>
              </p:cxnSp>
              <p:cxnSp>
                <p:nvCxnSpPr>
                  <p:cNvPr id="58" name="Rechte verbindingslijn 64">
                    <a:extLst>
                      <a:ext uri="{FF2B5EF4-FFF2-40B4-BE49-F238E27FC236}">
                        <a16:creationId xmlns:a16="http://schemas.microsoft.com/office/drawing/2014/main" id="{DC9F484F-FF55-8D0F-E040-3B39240E9DD1}"/>
                      </a:ext>
                    </a:extLst>
                  </p:cNvPr>
                  <p:cNvCxnSpPr/>
                  <p:nvPr/>
                </p:nvCxnSpPr>
                <p:spPr>
                  <a:xfrm>
                    <a:off x="13390043" y="893359"/>
                    <a:ext cx="75941" cy="0"/>
                  </a:xfrm>
                  <a:prstGeom prst="straightConnector1">
                    <a:avLst/>
                  </a:prstGeom>
                  <a:noFill/>
                  <a:ln w="12701" cap="flat">
                    <a:solidFill>
                      <a:srgbClr val="9D9FA1"/>
                    </a:solidFill>
                    <a:prstDash val="solid"/>
                  </a:ln>
                </p:spPr>
              </p:cxnSp>
              <p:cxnSp>
                <p:nvCxnSpPr>
                  <p:cNvPr id="59" name="Rechte verbindingslijn 65">
                    <a:extLst>
                      <a:ext uri="{FF2B5EF4-FFF2-40B4-BE49-F238E27FC236}">
                        <a16:creationId xmlns:a16="http://schemas.microsoft.com/office/drawing/2014/main" id="{C3F4BF0B-6DD0-C18C-45BC-2B747BF93EFD}"/>
                      </a:ext>
                    </a:extLst>
                  </p:cNvPr>
                  <p:cNvCxnSpPr/>
                  <p:nvPr/>
                </p:nvCxnSpPr>
                <p:spPr>
                  <a:xfrm>
                    <a:off x="13390043" y="860212"/>
                    <a:ext cx="75941" cy="0"/>
                  </a:xfrm>
                  <a:prstGeom prst="straightConnector1">
                    <a:avLst/>
                  </a:prstGeom>
                  <a:noFill/>
                  <a:ln w="12701" cap="flat">
                    <a:solidFill>
                      <a:srgbClr val="9D9FA1"/>
                    </a:solidFill>
                    <a:prstDash val="solid"/>
                  </a:ln>
                </p:spPr>
              </p:cxnSp>
            </p:grpSp>
            <p:sp>
              <p:nvSpPr>
                <p:cNvPr id="60" name="Pijl: rechts 60">
                  <a:extLst>
                    <a:ext uri="{FF2B5EF4-FFF2-40B4-BE49-F238E27FC236}">
                      <a16:creationId xmlns:a16="http://schemas.microsoft.com/office/drawing/2014/main" id="{74D94266-DDF0-5114-FEB5-71C15A3E78AC}"/>
                    </a:ext>
                  </a:extLst>
                </p:cNvPr>
                <p:cNvSpPr/>
                <p:nvPr/>
              </p:nvSpPr>
              <p:spPr>
                <a:xfrm>
                  <a:off x="13297287" y="858740"/>
                  <a:ext cx="70673" cy="67903"/>
                </a:xfrm>
                <a:custGeom>
                  <a:avLst>
                    <a:gd name="f0" fmla="val 8396"/>
                    <a:gd name="f1" fmla="val 8064"/>
                  </a:avLst>
                  <a:gdLst>
                    <a:gd name="f2" fmla="val 10800000"/>
                    <a:gd name="f3" fmla="val 5400000"/>
                    <a:gd name="f4" fmla="val 180"/>
                    <a:gd name="f5" fmla="val w"/>
                    <a:gd name="f6" fmla="val h"/>
                    <a:gd name="f7" fmla="val 0"/>
                    <a:gd name="f8" fmla="val 21600"/>
                    <a:gd name="f9" fmla="val 10800"/>
                    <a:gd name="f10" fmla="+- 0 0 0"/>
                    <a:gd name="f11" fmla="+- 0 0 180"/>
                    <a:gd name="f12" fmla="*/ f5 1 21600"/>
                    <a:gd name="f13" fmla="*/ f6 1 21600"/>
                    <a:gd name="f14" fmla="pin 0 f0 21600"/>
                    <a:gd name="f15" fmla="pin 0 f1 10800"/>
                    <a:gd name="f16" fmla="*/ f10 f2 1"/>
                    <a:gd name="f17" fmla="*/ f11 f2 1"/>
                    <a:gd name="f18" fmla="val f15"/>
                    <a:gd name="f19" fmla="val f14"/>
                    <a:gd name="f20" fmla="+- 21600 0 f15"/>
                    <a:gd name="f21" fmla="*/ f14 f12 1"/>
                    <a:gd name="f22" fmla="*/ f15 f13 1"/>
                    <a:gd name="f23" fmla="*/ 0 f12 1"/>
                    <a:gd name="f24" fmla="*/ 0 f13 1"/>
                    <a:gd name="f25" fmla="*/ f16 1 f4"/>
                    <a:gd name="f26" fmla="*/ 21600 f13 1"/>
                    <a:gd name="f27" fmla="*/ f17 1 f4"/>
                    <a:gd name="f28" fmla="+- 21600 0 f19"/>
                    <a:gd name="f29" fmla="*/ f20 f13 1"/>
                    <a:gd name="f30" fmla="*/ f18 f13 1"/>
                    <a:gd name="f31" fmla="*/ f19 f12 1"/>
                    <a:gd name="f32" fmla="+- f25 0 f3"/>
                    <a:gd name="f33" fmla="+- f27 0 f3"/>
                    <a:gd name="f34" fmla="*/ f28 f18 1"/>
                    <a:gd name="f35" fmla="*/ f34 1 10800"/>
                    <a:gd name="f36" fmla="+- f19 f35 0"/>
                    <a:gd name="f37" fmla="*/ f36 f12 1"/>
                  </a:gdLst>
                  <a:ahLst>
                    <a:ahXY gdRefX="f0" minX="f7" maxX="f8" gdRefY="f1" minY="f7" maxY="f9">
                      <a:pos x="f21" y="f22"/>
                    </a:ahXY>
                  </a:ahLst>
                  <a:cxnLst>
                    <a:cxn ang="3cd4">
                      <a:pos x="hc" y="t"/>
                    </a:cxn>
                    <a:cxn ang="0">
                      <a:pos x="r" y="vc"/>
                    </a:cxn>
                    <a:cxn ang="cd4">
                      <a:pos x="hc" y="b"/>
                    </a:cxn>
                    <a:cxn ang="cd2">
                      <a:pos x="l" y="vc"/>
                    </a:cxn>
                    <a:cxn ang="f32">
                      <a:pos x="f31" y="f24"/>
                    </a:cxn>
                    <a:cxn ang="f33">
                      <a:pos x="f31" y="f26"/>
                    </a:cxn>
                  </a:cxnLst>
                  <a:rect l="f23" t="f30" r="f37" b="f29"/>
                  <a:pathLst>
                    <a:path w="21600" h="21600">
                      <a:moveTo>
                        <a:pt x="f7" y="f18"/>
                      </a:moveTo>
                      <a:lnTo>
                        <a:pt x="f19" y="f18"/>
                      </a:lnTo>
                      <a:lnTo>
                        <a:pt x="f19" y="f7"/>
                      </a:lnTo>
                      <a:lnTo>
                        <a:pt x="f8" y="f9"/>
                      </a:lnTo>
                      <a:lnTo>
                        <a:pt x="f19" y="f8"/>
                      </a:lnTo>
                      <a:lnTo>
                        <a:pt x="f19" y="f20"/>
                      </a:lnTo>
                      <a:lnTo>
                        <a:pt x="f7" y="f20"/>
                      </a:lnTo>
                      <a:close/>
                    </a:path>
                  </a:pathLst>
                </a:custGeom>
                <a:solidFill>
                  <a:srgbClr val="4A7DB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grpSp>
            <p:nvGrpSpPr>
              <p:cNvPr id="61" name="Groep 49">
                <a:extLst>
                  <a:ext uri="{FF2B5EF4-FFF2-40B4-BE49-F238E27FC236}">
                    <a16:creationId xmlns:a16="http://schemas.microsoft.com/office/drawing/2014/main" id="{7E707BF8-C1CF-DCF2-D69C-B559EC5B958F}"/>
                  </a:ext>
                </a:extLst>
              </p:cNvPr>
              <p:cNvGrpSpPr/>
              <p:nvPr/>
            </p:nvGrpSpPr>
            <p:grpSpPr>
              <a:xfrm>
                <a:off x="13247269" y="460171"/>
                <a:ext cx="268742" cy="248378"/>
                <a:chOff x="13247269" y="460171"/>
                <a:chExt cx="268742" cy="248378"/>
              </a:xfrm>
            </p:grpSpPr>
            <p:sp>
              <p:nvSpPr>
                <p:cNvPr id="62" name="Rechthoek 50">
                  <a:extLst>
                    <a:ext uri="{FF2B5EF4-FFF2-40B4-BE49-F238E27FC236}">
                      <a16:creationId xmlns:a16="http://schemas.microsoft.com/office/drawing/2014/main" id="{AC635C71-FE30-74F3-CAE8-51765BAE1897}"/>
                    </a:ext>
                  </a:extLst>
                </p:cNvPr>
                <p:cNvSpPr/>
                <p:nvPr/>
              </p:nvSpPr>
              <p:spPr>
                <a:xfrm>
                  <a:off x="13247269" y="460171"/>
                  <a:ext cx="268742" cy="248378"/>
                </a:xfrm>
                <a:prstGeom prst="rect">
                  <a:avLst/>
                </a:prstGeom>
                <a:solidFill>
                  <a:srgbClr val="FFFFFF"/>
                </a:solidFill>
                <a:ln w="3172" cap="flat">
                  <a:solidFill>
                    <a:srgbClr val="DADADA"/>
                  </a:solidFill>
                  <a:prstDash val="solid"/>
                  <a:miter/>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50" b="0" i="0" u="none" strike="noStrike" kern="1200" cap="none" spc="0" baseline="0">
                    <a:solidFill>
                      <a:srgbClr val="211F26"/>
                    </a:solidFill>
                    <a:uFillTx/>
                    <a:latin typeface="Calibri" pitchFamily="34"/>
                    <a:cs typeface="Calibri" pitchFamily="34"/>
                  </a:endParaRPr>
                </a:p>
              </p:txBody>
            </p:sp>
            <p:grpSp>
              <p:nvGrpSpPr>
                <p:cNvPr id="63" name="Groep 51">
                  <a:extLst>
                    <a:ext uri="{FF2B5EF4-FFF2-40B4-BE49-F238E27FC236}">
                      <a16:creationId xmlns:a16="http://schemas.microsoft.com/office/drawing/2014/main" id="{D6F4C6BD-54DA-2674-344D-C240B90F4DD3}"/>
                    </a:ext>
                  </a:extLst>
                </p:cNvPr>
                <p:cNvGrpSpPr/>
                <p:nvPr/>
              </p:nvGrpSpPr>
              <p:grpSpPr>
                <a:xfrm>
                  <a:off x="13297287" y="518071"/>
                  <a:ext cx="168697" cy="132579"/>
                  <a:chOff x="13297287" y="518071"/>
                  <a:chExt cx="168697" cy="132579"/>
                </a:xfrm>
              </p:grpSpPr>
              <p:cxnSp>
                <p:nvCxnSpPr>
                  <p:cNvPr id="64" name="Rechte verbindingslijn 53">
                    <a:extLst>
                      <a:ext uri="{FF2B5EF4-FFF2-40B4-BE49-F238E27FC236}">
                        <a16:creationId xmlns:a16="http://schemas.microsoft.com/office/drawing/2014/main" id="{D07C7727-6BA8-B312-CC2A-CC9C15FFCF1E}"/>
                      </a:ext>
                    </a:extLst>
                  </p:cNvPr>
                  <p:cNvCxnSpPr/>
                  <p:nvPr/>
                </p:nvCxnSpPr>
                <p:spPr>
                  <a:xfrm>
                    <a:off x="13297287" y="518071"/>
                    <a:ext cx="168697" cy="0"/>
                  </a:xfrm>
                  <a:prstGeom prst="straightConnector1">
                    <a:avLst/>
                  </a:prstGeom>
                  <a:noFill/>
                  <a:ln w="12701" cap="flat">
                    <a:solidFill>
                      <a:srgbClr val="9D9FA1"/>
                    </a:solidFill>
                    <a:prstDash val="solid"/>
                  </a:ln>
                </p:spPr>
              </p:cxnSp>
              <p:cxnSp>
                <p:nvCxnSpPr>
                  <p:cNvPr id="65" name="Rechte verbindingslijn 54">
                    <a:extLst>
                      <a:ext uri="{FF2B5EF4-FFF2-40B4-BE49-F238E27FC236}">
                        <a16:creationId xmlns:a16="http://schemas.microsoft.com/office/drawing/2014/main" id="{B34AE9F6-59A3-A289-666C-AFE899C58E0F}"/>
                      </a:ext>
                    </a:extLst>
                  </p:cNvPr>
                  <p:cNvCxnSpPr/>
                  <p:nvPr/>
                </p:nvCxnSpPr>
                <p:spPr>
                  <a:xfrm>
                    <a:off x="13297287" y="650650"/>
                    <a:ext cx="168697" cy="0"/>
                  </a:xfrm>
                  <a:prstGeom prst="straightConnector1">
                    <a:avLst/>
                  </a:prstGeom>
                  <a:noFill/>
                  <a:ln w="12701" cap="flat">
                    <a:solidFill>
                      <a:srgbClr val="9D9FA1"/>
                    </a:solidFill>
                    <a:prstDash val="solid"/>
                  </a:ln>
                </p:spPr>
              </p:cxnSp>
              <p:cxnSp>
                <p:nvCxnSpPr>
                  <p:cNvPr id="66" name="Rechte verbindingslijn 55">
                    <a:extLst>
                      <a:ext uri="{FF2B5EF4-FFF2-40B4-BE49-F238E27FC236}">
                        <a16:creationId xmlns:a16="http://schemas.microsoft.com/office/drawing/2014/main" id="{BB4927B6-42A4-B556-DF8E-93B40C3466AD}"/>
                      </a:ext>
                    </a:extLst>
                  </p:cNvPr>
                  <p:cNvCxnSpPr/>
                  <p:nvPr/>
                </p:nvCxnSpPr>
                <p:spPr>
                  <a:xfrm>
                    <a:off x="13390043" y="617503"/>
                    <a:ext cx="75941" cy="0"/>
                  </a:xfrm>
                  <a:prstGeom prst="straightConnector1">
                    <a:avLst/>
                  </a:prstGeom>
                  <a:noFill/>
                  <a:ln w="12701" cap="flat">
                    <a:solidFill>
                      <a:srgbClr val="9D9FA1"/>
                    </a:solidFill>
                    <a:prstDash val="solid"/>
                  </a:ln>
                </p:spPr>
              </p:cxnSp>
              <p:cxnSp>
                <p:nvCxnSpPr>
                  <p:cNvPr id="67" name="Rechte verbindingslijn 56">
                    <a:extLst>
                      <a:ext uri="{FF2B5EF4-FFF2-40B4-BE49-F238E27FC236}">
                        <a16:creationId xmlns:a16="http://schemas.microsoft.com/office/drawing/2014/main" id="{3B06DC27-3B69-3EC7-95E3-B713459ED92A}"/>
                      </a:ext>
                    </a:extLst>
                  </p:cNvPr>
                  <p:cNvCxnSpPr/>
                  <p:nvPr/>
                </p:nvCxnSpPr>
                <p:spPr>
                  <a:xfrm>
                    <a:off x="13390043" y="584365"/>
                    <a:ext cx="75941" cy="0"/>
                  </a:xfrm>
                  <a:prstGeom prst="straightConnector1">
                    <a:avLst/>
                  </a:prstGeom>
                  <a:noFill/>
                  <a:ln w="12701" cap="flat">
                    <a:solidFill>
                      <a:srgbClr val="9D9FA1"/>
                    </a:solidFill>
                    <a:prstDash val="solid"/>
                  </a:ln>
                </p:spPr>
              </p:cxnSp>
              <p:cxnSp>
                <p:nvCxnSpPr>
                  <p:cNvPr id="68" name="Rechte verbindingslijn 57">
                    <a:extLst>
                      <a:ext uri="{FF2B5EF4-FFF2-40B4-BE49-F238E27FC236}">
                        <a16:creationId xmlns:a16="http://schemas.microsoft.com/office/drawing/2014/main" id="{F33AE75C-FE53-1FC2-8277-EADB3AB7AB88}"/>
                      </a:ext>
                    </a:extLst>
                  </p:cNvPr>
                  <p:cNvCxnSpPr/>
                  <p:nvPr/>
                </p:nvCxnSpPr>
                <p:spPr>
                  <a:xfrm>
                    <a:off x="13390043" y="551218"/>
                    <a:ext cx="75941" cy="0"/>
                  </a:xfrm>
                  <a:prstGeom prst="straightConnector1">
                    <a:avLst/>
                  </a:prstGeom>
                  <a:noFill/>
                  <a:ln w="12701" cap="flat">
                    <a:solidFill>
                      <a:srgbClr val="9D9FA1"/>
                    </a:solidFill>
                    <a:prstDash val="solid"/>
                  </a:ln>
                </p:spPr>
              </p:cxnSp>
            </p:grpSp>
            <p:sp>
              <p:nvSpPr>
                <p:cNvPr id="69" name="Pijl: rechts 52">
                  <a:extLst>
                    <a:ext uri="{FF2B5EF4-FFF2-40B4-BE49-F238E27FC236}">
                      <a16:creationId xmlns:a16="http://schemas.microsoft.com/office/drawing/2014/main" id="{A2DB0B1C-3136-D0D9-A395-BE5245C93259}"/>
                    </a:ext>
                  </a:extLst>
                </p:cNvPr>
                <p:cNvSpPr/>
                <p:nvPr/>
              </p:nvSpPr>
              <p:spPr>
                <a:xfrm flipH="1">
                  <a:off x="13297287" y="549737"/>
                  <a:ext cx="70673" cy="67903"/>
                </a:xfrm>
                <a:custGeom>
                  <a:avLst>
                    <a:gd name="f0" fmla="val 8396"/>
                    <a:gd name="f1" fmla="val 8064"/>
                  </a:avLst>
                  <a:gdLst>
                    <a:gd name="f2" fmla="val 10800000"/>
                    <a:gd name="f3" fmla="val 5400000"/>
                    <a:gd name="f4" fmla="val 180"/>
                    <a:gd name="f5" fmla="val w"/>
                    <a:gd name="f6" fmla="val h"/>
                    <a:gd name="f7" fmla="val 0"/>
                    <a:gd name="f8" fmla="val 21600"/>
                    <a:gd name="f9" fmla="val 10800"/>
                    <a:gd name="f10" fmla="+- 0 0 0"/>
                    <a:gd name="f11" fmla="+- 0 0 180"/>
                    <a:gd name="f12" fmla="*/ f5 1 21600"/>
                    <a:gd name="f13" fmla="*/ f6 1 21600"/>
                    <a:gd name="f14" fmla="pin 0 f0 21600"/>
                    <a:gd name="f15" fmla="pin 0 f1 10800"/>
                    <a:gd name="f16" fmla="*/ f10 f2 1"/>
                    <a:gd name="f17" fmla="*/ f11 f2 1"/>
                    <a:gd name="f18" fmla="val f15"/>
                    <a:gd name="f19" fmla="val f14"/>
                    <a:gd name="f20" fmla="+- 21600 0 f15"/>
                    <a:gd name="f21" fmla="*/ f14 f12 1"/>
                    <a:gd name="f22" fmla="*/ f15 f13 1"/>
                    <a:gd name="f23" fmla="*/ 0 f12 1"/>
                    <a:gd name="f24" fmla="*/ 0 f13 1"/>
                    <a:gd name="f25" fmla="*/ f16 1 f4"/>
                    <a:gd name="f26" fmla="*/ 21600 f13 1"/>
                    <a:gd name="f27" fmla="*/ f17 1 f4"/>
                    <a:gd name="f28" fmla="+- 21600 0 f19"/>
                    <a:gd name="f29" fmla="*/ f20 f13 1"/>
                    <a:gd name="f30" fmla="*/ f18 f13 1"/>
                    <a:gd name="f31" fmla="*/ f19 f12 1"/>
                    <a:gd name="f32" fmla="+- f25 0 f3"/>
                    <a:gd name="f33" fmla="+- f27 0 f3"/>
                    <a:gd name="f34" fmla="*/ f28 f18 1"/>
                    <a:gd name="f35" fmla="*/ f34 1 10800"/>
                    <a:gd name="f36" fmla="+- f19 f35 0"/>
                    <a:gd name="f37" fmla="*/ f36 f12 1"/>
                  </a:gdLst>
                  <a:ahLst>
                    <a:ahXY gdRefX="f0" minX="f7" maxX="f8" gdRefY="f1" minY="f7" maxY="f9">
                      <a:pos x="f21" y="f22"/>
                    </a:ahXY>
                  </a:ahLst>
                  <a:cxnLst>
                    <a:cxn ang="3cd4">
                      <a:pos x="hc" y="t"/>
                    </a:cxn>
                    <a:cxn ang="0">
                      <a:pos x="r" y="vc"/>
                    </a:cxn>
                    <a:cxn ang="cd4">
                      <a:pos x="hc" y="b"/>
                    </a:cxn>
                    <a:cxn ang="cd2">
                      <a:pos x="l" y="vc"/>
                    </a:cxn>
                    <a:cxn ang="f32">
                      <a:pos x="f31" y="f24"/>
                    </a:cxn>
                    <a:cxn ang="f33">
                      <a:pos x="f31" y="f26"/>
                    </a:cxn>
                  </a:cxnLst>
                  <a:rect l="f23" t="f30" r="f37" b="f29"/>
                  <a:pathLst>
                    <a:path w="21600" h="21600">
                      <a:moveTo>
                        <a:pt x="f7" y="f18"/>
                      </a:moveTo>
                      <a:lnTo>
                        <a:pt x="f19" y="f18"/>
                      </a:lnTo>
                      <a:lnTo>
                        <a:pt x="f19" y="f7"/>
                      </a:lnTo>
                      <a:lnTo>
                        <a:pt x="f8" y="f9"/>
                      </a:lnTo>
                      <a:lnTo>
                        <a:pt x="f19" y="f8"/>
                      </a:lnTo>
                      <a:lnTo>
                        <a:pt x="f19" y="f20"/>
                      </a:lnTo>
                      <a:lnTo>
                        <a:pt x="f7" y="f20"/>
                      </a:lnTo>
                      <a:close/>
                    </a:path>
                  </a:pathLst>
                </a:custGeom>
                <a:solidFill>
                  <a:srgbClr val="4A7DB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grpSp>
        <p:grpSp>
          <p:nvGrpSpPr>
            <p:cNvPr id="70" name="Groep 34">
              <a:extLst>
                <a:ext uri="{FF2B5EF4-FFF2-40B4-BE49-F238E27FC236}">
                  <a16:creationId xmlns:a16="http://schemas.microsoft.com/office/drawing/2014/main" id="{7F7F3295-B2A4-D074-BAB5-F0571C564FE0}"/>
                </a:ext>
              </a:extLst>
            </p:cNvPr>
            <p:cNvGrpSpPr/>
            <p:nvPr/>
          </p:nvGrpSpPr>
          <p:grpSpPr>
            <a:xfrm>
              <a:off x="15225601" y="4663037"/>
              <a:ext cx="627799" cy="576684"/>
              <a:chOff x="15225601" y="4663037"/>
              <a:chExt cx="627799" cy="576684"/>
            </a:xfrm>
          </p:grpSpPr>
          <p:grpSp>
            <p:nvGrpSpPr>
              <p:cNvPr id="71" name="Inspireren">
                <a:extLst>
                  <a:ext uri="{FF2B5EF4-FFF2-40B4-BE49-F238E27FC236}">
                    <a16:creationId xmlns:a16="http://schemas.microsoft.com/office/drawing/2014/main" id="{EA4573E5-865F-3C58-E034-D86072C2EC0A}"/>
                  </a:ext>
                </a:extLst>
              </p:cNvPr>
              <p:cNvGrpSpPr/>
              <p:nvPr/>
            </p:nvGrpSpPr>
            <p:grpSpPr>
              <a:xfrm>
                <a:off x="15447919" y="4663037"/>
                <a:ext cx="169776" cy="242380"/>
                <a:chOff x="15447919" y="4663037"/>
                <a:chExt cx="169776" cy="242380"/>
              </a:xfrm>
            </p:grpSpPr>
            <p:sp>
              <p:nvSpPr>
                <p:cNvPr id="72" name="Freeform 12">
                  <a:extLst>
                    <a:ext uri="{FF2B5EF4-FFF2-40B4-BE49-F238E27FC236}">
                      <a16:creationId xmlns:a16="http://schemas.microsoft.com/office/drawing/2014/main" id="{52FBAA2B-1358-10B5-ED8E-A7D63FFBEEF0}"/>
                    </a:ext>
                  </a:extLst>
                </p:cNvPr>
                <p:cNvSpPr/>
                <p:nvPr/>
              </p:nvSpPr>
              <p:spPr>
                <a:xfrm>
                  <a:off x="15498119" y="4749869"/>
                  <a:ext cx="68726" cy="62051"/>
                </a:xfrm>
                <a:custGeom>
                  <a:avLst/>
                  <a:gdLst>
                    <a:gd name="f0" fmla="val 10800000"/>
                    <a:gd name="f1" fmla="val 5400000"/>
                    <a:gd name="f2" fmla="val 180"/>
                    <a:gd name="f3" fmla="val w"/>
                    <a:gd name="f4" fmla="val h"/>
                    <a:gd name="f5" fmla="val 0"/>
                    <a:gd name="f6" fmla="val 319"/>
                    <a:gd name="f7" fmla="val 288"/>
                    <a:gd name="f8" fmla="val 220"/>
                    <a:gd name="f9" fmla="val 107"/>
                    <a:gd name="f10" fmla="+- 0 0 -90"/>
                    <a:gd name="f11" fmla="*/ f3 1 319"/>
                    <a:gd name="f12" fmla="*/ f4 1 288"/>
                    <a:gd name="f13" fmla="val f5"/>
                    <a:gd name="f14" fmla="val f6"/>
                    <a:gd name="f15" fmla="val f7"/>
                    <a:gd name="f16" fmla="*/ f10 f0 1"/>
                    <a:gd name="f17" fmla="+- f15 0 f13"/>
                    <a:gd name="f18" fmla="+- f14 0 f13"/>
                    <a:gd name="f19" fmla="*/ f16 1 f2"/>
                    <a:gd name="f20" fmla="*/ f18 1 319"/>
                    <a:gd name="f21" fmla="*/ f17 1 288"/>
                    <a:gd name="f22" fmla="*/ 220 f18 1"/>
                    <a:gd name="f23" fmla="*/ 288 f17 1"/>
                    <a:gd name="f24" fmla="*/ 107 f18 1"/>
                    <a:gd name="f25" fmla="*/ 0 f18 1"/>
                    <a:gd name="f26" fmla="*/ 0 f17 1"/>
                    <a:gd name="f27" fmla="*/ 319 f18 1"/>
                    <a:gd name="f28" fmla="+- f19 0 f1"/>
                    <a:gd name="f29" fmla="*/ f22 1 319"/>
                    <a:gd name="f30" fmla="*/ f23 1 288"/>
                    <a:gd name="f31" fmla="*/ f24 1 319"/>
                    <a:gd name="f32" fmla="*/ f25 1 319"/>
                    <a:gd name="f33" fmla="*/ f26 1 288"/>
                    <a:gd name="f34" fmla="*/ f27 1 319"/>
                    <a:gd name="f35" fmla="*/ 0 1 f20"/>
                    <a:gd name="f36" fmla="*/ f14 1 f20"/>
                    <a:gd name="f37" fmla="*/ 0 1 f21"/>
                    <a:gd name="f38" fmla="*/ f15 1 f21"/>
                    <a:gd name="f39" fmla="*/ f29 1 f20"/>
                    <a:gd name="f40" fmla="*/ f30 1 f21"/>
                    <a:gd name="f41" fmla="*/ f31 1 f20"/>
                    <a:gd name="f42" fmla="*/ f32 1 f20"/>
                    <a:gd name="f43" fmla="*/ f33 1 f21"/>
                    <a:gd name="f44" fmla="*/ f34 1 f20"/>
                    <a:gd name="f45" fmla="*/ f35 f11 1"/>
                    <a:gd name="f46" fmla="*/ f36 f11 1"/>
                    <a:gd name="f47" fmla="*/ f38 f12 1"/>
                    <a:gd name="f48" fmla="*/ f37 f12 1"/>
                    <a:gd name="f49" fmla="*/ f39 f11 1"/>
                    <a:gd name="f50" fmla="*/ f40 f12 1"/>
                    <a:gd name="f51" fmla="*/ f41 f11 1"/>
                    <a:gd name="f52" fmla="*/ f42 f11 1"/>
                    <a:gd name="f53" fmla="*/ f43 f12 1"/>
                    <a:gd name="f54" fmla="*/ f44 f11 1"/>
                  </a:gdLst>
                  <a:ahLst/>
                  <a:cxnLst>
                    <a:cxn ang="3cd4">
                      <a:pos x="hc" y="t"/>
                    </a:cxn>
                    <a:cxn ang="0">
                      <a:pos x="r" y="vc"/>
                    </a:cxn>
                    <a:cxn ang="cd4">
                      <a:pos x="hc" y="b"/>
                    </a:cxn>
                    <a:cxn ang="cd2">
                      <a:pos x="l" y="vc"/>
                    </a:cxn>
                    <a:cxn ang="f28">
                      <a:pos x="f49" y="f50"/>
                    </a:cxn>
                    <a:cxn ang="f28">
                      <a:pos x="f51" y="f50"/>
                    </a:cxn>
                    <a:cxn ang="f28">
                      <a:pos x="f52" y="f53"/>
                    </a:cxn>
                    <a:cxn ang="f28">
                      <a:pos x="f54" y="f53"/>
                    </a:cxn>
                    <a:cxn ang="f28">
                      <a:pos x="f49" y="f50"/>
                    </a:cxn>
                  </a:cxnLst>
                  <a:rect l="f45" t="f48" r="f46" b="f47"/>
                  <a:pathLst>
                    <a:path w="319" h="288">
                      <a:moveTo>
                        <a:pt x="f8" y="f7"/>
                      </a:moveTo>
                      <a:lnTo>
                        <a:pt x="f9" y="f7"/>
                      </a:lnTo>
                      <a:lnTo>
                        <a:pt x="f5" y="f5"/>
                      </a:lnTo>
                      <a:lnTo>
                        <a:pt x="f6" y="f5"/>
                      </a:lnTo>
                      <a:lnTo>
                        <a:pt x="f8" y="f7"/>
                      </a:lnTo>
                      <a:close/>
                    </a:path>
                  </a:pathLst>
                </a:custGeom>
                <a:solidFill>
                  <a:srgbClr val="1FF524"/>
                </a:solidFill>
                <a:ln>
                  <a:noFill/>
                  <a:prstDash val="solid"/>
                </a:ln>
              </p:spPr>
              <p:txBody>
                <a:bodyPr vert="horz" wrap="square" lIns="91440" tIns="45720" rIns="91440" bIns="45720" anchor="t"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300" b="0" i="0" u="none" strike="noStrike" kern="0" cap="none" spc="0" baseline="0">
                    <a:solidFill>
                      <a:srgbClr val="211F26"/>
                    </a:solidFill>
                    <a:uFillTx/>
                    <a:latin typeface="Arial"/>
                  </a:endParaRPr>
                </a:p>
              </p:txBody>
            </p:sp>
            <p:sp>
              <p:nvSpPr>
                <p:cNvPr id="73" name="Freeform 13">
                  <a:extLst>
                    <a:ext uri="{FF2B5EF4-FFF2-40B4-BE49-F238E27FC236}">
                      <a16:creationId xmlns:a16="http://schemas.microsoft.com/office/drawing/2014/main" id="{27CB5B72-5FA6-71BE-8757-41790EA36D8A}"/>
                    </a:ext>
                  </a:extLst>
                </p:cNvPr>
                <p:cNvSpPr/>
                <p:nvPr/>
              </p:nvSpPr>
              <p:spPr>
                <a:xfrm>
                  <a:off x="15502637" y="4881286"/>
                  <a:ext cx="60761" cy="24131"/>
                </a:xfrm>
                <a:custGeom>
                  <a:avLst/>
                  <a:gdLst>
                    <a:gd name="f0" fmla="val 10800000"/>
                    <a:gd name="f1" fmla="val 5400000"/>
                    <a:gd name="f2" fmla="val 180"/>
                    <a:gd name="f3" fmla="val w"/>
                    <a:gd name="f4" fmla="val h"/>
                    <a:gd name="f5" fmla="val 0"/>
                    <a:gd name="f6" fmla="val 251"/>
                    <a:gd name="f7" fmla="val 100"/>
                    <a:gd name="f8" fmla="val 229"/>
                    <a:gd name="f9" fmla="val 70"/>
                    <a:gd name="f10" fmla="val 69"/>
                    <a:gd name="f11" fmla="val 22"/>
                    <a:gd name="f12" fmla="val 27"/>
                    <a:gd name="f13" fmla="val 87"/>
                    <a:gd name="f14" fmla="val 44"/>
                    <a:gd name="f15" fmla="val 63"/>
                    <a:gd name="f16" fmla="val 188"/>
                    <a:gd name="f17" fmla="val 207"/>
                    <a:gd name="f18" fmla="val 223"/>
                    <a:gd name="f19" fmla="val 88"/>
                    <a:gd name="f20" fmla="val 71"/>
                    <a:gd name="f21" fmla="+- 0 0 -90"/>
                    <a:gd name="f22" fmla="*/ f3 1 251"/>
                    <a:gd name="f23" fmla="*/ f4 1 100"/>
                    <a:gd name="f24" fmla="val f5"/>
                    <a:gd name="f25" fmla="val f6"/>
                    <a:gd name="f26" fmla="val f7"/>
                    <a:gd name="f27" fmla="*/ f21 f0 1"/>
                    <a:gd name="f28" fmla="+- f26 0 f24"/>
                    <a:gd name="f29" fmla="+- f25 0 f24"/>
                    <a:gd name="f30" fmla="*/ f27 1 f2"/>
                    <a:gd name="f31" fmla="*/ f29 1 251"/>
                    <a:gd name="f32" fmla="*/ f28 1 100"/>
                    <a:gd name="f33" fmla="*/ 229 f29 1"/>
                    <a:gd name="f34" fmla="*/ 70 f28 1"/>
                    <a:gd name="f35" fmla="*/ 69 f28 1"/>
                    <a:gd name="f36" fmla="*/ 251 f29 1"/>
                    <a:gd name="f37" fmla="*/ 0 f28 1"/>
                    <a:gd name="f38" fmla="*/ 0 f29 1"/>
                    <a:gd name="f39" fmla="*/ 22 f29 1"/>
                    <a:gd name="f40" fmla="*/ 63 f29 1"/>
                    <a:gd name="f41" fmla="*/ 100 f28 1"/>
                    <a:gd name="f42" fmla="*/ 188 f29 1"/>
                    <a:gd name="f43" fmla="*/ 71 f28 1"/>
                    <a:gd name="f44" fmla="+- f30 0 f1"/>
                    <a:gd name="f45" fmla="*/ f33 1 251"/>
                    <a:gd name="f46" fmla="*/ f34 1 100"/>
                    <a:gd name="f47" fmla="*/ f35 1 100"/>
                    <a:gd name="f48" fmla="*/ f36 1 251"/>
                    <a:gd name="f49" fmla="*/ f37 1 100"/>
                    <a:gd name="f50" fmla="*/ f38 1 251"/>
                    <a:gd name="f51" fmla="*/ f39 1 251"/>
                    <a:gd name="f52" fmla="*/ f40 1 251"/>
                    <a:gd name="f53" fmla="*/ f41 1 100"/>
                    <a:gd name="f54" fmla="*/ f42 1 251"/>
                    <a:gd name="f55" fmla="*/ f43 1 100"/>
                    <a:gd name="f56" fmla="*/ 0 1 f31"/>
                    <a:gd name="f57" fmla="*/ f25 1 f31"/>
                    <a:gd name="f58" fmla="*/ 0 1 f32"/>
                    <a:gd name="f59" fmla="*/ f26 1 f32"/>
                    <a:gd name="f60" fmla="*/ f45 1 f31"/>
                    <a:gd name="f61" fmla="*/ f46 1 f32"/>
                    <a:gd name="f62" fmla="*/ f47 1 f32"/>
                    <a:gd name="f63" fmla="*/ f48 1 f31"/>
                    <a:gd name="f64" fmla="*/ f49 1 f32"/>
                    <a:gd name="f65" fmla="*/ f50 1 f31"/>
                    <a:gd name="f66" fmla="*/ f51 1 f31"/>
                    <a:gd name="f67" fmla="*/ f52 1 f31"/>
                    <a:gd name="f68" fmla="*/ f53 1 f32"/>
                    <a:gd name="f69" fmla="*/ f54 1 f31"/>
                    <a:gd name="f70" fmla="*/ f55 1 f32"/>
                    <a:gd name="f71" fmla="*/ f56 f22 1"/>
                    <a:gd name="f72" fmla="*/ f57 f22 1"/>
                    <a:gd name="f73" fmla="*/ f59 f23 1"/>
                    <a:gd name="f74" fmla="*/ f58 f23 1"/>
                    <a:gd name="f75" fmla="*/ f60 f22 1"/>
                    <a:gd name="f76" fmla="*/ f61 f23 1"/>
                    <a:gd name="f77" fmla="*/ f62 f23 1"/>
                    <a:gd name="f78" fmla="*/ f63 f22 1"/>
                    <a:gd name="f79" fmla="*/ f64 f23 1"/>
                    <a:gd name="f80" fmla="*/ f65 f22 1"/>
                    <a:gd name="f81" fmla="*/ f66 f22 1"/>
                    <a:gd name="f82" fmla="*/ f67 f22 1"/>
                    <a:gd name="f83" fmla="*/ f68 f23 1"/>
                    <a:gd name="f84" fmla="*/ f69 f22 1"/>
                    <a:gd name="f85" fmla="*/ f70 f23 1"/>
                  </a:gdLst>
                  <a:ahLst/>
                  <a:cxnLst>
                    <a:cxn ang="3cd4">
                      <a:pos x="hc" y="t"/>
                    </a:cxn>
                    <a:cxn ang="0">
                      <a:pos x="r" y="vc"/>
                    </a:cxn>
                    <a:cxn ang="cd4">
                      <a:pos x="hc" y="b"/>
                    </a:cxn>
                    <a:cxn ang="cd2">
                      <a:pos x="l" y="vc"/>
                    </a:cxn>
                    <a:cxn ang="f44">
                      <a:pos x="f75" y="f76"/>
                    </a:cxn>
                    <a:cxn ang="f44">
                      <a:pos x="f75" y="f77"/>
                    </a:cxn>
                    <a:cxn ang="f44">
                      <a:pos x="f78" y="f79"/>
                    </a:cxn>
                    <a:cxn ang="f44">
                      <a:pos x="f80" y="f79"/>
                    </a:cxn>
                    <a:cxn ang="f44">
                      <a:pos x="f81" y="f77"/>
                    </a:cxn>
                    <a:cxn ang="f44">
                      <a:pos x="f82" y="f83"/>
                    </a:cxn>
                    <a:cxn ang="f44">
                      <a:pos x="f84" y="f83"/>
                    </a:cxn>
                    <a:cxn ang="f44">
                      <a:pos x="f75" y="f85"/>
                    </a:cxn>
                    <a:cxn ang="f44">
                      <a:pos x="f75" y="f85"/>
                    </a:cxn>
                    <a:cxn ang="f44">
                      <a:pos x="f75" y="f76"/>
                    </a:cxn>
                  </a:cxnLst>
                  <a:rect l="f71" t="f74" r="f72" b="f73"/>
                  <a:pathLst>
                    <a:path w="251" h="100">
                      <a:moveTo>
                        <a:pt x="f8" y="f9"/>
                      </a:moveTo>
                      <a:cubicBezTo>
                        <a:pt x="f8" y="f9"/>
                        <a:pt x="f8" y="f10"/>
                        <a:pt x="f8" y="f10"/>
                      </a:cubicBezTo>
                      <a:cubicBezTo>
                        <a:pt x="f6" y="f5"/>
                        <a:pt x="f6" y="f5"/>
                        <a:pt x="f6" y="f5"/>
                      </a:cubicBezTo>
                      <a:cubicBezTo>
                        <a:pt x="f5" y="f5"/>
                        <a:pt x="f5" y="f5"/>
                        <a:pt x="f5" y="f5"/>
                      </a:cubicBezTo>
                      <a:cubicBezTo>
                        <a:pt x="f11" y="f10"/>
                        <a:pt x="f11" y="f10"/>
                        <a:pt x="f11" y="f10"/>
                      </a:cubicBezTo>
                      <a:cubicBezTo>
                        <a:pt x="f12" y="f13"/>
                        <a:pt x="f14" y="f7"/>
                        <a:pt x="f15" y="f7"/>
                      </a:cubicBezTo>
                      <a:cubicBezTo>
                        <a:pt x="f16" y="f7"/>
                        <a:pt x="f16" y="f7"/>
                        <a:pt x="f16" y="f7"/>
                      </a:cubicBezTo>
                      <a:cubicBezTo>
                        <a:pt x="f17" y="f7"/>
                        <a:pt x="f18" y="f19"/>
                        <a:pt x="f8" y="f20"/>
                      </a:cubicBezTo>
                      <a:cubicBezTo>
                        <a:pt x="f8" y="f20"/>
                        <a:pt x="f8" y="f20"/>
                        <a:pt x="f8" y="f20"/>
                      </a:cubicBezTo>
                      <a:lnTo>
                        <a:pt x="f8" y="f9"/>
                      </a:lnTo>
                      <a:close/>
                    </a:path>
                  </a:pathLst>
                </a:custGeom>
                <a:gradFill>
                  <a:gsLst>
                    <a:gs pos="0">
                      <a:srgbClr val="9D9FA1"/>
                    </a:gs>
                    <a:gs pos="100000">
                      <a:srgbClr val="211F26"/>
                    </a:gs>
                  </a:gsLst>
                  <a:lin ang="2700000"/>
                </a:gradFill>
                <a:ln>
                  <a:noFill/>
                  <a:prstDash val="solid"/>
                </a:ln>
              </p:spPr>
              <p:txBody>
                <a:bodyPr vert="horz" wrap="square" lIns="91440" tIns="45720" rIns="91440" bIns="45720" anchor="t"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300" b="0" i="0" u="none" strike="noStrike" kern="0" cap="none" spc="0" baseline="0">
                    <a:solidFill>
                      <a:srgbClr val="211F26"/>
                    </a:solidFill>
                    <a:uFillTx/>
                    <a:latin typeface="Arial"/>
                  </a:endParaRPr>
                </a:p>
              </p:txBody>
            </p:sp>
            <p:sp>
              <p:nvSpPr>
                <p:cNvPr id="74" name="Freeform 14">
                  <a:extLst>
                    <a:ext uri="{FF2B5EF4-FFF2-40B4-BE49-F238E27FC236}">
                      <a16:creationId xmlns:a16="http://schemas.microsoft.com/office/drawing/2014/main" id="{4CC6BE2E-399C-D01C-CC98-095126C6FA28}"/>
                    </a:ext>
                  </a:extLst>
                </p:cNvPr>
                <p:cNvSpPr/>
                <p:nvPr/>
              </p:nvSpPr>
              <p:spPr>
                <a:xfrm>
                  <a:off x="15447919" y="4663037"/>
                  <a:ext cx="169776" cy="208126"/>
                </a:xfrm>
                <a:custGeom>
                  <a:avLst/>
                  <a:gdLst>
                    <a:gd name="f0" fmla="val 10800000"/>
                    <a:gd name="f1" fmla="val 5400000"/>
                    <a:gd name="f2" fmla="val 180"/>
                    <a:gd name="f3" fmla="val w"/>
                    <a:gd name="f4" fmla="val h"/>
                    <a:gd name="f5" fmla="val 0"/>
                    <a:gd name="f6" fmla="val 702"/>
                    <a:gd name="f7" fmla="val 860"/>
                    <a:gd name="f8" fmla="val 351"/>
                    <a:gd name="f9" fmla="val 157"/>
                    <a:gd name="f10" fmla="val 463"/>
                    <a:gd name="f11" fmla="val 52"/>
                    <a:gd name="f12" fmla="val 562"/>
                    <a:gd name="f13" fmla="val 134"/>
                    <a:gd name="f14" fmla="val 627"/>
                    <a:gd name="f15" fmla="val 165"/>
                    <a:gd name="f16" fmla="val 718"/>
                    <a:gd name="f17" fmla="val 266"/>
                    <a:gd name="f18" fmla="val 434"/>
                    <a:gd name="f19" fmla="val 419"/>
                    <a:gd name="f20" fmla="val 760"/>
                    <a:gd name="f21" fmla="val 284"/>
                    <a:gd name="f22" fmla="val 179"/>
                    <a:gd name="f23" fmla="val 212"/>
                    <a:gd name="f24" fmla="val 216"/>
                    <a:gd name="f25" fmla="val 488"/>
                    <a:gd name="f26" fmla="val 491"/>
                    <a:gd name="f27" fmla="val 570"/>
                    <a:gd name="f28" fmla="val 625"/>
                    <a:gd name="f29" fmla="val 651"/>
                    <a:gd name="f30" fmla="val 560"/>
                    <a:gd name="f31" fmla="val 461"/>
                    <a:gd name="f32" fmla="val 545"/>
                    <a:gd name="f33" fmla="val 587"/>
                    <a:gd name="f34" fmla="val 438"/>
                    <a:gd name="f35" fmla="val 568"/>
                    <a:gd name="f36" fmla="val 490"/>
                    <a:gd name="f37" fmla="val 531"/>
                    <a:gd name="f38" fmla="val 534"/>
                    <a:gd name="f39" fmla="val 485"/>
                    <a:gd name="f40" fmla="val 563"/>
                    <a:gd name="f41" fmla="val 454"/>
                    <a:gd name="f42" fmla="val 658"/>
                    <a:gd name="f43" fmla="val 250"/>
                    <a:gd name="f44" fmla="val 219"/>
                    <a:gd name="f45" fmla="val 565"/>
                    <a:gd name="f46" fmla="val 172"/>
                    <a:gd name="f47" fmla="val 536"/>
                    <a:gd name="f48" fmla="val 135"/>
                    <a:gd name="f49" fmla="val 115"/>
                    <a:gd name="f50" fmla="val 439"/>
                    <a:gd name="f51" fmla="val 105"/>
                    <a:gd name="f52" fmla="val 411"/>
                    <a:gd name="f53" fmla="val 99"/>
                    <a:gd name="f54" fmla="val 382"/>
                    <a:gd name="f55" fmla="val 603"/>
                    <a:gd name="f56" fmla="val 381"/>
                    <a:gd name="f57" fmla="val 597"/>
                    <a:gd name="f58" fmla="+- 0 0 -90"/>
                    <a:gd name="f59" fmla="*/ f3 1 702"/>
                    <a:gd name="f60" fmla="*/ f4 1 860"/>
                    <a:gd name="f61" fmla="val f5"/>
                    <a:gd name="f62" fmla="val f6"/>
                    <a:gd name="f63" fmla="val f7"/>
                    <a:gd name="f64" fmla="*/ f58 f0 1"/>
                    <a:gd name="f65" fmla="+- f63 0 f61"/>
                    <a:gd name="f66" fmla="+- f62 0 f61"/>
                    <a:gd name="f67" fmla="*/ f64 1 f2"/>
                    <a:gd name="f68" fmla="*/ f66 1 702"/>
                    <a:gd name="f69" fmla="*/ f65 1 860"/>
                    <a:gd name="f70" fmla="*/ 351 f66 1"/>
                    <a:gd name="f71" fmla="*/ 0 f65 1"/>
                    <a:gd name="f72" fmla="*/ 0 f66 1"/>
                    <a:gd name="f73" fmla="*/ 351 f65 1"/>
                    <a:gd name="f74" fmla="*/ 134 f66 1"/>
                    <a:gd name="f75" fmla="*/ 627 f65 1"/>
                    <a:gd name="f76" fmla="*/ 165 f66 1"/>
                    <a:gd name="f77" fmla="*/ 718 f65 1"/>
                    <a:gd name="f78" fmla="*/ 266 f66 1"/>
                    <a:gd name="f79" fmla="*/ 434 f66 1"/>
                    <a:gd name="f80" fmla="*/ 419 f66 1"/>
                    <a:gd name="f81" fmla="*/ 760 f65 1"/>
                    <a:gd name="f82" fmla="*/ 284 f66 1"/>
                    <a:gd name="f83" fmla="*/ 179 f66 1"/>
                    <a:gd name="f84" fmla="*/ 212 f66 1"/>
                    <a:gd name="f85" fmla="*/ 860 f65 1"/>
                    <a:gd name="f86" fmla="*/ 216 f66 1"/>
                    <a:gd name="f87" fmla="*/ 488 f66 1"/>
                    <a:gd name="f88" fmla="*/ 491 f66 1"/>
                    <a:gd name="f89" fmla="*/ 570 f66 1"/>
                    <a:gd name="f90" fmla="*/ 625 f65 1"/>
                    <a:gd name="f91" fmla="*/ 702 f66 1"/>
                    <a:gd name="f92" fmla="*/ 587 f66 1"/>
                    <a:gd name="f93" fmla="*/ 438 f65 1"/>
                    <a:gd name="f94" fmla="*/ 485 f66 1"/>
                    <a:gd name="f95" fmla="*/ 563 f65 1"/>
                    <a:gd name="f96" fmla="*/ 454 f66 1"/>
                    <a:gd name="f97" fmla="*/ 658 f65 1"/>
                    <a:gd name="f98" fmla="*/ 250 f66 1"/>
                    <a:gd name="f99" fmla="*/ 219 f66 1"/>
                    <a:gd name="f100" fmla="*/ 565 f65 1"/>
                    <a:gd name="f101" fmla="*/ 115 f66 1"/>
                    <a:gd name="f102" fmla="*/ 439 f65 1"/>
                    <a:gd name="f103" fmla="*/ 99 f66 1"/>
                    <a:gd name="f104" fmla="*/ 99 f65 1"/>
                    <a:gd name="f105" fmla="*/ 603 f66 1"/>
                    <a:gd name="f106" fmla="+- f67 0 f1"/>
                    <a:gd name="f107" fmla="*/ f70 1 702"/>
                    <a:gd name="f108" fmla="*/ f71 1 860"/>
                    <a:gd name="f109" fmla="*/ f72 1 702"/>
                    <a:gd name="f110" fmla="*/ f73 1 860"/>
                    <a:gd name="f111" fmla="*/ f74 1 702"/>
                    <a:gd name="f112" fmla="*/ f75 1 860"/>
                    <a:gd name="f113" fmla="*/ f76 1 702"/>
                    <a:gd name="f114" fmla="*/ f77 1 860"/>
                    <a:gd name="f115" fmla="*/ f78 1 702"/>
                    <a:gd name="f116" fmla="*/ f79 1 702"/>
                    <a:gd name="f117" fmla="*/ f80 1 702"/>
                    <a:gd name="f118" fmla="*/ f81 1 860"/>
                    <a:gd name="f119" fmla="*/ f82 1 702"/>
                    <a:gd name="f120" fmla="*/ f83 1 702"/>
                    <a:gd name="f121" fmla="*/ f84 1 702"/>
                    <a:gd name="f122" fmla="*/ f85 1 860"/>
                    <a:gd name="f123" fmla="*/ f86 1 702"/>
                    <a:gd name="f124" fmla="*/ f87 1 702"/>
                    <a:gd name="f125" fmla="*/ f88 1 702"/>
                    <a:gd name="f126" fmla="*/ f89 1 702"/>
                    <a:gd name="f127" fmla="*/ f90 1 860"/>
                    <a:gd name="f128" fmla="*/ f91 1 702"/>
                    <a:gd name="f129" fmla="*/ f92 1 702"/>
                    <a:gd name="f130" fmla="*/ f93 1 860"/>
                    <a:gd name="f131" fmla="*/ f94 1 702"/>
                    <a:gd name="f132" fmla="*/ f95 1 860"/>
                    <a:gd name="f133" fmla="*/ f96 1 702"/>
                    <a:gd name="f134" fmla="*/ f97 1 860"/>
                    <a:gd name="f135" fmla="*/ f98 1 702"/>
                    <a:gd name="f136" fmla="*/ f99 1 702"/>
                    <a:gd name="f137" fmla="*/ f100 1 860"/>
                    <a:gd name="f138" fmla="*/ f101 1 702"/>
                    <a:gd name="f139" fmla="*/ f102 1 860"/>
                    <a:gd name="f140" fmla="*/ f103 1 702"/>
                    <a:gd name="f141" fmla="*/ f104 1 860"/>
                    <a:gd name="f142" fmla="*/ f105 1 702"/>
                    <a:gd name="f143" fmla="*/ 0 1 f68"/>
                    <a:gd name="f144" fmla="*/ f62 1 f68"/>
                    <a:gd name="f145" fmla="*/ 0 1 f69"/>
                    <a:gd name="f146" fmla="*/ f63 1 f69"/>
                    <a:gd name="f147" fmla="*/ f107 1 f68"/>
                    <a:gd name="f148" fmla="*/ f108 1 f69"/>
                    <a:gd name="f149" fmla="*/ f109 1 f68"/>
                    <a:gd name="f150" fmla="*/ f110 1 f69"/>
                    <a:gd name="f151" fmla="*/ f111 1 f68"/>
                    <a:gd name="f152" fmla="*/ f112 1 f69"/>
                    <a:gd name="f153" fmla="*/ f113 1 f68"/>
                    <a:gd name="f154" fmla="*/ f114 1 f69"/>
                    <a:gd name="f155" fmla="*/ f115 1 f68"/>
                    <a:gd name="f156" fmla="*/ f116 1 f68"/>
                    <a:gd name="f157" fmla="*/ f117 1 f68"/>
                    <a:gd name="f158" fmla="*/ f118 1 f69"/>
                    <a:gd name="f159" fmla="*/ f119 1 f68"/>
                    <a:gd name="f160" fmla="*/ f120 1 f68"/>
                    <a:gd name="f161" fmla="*/ f121 1 f68"/>
                    <a:gd name="f162" fmla="*/ f122 1 f69"/>
                    <a:gd name="f163" fmla="*/ f123 1 f68"/>
                    <a:gd name="f164" fmla="*/ f124 1 f68"/>
                    <a:gd name="f165" fmla="*/ f125 1 f68"/>
                    <a:gd name="f166" fmla="*/ f126 1 f68"/>
                    <a:gd name="f167" fmla="*/ f127 1 f69"/>
                    <a:gd name="f168" fmla="*/ f128 1 f68"/>
                    <a:gd name="f169" fmla="*/ f129 1 f68"/>
                    <a:gd name="f170" fmla="*/ f130 1 f69"/>
                    <a:gd name="f171" fmla="*/ f131 1 f68"/>
                    <a:gd name="f172" fmla="*/ f132 1 f69"/>
                    <a:gd name="f173" fmla="*/ f133 1 f68"/>
                    <a:gd name="f174" fmla="*/ f134 1 f69"/>
                    <a:gd name="f175" fmla="*/ f135 1 f68"/>
                    <a:gd name="f176" fmla="*/ f136 1 f68"/>
                    <a:gd name="f177" fmla="*/ f137 1 f69"/>
                    <a:gd name="f178" fmla="*/ f138 1 f68"/>
                    <a:gd name="f179" fmla="*/ f139 1 f69"/>
                    <a:gd name="f180" fmla="*/ f140 1 f68"/>
                    <a:gd name="f181" fmla="*/ f141 1 f69"/>
                    <a:gd name="f182" fmla="*/ f142 1 f68"/>
                    <a:gd name="f183" fmla="*/ f143 f59 1"/>
                    <a:gd name="f184" fmla="*/ f144 f59 1"/>
                    <a:gd name="f185" fmla="*/ f146 f60 1"/>
                    <a:gd name="f186" fmla="*/ f145 f60 1"/>
                    <a:gd name="f187" fmla="*/ f147 f59 1"/>
                    <a:gd name="f188" fmla="*/ f148 f60 1"/>
                    <a:gd name="f189" fmla="*/ f149 f59 1"/>
                    <a:gd name="f190" fmla="*/ f150 f60 1"/>
                    <a:gd name="f191" fmla="*/ f151 f59 1"/>
                    <a:gd name="f192" fmla="*/ f152 f60 1"/>
                    <a:gd name="f193" fmla="*/ f153 f59 1"/>
                    <a:gd name="f194" fmla="*/ f154 f60 1"/>
                    <a:gd name="f195" fmla="*/ f155 f59 1"/>
                    <a:gd name="f196" fmla="*/ f156 f59 1"/>
                    <a:gd name="f197" fmla="*/ f157 f59 1"/>
                    <a:gd name="f198" fmla="*/ f158 f60 1"/>
                    <a:gd name="f199" fmla="*/ f159 f59 1"/>
                    <a:gd name="f200" fmla="*/ f160 f59 1"/>
                    <a:gd name="f201" fmla="*/ f161 f59 1"/>
                    <a:gd name="f202" fmla="*/ f162 f60 1"/>
                    <a:gd name="f203" fmla="*/ f163 f59 1"/>
                    <a:gd name="f204" fmla="*/ f164 f59 1"/>
                    <a:gd name="f205" fmla="*/ f165 f59 1"/>
                    <a:gd name="f206" fmla="*/ f166 f59 1"/>
                    <a:gd name="f207" fmla="*/ f167 f60 1"/>
                    <a:gd name="f208" fmla="*/ f168 f59 1"/>
                    <a:gd name="f209" fmla="*/ f169 f59 1"/>
                    <a:gd name="f210" fmla="*/ f170 f60 1"/>
                    <a:gd name="f211" fmla="*/ f171 f59 1"/>
                    <a:gd name="f212" fmla="*/ f172 f60 1"/>
                    <a:gd name="f213" fmla="*/ f173 f59 1"/>
                    <a:gd name="f214" fmla="*/ f174 f60 1"/>
                    <a:gd name="f215" fmla="*/ f175 f59 1"/>
                    <a:gd name="f216" fmla="*/ f176 f59 1"/>
                    <a:gd name="f217" fmla="*/ f177 f60 1"/>
                    <a:gd name="f218" fmla="*/ f178 f59 1"/>
                    <a:gd name="f219" fmla="*/ f179 f60 1"/>
                    <a:gd name="f220" fmla="*/ f180 f59 1"/>
                    <a:gd name="f221" fmla="*/ f181 f60 1"/>
                    <a:gd name="f222" fmla="*/ f182 f59 1"/>
                  </a:gdLst>
                  <a:ahLst/>
                  <a:cxnLst>
                    <a:cxn ang="3cd4">
                      <a:pos x="hc" y="t"/>
                    </a:cxn>
                    <a:cxn ang="0">
                      <a:pos x="r" y="vc"/>
                    </a:cxn>
                    <a:cxn ang="cd4">
                      <a:pos x="hc" y="b"/>
                    </a:cxn>
                    <a:cxn ang="cd2">
                      <a:pos x="l" y="vc"/>
                    </a:cxn>
                    <a:cxn ang="f106">
                      <a:pos x="f187" y="f188"/>
                    </a:cxn>
                    <a:cxn ang="f106">
                      <a:pos x="f189" y="f190"/>
                    </a:cxn>
                    <a:cxn ang="f106">
                      <a:pos x="f191" y="f192"/>
                    </a:cxn>
                    <a:cxn ang="f106">
                      <a:pos x="f193" y="f194"/>
                    </a:cxn>
                    <a:cxn ang="f106">
                      <a:pos x="f195" y="f194"/>
                    </a:cxn>
                    <a:cxn ang="f106">
                      <a:pos x="f195" y="f194"/>
                    </a:cxn>
                    <a:cxn ang="f106">
                      <a:pos x="f196" y="f194"/>
                    </a:cxn>
                    <a:cxn ang="f106">
                      <a:pos x="f197" y="f198"/>
                    </a:cxn>
                    <a:cxn ang="f106">
                      <a:pos x="f199" y="f198"/>
                    </a:cxn>
                    <a:cxn ang="f106">
                      <a:pos x="f199" y="f198"/>
                    </a:cxn>
                    <a:cxn ang="f106">
                      <a:pos x="f200" y="f198"/>
                    </a:cxn>
                    <a:cxn ang="f106">
                      <a:pos x="f201" y="f202"/>
                    </a:cxn>
                    <a:cxn ang="f106">
                      <a:pos x="f201" y="f202"/>
                    </a:cxn>
                    <a:cxn ang="f106">
                      <a:pos x="f203" y="f202"/>
                    </a:cxn>
                    <a:cxn ang="f106">
                      <a:pos x="f204" y="f202"/>
                    </a:cxn>
                    <a:cxn ang="f106">
                      <a:pos x="f205" y="f202"/>
                    </a:cxn>
                    <a:cxn ang="f106">
                      <a:pos x="f206" y="f207"/>
                    </a:cxn>
                    <a:cxn ang="f106">
                      <a:pos x="f208" y="f190"/>
                    </a:cxn>
                    <a:cxn ang="f106">
                      <a:pos x="f187" y="f188"/>
                    </a:cxn>
                    <a:cxn ang="f106">
                      <a:pos x="f209" y="f210"/>
                    </a:cxn>
                    <a:cxn ang="f106">
                      <a:pos x="f211" y="f212"/>
                    </a:cxn>
                    <a:cxn ang="f106">
                      <a:pos x="f213" y="f214"/>
                    </a:cxn>
                    <a:cxn ang="f106">
                      <a:pos x="f215" y="f214"/>
                    </a:cxn>
                    <a:cxn ang="f106">
                      <a:pos x="f216" y="f217"/>
                    </a:cxn>
                    <a:cxn ang="f106">
                      <a:pos x="f218" y="f219"/>
                    </a:cxn>
                    <a:cxn ang="f106">
                      <a:pos x="f220" y="f190"/>
                    </a:cxn>
                    <a:cxn ang="f106">
                      <a:pos x="f187" y="f221"/>
                    </a:cxn>
                    <a:cxn ang="f106">
                      <a:pos x="f222" y="f190"/>
                    </a:cxn>
                    <a:cxn ang="f106">
                      <a:pos x="f209" y="f210"/>
                    </a:cxn>
                  </a:cxnLst>
                  <a:rect l="f183" t="f186" r="f184" b="f185"/>
                  <a:pathLst>
                    <a:path w="702" h="860">
                      <a:moveTo>
                        <a:pt x="f8" y="f5"/>
                      </a:moveTo>
                      <a:cubicBezTo>
                        <a:pt x="f9" y="f5"/>
                        <a:pt x="f5" y="f9"/>
                        <a:pt x="f5" y="f8"/>
                      </a:cubicBezTo>
                      <a:cubicBezTo>
                        <a:pt x="f5" y="f10"/>
                        <a:pt x="f11" y="f12"/>
                        <a:pt x="f13" y="f14"/>
                      </a:cubicBezTo>
                      <a:cubicBezTo>
                        <a:pt x="f15" y="f16"/>
                        <a:pt x="f15" y="f16"/>
                        <a:pt x="f15" y="f16"/>
                      </a:cubicBezTo>
                      <a:cubicBezTo>
                        <a:pt x="f17" y="f16"/>
                        <a:pt x="f17" y="f16"/>
                        <a:pt x="f17" y="f16"/>
                      </a:cubicBezTo>
                      <a:cubicBezTo>
                        <a:pt x="f17" y="f16"/>
                        <a:pt x="f17" y="f16"/>
                        <a:pt x="f17" y="f16"/>
                      </a:cubicBezTo>
                      <a:cubicBezTo>
                        <a:pt x="f18" y="f16"/>
                        <a:pt x="f18" y="f16"/>
                        <a:pt x="f18" y="f16"/>
                      </a:cubicBezTo>
                      <a:cubicBezTo>
                        <a:pt x="f19" y="f20"/>
                        <a:pt x="f19" y="f20"/>
                        <a:pt x="f19" y="f20"/>
                      </a:cubicBezTo>
                      <a:cubicBezTo>
                        <a:pt x="f21" y="f20"/>
                        <a:pt x="f21" y="f20"/>
                        <a:pt x="f21" y="f20"/>
                      </a:cubicBezTo>
                      <a:cubicBezTo>
                        <a:pt x="f21" y="f20"/>
                        <a:pt x="f21" y="f20"/>
                        <a:pt x="f21" y="f20"/>
                      </a:cubicBezTo>
                      <a:cubicBezTo>
                        <a:pt x="f22" y="f20"/>
                        <a:pt x="f22" y="f20"/>
                        <a:pt x="f22" y="f20"/>
                      </a:cubicBezTo>
                      <a:cubicBezTo>
                        <a:pt x="f23" y="f7"/>
                        <a:pt x="f23" y="f7"/>
                        <a:pt x="f23" y="f7"/>
                      </a:cubicBezTo>
                      <a:cubicBezTo>
                        <a:pt x="f23" y="f7"/>
                        <a:pt x="f23" y="f7"/>
                        <a:pt x="f23" y="f7"/>
                      </a:cubicBezTo>
                      <a:cubicBezTo>
                        <a:pt x="f24" y="f7"/>
                        <a:pt x="f24" y="f7"/>
                        <a:pt x="f24" y="f7"/>
                      </a:cubicBezTo>
                      <a:cubicBezTo>
                        <a:pt x="f25" y="f7"/>
                        <a:pt x="f25" y="f7"/>
                        <a:pt x="f25" y="f7"/>
                      </a:cubicBezTo>
                      <a:cubicBezTo>
                        <a:pt x="f26" y="f7"/>
                        <a:pt x="f26" y="f7"/>
                        <a:pt x="f26" y="f7"/>
                      </a:cubicBezTo>
                      <a:cubicBezTo>
                        <a:pt x="f27" y="f28"/>
                        <a:pt x="f27" y="f28"/>
                        <a:pt x="f27" y="f28"/>
                      </a:cubicBezTo>
                      <a:cubicBezTo>
                        <a:pt x="f29" y="f30"/>
                        <a:pt x="f6" y="f31"/>
                        <a:pt x="f6" y="f8"/>
                      </a:cubicBezTo>
                      <a:cubicBezTo>
                        <a:pt x="f6" y="f9"/>
                        <a:pt x="f32" y="f5"/>
                        <a:pt x="f8" y="f5"/>
                      </a:cubicBezTo>
                      <a:close/>
                      <a:moveTo>
                        <a:pt x="f33" y="f34"/>
                      </a:moveTo>
                      <a:cubicBezTo>
                        <a:pt x="f35" y="f36"/>
                        <a:pt x="f37" y="f38"/>
                        <a:pt x="f39" y="f40"/>
                      </a:cubicBezTo>
                      <a:cubicBezTo>
                        <a:pt x="f41" y="f42"/>
                        <a:pt x="f41" y="f42"/>
                        <a:pt x="f41" y="f42"/>
                      </a:cubicBezTo>
                      <a:cubicBezTo>
                        <a:pt x="f43" y="f42"/>
                        <a:pt x="f43" y="f42"/>
                        <a:pt x="f43" y="f42"/>
                      </a:cubicBezTo>
                      <a:cubicBezTo>
                        <a:pt x="f44" y="f45"/>
                        <a:pt x="f44" y="f45"/>
                        <a:pt x="f44" y="f45"/>
                      </a:cubicBezTo>
                      <a:cubicBezTo>
                        <a:pt x="f46" y="f47"/>
                        <a:pt x="f48" y="f26"/>
                        <a:pt x="f49" y="f50"/>
                      </a:cubicBezTo>
                      <a:cubicBezTo>
                        <a:pt x="f51" y="f52"/>
                        <a:pt x="f53" y="f54"/>
                        <a:pt x="f53" y="f8"/>
                      </a:cubicBezTo>
                      <a:cubicBezTo>
                        <a:pt x="f53" y="f23"/>
                        <a:pt x="f23" y="f53"/>
                        <a:pt x="f8" y="f53"/>
                      </a:cubicBezTo>
                      <a:cubicBezTo>
                        <a:pt x="f36" y="f53"/>
                        <a:pt x="f55" y="f23"/>
                        <a:pt x="f55" y="f8"/>
                      </a:cubicBezTo>
                      <a:cubicBezTo>
                        <a:pt x="f55" y="f56"/>
                        <a:pt x="f57" y="f52"/>
                        <a:pt x="f33" y="f34"/>
                      </a:cubicBezTo>
                      <a:close/>
                    </a:path>
                  </a:pathLst>
                </a:custGeom>
                <a:gradFill>
                  <a:gsLst>
                    <a:gs pos="0">
                      <a:srgbClr val="9D9FA1"/>
                    </a:gs>
                    <a:gs pos="100000">
                      <a:srgbClr val="211F26"/>
                    </a:gs>
                  </a:gsLst>
                  <a:lin ang="2700000"/>
                </a:gradFill>
                <a:ln>
                  <a:noFill/>
                  <a:prstDash val="solid"/>
                </a:ln>
              </p:spPr>
              <p:txBody>
                <a:bodyPr vert="horz" wrap="square" lIns="91440" tIns="45720" rIns="91440" bIns="45720" anchor="t"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300" b="0" i="0" u="none" strike="noStrike" kern="0" cap="none" spc="0" baseline="0">
                    <a:solidFill>
                      <a:srgbClr val="211F26"/>
                    </a:solidFill>
                    <a:uFillTx/>
                    <a:latin typeface="Arial"/>
                  </a:endParaRPr>
                </a:p>
              </p:txBody>
            </p:sp>
          </p:grpSp>
          <p:sp>
            <p:nvSpPr>
              <p:cNvPr id="75" name="Tekstvak 36">
                <a:extLst>
                  <a:ext uri="{FF2B5EF4-FFF2-40B4-BE49-F238E27FC236}">
                    <a16:creationId xmlns:a16="http://schemas.microsoft.com/office/drawing/2014/main" id="{92EAF9F2-13A3-F8B4-78AE-4E8F9C065E40}"/>
                  </a:ext>
                </a:extLst>
              </p:cNvPr>
              <p:cNvSpPr txBox="1"/>
              <p:nvPr/>
            </p:nvSpPr>
            <p:spPr>
              <a:xfrm>
                <a:off x="15225601" y="4917487"/>
                <a:ext cx="627799" cy="322234"/>
              </a:xfrm>
              <a:prstGeom prst="rect">
                <a:avLst/>
              </a:prstGeom>
              <a:noFill/>
              <a:ln>
                <a:noFill/>
              </a:ln>
            </p:spPr>
            <p:txBody>
              <a:bodyPr vert="horz" wrap="square" lIns="0" tIns="0" rIns="0" bIns="0"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000" b="0" i="0" u="none" strike="noStrike" kern="0" cap="none" spc="0" baseline="0">
                    <a:solidFill>
                      <a:srgbClr val="211F26"/>
                    </a:solidFill>
                    <a:uFillTx/>
                    <a:latin typeface="Calibri" pitchFamily="34"/>
                    <a:cs typeface="Calibri" pitchFamily="34"/>
                  </a:rPr>
                  <a:t>Inspiration</a:t>
                </a:r>
              </a:p>
            </p:txBody>
          </p:sp>
        </p:grpSp>
      </p:grpSp>
      <p:grpSp>
        <p:nvGrpSpPr>
          <p:cNvPr id="76" name="INSTRUCTION">
            <a:extLst>
              <a:ext uri="{FF2B5EF4-FFF2-40B4-BE49-F238E27FC236}">
                <a16:creationId xmlns:a16="http://schemas.microsoft.com/office/drawing/2014/main" id="{11984A99-D95D-3852-04E7-0554856FA625}"/>
              </a:ext>
            </a:extLst>
          </p:cNvPr>
          <p:cNvGrpSpPr/>
          <p:nvPr/>
        </p:nvGrpSpPr>
        <p:grpSpPr>
          <a:xfrm>
            <a:off x="-3786164" y="0"/>
            <a:ext cx="3693380" cy="6640345"/>
            <a:chOff x="-3786164" y="0"/>
            <a:chExt cx="3693380" cy="6640345"/>
          </a:xfrm>
        </p:grpSpPr>
        <p:sp>
          <p:nvSpPr>
            <p:cNvPr id="77" name="Rechthoek 83">
              <a:extLst>
                <a:ext uri="{FF2B5EF4-FFF2-40B4-BE49-F238E27FC236}">
                  <a16:creationId xmlns:a16="http://schemas.microsoft.com/office/drawing/2014/main" id="{A90D5520-FA57-B63F-3BF1-AD521212D869}"/>
                </a:ext>
              </a:extLst>
            </p:cNvPr>
            <p:cNvSpPr/>
            <p:nvPr/>
          </p:nvSpPr>
          <p:spPr>
            <a:xfrm>
              <a:off x="-3786164" y="0"/>
              <a:ext cx="3593089" cy="5991724"/>
            </a:xfrm>
            <a:prstGeom prst="rect">
              <a:avLst/>
            </a:prstGeom>
            <a:solidFill>
              <a:srgbClr val="FFFFFF"/>
            </a:solidFill>
            <a:ln w="6345" cap="flat">
              <a:solidFill>
                <a:srgbClr val="ECECEC"/>
              </a:solidFill>
              <a:prstDash val="solid"/>
              <a:miter/>
            </a:ln>
          </p:spPr>
          <p:txBody>
            <a:bodyPr vert="horz" wrap="square" lIns="179999" tIns="143999" rIns="179999" bIns="143999"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400" b="1" i="0" u="none" strike="noStrike" kern="1200" cap="all" spc="0" baseline="0">
                  <a:solidFill>
                    <a:srgbClr val="00A6D6"/>
                  </a:solidFill>
                  <a:uFillTx/>
                  <a:latin typeface="Calibri" pitchFamily="34"/>
                  <a:cs typeface="Calibri" pitchFamily="34"/>
                </a:rPr>
                <a:t>Insert/edit an image</a:t>
              </a:r>
            </a:p>
          </p:txBody>
        </p:sp>
        <p:sp>
          <p:nvSpPr>
            <p:cNvPr id="78" name="Ovaal 84">
              <a:extLst>
                <a:ext uri="{FF2B5EF4-FFF2-40B4-BE49-F238E27FC236}">
                  <a16:creationId xmlns:a16="http://schemas.microsoft.com/office/drawing/2014/main" id="{B7648465-599B-6D0A-F14A-D63B7E84616A}"/>
                </a:ext>
              </a:extLst>
            </p:cNvPr>
            <p:cNvSpPr/>
            <p:nvPr/>
          </p:nvSpPr>
          <p:spPr>
            <a:xfrm>
              <a:off x="-3603586" y="465319"/>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1</a:t>
              </a:r>
            </a:p>
          </p:txBody>
        </p:sp>
        <p:sp>
          <p:nvSpPr>
            <p:cNvPr id="79" name="Rechthoek 85">
              <a:extLst>
                <a:ext uri="{FF2B5EF4-FFF2-40B4-BE49-F238E27FC236}">
                  <a16:creationId xmlns:a16="http://schemas.microsoft.com/office/drawing/2014/main" id="{09FB3F71-C7EA-22F2-21A6-12799A409545}"/>
                </a:ext>
              </a:extLst>
            </p:cNvPr>
            <p:cNvSpPr/>
            <p:nvPr/>
          </p:nvSpPr>
          <p:spPr>
            <a:xfrm>
              <a:off x="-3319418" y="465319"/>
              <a:ext cx="2962701" cy="668152"/>
            </a:xfrm>
            <a:prstGeom prst="rect">
              <a:avLst/>
            </a:prstGeom>
            <a:noFill/>
            <a:ln>
              <a:noFill/>
              <a:prstDash val="solid"/>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0" i="0" u="none" strike="noStrike" kern="0" cap="none" spc="0" baseline="0">
                  <a:solidFill>
                    <a:srgbClr val="000000"/>
                  </a:solidFill>
                  <a:uFillTx/>
                  <a:latin typeface="Calibri" pitchFamily="34"/>
                  <a:cs typeface="Calibri" pitchFamily="34"/>
                </a:rPr>
                <a:t>If necessary, delete the existing image</a:t>
              </a:r>
              <a:br>
                <a:rPr lang="en-GB" sz="1200" b="0" i="0" u="none" strike="noStrike" kern="0" cap="none" spc="0" baseline="0">
                  <a:solidFill>
                    <a:srgbClr val="000000"/>
                  </a:solidFill>
                  <a:uFillTx/>
                  <a:latin typeface="Calibri" pitchFamily="34"/>
                  <a:cs typeface="Calibri" pitchFamily="34"/>
                </a:rPr>
              </a:br>
              <a:r>
                <a:rPr lang="en-GB" sz="1200" b="0" i="0" u="none" strike="noStrike" kern="0" cap="none" spc="0" baseline="0">
                  <a:solidFill>
                    <a:srgbClr val="000000"/>
                  </a:solidFill>
                  <a:uFillTx/>
                  <a:latin typeface="Calibri" pitchFamily="34"/>
                  <a:cs typeface="Calibri" pitchFamily="34"/>
                </a:rPr>
                <a:t>by using the </a:t>
              </a:r>
              <a:r>
                <a:rPr lang="en-GB" sz="1200" b="1" i="0" u="none" strike="noStrike" kern="0" cap="none" spc="0" baseline="0">
                  <a:solidFill>
                    <a:srgbClr val="000000"/>
                  </a:solidFill>
                  <a:uFillTx/>
                  <a:latin typeface="Calibri" pitchFamily="34"/>
                  <a:cs typeface="Calibri" pitchFamily="34"/>
                </a:rPr>
                <a:t>‘Backspace key’</a:t>
              </a:r>
              <a:r>
                <a:rPr lang="en-GB" sz="1200" b="0" i="0" u="none" strike="noStrike" kern="0" cap="none" spc="0" baseline="0">
                  <a:solidFill>
                    <a:srgbClr val="000000"/>
                  </a:solidFill>
                  <a:uFillTx/>
                  <a:latin typeface="Calibri" pitchFamily="34"/>
                  <a:cs typeface="Calibri" pitchFamily="34"/>
                </a:rPr>
                <a:t>. Select the placeholder, go to the tab </a:t>
              </a:r>
              <a:r>
                <a:rPr lang="en-GB" sz="1200" b="1" i="0" u="none" strike="noStrike" kern="0" cap="none" spc="0" baseline="0">
                  <a:solidFill>
                    <a:srgbClr val="000000"/>
                  </a:solidFill>
                  <a:uFillTx/>
                  <a:latin typeface="Calibri" pitchFamily="34"/>
                  <a:cs typeface="Calibri" pitchFamily="34"/>
                </a:rPr>
                <a:t>‘Slidebuilder’</a:t>
              </a:r>
              <a:r>
                <a:rPr lang="en-GB" sz="1200" b="0" i="0" u="none" strike="noStrike" kern="0" cap="none" spc="0" baseline="0">
                  <a:solidFill>
                    <a:srgbClr val="000000"/>
                  </a:solidFill>
                  <a:uFillTx/>
                  <a:latin typeface="Calibri" pitchFamily="34"/>
                  <a:cs typeface="Calibri" pitchFamily="34"/>
                </a:rPr>
                <a:t> and click on the button </a:t>
              </a:r>
              <a:r>
                <a:rPr lang="en-GB" sz="1200" b="1" i="0" u="none" strike="noStrike" kern="0" cap="none" spc="0" baseline="0">
                  <a:solidFill>
                    <a:srgbClr val="000000"/>
                  </a:solidFill>
                  <a:uFillTx/>
                  <a:latin typeface="Calibri" pitchFamily="34"/>
                  <a:cs typeface="Calibri" pitchFamily="34"/>
                </a:rPr>
                <a:t>‘Images’</a:t>
              </a:r>
              <a:r>
                <a:rPr lang="en-GB" sz="1200" b="0" i="0" u="none" strike="noStrike" kern="0" cap="none" spc="0" baseline="0">
                  <a:solidFill>
                    <a:srgbClr val="000000"/>
                  </a:solidFill>
                  <a:uFillTx/>
                  <a:latin typeface="Calibri" pitchFamily="34"/>
                  <a:cs typeface="Calibri" pitchFamily="34"/>
                </a:rPr>
                <a:t>.</a:t>
              </a:r>
            </a:p>
          </p:txBody>
        </p:sp>
        <p:sp>
          <p:nvSpPr>
            <p:cNvPr id="80" name="Ovaal 86">
              <a:extLst>
                <a:ext uri="{FF2B5EF4-FFF2-40B4-BE49-F238E27FC236}">
                  <a16:creationId xmlns:a16="http://schemas.microsoft.com/office/drawing/2014/main" id="{5EEE3360-B520-92E0-AFB9-DF90A2D51104}"/>
                </a:ext>
              </a:extLst>
            </p:cNvPr>
            <p:cNvSpPr/>
            <p:nvPr/>
          </p:nvSpPr>
          <p:spPr>
            <a:xfrm>
              <a:off x="-3603586" y="2633938"/>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3</a:t>
              </a:r>
            </a:p>
          </p:txBody>
        </p:sp>
        <p:sp>
          <p:nvSpPr>
            <p:cNvPr id="81" name="Rechthoek 87">
              <a:extLst>
                <a:ext uri="{FF2B5EF4-FFF2-40B4-BE49-F238E27FC236}">
                  <a16:creationId xmlns:a16="http://schemas.microsoft.com/office/drawing/2014/main" id="{C4D39D96-B6D1-A0E1-843A-AE7C4D49D0DB}"/>
                </a:ext>
              </a:extLst>
            </p:cNvPr>
            <p:cNvSpPr/>
            <p:nvPr/>
          </p:nvSpPr>
          <p:spPr>
            <a:xfrm>
              <a:off x="-3319418" y="2633938"/>
              <a:ext cx="3126342" cy="462796"/>
            </a:xfrm>
            <a:prstGeom prst="rect">
              <a:avLst/>
            </a:prstGeom>
            <a:noFill/>
            <a:ln>
              <a:noFill/>
              <a:prstDash val="solid"/>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0" i="0" u="none" strike="noStrike" kern="0" cap="none" spc="0" baseline="0">
                  <a:solidFill>
                    <a:srgbClr val="000000"/>
                  </a:solidFill>
                  <a:uFillTx/>
                  <a:latin typeface="Calibri" pitchFamily="34"/>
                  <a:cs typeface="Calibri" pitchFamily="34"/>
                </a:rPr>
                <a:t>Click with the right mouse button on the thumbnail display of the slide on the left side </a:t>
              </a:r>
              <a:br>
                <a:rPr lang="en-GB" sz="1200" b="0" i="0" u="none" strike="noStrike" kern="0" cap="none" spc="0" baseline="0">
                  <a:solidFill>
                    <a:srgbClr val="000000"/>
                  </a:solidFill>
                  <a:uFillTx/>
                  <a:latin typeface="Calibri" pitchFamily="34"/>
                  <a:cs typeface="Calibri" pitchFamily="34"/>
                </a:rPr>
              </a:br>
              <a:r>
                <a:rPr lang="en-GB" sz="1200" b="0" i="0" u="none" strike="noStrike" kern="0" cap="none" spc="0" baseline="0">
                  <a:solidFill>
                    <a:srgbClr val="000000"/>
                  </a:solidFill>
                  <a:uFillTx/>
                  <a:latin typeface="Calibri" pitchFamily="34"/>
                  <a:cs typeface="Calibri" pitchFamily="34"/>
                </a:rPr>
                <a:t>of the screen and choose </a:t>
              </a:r>
              <a:r>
                <a:rPr lang="en-GB" sz="1200" b="1" i="0" u="none" strike="noStrike" kern="0" cap="none" spc="0" baseline="0">
                  <a:solidFill>
                    <a:srgbClr val="000000"/>
                  </a:solidFill>
                  <a:uFillTx/>
                  <a:latin typeface="Calibri" pitchFamily="34"/>
                  <a:cs typeface="Calibri" pitchFamily="34"/>
                </a:rPr>
                <a:t>‘Reset slide’</a:t>
              </a:r>
              <a:r>
                <a:rPr lang="en-GB" sz="1200" b="0" i="0" u="none" strike="noStrike" kern="0" cap="none" spc="0" baseline="0">
                  <a:solidFill>
                    <a:srgbClr val="000000"/>
                  </a:solidFill>
                  <a:uFillTx/>
                  <a:latin typeface="Calibri" pitchFamily="34"/>
                  <a:cs typeface="Calibri" pitchFamily="34"/>
                </a:rPr>
                <a:t>.</a:t>
              </a:r>
            </a:p>
          </p:txBody>
        </p:sp>
        <p:sp>
          <p:nvSpPr>
            <p:cNvPr id="82" name="Ovaal 88">
              <a:extLst>
                <a:ext uri="{FF2B5EF4-FFF2-40B4-BE49-F238E27FC236}">
                  <a16:creationId xmlns:a16="http://schemas.microsoft.com/office/drawing/2014/main" id="{727C0C3E-7769-439B-0AE9-A1AB47DA6397}"/>
                </a:ext>
              </a:extLst>
            </p:cNvPr>
            <p:cNvSpPr/>
            <p:nvPr/>
          </p:nvSpPr>
          <p:spPr>
            <a:xfrm>
              <a:off x="-3603586" y="4226365"/>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4</a:t>
              </a:r>
            </a:p>
          </p:txBody>
        </p:sp>
        <p:sp>
          <p:nvSpPr>
            <p:cNvPr id="83" name="Rechthoek 89">
              <a:extLst>
                <a:ext uri="{FF2B5EF4-FFF2-40B4-BE49-F238E27FC236}">
                  <a16:creationId xmlns:a16="http://schemas.microsoft.com/office/drawing/2014/main" id="{AEFE2BB9-529F-7158-4A67-E7E635EF9D6C}"/>
                </a:ext>
              </a:extLst>
            </p:cNvPr>
            <p:cNvSpPr/>
            <p:nvPr/>
          </p:nvSpPr>
          <p:spPr>
            <a:xfrm>
              <a:off x="-3319418" y="4226365"/>
              <a:ext cx="2944678" cy="820957"/>
            </a:xfrm>
            <a:prstGeom prst="rect">
              <a:avLst/>
            </a:prstGeom>
            <a:noFill/>
            <a:ln>
              <a:noFill/>
              <a:prstDash val="solid"/>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0" i="0" u="none" strike="noStrike" kern="0" cap="none" spc="0" baseline="0">
                  <a:solidFill>
                    <a:srgbClr val="000000"/>
                  </a:solidFill>
                  <a:uFillTx/>
                  <a:latin typeface="Calibri" pitchFamily="34"/>
                  <a:cs typeface="Calibri" pitchFamily="34"/>
                </a:rPr>
                <a:t>To scale or drag the image, go to the tab </a:t>
              </a:r>
              <a:r>
                <a:rPr lang="en-GB" sz="1200" b="1" i="0" u="none" strike="noStrike" kern="0" cap="none" spc="0" baseline="0">
                  <a:solidFill>
                    <a:srgbClr val="000000"/>
                  </a:solidFill>
                  <a:uFillTx/>
                  <a:latin typeface="Calibri" pitchFamily="34"/>
                  <a:cs typeface="Calibri" pitchFamily="34"/>
                </a:rPr>
                <a:t>‘Picture Tools - Format’</a:t>
              </a:r>
              <a:r>
                <a:rPr lang="en-GB" sz="1200" b="0" i="0" u="none" strike="noStrike" kern="0" cap="none" spc="0" baseline="0">
                  <a:solidFill>
                    <a:srgbClr val="000000"/>
                  </a:solidFill>
                  <a:uFillTx/>
                  <a:latin typeface="Calibri" pitchFamily="34"/>
                  <a:cs typeface="Calibri" pitchFamily="34"/>
                </a:rPr>
                <a:t> and click on</a:t>
              </a:r>
              <a:br>
                <a:rPr lang="en-GB" sz="1200" b="0" i="0" u="none" strike="noStrike" kern="0" cap="none" spc="0" baseline="0">
                  <a:solidFill>
                    <a:srgbClr val="000000"/>
                  </a:solidFill>
                  <a:uFillTx/>
                  <a:latin typeface="Calibri" pitchFamily="34"/>
                  <a:cs typeface="Calibri" pitchFamily="34"/>
                </a:rPr>
              </a:br>
              <a:r>
                <a:rPr lang="en-GB" sz="1200" b="0" i="0" u="none" strike="noStrike" kern="0" cap="none" spc="0" baseline="0">
                  <a:solidFill>
                    <a:srgbClr val="000000"/>
                  </a:solidFill>
                  <a:uFillTx/>
                  <a:latin typeface="Calibri" pitchFamily="34"/>
                  <a:cs typeface="Calibri" pitchFamily="34"/>
                </a:rPr>
                <a:t>the button </a:t>
              </a:r>
              <a:r>
                <a:rPr lang="en-GB" sz="1200" b="1" i="0" u="none" strike="noStrike" kern="0" cap="none" spc="0" baseline="0">
                  <a:solidFill>
                    <a:srgbClr val="000000"/>
                  </a:solidFill>
                  <a:uFillTx/>
                  <a:latin typeface="Calibri" pitchFamily="34"/>
                  <a:cs typeface="Calibri" pitchFamily="34"/>
                </a:rPr>
                <a:t>‘Crop’</a:t>
              </a:r>
              <a:r>
                <a:rPr lang="en-GB" sz="1200" b="0" i="0" u="none" strike="noStrike" kern="0" cap="none" spc="0" baseline="0">
                  <a:solidFill>
                    <a:srgbClr val="000000"/>
                  </a:solidFill>
                  <a:uFillTx/>
                  <a:latin typeface="Calibri" pitchFamily="34"/>
                  <a:cs typeface="Calibri" pitchFamily="34"/>
                </a:rPr>
                <a:t>. Scale the image itself with</a:t>
              </a:r>
              <a:br>
                <a:rPr lang="en-GB" sz="1200" b="0" i="0" u="none" strike="noStrike" kern="0" cap="none" spc="0" baseline="0">
                  <a:solidFill>
                    <a:srgbClr val="000000"/>
                  </a:solidFill>
                  <a:uFillTx/>
                  <a:latin typeface="Calibri" pitchFamily="34"/>
                  <a:cs typeface="Calibri" pitchFamily="34"/>
                </a:rPr>
              </a:br>
              <a:r>
                <a:rPr lang="en-GB" sz="1200" b="0" i="0" u="none" strike="noStrike" kern="0" cap="none" spc="0" baseline="0">
                  <a:solidFill>
                    <a:srgbClr val="000000"/>
                  </a:solidFill>
                  <a:uFillTx/>
                  <a:latin typeface="Calibri" pitchFamily="34"/>
                  <a:cs typeface="Calibri" pitchFamily="34"/>
                </a:rPr>
                <a:t>the spheres and scale the image frame with the brackets.</a:t>
              </a:r>
            </a:p>
          </p:txBody>
        </p:sp>
        <p:sp>
          <p:nvSpPr>
            <p:cNvPr id="84" name="Rechthoek 90">
              <a:extLst>
                <a:ext uri="{FF2B5EF4-FFF2-40B4-BE49-F238E27FC236}">
                  <a16:creationId xmlns:a16="http://schemas.microsoft.com/office/drawing/2014/main" id="{B4311386-16C1-B058-619F-E31A4A35DAB1}"/>
                </a:ext>
              </a:extLst>
            </p:cNvPr>
            <p:cNvSpPr/>
            <p:nvPr/>
          </p:nvSpPr>
          <p:spPr>
            <a:xfrm>
              <a:off x="-3316839" y="3200262"/>
              <a:ext cx="1239213" cy="719916"/>
            </a:xfrm>
            <a:prstGeom prst="rect">
              <a:avLst/>
            </a:prstGeom>
            <a:blipFill>
              <a:blip r:embed="rId4">
                <a:alphaModFix/>
              </a:blip>
              <a:tile/>
            </a:blipFill>
            <a:ln w="12701" cap="flat">
              <a:solidFill>
                <a:srgbClr val="D3D3D3"/>
              </a:solidFill>
              <a:prstDash val="solid"/>
              <a:miter/>
            </a:ln>
          </p:spPr>
          <p:txBody>
            <a:bodyPr vert="horz" wrap="square" lIns="71999"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0" i="1" u="none" strike="noStrike" kern="1200" cap="none" spc="0" baseline="0">
                <a:solidFill>
                  <a:srgbClr val="211F26"/>
                </a:solidFill>
                <a:uFillTx/>
                <a:latin typeface="Calibri" pitchFamily="34"/>
                <a:cs typeface="Calibri" pitchFamily="34"/>
              </a:endParaRPr>
            </a:p>
          </p:txBody>
        </p:sp>
        <p:grpSp>
          <p:nvGrpSpPr>
            <p:cNvPr id="85" name="Groep 91">
              <a:extLst>
                <a:ext uri="{FF2B5EF4-FFF2-40B4-BE49-F238E27FC236}">
                  <a16:creationId xmlns:a16="http://schemas.microsoft.com/office/drawing/2014/main" id="{76D39F94-F332-2646-41DD-EA5FE98638DF}"/>
                </a:ext>
              </a:extLst>
            </p:cNvPr>
            <p:cNvGrpSpPr/>
            <p:nvPr/>
          </p:nvGrpSpPr>
          <p:grpSpPr>
            <a:xfrm>
              <a:off x="-2485814" y="3479785"/>
              <a:ext cx="1222991" cy="563928"/>
              <a:chOff x="-2485814" y="3479785"/>
              <a:chExt cx="1222991" cy="563928"/>
            </a:xfrm>
          </p:grpSpPr>
          <p:sp>
            <p:nvSpPr>
              <p:cNvPr id="86" name="Rechthoek 130">
                <a:extLst>
                  <a:ext uri="{FF2B5EF4-FFF2-40B4-BE49-F238E27FC236}">
                    <a16:creationId xmlns:a16="http://schemas.microsoft.com/office/drawing/2014/main" id="{0522643B-6DCA-2FC5-6A34-1438E872C267}"/>
                  </a:ext>
                </a:extLst>
              </p:cNvPr>
              <p:cNvSpPr/>
              <p:nvPr/>
            </p:nvSpPr>
            <p:spPr>
              <a:xfrm>
                <a:off x="-2485814" y="3479785"/>
                <a:ext cx="1176476" cy="504849"/>
              </a:xfrm>
              <a:prstGeom prst="rect">
                <a:avLst/>
              </a:prstGeom>
              <a:solidFill>
                <a:srgbClr val="FFFFFF"/>
              </a:solidFill>
              <a:ln w="12701" cap="flat">
                <a:solidFill>
                  <a:srgbClr val="D1D1D1"/>
                </a:solidFill>
                <a:prstDash val="solid"/>
                <a:miter/>
              </a:ln>
            </p:spPr>
            <p:txBody>
              <a:bodyPr vert="horz" wrap="square" lIns="107999"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800" b="0" i="0" u="none" strike="noStrike" kern="1200" cap="none" spc="0" baseline="0">
                  <a:solidFill>
                    <a:srgbClr val="211F26"/>
                  </a:solidFill>
                  <a:uFillTx/>
                  <a:latin typeface="Calibri" pitchFamily="34"/>
                  <a:cs typeface="Calibri" pitchFamily="34"/>
                </a:endParaRPr>
              </a:p>
            </p:txBody>
          </p:sp>
          <p:sp>
            <p:nvSpPr>
              <p:cNvPr id="87" name="Rechthoek 131">
                <a:extLst>
                  <a:ext uri="{FF2B5EF4-FFF2-40B4-BE49-F238E27FC236}">
                    <a16:creationId xmlns:a16="http://schemas.microsoft.com/office/drawing/2014/main" id="{FF4C047F-A131-EE36-B578-53004539667E}"/>
                  </a:ext>
                </a:extLst>
              </p:cNvPr>
              <p:cNvSpPr/>
              <p:nvPr/>
            </p:nvSpPr>
            <p:spPr>
              <a:xfrm>
                <a:off x="-2479587" y="3733412"/>
                <a:ext cx="1164003" cy="246705"/>
              </a:xfrm>
              <a:prstGeom prst="rect">
                <a:avLst/>
              </a:prstGeom>
              <a:solidFill>
                <a:srgbClr val="FCE4DC"/>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nvGrpSpPr>
              <p:cNvPr id="88" name="Groep 132">
                <a:extLst>
                  <a:ext uri="{FF2B5EF4-FFF2-40B4-BE49-F238E27FC236}">
                    <a16:creationId xmlns:a16="http://schemas.microsoft.com/office/drawing/2014/main" id="{A7D0939D-1563-E217-9608-B68071EB431F}"/>
                  </a:ext>
                </a:extLst>
              </p:cNvPr>
              <p:cNvGrpSpPr/>
              <p:nvPr/>
            </p:nvGrpSpPr>
            <p:grpSpPr>
              <a:xfrm>
                <a:off x="-2403866" y="3541123"/>
                <a:ext cx="155950" cy="131920"/>
                <a:chOff x="-2403866" y="3541123"/>
                <a:chExt cx="155950" cy="131920"/>
              </a:xfrm>
            </p:grpSpPr>
            <p:sp>
              <p:nvSpPr>
                <p:cNvPr id="89" name="Rechthoek: afgeronde hoeken 145">
                  <a:extLst>
                    <a:ext uri="{FF2B5EF4-FFF2-40B4-BE49-F238E27FC236}">
                      <a16:creationId xmlns:a16="http://schemas.microsoft.com/office/drawing/2014/main" id="{06845B08-642D-AFB8-7A1A-AF030B0B4724}"/>
                    </a:ext>
                  </a:extLst>
                </p:cNvPr>
                <p:cNvSpPr/>
                <p:nvPr/>
              </p:nvSpPr>
              <p:spPr>
                <a:xfrm>
                  <a:off x="-2403866" y="3541123"/>
                  <a:ext cx="155950" cy="131920"/>
                </a:xfrm>
                <a:custGeom>
                  <a:avLst>
                    <a:gd name="f0" fmla="val 629"/>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FFFF"/>
                </a:solidFill>
                <a:ln w="12701" cap="flat">
                  <a:solidFill>
                    <a:srgbClr val="818181"/>
                  </a:solidFill>
                  <a:prstDash val="solid"/>
                  <a:miter/>
                </a:ln>
              </p:spPr>
              <p:txBody>
                <a:bodyPr vert="horz" wrap="square" lIns="107999"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800" b="0" i="0" u="none" strike="noStrike" kern="1200" cap="none" spc="0" baseline="0">
                    <a:solidFill>
                      <a:srgbClr val="211F26"/>
                    </a:solidFill>
                    <a:uFillTx/>
                    <a:latin typeface="Calibri" pitchFamily="34"/>
                    <a:cs typeface="Calibri" pitchFamily="34"/>
                  </a:endParaRPr>
                </a:p>
              </p:txBody>
            </p:sp>
            <p:sp>
              <p:nvSpPr>
                <p:cNvPr id="90" name="Rechthoek 146">
                  <a:extLst>
                    <a:ext uri="{FF2B5EF4-FFF2-40B4-BE49-F238E27FC236}">
                      <a16:creationId xmlns:a16="http://schemas.microsoft.com/office/drawing/2014/main" id="{CEAD2197-28E2-A717-6867-245F15054A36}"/>
                    </a:ext>
                  </a:extLst>
                </p:cNvPr>
                <p:cNvSpPr/>
                <p:nvPr/>
              </p:nvSpPr>
              <p:spPr>
                <a:xfrm>
                  <a:off x="-2382167" y="3559228"/>
                  <a:ext cx="117582" cy="16011"/>
                </a:xfrm>
                <a:prstGeom prst="rect">
                  <a:avLst/>
                </a:prstGeom>
                <a:solidFill>
                  <a:srgbClr val="D1D1D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91" name="Rechthoek 147">
                  <a:extLst>
                    <a:ext uri="{FF2B5EF4-FFF2-40B4-BE49-F238E27FC236}">
                      <a16:creationId xmlns:a16="http://schemas.microsoft.com/office/drawing/2014/main" id="{9A40A5F9-8131-99DB-2051-CDE85B614C87}"/>
                    </a:ext>
                  </a:extLst>
                </p:cNvPr>
                <p:cNvSpPr/>
                <p:nvPr/>
              </p:nvSpPr>
              <p:spPr>
                <a:xfrm>
                  <a:off x="-2382158" y="3586349"/>
                  <a:ext cx="45756" cy="69997"/>
                </a:xfrm>
                <a:prstGeom prst="rect">
                  <a:avLst/>
                </a:prstGeom>
                <a:solidFill>
                  <a:srgbClr val="D1D1D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92" name="Rechthoek 148">
                  <a:extLst>
                    <a:ext uri="{FF2B5EF4-FFF2-40B4-BE49-F238E27FC236}">
                      <a16:creationId xmlns:a16="http://schemas.microsoft.com/office/drawing/2014/main" id="{CD82C896-2068-C41C-033F-B702EC215163}"/>
                    </a:ext>
                  </a:extLst>
                </p:cNvPr>
                <p:cNvSpPr/>
                <p:nvPr/>
              </p:nvSpPr>
              <p:spPr>
                <a:xfrm>
                  <a:off x="-2322210" y="3590355"/>
                  <a:ext cx="52111" cy="8220"/>
                </a:xfrm>
                <a:prstGeom prst="rect">
                  <a:avLst/>
                </a:prstGeom>
                <a:solidFill>
                  <a:srgbClr val="B2B2B2"/>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93" name="Rechthoek 149">
                  <a:extLst>
                    <a:ext uri="{FF2B5EF4-FFF2-40B4-BE49-F238E27FC236}">
                      <a16:creationId xmlns:a16="http://schemas.microsoft.com/office/drawing/2014/main" id="{1D5C4B2E-662A-9FFA-9DB9-6A0E564957A7}"/>
                    </a:ext>
                  </a:extLst>
                </p:cNvPr>
                <p:cNvSpPr/>
                <p:nvPr/>
              </p:nvSpPr>
              <p:spPr>
                <a:xfrm>
                  <a:off x="-2322210" y="3618408"/>
                  <a:ext cx="26746" cy="8220"/>
                </a:xfrm>
                <a:prstGeom prst="rect">
                  <a:avLst/>
                </a:prstGeom>
                <a:solidFill>
                  <a:srgbClr val="B2B2B2"/>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94" name="Rechthoek 150">
                  <a:extLst>
                    <a:ext uri="{FF2B5EF4-FFF2-40B4-BE49-F238E27FC236}">
                      <a16:creationId xmlns:a16="http://schemas.microsoft.com/office/drawing/2014/main" id="{1EA5ADD2-E462-16BD-B619-A8C79E9237CB}"/>
                    </a:ext>
                  </a:extLst>
                </p:cNvPr>
                <p:cNvSpPr/>
                <p:nvPr/>
              </p:nvSpPr>
              <p:spPr>
                <a:xfrm>
                  <a:off x="-2322210" y="3646462"/>
                  <a:ext cx="26746" cy="8220"/>
                </a:xfrm>
                <a:prstGeom prst="rect">
                  <a:avLst/>
                </a:prstGeom>
                <a:solidFill>
                  <a:srgbClr val="B2B2B2"/>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grpSp>
            <p:nvGrpSpPr>
              <p:cNvPr id="95" name="Groep 133">
                <a:extLst>
                  <a:ext uri="{FF2B5EF4-FFF2-40B4-BE49-F238E27FC236}">
                    <a16:creationId xmlns:a16="http://schemas.microsoft.com/office/drawing/2014/main" id="{6123254E-48C0-200B-8EE0-538D1C8B6191}"/>
                  </a:ext>
                </a:extLst>
              </p:cNvPr>
              <p:cNvGrpSpPr/>
              <p:nvPr/>
            </p:nvGrpSpPr>
            <p:grpSpPr>
              <a:xfrm>
                <a:off x="-2423425" y="3770784"/>
                <a:ext cx="166741" cy="218962"/>
                <a:chOff x="-2423425" y="3770784"/>
                <a:chExt cx="166741" cy="218962"/>
              </a:xfrm>
            </p:grpSpPr>
            <p:grpSp>
              <p:nvGrpSpPr>
                <p:cNvPr id="96" name="Groep 137">
                  <a:extLst>
                    <a:ext uri="{FF2B5EF4-FFF2-40B4-BE49-F238E27FC236}">
                      <a16:creationId xmlns:a16="http://schemas.microsoft.com/office/drawing/2014/main" id="{763A7EB5-7911-1E99-CD43-DC81ACB02822}"/>
                    </a:ext>
                  </a:extLst>
                </p:cNvPr>
                <p:cNvGrpSpPr/>
                <p:nvPr/>
              </p:nvGrpSpPr>
              <p:grpSpPr>
                <a:xfrm>
                  <a:off x="-2400482" y="3792473"/>
                  <a:ext cx="143798" cy="121642"/>
                  <a:chOff x="-2400482" y="3792473"/>
                  <a:chExt cx="143798" cy="121642"/>
                </a:xfrm>
              </p:grpSpPr>
              <p:sp>
                <p:nvSpPr>
                  <p:cNvPr id="97" name="Rechthoek: afgeronde hoeken 139">
                    <a:extLst>
                      <a:ext uri="{FF2B5EF4-FFF2-40B4-BE49-F238E27FC236}">
                        <a16:creationId xmlns:a16="http://schemas.microsoft.com/office/drawing/2014/main" id="{EEA53B7F-505D-A855-7556-3BC64220BEFD}"/>
                      </a:ext>
                    </a:extLst>
                  </p:cNvPr>
                  <p:cNvSpPr/>
                  <p:nvPr/>
                </p:nvSpPr>
                <p:spPr>
                  <a:xfrm>
                    <a:off x="-2400482" y="3792473"/>
                    <a:ext cx="143798" cy="121642"/>
                  </a:xfrm>
                  <a:custGeom>
                    <a:avLst>
                      <a:gd name="f0" fmla="val 629"/>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FFFF"/>
                  </a:solidFill>
                  <a:ln w="12701" cap="flat">
                    <a:solidFill>
                      <a:srgbClr val="818181"/>
                    </a:solidFill>
                    <a:prstDash val="solid"/>
                    <a:miter/>
                  </a:ln>
                </p:spPr>
                <p:txBody>
                  <a:bodyPr vert="horz" wrap="square" lIns="107999"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800" b="0" i="0" u="none" strike="noStrike" kern="1200" cap="none" spc="0" baseline="0">
                      <a:solidFill>
                        <a:srgbClr val="211F26"/>
                      </a:solidFill>
                      <a:uFillTx/>
                      <a:latin typeface="Calibri" pitchFamily="34"/>
                      <a:cs typeface="Calibri" pitchFamily="34"/>
                    </a:endParaRPr>
                  </a:p>
                </p:txBody>
              </p:sp>
              <p:sp>
                <p:nvSpPr>
                  <p:cNvPr id="98" name="Rechthoek 140">
                    <a:extLst>
                      <a:ext uri="{FF2B5EF4-FFF2-40B4-BE49-F238E27FC236}">
                        <a16:creationId xmlns:a16="http://schemas.microsoft.com/office/drawing/2014/main" id="{BA4042C3-A31D-5A1A-16D5-1897A63B6A84}"/>
                      </a:ext>
                    </a:extLst>
                  </p:cNvPr>
                  <p:cNvSpPr/>
                  <p:nvPr/>
                </p:nvSpPr>
                <p:spPr>
                  <a:xfrm>
                    <a:off x="-2380466" y="3809170"/>
                    <a:ext cx="108420" cy="14767"/>
                  </a:xfrm>
                  <a:prstGeom prst="rect">
                    <a:avLst/>
                  </a:prstGeom>
                  <a:solidFill>
                    <a:srgbClr val="D1D1D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99" name="Rechthoek 141">
                    <a:extLst>
                      <a:ext uri="{FF2B5EF4-FFF2-40B4-BE49-F238E27FC236}">
                        <a16:creationId xmlns:a16="http://schemas.microsoft.com/office/drawing/2014/main" id="{5A5190E2-B8AE-CD64-8913-97D7B67FAFBB}"/>
                      </a:ext>
                    </a:extLst>
                  </p:cNvPr>
                  <p:cNvSpPr/>
                  <p:nvPr/>
                </p:nvSpPr>
                <p:spPr>
                  <a:xfrm>
                    <a:off x="-2380466" y="3834179"/>
                    <a:ext cx="42190" cy="64538"/>
                  </a:xfrm>
                  <a:prstGeom prst="rect">
                    <a:avLst/>
                  </a:prstGeom>
                  <a:solidFill>
                    <a:srgbClr val="D1D1D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100" name="Rechthoek 142">
                    <a:extLst>
                      <a:ext uri="{FF2B5EF4-FFF2-40B4-BE49-F238E27FC236}">
                        <a16:creationId xmlns:a16="http://schemas.microsoft.com/office/drawing/2014/main" id="{4E420A35-D7B9-E511-3D31-6ADECD6EF9AC}"/>
                      </a:ext>
                    </a:extLst>
                  </p:cNvPr>
                  <p:cNvSpPr/>
                  <p:nvPr/>
                </p:nvSpPr>
                <p:spPr>
                  <a:xfrm>
                    <a:off x="-2325182" y="3837873"/>
                    <a:ext cx="48051" cy="7580"/>
                  </a:xfrm>
                  <a:prstGeom prst="rect">
                    <a:avLst/>
                  </a:prstGeom>
                  <a:solidFill>
                    <a:srgbClr val="B2B2B2"/>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101" name="Rechthoek 143">
                    <a:extLst>
                      <a:ext uri="{FF2B5EF4-FFF2-40B4-BE49-F238E27FC236}">
                        <a16:creationId xmlns:a16="http://schemas.microsoft.com/office/drawing/2014/main" id="{4DE9D617-75DE-0793-C078-88CDAC69476D}"/>
                      </a:ext>
                    </a:extLst>
                  </p:cNvPr>
                  <p:cNvSpPr/>
                  <p:nvPr/>
                </p:nvSpPr>
                <p:spPr>
                  <a:xfrm>
                    <a:off x="-2325182" y="3863742"/>
                    <a:ext cx="24661" cy="7580"/>
                  </a:xfrm>
                  <a:prstGeom prst="rect">
                    <a:avLst/>
                  </a:prstGeom>
                  <a:solidFill>
                    <a:srgbClr val="B2B2B2"/>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102" name="Rechthoek 144">
                    <a:extLst>
                      <a:ext uri="{FF2B5EF4-FFF2-40B4-BE49-F238E27FC236}">
                        <a16:creationId xmlns:a16="http://schemas.microsoft.com/office/drawing/2014/main" id="{95F0DCD9-089C-737F-85C3-DCCD35C526F1}"/>
                      </a:ext>
                    </a:extLst>
                  </p:cNvPr>
                  <p:cNvSpPr/>
                  <p:nvPr/>
                </p:nvSpPr>
                <p:spPr>
                  <a:xfrm>
                    <a:off x="-2325182" y="3889610"/>
                    <a:ext cx="24661" cy="7580"/>
                  </a:xfrm>
                  <a:prstGeom prst="rect">
                    <a:avLst/>
                  </a:prstGeom>
                  <a:solidFill>
                    <a:srgbClr val="B2B2B2"/>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sp>
              <p:nvSpPr>
                <p:cNvPr id="103" name="Boog 138">
                  <a:extLst>
                    <a:ext uri="{FF2B5EF4-FFF2-40B4-BE49-F238E27FC236}">
                      <a16:creationId xmlns:a16="http://schemas.microsoft.com/office/drawing/2014/main" id="{F69F652C-F065-D0C3-6A63-9CA8CBFDF1F7}"/>
                    </a:ext>
                  </a:extLst>
                </p:cNvPr>
                <p:cNvSpPr/>
                <p:nvPr/>
              </p:nvSpPr>
              <p:spPr>
                <a:xfrm rot="17637085">
                  <a:off x="-2486866" y="3834225"/>
                  <a:ext cx="218962" cy="92080"/>
                </a:xfrm>
                <a:custGeom>
                  <a:avLst>
                    <a:gd name="f12" fmla="val 175"/>
                    <a:gd name="f13" fmla="val 292"/>
                  </a:avLst>
                  <a:gdLst>
                    <a:gd name="f2" fmla="val 10800000"/>
                    <a:gd name="f3" fmla="val 5400000"/>
                    <a:gd name="f4" fmla="val 16200000"/>
                    <a:gd name="f5" fmla="val 180"/>
                    <a:gd name="f6" fmla="val w"/>
                    <a:gd name="f7" fmla="val h"/>
                    <a:gd name="f8" fmla="val ss"/>
                    <a:gd name="f9" fmla="val 0"/>
                    <a:gd name="f10" fmla="*/ 5419351 1 1725033"/>
                    <a:gd name="f11" fmla="+- 0 0 1"/>
                    <a:gd name="f12" fmla="val 175"/>
                    <a:gd name="f13" fmla="val 292"/>
                    <a:gd name="f14" fmla="+- 0 0 -265"/>
                    <a:gd name="f15" fmla="+- 0 0 -234"/>
                    <a:gd name="f16" fmla="+- 0 0 -202"/>
                    <a:gd name="f17" fmla="abs f6"/>
                    <a:gd name="f18" fmla="abs f7"/>
                    <a:gd name="f19" fmla="abs f8"/>
                    <a:gd name="f20" fmla="val f9"/>
                    <a:gd name="f21" fmla="+- 0 0 f12"/>
                    <a:gd name="f22" fmla="+- 0 0 f13"/>
                    <a:gd name="f23" fmla="*/ f14 f2 1"/>
                    <a:gd name="f24" fmla="*/ f15 f2 1"/>
                    <a:gd name="f25" fmla="*/ f16 f2 1"/>
                    <a:gd name="f26" fmla="?: f17 f6 1"/>
                    <a:gd name="f27" fmla="?: f18 f7 1"/>
                    <a:gd name="f28" fmla="?: f19 f8 1"/>
                    <a:gd name="f29" fmla="*/ f21 f2 1"/>
                    <a:gd name="f30" fmla="*/ f22 f2 1"/>
                    <a:gd name="f31" fmla="*/ f23 1 f5"/>
                    <a:gd name="f32" fmla="*/ f24 1 f5"/>
                    <a:gd name="f33" fmla="*/ f25 1 f5"/>
                    <a:gd name="f34" fmla="*/ f26 1 21600"/>
                    <a:gd name="f35" fmla="*/ f27 1 21600"/>
                    <a:gd name="f36" fmla="*/ 21600 f26 1"/>
                    <a:gd name="f37" fmla="*/ 21600 f27 1"/>
                    <a:gd name="f38" fmla="*/ f29 1 f5"/>
                    <a:gd name="f39" fmla="*/ f30 1 f5"/>
                    <a:gd name="f40" fmla="+- f31 0 f3"/>
                    <a:gd name="f41" fmla="+- f32 0 f3"/>
                    <a:gd name="f42" fmla="+- f33 0 f3"/>
                    <a:gd name="f43" fmla="min f35 f34"/>
                    <a:gd name="f44" fmla="*/ f36 1 f28"/>
                    <a:gd name="f45" fmla="*/ f37 1 f28"/>
                    <a:gd name="f46" fmla="+- f38 0 f3"/>
                    <a:gd name="f47" fmla="+- f39 0 f3"/>
                    <a:gd name="f48" fmla="val f44"/>
                    <a:gd name="f49" fmla="val f45"/>
                    <a:gd name="f50" fmla="+- 0 0 f46"/>
                    <a:gd name="f51" fmla="+- 0 0 f47"/>
                    <a:gd name="f52" fmla="+- f49 0 f20"/>
                    <a:gd name="f53" fmla="+- f48 0 f20"/>
                    <a:gd name="f54" fmla="val f50"/>
                    <a:gd name="f55" fmla="val f51"/>
                    <a:gd name="f56" fmla="*/ f52 1 2"/>
                    <a:gd name="f57" fmla="*/ f53 1 2"/>
                    <a:gd name="f58" fmla="+- f55 0 f54"/>
                    <a:gd name="f59" fmla="+- f54 f3 0"/>
                    <a:gd name="f60" fmla="+- f55 f3 0"/>
                    <a:gd name="f61" fmla="+- 21600000 0 f54"/>
                    <a:gd name="f62" fmla="+- f3 0 f54"/>
                    <a:gd name="f63" fmla="+- 27000000 0 f54"/>
                    <a:gd name="f64" fmla="+- f2 0 f54"/>
                    <a:gd name="f65" fmla="+- 32400000 0 f54"/>
                    <a:gd name="f66" fmla="+- f4 0 f54"/>
                    <a:gd name="f67" fmla="+- 37800000 0 f54"/>
                    <a:gd name="f68" fmla="+- f20 f56 0"/>
                    <a:gd name="f69" fmla="+- f20 f57 0"/>
                    <a:gd name="f70" fmla="+- f58 21600000 0"/>
                    <a:gd name="f71" fmla="*/ f59 f10 1"/>
                    <a:gd name="f72" fmla="*/ f60 f10 1"/>
                    <a:gd name="f73" fmla="?: f62 f62 f63"/>
                    <a:gd name="f74" fmla="?: f64 f64 f65"/>
                    <a:gd name="f75" fmla="?: f66 f66 f67"/>
                    <a:gd name="f76" fmla="*/ f57 f43 1"/>
                    <a:gd name="f77" fmla="*/ f56 f43 1"/>
                    <a:gd name="f78" fmla="?: f58 f58 f70"/>
                    <a:gd name="f79" fmla="*/ f71 1 f2"/>
                    <a:gd name="f80" fmla="*/ f72 1 f2"/>
                    <a:gd name="f81" fmla="*/ f69 f43 1"/>
                    <a:gd name="f82" fmla="*/ f68 f43 1"/>
                    <a:gd name="f83" fmla="+- 0 0 f79"/>
                    <a:gd name="f84" fmla="+- 0 0 f80"/>
                    <a:gd name="f85" fmla="+- f78 0 f61"/>
                    <a:gd name="f86" fmla="+- f78 0 f73"/>
                    <a:gd name="f87" fmla="+- f78 0 f74"/>
                    <a:gd name="f88" fmla="+- f78 0 f75"/>
                    <a:gd name="f89" fmla="+- 0 0 f83"/>
                    <a:gd name="f90" fmla="+- 0 0 f84"/>
                    <a:gd name="f91" fmla="*/ f89 f2 1"/>
                    <a:gd name="f92" fmla="*/ f90 f2 1"/>
                    <a:gd name="f93" fmla="*/ f91 1 f10"/>
                    <a:gd name="f94" fmla="*/ f92 1 f10"/>
                    <a:gd name="f95" fmla="+- f93 0 f3"/>
                    <a:gd name="f96" fmla="+- f94 0 f3"/>
                    <a:gd name="f97" fmla="sin 1 f95"/>
                    <a:gd name="f98" fmla="cos 1 f95"/>
                    <a:gd name="f99" fmla="sin 1 f96"/>
                    <a:gd name="f100" fmla="cos 1 f96"/>
                    <a:gd name="f101" fmla="+- 0 0 f97"/>
                    <a:gd name="f102" fmla="+- 0 0 f98"/>
                    <a:gd name="f103" fmla="+- 0 0 f99"/>
                    <a:gd name="f104" fmla="+- 0 0 f100"/>
                    <a:gd name="f105" fmla="+- 0 0 f101"/>
                    <a:gd name="f106" fmla="+- 0 0 f102"/>
                    <a:gd name="f107" fmla="+- 0 0 f103"/>
                    <a:gd name="f108" fmla="+- 0 0 f104"/>
                    <a:gd name="f109" fmla="*/ f105 f57 1"/>
                    <a:gd name="f110" fmla="*/ f106 f56 1"/>
                    <a:gd name="f111" fmla="*/ f107 f57 1"/>
                    <a:gd name="f112" fmla="*/ f108 f56 1"/>
                    <a:gd name="f113" fmla="+- 0 0 f110"/>
                    <a:gd name="f114" fmla="+- 0 0 f109"/>
                    <a:gd name="f115" fmla="+- 0 0 f112"/>
                    <a:gd name="f116" fmla="+- 0 0 f111"/>
                    <a:gd name="f117" fmla="+- 0 0 f113"/>
                    <a:gd name="f118" fmla="+- 0 0 f114"/>
                    <a:gd name="f119" fmla="+- 0 0 f115"/>
                    <a:gd name="f120" fmla="+- 0 0 f116"/>
                    <a:gd name="f121" fmla="at2 f117 f118"/>
                    <a:gd name="f122" fmla="at2 f119 f120"/>
                    <a:gd name="f123" fmla="+- f121 f3 0"/>
                    <a:gd name="f124" fmla="+- f122 f3 0"/>
                    <a:gd name="f125" fmla="*/ f123 f10 1"/>
                    <a:gd name="f126" fmla="*/ f124 f10 1"/>
                    <a:gd name="f127" fmla="*/ f125 1 f2"/>
                    <a:gd name="f128" fmla="*/ f126 1 f2"/>
                    <a:gd name="f129" fmla="+- 0 0 f127"/>
                    <a:gd name="f130" fmla="+- 0 0 f128"/>
                    <a:gd name="f131" fmla="val f129"/>
                    <a:gd name="f132" fmla="val f130"/>
                    <a:gd name="f133" fmla="+- 0 0 f131"/>
                    <a:gd name="f134" fmla="+- 0 0 f132"/>
                    <a:gd name="f135" fmla="*/ f133 f2 1"/>
                    <a:gd name="f136" fmla="*/ f134 f2 1"/>
                    <a:gd name="f137" fmla="*/ f135 1 f10"/>
                    <a:gd name="f138" fmla="*/ f136 1 f10"/>
                    <a:gd name="f139" fmla="+- f137 0 f3"/>
                    <a:gd name="f140" fmla="+- f138 0 f3"/>
                    <a:gd name="f141" fmla="cos 1 f139"/>
                    <a:gd name="f142" fmla="sin 1 f139"/>
                    <a:gd name="f143" fmla="cos 1 f140"/>
                    <a:gd name="f144" fmla="sin 1 f140"/>
                    <a:gd name="f145" fmla="+- 0 0 f141"/>
                    <a:gd name="f146" fmla="+- 0 0 f142"/>
                    <a:gd name="f147" fmla="+- 0 0 f143"/>
                    <a:gd name="f148" fmla="+- 0 0 f144"/>
                    <a:gd name="f149" fmla="*/ f11 f145 1"/>
                    <a:gd name="f150" fmla="*/ f11 f146 1"/>
                    <a:gd name="f151" fmla="*/ f11 f147 1"/>
                    <a:gd name="f152" fmla="*/ f11 f148 1"/>
                    <a:gd name="f153" fmla="*/ f149 f57 1"/>
                    <a:gd name="f154" fmla="*/ f150 f56 1"/>
                    <a:gd name="f155" fmla="*/ f151 f57 1"/>
                    <a:gd name="f156" fmla="*/ f152 f56 1"/>
                    <a:gd name="f157" fmla="+- f69 f153 0"/>
                    <a:gd name="f158" fmla="+- f68 f154 0"/>
                    <a:gd name="f159" fmla="+- f69 f155 0"/>
                    <a:gd name="f160" fmla="+- f68 f156 0"/>
                    <a:gd name="f161" fmla="max f157 f159"/>
                    <a:gd name="f162" fmla="max f158 f160"/>
                    <a:gd name="f163" fmla="min f157 f159"/>
                    <a:gd name="f164" fmla="min f158 f160"/>
                    <a:gd name="f165" fmla="*/ f157 f43 1"/>
                    <a:gd name="f166" fmla="*/ f158 f43 1"/>
                    <a:gd name="f167" fmla="*/ f159 f43 1"/>
                    <a:gd name="f168" fmla="*/ f160 f43 1"/>
                    <a:gd name="f169" fmla="?: f85 f48 f161"/>
                    <a:gd name="f170" fmla="?: f86 f49 f162"/>
                    <a:gd name="f171" fmla="?: f87 f20 f163"/>
                    <a:gd name="f172" fmla="?: f88 f20 f164"/>
                    <a:gd name="f173" fmla="*/ f171 f43 1"/>
                    <a:gd name="f174" fmla="*/ f172 f43 1"/>
                    <a:gd name="f175" fmla="*/ f169 f43 1"/>
                    <a:gd name="f176" fmla="*/ f170 f43 1"/>
                  </a:gdLst>
                  <a:ahLst/>
                  <a:cxnLst>
                    <a:cxn ang="3cd4">
                      <a:pos x="hc" y="t"/>
                    </a:cxn>
                    <a:cxn ang="0">
                      <a:pos x="r" y="vc"/>
                    </a:cxn>
                    <a:cxn ang="cd4">
                      <a:pos x="hc" y="b"/>
                    </a:cxn>
                    <a:cxn ang="cd2">
                      <a:pos x="l" y="vc"/>
                    </a:cxn>
                    <a:cxn ang="f40">
                      <a:pos x="f165" y="f166"/>
                    </a:cxn>
                    <a:cxn ang="f41">
                      <a:pos x="f81" y="f82"/>
                    </a:cxn>
                    <a:cxn ang="f42">
                      <a:pos x="f167" y="f168"/>
                    </a:cxn>
                  </a:cxnLst>
                  <a:rect l="f173" t="f174" r="f175" b="f176"/>
                  <a:pathLst>
                    <a:path stroke="0">
                      <a:moveTo>
                        <a:pt x="f165" y="f166"/>
                      </a:moveTo>
                      <a:arcTo wR="f76" hR="f77" stAng="f54" swAng="f78"/>
                      <a:lnTo>
                        <a:pt x="f81" y="f82"/>
                      </a:lnTo>
                      <a:close/>
                    </a:path>
                    <a:path fill="none">
                      <a:moveTo>
                        <a:pt x="f165" y="f166"/>
                      </a:moveTo>
                      <a:arcTo wR="f76" hR="f77" stAng="f54" swAng="f78"/>
                    </a:path>
                  </a:pathLst>
                </a:custGeom>
                <a:noFill/>
                <a:ln w="19046" cap="flat">
                  <a:solidFill>
                    <a:srgbClr val="4D82B8"/>
                  </a:solidFill>
                  <a:prstDash val="solid"/>
                  <a:headEnd type="arrow"/>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2400" b="0" i="0" u="none" strike="noStrike" kern="1200" cap="none" spc="0" baseline="0">
                    <a:solidFill>
                      <a:srgbClr val="211F26"/>
                    </a:solidFill>
                    <a:uFillTx/>
                    <a:latin typeface="Calibri" pitchFamily="34"/>
                    <a:cs typeface="Calibri" pitchFamily="34"/>
                  </a:endParaRPr>
                </a:p>
              </p:txBody>
            </p:sp>
          </p:grpSp>
          <p:sp>
            <p:nvSpPr>
              <p:cNvPr id="104" name="Tekstvak 134">
                <a:extLst>
                  <a:ext uri="{FF2B5EF4-FFF2-40B4-BE49-F238E27FC236}">
                    <a16:creationId xmlns:a16="http://schemas.microsoft.com/office/drawing/2014/main" id="{3FF6E49B-8579-E579-450C-7B71680F87B3}"/>
                  </a:ext>
                </a:extLst>
              </p:cNvPr>
              <p:cNvSpPr txBox="1"/>
              <p:nvPr/>
            </p:nvSpPr>
            <p:spPr>
              <a:xfrm>
                <a:off x="-2245455" y="3541123"/>
                <a:ext cx="896112" cy="134709"/>
              </a:xfrm>
              <a:prstGeom prst="rect">
                <a:avLst/>
              </a:prstGeom>
              <a:noFill/>
              <a:ln>
                <a:noFill/>
              </a:ln>
            </p:spPr>
            <p:txBody>
              <a:bodyPr vert="horz" wrap="square" lIns="91440" tIns="45720" rIns="91440" bIns="45720" anchor="ctr" anchorCtr="0" compatLnSpc="1">
                <a:noAutofit/>
              </a:bodyPr>
              <a:lstStyle/>
              <a:p>
                <a:pPr marL="0" marR="0" lvl="0" indent="0" algn="l" defTabSz="1217514"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900" b="0" i="0" u="none" strike="noStrike" kern="1200" cap="none" spc="0" baseline="0">
                    <a:solidFill>
                      <a:srgbClr val="211F26"/>
                    </a:solidFill>
                    <a:uFillTx/>
                    <a:latin typeface="Calibri" pitchFamily="34"/>
                    <a:cs typeface="Calibri" pitchFamily="34"/>
                  </a:rPr>
                  <a:t>Layout</a:t>
                </a:r>
              </a:p>
            </p:txBody>
          </p:sp>
          <p:sp>
            <p:nvSpPr>
              <p:cNvPr id="105" name="Tekstvak 135">
                <a:extLst>
                  <a:ext uri="{FF2B5EF4-FFF2-40B4-BE49-F238E27FC236}">
                    <a16:creationId xmlns:a16="http://schemas.microsoft.com/office/drawing/2014/main" id="{AA1E805A-1022-BF71-D56A-F0BAB7120C9B}"/>
                  </a:ext>
                </a:extLst>
              </p:cNvPr>
              <p:cNvSpPr txBox="1"/>
              <p:nvPr/>
            </p:nvSpPr>
            <p:spPr>
              <a:xfrm>
                <a:off x="-2258888" y="3793552"/>
                <a:ext cx="909544" cy="126415"/>
              </a:xfrm>
              <a:prstGeom prst="rect">
                <a:avLst/>
              </a:prstGeom>
              <a:noFill/>
              <a:ln>
                <a:noFill/>
              </a:ln>
            </p:spPr>
            <p:txBody>
              <a:bodyPr vert="horz" wrap="square" lIns="91440" tIns="45720" rIns="91440" bIns="45720" anchor="ctr" anchorCtr="0" compatLnSpc="1">
                <a:noAutofit/>
              </a:bodyPr>
              <a:lstStyle/>
              <a:p>
                <a:pPr marL="0" marR="0" lvl="0" indent="0" algn="l" defTabSz="1217514"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900" b="0" i="0" u="none" strike="noStrike" kern="1200" cap="none" spc="0" baseline="0">
                    <a:solidFill>
                      <a:srgbClr val="211F26"/>
                    </a:solidFill>
                    <a:uFillTx/>
                    <a:latin typeface="Calibri" pitchFamily="34"/>
                    <a:cs typeface="Calibri" pitchFamily="34"/>
                  </a:rPr>
                  <a:t>Reset slide</a:t>
                </a:r>
              </a:p>
            </p:txBody>
          </p:sp>
          <p:sp>
            <p:nvSpPr>
              <p:cNvPr id="106" name="Vrije vorm: vorm 136">
                <a:extLst>
                  <a:ext uri="{FF2B5EF4-FFF2-40B4-BE49-F238E27FC236}">
                    <a16:creationId xmlns:a16="http://schemas.microsoft.com/office/drawing/2014/main" id="{9B0B2643-ECF1-0C6B-DDD0-3AC00232AD5E}"/>
                  </a:ext>
                </a:extLst>
              </p:cNvPr>
              <p:cNvSpPr/>
              <p:nvPr/>
            </p:nvSpPr>
            <p:spPr>
              <a:xfrm>
                <a:off x="-1360389" y="3863714"/>
                <a:ext cx="97566" cy="179999"/>
              </a:xfrm>
              <a:custGeom>
                <a:avLst/>
                <a:gdLst>
                  <a:gd name="f0" fmla="val 10800000"/>
                  <a:gd name="f1" fmla="val 5400000"/>
                  <a:gd name="f2" fmla="val 180"/>
                  <a:gd name="f3" fmla="val w"/>
                  <a:gd name="f4" fmla="val h"/>
                  <a:gd name="f5" fmla="val 0"/>
                  <a:gd name="f6" fmla="val 880280"/>
                  <a:gd name="f7" fmla="val 1624084"/>
                  <a:gd name="f8" fmla="val 1262418"/>
                  <a:gd name="f9" fmla="val 313898"/>
                  <a:gd name="f10" fmla="val 996287"/>
                  <a:gd name="f11" fmla="val 620973"/>
                  <a:gd name="f12" fmla="val 839337"/>
                  <a:gd name="f13" fmla="val 1480782"/>
                  <a:gd name="f14" fmla="val 498144"/>
                  <a:gd name="f15" fmla="val 900753"/>
                  <a:gd name="f16" fmla="val 893929"/>
                  <a:gd name="f17" fmla="+- 0 0 -90"/>
                  <a:gd name="f18" fmla="*/ f3 1 880280"/>
                  <a:gd name="f19" fmla="*/ f4 1 1624084"/>
                  <a:gd name="f20" fmla="val f5"/>
                  <a:gd name="f21" fmla="val f6"/>
                  <a:gd name="f22" fmla="val f7"/>
                  <a:gd name="f23" fmla="*/ f17 f0 1"/>
                  <a:gd name="f24" fmla="+- f22 0 f20"/>
                  <a:gd name="f25" fmla="+- f21 0 f20"/>
                  <a:gd name="f26" fmla="*/ f23 1 f2"/>
                  <a:gd name="f27" fmla="*/ f25 1 880280"/>
                  <a:gd name="f28" fmla="*/ f24 1 1624084"/>
                  <a:gd name="f29" fmla="*/ 0 f25 1"/>
                  <a:gd name="f30" fmla="*/ 0 f24 1"/>
                  <a:gd name="f31" fmla="*/ 1262418 f24 1"/>
                  <a:gd name="f32" fmla="*/ 620973 f25 1"/>
                  <a:gd name="f33" fmla="*/ 1624084 f24 1"/>
                  <a:gd name="f34" fmla="*/ 839337 f25 1"/>
                  <a:gd name="f35" fmla="*/ 1480782 f24 1"/>
                  <a:gd name="f36" fmla="*/ 900753 f24 1"/>
                  <a:gd name="f37" fmla="*/ 880280 f25 1"/>
                  <a:gd name="f38" fmla="*/ 893929 f24 1"/>
                  <a:gd name="f39" fmla="*/ 313898 f25 1"/>
                  <a:gd name="f40" fmla="*/ 996287 f24 1"/>
                  <a:gd name="f41" fmla="*/ 498144 f25 1"/>
                  <a:gd name="f42" fmla="+- f26 0 f1"/>
                  <a:gd name="f43" fmla="*/ f29 1 880280"/>
                  <a:gd name="f44" fmla="*/ f30 1 1624084"/>
                  <a:gd name="f45" fmla="*/ f31 1 1624084"/>
                  <a:gd name="f46" fmla="*/ f32 1 880280"/>
                  <a:gd name="f47" fmla="*/ f33 1 1624084"/>
                  <a:gd name="f48" fmla="*/ f34 1 880280"/>
                  <a:gd name="f49" fmla="*/ f35 1 1624084"/>
                  <a:gd name="f50" fmla="*/ f36 1 1624084"/>
                  <a:gd name="f51" fmla="*/ f37 1 880280"/>
                  <a:gd name="f52" fmla="*/ f38 1 1624084"/>
                  <a:gd name="f53" fmla="*/ f39 1 880280"/>
                  <a:gd name="f54" fmla="*/ f40 1 1624084"/>
                  <a:gd name="f55" fmla="*/ f41 1 880280"/>
                  <a:gd name="f56" fmla="*/ f20 1 f27"/>
                  <a:gd name="f57" fmla="*/ f21 1 f27"/>
                  <a:gd name="f58" fmla="*/ f20 1 f28"/>
                  <a:gd name="f59" fmla="*/ f22 1 f28"/>
                  <a:gd name="f60" fmla="*/ f43 1 f27"/>
                  <a:gd name="f61" fmla="*/ f44 1 f28"/>
                  <a:gd name="f62" fmla="*/ f45 1 f28"/>
                  <a:gd name="f63" fmla="*/ f53 1 f27"/>
                  <a:gd name="f64" fmla="*/ f54 1 f28"/>
                  <a:gd name="f65" fmla="*/ f46 1 f27"/>
                  <a:gd name="f66" fmla="*/ f47 1 f28"/>
                  <a:gd name="f67" fmla="*/ f48 1 f27"/>
                  <a:gd name="f68" fmla="*/ f49 1 f28"/>
                  <a:gd name="f69" fmla="*/ f55 1 f27"/>
                  <a:gd name="f70" fmla="*/ f50 1 f28"/>
                  <a:gd name="f71" fmla="*/ f51 1 f27"/>
                  <a:gd name="f72" fmla="*/ f52 1 f28"/>
                  <a:gd name="f73" fmla="*/ f56 f18 1"/>
                  <a:gd name="f74" fmla="*/ f57 f18 1"/>
                  <a:gd name="f75" fmla="*/ f59 f19 1"/>
                  <a:gd name="f76" fmla="*/ f58 f19 1"/>
                  <a:gd name="f77" fmla="*/ f60 f18 1"/>
                  <a:gd name="f78" fmla="*/ f61 f19 1"/>
                  <a:gd name="f79" fmla="*/ f62 f19 1"/>
                  <a:gd name="f80" fmla="*/ f63 f18 1"/>
                  <a:gd name="f81" fmla="*/ f64 f19 1"/>
                  <a:gd name="f82" fmla="*/ f65 f18 1"/>
                  <a:gd name="f83" fmla="*/ f66 f19 1"/>
                  <a:gd name="f84" fmla="*/ f67 f18 1"/>
                  <a:gd name="f85" fmla="*/ f68 f19 1"/>
                  <a:gd name="f86" fmla="*/ f69 f18 1"/>
                  <a:gd name="f87" fmla="*/ f70 f19 1"/>
                  <a:gd name="f88" fmla="*/ f71 f18 1"/>
                  <a:gd name="f89" fmla="*/ f72 f19 1"/>
                </a:gdLst>
                <a:ahLst/>
                <a:cxnLst>
                  <a:cxn ang="3cd4">
                    <a:pos x="hc" y="t"/>
                  </a:cxn>
                  <a:cxn ang="0">
                    <a:pos x="r" y="vc"/>
                  </a:cxn>
                  <a:cxn ang="cd4">
                    <a:pos x="hc" y="b"/>
                  </a:cxn>
                  <a:cxn ang="cd2">
                    <a:pos x="l" y="vc"/>
                  </a:cxn>
                  <a:cxn ang="f42">
                    <a:pos x="f77" y="f78"/>
                  </a:cxn>
                  <a:cxn ang="f42">
                    <a:pos x="f77" y="f79"/>
                  </a:cxn>
                  <a:cxn ang="f42">
                    <a:pos x="f80" y="f81"/>
                  </a:cxn>
                  <a:cxn ang="f42">
                    <a:pos x="f82" y="f83"/>
                  </a:cxn>
                  <a:cxn ang="f42">
                    <a:pos x="f84" y="f85"/>
                  </a:cxn>
                  <a:cxn ang="f42">
                    <a:pos x="f86" y="f87"/>
                  </a:cxn>
                  <a:cxn ang="f42">
                    <a:pos x="f88" y="f89"/>
                  </a:cxn>
                  <a:cxn ang="f42">
                    <a:pos x="f77" y="f78"/>
                  </a:cxn>
                </a:cxnLst>
                <a:rect l="f73" t="f76" r="f74" b="f75"/>
                <a:pathLst>
                  <a:path w="880280" h="1624084">
                    <a:moveTo>
                      <a:pt x="f5" y="f5"/>
                    </a:moveTo>
                    <a:lnTo>
                      <a:pt x="f5" y="f8"/>
                    </a:lnTo>
                    <a:lnTo>
                      <a:pt x="f9" y="f10"/>
                    </a:lnTo>
                    <a:lnTo>
                      <a:pt x="f11" y="f7"/>
                    </a:lnTo>
                    <a:lnTo>
                      <a:pt x="f12" y="f13"/>
                    </a:lnTo>
                    <a:lnTo>
                      <a:pt x="f14" y="f15"/>
                    </a:lnTo>
                    <a:lnTo>
                      <a:pt x="f6" y="f16"/>
                    </a:lnTo>
                    <a:lnTo>
                      <a:pt x="f5" y="f5"/>
                    </a:lnTo>
                    <a:close/>
                  </a:path>
                </a:pathLst>
              </a:custGeom>
              <a:solidFill>
                <a:srgbClr val="FFFFFF"/>
              </a:solidFill>
              <a:ln w="12701" cap="flat">
                <a:solidFill>
                  <a:srgbClr val="000000"/>
                </a:solidFill>
                <a:prstDash val="solid"/>
                <a:miter/>
              </a:ln>
            </p:spPr>
            <p:txBody>
              <a:bodyPr vert="horz" wrap="square" lIns="179999" tIns="179999" rIns="179999" bIns="179999"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1600" b="0" i="0" u="none" strike="noStrike" kern="1200" cap="all" spc="0" baseline="0">
                  <a:solidFill>
                    <a:srgbClr val="FFFFFF"/>
                  </a:solidFill>
                  <a:uFillTx/>
                  <a:latin typeface="Calibri" pitchFamily="34"/>
                  <a:cs typeface="Calibri" pitchFamily="34"/>
                </a:endParaRPr>
              </a:p>
            </p:txBody>
          </p:sp>
        </p:grpSp>
        <p:grpSp>
          <p:nvGrpSpPr>
            <p:cNvPr id="107" name="Groep 92">
              <a:extLst>
                <a:ext uri="{FF2B5EF4-FFF2-40B4-BE49-F238E27FC236}">
                  <a16:creationId xmlns:a16="http://schemas.microsoft.com/office/drawing/2014/main" id="{3F5AED1B-A970-5AF1-8CD5-335E19548906}"/>
                </a:ext>
              </a:extLst>
            </p:cNvPr>
            <p:cNvGrpSpPr/>
            <p:nvPr/>
          </p:nvGrpSpPr>
          <p:grpSpPr>
            <a:xfrm>
              <a:off x="-3786164" y="5680655"/>
              <a:ext cx="3693380" cy="959690"/>
              <a:chOff x="-3786164" y="5680655"/>
              <a:chExt cx="3693380" cy="959690"/>
            </a:xfrm>
          </p:grpSpPr>
          <p:sp>
            <p:nvSpPr>
              <p:cNvPr id="108" name="Rechthoek 120">
                <a:extLst>
                  <a:ext uri="{FF2B5EF4-FFF2-40B4-BE49-F238E27FC236}">
                    <a16:creationId xmlns:a16="http://schemas.microsoft.com/office/drawing/2014/main" id="{260BD601-9A51-78FD-9C0A-F922BE95205E}"/>
                  </a:ext>
                </a:extLst>
              </p:cNvPr>
              <p:cNvSpPr/>
              <p:nvPr/>
            </p:nvSpPr>
            <p:spPr>
              <a:xfrm>
                <a:off x="-3786164" y="5812347"/>
                <a:ext cx="3593637" cy="827998"/>
              </a:xfrm>
              <a:prstGeom prst="rect">
                <a:avLst/>
              </a:prstGeom>
              <a:solidFill>
                <a:srgbClr val="ECECEC"/>
              </a:solidFill>
              <a:ln w="6345" cap="flat">
                <a:solidFill>
                  <a:srgbClr val="ECECEC"/>
                </a:solidFill>
                <a:prstDash val="solid"/>
                <a:miter/>
              </a:ln>
            </p:spPr>
            <p:txBody>
              <a:bodyPr vert="horz" wrap="square" lIns="179999" tIns="143999" rIns="179999" bIns="143999"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1" i="0" u="none" strike="noStrike" kern="1200" cap="all" spc="0" baseline="0">
                    <a:solidFill>
                      <a:srgbClr val="211F26"/>
                    </a:solidFill>
                    <a:uFillTx/>
                    <a:latin typeface="Calibri" pitchFamily="34"/>
                    <a:cs typeface="Calibri" pitchFamily="34"/>
                  </a:rPr>
                  <a:t>Want to know more?</a:t>
                </a:r>
                <a:br>
                  <a:rPr lang="en-GB" sz="1200" b="1" i="0" u="none" strike="noStrike" kern="1200" cap="all" spc="0" baseline="0">
                    <a:solidFill>
                      <a:srgbClr val="211F26"/>
                    </a:solidFill>
                    <a:uFillTx/>
                    <a:latin typeface="Calibri" pitchFamily="34"/>
                    <a:cs typeface="Calibri" pitchFamily="34"/>
                  </a:rPr>
                </a:br>
                <a:r>
                  <a:rPr lang="en-GB" sz="1200" b="0" i="0" u="none" strike="noStrike" kern="1200" cap="none" spc="0" baseline="0">
                    <a:solidFill>
                      <a:srgbClr val="211F26"/>
                    </a:solidFill>
                    <a:uFillTx/>
                    <a:latin typeface="Calibri" pitchFamily="34"/>
                    <a:cs typeface="Calibri" pitchFamily="34"/>
                  </a:rPr>
                  <a:t>Go to the tab</a:t>
                </a:r>
                <a:r>
                  <a:rPr lang="en-GB" sz="1200" b="1" i="0" u="none" strike="noStrike" kern="1200" cap="all" spc="0" baseline="0">
                    <a:solidFill>
                      <a:srgbClr val="211F26"/>
                    </a:solidFill>
                    <a:uFillTx/>
                    <a:latin typeface="Calibri" pitchFamily="34"/>
                    <a:cs typeface="Calibri" pitchFamily="34"/>
                  </a:rPr>
                  <a:t> 'SLIDEBUILDER’ </a:t>
                </a:r>
                <a:r>
                  <a:rPr lang="en-GB" sz="1200" b="0" i="0" u="none" strike="noStrike" kern="1200" cap="none" spc="0" baseline="0">
                    <a:solidFill>
                      <a:srgbClr val="211F26"/>
                    </a:solidFill>
                    <a:uFillTx/>
                    <a:latin typeface="Calibri" pitchFamily="34"/>
                    <a:cs typeface="Calibri" pitchFamily="34"/>
                  </a:rPr>
                  <a:t>and click</a:t>
                </a:r>
                <a:br>
                  <a:rPr lang="en-GB" sz="1200" b="0" i="0" u="none" strike="noStrike" kern="1200" cap="none" spc="0" baseline="0">
                    <a:solidFill>
                      <a:srgbClr val="211F26"/>
                    </a:solidFill>
                    <a:uFillTx/>
                    <a:latin typeface="Calibri" pitchFamily="34"/>
                    <a:cs typeface="Calibri" pitchFamily="34"/>
                  </a:rPr>
                </a:br>
                <a:r>
                  <a:rPr lang="en-GB" sz="1200" b="0" i="0" u="none" strike="noStrike" kern="1200" cap="none" spc="0" baseline="0">
                    <a:solidFill>
                      <a:srgbClr val="211F26"/>
                    </a:solidFill>
                    <a:uFillTx/>
                    <a:latin typeface="Calibri" pitchFamily="34"/>
                    <a:cs typeface="Calibri" pitchFamily="34"/>
                  </a:rPr>
                  <a:t>on the button </a:t>
                </a:r>
                <a:r>
                  <a:rPr lang="en-GB" sz="1200" b="1" i="0" u="none" strike="noStrike" kern="1200" cap="all" spc="0" baseline="0">
                    <a:solidFill>
                      <a:srgbClr val="211F26"/>
                    </a:solidFill>
                    <a:uFillTx/>
                    <a:latin typeface="Calibri" pitchFamily="34"/>
                    <a:cs typeface="Calibri" pitchFamily="34"/>
                  </a:rPr>
                  <a:t>‘Inspiration'</a:t>
                </a:r>
              </a:p>
            </p:txBody>
          </p:sp>
          <p:grpSp>
            <p:nvGrpSpPr>
              <p:cNvPr id="109" name="ICOON_info">
                <a:extLst>
                  <a:ext uri="{FF2B5EF4-FFF2-40B4-BE49-F238E27FC236}">
                    <a16:creationId xmlns:a16="http://schemas.microsoft.com/office/drawing/2014/main" id="{8861FDD3-C62D-8E1C-AC20-AB45909C5EE0}"/>
                  </a:ext>
                </a:extLst>
              </p:cNvPr>
              <p:cNvGrpSpPr/>
              <p:nvPr/>
            </p:nvGrpSpPr>
            <p:grpSpPr>
              <a:xfrm>
                <a:off x="-376467" y="5680655"/>
                <a:ext cx="283683" cy="283683"/>
                <a:chOff x="-376467" y="5680655"/>
                <a:chExt cx="283683" cy="283683"/>
              </a:xfrm>
            </p:grpSpPr>
            <p:sp>
              <p:nvSpPr>
                <p:cNvPr id="110" name="Ovaal 128">
                  <a:extLst>
                    <a:ext uri="{FF2B5EF4-FFF2-40B4-BE49-F238E27FC236}">
                      <a16:creationId xmlns:a16="http://schemas.microsoft.com/office/drawing/2014/main" id="{AC780378-973F-655E-F1F7-C363ECE44E01}"/>
                    </a:ext>
                  </a:extLst>
                </p:cNvPr>
                <p:cNvSpPr/>
                <p:nvPr/>
              </p:nvSpPr>
              <p:spPr>
                <a:xfrm>
                  <a:off x="-356433" y="5700113"/>
                  <a:ext cx="244748" cy="244748"/>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211F26"/>
                </a:solidFill>
                <a:ln>
                  <a:noFill/>
                  <a:prstDash val="solid"/>
                </a:ln>
              </p:spPr>
              <p:txBody>
                <a:bodyPr vert="horz" wrap="square" lIns="179999" tIns="179999" rIns="179999" bIns="179999"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1600" b="0" i="0" u="none" strike="noStrike" kern="1200" cap="all" spc="0" baseline="0">
                    <a:solidFill>
                      <a:srgbClr val="FFFFFF"/>
                    </a:solidFill>
                    <a:uFillTx/>
                    <a:latin typeface="Calibri" pitchFamily="34"/>
                    <a:cs typeface="Calibri" pitchFamily="34"/>
                  </a:endParaRPr>
                </a:p>
              </p:txBody>
            </p:sp>
            <p:sp>
              <p:nvSpPr>
                <p:cNvPr id="111" name="Graphic 163" descr="Informatie">
                  <a:extLst>
                    <a:ext uri="{FF2B5EF4-FFF2-40B4-BE49-F238E27FC236}">
                      <a16:creationId xmlns:a16="http://schemas.microsoft.com/office/drawing/2014/main" id="{C13DFA27-B649-801A-0FF6-2657A632B3E7}"/>
                    </a:ext>
                  </a:extLst>
                </p:cNvPr>
                <p:cNvSpPr/>
                <p:nvPr/>
              </p:nvSpPr>
              <p:spPr>
                <a:xfrm>
                  <a:off x="-376467" y="5680655"/>
                  <a:ext cx="283683" cy="283683"/>
                </a:xfrm>
                <a:custGeom>
                  <a:avLst/>
                  <a:gdLst>
                    <a:gd name="f0" fmla="val 10800000"/>
                    <a:gd name="f1" fmla="val 5400000"/>
                    <a:gd name="f2" fmla="val 180"/>
                    <a:gd name="f3" fmla="val w"/>
                    <a:gd name="f4" fmla="val h"/>
                    <a:gd name="f5" fmla="val 0"/>
                    <a:gd name="f6" fmla="val 291719"/>
                    <a:gd name="f7" fmla="val 145860"/>
                    <a:gd name="f8" fmla="val 65253"/>
                    <a:gd name="f9" fmla="val 226467"/>
                    <a:gd name="f10" fmla="val 291720"/>
                    <a:gd name="f11" fmla="val 138183"/>
                    <a:gd name="f12" fmla="val 38384"/>
                    <a:gd name="f13" fmla="val 148931"/>
                    <a:gd name="f14" fmla="val 157375"/>
                    <a:gd name="f15" fmla="val 46829"/>
                    <a:gd name="f16" fmla="val 57576"/>
                    <a:gd name="f17" fmla="val 68324"/>
                    <a:gd name="f18" fmla="val 76768"/>
                    <a:gd name="f19" fmla="val 127435"/>
                    <a:gd name="f20" fmla="val 118991"/>
                    <a:gd name="f21" fmla="val 184244"/>
                    <a:gd name="f22" fmla="val 253336"/>
                    <a:gd name="f23" fmla="val 107476"/>
                    <a:gd name="f24" fmla="val 230305"/>
                    <a:gd name="f25" fmla="val 134345"/>
                    <a:gd name="f26" fmla="val 115153"/>
                    <a:gd name="f27" fmla="val 111314"/>
                    <a:gd name="f28" fmla="val 92122"/>
                    <a:gd name="f29" fmla="+- 0 0 -90"/>
                    <a:gd name="f30" fmla="*/ f3 1 291719"/>
                    <a:gd name="f31" fmla="*/ f4 1 291719"/>
                    <a:gd name="f32" fmla="val f5"/>
                    <a:gd name="f33" fmla="val f6"/>
                    <a:gd name="f34" fmla="*/ f29 f0 1"/>
                    <a:gd name="f35" fmla="+- f33 0 f32"/>
                    <a:gd name="f36" fmla="*/ f34 1 f2"/>
                    <a:gd name="f37" fmla="*/ f35 1 291719"/>
                    <a:gd name="f38" fmla="*/ 145860 f35 1"/>
                    <a:gd name="f39" fmla="*/ 0 f35 1"/>
                    <a:gd name="f40" fmla="*/ 291720 f35 1"/>
                    <a:gd name="f41" fmla="*/ 138183 f35 1"/>
                    <a:gd name="f42" fmla="*/ 38384 f35 1"/>
                    <a:gd name="f43" fmla="*/ 157375 f35 1"/>
                    <a:gd name="f44" fmla="*/ 57576 f35 1"/>
                    <a:gd name="f45" fmla="*/ 76768 f35 1"/>
                    <a:gd name="f46" fmla="*/ 118991 f35 1"/>
                    <a:gd name="f47" fmla="*/ 184244 f35 1"/>
                    <a:gd name="f48" fmla="*/ 253336 f35 1"/>
                    <a:gd name="f49" fmla="*/ 107476 f35 1"/>
                    <a:gd name="f50" fmla="*/ 230305 f35 1"/>
                    <a:gd name="f51" fmla="*/ 134345 f35 1"/>
                    <a:gd name="f52" fmla="*/ 115153 f35 1"/>
                    <a:gd name="f53" fmla="*/ 111314 f35 1"/>
                    <a:gd name="f54" fmla="*/ 92122 f35 1"/>
                    <a:gd name="f55" fmla="+- f36 0 f1"/>
                    <a:gd name="f56" fmla="*/ f38 1 291719"/>
                    <a:gd name="f57" fmla="*/ f39 1 291719"/>
                    <a:gd name="f58" fmla="*/ f40 1 291719"/>
                    <a:gd name="f59" fmla="*/ f41 1 291719"/>
                    <a:gd name="f60" fmla="*/ f42 1 291719"/>
                    <a:gd name="f61" fmla="*/ f43 1 291719"/>
                    <a:gd name="f62" fmla="*/ f44 1 291719"/>
                    <a:gd name="f63" fmla="*/ f45 1 291719"/>
                    <a:gd name="f64" fmla="*/ f46 1 291719"/>
                    <a:gd name="f65" fmla="*/ f47 1 291719"/>
                    <a:gd name="f66" fmla="*/ f48 1 291719"/>
                    <a:gd name="f67" fmla="*/ f49 1 291719"/>
                    <a:gd name="f68" fmla="*/ f50 1 291719"/>
                    <a:gd name="f69" fmla="*/ f51 1 291719"/>
                    <a:gd name="f70" fmla="*/ f52 1 291719"/>
                    <a:gd name="f71" fmla="*/ f53 1 291719"/>
                    <a:gd name="f72" fmla="*/ f54 1 291719"/>
                    <a:gd name="f73" fmla="*/ f32 1 f37"/>
                    <a:gd name="f74" fmla="*/ f33 1 f37"/>
                    <a:gd name="f75" fmla="*/ f56 1 f37"/>
                    <a:gd name="f76" fmla="*/ f57 1 f37"/>
                    <a:gd name="f77" fmla="*/ f58 1 f37"/>
                    <a:gd name="f78" fmla="*/ f59 1 f37"/>
                    <a:gd name="f79" fmla="*/ f60 1 f37"/>
                    <a:gd name="f80" fmla="*/ f61 1 f37"/>
                    <a:gd name="f81" fmla="*/ f62 1 f37"/>
                    <a:gd name="f82" fmla="*/ f63 1 f37"/>
                    <a:gd name="f83" fmla="*/ f64 1 f37"/>
                    <a:gd name="f84" fmla="*/ f65 1 f37"/>
                    <a:gd name="f85" fmla="*/ f66 1 f37"/>
                    <a:gd name="f86" fmla="*/ f67 1 f37"/>
                    <a:gd name="f87" fmla="*/ f68 1 f37"/>
                    <a:gd name="f88" fmla="*/ f69 1 f37"/>
                    <a:gd name="f89" fmla="*/ f70 1 f37"/>
                    <a:gd name="f90" fmla="*/ f71 1 f37"/>
                    <a:gd name="f91" fmla="*/ f72 1 f37"/>
                    <a:gd name="f92" fmla="*/ f73 f30 1"/>
                    <a:gd name="f93" fmla="*/ f74 f30 1"/>
                    <a:gd name="f94" fmla="*/ f74 f31 1"/>
                    <a:gd name="f95" fmla="*/ f73 f31 1"/>
                    <a:gd name="f96" fmla="*/ f75 f30 1"/>
                    <a:gd name="f97" fmla="*/ f76 f31 1"/>
                    <a:gd name="f98" fmla="*/ f76 f30 1"/>
                    <a:gd name="f99" fmla="*/ f75 f31 1"/>
                    <a:gd name="f100" fmla="*/ f77 f31 1"/>
                    <a:gd name="f101" fmla="*/ f77 f30 1"/>
                    <a:gd name="f102" fmla="*/ f78 f30 1"/>
                    <a:gd name="f103" fmla="*/ f79 f31 1"/>
                    <a:gd name="f104" fmla="*/ f80 f30 1"/>
                    <a:gd name="f105" fmla="*/ f81 f31 1"/>
                    <a:gd name="f106" fmla="*/ f82 f31 1"/>
                    <a:gd name="f107" fmla="*/ f83 f30 1"/>
                    <a:gd name="f108" fmla="*/ f84 f30 1"/>
                    <a:gd name="f109" fmla="*/ f85 f31 1"/>
                    <a:gd name="f110" fmla="*/ f86 f30 1"/>
                    <a:gd name="f111" fmla="*/ f87 f31 1"/>
                    <a:gd name="f112" fmla="*/ f88 f30 1"/>
                    <a:gd name="f113" fmla="*/ f89 f31 1"/>
                    <a:gd name="f114" fmla="*/ f90 f30 1"/>
                    <a:gd name="f115" fmla="*/ f91 f31 1"/>
                  </a:gdLst>
                  <a:ahLst/>
                  <a:cxnLst>
                    <a:cxn ang="3cd4">
                      <a:pos x="hc" y="t"/>
                    </a:cxn>
                    <a:cxn ang="0">
                      <a:pos x="r" y="vc"/>
                    </a:cxn>
                    <a:cxn ang="cd4">
                      <a:pos x="hc" y="b"/>
                    </a:cxn>
                    <a:cxn ang="cd2">
                      <a:pos x="l" y="vc"/>
                    </a:cxn>
                    <a:cxn ang="f55">
                      <a:pos x="f96" y="f97"/>
                    </a:cxn>
                    <a:cxn ang="f55">
                      <a:pos x="f98" y="f99"/>
                    </a:cxn>
                    <a:cxn ang="f55">
                      <a:pos x="f96" y="f100"/>
                    </a:cxn>
                    <a:cxn ang="f55">
                      <a:pos x="f101" y="f99"/>
                    </a:cxn>
                    <a:cxn ang="f55">
                      <a:pos x="f96" y="f97"/>
                    </a:cxn>
                    <a:cxn ang="f55">
                      <a:pos x="f102" y="f103"/>
                    </a:cxn>
                    <a:cxn ang="f55">
                      <a:pos x="f104" y="f105"/>
                    </a:cxn>
                    <a:cxn ang="f55">
                      <a:pos x="f102" y="f106"/>
                    </a:cxn>
                    <a:cxn ang="f55">
                      <a:pos x="f107" y="f105"/>
                    </a:cxn>
                    <a:cxn ang="f55">
                      <a:pos x="f102" y="f103"/>
                    </a:cxn>
                    <a:cxn ang="f55">
                      <a:pos x="f108" y="f109"/>
                    </a:cxn>
                    <a:cxn ang="f55">
                      <a:pos x="f110" y="f109"/>
                    </a:cxn>
                    <a:cxn ang="f55">
                      <a:pos x="f110" y="f111"/>
                    </a:cxn>
                    <a:cxn ang="f55">
                      <a:pos x="f112" y="f111"/>
                    </a:cxn>
                    <a:cxn ang="f55">
                      <a:pos x="f112" y="f113"/>
                    </a:cxn>
                    <a:cxn ang="f55">
                      <a:pos x="f114" y="f113"/>
                    </a:cxn>
                    <a:cxn ang="f55">
                      <a:pos x="f114" y="f115"/>
                    </a:cxn>
                    <a:cxn ang="f55">
                      <a:pos x="f104" y="f115"/>
                    </a:cxn>
                    <a:cxn ang="f55">
                      <a:pos x="f104" y="f113"/>
                    </a:cxn>
                    <a:cxn ang="f55">
                      <a:pos x="f104" y="f111"/>
                    </a:cxn>
                    <a:cxn ang="f55">
                      <a:pos x="f108" y="f111"/>
                    </a:cxn>
                    <a:cxn ang="f55">
                      <a:pos x="f108" y="f109"/>
                    </a:cxn>
                  </a:cxnLst>
                  <a:rect l="f92" t="f95" r="f93" b="f94"/>
                  <a:pathLst>
                    <a:path w="291719" h="291719">
                      <a:moveTo>
                        <a:pt x="f7" y="f5"/>
                      </a:moveTo>
                      <a:cubicBezTo>
                        <a:pt x="f8" y="f5"/>
                        <a:pt x="f5" y="f8"/>
                        <a:pt x="f5" y="f7"/>
                      </a:cubicBezTo>
                      <a:cubicBezTo>
                        <a:pt x="f5" y="f9"/>
                        <a:pt x="f8" y="f10"/>
                        <a:pt x="f7" y="f10"/>
                      </a:cubicBezTo>
                      <a:cubicBezTo>
                        <a:pt x="f9" y="f10"/>
                        <a:pt x="f10" y="f9"/>
                        <a:pt x="f10" y="f7"/>
                      </a:cubicBezTo>
                      <a:cubicBezTo>
                        <a:pt x="f10" y="f8"/>
                        <a:pt x="f9" y="f5"/>
                        <a:pt x="f7" y="f5"/>
                      </a:cubicBezTo>
                      <a:close/>
                      <a:moveTo>
                        <a:pt x="f11" y="f12"/>
                      </a:moveTo>
                      <a:cubicBezTo>
                        <a:pt x="f13" y="f12"/>
                        <a:pt x="f14" y="f15"/>
                        <a:pt x="f14" y="f16"/>
                      </a:cubicBezTo>
                      <a:cubicBezTo>
                        <a:pt x="f14" y="f17"/>
                        <a:pt x="f13" y="f18"/>
                        <a:pt x="f11" y="f18"/>
                      </a:cubicBezTo>
                      <a:cubicBezTo>
                        <a:pt x="f19" y="f18"/>
                        <a:pt x="f20" y="f17"/>
                        <a:pt x="f20" y="f16"/>
                      </a:cubicBezTo>
                      <a:cubicBezTo>
                        <a:pt x="f20" y="f15"/>
                        <a:pt x="f19" y="f12"/>
                        <a:pt x="f11" y="f12"/>
                      </a:cubicBezTo>
                      <a:close/>
                      <a:moveTo>
                        <a:pt x="f21" y="f22"/>
                      </a:moveTo>
                      <a:lnTo>
                        <a:pt x="f23" y="f22"/>
                      </a:lnTo>
                      <a:lnTo>
                        <a:pt x="f23" y="f24"/>
                      </a:lnTo>
                      <a:lnTo>
                        <a:pt x="f25" y="f24"/>
                      </a:lnTo>
                      <a:lnTo>
                        <a:pt x="f25" y="f26"/>
                      </a:lnTo>
                      <a:lnTo>
                        <a:pt x="f27" y="f26"/>
                      </a:lnTo>
                      <a:lnTo>
                        <a:pt x="f27" y="f28"/>
                      </a:lnTo>
                      <a:lnTo>
                        <a:pt x="f14" y="f28"/>
                      </a:lnTo>
                      <a:lnTo>
                        <a:pt x="f14" y="f26"/>
                      </a:lnTo>
                      <a:lnTo>
                        <a:pt x="f14" y="f24"/>
                      </a:lnTo>
                      <a:lnTo>
                        <a:pt x="f21" y="f24"/>
                      </a:lnTo>
                      <a:lnTo>
                        <a:pt x="f21" y="f22"/>
                      </a:lnTo>
                      <a:close/>
                    </a:path>
                  </a:pathLst>
                </a:custGeom>
                <a:solidFill>
                  <a:srgbClr val="1FF524"/>
                </a:solidFill>
                <a:ln>
                  <a:noFill/>
                  <a:prstDash val="soli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2000" b="0" i="0" u="none" strike="noStrike" kern="1200" cap="none" spc="0" baseline="0">
                    <a:solidFill>
                      <a:srgbClr val="211F26"/>
                    </a:solidFill>
                    <a:uFillTx/>
                    <a:latin typeface="Calibri" pitchFamily="34"/>
                    <a:cs typeface="Calibri" pitchFamily="34"/>
                  </a:endParaRPr>
                </a:p>
              </p:txBody>
            </p:sp>
          </p:grpSp>
          <p:grpSp>
            <p:nvGrpSpPr>
              <p:cNvPr id="112" name="Groep 122">
                <a:extLst>
                  <a:ext uri="{FF2B5EF4-FFF2-40B4-BE49-F238E27FC236}">
                    <a16:creationId xmlns:a16="http://schemas.microsoft.com/office/drawing/2014/main" id="{DBB3A162-D81F-A840-5F7C-D0639BFDB57C}"/>
                  </a:ext>
                </a:extLst>
              </p:cNvPr>
              <p:cNvGrpSpPr/>
              <p:nvPr/>
            </p:nvGrpSpPr>
            <p:grpSpPr>
              <a:xfrm>
                <a:off x="-938165" y="5938003"/>
                <a:ext cx="627799" cy="576684"/>
                <a:chOff x="-938165" y="5938003"/>
                <a:chExt cx="627799" cy="576684"/>
              </a:xfrm>
            </p:grpSpPr>
            <p:grpSp>
              <p:nvGrpSpPr>
                <p:cNvPr id="113" name="Inspireren">
                  <a:extLst>
                    <a:ext uri="{FF2B5EF4-FFF2-40B4-BE49-F238E27FC236}">
                      <a16:creationId xmlns:a16="http://schemas.microsoft.com/office/drawing/2014/main" id="{1D77DDA9-135E-B07A-B465-93F751471B1E}"/>
                    </a:ext>
                  </a:extLst>
                </p:cNvPr>
                <p:cNvGrpSpPr/>
                <p:nvPr/>
              </p:nvGrpSpPr>
              <p:grpSpPr>
                <a:xfrm>
                  <a:off x="-715847" y="5938003"/>
                  <a:ext cx="169776" cy="242380"/>
                  <a:chOff x="-715847" y="5938003"/>
                  <a:chExt cx="169776" cy="242380"/>
                </a:xfrm>
              </p:grpSpPr>
              <p:sp>
                <p:nvSpPr>
                  <p:cNvPr id="114" name="Freeform 12">
                    <a:extLst>
                      <a:ext uri="{FF2B5EF4-FFF2-40B4-BE49-F238E27FC236}">
                        <a16:creationId xmlns:a16="http://schemas.microsoft.com/office/drawing/2014/main" id="{2119961C-0983-E2BE-0D85-42360613A21B}"/>
                      </a:ext>
                    </a:extLst>
                  </p:cNvPr>
                  <p:cNvSpPr/>
                  <p:nvPr/>
                </p:nvSpPr>
                <p:spPr>
                  <a:xfrm>
                    <a:off x="-665646" y="6024826"/>
                    <a:ext cx="68726" cy="62051"/>
                  </a:xfrm>
                  <a:custGeom>
                    <a:avLst/>
                    <a:gdLst>
                      <a:gd name="f0" fmla="val 10800000"/>
                      <a:gd name="f1" fmla="val 5400000"/>
                      <a:gd name="f2" fmla="val 180"/>
                      <a:gd name="f3" fmla="val w"/>
                      <a:gd name="f4" fmla="val h"/>
                      <a:gd name="f5" fmla="val 0"/>
                      <a:gd name="f6" fmla="val 319"/>
                      <a:gd name="f7" fmla="val 288"/>
                      <a:gd name="f8" fmla="val 220"/>
                      <a:gd name="f9" fmla="val 107"/>
                      <a:gd name="f10" fmla="+- 0 0 -90"/>
                      <a:gd name="f11" fmla="*/ f3 1 319"/>
                      <a:gd name="f12" fmla="*/ f4 1 288"/>
                      <a:gd name="f13" fmla="val f5"/>
                      <a:gd name="f14" fmla="val f6"/>
                      <a:gd name="f15" fmla="val f7"/>
                      <a:gd name="f16" fmla="*/ f10 f0 1"/>
                      <a:gd name="f17" fmla="+- f15 0 f13"/>
                      <a:gd name="f18" fmla="+- f14 0 f13"/>
                      <a:gd name="f19" fmla="*/ f16 1 f2"/>
                      <a:gd name="f20" fmla="*/ f18 1 319"/>
                      <a:gd name="f21" fmla="*/ f17 1 288"/>
                      <a:gd name="f22" fmla="*/ 220 f18 1"/>
                      <a:gd name="f23" fmla="*/ 288 f17 1"/>
                      <a:gd name="f24" fmla="*/ 107 f18 1"/>
                      <a:gd name="f25" fmla="*/ 0 f18 1"/>
                      <a:gd name="f26" fmla="*/ 0 f17 1"/>
                      <a:gd name="f27" fmla="*/ 319 f18 1"/>
                      <a:gd name="f28" fmla="+- f19 0 f1"/>
                      <a:gd name="f29" fmla="*/ f22 1 319"/>
                      <a:gd name="f30" fmla="*/ f23 1 288"/>
                      <a:gd name="f31" fmla="*/ f24 1 319"/>
                      <a:gd name="f32" fmla="*/ f25 1 319"/>
                      <a:gd name="f33" fmla="*/ f26 1 288"/>
                      <a:gd name="f34" fmla="*/ f27 1 319"/>
                      <a:gd name="f35" fmla="*/ 0 1 f20"/>
                      <a:gd name="f36" fmla="*/ f14 1 f20"/>
                      <a:gd name="f37" fmla="*/ 0 1 f21"/>
                      <a:gd name="f38" fmla="*/ f15 1 f21"/>
                      <a:gd name="f39" fmla="*/ f29 1 f20"/>
                      <a:gd name="f40" fmla="*/ f30 1 f21"/>
                      <a:gd name="f41" fmla="*/ f31 1 f20"/>
                      <a:gd name="f42" fmla="*/ f32 1 f20"/>
                      <a:gd name="f43" fmla="*/ f33 1 f21"/>
                      <a:gd name="f44" fmla="*/ f34 1 f20"/>
                      <a:gd name="f45" fmla="*/ f35 f11 1"/>
                      <a:gd name="f46" fmla="*/ f36 f11 1"/>
                      <a:gd name="f47" fmla="*/ f38 f12 1"/>
                      <a:gd name="f48" fmla="*/ f37 f12 1"/>
                      <a:gd name="f49" fmla="*/ f39 f11 1"/>
                      <a:gd name="f50" fmla="*/ f40 f12 1"/>
                      <a:gd name="f51" fmla="*/ f41 f11 1"/>
                      <a:gd name="f52" fmla="*/ f42 f11 1"/>
                      <a:gd name="f53" fmla="*/ f43 f12 1"/>
                      <a:gd name="f54" fmla="*/ f44 f11 1"/>
                    </a:gdLst>
                    <a:ahLst/>
                    <a:cxnLst>
                      <a:cxn ang="3cd4">
                        <a:pos x="hc" y="t"/>
                      </a:cxn>
                      <a:cxn ang="0">
                        <a:pos x="r" y="vc"/>
                      </a:cxn>
                      <a:cxn ang="cd4">
                        <a:pos x="hc" y="b"/>
                      </a:cxn>
                      <a:cxn ang="cd2">
                        <a:pos x="l" y="vc"/>
                      </a:cxn>
                      <a:cxn ang="f28">
                        <a:pos x="f49" y="f50"/>
                      </a:cxn>
                      <a:cxn ang="f28">
                        <a:pos x="f51" y="f50"/>
                      </a:cxn>
                      <a:cxn ang="f28">
                        <a:pos x="f52" y="f53"/>
                      </a:cxn>
                      <a:cxn ang="f28">
                        <a:pos x="f54" y="f53"/>
                      </a:cxn>
                      <a:cxn ang="f28">
                        <a:pos x="f49" y="f50"/>
                      </a:cxn>
                    </a:cxnLst>
                    <a:rect l="f45" t="f48" r="f46" b="f47"/>
                    <a:pathLst>
                      <a:path w="319" h="288">
                        <a:moveTo>
                          <a:pt x="f8" y="f7"/>
                        </a:moveTo>
                        <a:lnTo>
                          <a:pt x="f9" y="f7"/>
                        </a:lnTo>
                        <a:lnTo>
                          <a:pt x="f5" y="f5"/>
                        </a:lnTo>
                        <a:lnTo>
                          <a:pt x="f6" y="f5"/>
                        </a:lnTo>
                        <a:lnTo>
                          <a:pt x="f8" y="f7"/>
                        </a:lnTo>
                        <a:close/>
                      </a:path>
                    </a:pathLst>
                  </a:custGeom>
                  <a:solidFill>
                    <a:srgbClr val="1FF524"/>
                  </a:solidFill>
                  <a:ln>
                    <a:noFill/>
                    <a:prstDash val="solid"/>
                  </a:ln>
                </p:spPr>
                <p:txBody>
                  <a:bodyPr vert="horz" wrap="square" lIns="91440" tIns="45720" rIns="91440" bIns="45720" anchor="t"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300" b="0" i="0" u="none" strike="noStrike" kern="0" cap="none" spc="0" baseline="0">
                      <a:solidFill>
                        <a:srgbClr val="211F26"/>
                      </a:solidFill>
                      <a:uFillTx/>
                      <a:latin typeface="Arial"/>
                    </a:endParaRPr>
                  </a:p>
                </p:txBody>
              </p:sp>
              <p:sp>
                <p:nvSpPr>
                  <p:cNvPr id="115" name="Freeform 13">
                    <a:extLst>
                      <a:ext uri="{FF2B5EF4-FFF2-40B4-BE49-F238E27FC236}">
                        <a16:creationId xmlns:a16="http://schemas.microsoft.com/office/drawing/2014/main" id="{444DB149-7316-EEBF-CA16-4CAFBFCA5A0C}"/>
                      </a:ext>
                    </a:extLst>
                  </p:cNvPr>
                  <p:cNvSpPr/>
                  <p:nvPr/>
                </p:nvSpPr>
                <p:spPr>
                  <a:xfrm>
                    <a:off x="-661120" y="6156252"/>
                    <a:ext cx="60761" cy="24131"/>
                  </a:xfrm>
                  <a:custGeom>
                    <a:avLst/>
                    <a:gdLst>
                      <a:gd name="f0" fmla="val 10800000"/>
                      <a:gd name="f1" fmla="val 5400000"/>
                      <a:gd name="f2" fmla="val 180"/>
                      <a:gd name="f3" fmla="val w"/>
                      <a:gd name="f4" fmla="val h"/>
                      <a:gd name="f5" fmla="val 0"/>
                      <a:gd name="f6" fmla="val 251"/>
                      <a:gd name="f7" fmla="val 100"/>
                      <a:gd name="f8" fmla="val 229"/>
                      <a:gd name="f9" fmla="val 70"/>
                      <a:gd name="f10" fmla="val 69"/>
                      <a:gd name="f11" fmla="val 22"/>
                      <a:gd name="f12" fmla="val 27"/>
                      <a:gd name="f13" fmla="val 87"/>
                      <a:gd name="f14" fmla="val 44"/>
                      <a:gd name="f15" fmla="val 63"/>
                      <a:gd name="f16" fmla="val 188"/>
                      <a:gd name="f17" fmla="val 207"/>
                      <a:gd name="f18" fmla="val 223"/>
                      <a:gd name="f19" fmla="val 88"/>
                      <a:gd name="f20" fmla="val 71"/>
                      <a:gd name="f21" fmla="+- 0 0 -90"/>
                      <a:gd name="f22" fmla="*/ f3 1 251"/>
                      <a:gd name="f23" fmla="*/ f4 1 100"/>
                      <a:gd name="f24" fmla="val f5"/>
                      <a:gd name="f25" fmla="val f6"/>
                      <a:gd name="f26" fmla="val f7"/>
                      <a:gd name="f27" fmla="*/ f21 f0 1"/>
                      <a:gd name="f28" fmla="+- f26 0 f24"/>
                      <a:gd name="f29" fmla="+- f25 0 f24"/>
                      <a:gd name="f30" fmla="*/ f27 1 f2"/>
                      <a:gd name="f31" fmla="*/ f29 1 251"/>
                      <a:gd name="f32" fmla="*/ f28 1 100"/>
                      <a:gd name="f33" fmla="*/ 229 f29 1"/>
                      <a:gd name="f34" fmla="*/ 70 f28 1"/>
                      <a:gd name="f35" fmla="*/ 69 f28 1"/>
                      <a:gd name="f36" fmla="*/ 251 f29 1"/>
                      <a:gd name="f37" fmla="*/ 0 f28 1"/>
                      <a:gd name="f38" fmla="*/ 0 f29 1"/>
                      <a:gd name="f39" fmla="*/ 22 f29 1"/>
                      <a:gd name="f40" fmla="*/ 63 f29 1"/>
                      <a:gd name="f41" fmla="*/ 100 f28 1"/>
                      <a:gd name="f42" fmla="*/ 188 f29 1"/>
                      <a:gd name="f43" fmla="*/ 71 f28 1"/>
                      <a:gd name="f44" fmla="+- f30 0 f1"/>
                      <a:gd name="f45" fmla="*/ f33 1 251"/>
                      <a:gd name="f46" fmla="*/ f34 1 100"/>
                      <a:gd name="f47" fmla="*/ f35 1 100"/>
                      <a:gd name="f48" fmla="*/ f36 1 251"/>
                      <a:gd name="f49" fmla="*/ f37 1 100"/>
                      <a:gd name="f50" fmla="*/ f38 1 251"/>
                      <a:gd name="f51" fmla="*/ f39 1 251"/>
                      <a:gd name="f52" fmla="*/ f40 1 251"/>
                      <a:gd name="f53" fmla="*/ f41 1 100"/>
                      <a:gd name="f54" fmla="*/ f42 1 251"/>
                      <a:gd name="f55" fmla="*/ f43 1 100"/>
                      <a:gd name="f56" fmla="*/ 0 1 f31"/>
                      <a:gd name="f57" fmla="*/ f25 1 f31"/>
                      <a:gd name="f58" fmla="*/ 0 1 f32"/>
                      <a:gd name="f59" fmla="*/ f26 1 f32"/>
                      <a:gd name="f60" fmla="*/ f45 1 f31"/>
                      <a:gd name="f61" fmla="*/ f46 1 f32"/>
                      <a:gd name="f62" fmla="*/ f47 1 f32"/>
                      <a:gd name="f63" fmla="*/ f48 1 f31"/>
                      <a:gd name="f64" fmla="*/ f49 1 f32"/>
                      <a:gd name="f65" fmla="*/ f50 1 f31"/>
                      <a:gd name="f66" fmla="*/ f51 1 f31"/>
                      <a:gd name="f67" fmla="*/ f52 1 f31"/>
                      <a:gd name="f68" fmla="*/ f53 1 f32"/>
                      <a:gd name="f69" fmla="*/ f54 1 f31"/>
                      <a:gd name="f70" fmla="*/ f55 1 f32"/>
                      <a:gd name="f71" fmla="*/ f56 f22 1"/>
                      <a:gd name="f72" fmla="*/ f57 f22 1"/>
                      <a:gd name="f73" fmla="*/ f59 f23 1"/>
                      <a:gd name="f74" fmla="*/ f58 f23 1"/>
                      <a:gd name="f75" fmla="*/ f60 f22 1"/>
                      <a:gd name="f76" fmla="*/ f61 f23 1"/>
                      <a:gd name="f77" fmla="*/ f62 f23 1"/>
                      <a:gd name="f78" fmla="*/ f63 f22 1"/>
                      <a:gd name="f79" fmla="*/ f64 f23 1"/>
                      <a:gd name="f80" fmla="*/ f65 f22 1"/>
                      <a:gd name="f81" fmla="*/ f66 f22 1"/>
                      <a:gd name="f82" fmla="*/ f67 f22 1"/>
                      <a:gd name="f83" fmla="*/ f68 f23 1"/>
                      <a:gd name="f84" fmla="*/ f69 f22 1"/>
                      <a:gd name="f85" fmla="*/ f70 f23 1"/>
                    </a:gdLst>
                    <a:ahLst/>
                    <a:cxnLst>
                      <a:cxn ang="3cd4">
                        <a:pos x="hc" y="t"/>
                      </a:cxn>
                      <a:cxn ang="0">
                        <a:pos x="r" y="vc"/>
                      </a:cxn>
                      <a:cxn ang="cd4">
                        <a:pos x="hc" y="b"/>
                      </a:cxn>
                      <a:cxn ang="cd2">
                        <a:pos x="l" y="vc"/>
                      </a:cxn>
                      <a:cxn ang="f44">
                        <a:pos x="f75" y="f76"/>
                      </a:cxn>
                      <a:cxn ang="f44">
                        <a:pos x="f75" y="f77"/>
                      </a:cxn>
                      <a:cxn ang="f44">
                        <a:pos x="f78" y="f79"/>
                      </a:cxn>
                      <a:cxn ang="f44">
                        <a:pos x="f80" y="f79"/>
                      </a:cxn>
                      <a:cxn ang="f44">
                        <a:pos x="f81" y="f77"/>
                      </a:cxn>
                      <a:cxn ang="f44">
                        <a:pos x="f82" y="f83"/>
                      </a:cxn>
                      <a:cxn ang="f44">
                        <a:pos x="f84" y="f83"/>
                      </a:cxn>
                      <a:cxn ang="f44">
                        <a:pos x="f75" y="f85"/>
                      </a:cxn>
                      <a:cxn ang="f44">
                        <a:pos x="f75" y="f85"/>
                      </a:cxn>
                      <a:cxn ang="f44">
                        <a:pos x="f75" y="f76"/>
                      </a:cxn>
                    </a:cxnLst>
                    <a:rect l="f71" t="f74" r="f72" b="f73"/>
                    <a:pathLst>
                      <a:path w="251" h="100">
                        <a:moveTo>
                          <a:pt x="f8" y="f9"/>
                        </a:moveTo>
                        <a:cubicBezTo>
                          <a:pt x="f8" y="f9"/>
                          <a:pt x="f8" y="f10"/>
                          <a:pt x="f8" y="f10"/>
                        </a:cubicBezTo>
                        <a:cubicBezTo>
                          <a:pt x="f6" y="f5"/>
                          <a:pt x="f6" y="f5"/>
                          <a:pt x="f6" y="f5"/>
                        </a:cubicBezTo>
                        <a:cubicBezTo>
                          <a:pt x="f5" y="f5"/>
                          <a:pt x="f5" y="f5"/>
                          <a:pt x="f5" y="f5"/>
                        </a:cubicBezTo>
                        <a:cubicBezTo>
                          <a:pt x="f11" y="f10"/>
                          <a:pt x="f11" y="f10"/>
                          <a:pt x="f11" y="f10"/>
                        </a:cubicBezTo>
                        <a:cubicBezTo>
                          <a:pt x="f12" y="f13"/>
                          <a:pt x="f14" y="f7"/>
                          <a:pt x="f15" y="f7"/>
                        </a:cubicBezTo>
                        <a:cubicBezTo>
                          <a:pt x="f16" y="f7"/>
                          <a:pt x="f16" y="f7"/>
                          <a:pt x="f16" y="f7"/>
                        </a:cubicBezTo>
                        <a:cubicBezTo>
                          <a:pt x="f17" y="f7"/>
                          <a:pt x="f18" y="f19"/>
                          <a:pt x="f8" y="f20"/>
                        </a:cubicBezTo>
                        <a:cubicBezTo>
                          <a:pt x="f8" y="f20"/>
                          <a:pt x="f8" y="f20"/>
                          <a:pt x="f8" y="f20"/>
                        </a:cubicBezTo>
                        <a:lnTo>
                          <a:pt x="f8" y="f9"/>
                        </a:lnTo>
                        <a:close/>
                      </a:path>
                    </a:pathLst>
                  </a:custGeom>
                  <a:gradFill>
                    <a:gsLst>
                      <a:gs pos="0">
                        <a:srgbClr val="9D9FA1"/>
                      </a:gs>
                      <a:gs pos="100000">
                        <a:srgbClr val="211F26"/>
                      </a:gs>
                    </a:gsLst>
                    <a:lin ang="2700000"/>
                  </a:gradFill>
                  <a:ln>
                    <a:noFill/>
                    <a:prstDash val="solid"/>
                  </a:ln>
                </p:spPr>
                <p:txBody>
                  <a:bodyPr vert="horz" wrap="square" lIns="91440" tIns="45720" rIns="91440" bIns="45720" anchor="t"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300" b="0" i="0" u="none" strike="noStrike" kern="0" cap="none" spc="0" baseline="0">
                      <a:solidFill>
                        <a:srgbClr val="211F26"/>
                      </a:solidFill>
                      <a:uFillTx/>
                      <a:latin typeface="Arial"/>
                    </a:endParaRPr>
                  </a:p>
                </p:txBody>
              </p:sp>
              <p:sp>
                <p:nvSpPr>
                  <p:cNvPr id="116" name="Freeform 14">
                    <a:extLst>
                      <a:ext uri="{FF2B5EF4-FFF2-40B4-BE49-F238E27FC236}">
                        <a16:creationId xmlns:a16="http://schemas.microsoft.com/office/drawing/2014/main" id="{42484DF6-F5DE-A802-5C3D-F584663409EF}"/>
                      </a:ext>
                    </a:extLst>
                  </p:cNvPr>
                  <p:cNvSpPr/>
                  <p:nvPr/>
                </p:nvSpPr>
                <p:spPr>
                  <a:xfrm>
                    <a:off x="-715847" y="5938003"/>
                    <a:ext cx="169776" cy="208126"/>
                  </a:xfrm>
                  <a:custGeom>
                    <a:avLst/>
                    <a:gdLst>
                      <a:gd name="f0" fmla="val 10800000"/>
                      <a:gd name="f1" fmla="val 5400000"/>
                      <a:gd name="f2" fmla="val 180"/>
                      <a:gd name="f3" fmla="val w"/>
                      <a:gd name="f4" fmla="val h"/>
                      <a:gd name="f5" fmla="val 0"/>
                      <a:gd name="f6" fmla="val 702"/>
                      <a:gd name="f7" fmla="val 860"/>
                      <a:gd name="f8" fmla="val 351"/>
                      <a:gd name="f9" fmla="val 157"/>
                      <a:gd name="f10" fmla="val 463"/>
                      <a:gd name="f11" fmla="val 52"/>
                      <a:gd name="f12" fmla="val 562"/>
                      <a:gd name="f13" fmla="val 134"/>
                      <a:gd name="f14" fmla="val 627"/>
                      <a:gd name="f15" fmla="val 165"/>
                      <a:gd name="f16" fmla="val 718"/>
                      <a:gd name="f17" fmla="val 266"/>
                      <a:gd name="f18" fmla="val 434"/>
                      <a:gd name="f19" fmla="val 419"/>
                      <a:gd name="f20" fmla="val 760"/>
                      <a:gd name="f21" fmla="val 284"/>
                      <a:gd name="f22" fmla="val 179"/>
                      <a:gd name="f23" fmla="val 212"/>
                      <a:gd name="f24" fmla="val 216"/>
                      <a:gd name="f25" fmla="val 488"/>
                      <a:gd name="f26" fmla="val 491"/>
                      <a:gd name="f27" fmla="val 570"/>
                      <a:gd name="f28" fmla="val 625"/>
                      <a:gd name="f29" fmla="val 651"/>
                      <a:gd name="f30" fmla="val 560"/>
                      <a:gd name="f31" fmla="val 461"/>
                      <a:gd name="f32" fmla="val 545"/>
                      <a:gd name="f33" fmla="val 587"/>
                      <a:gd name="f34" fmla="val 438"/>
                      <a:gd name="f35" fmla="val 568"/>
                      <a:gd name="f36" fmla="val 490"/>
                      <a:gd name="f37" fmla="val 531"/>
                      <a:gd name="f38" fmla="val 534"/>
                      <a:gd name="f39" fmla="val 485"/>
                      <a:gd name="f40" fmla="val 563"/>
                      <a:gd name="f41" fmla="val 454"/>
                      <a:gd name="f42" fmla="val 658"/>
                      <a:gd name="f43" fmla="val 250"/>
                      <a:gd name="f44" fmla="val 219"/>
                      <a:gd name="f45" fmla="val 565"/>
                      <a:gd name="f46" fmla="val 172"/>
                      <a:gd name="f47" fmla="val 536"/>
                      <a:gd name="f48" fmla="val 135"/>
                      <a:gd name="f49" fmla="val 115"/>
                      <a:gd name="f50" fmla="val 439"/>
                      <a:gd name="f51" fmla="val 105"/>
                      <a:gd name="f52" fmla="val 411"/>
                      <a:gd name="f53" fmla="val 99"/>
                      <a:gd name="f54" fmla="val 382"/>
                      <a:gd name="f55" fmla="val 603"/>
                      <a:gd name="f56" fmla="val 381"/>
                      <a:gd name="f57" fmla="val 597"/>
                      <a:gd name="f58" fmla="+- 0 0 -90"/>
                      <a:gd name="f59" fmla="*/ f3 1 702"/>
                      <a:gd name="f60" fmla="*/ f4 1 860"/>
                      <a:gd name="f61" fmla="val f5"/>
                      <a:gd name="f62" fmla="val f6"/>
                      <a:gd name="f63" fmla="val f7"/>
                      <a:gd name="f64" fmla="*/ f58 f0 1"/>
                      <a:gd name="f65" fmla="+- f63 0 f61"/>
                      <a:gd name="f66" fmla="+- f62 0 f61"/>
                      <a:gd name="f67" fmla="*/ f64 1 f2"/>
                      <a:gd name="f68" fmla="*/ f66 1 702"/>
                      <a:gd name="f69" fmla="*/ f65 1 860"/>
                      <a:gd name="f70" fmla="*/ 351 f66 1"/>
                      <a:gd name="f71" fmla="*/ 0 f65 1"/>
                      <a:gd name="f72" fmla="*/ 0 f66 1"/>
                      <a:gd name="f73" fmla="*/ 351 f65 1"/>
                      <a:gd name="f74" fmla="*/ 134 f66 1"/>
                      <a:gd name="f75" fmla="*/ 627 f65 1"/>
                      <a:gd name="f76" fmla="*/ 165 f66 1"/>
                      <a:gd name="f77" fmla="*/ 718 f65 1"/>
                      <a:gd name="f78" fmla="*/ 266 f66 1"/>
                      <a:gd name="f79" fmla="*/ 434 f66 1"/>
                      <a:gd name="f80" fmla="*/ 419 f66 1"/>
                      <a:gd name="f81" fmla="*/ 760 f65 1"/>
                      <a:gd name="f82" fmla="*/ 284 f66 1"/>
                      <a:gd name="f83" fmla="*/ 179 f66 1"/>
                      <a:gd name="f84" fmla="*/ 212 f66 1"/>
                      <a:gd name="f85" fmla="*/ 860 f65 1"/>
                      <a:gd name="f86" fmla="*/ 216 f66 1"/>
                      <a:gd name="f87" fmla="*/ 488 f66 1"/>
                      <a:gd name="f88" fmla="*/ 491 f66 1"/>
                      <a:gd name="f89" fmla="*/ 570 f66 1"/>
                      <a:gd name="f90" fmla="*/ 625 f65 1"/>
                      <a:gd name="f91" fmla="*/ 702 f66 1"/>
                      <a:gd name="f92" fmla="*/ 587 f66 1"/>
                      <a:gd name="f93" fmla="*/ 438 f65 1"/>
                      <a:gd name="f94" fmla="*/ 485 f66 1"/>
                      <a:gd name="f95" fmla="*/ 563 f65 1"/>
                      <a:gd name="f96" fmla="*/ 454 f66 1"/>
                      <a:gd name="f97" fmla="*/ 658 f65 1"/>
                      <a:gd name="f98" fmla="*/ 250 f66 1"/>
                      <a:gd name="f99" fmla="*/ 219 f66 1"/>
                      <a:gd name="f100" fmla="*/ 565 f65 1"/>
                      <a:gd name="f101" fmla="*/ 115 f66 1"/>
                      <a:gd name="f102" fmla="*/ 439 f65 1"/>
                      <a:gd name="f103" fmla="*/ 99 f66 1"/>
                      <a:gd name="f104" fmla="*/ 99 f65 1"/>
                      <a:gd name="f105" fmla="*/ 603 f66 1"/>
                      <a:gd name="f106" fmla="+- f67 0 f1"/>
                      <a:gd name="f107" fmla="*/ f70 1 702"/>
                      <a:gd name="f108" fmla="*/ f71 1 860"/>
                      <a:gd name="f109" fmla="*/ f72 1 702"/>
                      <a:gd name="f110" fmla="*/ f73 1 860"/>
                      <a:gd name="f111" fmla="*/ f74 1 702"/>
                      <a:gd name="f112" fmla="*/ f75 1 860"/>
                      <a:gd name="f113" fmla="*/ f76 1 702"/>
                      <a:gd name="f114" fmla="*/ f77 1 860"/>
                      <a:gd name="f115" fmla="*/ f78 1 702"/>
                      <a:gd name="f116" fmla="*/ f79 1 702"/>
                      <a:gd name="f117" fmla="*/ f80 1 702"/>
                      <a:gd name="f118" fmla="*/ f81 1 860"/>
                      <a:gd name="f119" fmla="*/ f82 1 702"/>
                      <a:gd name="f120" fmla="*/ f83 1 702"/>
                      <a:gd name="f121" fmla="*/ f84 1 702"/>
                      <a:gd name="f122" fmla="*/ f85 1 860"/>
                      <a:gd name="f123" fmla="*/ f86 1 702"/>
                      <a:gd name="f124" fmla="*/ f87 1 702"/>
                      <a:gd name="f125" fmla="*/ f88 1 702"/>
                      <a:gd name="f126" fmla="*/ f89 1 702"/>
                      <a:gd name="f127" fmla="*/ f90 1 860"/>
                      <a:gd name="f128" fmla="*/ f91 1 702"/>
                      <a:gd name="f129" fmla="*/ f92 1 702"/>
                      <a:gd name="f130" fmla="*/ f93 1 860"/>
                      <a:gd name="f131" fmla="*/ f94 1 702"/>
                      <a:gd name="f132" fmla="*/ f95 1 860"/>
                      <a:gd name="f133" fmla="*/ f96 1 702"/>
                      <a:gd name="f134" fmla="*/ f97 1 860"/>
                      <a:gd name="f135" fmla="*/ f98 1 702"/>
                      <a:gd name="f136" fmla="*/ f99 1 702"/>
                      <a:gd name="f137" fmla="*/ f100 1 860"/>
                      <a:gd name="f138" fmla="*/ f101 1 702"/>
                      <a:gd name="f139" fmla="*/ f102 1 860"/>
                      <a:gd name="f140" fmla="*/ f103 1 702"/>
                      <a:gd name="f141" fmla="*/ f104 1 860"/>
                      <a:gd name="f142" fmla="*/ f105 1 702"/>
                      <a:gd name="f143" fmla="*/ 0 1 f68"/>
                      <a:gd name="f144" fmla="*/ f62 1 f68"/>
                      <a:gd name="f145" fmla="*/ 0 1 f69"/>
                      <a:gd name="f146" fmla="*/ f63 1 f69"/>
                      <a:gd name="f147" fmla="*/ f107 1 f68"/>
                      <a:gd name="f148" fmla="*/ f108 1 f69"/>
                      <a:gd name="f149" fmla="*/ f109 1 f68"/>
                      <a:gd name="f150" fmla="*/ f110 1 f69"/>
                      <a:gd name="f151" fmla="*/ f111 1 f68"/>
                      <a:gd name="f152" fmla="*/ f112 1 f69"/>
                      <a:gd name="f153" fmla="*/ f113 1 f68"/>
                      <a:gd name="f154" fmla="*/ f114 1 f69"/>
                      <a:gd name="f155" fmla="*/ f115 1 f68"/>
                      <a:gd name="f156" fmla="*/ f116 1 f68"/>
                      <a:gd name="f157" fmla="*/ f117 1 f68"/>
                      <a:gd name="f158" fmla="*/ f118 1 f69"/>
                      <a:gd name="f159" fmla="*/ f119 1 f68"/>
                      <a:gd name="f160" fmla="*/ f120 1 f68"/>
                      <a:gd name="f161" fmla="*/ f121 1 f68"/>
                      <a:gd name="f162" fmla="*/ f122 1 f69"/>
                      <a:gd name="f163" fmla="*/ f123 1 f68"/>
                      <a:gd name="f164" fmla="*/ f124 1 f68"/>
                      <a:gd name="f165" fmla="*/ f125 1 f68"/>
                      <a:gd name="f166" fmla="*/ f126 1 f68"/>
                      <a:gd name="f167" fmla="*/ f127 1 f69"/>
                      <a:gd name="f168" fmla="*/ f128 1 f68"/>
                      <a:gd name="f169" fmla="*/ f129 1 f68"/>
                      <a:gd name="f170" fmla="*/ f130 1 f69"/>
                      <a:gd name="f171" fmla="*/ f131 1 f68"/>
                      <a:gd name="f172" fmla="*/ f132 1 f69"/>
                      <a:gd name="f173" fmla="*/ f133 1 f68"/>
                      <a:gd name="f174" fmla="*/ f134 1 f69"/>
                      <a:gd name="f175" fmla="*/ f135 1 f68"/>
                      <a:gd name="f176" fmla="*/ f136 1 f68"/>
                      <a:gd name="f177" fmla="*/ f137 1 f69"/>
                      <a:gd name="f178" fmla="*/ f138 1 f68"/>
                      <a:gd name="f179" fmla="*/ f139 1 f69"/>
                      <a:gd name="f180" fmla="*/ f140 1 f68"/>
                      <a:gd name="f181" fmla="*/ f141 1 f69"/>
                      <a:gd name="f182" fmla="*/ f142 1 f68"/>
                      <a:gd name="f183" fmla="*/ f143 f59 1"/>
                      <a:gd name="f184" fmla="*/ f144 f59 1"/>
                      <a:gd name="f185" fmla="*/ f146 f60 1"/>
                      <a:gd name="f186" fmla="*/ f145 f60 1"/>
                      <a:gd name="f187" fmla="*/ f147 f59 1"/>
                      <a:gd name="f188" fmla="*/ f148 f60 1"/>
                      <a:gd name="f189" fmla="*/ f149 f59 1"/>
                      <a:gd name="f190" fmla="*/ f150 f60 1"/>
                      <a:gd name="f191" fmla="*/ f151 f59 1"/>
                      <a:gd name="f192" fmla="*/ f152 f60 1"/>
                      <a:gd name="f193" fmla="*/ f153 f59 1"/>
                      <a:gd name="f194" fmla="*/ f154 f60 1"/>
                      <a:gd name="f195" fmla="*/ f155 f59 1"/>
                      <a:gd name="f196" fmla="*/ f156 f59 1"/>
                      <a:gd name="f197" fmla="*/ f157 f59 1"/>
                      <a:gd name="f198" fmla="*/ f158 f60 1"/>
                      <a:gd name="f199" fmla="*/ f159 f59 1"/>
                      <a:gd name="f200" fmla="*/ f160 f59 1"/>
                      <a:gd name="f201" fmla="*/ f161 f59 1"/>
                      <a:gd name="f202" fmla="*/ f162 f60 1"/>
                      <a:gd name="f203" fmla="*/ f163 f59 1"/>
                      <a:gd name="f204" fmla="*/ f164 f59 1"/>
                      <a:gd name="f205" fmla="*/ f165 f59 1"/>
                      <a:gd name="f206" fmla="*/ f166 f59 1"/>
                      <a:gd name="f207" fmla="*/ f167 f60 1"/>
                      <a:gd name="f208" fmla="*/ f168 f59 1"/>
                      <a:gd name="f209" fmla="*/ f169 f59 1"/>
                      <a:gd name="f210" fmla="*/ f170 f60 1"/>
                      <a:gd name="f211" fmla="*/ f171 f59 1"/>
                      <a:gd name="f212" fmla="*/ f172 f60 1"/>
                      <a:gd name="f213" fmla="*/ f173 f59 1"/>
                      <a:gd name="f214" fmla="*/ f174 f60 1"/>
                      <a:gd name="f215" fmla="*/ f175 f59 1"/>
                      <a:gd name="f216" fmla="*/ f176 f59 1"/>
                      <a:gd name="f217" fmla="*/ f177 f60 1"/>
                      <a:gd name="f218" fmla="*/ f178 f59 1"/>
                      <a:gd name="f219" fmla="*/ f179 f60 1"/>
                      <a:gd name="f220" fmla="*/ f180 f59 1"/>
                      <a:gd name="f221" fmla="*/ f181 f60 1"/>
                      <a:gd name="f222" fmla="*/ f182 f59 1"/>
                    </a:gdLst>
                    <a:ahLst/>
                    <a:cxnLst>
                      <a:cxn ang="3cd4">
                        <a:pos x="hc" y="t"/>
                      </a:cxn>
                      <a:cxn ang="0">
                        <a:pos x="r" y="vc"/>
                      </a:cxn>
                      <a:cxn ang="cd4">
                        <a:pos x="hc" y="b"/>
                      </a:cxn>
                      <a:cxn ang="cd2">
                        <a:pos x="l" y="vc"/>
                      </a:cxn>
                      <a:cxn ang="f106">
                        <a:pos x="f187" y="f188"/>
                      </a:cxn>
                      <a:cxn ang="f106">
                        <a:pos x="f189" y="f190"/>
                      </a:cxn>
                      <a:cxn ang="f106">
                        <a:pos x="f191" y="f192"/>
                      </a:cxn>
                      <a:cxn ang="f106">
                        <a:pos x="f193" y="f194"/>
                      </a:cxn>
                      <a:cxn ang="f106">
                        <a:pos x="f195" y="f194"/>
                      </a:cxn>
                      <a:cxn ang="f106">
                        <a:pos x="f195" y="f194"/>
                      </a:cxn>
                      <a:cxn ang="f106">
                        <a:pos x="f196" y="f194"/>
                      </a:cxn>
                      <a:cxn ang="f106">
                        <a:pos x="f197" y="f198"/>
                      </a:cxn>
                      <a:cxn ang="f106">
                        <a:pos x="f199" y="f198"/>
                      </a:cxn>
                      <a:cxn ang="f106">
                        <a:pos x="f199" y="f198"/>
                      </a:cxn>
                      <a:cxn ang="f106">
                        <a:pos x="f200" y="f198"/>
                      </a:cxn>
                      <a:cxn ang="f106">
                        <a:pos x="f201" y="f202"/>
                      </a:cxn>
                      <a:cxn ang="f106">
                        <a:pos x="f201" y="f202"/>
                      </a:cxn>
                      <a:cxn ang="f106">
                        <a:pos x="f203" y="f202"/>
                      </a:cxn>
                      <a:cxn ang="f106">
                        <a:pos x="f204" y="f202"/>
                      </a:cxn>
                      <a:cxn ang="f106">
                        <a:pos x="f205" y="f202"/>
                      </a:cxn>
                      <a:cxn ang="f106">
                        <a:pos x="f206" y="f207"/>
                      </a:cxn>
                      <a:cxn ang="f106">
                        <a:pos x="f208" y="f190"/>
                      </a:cxn>
                      <a:cxn ang="f106">
                        <a:pos x="f187" y="f188"/>
                      </a:cxn>
                      <a:cxn ang="f106">
                        <a:pos x="f209" y="f210"/>
                      </a:cxn>
                      <a:cxn ang="f106">
                        <a:pos x="f211" y="f212"/>
                      </a:cxn>
                      <a:cxn ang="f106">
                        <a:pos x="f213" y="f214"/>
                      </a:cxn>
                      <a:cxn ang="f106">
                        <a:pos x="f215" y="f214"/>
                      </a:cxn>
                      <a:cxn ang="f106">
                        <a:pos x="f216" y="f217"/>
                      </a:cxn>
                      <a:cxn ang="f106">
                        <a:pos x="f218" y="f219"/>
                      </a:cxn>
                      <a:cxn ang="f106">
                        <a:pos x="f220" y="f190"/>
                      </a:cxn>
                      <a:cxn ang="f106">
                        <a:pos x="f187" y="f221"/>
                      </a:cxn>
                      <a:cxn ang="f106">
                        <a:pos x="f222" y="f190"/>
                      </a:cxn>
                      <a:cxn ang="f106">
                        <a:pos x="f209" y="f210"/>
                      </a:cxn>
                    </a:cxnLst>
                    <a:rect l="f183" t="f186" r="f184" b="f185"/>
                    <a:pathLst>
                      <a:path w="702" h="860">
                        <a:moveTo>
                          <a:pt x="f8" y="f5"/>
                        </a:moveTo>
                        <a:cubicBezTo>
                          <a:pt x="f9" y="f5"/>
                          <a:pt x="f5" y="f9"/>
                          <a:pt x="f5" y="f8"/>
                        </a:cubicBezTo>
                        <a:cubicBezTo>
                          <a:pt x="f5" y="f10"/>
                          <a:pt x="f11" y="f12"/>
                          <a:pt x="f13" y="f14"/>
                        </a:cubicBezTo>
                        <a:cubicBezTo>
                          <a:pt x="f15" y="f16"/>
                          <a:pt x="f15" y="f16"/>
                          <a:pt x="f15" y="f16"/>
                        </a:cubicBezTo>
                        <a:cubicBezTo>
                          <a:pt x="f17" y="f16"/>
                          <a:pt x="f17" y="f16"/>
                          <a:pt x="f17" y="f16"/>
                        </a:cubicBezTo>
                        <a:cubicBezTo>
                          <a:pt x="f17" y="f16"/>
                          <a:pt x="f17" y="f16"/>
                          <a:pt x="f17" y="f16"/>
                        </a:cubicBezTo>
                        <a:cubicBezTo>
                          <a:pt x="f18" y="f16"/>
                          <a:pt x="f18" y="f16"/>
                          <a:pt x="f18" y="f16"/>
                        </a:cubicBezTo>
                        <a:cubicBezTo>
                          <a:pt x="f19" y="f20"/>
                          <a:pt x="f19" y="f20"/>
                          <a:pt x="f19" y="f20"/>
                        </a:cubicBezTo>
                        <a:cubicBezTo>
                          <a:pt x="f21" y="f20"/>
                          <a:pt x="f21" y="f20"/>
                          <a:pt x="f21" y="f20"/>
                        </a:cubicBezTo>
                        <a:cubicBezTo>
                          <a:pt x="f21" y="f20"/>
                          <a:pt x="f21" y="f20"/>
                          <a:pt x="f21" y="f20"/>
                        </a:cubicBezTo>
                        <a:cubicBezTo>
                          <a:pt x="f22" y="f20"/>
                          <a:pt x="f22" y="f20"/>
                          <a:pt x="f22" y="f20"/>
                        </a:cubicBezTo>
                        <a:cubicBezTo>
                          <a:pt x="f23" y="f7"/>
                          <a:pt x="f23" y="f7"/>
                          <a:pt x="f23" y="f7"/>
                        </a:cubicBezTo>
                        <a:cubicBezTo>
                          <a:pt x="f23" y="f7"/>
                          <a:pt x="f23" y="f7"/>
                          <a:pt x="f23" y="f7"/>
                        </a:cubicBezTo>
                        <a:cubicBezTo>
                          <a:pt x="f24" y="f7"/>
                          <a:pt x="f24" y="f7"/>
                          <a:pt x="f24" y="f7"/>
                        </a:cubicBezTo>
                        <a:cubicBezTo>
                          <a:pt x="f25" y="f7"/>
                          <a:pt x="f25" y="f7"/>
                          <a:pt x="f25" y="f7"/>
                        </a:cubicBezTo>
                        <a:cubicBezTo>
                          <a:pt x="f26" y="f7"/>
                          <a:pt x="f26" y="f7"/>
                          <a:pt x="f26" y="f7"/>
                        </a:cubicBezTo>
                        <a:cubicBezTo>
                          <a:pt x="f27" y="f28"/>
                          <a:pt x="f27" y="f28"/>
                          <a:pt x="f27" y="f28"/>
                        </a:cubicBezTo>
                        <a:cubicBezTo>
                          <a:pt x="f29" y="f30"/>
                          <a:pt x="f6" y="f31"/>
                          <a:pt x="f6" y="f8"/>
                        </a:cubicBezTo>
                        <a:cubicBezTo>
                          <a:pt x="f6" y="f9"/>
                          <a:pt x="f32" y="f5"/>
                          <a:pt x="f8" y="f5"/>
                        </a:cubicBezTo>
                        <a:close/>
                        <a:moveTo>
                          <a:pt x="f33" y="f34"/>
                        </a:moveTo>
                        <a:cubicBezTo>
                          <a:pt x="f35" y="f36"/>
                          <a:pt x="f37" y="f38"/>
                          <a:pt x="f39" y="f40"/>
                        </a:cubicBezTo>
                        <a:cubicBezTo>
                          <a:pt x="f41" y="f42"/>
                          <a:pt x="f41" y="f42"/>
                          <a:pt x="f41" y="f42"/>
                        </a:cubicBezTo>
                        <a:cubicBezTo>
                          <a:pt x="f43" y="f42"/>
                          <a:pt x="f43" y="f42"/>
                          <a:pt x="f43" y="f42"/>
                        </a:cubicBezTo>
                        <a:cubicBezTo>
                          <a:pt x="f44" y="f45"/>
                          <a:pt x="f44" y="f45"/>
                          <a:pt x="f44" y="f45"/>
                        </a:cubicBezTo>
                        <a:cubicBezTo>
                          <a:pt x="f46" y="f47"/>
                          <a:pt x="f48" y="f26"/>
                          <a:pt x="f49" y="f50"/>
                        </a:cubicBezTo>
                        <a:cubicBezTo>
                          <a:pt x="f51" y="f52"/>
                          <a:pt x="f53" y="f54"/>
                          <a:pt x="f53" y="f8"/>
                        </a:cubicBezTo>
                        <a:cubicBezTo>
                          <a:pt x="f53" y="f23"/>
                          <a:pt x="f23" y="f53"/>
                          <a:pt x="f8" y="f53"/>
                        </a:cubicBezTo>
                        <a:cubicBezTo>
                          <a:pt x="f36" y="f53"/>
                          <a:pt x="f55" y="f23"/>
                          <a:pt x="f55" y="f8"/>
                        </a:cubicBezTo>
                        <a:cubicBezTo>
                          <a:pt x="f55" y="f56"/>
                          <a:pt x="f57" y="f52"/>
                          <a:pt x="f33" y="f34"/>
                        </a:cubicBezTo>
                        <a:close/>
                      </a:path>
                    </a:pathLst>
                  </a:custGeom>
                  <a:gradFill>
                    <a:gsLst>
                      <a:gs pos="0">
                        <a:srgbClr val="9D9FA1"/>
                      </a:gs>
                      <a:gs pos="100000">
                        <a:srgbClr val="211F26"/>
                      </a:gs>
                    </a:gsLst>
                    <a:lin ang="2700000"/>
                  </a:gradFill>
                  <a:ln>
                    <a:noFill/>
                    <a:prstDash val="solid"/>
                  </a:ln>
                </p:spPr>
                <p:txBody>
                  <a:bodyPr vert="horz" wrap="square" lIns="91440" tIns="45720" rIns="91440" bIns="45720" anchor="t"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300" b="0" i="0" u="none" strike="noStrike" kern="0" cap="none" spc="0" baseline="0">
                      <a:solidFill>
                        <a:srgbClr val="211F26"/>
                      </a:solidFill>
                      <a:uFillTx/>
                      <a:latin typeface="Arial"/>
                    </a:endParaRPr>
                  </a:p>
                </p:txBody>
              </p:sp>
            </p:grpSp>
            <p:sp>
              <p:nvSpPr>
                <p:cNvPr id="117" name="Tekstvak 124">
                  <a:extLst>
                    <a:ext uri="{FF2B5EF4-FFF2-40B4-BE49-F238E27FC236}">
                      <a16:creationId xmlns:a16="http://schemas.microsoft.com/office/drawing/2014/main" id="{04A8E168-38B0-0054-17D7-280B1F623E0B}"/>
                    </a:ext>
                  </a:extLst>
                </p:cNvPr>
                <p:cNvSpPr txBox="1"/>
                <p:nvPr/>
              </p:nvSpPr>
              <p:spPr>
                <a:xfrm>
                  <a:off x="-938165" y="6192453"/>
                  <a:ext cx="627799" cy="322234"/>
                </a:xfrm>
                <a:prstGeom prst="rect">
                  <a:avLst/>
                </a:prstGeom>
                <a:noFill/>
                <a:ln>
                  <a:noFill/>
                </a:ln>
              </p:spPr>
              <p:txBody>
                <a:bodyPr vert="horz" wrap="square" lIns="0" tIns="0" rIns="0" bIns="0"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000" b="0" i="0" u="none" strike="noStrike" kern="0" cap="none" spc="0" baseline="0">
                      <a:solidFill>
                        <a:srgbClr val="211F26"/>
                      </a:solidFill>
                      <a:uFillTx/>
                      <a:latin typeface="Calibri" pitchFamily="34"/>
                      <a:cs typeface="Calibri" pitchFamily="34"/>
                    </a:rPr>
                    <a:t>Inspiration</a:t>
                  </a:r>
                </a:p>
              </p:txBody>
            </p:sp>
          </p:grpSp>
        </p:grpSp>
        <p:grpSp>
          <p:nvGrpSpPr>
            <p:cNvPr id="118" name="Groep 93">
              <a:extLst>
                <a:ext uri="{FF2B5EF4-FFF2-40B4-BE49-F238E27FC236}">
                  <a16:creationId xmlns:a16="http://schemas.microsoft.com/office/drawing/2014/main" id="{0EDD2B92-98FD-172E-3035-C37165C5C960}"/>
                </a:ext>
              </a:extLst>
            </p:cNvPr>
            <p:cNvGrpSpPr/>
            <p:nvPr/>
          </p:nvGrpSpPr>
          <p:grpSpPr>
            <a:xfrm>
              <a:off x="-3426805" y="5129582"/>
              <a:ext cx="514285" cy="506541"/>
              <a:chOff x="-3426805" y="5129582"/>
              <a:chExt cx="514285" cy="506541"/>
            </a:xfrm>
          </p:grpSpPr>
          <p:grpSp>
            <p:nvGrpSpPr>
              <p:cNvPr id="119" name="Groep 104">
                <a:extLst>
                  <a:ext uri="{FF2B5EF4-FFF2-40B4-BE49-F238E27FC236}">
                    <a16:creationId xmlns:a16="http://schemas.microsoft.com/office/drawing/2014/main" id="{96D43A3B-0319-B9D2-6A58-2CCFC1765F0E}"/>
                  </a:ext>
                </a:extLst>
              </p:cNvPr>
              <p:cNvGrpSpPr/>
              <p:nvPr/>
            </p:nvGrpSpPr>
            <p:grpSpPr>
              <a:xfrm>
                <a:off x="-3321695" y="5129582"/>
                <a:ext cx="319089" cy="306324"/>
                <a:chOff x="-3321695" y="5129582"/>
                <a:chExt cx="319089" cy="306324"/>
              </a:xfrm>
            </p:grpSpPr>
            <p:grpSp>
              <p:nvGrpSpPr>
                <p:cNvPr id="120" name="Groep 107">
                  <a:extLst>
                    <a:ext uri="{FF2B5EF4-FFF2-40B4-BE49-F238E27FC236}">
                      <a16:creationId xmlns:a16="http://schemas.microsoft.com/office/drawing/2014/main" id="{90B001A2-AAF7-32D0-A5C9-843F822BF8CF}"/>
                    </a:ext>
                  </a:extLst>
                </p:cNvPr>
                <p:cNvGrpSpPr/>
                <p:nvPr/>
              </p:nvGrpSpPr>
              <p:grpSpPr>
                <a:xfrm>
                  <a:off x="-3321695" y="5129582"/>
                  <a:ext cx="282064" cy="270561"/>
                  <a:chOff x="-3321695" y="5129582"/>
                  <a:chExt cx="282064" cy="270561"/>
                </a:xfrm>
              </p:grpSpPr>
              <p:grpSp>
                <p:nvGrpSpPr>
                  <p:cNvPr id="121" name="Groep 114">
                    <a:extLst>
                      <a:ext uri="{FF2B5EF4-FFF2-40B4-BE49-F238E27FC236}">
                        <a16:creationId xmlns:a16="http://schemas.microsoft.com/office/drawing/2014/main" id="{FC39A2E5-3D99-8DFE-CF63-61EFCE7B56B5}"/>
                      </a:ext>
                    </a:extLst>
                  </p:cNvPr>
                  <p:cNvGrpSpPr/>
                  <p:nvPr/>
                </p:nvGrpSpPr>
                <p:grpSpPr>
                  <a:xfrm>
                    <a:off x="-3321695" y="5129582"/>
                    <a:ext cx="282064" cy="270561"/>
                    <a:chOff x="-3321695" y="5129582"/>
                    <a:chExt cx="282064" cy="270561"/>
                  </a:xfrm>
                </p:grpSpPr>
                <p:sp>
                  <p:nvSpPr>
                    <p:cNvPr id="122" name="Rechthoek 117">
                      <a:extLst>
                        <a:ext uri="{FF2B5EF4-FFF2-40B4-BE49-F238E27FC236}">
                          <a16:creationId xmlns:a16="http://schemas.microsoft.com/office/drawing/2014/main" id="{7281019E-1FC8-643D-F59F-1CC5CDB5C585}"/>
                        </a:ext>
                      </a:extLst>
                    </p:cNvPr>
                    <p:cNvSpPr/>
                    <p:nvPr/>
                  </p:nvSpPr>
                  <p:spPr>
                    <a:xfrm>
                      <a:off x="-3321695" y="5129582"/>
                      <a:ext cx="282064" cy="270561"/>
                    </a:xfrm>
                    <a:prstGeom prst="rect">
                      <a:avLst/>
                    </a:prstGeom>
                    <a:noFill/>
                    <a:ln w="12701" cap="flat">
                      <a:solidFill>
                        <a:srgbClr val="818181"/>
                      </a:solidFill>
                      <a:custDash>
                        <a:ds d="300000" sp="300000"/>
                      </a:custDash>
                      <a:miter/>
                    </a:ln>
                  </p:spPr>
                  <p:txBody>
                    <a:bodyPr vert="horz" wrap="square" lIns="107999"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800" b="0" i="0" u="none" strike="noStrike" kern="1200" cap="none" spc="0" baseline="0">
                        <a:solidFill>
                          <a:srgbClr val="211F26"/>
                        </a:solidFill>
                        <a:uFillTx/>
                        <a:latin typeface="Calibri" pitchFamily="34"/>
                        <a:cs typeface="Calibri" pitchFamily="34"/>
                      </a:endParaRPr>
                    </a:p>
                  </p:txBody>
                </p:sp>
                <p:sp>
                  <p:nvSpPr>
                    <p:cNvPr id="123" name="Rechthoek 118">
                      <a:extLst>
                        <a:ext uri="{FF2B5EF4-FFF2-40B4-BE49-F238E27FC236}">
                          <a16:creationId xmlns:a16="http://schemas.microsoft.com/office/drawing/2014/main" id="{AB3517C5-B5F7-C6DE-684E-62437D8E5529}"/>
                        </a:ext>
                      </a:extLst>
                    </p:cNvPr>
                    <p:cNvSpPr/>
                    <p:nvPr/>
                  </p:nvSpPr>
                  <p:spPr>
                    <a:xfrm>
                      <a:off x="-3321695" y="5129582"/>
                      <a:ext cx="166237" cy="163814"/>
                    </a:xfrm>
                    <a:prstGeom prst="rect">
                      <a:avLst/>
                    </a:prstGeom>
                    <a:solidFill>
                      <a:srgbClr val="FFFFFF"/>
                    </a:solidFill>
                    <a:ln w="12701" cap="flat">
                      <a:solidFill>
                        <a:srgbClr val="818181"/>
                      </a:solidFill>
                      <a:prstDash val="solid"/>
                      <a:miter/>
                    </a:ln>
                  </p:spPr>
                  <p:txBody>
                    <a:bodyPr vert="horz" wrap="square" lIns="107999"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800" b="0" i="0" u="none" strike="noStrike" kern="1200" cap="none" spc="0" baseline="0">
                        <a:solidFill>
                          <a:srgbClr val="211F26"/>
                        </a:solidFill>
                        <a:uFillTx/>
                        <a:latin typeface="Calibri" pitchFamily="34"/>
                        <a:cs typeface="Calibri" pitchFamily="34"/>
                      </a:endParaRPr>
                    </a:p>
                  </p:txBody>
                </p:sp>
                <p:sp>
                  <p:nvSpPr>
                    <p:cNvPr id="124" name="Ovaal 119">
                      <a:extLst>
                        <a:ext uri="{FF2B5EF4-FFF2-40B4-BE49-F238E27FC236}">
                          <a16:creationId xmlns:a16="http://schemas.microsoft.com/office/drawing/2014/main" id="{598C2145-64EA-2D3D-4AF5-3AD08722A6D7}"/>
                        </a:ext>
                      </a:extLst>
                    </p:cNvPr>
                    <p:cNvSpPr/>
                    <p:nvPr/>
                  </p:nvSpPr>
                  <p:spPr>
                    <a:xfrm>
                      <a:off x="-3220425" y="5150275"/>
                      <a:ext cx="45866" cy="45866"/>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ECC679"/>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pic>
                <p:nvPicPr>
                  <p:cNvPr id="125" name="Afbeelding 115">
                    <a:extLst>
                      <a:ext uri="{FF2B5EF4-FFF2-40B4-BE49-F238E27FC236}">
                        <a16:creationId xmlns:a16="http://schemas.microsoft.com/office/drawing/2014/main" id="{1073D243-33CC-4712-51FA-C46B039532E2}"/>
                      </a:ext>
                    </a:extLst>
                  </p:cNvPr>
                  <p:cNvPicPr>
                    <a:picLocks noChangeAspect="1"/>
                  </p:cNvPicPr>
                  <p:nvPr/>
                </p:nvPicPr>
                <p:blipFill>
                  <a:blip r:embed="rId5"/>
                  <a:stretch>
                    <a:fillRect/>
                  </a:stretch>
                </p:blipFill>
                <p:spPr>
                  <a:xfrm>
                    <a:off x="-3313822" y="5196224"/>
                    <a:ext cx="110157" cy="89099"/>
                  </a:xfrm>
                  <a:prstGeom prst="rect">
                    <a:avLst/>
                  </a:prstGeom>
                  <a:noFill/>
                  <a:ln>
                    <a:noFill/>
                  </a:ln>
                </p:spPr>
              </p:pic>
              <p:pic>
                <p:nvPicPr>
                  <p:cNvPr id="126" name="Afbeelding 116">
                    <a:extLst>
                      <a:ext uri="{FF2B5EF4-FFF2-40B4-BE49-F238E27FC236}">
                        <a16:creationId xmlns:a16="http://schemas.microsoft.com/office/drawing/2014/main" id="{A00D60A2-97BC-DFE0-04D4-73F49D27470C}"/>
                      </a:ext>
                    </a:extLst>
                  </p:cNvPr>
                  <p:cNvPicPr>
                    <a:picLocks noChangeAspect="1"/>
                  </p:cNvPicPr>
                  <p:nvPr/>
                </p:nvPicPr>
                <p:blipFill>
                  <a:blip r:embed="rId5"/>
                  <a:stretch>
                    <a:fillRect/>
                  </a:stretch>
                </p:blipFill>
                <p:spPr>
                  <a:xfrm flipH="1">
                    <a:off x="-3270424" y="5211650"/>
                    <a:ext cx="110157" cy="70801"/>
                  </a:xfrm>
                  <a:prstGeom prst="rect">
                    <a:avLst/>
                  </a:prstGeom>
                  <a:noFill/>
                  <a:ln>
                    <a:noFill/>
                  </a:ln>
                </p:spPr>
              </p:pic>
            </p:grpSp>
            <p:grpSp>
              <p:nvGrpSpPr>
                <p:cNvPr id="127" name="Groep 108">
                  <a:extLst>
                    <a:ext uri="{FF2B5EF4-FFF2-40B4-BE49-F238E27FC236}">
                      <a16:creationId xmlns:a16="http://schemas.microsoft.com/office/drawing/2014/main" id="{E046F153-006B-95E5-94FE-81CB0F8C2A4D}"/>
                    </a:ext>
                  </a:extLst>
                </p:cNvPr>
                <p:cNvGrpSpPr/>
                <p:nvPr/>
              </p:nvGrpSpPr>
              <p:grpSpPr>
                <a:xfrm>
                  <a:off x="-3102203" y="5335871"/>
                  <a:ext cx="99597" cy="100035"/>
                  <a:chOff x="-3102203" y="5335871"/>
                  <a:chExt cx="99597" cy="100035"/>
                </a:xfrm>
              </p:grpSpPr>
              <p:sp>
                <p:nvSpPr>
                  <p:cNvPr id="128" name="Rechthoek 112">
                    <a:extLst>
                      <a:ext uri="{FF2B5EF4-FFF2-40B4-BE49-F238E27FC236}">
                        <a16:creationId xmlns:a16="http://schemas.microsoft.com/office/drawing/2014/main" id="{704EEB26-659D-0C31-4DCF-9B992ADBC45C}"/>
                      </a:ext>
                    </a:extLst>
                  </p:cNvPr>
                  <p:cNvSpPr/>
                  <p:nvPr/>
                </p:nvSpPr>
                <p:spPr>
                  <a:xfrm>
                    <a:off x="-3102202" y="5335871"/>
                    <a:ext cx="99596" cy="19385"/>
                  </a:xfrm>
                  <a:prstGeom prst="rect">
                    <a:avLst/>
                  </a:prstGeom>
                  <a:solidFill>
                    <a:srgbClr val="81818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129" name="Rechthoek 113">
                    <a:extLst>
                      <a:ext uri="{FF2B5EF4-FFF2-40B4-BE49-F238E27FC236}">
                        <a16:creationId xmlns:a16="http://schemas.microsoft.com/office/drawing/2014/main" id="{69B96F9D-B11F-AC92-892D-1D2B7A129EC9}"/>
                      </a:ext>
                    </a:extLst>
                  </p:cNvPr>
                  <p:cNvSpPr/>
                  <p:nvPr/>
                </p:nvSpPr>
                <p:spPr>
                  <a:xfrm rot="5400013">
                    <a:off x="-3142308" y="5376415"/>
                    <a:ext cx="99596" cy="19385"/>
                  </a:xfrm>
                  <a:prstGeom prst="rect">
                    <a:avLst/>
                  </a:prstGeom>
                  <a:solidFill>
                    <a:srgbClr val="81818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grpSp>
              <p:nvGrpSpPr>
                <p:cNvPr id="130" name="Groep 109">
                  <a:extLst>
                    <a:ext uri="{FF2B5EF4-FFF2-40B4-BE49-F238E27FC236}">
                      <a16:creationId xmlns:a16="http://schemas.microsoft.com/office/drawing/2014/main" id="{0D3EFD9A-EB0D-DE0B-3D9C-B3D83B17ACB0}"/>
                    </a:ext>
                  </a:extLst>
                </p:cNvPr>
                <p:cNvGrpSpPr/>
                <p:nvPr/>
              </p:nvGrpSpPr>
              <p:grpSpPr>
                <a:xfrm>
                  <a:off x="-3130969" y="5308806"/>
                  <a:ext cx="99597" cy="100024"/>
                  <a:chOff x="-3130969" y="5308806"/>
                  <a:chExt cx="99597" cy="100024"/>
                </a:xfrm>
              </p:grpSpPr>
              <p:sp>
                <p:nvSpPr>
                  <p:cNvPr id="131" name="Rechthoek 110">
                    <a:extLst>
                      <a:ext uri="{FF2B5EF4-FFF2-40B4-BE49-F238E27FC236}">
                        <a16:creationId xmlns:a16="http://schemas.microsoft.com/office/drawing/2014/main" id="{1E4DA2C9-CD69-E0B4-C64E-54F3CC582B8E}"/>
                      </a:ext>
                    </a:extLst>
                  </p:cNvPr>
                  <p:cNvSpPr/>
                  <p:nvPr/>
                </p:nvSpPr>
                <p:spPr>
                  <a:xfrm rot="10799991">
                    <a:off x="-3130969" y="5389445"/>
                    <a:ext cx="99596" cy="19385"/>
                  </a:xfrm>
                  <a:prstGeom prst="rect">
                    <a:avLst/>
                  </a:prstGeom>
                  <a:solidFill>
                    <a:srgbClr val="81818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132" name="Rechthoek 111">
                    <a:extLst>
                      <a:ext uri="{FF2B5EF4-FFF2-40B4-BE49-F238E27FC236}">
                        <a16:creationId xmlns:a16="http://schemas.microsoft.com/office/drawing/2014/main" id="{063650B6-D045-B176-4A21-69F372E95F82}"/>
                      </a:ext>
                    </a:extLst>
                  </p:cNvPr>
                  <p:cNvSpPr/>
                  <p:nvPr/>
                </p:nvSpPr>
                <p:spPr>
                  <a:xfrm rot="16200004">
                    <a:off x="-3090862" y="5348911"/>
                    <a:ext cx="99596" cy="19385"/>
                  </a:xfrm>
                  <a:prstGeom prst="rect">
                    <a:avLst/>
                  </a:prstGeom>
                  <a:solidFill>
                    <a:srgbClr val="81818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grpSp>
          <p:sp>
            <p:nvSpPr>
              <p:cNvPr id="133" name="Rechthoek 105">
                <a:extLst>
                  <a:ext uri="{FF2B5EF4-FFF2-40B4-BE49-F238E27FC236}">
                    <a16:creationId xmlns:a16="http://schemas.microsoft.com/office/drawing/2014/main" id="{D367E2B7-5597-CCA9-A7AE-A9208358E464}"/>
                  </a:ext>
                </a:extLst>
              </p:cNvPr>
              <p:cNvSpPr/>
              <p:nvPr/>
            </p:nvSpPr>
            <p:spPr>
              <a:xfrm>
                <a:off x="-3426805" y="5461967"/>
                <a:ext cx="514285" cy="110084"/>
              </a:xfrm>
              <a:prstGeom prst="rect">
                <a:avLst/>
              </a:prstGeom>
              <a:noFill/>
              <a:ln>
                <a:noFill/>
                <a:prstDash val="solid"/>
              </a:ln>
            </p:spPr>
            <p:txBody>
              <a:bodyPr vert="horz" wrap="square" lIns="0" tIns="0" rIns="0" bIns="0"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900" b="0" i="0" u="none" strike="noStrike" kern="1200" cap="none" spc="0" baseline="0">
                    <a:solidFill>
                      <a:srgbClr val="211F26"/>
                    </a:solidFill>
                    <a:uFillTx/>
                    <a:latin typeface="Calibri" pitchFamily="34"/>
                    <a:cs typeface="Calibri" pitchFamily="34"/>
                  </a:rPr>
                  <a:t>Crop</a:t>
                </a:r>
              </a:p>
            </p:txBody>
          </p:sp>
          <p:sp>
            <p:nvSpPr>
              <p:cNvPr id="134" name="Gelijkbenige driehoek 106">
                <a:extLst>
                  <a:ext uri="{FF2B5EF4-FFF2-40B4-BE49-F238E27FC236}">
                    <a16:creationId xmlns:a16="http://schemas.microsoft.com/office/drawing/2014/main" id="{BCAC2A6F-652C-93F7-CE37-63BAC09AEE17}"/>
                  </a:ext>
                </a:extLst>
              </p:cNvPr>
              <p:cNvSpPr/>
              <p:nvPr/>
            </p:nvSpPr>
            <p:spPr>
              <a:xfrm rot="10799991">
                <a:off x="-3199339" y="5601193"/>
                <a:ext cx="59335" cy="34930"/>
              </a:xfrm>
              <a:custGeom>
                <a:avLst>
                  <a:gd name="f8" fmla="val 50000"/>
                </a:avLst>
                <a:gdLst>
                  <a:gd name="f1" fmla="val 10800000"/>
                  <a:gd name="f2" fmla="val 5400000"/>
                  <a:gd name="f3" fmla="val 180"/>
                  <a:gd name="f4" fmla="val w"/>
                  <a:gd name="f5" fmla="val h"/>
                  <a:gd name="f6" fmla="val ss"/>
                  <a:gd name="f7" fmla="val 0"/>
                  <a:gd name="f8" fmla="val 50000"/>
                  <a:gd name="f9" fmla="+- 0 0 -360"/>
                  <a:gd name="f10" fmla="+- 0 0 -270"/>
                  <a:gd name="f11" fmla="+- 0 0 -180"/>
                  <a:gd name="f12" fmla="+- 0 0 -90"/>
                  <a:gd name="f13" fmla="abs f4"/>
                  <a:gd name="f14" fmla="abs f5"/>
                  <a:gd name="f15" fmla="abs f6"/>
                  <a:gd name="f16" fmla="val f7"/>
                  <a:gd name="f17" fmla="val f8"/>
                  <a:gd name="f18" fmla="*/ f9 f1 1"/>
                  <a:gd name="f19" fmla="*/ f10 f1 1"/>
                  <a:gd name="f20" fmla="*/ f11 f1 1"/>
                  <a:gd name="f21" fmla="*/ f12 f1 1"/>
                  <a:gd name="f22" fmla="?: f13 f4 1"/>
                  <a:gd name="f23" fmla="?: f14 f5 1"/>
                  <a:gd name="f24" fmla="?: f15 f6 1"/>
                  <a:gd name="f25" fmla="*/ f18 1 f3"/>
                  <a:gd name="f26" fmla="*/ f19 1 f3"/>
                  <a:gd name="f27" fmla="*/ f20 1 f3"/>
                  <a:gd name="f28" fmla="*/ f21 1 f3"/>
                  <a:gd name="f29" fmla="*/ f22 1 21600"/>
                  <a:gd name="f30" fmla="*/ f23 1 21600"/>
                  <a:gd name="f31" fmla="*/ 21600 f22 1"/>
                  <a:gd name="f32" fmla="*/ 21600 f23 1"/>
                  <a:gd name="f33" fmla="+- f25 0 f2"/>
                  <a:gd name="f34" fmla="+- f26 0 f2"/>
                  <a:gd name="f35" fmla="+- f27 0 f2"/>
                  <a:gd name="f36" fmla="+- f28 0 f2"/>
                  <a:gd name="f37" fmla="min f30 f29"/>
                  <a:gd name="f38" fmla="*/ f31 1 f24"/>
                  <a:gd name="f39" fmla="*/ f32 1 f24"/>
                  <a:gd name="f40" fmla="val f38"/>
                  <a:gd name="f41" fmla="val f39"/>
                  <a:gd name="f42" fmla="*/ f16 f37 1"/>
                  <a:gd name="f43" fmla="+- f41 0 f16"/>
                  <a:gd name="f44" fmla="+- f40 0 f16"/>
                  <a:gd name="f45" fmla="*/ f41 f37 1"/>
                  <a:gd name="f46" fmla="*/ f40 f37 1"/>
                  <a:gd name="f47" fmla="*/ f43 1 2"/>
                  <a:gd name="f48" fmla="*/ f44 1 2"/>
                  <a:gd name="f49" fmla="*/ f44 f17 1"/>
                  <a:gd name="f50" fmla="+- f16 f47 0"/>
                  <a:gd name="f51" fmla="*/ f49 1 200000"/>
                  <a:gd name="f52" fmla="*/ f49 1 100000"/>
                  <a:gd name="f53" fmla="+- f51 f48 0"/>
                  <a:gd name="f54" fmla="*/ f51 f37 1"/>
                  <a:gd name="f55" fmla="*/ f50 f37 1"/>
                  <a:gd name="f56" fmla="*/ f52 f37 1"/>
                  <a:gd name="f57" fmla="*/ f53 f37 1"/>
                </a:gdLst>
                <a:ahLst/>
                <a:cxnLst>
                  <a:cxn ang="3cd4">
                    <a:pos x="hc" y="t"/>
                  </a:cxn>
                  <a:cxn ang="0">
                    <a:pos x="r" y="vc"/>
                  </a:cxn>
                  <a:cxn ang="cd4">
                    <a:pos x="hc" y="b"/>
                  </a:cxn>
                  <a:cxn ang="cd2">
                    <a:pos x="l" y="vc"/>
                  </a:cxn>
                  <a:cxn ang="f33">
                    <a:pos x="f56" y="f42"/>
                  </a:cxn>
                  <a:cxn ang="f34">
                    <a:pos x="f54" y="f55"/>
                  </a:cxn>
                  <a:cxn ang="f35">
                    <a:pos x="f42" y="f45"/>
                  </a:cxn>
                  <a:cxn ang="f35">
                    <a:pos x="f56" y="f45"/>
                  </a:cxn>
                  <a:cxn ang="f35">
                    <a:pos x="f46" y="f45"/>
                  </a:cxn>
                  <a:cxn ang="f36">
                    <a:pos x="f57" y="f55"/>
                  </a:cxn>
                </a:cxnLst>
                <a:rect l="f54" t="f55" r="f57" b="f45"/>
                <a:pathLst>
                  <a:path>
                    <a:moveTo>
                      <a:pt x="f42" y="f45"/>
                    </a:moveTo>
                    <a:lnTo>
                      <a:pt x="f56" y="f42"/>
                    </a:lnTo>
                    <a:lnTo>
                      <a:pt x="f46" y="f45"/>
                    </a:lnTo>
                    <a:close/>
                  </a:path>
                </a:pathLst>
              </a:custGeom>
              <a:solidFill>
                <a:srgbClr val="81818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sp>
          <p:nvSpPr>
            <p:cNvPr id="135" name="Ovaal 94">
              <a:extLst>
                <a:ext uri="{FF2B5EF4-FFF2-40B4-BE49-F238E27FC236}">
                  <a16:creationId xmlns:a16="http://schemas.microsoft.com/office/drawing/2014/main" id="{631F5D56-FD05-73D0-606B-49CC2AF14532}"/>
                </a:ext>
              </a:extLst>
            </p:cNvPr>
            <p:cNvSpPr/>
            <p:nvPr/>
          </p:nvSpPr>
          <p:spPr>
            <a:xfrm>
              <a:off x="-3603586" y="1811179"/>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2</a:t>
              </a:r>
            </a:p>
          </p:txBody>
        </p:sp>
        <p:sp>
          <p:nvSpPr>
            <p:cNvPr id="136" name="Rechthoek 95">
              <a:extLst>
                <a:ext uri="{FF2B5EF4-FFF2-40B4-BE49-F238E27FC236}">
                  <a16:creationId xmlns:a16="http://schemas.microsoft.com/office/drawing/2014/main" id="{32BADCF8-6562-22F7-9469-54F37E1B5521}"/>
                </a:ext>
              </a:extLst>
            </p:cNvPr>
            <p:cNvSpPr/>
            <p:nvPr/>
          </p:nvSpPr>
          <p:spPr>
            <a:xfrm>
              <a:off x="-3319418" y="1811188"/>
              <a:ext cx="2944678" cy="326340"/>
            </a:xfrm>
            <a:prstGeom prst="rect">
              <a:avLst/>
            </a:prstGeom>
            <a:noFill/>
            <a:ln>
              <a:noFill/>
              <a:prstDash val="solid"/>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0" i="0" u="none" strike="noStrike" kern="0" cap="none" spc="0" baseline="0">
                  <a:solidFill>
                    <a:srgbClr val="000000"/>
                  </a:solidFill>
                  <a:uFillTx/>
                  <a:latin typeface="Calibri" pitchFamily="34"/>
                  <a:cs typeface="Calibri" pitchFamily="34"/>
                </a:rPr>
                <a:t>Select the preferred category and image</a:t>
              </a:r>
              <a:br>
                <a:rPr lang="en-GB" sz="1200" b="0" i="0" u="none" strike="noStrike" kern="0" cap="none" spc="0" baseline="0">
                  <a:solidFill>
                    <a:srgbClr val="000000"/>
                  </a:solidFill>
                  <a:uFillTx/>
                  <a:latin typeface="Calibri" pitchFamily="34"/>
                  <a:cs typeface="Calibri" pitchFamily="34"/>
                </a:rPr>
              </a:br>
              <a:r>
                <a:rPr lang="en-GB" sz="1200" b="0" i="0" u="none" strike="noStrike" kern="0" cap="none" spc="0" baseline="0">
                  <a:solidFill>
                    <a:srgbClr val="000000"/>
                  </a:solidFill>
                  <a:uFillTx/>
                  <a:latin typeface="Calibri" pitchFamily="34"/>
                  <a:cs typeface="Calibri" pitchFamily="34"/>
                </a:rPr>
                <a:t>and click on  </a:t>
              </a:r>
              <a:r>
                <a:rPr lang="en-GB" sz="1200" b="1" i="0" u="none" strike="noStrike" kern="0" cap="none" spc="0" baseline="0">
                  <a:solidFill>
                    <a:srgbClr val="000000"/>
                  </a:solidFill>
                  <a:uFillTx/>
                  <a:latin typeface="Calibri" pitchFamily="34"/>
                  <a:cs typeface="Calibri" pitchFamily="34"/>
                </a:rPr>
                <a:t>‘Insert’</a:t>
              </a:r>
              <a:r>
                <a:rPr lang="en-GB" sz="1200" b="0" i="0" u="none" strike="noStrike" kern="0" cap="none" spc="0" baseline="0">
                  <a:solidFill>
                    <a:srgbClr val="000000"/>
                  </a:solidFill>
                  <a:uFillTx/>
                  <a:latin typeface="Calibri" pitchFamily="34"/>
                  <a:cs typeface="Calibri" pitchFamily="34"/>
                </a:rPr>
                <a:t>.</a:t>
              </a:r>
            </a:p>
          </p:txBody>
        </p:sp>
        <p:sp>
          <p:nvSpPr>
            <p:cNvPr id="137" name="Rechthoek 96">
              <a:extLst>
                <a:ext uri="{FF2B5EF4-FFF2-40B4-BE49-F238E27FC236}">
                  <a16:creationId xmlns:a16="http://schemas.microsoft.com/office/drawing/2014/main" id="{13E3AC9A-5E42-3338-BEA0-83BADAF3530D}"/>
                </a:ext>
              </a:extLst>
            </p:cNvPr>
            <p:cNvSpPr/>
            <p:nvPr/>
          </p:nvSpPr>
          <p:spPr>
            <a:xfrm>
              <a:off x="-3319418" y="2245757"/>
              <a:ext cx="825502" cy="209553"/>
            </a:xfrm>
            <a:prstGeom prst="rect">
              <a:avLst/>
            </a:prstGeom>
            <a:solidFill>
              <a:srgbClr val="1FF524"/>
            </a:solidFill>
            <a:ln>
              <a:noFill/>
              <a:prstDash val="solid"/>
            </a:ln>
          </p:spPr>
          <p:txBody>
            <a:bodyPr vert="horz" wrap="square" lIns="0" tIns="0" rIns="0" bIns="0"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000" b="1" i="0" u="none" strike="noStrike" kern="1200" cap="none" spc="0" baseline="0">
                  <a:solidFill>
                    <a:srgbClr val="211F26"/>
                  </a:solidFill>
                  <a:uFillTx/>
                  <a:latin typeface="Calibri" pitchFamily="34"/>
                  <a:cs typeface="Calibri" pitchFamily="34"/>
                </a:rPr>
                <a:t>Insert</a:t>
              </a:r>
            </a:p>
          </p:txBody>
        </p:sp>
        <p:grpSp>
          <p:nvGrpSpPr>
            <p:cNvPr id="138" name="Groep 97">
              <a:extLst>
                <a:ext uri="{FF2B5EF4-FFF2-40B4-BE49-F238E27FC236}">
                  <a16:creationId xmlns:a16="http://schemas.microsoft.com/office/drawing/2014/main" id="{2424E204-709D-0C63-73A5-5805A8EB5E53}"/>
                </a:ext>
              </a:extLst>
            </p:cNvPr>
            <p:cNvGrpSpPr/>
            <p:nvPr/>
          </p:nvGrpSpPr>
          <p:grpSpPr>
            <a:xfrm>
              <a:off x="-3365485" y="1226978"/>
              <a:ext cx="446940" cy="406486"/>
              <a:chOff x="-3365485" y="1226978"/>
              <a:chExt cx="446940" cy="406486"/>
            </a:xfrm>
          </p:grpSpPr>
          <p:grpSp>
            <p:nvGrpSpPr>
              <p:cNvPr id="139" name="Groep 98">
                <a:extLst>
                  <a:ext uri="{FF2B5EF4-FFF2-40B4-BE49-F238E27FC236}">
                    <a16:creationId xmlns:a16="http://schemas.microsoft.com/office/drawing/2014/main" id="{2D961880-24BF-FF9F-ACDB-95ECCCB39F1C}"/>
                  </a:ext>
                </a:extLst>
              </p:cNvPr>
              <p:cNvGrpSpPr/>
              <p:nvPr/>
            </p:nvGrpSpPr>
            <p:grpSpPr>
              <a:xfrm>
                <a:off x="-3285311" y="1226978"/>
                <a:ext cx="284168" cy="246686"/>
                <a:chOff x="-3285311" y="1226978"/>
                <a:chExt cx="284168" cy="246686"/>
              </a:xfrm>
            </p:grpSpPr>
            <p:sp>
              <p:nvSpPr>
                <p:cNvPr id="140" name="Vrije vorm: vorm 100">
                  <a:extLst>
                    <a:ext uri="{FF2B5EF4-FFF2-40B4-BE49-F238E27FC236}">
                      <a16:creationId xmlns:a16="http://schemas.microsoft.com/office/drawing/2014/main" id="{F5F619A3-9039-C147-9134-A6A5AA4494EC}"/>
                    </a:ext>
                  </a:extLst>
                </p:cNvPr>
                <p:cNvSpPr/>
                <p:nvPr/>
              </p:nvSpPr>
              <p:spPr>
                <a:xfrm>
                  <a:off x="-3236719" y="1287612"/>
                  <a:ext cx="47978" cy="47868"/>
                </a:xfrm>
                <a:custGeom>
                  <a:avLst/>
                  <a:gdLst>
                    <a:gd name="f0" fmla="val 10800000"/>
                    <a:gd name="f1" fmla="val 5400000"/>
                    <a:gd name="f2" fmla="val 180"/>
                    <a:gd name="f3" fmla="val w"/>
                    <a:gd name="f4" fmla="val h"/>
                    <a:gd name="f5" fmla="val 0"/>
                    <a:gd name="f6" fmla="val 371475"/>
                    <a:gd name="f7" fmla="val 369094"/>
                    <a:gd name="f8" fmla="val 188119"/>
                    <a:gd name="f9" fmla="val 288068"/>
                    <a:gd name="f10" fmla="val 88169"/>
                    <a:gd name="f11" fmla="val 7144"/>
                    <a:gd name="f12" fmla="+- 0 0 -90"/>
                    <a:gd name="f13" fmla="*/ f3 1 371475"/>
                    <a:gd name="f14" fmla="*/ f4 1 371475"/>
                    <a:gd name="f15" fmla="val f5"/>
                    <a:gd name="f16" fmla="val f6"/>
                    <a:gd name="f17" fmla="*/ f12 f0 1"/>
                    <a:gd name="f18" fmla="+- f16 0 f15"/>
                    <a:gd name="f19" fmla="*/ f17 1 f2"/>
                    <a:gd name="f20" fmla="*/ f18 1 371475"/>
                    <a:gd name="f21" fmla="*/ 369094 f18 1"/>
                    <a:gd name="f22" fmla="*/ 188119 f18 1"/>
                    <a:gd name="f23" fmla="*/ 7144 f18 1"/>
                    <a:gd name="f24" fmla="+- f19 0 f1"/>
                    <a:gd name="f25" fmla="*/ f21 1 371475"/>
                    <a:gd name="f26" fmla="*/ f22 1 371475"/>
                    <a:gd name="f27" fmla="*/ f23 1 371475"/>
                    <a:gd name="f28" fmla="*/ f15 1 f20"/>
                    <a:gd name="f29" fmla="*/ f16 1 f20"/>
                    <a:gd name="f30" fmla="*/ f25 1 f20"/>
                    <a:gd name="f31" fmla="*/ f26 1 f20"/>
                    <a:gd name="f32" fmla="*/ f27 1 f20"/>
                    <a:gd name="f33" fmla="*/ f28 f13 1"/>
                    <a:gd name="f34" fmla="*/ f29 f13 1"/>
                    <a:gd name="f35" fmla="*/ f29 f14 1"/>
                    <a:gd name="f36" fmla="*/ f28 f14 1"/>
                    <a:gd name="f37" fmla="*/ f30 f13 1"/>
                    <a:gd name="f38" fmla="*/ f31 f14 1"/>
                    <a:gd name="f39" fmla="*/ f31 f13 1"/>
                    <a:gd name="f40" fmla="*/ f30 f14 1"/>
                    <a:gd name="f41" fmla="*/ f32 f13 1"/>
                    <a:gd name="f42" fmla="*/ f32 f14 1"/>
                  </a:gdLst>
                  <a:ahLst/>
                  <a:cxnLst>
                    <a:cxn ang="3cd4">
                      <a:pos x="hc" y="t"/>
                    </a:cxn>
                    <a:cxn ang="0">
                      <a:pos x="r" y="vc"/>
                    </a:cxn>
                    <a:cxn ang="cd4">
                      <a:pos x="hc" y="b"/>
                    </a:cxn>
                    <a:cxn ang="cd2">
                      <a:pos x="l" y="vc"/>
                    </a:cxn>
                    <a:cxn ang="f24">
                      <a:pos x="f37" y="f38"/>
                    </a:cxn>
                    <a:cxn ang="f24">
                      <a:pos x="f39" y="f40"/>
                    </a:cxn>
                    <a:cxn ang="f24">
                      <a:pos x="f41" y="f38"/>
                    </a:cxn>
                    <a:cxn ang="f24">
                      <a:pos x="f39" y="f42"/>
                    </a:cxn>
                    <a:cxn ang="f24">
                      <a:pos x="f37" y="f38"/>
                    </a:cxn>
                  </a:cxnLst>
                  <a:rect l="f33" t="f36" r="f34" b="f35"/>
                  <a:pathLst>
                    <a:path w="371475" h="371475">
                      <a:moveTo>
                        <a:pt x="f7" y="f8"/>
                      </a:moveTo>
                      <a:cubicBezTo>
                        <a:pt x="f7" y="f9"/>
                        <a:pt x="f9" y="f7"/>
                        <a:pt x="f8" y="f7"/>
                      </a:cubicBezTo>
                      <a:cubicBezTo>
                        <a:pt x="f10" y="f7"/>
                        <a:pt x="f11" y="f9"/>
                        <a:pt x="f11" y="f8"/>
                      </a:cubicBezTo>
                      <a:cubicBezTo>
                        <a:pt x="f11" y="f10"/>
                        <a:pt x="f10" y="f11"/>
                        <a:pt x="f8" y="f11"/>
                      </a:cubicBezTo>
                      <a:cubicBezTo>
                        <a:pt x="f9" y="f11"/>
                        <a:pt x="f7" y="f10"/>
                        <a:pt x="f7" y="f8"/>
                      </a:cubicBezTo>
                      <a:close/>
                    </a:path>
                  </a:pathLst>
                </a:custGeom>
                <a:solidFill>
                  <a:srgbClr val="1FF524"/>
                </a:solidFill>
                <a:ln>
                  <a:noFill/>
                  <a:prstDash val="solid"/>
                </a:ln>
              </p:spPr>
              <p:txBody>
                <a:bodyPr vert="horz" wrap="square" lIns="91440" tIns="45720" rIns="91440" bIns="45720" anchor="ctr"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7200" b="0" i="0" u="none" strike="noStrike" kern="1200" cap="none" spc="0" baseline="0">
                    <a:solidFill>
                      <a:srgbClr val="211F26"/>
                    </a:solidFill>
                    <a:uFillTx/>
                    <a:latin typeface="Arial"/>
                  </a:endParaRPr>
                </a:p>
              </p:txBody>
            </p:sp>
            <p:grpSp>
              <p:nvGrpSpPr>
                <p:cNvPr id="141" name="Groep 101">
                  <a:extLst>
                    <a:ext uri="{FF2B5EF4-FFF2-40B4-BE49-F238E27FC236}">
                      <a16:creationId xmlns:a16="http://schemas.microsoft.com/office/drawing/2014/main" id="{37945E12-35B9-0C23-E6D4-CB60272A2FEF}"/>
                    </a:ext>
                  </a:extLst>
                </p:cNvPr>
                <p:cNvGrpSpPr/>
                <p:nvPr/>
              </p:nvGrpSpPr>
              <p:grpSpPr>
                <a:xfrm>
                  <a:off x="-3285311" y="1226978"/>
                  <a:ext cx="284168" cy="246686"/>
                  <a:chOff x="-3285311" y="1226978"/>
                  <a:chExt cx="284168" cy="246686"/>
                </a:xfrm>
              </p:grpSpPr>
              <p:sp>
                <p:nvSpPr>
                  <p:cNvPr id="142" name="Vrije vorm: vorm 102">
                    <a:extLst>
                      <a:ext uri="{FF2B5EF4-FFF2-40B4-BE49-F238E27FC236}">
                        <a16:creationId xmlns:a16="http://schemas.microsoft.com/office/drawing/2014/main" id="{8A3A4724-03BE-53C6-8463-89CB01B9F217}"/>
                      </a:ext>
                    </a:extLst>
                  </p:cNvPr>
                  <p:cNvSpPr/>
                  <p:nvPr/>
                </p:nvSpPr>
                <p:spPr>
                  <a:xfrm>
                    <a:off x="-3285311" y="1226978"/>
                    <a:ext cx="284168" cy="246686"/>
                  </a:xfrm>
                  <a:custGeom>
                    <a:avLst/>
                    <a:gdLst>
                      <a:gd name="f0" fmla="val 10800000"/>
                      <a:gd name="f1" fmla="val 5400000"/>
                      <a:gd name="f2" fmla="val 180"/>
                      <a:gd name="f3" fmla="val w"/>
                      <a:gd name="f4" fmla="val h"/>
                      <a:gd name="f5" fmla="val 0"/>
                      <a:gd name="f6" fmla="val 2200275"/>
                      <a:gd name="f7" fmla="val 1914525"/>
                      <a:gd name="f8" fmla="val 7144"/>
                      <a:gd name="f9" fmla="val 245269"/>
                      <a:gd name="f10" fmla="val 432911"/>
                      <a:gd name="f11" fmla="val 1959769"/>
                      <a:gd name="f12" fmla="val 1674019"/>
                      <a:gd name="f13" fmla="val 350044"/>
                      <a:gd name="f14" fmla="val 1912144"/>
                      <a:gd name="f15" fmla="val 2197894"/>
                      <a:gd name="f16" fmla="+- 0 0 -90"/>
                      <a:gd name="f17" fmla="*/ f3 1 2200275"/>
                      <a:gd name="f18" fmla="*/ f4 1 1914525"/>
                      <a:gd name="f19" fmla="val f5"/>
                      <a:gd name="f20" fmla="val f6"/>
                      <a:gd name="f21" fmla="val f7"/>
                      <a:gd name="f22" fmla="*/ f16 f0 1"/>
                      <a:gd name="f23" fmla="+- f21 0 f19"/>
                      <a:gd name="f24" fmla="+- f20 0 f19"/>
                      <a:gd name="f25" fmla="*/ f22 1 f2"/>
                      <a:gd name="f26" fmla="*/ f24 1 2200275"/>
                      <a:gd name="f27" fmla="*/ f23 1 1914525"/>
                      <a:gd name="f28" fmla="*/ 7144 f24 1"/>
                      <a:gd name="f29" fmla="*/ 7144 f23 1"/>
                      <a:gd name="f30" fmla="*/ 245269 f23 1"/>
                      <a:gd name="f31" fmla="*/ 432911 f24 1"/>
                      <a:gd name="f32" fmla="*/ 1959769 f24 1"/>
                      <a:gd name="f33" fmla="*/ 1674019 f23 1"/>
                      <a:gd name="f34" fmla="*/ 245269 f24 1"/>
                      <a:gd name="f35" fmla="*/ 350044 f23 1"/>
                      <a:gd name="f36" fmla="*/ 1912144 f23 1"/>
                      <a:gd name="f37" fmla="*/ 2197894 f24 1"/>
                      <a:gd name="f38" fmla="+- f25 0 f1"/>
                      <a:gd name="f39" fmla="*/ f28 1 2200275"/>
                      <a:gd name="f40" fmla="*/ f29 1 1914525"/>
                      <a:gd name="f41" fmla="*/ f30 1 1914525"/>
                      <a:gd name="f42" fmla="*/ f31 1 2200275"/>
                      <a:gd name="f43" fmla="*/ f32 1 2200275"/>
                      <a:gd name="f44" fmla="*/ f33 1 1914525"/>
                      <a:gd name="f45" fmla="*/ f34 1 2200275"/>
                      <a:gd name="f46" fmla="*/ f35 1 1914525"/>
                      <a:gd name="f47" fmla="*/ f36 1 1914525"/>
                      <a:gd name="f48" fmla="*/ f37 1 2200275"/>
                      <a:gd name="f49" fmla="*/ f19 1 f26"/>
                      <a:gd name="f50" fmla="*/ f20 1 f26"/>
                      <a:gd name="f51" fmla="*/ f19 1 f27"/>
                      <a:gd name="f52" fmla="*/ f21 1 f27"/>
                      <a:gd name="f53" fmla="*/ f39 1 f26"/>
                      <a:gd name="f54" fmla="*/ f40 1 f27"/>
                      <a:gd name="f55" fmla="*/ f41 1 f27"/>
                      <a:gd name="f56" fmla="*/ f42 1 f26"/>
                      <a:gd name="f57" fmla="*/ f43 1 f26"/>
                      <a:gd name="f58" fmla="*/ f44 1 f27"/>
                      <a:gd name="f59" fmla="*/ f45 1 f26"/>
                      <a:gd name="f60" fmla="*/ f46 1 f27"/>
                      <a:gd name="f61" fmla="*/ f47 1 f27"/>
                      <a:gd name="f62" fmla="*/ f48 1 f26"/>
                      <a:gd name="f63" fmla="*/ f49 f17 1"/>
                      <a:gd name="f64" fmla="*/ f50 f17 1"/>
                      <a:gd name="f65" fmla="*/ f52 f18 1"/>
                      <a:gd name="f66" fmla="*/ f51 f18 1"/>
                      <a:gd name="f67" fmla="*/ f53 f17 1"/>
                      <a:gd name="f68" fmla="*/ f54 f18 1"/>
                      <a:gd name="f69" fmla="*/ f55 f18 1"/>
                      <a:gd name="f70" fmla="*/ f56 f17 1"/>
                      <a:gd name="f71" fmla="*/ f57 f17 1"/>
                      <a:gd name="f72" fmla="*/ f58 f18 1"/>
                      <a:gd name="f73" fmla="*/ f59 f17 1"/>
                      <a:gd name="f74" fmla="*/ f60 f18 1"/>
                      <a:gd name="f75" fmla="*/ f61 f18 1"/>
                      <a:gd name="f76" fmla="*/ f62 f17 1"/>
                    </a:gdLst>
                    <a:ahLst/>
                    <a:cxnLst>
                      <a:cxn ang="3cd4">
                        <a:pos x="hc" y="t"/>
                      </a:cxn>
                      <a:cxn ang="0">
                        <a:pos x="r" y="vc"/>
                      </a:cxn>
                      <a:cxn ang="cd4">
                        <a:pos x="hc" y="b"/>
                      </a:cxn>
                      <a:cxn ang="cd2">
                        <a:pos x="l" y="vc"/>
                      </a:cxn>
                      <a:cxn ang="f38">
                        <a:pos x="f67" y="f68"/>
                      </a:cxn>
                      <a:cxn ang="f38">
                        <a:pos x="f67" y="f69"/>
                      </a:cxn>
                      <a:cxn ang="f38">
                        <a:pos x="f70" y="f69"/>
                      </a:cxn>
                      <a:cxn ang="f38">
                        <a:pos x="f70" y="f69"/>
                      </a:cxn>
                      <a:cxn ang="f38">
                        <a:pos x="f71" y="f69"/>
                      </a:cxn>
                      <a:cxn ang="f38">
                        <a:pos x="f71" y="f72"/>
                      </a:cxn>
                      <a:cxn ang="f38">
                        <a:pos x="f73" y="f72"/>
                      </a:cxn>
                      <a:cxn ang="f38">
                        <a:pos x="f73" y="f74"/>
                      </a:cxn>
                      <a:cxn ang="f38">
                        <a:pos x="f67" y="f74"/>
                      </a:cxn>
                      <a:cxn ang="f38">
                        <a:pos x="f67" y="f75"/>
                      </a:cxn>
                      <a:cxn ang="f38">
                        <a:pos x="f76" y="f75"/>
                      </a:cxn>
                      <a:cxn ang="f38">
                        <a:pos x="f76" y="f68"/>
                      </a:cxn>
                    </a:cxnLst>
                    <a:rect l="f63" t="f66" r="f64" b="f65"/>
                    <a:pathLst>
                      <a:path w="2200275" h="1914525">
                        <a:moveTo>
                          <a:pt x="f8" y="f8"/>
                        </a:moveTo>
                        <a:lnTo>
                          <a:pt x="f8" y="f9"/>
                        </a:lnTo>
                        <a:lnTo>
                          <a:pt x="f10" y="f9"/>
                        </a:lnTo>
                        <a:lnTo>
                          <a:pt x="f10" y="f9"/>
                        </a:lnTo>
                        <a:lnTo>
                          <a:pt x="f11" y="f9"/>
                        </a:lnTo>
                        <a:lnTo>
                          <a:pt x="f11" y="f12"/>
                        </a:lnTo>
                        <a:lnTo>
                          <a:pt x="f9" y="f12"/>
                        </a:lnTo>
                        <a:lnTo>
                          <a:pt x="f9" y="f13"/>
                        </a:lnTo>
                        <a:lnTo>
                          <a:pt x="f8" y="f13"/>
                        </a:lnTo>
                        <a:lnTo>
                          <a:pt x="f8" y="f14"/>
                        </a:lnTo>
                        <a:lnTo>
                          <a:pt x="f15" y="f14"/>
                        </a:lnTo>
                        <a:lnTo>
                          <a:pt x="f15" y="f8"/>
                        </a:lnTo>
                        <a:close/>
                      </a:path>
                    </a:pathLst>
                  </a:custGeom>
                  <a:gradFill>
                    <a:gsLst>
                      <a:gs pos="0">
                        <a:srgbClr val="9D9FA1"/>
                      </a:gs>
                      <a:gs pos="100000">
                        <a:srgbClr val="211F26"/>
                      </a:gs>
                    </a:gsLst>
                    <a:lin ang="2700000"/>
                  </a:gradFill>
                  <a:ln>
                    <a:noFill/>
                    <a:prstDash val="solid"/>
                  </a:ln>
                </p:spPr>
                <p:txBody>
                  <a:bodyPr vert="horz" wrap="square" lIns="91440" tIns="45720" rIns="91440" bIns="45720" anchor="ctr"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7200" b="0" i="0" u="none" strike="noStrike" kern="1200" cap="none" spc="0" baseline="0">
                      <a:solidFill>
                        <a:srgbClr val="211F26"/>
                      </a:solidFill>
                      <a:uFillTx/>
                      <a:latin typeface="Arial"/>
                    </a:endParaRPr>
                  </a:p>
                </p:txBody>
              </p:sp>
              <p:sp>
                <p:nvSpPr>
                  <p:cNvPr id="143" name="Vrije vorm: vorm 103">
                    <a:extLst>
                      <a:ext uri="{FF2B5EF4-FFF2-40B4-BE49-F238E27FC236}">
                        <a16:creationId xmlns:a16="http://schemas.microsoft.com/office/drawing/2014/main" id="{A8D0B497-3D79-BF86-A593-5239DA2EC415}"/>
                      </a:ext>
                    </a:extLst>
                  </p:cNvPr>
                  <p:cNvSpPr/>
                  <p:nvPr/>
                </p:nvSpPr>
                <p:spPr>
                  <a:xfrm>
                    <a:off x="-3236847" y="1303321"/>
                    <a:ext cx="185751" cy="114144"/>
                  </a:xfrm>
                  <a:custGeom>
                    <a:avLst/>
                    <a:gdLst>
                      <a:gd name="f0" fmla="val 10800000"/>
                      <a:gd name="f1" fmla="val 5400000"/>
                      <a:gd name="f2" fmla="val 180"/>
                      <a:gd name="f3" fmla="val w"/>
                      <a:gd name="f4" fmla="val h"/>
                      <a:gd name="f5" fmla="val 0"/>
                      <a:gd name="f6" fmla="val 1438275"/>
                      <a:gd name="f7" fmla="val 885825"/>
                      <a:gd name="f8" fmla="val 1070134"/>
                      <a:gd name="f9" fmla="val 7144"/>
                      <a:gd name="f10" fmla="val 801529"/>
                      <a:gd name="f11" fmla="val 275749"/>
                      <a:gd name="f12" fmla="val 662464"/>
                      <a:gd name="f13" fmla="val 137636"/>
                      <a:gd name="f14" fmla="val 784384"/>
                      <a:gd name="f15" fmla="val 108109"/>
                      <a:gd name="f16" fmla="val 885349"/>
                      <a:gd name="f17" fmla="val 338614"/>
                      <a:gd name="f18" fmla="val 928211"/>
                      <a:gd name="f19" fmla="val 605314"/>
                      <a:gd name="f20" fmla="val 1029176"/>
                      <a:gd name="f21" fmla="val 503396"/>
                      <a:gd name="f22" fmla="val 902494"/>
                      <a:gd name="f23" fmla="val 376714"/>
                      <a:gd name="f24" fmla="val 209074"/>
                      <a:gd name="f25" fmla="val 1337786"/>
                      <a:gd name="f26" fmla="val 480536"/>
                      <a:gd name="f27" fmla="val 1438751"/>
                      <a:gd name="f28" fmla="val 378619"/>
                      <a:gd name="f29" fmla="+- 0 0 -90"/>
                      <a:gd name="f30" fmla="*/ f3 1 1438275"/>
                      <a:gd name="f31" fmla="*/ f4 1 885825"/>
                      <a:gd name="f32" fmla="val f5"/>
                      <a:gd name="f33" fmla="val f6"/>
                      <a:gd name="f34" fmla="val f7"/>
                      <a:gd name="f35" fmla="*/ f29 f0 1"/>
                      <a:gd name="f36" fmla="+- f34 0 f32"/>
                      <a:gd name="f37" fmla="+- f33 0 f32"/>
                      <a:gd name="f38" fmla="*/ f35 1 f2"/>
                      <a:gd name="f39" fmla="*/ f37 1 1438275"/>
                      <a:gd name="f40" fmla="*/ f36 1 885825"/>
                      <a:gd name="f41" fmla="*/ 1070134 f37 1"/>
                      <a:gd name="f42" fmla="*/ 7144 f36 1"/>
                      <a:gd name="f43" fmla="*/ 801529 f37 1"/>
                      <a:gd name="f44" fmla="*/ 275749 f36 1"/>
                      <a:gd name="f45" fmla="*/ 662464 f37 1"/>
                      <a:gd name="f46" fmla="*/ 137636 f36 1"/>
                      <a:gd name="f47" fmla="*/ 7144 f37 1"/>
                      <a:gd name="f48" fmla="*/ 784384 f36 1"/>
                      <a:gd name="f49" fmla="*/ 108109 f37 1"/>
                      <a:gd name="f50" fmla="*/ 885349 f36 1"/>
                      <a:gd name="f51" fmla="*/ 338614 f36 1"/>
                      <a:gd name="f52" fmla="*/ 928211 f37 1"/>
                      <a:gd name="f53" fmla="*/ 605314 f36 1"/>
                      <a:gd name="f54" fmla="*/ 1029176 f37 1"/>
                      <a:gd name="f55" fmla="*/ 503396 f36 1"/>
                      <a:gd name="f56" fmla="*/ 902494 f37 1"/>
                      <a:gd name="f57" fmla="*/ 376714 f36 1"/>
                      <a:gd name="f58" fmla="*/ 209074 f36 1"/>
                      <a:gd name="f59" fmla="*/ 1337786 f37 1"/>
                      <a:gd name="f60" fmla="*/ 480536 f36 1"/>
                      <a:gd name="f61" fmla="*/ 1438751 f37 1"/>
                      <a:gd name="f62" fmla="*/ 378619 f36 1"/>
                      <a:gd name="f63" fmla="+- f38 0 f1"/>
                      <a:gd name="f64" fmla="*/ f41 1 1438275"/>
                      <a:gd name="f65" fmla="*/ f42 1 885825"/>
                      <a:gd name="f66" fmla="*/ f43 1 1438275"/>
                      <a:gd name="f67" fmla="*/ f44 1 885825"/>
                      <a:gd name="f68" fmla="*/ f45 1 1438275"/>
                      <a:gd name="f69" fmla="*/ f46 1 885825"/>
                      <a:gd name="f70" fmla="*/ f47 1 1438275"/>
                      <a:gd name="f71" fmla="*/ f48 1 885825"/>
                      <a:gd name="f72" fmla="*/ f49 1 1438275"/>
                      <a:gd name="f73" fmla="*/ f50 1 885825"/>
                      <a:gd name="f74" fmla="*/ f51 1 885825"/>
                      <a:gd name="f75" fmla="*/ f52 1 1438275"/>
                      <a:gd name="f76" fmla="*/ f53 1 885825"/>
                      <a:gd name="f77" fmla="*/ f54 1 1438275"/>
                      <a:gd name="f78" fmla="*/ f55 1 885825"/>
                      <a:gd name="f79" fmla="*/ f56 1 1438275"/>
                      <a:gd name="f80" fmla="*/ f57 1 885825"/>
                      <a:gd name="f81" fmla="*/ f58 1 885825"/>
                      <a:gd name="f82" fmla="*/ f59 1 1438275"/>
                      <a:gd name="f83" fmla="*/ f60 1 885825"/>
                      <a:gd name="f84" fmla="*/ f61 1 1438275"/>
                      <a:gd name="f85" fmla="*/ f62 1 885825"/>
                      <a:gd name="f86" fmla="*/ f32 1 f39"/>
                      <a:gd name="f87" fmla="*/ f33 1 f39"/>
                      <a:gd name="f88" fmla="*/ f32 1 f40"/>
                      <a:gd name="f89" fmla="*/ f34 1 f40"/>
                      <a:gd name="f90" fmla="*/ f64 1 f39"/>
                      <a:gd name="f91" fmla="*/ f65 1 f40"/>
                      <a:gd name="f92" fmla="*/ f66 1 f39"/>
                      <a:gd name="f93" fmla="*/ f67 1 f40"/>
                      <a:gd name="f94" fmla="*/ f68 1 f39"/>
                      <a:gd name="f95" fmla="*/ f69 1 f40"/>
                      <a:gd name="f96" fmla="*/ f70 1 f39"/>
                      <a:gd name="f97" fmla="*/ f71 1 f40"/>
                      <a:gd name="f98" fmla="*/ f72 1 f39"/>
                      <a:gd name="f99" fmla="*/ f73 1 f40"/>
                      <a:gd name="f100" fmla="*/ f74 1 f40"/>
                      <a:gd name="f101" fmla="*/ f75 1 f39"/>
                      <a:gd name="f102" fmla="*/ f76 1 f40"/>
                      <a:gd name="f103" fmla="*/ f77 1 f39"/>
                      <a:gd name="f104" fmla="*/ f78 1 f40"/>
                      <a:gd name="f105" fmla="*/ f79 1 f39"/>
                      <a:gd name="f106" fmla="*/ f80 1 f40"/>
                      <a:gd name="f107" fmla="*/ f81 1 f40"/>
                      <a:gd name="f108" fmla="*/ f82 1 f39"/>
                      <a:gd name="f109" fmla="*/ f83 1 f40"/>
                      <a:gd name="f110" fmla="*/ f84 1 f39"/>
                      <a:gd name="f111" fmla="*/ f85 1 f40"/>
                      <a:gd name="f112" fmla="*/ f86 f30 1"/>
                      <a:gd name="f113" fmla="*/ f87 f30 1"/>
                      <a:gd name="f114" fmla="*/ f89 f31 1"/>
                      <a:gd name="f115" fmla="*/ f88 f31 1"/>
                      <a:gd name="f116" fmla="*/ f90 f30 1"/>
                      <a:gd name="f117" fmla="*/ f91 f31 1"/>
                      <a:gd name="f118" fmla="*/ f92 f30 1"/>
                      <a:gd name="f119" fmla="*/ f93 f31 1"/>
                      <a:gd name="f120" fmla="*/ f94 f30 1"/>
                      <a:gd name="f121" fmla="*/ f95 f31 1"/>
                      <a:gd name="f122" fmla="*/ f96 f30 1"/>
                      <a:gd name="f123" fmla="*/ f97 f31 1"/>
                      <a:gd name="f124" fmla="*/ f98 f30 1"/>
                      <a:gd name="f125" fmla="*/ f99 f31 1"/>
                      <a:gd name="f126" fmla="*/ f100 f31 1"/>
                      <a:gd name="f127" fmla="*/ f101 f30 1"/>
                      <a:gd name="f128" fmla="*/ f102 f31 1"/>
                      <a:gd name="f129" fmla="*/ f103 f30 1"/>
                      <a:gd name="f130" fmla="*/ f104 f31 1"/>
                      <a:gd name="f131" fmla="*/ f105 f30 1"/>
                      <a:gd name="f132" fmla="*/ f106 f31 1"/>
                      <a:gd name="f133" fmla="*/ f107 f31 1"/>
                      <a:gd name="f134" fmla="*/ f108 f30 1"/>
                      <a:gd name="f135" fmla="*/ f109 f31 1"/>
                      <a:gd name="f136" fmla="*/ f110 f30 1"/>
                      <a:gd name="f137" fmla="*/ f111 f31 1"/>
                    </a:gdLst>
                    <a:ahLst/>
                    <a:cxnLst>
                      <a:cxn ang="3cd4">
                        <a:pos x="hc" y="t"/>
                      </a:cxn>
                      <a:cxn ang="0">
                        <a:pos x="r" y="vc"/>
                      </a:cxn>
                      <a:cxn ang="cd4">
                        <a:pos x="hc" y="b"/>
                      </a:cxn>
                      <a:cxn ang="cd2">
                        <a:pos x="l" y="vc"/>
                      </a:cxn>
                      <a:cxn ang="f63">
                        <a:pos x="f116" y="f117"/>
                      </a:cxn>
                      <a:cxn ang="f63">
                        <a:pos x="f118" y="f119"/>
                      </a:cxn>
                      <a:cxn ang="f63">
                        <a:pos x="f120" y="f121"/>
                      </a:cxn>
                      <a:cxn ang="f63">
                        <a:pos x="f122" y="f123"/>
                      </a:cxn>
                      <a:cxn ang="f63">
                        <a:pos x="f124" y="f125"/>
                      </a:cxn>
                      <a:cxn ang="f63">
                        <a:pos x="f120" y="f126"/>
                      </a:cxn>
                      <a:cxn ang="f63">
                        <a:pos x="f127" y="f128"/>
                      </a:cxn>
                      <a:cxn ang="f63">
                        <a:pos x="f129" y="f130"/>
                      </a:cxn>
                      <a:cxn ang="f63">
                        <a:pos x="f131" y="f132"/>
                      </a:cxn>
                      <a:cxn ang="f63">
                        <a:pos x="f116" y="f133"/>
                      </a:cxn>
                      <a:cxn ang="f63">
                        <a:pos x="f134" y="f135"/>
                      </a:cxn>
                      <a:cxn ang="f63">
                        <a:pos x="f136" y="f137"/>
                      </a:cxn>
                    </a:cxnLst>
                    <a:rect l="f112" t="f115" r="f113" b="f114"/>
                    <a:pathLst>
                      <a:path w="1438275" h="885825">
                        <a:moveTo>
                          <a:pt x="f8" y="f9"/>
                        </a:moveTo>
                        <a:lnTo>
                          <a:pt x="f10" y="f11"/>
                        </a:lnTo>
                        <a:lnTo>
                          <a:pt x="f12" y="f13"/>
                        </a:lnTo>
                        <a:lnTo>
                          <a:pt x="f9" y="f14"/>
                        </a:lnTo>
                        <a:lnTo>
                          <a:pt x="f15" y="f16"/>
                        </a:lnTo>
                        <a:lnTo>
                          <a:pt x="f12" y="f17"/>
                        </a:lnTo>
                        <a:lnTo>
                          <a:pt x="f18" y="f19"/>
                        </a:lnTo>
                        <a:lnTo>
                          <a:pt x="f20" y="f21"/>
                        </a:lnTo>
                        <a:lnTo>
                          <a:pt x="f22" y="f23"/>
                        </a:lnTo>
                        <a:lnTo>
                          <a:pt x="f8" y="f24"/>
                        </a:lnTo>
                        <a:lnTo>
                          <a:pt x="f25" y="f26"/>
                        </a:lnTo>
                        <a:lnTo>
                          <a:pt x="f27" y="f28"/>
                        </a:lnTo>
                        <a:close/>
                      </a:path>
                    </a:pathLst>
                  </a:custGeom>
                  <a:gradFill>
                    <a:gsLst>
                      <a:gs pos="0">
                        <a:srgbClr val="9D9FA1"/>
                      </a:gs>
                      <a:gs pos="100000">
                        <a:srgbClr val="211F26"/>
                      </a:gs>
                    </a:gsLst>
                    <a:lin ang="2700000"/>
                  </a:gradFill>
                  <a:ln>
                    <a:noFill/>
                    <a:prstDash val="solid"/>
                  </a:ln>
                </p:spPr>
                <p:txBody>
                  <a:bodyPr vert="horz" wrap="square" lIns="91440" tIns="45720" rIns="91440" bIns="45720" anchor="ctr"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7200" b="0" i="0" u="none" strike="noStrike" kern="1200" cap="none" spc="0" baseline="0">
                      <a:solidFill>
                        <a:srgbClr val="211F26"/>
                      </a:solidFill>
                      <a:uFillTx/>
                      <a:latin typeface="Arial"/>
                    </a:endParaRPr>
                  </a:p>
                </p:txBody>
              </p:sp>
            </p:grpSp>
          </p:grpSp>
          <p:sp>
            <p:nvSpPr>
              <p:cNvPr id="144" name="Tekstvak 99">
                <a:extLst>
                  <a:ext uri="{FF2B5EF4-FFF2-40B4-BE49-F238E27FC236}">
                    <a16:creationId xmlns:a16="http://schemas.microsoft.com/office/drawing/2014/main" id="{45237320-56ED-8259-441C-231FCBB30BA8}"/>
                  </a:ext>
                </a:extLst>
              </p:cNvPr>
              <p:cNvSpPr txBox="1"/>
              <p:nvPr/>
            </p:nvSpPr>
            <p:spPr>
              <a:xfrm>
                <a:off x="-3365485" y="1489959"/>
                <a:ext cx="446940" cy="143505"/>
              </a:xfrm>
              <a:prstGeom prst="rect">
                <a:avLst/>
              </a:prstGeom>
              <a:noFill/>
              <a:ln>
                <a:noFill/>
              </a:ln>
            </p:spPr>
            <p:txBody>
              <a:bodyPr vert="horz" wrap="square" lIns="0" tIns="18004" rIns="0" bIns="0" anchor="t"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000" b="0" i="0" u="none" strike="noStrike" kern="0" cap="none" spc="0" baseline="0">
                    <a:solidFill>
                      <a:srgbClr val="211F26"/>
                    </a:solidFill>
                    <a:uFillTx/>
                    <a:latin typeface="Calibri" pitchFamily="34"/>
                    <a:cs typeface="Calibri" pitchFamily="34"/>
                  </a:rPr>
                  <a:t>Images</a:t>
                </a:r>
              </a:p>
            </p:txBody>
          </p:sp>
        </p:grpSp>
      </p:grpSp>
    </p:spTree>
    <p:extLst>
      <p:ext uri="{BB962C8B-B14F-4D97-AF65-F5344CB8AC3E}">
        <p14:creationId xmlns:p14="http://schemas.microsoft.com/office/powerpoint/2010/main" val="50927268"/>
      </p:ext>
    </p:extLst>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 (M) + text | dark mode">
    <p:bg>
      <p:bgPr>
        <a:solidFill>
          <a:srgbClr val="0C2340"/>
        </a:solidFill>
        <a:effectLst/>
      </p:bgPr>
    </p:bg>
    <p:spTree>
      <p:nvGrpSpPr>
        <p:cNvPr id="1" name=""/>
        <p:cNvGrpSpPr/>
        <p:nvPr/>
      </p:nvGrpSpPr>
      <p:grpSpPr>
        <a:xfrm>
          <a:off x="0" y="0"/>
          <a:ext cx="0" cy="0"/>
          <a:chOff x="0" y="0"/>
          <a:chExt cx="0" cy="0"/>
        </a:xfrm>
      </p:grpSpPr>
      <p:sp>
        <p:nvSpPr>
          <p:cNvPr id="2" name="Tijdelijke aanduiding voor tekst 18">
            <a:extLst>
              <a:ext uri="{FF2B5EF4-FFF2-40B4-BE49-F238E27FC236}">
                <a16:creationId xmlns:a16="http://schemas.microsoft.com/office/drawing/2014/main" id="{B518F0D4-97FC-82FF-BA9F-7702D0543040}"/>
              </a:ext>
            </a:extLst>
          </p:cNvPr>
          <p:cNvSpPr txBox="1">
            <a:spLocks noGrp="1" noMove="1" noResize="1"/>
          </p:cNvSpPr>
          <p:nvPr>
            <p:ph type="body" idx="4294967295"/>
          </p:nvPr>
        </p:nvSpPr>
        <p:spPr>
          <a:xfrm>
            <a:off x="720364" y="6216740"/>
            <a:ext cx="961198" cy="381597"/>
          </a:xfrm>
          <a:blipFill>
            <a:blip r:embed="rId2">
              <a:extLst>
                <a:ext uri="{96DAC541-7B7A-43D3-8B79-37D633B846F1}">
                  <asvg:svgBlip xmlns:asvg="http://schemas.microsoft.com/office/drawing/2016/SVG/main" r:embed="rId3"/>
                </a:ext>
              </a:extLst>
            </a:blip>
            <a:stretch>
              <a:fillRect/>
            </a:stretch>
          </a:blipFill>
        </p:spPr>
        <p:txBody>
          <a:bodyPr/>
          <a:lstStyle>
            <a:lvl1pPr marL="0" indent="0">
              <a:buNone/>
              <a:defRPr sz="100"/>
            </a:lvl1pPr>
          </a:lstStyle>
          <a:p>
            <a:pPr lvl="0"/>
            <a:r>
              <a:rPr lang="en-GB"/>
              <a:t> </a:t>
            </a:r>
          </a:p>
        </p:txBody>
      </p:sp>
      <p:grpSp>
        <p:nvGrpSpPr>
          <p:cNvPr id="3" name="INSTRUCTION">
            <a:extLst>
              <a:ext uri="{FF2B5EF4-FFF2-40B4-BE49-F238E27FC236}">
                <a16:creationId xmlns:a16="http://schemas.microsoft.com/office/drawing/2014/main" id="{0B92319A-DB83-D607-3758-7FCF8CB92389}"/>
              </a:ext>
            </a:extLst>
          </p:cNvPr>
          <p:cNvGrpSpPr/>
          <p:nvPr/>
        </p:nvGrpSpPr>
        <p:grpSpPr>
          <a:xfrm>
            <a:off x="12377592" y="0"/>
            <a:ext cx="3693389" cy="5359343"/>
            <a:chOff x="12377592" y="0"/>
            <a:chExt cx="3693389" cy="5359343"/>
          </a:xfrm>
        </p:grpSpPr>
        <p:sp>
          <p:nvSpPr>
            <p:cNvPr id="4" name="Rechthoek 6">
              <a:extLst>
                <a:ext uri="{FF2B5EF4-FFF2-40B4-BE49-F238E27FC236}">
                  <a16:creationId xmlns:a16="http://schemas.microsoft.com/office/drawing/2014/main" id="{2A22092E-2C0A-0456-E437-231361DBDBD9}"/>
                </a:ext>
              </a:extLst>
            </p:cNvPr>
            <p:cNvSpPr/>
            <p:nvPr/>
          </p:nvSpPr>
          <p:spPr>
            <a:xfrm>
              <a:off x="12377867" y="0"/>
              <a:ext cx="3593089" cy="4641338"/>
            </a:xfrm>
            <a:prstGeom prst="rect">
              <a:avLst/>
            </a:prstGeom>
            <a:solidFill>
              <a:srgbClr val="FFFFFF"/>
            </a:solidFill>
            <a:ln w="6345" cap="flat">
              <a:solidFill>
                <a:srgbClr val="ECECEC"/>
              </a:solidFill>
              <a:prstDash val="solid"/>
              <a:miter/>
            </a:ln>
          </p:spPr>
          <p:txBody>
            <a:bodyPr vert="horz" wrap="square" lIns="179999" tIns="143999" rIns="179999" bIns="143999"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400" b="1" i="0" u="none" strike="noStrike" kern="1200" cap="all" spc="0" baseline="0">
                  <a:solidFill>
                    <a:srgbClr val="00A6D6"/>
                  </a:solidFill>
                  <a:uFillTx/>
                  <a:latin typeface="Calibri" pitchFamily="34"/>
                  <a:cs typeface="Calibri" pitchFamily="34"/>
                </a:rPr>
                <a:t>Choosing text levels</a:t>
              </a:r>
            </a:p>
          </p:txBody>
        </p:sp>
        <p:sp>
          <p:nvSpPr>
            <p:cNvPr id="5" name="Rechthoek 9">
              <a:extLst>
                <a:ext uri="{FF2B5EF4-FFF2-40B4-BE49-F238E27FC236}">
                  <a16:creationId xmlns:a16="http://schemas.microsoft.com/office/drawing/2014/main" id="{7B77D017-D343-BDEB-7FCB-AE65537A8AF2}"/>
                </a:ext>
              </a:extLst>
            </p:cNvPr>
            <p:cNvSpPr/>
            <p:nvPr/>
          </p:nvSpPr>
          <p:spPr>
            <a:xfrm>
              <a:off x="12377867" y="1707404"/>
              <a:ext cx="3593089" cy="2836020"/>
            </a:xfrm>
            <a:prstGeom prst="rect">
              <a:avLst/>
            </a:prstGeom>
            <a:solidFill>
              <a:srgbClr val="00A6D6"/>
            </a:solidFill>
            <a:ln w="6345" cap="flat">
              <a:solidFill>
                <a:srgbClr val="ECECEC"/>
              </a:solidFill>
              <a:prstDash val="solid"/>
              <a:miter/>
            </a:ln>
          </p:spPr>
          <p:txBody>
            <a:bodyPr vert="horz" wrap="square" lIns="179999" tIns="143999" rIns="179999" bIns="143999"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400" b="1" i="0" u="none" strike="noStrike" kern="1200" cap="all" spc="0" baseline="0">
                  <a:solidFill>
                    <a:srgbClr val="00A6D6"/>
                  </a:solidFill>
                  <a:uFillTx/>
                  <a:latin typeface="Calibri" pitchFamily="34"/>
                  <a:cs typeface="Calibri" pitchFamily="34"/>
                </a:rPr>
                <a:t> </a:t>
              </a:r>
            </a:p>
          </p:txBody>
        </p:sp>
        <p:sp>
          <p:nvSpPr>
            <p:cNvPr id="6" name="Ovaal 10">
              <a:extLst>
                <a:ext uri="{FF2B5EF4-FFF2-40B4-BE49-F238E27FC236}">
                  <a16:creationId xmlns:a16="http://schemas.microsoft.com/office/drawing/2014/main" id="{E6C266C7-AE1E-E0AE-3937-81411E1DE1EC}"/>
                </a:ext>
              </a:extLst>
            </p:cNvPr>
            <p:cNvSpPr/>
            <p:nvPr/>
          </p:nvSpPr>
          <p:spPr>
            <a:xfrm>
              <a:off x="12559850" y="1837486"/>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FFFF"/>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00A6D6"/>
                  </a:solidFill>
                  <a:uFillTx/>
                  <a:latin typeface="Calibri" pitchFamily="34"/>
                  <a:cs typeface="Calibri" pitchFamily="34"/>
                </a:rPr>
                <a:t>1</a:t>
              </a:r>
            </a:p>
          </p:txBody>
        </p:sp>
        <p:sp>
          <p:nvSpPr>
            <p:cNvPr id="7" name="Rechthoek 11">
              <a:extLst>
                <a:ext uri="{FF2B5EF4-FFF2-40B4-BE49-F238E27FC236}">
                  <a16:creationId xmlns:a16="http://schemas.microsoft.com/office/drawing/2014/main" id="{DA356F39-6E74-A3CB-CAF4-1F49936695E2}"/>
                </a:ext>
              </a:extLst>
            </p:cNvPr>
            <p:cNvSpPr/>
            <p:nvPr/>
          </p:nvSpPr>
          <p:spPr>
            <a:xfrm>
              <a:off x="12844613" y="1837486"/>
              <a:ext cx="2949223" cy="179999"/>
            </a:xfrm>
            <a:prstGeom prst="rect">
              <a:avLst/>
            </a:prstGeom>
            <a:noFill/>
            <a:ln>
              <a:noFill/>
              <a:prstDash val="solid"/>
            </a:ln>
          </p:spPr>
          <p:txBody>
            <a:bodyPr vert="horz" wrap="square" lIns="0" tIns="0" rIns="0" bIns="0" anchor="ctr" anchorCtr="0" compatLnSpc="1">
              <a:noAutofit/>
            </a:bodyPr>
            <a:lstStyle/>
            <a:p>
              <a:pPr marL="357192" marR="0" lvl="0" indent="-357192" algn="l" defTabSz="914400" rtl="0" fontAlgn="auto" hangingPunct="1">
                <a:lnSpc>
                  <a:spcPct val="100000"/>
                </a:lnSpc>
                <a:spcBef>
                  <a:spcPts val="600"/>
                </a:spcBef>
                <a:spcAft>
                  <a:spcPts val="600"/>
                </a:spcAft>
                <a:buClr>
                  <a:srgbClr val="FFFFFF"/>
                </a:buClr>
                <a:buSzPct val="100000"/>
                <a:buFont typeface="Calibri" pitchFamily="34"/>
                <a:buChar char="•"/>
                <a:tabLst/>
                <a:defRPr sz="1800" b="0" i="0" u="none" strike="noStrike" kern="0" cap="none" spc="0" baseline="0">
                  <a:solidFill>
                    <a:srgbClr val="000000"/>
                  </a:solidFill>
                  <a:uFillTx/>
                </a:defRPr>
              </a:pPr>
              <a:r>
                <a:rPr lang="en-GB" sz="1400" b="0" i="0" u="none" strike="noStrike" kern="0" cap="none" spc="0" baseline="0">
                  <a:solidFill>
                    <a:srgbClr val="FFFFFF"/>
                  </a:solidFill>
                  <a:uFillTx/>
                  <a:latin typeface="Arial"/>
                  <a:cs typeface="Calibri" pitchFamily="34"/>
                </a:rPr>
                <a:t>Bullet</a:t>
              </a:r>
            </a:p>
          </p:txBody>
        </p:sp>
        <p:sp>
          <p:nvSpPr>
            <p:cNvPr id="8" name="Ovaal 12">
              <a:extLst>
                <a:ext uri="{FF2B5EF4-FFF2-40B4-BE49-F238E27FC236}">
                  <a16:creationId xmlns:a16="http://schemas.microsoft.com/office/drawing/2014/main" id="{F11615C6-8EC4-39B3-D027-D40BD69B0B0F}"/>
                </a:ext>
              </a:extLst>
            </p:cNvPr>
            <p:cNvSpPr/>
            <p:nvPr/>
          </p:nvSpPr>
          <p:spPr>
            <a:xfrm>
              <a:off x="12559850" y="2128768"/>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FFFF"/>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00A6D6"/>
                  </a:solidFill>
                  <a:uFillTx/>
                  <a:latin typeface="Calibri" pitchFamily="34"/>
                  <a:cs typeface="Calibri" pitchFamily="34"/>
                </a:rPr>
                <a:t>2</a:t>
              </a:r>
            </a:p>
          </p:txBody>
        </p:sp>
        <p:sp>
          <p:nvSpPr>
            <p:cNvPr id="9" name="Rechthoek 13">
              <a:extLst>
                <a:ext uri="{FF2B5EF4-FFF2-40B4-BE49-F238E27FC236}">
                  <a16:creationId xmlns:a16="http://schemas.microsoft.com/office/drawing/2014/main" id="{293422FE-C495-55CA-5E26-5183D51C81CD}"/>
                </a:ext>
              </a:extLst>
            </p:cNvPr>
            <p:cNvSpPr/>
            <p:nvPr/>
          </p:nvSpPr>
          <p:spPr>
            <a:xfrm>
              <a:off x="12559850" y="1196117"/>
              <a:ext cx="3229048" cy="459229"/>
            </a:xfrm>
            <a:prstGeom prst="rect">
              <a:avLst/>
            </a:prstGeom>
            <a:noFill/>
            <a:ln>
              <a:noFill/>
              <a:prstDash val="solid"/>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0" i="0" u="none" strike="noStrike" kern="0" cap="none" spc="0" baseline="0">
                  <a:solidFill>
                    <a:srgbClr val="000000"/>
                  </a:solidFill>
                  <a:uFillTx/>
                  <a:latin typeface="Calibri" pitchFamily="34"/>
                  <a:cs typeface="Calibri" pitchFamily="34"/>
                </a:rPr>
                <a:t>Under the tab </a:t>
              </a:r>
              <a:r>
                <a:rPr lang="en-GB" sz="1200" b="1" i="0" u="none" strike="noStrike" kern="0" cap="none" spc="0" baseline="0">
                  <a:solidFill>
                    <a:srgbClr val="000000"/>
                  </a:solidFill>
                  <a:uFillTx/>
                  <a:latin typeface="Calibri" pitchFamily="34"/>
                  <a:cs typeface="Calibri" pitchFamily="34"/>
                </a:rPr>
                <a:t>‘Home’</a:t>
              </a:r>
              <a:r>
                <a:rPr lang="en-GB" sz="1200" b="0" i="0" u="none" strike="noStrike" kern="0" cap="none" spc="0" baseline="0">
                  <a:solidFill>
                    <a:srgbClr val="000000"/>
                  </a:solidFill>
                  <a:uFillTx/>
                  <a:latin typeface="Calibri" pitchFamily="34"/>
                  <a:cs typeface="Calibri" pitchFamily="34"/>
                </a:rPr>
                <a:t>, use the </a:t>
              </a:r>
              <a:r>
                <a:rPr lang="en-GB" sz="1200" b="1" i="0" u="none" strike="noStrike" kern="0" cap="none" spc="0" baseline="0">
                  <a:solidFill>
                    <a:srgbClr val="000000"/>
                  </a:solidFill>
                  <a:uFillTx/>
                  <a:latin typeface="Calibri" pitchFamily="34"/>
                  <a:cs typeface="Calibri" pitchFamily="34"/>
                </a:rPr>
                <a:t>list level-buttons</a:t>
              </a:r>
              <a:r>
                <a:rPr lang="en-GB" sz="1200" b="0" i="0" u="none" strike="noStrike" kern="0" cap="none" spc="0" baseline="0">
                  <a:solidFill>
                    <a:srgbClr val="000000"/>
                  </a:solidFill>
                  <a:uFillTx/>
                  <a:latin typeface="Calibri" pitchFamily="34"/>
                  <a:cs typeface="Calibri" pitchFamily="34"/>
                </a:rPr>
                <a:t> to choose a text level. </a:t>
              </a:r>
              <a:br>
                <a:rPr lang="en-GB" sz="1200" b="0" i="0" u="none" strike="noStrike" kern="0" cap="none" spc="0" baseline="0">
                  <a:solidFill>
                    <a:srgbClr val="000000"/>
                  </a:solidFill>
                  <a:uFillTx/>
                  <a:latin typeface="Calibri" pitchFamily="34"/>
                  <a:cs typeface="Calibri" pitchFamily="34"/>
                </a:rPr>
              </a:br>
              <a:r>
                <a:rPr lang="en-GB" sz="1200" b="0" i="0" u="none" strike="noStrike" kern="0" cap="none" spc="0" baseline="0">
                  <a:solidFill>
                    <a:srgbClr val="000000"/>
                  </a:solidFill>
                  <a:uFillTx/>
                  <a:latin typeface="Calibri" pitchFamily="34"/>
                  <a:cs typeface="Calibri" pitchFamily="34"/>
                </a:rPr>
                <a:t>Choose from:</a:t>
              </a:r>
            </a:p>
          </p:txBody>
        </p:sp>
        <p:sp>
          <p:nvSpPr>
            <p:cNvPr id="10" name="Rechthoek 14">
              <a:extLst>
                <a:ext uri="{FF2B5EF4-FFF2-40B4-BE49-F238E27FC236}">
                  <a16:creationId xmlns:a16="http://schemas.microsoft.com/office/drawing/2014/main" id="{81FA7D85-FEB1-B458-D2D9-D1182BB8E288}"/>
                </a:ext>
              </a:extLst>
            </p:cNvPr>
            <p:cNvSpPr/>
            <p:nvPr/>
          </p:nvSpPr>
          <p:spPr>
            <a:xfrm>
              <a:off x="12844613" y="2128869"/>
              <a:ext cx="2949223" cy="179999"/>
            </a:xfrm>
            <a:prstGeom prst="rect">
              <a:avLst/>
            </a:prstGeom>
            <a:noFill/>
            <a:ln>
              <a:noFill/>
              <a:prstDash val="solid"/>
            </a:ln>
          </p:spPr>
          <p:txBody>
            <a:bodyPr vert="horz" wrap="square" lIns="0" tIns="0" rIns="0" bIns="0" anchor="ctr" anchorCtr="0" compatLnSpc="1">
              <a:noAutofit/>
            </a:bodyPr>
            <a:lstStyle/>
            <a:p>
              <a:pPr marL="715966" marR="0" lvl="0" indent="-358773" algn="l" defTabSz="914400" rtl="0" fontAlgn="auto" hangingPunct="1">
                <a:lnSpc>
                  <a:spcPct val="100000"/>
                </a:lnSpc>
                <a:spcBef>
                  <a:spcPts val="600"/>
                </a:spcBef>
                <a:spcAft>
                  <a:spcPts val="600"/>
                </a:spcAft>
                <a:buClr>
                  <a:srgbClr val="FFFFFF"/>
                </a:buClr>
                <a:buSzPct val="100000"/>
                <a:buFont typeface="Calibri" pitchFamily="34"/>
                <a:buChar char="•"/>
                <a:tabLst/>
                <a:defRPr sz="1800" b="0" i="0" u="none" strike="noStrike" kern="0" cap="none" spc="0" baseline="0">
                  <a:solidFill>
                    <a:srgbClr val="000000"/>
                  </a:solidFill>
                  <a:uFillTx/>
                </a:defRPr>
              </a:pPr>
              <a:r>
                <a:rPr lang="en-GB" sz="1400" b="0" i="0" u="none" strike="noStrike" kern="0" cap="none" spc="0" baseline="0">
                  <a:solidFill>
                    <a:srgbClr val="FFFFFF"/>
                  </a:solidFill>
                  <a:uFillTx/>
                  <a:latin typeface="Arial"/>
                  <a:cs typeface="Calibri" pitchFamily="34"/>
                </a:rPr>
                <a:t>Sub-bullet </a:t>
              </a:r>
            </a:p>
          </p:txBody>
        </p:sp>
        <p:sp>
          <p:nvSpPr>
            <p:cNvPr id="11" name="Ovaal 15">
              <a:extLst>
                <a:ext uri="{FF2B5EF4-FFF2-40B4-BE49-F238E27FC236}">
                  <a16:creationId xmlns:a16="http://schemas.microsoft.com/office/drawing/2014/main" id="{AF0880CD-5AAE-529E-F3C6-432F2F436797}"/>
                </a:ext>
              </a:extLst>
            </p:cNvPr>
            <p:cNvSpPr/>
            <p:nvPr/>
          </p:nvSpPr>
          <p:spPr>
            <a:xfrm>
              <a:off x="12559850" y="2420051"/>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FFFF"/>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00A6D6"/>
                  </a:solidFill>
                  <a:uFillTx/>
                  <a:latin typeface="Calibri" pitchFamily="34"/>
                  <a:cs typeface="Calibri" pitchFamily="34"/>
                </a:rPr>
                <a:t>3</a:t>
              </a:r>
            </a:p>
          </p:txBody>
        </p:sp>
        <p:sp>
          <p:nvSpPr>
            <p:cNvPr id="12" name="Rechthoek 16">
              <a:extLst>
                <a:ext uri="{FF2B5EF4-FFF2-40B4-BE49-F238E27FC236}">
                  <a16:creationId xmlns:a16="http://schemas.microsoft.com/office/drawing/2014/main" id="{B0AF2B73-C27B-6478-F9A1-FB491EEC1BD6}"/>
                </a:ext>
              </a:extLst>
            </p:cNvPr>
            <p:cNvSpPr/>
            <p:nvPr/>
          </p:nvSpPr>
          <p:spPr>
            <a:xfrm>
              <a:off x="12844613" y="2420261"/>
              <a:ext cx="2949223" cy="179999"/>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600"/>
                </a:spcBef>
                <a:spcAft>
                  <a:spcPts val="600"/>
                </a:spcAft>
                <a:buNone/>
                <a:tabLst/>
                <a:defRPr sz="1800" b="0" i="0" u="none" strike="noStrike" kern="0" cap="none" spc="0" baseline="0">
                  <a:solidFill>
                    <a:srgbClr val="000000"/>
                  </a:solidFill>
                  <a:uFillTx/>
                </a:defRPr>
              </a:pPr>
              <a:r>
                <a:rPr lang="en-GB" sz="1400" b="0" i="0" u="none" strike="noStrike" kern="0" cap="none" spc="0" baseline="0">
                  <a:solidFill>
                    <a:srgbClr val="FFFFFF"/>
                  </a:solidFill>
                  <a:uFillTx/>
                  <a:latin typeface="Arial"/>
                  <a:cs typeface="Calibri" pitchFamily="34"/>
                </a:rPr>
                <a:t>Default text</a:t>
              </a:r>
            </a:p>
          </p:txBody>
        </p:sp>
        <p:sp>
          <p:nvSpPr>
            <p:cNvPr id="13" name="Ovaal 17">
              <a:extLst>
                <a:ext uri="{FF2B5EF4-FFF2-40B4-BE49-F238E27FC236}">
                  <a16:creationId xmlns:a16="http://schemas.microsoft.com/office/drawing/2014/main" id="{6270E338-5026-9D05-E381-A848B7F7A9AC}"/>
                </a:ext>
              </a:extLst>
            </p:cNvPr>
            <p:cNvSpPr/>
            <p:nvPr/>
          </p:nvSpPr>
          <p:spPr>
            <a:xfrm>
              <a:off x="12559850" y="2711333"/>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FFFF"/>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00A6D6"/>
                  </a:solidFill>
                  <a:uFillTx/>
                  <a:latin typeface="Calibri" pitchFamily="34"/>
                  <a:cs typeface="Calibri" pitchFamily="34"/>
                </a:rPr>
                <a:t>4</a:t>
              </a:r>
            </a:p>
          </p:txBody>
        </p:sp>
        <p:sp>
          <p:nvSpPr>
            <p:cNvPr id="14" name="Rechthoek 20">
              <a:extLst>
                <a:ext uri="{FF2B5EF4-FFF2-40B4-BE49-F238E27FC236}">
                  <a16:creationId xmlns:a16="http://schemas.microsoft.com/office/drawing/2014/main" id="{A7956976-C6CE-01E1-D901-6A6FCB6B1A8B}"/>
                </a:ext>
              </a:extLst>
            </p:cNvPr>
            <p:cNvSpPr/>
            <p:nvPr/>
          </p:nvSpPr>
          <p:spPr>
            <a:xfrm>
              <a:off x="12844613" y="2711653"/>
              <a:ext cx="2949223" cy="179999"/>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600"/>
                </a:spcBef>
                <a:spcAft>
                  <a:spcPts val="600"/>
                </a:spcAft>
                <a:buNone/>
                <a:tabLst/>
                <a:defRPr sz="1800" b="0" i="0" u="none" strike="noStrike" kern="0" cap="none" spc="0" baseline="0">
                  <a:solidFill>
                    <a:srgbClr val="000000"/>
                  </a:solidFill>
                  <a:uFillTx/>
                </a:defRPr>
              </a:pPr>
              <a:r>
                <a:rPr lang="en-GB" sz="2400" b="1" i="0" u="none" strike="noStrike" kern="0" cap="none" spc="0" baseline="0">
                  <a:solidFill>
                    <a:srgbClr val="000000"/>
                  </a:solidFill>
                  <a:uFillTx/>
                  <a:latin typeface="Arial"/>
                  <a:cs typeface="Calibri" pitchFamily="34"/>
                </a:rPr>
                <a:t>Title/Quote</a:t>
              </a:r>
            </a:p>
          </p:txBody>
        </p:sp>
        <p:sp>
          <p:nvSpPr>
            <p:cNvPr id="15" name="Ovaal 21">
              <a:extLst>
                <a:ext uri="{FF2B5EF4-FFF2-40B4-BE49-F238E27FC236}">
                  <a16:creationId xmlns:a16="http://schemas.microsoft.com/office/drawing/2014/main" id="{F01941C5-4948-230B-5652-8D8BAC4E8F5A}"/>
                </a:ext>
              </a:extLst>
            </p:cNvPr>
            <p:cNvSpPr/>
            <p:nvPr/>
          </p:nvSpPr>
          <p:spPr>
            <a:xfrm>
              <a:off x="12559850" y="3002624"/>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FFFF"/>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00A6D6"/>
                  </a:solidFill>
                  <a:uFillTx/>
                  <a:latin typeface="Calibri" pitchFamily="34"/>
                  <a:cs typeface="Calibri" pitchFamily="34"/>
                </a:rPr>
                <a:t>5</a:t>
              </a:r>
            </a:p>
          </p:txBody>
        </p:sp>
        <p:sp>
          <p:nvSpPr>
            <p:cNvPr id="16" name="Rechthoek 22">
              <a:extLst>
                <a:ext uri="{FF2B5EF4-FFF2-40B4-BE49-F238E27FC236}">
                  <a16:creationId xmlns:a16="http://schemas.microsoft.com/office/drawing/2014/main" id="{8795D2CC-5DA3-6F2A-E73D-DAE92F6CC4B4}"/>
                </a:ext>
              </a:extLst>
            </p:cNvPr>
            <p:cNvSpPr/>
            <p:nvPr/>
          </p:nvSpPr>
          <p:spPr>
            <a:xfrm>
              <a:off x="12844613" y="3003035"/>
              <a:ext cx="2949223" cy="179999"/>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600"/>
                </a:spcBef>
                <a:spcAft>
                  <a:spcPts val="600"/>
                </a:spcAft>
                <a:buNone/>
                <a:tabLst/>
                <a:defRPr sz="1800" b="0" i="0" u="none" strike="noStrike" kern="0" cap="none" spc="0" baseline="0">
                  <a:solidFill>
                    <a:srgbClr val="000000"/>
                  </a:solidFill>
                  <a:uFillTx/>
                </a:defRPr>
              </a:pPr>
              <a:r>
                <a:rPr lang="en-GB" sz="1800" b="0" i="0" u="none" strike="noStrike" kern="0" cap="none" spc="0" baseline="0">
                  <a:solidFill>
                    <a:srgbClr val="000000"/>
                  </a:solidFill>
                  <a:uFillTx/>
                  <a:latin typeface="Arial"/>
                  <a:cs typeface="Calibri" pitchFamily="34"/>
                </a:rPr>
                <a:t>Subtitle</a:t>
              </a:r>
            </a:p>
          </p:txBody>
        </p:sp>
        <p:sp>
          <p:nvSpPr>
            <p:cNvPr id="17" name="Ovaal 23">
              <a:extLst>
                <a:ext uri="{FF2B5EF4-FFF2-40B4-BE49-F238E27FC236}">
                  <a16:creationId xmlns:a16="http://schemas.microsoft.com/office/drawing/2014/main" id="{6BF90E4A-435C-F82C-0BA5-80910D580B53}"/>
                </a:ext>
              </a:extLst>
            </p:cNvPr>
            <p:cNvSpPr/>
            <p:nvPr/>
          </p:nvSpPr>
          <p:spPr>
            <a:xfrm>
              <a:off x="12559850" y="3293906"/>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FFFF"/>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00A6D6"/>
                  </a:solidFill>
                  <a:uFillTx/>
                  <a:latin typeface="Calibri" pitchFamily="34"/>
                  <a:cs typeface="Calibri" pitchFamily="34"/>
                </a:rPr>
                <a:t>6</a:t>
              </a:r>
            </a:p>
          </p:txBody>
        </p:sp>
        <p:sp>
          <p:nvSpPr>
            <p:cNvPr id="18" name="Rechthoek 24">
              <a:extLst>
                <a:ext uri="{FF2B5EF4-FFF2-40B4-BE49-F238E27FC236}">
                  <a16:creationId xmlns:a16="http://schemas.microsoft.com/office/drawing/2014/main" id="{0E40946F-2401-5C5E-50E6-ACAB531E4D06}"/>
                </a:ext>
              </a:extLst>
            </p:cNvPr>
            <p:cNvSpPr/>
            <p:nvPr/>
          </p:nvSpPr>
          <p:spPr>
            <a:xfrm>
              <a:off x="12844613" y="3585819"/>
              <a:ext cx="2949223" cy="179999"/>
            </a:xfrm>
            <a:prstGeom prst="rect">
              <a:avLst/>
            </a:prstGeom>
            <a:noFill/>
            <a:ln>
              <a:noFill/>
              <a:prstDash val="solid"/>
            </a:ln>
          </p:spPr>
          <p:txBody>
            <a:bodyPr vert="horz" wrap="square" lIns="0" tIns="0" rIns="0" bIns="0" anchor="ctr" anchorCtr="0" compatLnSpc="1">
              <a:noAutofit/>
            </a:bodyPr>
            <a:lstStyle/>
            <a:p>
              <a:pPr marL="357192" marR="0" lvl="0" indent="-357192" algn="l" defTabSz="914400" rtl="0" fontAlgn="auto" hangingPunct="1">
                <a:lnSpc>
                  <a:spcPct val="100000"/>
                </a:lnSpc>
                <a:spcBef>
                  <a:spcPts val="600"/>
                </a:spcBef>
                <a:spcAft>
                  <a:spcPts val="600"/>
                </a:spcAft>
                <a:buClr>
                  <a:srgbClr val="FFFFFF"/>
                </a:buClr>
                <a:buSzPct val="100000"/>
                <a:buFont typeface="Arial"/>
                <a:buAutoNum type="arabicPeriod"/>
                <a:tabLst/>
                <a:defRPr sz="1800" b="0" i="0" u="none" strike="noStrike" kern="0" cap="none" spc="0" baseline="0">
                  <a:solidFill>
                    <a:srgbClr val="000000"/>
                  </a:solidFill>
                  <a:uFillTx/>
                </a:defRPr>
              </a:pPr>
              <a:r>
                <a:rPr lang="en-GB" sz="1400" b="0" i="0" u="none" strike="noStrike" kern="0" cap="none" spc="0" baseline="0">
                  <a:solidFill>
                    <a:srgbClr val="FFFFFF"/>
                  </a:solidFill>
                  <a:uFillTx/>
                  <a:latin typeface="Arial"/>
                  <a:cs typeface="Calibri" pitchFamily="34"/>
                </a:rPr>
                <a:t>Numerical bullet</a:t>
              </a:r>
            </a:p>
          </p:txBody>
        </p:sp>
        <p:sp>
          <p:nvSpPr>
            <p:cNvPr id="19" name="Ovaal 25">
              <a:extLst>
                <a:ext uri="{FF2B5EF4-FFF2-40B4-BE49-F238E27FC236}">
                  <a16:creationId xmlns:a16="http://schemas.microsoft.com/office/drawing/2014/main" id="{5EDF6C9C-72C4-25F9-FEF8-18E8ED685170}"/>
                </a:ext>
              </a:extLst>
            </p:cNvPr>
            <p:cNvSpPr/>
            <p:nvPr/>
          </p:nvSpPr>
          <p:spPr>
            <a:xfrm>
              <a:off x="12559850" y="3585188"/>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FFFF"/>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00A6D6"/>
                  </a:solidFill>
                  <a:uFillTx/>
                  <a:latin typeface="Calibri" pitchFamily="34"/>
                  <a:cs typeface="Calibri" pitchFamily="34"/>
                </a:rPr>
                <a:t>7</a:t>
              </a:r>
            </a:p>
          </p:txBody>
        </p:sp>
        <p:sp>
          <p:nvSpPr>
            <p:cNvPr id="20" name="Rechthoek 26">
              <a:extLst>
                <a:ext uri="{FF2B5EF4-FFF2-40B4-BE49-F238E27FC236}">
                  <a16:creationId xmlns:a16="http://schemas.microsoft.com/office/drawing/2014/main" id="{A2DA88ED-35F1-B29F-B85B-8DCB1E12F5BE}"/>
                </a:ext>
              </a:extLst>
            </p:cNvPr>
            <p:cNvSpPr/>
            <p:nvPr/>
          </p:nvSpPr>
          <p:spPr>
            <a:xfrm>
              <a:off x="12838203" y="3877211"/>
              <a:ext cx="2949223" cy="179999"/>
            </a:xfrm>
            <a:prstGeom prst="rect">
              <a:avLst/>
            </a:prstGeom>
            <a:noFill/>
            <a:ln>
              <a:noFill/>
              <a:prstDash val="solid"/>
            </a:ln>
          </p:spPr>
          <p:txBody>
            <a:bodyPr vert="horz" wrap="square" lIns="0" tIns="0" rIns="0" bIns="0" anchor="ctr" anchorCtr="0" compatLnSpc="1">
              <a:noAutofit/>
            </a:bodyPr>
            <a:lstStyle/>
            <a:p>
              <a:pPr marL="342900" marR="0" lvl="0" indent="-342900" algn="l" defTabSz="914400" rtl="0" fontAlgn="auto" hangingPunct="1">
                <a:lnSpc>
                  <a:spcPct val="100000"/>
                </a:lnSpc>
                <a:spcBef>
                  <a:spcPts val="600"/>
                </a:spcBef>
                <a:spcAft>
                  <a:spcPts val="600"/>
                </a:spcAft>
                <a:buClr>
                  <a:srgbClr val="FFFFFF"/>
                </a:buClr>
                <a:buSzPct val="100000"/>
                <a:buFont typeface="Arial"/>
                <a:buAutoNum type="alphaLcPeriod"/>
                <a:tabLst/>
                <a:defRPr sz="1800" b="0" i="0" u="none" strike="noStrike" kern="0" cap="none" spc="0" baseline="0">
                  <a:solidFill>
                    <a:srgbClr val="000000"/>
                  </a:solidFill>
                  <a:uFillTx/>
                </a:defRPr>
              </a:pPr>
              <a:r>
                <a:rPr lang="en-GB" sz="1400" b="0" i="0" u="none" strike="noStrike" kern="0" cap="none" spc="0" baseline="0">
                  <a:solidFill>
                    <a:srgbClr val="FFFFFF"/>
                  </a:solidFill>
                  <a:uFillTx/>
                  <a:latin typeface="Arial"/>
                  <a:cs typeface="Calibri" pitchFamily="34"/>
                </a:rPr>
                <a:t>Alphabetical bullet</a:t>
              </a:r>
            </a:p>
          </p:txBody>
        </p:sp>
        <p:sp>
          <p:nvSpPr>
            <p:cNvPr id="21" name="Ovaal 27">
              <a:extLst>
                <a:ext uri="{FF2B5EF4-FFF2-40B4-BE49-F238E27FC236}">
                  <a16:creationId xmlns:a16="http://schemas.microsoft.com/office/drawing/2014/main" id="{534B1713-FD10-3490-F100-97213970E9B0}"/>
                </a:ext>
              </a:extLst>
            </p:cNvPr>
            <p:cNvSpPr/>
            <p:nvPr/>
          </p:nvSpPr>
          <p:spPr>
            <a:xfrm>
              <a:off x="12559850" y="3876470"/>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FFFF"/>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00A6D6"/>
                  </a:solidFill>
                  <a:uFillTx/>
                  <a:latin typeface="Calibri" pitchFamily="34"/>
                  <a:cs typeface="Calibri" pitchFamily="34"/>
                </a:rPr>
                <a:t>8</a:t>
              </a:r>
            </a:p>
          </p:txBody>
        </p:sp>
        <p:sp>
          <p:nvSpPr>
            <p:cNvPr id="22" name="Rechthoek 28">
              <a:extLst>
                <a:ext uri="{FF2B5EF4-FFF2-40B4-BE49-F238E27FC236}">
                  <a16:creationId xmlns:a16="http://schemas.microsoft.com/office/drawing/2014/main" id="{13C1E337-DC3F-DDBE-C7EC-29D26C4E8C39}"/>
                </a:ext>
              </a:extLst>
            </p:cNvPr>
            <p:cNvSpPr/>
            <p:nvPr/>
          </p:nvSpPr>
          <p:spPr>
            <a:xfrm>
              <a:off x="12844613" y="4168594"/>
              <a:ext cx="2949223" cy="179999"/>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600"/>
                </a:spcBef>
                <a:spcAft>
                  <a:spcPts val="600"/>
                </a:spcAft>
                <a:buNone/>
                <a:tabLst/>
                <a:defRPr sz="1800" b="0" i="0" u="none" strike="noStrike" kern="0" cap="none" spc="0" baseline="0">
                  <a:solidFill>
                    <a:srgbClr val="000000"/>
                  </a:solidFill>
                  <a:uFillTx/>
                </a:defRPr>
              </a:pPr>
              <a:r>
                <a:rPr lang="en-GB" sz="1200" b="0" i="1" u="none" strike="noStrike" kern="0" cap="none" spc="0" baseline="0">
                  <a:solidFill>
                    <a:srgbClr val="FFFFFF"/>
                  </a:solidFill>
                  <a:uFillTx/>
                  <a:latin typeface="Arial"/>
                  <a:cs typeface="Calibri" pitchFamily="34"/>
                </a:rPr>
                <a:t>Source</a:t>
              </a:r>
            </a:p>
          </p:txBody>
        </p:sp>
        <p:sp>
          <p:nvSpPr>
            <p:cNvPr id="23" name="Ovaal 29">
              <a:extLst>
                <a:ext uri="{FF2B5EF4-FFF2-40B4-BE49-F238E27FC236}">
                  <a16:creationId xmlns:a16="http://schemas.microsoft.com/office/drawing/2014/main" id="{5BCB7CD8-7614-9A79-BA53-B5C780A04302}"/>
                </a:ext>
              </a:extLst>
            </p:cNvPr>
            <p:cNvSpPr/>
            <p:nvPr/>
          </p:nvSpPr>
          <p:spPr>
            <a:xfrm>
              <a:off x="12559850" y="4168594"/>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FFFF"/>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00A6D6"/>
                  </a:solidFill>
                  <a:uFillTx/>
                  <a:latin typeface="Calibri" pitchFamily="34"/>
                  <a:cs typeface="Calibri" pitchFamily="34"/>
                </a:rPr>
                <a:t>9</a:t>
              </a:r>
            </a:p>
          </p:txBody>
        </p:sp>
        <p:sp>
          <p:nvSpPr>
            <p:cNvPr id="24" name="Rechthoek 30">
              <a:extLst>
                <a:ext uri="{FF2B5EF4-FFF2-40B4-BE49-F238E27FC236}">
                  <a16:creationId xmlns:a16="http://schemas.microsoft.com/office/drawing/2014/main" id="{FA46B015-7D1D-89EE-AE85-E27C438B98E3}"/>
                </a:ext>
              </a:extLst>
            </p:cNvPr>
            <p:cNvSpPr/>
            <p:nvPr/>
          </p:nvSpPr>
          <p:spPr>
            <a:xfrm>
              <a:off x="12844613" y="3294427"/>
              <a:ext cx="2949223" cy="179999"/>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600"/>
                </a:spcBef>
                <a:spcAft>
                  <a:spcPts val="600"/>
                </a:spcAft>
                <a:buNone/>
                <a:tabLst/>
                <a:defRPr sz="1800" b="0" i="0" u="none" strike="noStrike" kern="0" cap="none" spc="0" baseline="0">
                  <a:solidFill>
                    <a:srgbClr val="000000"/>
                  </a:solidFill>
                  <a:uFillTx/>
                </a:defRPr>
              </a:pPr>
              <a:r>
                <a:rPr lang="en-GB" sz="1400" b="0" i="0" u="none" strike="noStrike" kern="0" cap="none" spc="0" baseline="0">
                  <a:solidFill>
                    <a:srgbClr val="FFFFFF"/>
                  </a:solidFill>
                  <a:uFillTx/>
                  <a:latin typeface="Arial"/>
                  <a:cs typeface="Calibri" pitchFamily="34"/>
                </a:rPr>
                <a:t>Default text</a:t>
              </a:r>
            </a:p>
          </p:txBody>
        </p:sp>
        <p:sp>
          <p:nvSpPr>
            <p:cNvPr id="25" name="Rechthoek 31">
              <a:extLst>
                <a:ext uri="{FF2B5EF4-FFF2-40B4-BE49-F238E27FC236}">
                  <a16:creationId xmlns:a16="http://schemas.microsoft.com/office/drawing/2014/main" id="{F13914EA-442A-B33F-A86E-1D27356DB508}"/>
                </a:ext>
              </a:extLst>
            </p:cNvPr>
            <p:cNvSpPr/>
            <p:nvPr/>
          </p:nvSpPr>
          <p:spPr>
            <a:xfrm>
              <a:off x="12377592" y="4531345"/>
              <a:ext cx="3593637" cy="827998"/>
            </a:xfrm>
            <a:prstGeom prst="rect">
              <a:avLst/>
            </a:prstGeom>
            <a:solidFill>
              <a:srgbClr val="ECECEC"/>
            </a:solidFill>
            <a:ln w="6345" cap="flat">
              <a:solidFill>
                <a:srgbClr val="ECECEC"/>
              </a:solidFill>
              <a:prstDash val="solid"/>
              <a:miter/>
            </a:ln>
          </p:spPr>
          <p:txBody>
            <a:bodyPr vert="horz" wrap="square" lIns="179999" tIns="143999" rIns="179999" bIns="143999"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1" i="0" u="none" strike="noStrike" kern="1200" cap="all" spc="0" baseline="0">
                  <a:solidFill>
                    <a:srgbClr val="211F26"/>
                  </a:solidFill>
                  <a:uFillTx/>
                  <a:latin typeface="Calibri" pitchFamily="34"/>
                  <a:cs typeface="Calibri" pitchFamily="34"/>
                </a:rPr>
                <a:t>Want to know more?</a:t>
              </a:r>
              <a:br>
                <a:rPr lang="en-GB" sz="1200" b="1" i="0" u="none" strike="noStrike" kern="1200" cap="all" spc="0" baseline="0">
                  <a:solidFill>
                    <a:srgbClr val="211F26"/>
                  </a:solidFill>
                  <a:uFillTx/>
                  <a:latin typeface="Calibri" pitchFamily="34"/>
                  <a:cs typeface="Calibri" pitchFamily="34"/>
                </a:rPr>
              </a:br>
              <a:r>
                <a:rPr lang="en-GB" sz="1200" b="0" i="0" u="none" strike="noStrike" kern="1200" cap="none" spc="0" baseline="0">
                  <a:solidFill>
                    <a:srgbClr val="211F26"/>
                  </a:solidFill>
                  <a:uFillTx/>
                  <a:latin typeface="Calibri" pitchFamily="34"/>
                  <a:cs typeface="Calibri" pitchFamily="34"/>
                </a:rPr>
                <a:t>Go to the tab</a:t>
              </a:r>
              <a:r>
                <a:rPr lang="en-GB" sz="1200" b="1" i="0" u="none" strike="noStrike" kern="1200" cap="all" spc="0" baseline="0">
                  <a:solidFill>
                    <a:srgbClr val="211F26"/>
                  </a:solidFill>
                  <a:uFillTx/>
                  <a:latin typeface="Calibri" pitchFamily="34"/>
                  <a:cs typeface="Calibri" pitchFamily="34"/>
                </a:rPr>
                <a:t> 'SLIDEBUILDER’ </a:t>
              </a:r>
              <a:r>
                <a:rPr lang="en-GB" sz="1200" b="0" i="0" u="none" strike="noStrike" kern="1200" cap="none" spc="0" baseline="0">
                  <a:solidFill>
                    <a:srgbClr val="211F26"/>
                  </a:solidFill>
                  <a:uFillTx/>
                  <a:latin typeface="Calibri" pitchFamily="34"/>
                  <a:cs typeface="Calibri" pitchFamily="34"/>
                </a:rPr>
                <a:t>and click</a:t>
              </a:r>
              <a:br>
                <a:rPr lang="en-GB" sz="1200" b="0" i="0" u="none" strike="noStrike" kern="1200" cap="none" spc="0" baseline="0">
                  <a:solidFill>
                    <a:srgbClr val="211F26"/>
                  </a:solidFill>
                  <a:uFillTx/>
                  <a:latin typeface="Calibri" pitchFamily="34"/>
                  <a:cs typeface="Calibri" pitchFamily="34"/>
                </a:rPr>
              </a:br>
              <a:r>
                <a:rPr lang="en-GB" sz="1200" b="0" i="0" u="none" strike="noStrike" kern="1200" cap="none" spc="0" baseline="0">
                  <a:solidFill>
                    <a:srgbClr val="211F26"/>
                  </a:solidFill>
                  <a:uFillTx/>
                  <a:latin typeface="Calibri" pitchFamily="34"/>
                  <a:cs typeface="Calibri" pitchFamily="34"/>
                </a:rPr>
                <a:t>on the button </a:t>
              </a:r>
              <a:r>
                <a:rPr lang="en-GB" sz="1200" b="1" i="0" u="none" strike="noStrike" kern="1200" cap="all" spc="0" baseline="0">
                  <a:solidFill>
                    <a:srgbClr val="211F26"/>
                  </a:solidFill>
                  <a:uFillTx/>
                  <a:latin typeface="Calibri" pitchFamily="34"/>
                  <a:cs typeface="Calibri" pitchFamily="34"/>
                </a:rPr>
                <a:t>‘Inspiration'</a:t>
              </a:r>
            </a:p>
          </p:txBody>
        </p:sp>
        <p:grpSp>
          <p:nvGrpSpPr>
            <p:cNvPr id="26" name="ICOON_info">
              <a:extLst>
                <a:ext uri="{FF2B5EF4-FFF2-40B4-BE49-F238E27FC236}">
                  <a16:creationId xmlns:a16="http://schemas.microsoft.com/office/drawing/2014/main" id="{E8E1F2D9-C432-1D89-0BC7-2EAE03AD92AD}"/>
                </a:ext>
              </a:extLst>
            </p:cNvPr>
            <p:cNvGrpSpPr/>
            <p:nvPr/>
          </p:nvGrpSpPr>
          <p:grpSpPr>
            <a:xfrm>
              <a:off x="15787298" y="4400184"/>
              <a:ext cx="283683" cy="283683"/>
              <a:chOff x="15787298" y="4400184"/>
              <a:chExt cx="283683" cy="283683"/>
            </a:xfrm>
          </p:grpSpPr>
          <p:sp>
            <p:nvSpPr>
              <p:cNvPr id="27" name="Ovaal 80">
                <a:extLst>
                  <a:ext uri="{FF2B5EF4-FFF2-40B4-BE49-F238E27FC236}">
                    <a16:creationId xmlns:a16="http://schemas.microsoft.com/office/drawing/2014/main" id="{B4D0C592-A115-E7C7-F743-EFBE2622DDEB}"/>
                  </a:ext>
                </a:extLst>
              </p:cNvPr>
              <p:cNvSpPr/>
              <p:nvPr/>
            </p:nvSpPr>
            <p:spPr>
              <a:xfrm>
                <a:off x="15807324" y="4419651"/>
                <a:ext cx="244748" cy="244748"/>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211F26"/>
              </a:solidFill>
              <a:ln>
                <a:noFill/>
                <a:prstDash val="solid"/>
              </a:ln>
            </p:spPr>
            <p:txBody>
              <a:bodyPr vert="horz" wrap="square" lIns="179999" tIns="179999" rIns="179999" bIns="179999"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1600" b="0" i="0" u="none" strike="noStrike" kern="1200" cap="all" spc="0" baseline="0">
                  <a:solidFill>
                    <a:srgbClr val="FFFFFF"/>
                  </a:solidFill>
                  <a:uFillTx/>
                  <a:latin typeface="Calibri" pitchFamily="34"/>
                  <a:cs typeface="Calibri" pitchFamily="34"/>
                </a:endParaRPr>
              </a:p>
            </p:txBody>
          </p:sp>
          <p:sp>
            <p:nvSpPr>
              <p:cNvPr id="28" name="Graphic 163" descr="Informatie">
                <a:extLst>
                  <a:ext uri="{FF2B5EF4-FFF2-40B4-BE49-F238E27FC236}">
                    <a16:creationId xmlns:a16="http://schemas.microsoft.com/office/drawing/2014/main" id="{187DFD2B-602B-9987-1D9D-A976D485741F}"/>
                  </a:ext>
                </a:extLst>
              </p:cNvPr>
              <p:cNvSpPr/>
              <p:nvPr/>
            </p:nvSpPr>
            <p:spPr>
              <a:xfrm>
                <a:off x="15787298" y="4400184"/>
                <a:ext cx="283683" cy="283683"/>
              </a:xfrm>
              <a:custGeom>
                <a:avLst/>
                <a:gdLst>
                  <a:gd name="f0" fmla="val 10800000"/>
                  <a:gd name="f1" fmla="val 5400000"/>
                  <a:gd name="f2" fmla="val 180"/>
                  <a:gd name="f3" fmla="val w"/>
                  <a:gd name="f4" fmla="val h"/>
                  <a:gd name="f5" fmla="val 0"/>
                  <a:gd name="f6" fmla="val 291719"/>
                  <a:gd name="f7" fmla="val 145860"/>
                  <a:gd name="f8" fmla="val 65253"/>
                  <a:gd name="f9" fmla="val 226467"/>
                  <a:gd name="f10" fmla="val 291720"/>
                  <a:gd name="f11" fmla="val 138183"/>
                  <a:gd name="f12" fmla="val 38384"/>
                  <a:gd name="f13" fmla="val 148931"/>
                  <a:gd name="f14" fmla="val 157375"/>
                  <a:gd name="f15" fmla="val 46829"/>
                  <a:gd name="f16" fmla="val 57576"/>
                  <a:gd name="f17" fmla="val 68324"/>
                  <a:gd name="f18" fmla="val 76768"/>
                  <a:gd name="f19" fmla="val 127435"/>
                  <a:gd name="f20" fmla="val 118991"/>
                  <a:gd name="f21" fmla="val 184244"/>
                  <a:gd name="f22" fmla="val 253336"/>
                  <a:gd name="f23" fmla="val 107476"/>
                  <a:gd name="f24" fmla="val 230305"/>
                  <a:gd name="f25" fmla="val 134345"/>
                  <a:gd name="f26" fmla="val 115153"/>
                  <a:gd name="f27" fmla="val 111314"/>
                  <a:gd name="f28" fmla="val 92122"/>
                  <a:gd name="f29" fmla="+- 0 0 -90"/>
                  <a:gd name="f30" fmla="*/ f3 1 291719"/>
                  <a:gd name="f31" fmla="*/ f4 1 291719"/>
                  <a:gd name="f32" fmla="val f5"/>
                  <a:gd name="f33" fmla="val f6"/>
                  <a:gd name="f34" fmla="*/ f29 f0 1"/>
                  <a:gd name="f35" fmla="+- f33 0 f32"/>
                  <a:gd name="f36" fmla="*/ f34 1 f2"/>
                  <a:gd name="f37" fmla="*/ f35 1 291719"/>
                  <a:gd name="f38" fmla="*/ 145860 f35 1"/>
                  <a:gd name="f39" fmla="*/ 0 f35 1"/>
                  <a:gd name="f40" fmla="*/ 291720 f35 1"/>
                  <a:gd name="f41" fmla="*/ 138183 f35 1"/>
                  <a:gd name="f42" fmla="*/ 38384 f35 1"/>
                  <a:gd name="f43" fmla="*/ 157375 f35 1"/>
                  <a:gd name="f44" fmla="*/ 57576 f35 1"/>
                  <a:gd name="f45" fmla="*/ 76768 f35 1"/>
                  <a:gd name="f46" fmla="*/ 118991 f35 1"/>
                  <a:gd name="f47" fmla="*/ 184244 f35 1"/>
                  <a:gd name="f48" fmla="*/ 253336 f35 1"/>
                  <a:gd name="f49" fmla="*/ 107476 f35 1"/>
                  <a:gd name="f50" fmla="*/ 230305 f35 1"/>
                  <a:gd name="f51" fmla="*/ 134345 f35 1"/>
                  <a:gd name="f52" fmla="*/ 115153 f35 1"/>
                  <a:gd name="f53" fmla="*/ 111314 f35 1"/>
                  <a:gd name="f54" fmla="*/ 92122 f35 1"/>
                  <a:gd name="f55" fmla="+- f36 0 f1"/>
                  <a:gd name="f56" fmla="*/ f38 1 291719"/>
                  <a:gd name="f57" fmla="*/ f39 1 291719"/>
                  <a:gd name="f58" fmla="*/ f40 1 291719"/>
                  <a:gd name="f59" fmla="*/ f41 1 291719"/>
                  <a:gd name="f60" fmla="*/ f42 1 291719"/>
                  <a:gd name="f61" fmla="*/ f43 1 291719"/>
                  <a:gd name="f62" fmla="*/ f44 1 291719"/>
                  <a:gd name="f63" fmla="*/ f45 1 291719"/>
                  <a:gd name="f64" fmla="*/ f46 1 291719"/>
                  <a:gd name="f65" fmla="*/ f47 1 291719"/>
                  <a:gd name="f66" fmla="*/ f48 1 291719"/>
                  <a:gd name="f67" fmla="*/ f49 1 291719"/>
                  <a:gd name="f68" fmla="*/ f50 1 291719"/>
                  <a:gd name="f69" fmla="*/ f51 1 291719"/>
                  <a:gd name="f70" fmla="*/ f52 1 291719"/>
                  <a:gd name="f71" fmla="*/ f53 1 291719"/>
                  <a:gd name="f72" fmla="*/ f54 1 291719"/>
                  <a:gd name="f73" fmla="*/ f32 1 f37"/>
                  <a:gd name="f74" fmla="*/ f33 1 f37"/>
                  <a:gd name="f75" fmla="*/ f56 1 f37"/>
                  <a:gd name="f76" fmla="*/ f57 1 f37"/>
                  <a:gd name="f77" fmla="*/ f58 1 f37"/>
                  <a:gd name="f78" fmla="*/ f59 1 f37"/>
                  <a:gd name="f79" fmla="*/ f60 1 f37"/>
                  <a:gd name="f80" fmla="*/ f61 1 f37"/>
                  <a:gd name="f81" fmla="*/ f62 1 f37"/>
                  <a:gd name="f82" fmla="*/ f63 1 f37"/>
                  <a:gd name="f83" fmla="*/ f64 1 f37"/>
                  <a:gd name="f84" fmla="*/ f65 1 f37"/>
                  <a:gd name="f85" fmla="*/ f66 1 f37"/>
                  <a:gd name="f86" fmla="*/ f67 1 f37"/>
                  <a:gd name="f87" fmla="*/ f68 1 f37"/>
                  <a:gd name="f88" fmla="*/ f69 1 f37"/>
                  <a:gd name="f89" fmla="*/ f70 1 f37"/>
                  <a:gd name="f90" fmla="*/ f71 1 f37"/>
                  <a:gd name="f91" fmla="*/ f72 1 f37"/>
                  <a:gd name="f92" fmla="*/ f73 f30 1"/>
                  <a:gd name="f93" fmla="*/ f74 f30 1"/>
                  <a:gd name="f94" fmla="*/ f74 f31 1"/>
                  <a:gd name="f95" fmla="*/ f73 f31 1"/>
                  <a:gd name="f96" fmla="*/ f75 f30 1"/>
                  <a:gd name="f97" fmla="*/ f76 f31 1"/>
                  <a:gd name="f98" fmla="*/ f76 f30 1"/>
                  <a:gd name="f99" fmla="*/ f75 f31 1"/>
                  <a:gd name="f100" fmla="*/ f77 f31 1"/>
                  <a:gd name="f101" fmla="*/ f77 f30 1"/>
                  <a:gd name="f102" fmla="*/ f78 f30 1"/>
                  <a:gd name="f103" fmla="*/ f79 f31 1"/>
                  <a:gd name="f104" fmla="*/ f80 f30 1"/>
                  <a:gd name="f105" fmla="*/ f81 f31 1"/>
                  <a:gd name="f106" fmla="*/ f82 f31 1"/>
                  <a:gd name="f107" fmla="*/ f83 f30 1"/>
                  <a:gd name="f108" fmla="*/ f84 f30 1"/>
                  <a:gd name="f109" fmla="*/ f85 f31 1"/>
                  <a:gd name="f110" fmla="*/ f86 f30 1"/>
                  <a:gd name="f111" fmla="*/ f87 f31 1"/>
                  <a:gd name="f112" fmla="*/ f88 f30 1"/>
                  <a:gd name="f113" fmla="*/ f89 f31 1"/>
                  <a:gd name="f114" fmla="*/ f90 f30 1"/>
                  <a:gd name="f115" fmla="*/ f91 f31 1"/>
                </a:gdLst>
                <a:ahLst/>
                <a:cxnLst>
                  <a:cxn ang="3cd4">
                    <a:pos x="hc" y="t"/>
                  </a:cxn>
                  <a:cxn ang="0">
                    <a:pos x="r" y="vc"/>
                  </a:cxn>
                  <a:cxn ang="cd4">
                    <a:pos x="hc" y="b"/>
                  </a:cxn>
                  <a:cxn ang="cd2">
                    <a:pos x="l" y="vc"/>
                  </a:cxn>
                  <a:cxn ang="f55">
                    <a:pos x="f96" y="f97"/>
                  </a:cxn>
                  <a:cxn ang="f55">
                    <a:pos x="f98" y="f99"/>
                  </a:cxn>
                  <a:cxn ang="f55">
                    <a:pos x="f96" y="f100"/>
                  </a:cxn>
                  <a:cxn ang="f55">
                    <a:pos x="f101" y="f99"/>
                  </a:cxn>
                  <a:cxn ang="f55">
                    <a:pos x="f96" y="f97"/>
                  </a:cxn>
                  <a:cxn ang="f55">
                    <a:pos x="f102" y="f103"/>
                  </a:cxn>
                  <a:cxn ang="f55">
                    <a:pos x="f104" y="f105"/>
                  </a:cxn>
                  <a:cxn ang="f55">
                    <a:pos x="f102" y="f106"/>
                  </a:cxn>
                  <a:cxn ang="f55">
                    <a:pos x="f107" y="f105"/>
                  </a:cxn>
                  <a:cxn ang="f55">
                    <a:pos x="f102" y="f103"/>
                  </a:cxn>
                  <a:cxn ang="f55">
                    <a:pos x="f108" y="f109"/>
                  </a:cxn>
                  <a:cxn ang="f55">
                    <a:pos x="f110" y="f109"/>
                  </a:cxn>
                  <a:cxn ang="f55">
                    <a:pos x="f110" y="f111"/>
                  </a:cxn>
                  <a:cxn ang="f55">
                    <a:pos x="f112" y="f111"/>
                  </a:cxn>
                  <a:cxn ang="f55">
                    <a:pos x="f112" y="f113"/>
                  </a:cxn>
                  <a:cxn ang="f55">
                    <a:pos x="f114" y="f113"/>
                  </a:cxn>
                  <a:cxn ang="f55">
                    <a:pos x="f114" y="f115"/>
                  </a:cxn>
                  <a:cxn ang="f55">
                    <a:pos x="f104" y="f115"/>
                  </a:cxn>
                  <a:cxn ang="f55">
                    <a:pos x="f104" y="f113"/>
                  </a:cxn>
                  <a:cxn ang="f55">
                    <a:pos x="f104" y="f111"/>
                  </a:cxn>
                  <a:cxn ang="f55">
                    <a:pos x="f108" y="f111"/>
                  </a:cxn>
                  <a:cxn ang="f55">
                    <a:pos x="f108" y="f109"/>
                  </a:cxn>
                </a:cxnLst>
                <a:rect l="f92" t="f95" r="f93" b="f94"/>
                <a:pathLst>
                  <a:path w="291719" h="291719">
                    <a:moveTo>
                      <a:pt x="f7" y="f5"/>
                    </a:moveTo>
                    <a:cubicBezTo>
                      <a:pt x="f8" y="f5"/>
                      <a:pt x="f5" y="f8"/>
                      <a:pt x="f5" y="f7"/>
                    </a:cubicBezTo>
                    <a:cubicBezTo>
                      <a:pt x="f5" y="f9"/>
                      <a:pt x="f8" y="f10"/>
                      <a:pt x="f7" y="f10"/>
                    </a:cubicBezTo>
                    <a:cubicBezTo>
                      <a:pt x="f9" y="f10"/>
                      <a:pt x="f10" y="f9"/>
                      <a:pt x="f10" y="f7"/>
                    </a:cubicBezTo>
                    <a:cubicBezTo>
                      <a:pt x="f10" y="f8"/>
                      <a:pt x="f9" y="f5"/>
                      <a:pt x="f7" y="f5"/>
                    </a:cubicBezTo>
                    <a:close/>
                    <a:moveTo>
                      <a:pt x="f11" y="f12"/>
                    </a:moveTo>
                    <a:cubicBezTo>
                      <a:pt x="f13" y="f12"/>
                      <a:pt x="f14" y="f15"/>
                      <a:pt x="f14" y="f16"/>
                    </a:cubicBezTo>
                    <a:cubicBezTo>
                      <a:pt x="f14" y="f17"/>
                      <a:pt x="f13" y="f18"/>
                      <a:pt x="f11" y="f18"/>
                    </a:cubicBezTo>
                    <a:cubicBezTo>
                      <a:pt x="f19" y="f18"/>
                      <a:pt x="f20" y="f17"/>
                      <a:pt x="f20" y="f16"/>
                    </a:cubicBezTo>
                    <a:cubicBezTo>
                      <a:pt x="f20" y="f15"/>
                      <a:pt x="f19" y="f12"/>
                      <a:pt x="f11" y="f12"/>
                    </a:cubicBezTo>
                    <a:close/>
                    <a:moveTo>
                      <a:pt x="f21" y="f22"/>
                    </a:moveTo>
                    <a:lnTo>
                      <a:pt x="f23" y="f22"/>
                    </a:lnTo>
                    <a:lnTo>
                      <a:pt x="f23" y="f24"/>
                    </a:lnTo>
                    <a:lnTo>
                      <a:pt x="f25" y="f24"/>
                    </a:lnTo>
                    <a:lnTo>
                      <a:pt x="f25" y="f26"/>
                    </a:lnTo>
                    <a:lnTo>
                      <a:pt x="f27" y="f26"/>
                    </a:lnTo>
                    <a:lnTo>
                      <a:pt x="f27" y="f28"/>
                    </a:lnTo>
                    <a:lnTo>
                      <a:pt x="f14" y="f28"/>
                    </a:lnTo>
                    <a:lnTo>
                      <a:pt x="f14" y="f26"/>
                    </a:lnTo>
                    <a:lnTo>
                      <a:pt x="f14" y="f24"/>
                    </a:lnTo>
                    <a:lnTo>
                      <a:pt x="f21" y="f24"/>
                    </a:lnTo>
                    <a:lnTo>
                      <a:pt x="f21" y="f22"/>
                    </a:lnTo>
                    <a:close/>
                  </a:path>
                </a:pathLst>
              </a:custGeom>
              <a:solidFill>
                <a:srgbClr val="1FF524"/>
              </a:solidFill>
              <a:ln>
                <a:noFill/>
                <a:prstDash val="soli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2000" b="0" i="0" u="none" strike="noStrike" kern="1200" cap="none" spc="0" baseline="0">
                  <a:solidFill>
                    <a:srgbClr val="211F26"/>
                  </a:solidFill>
                  <a:uFillTx/>
                  <a:latin typeface="Calibri" pitchFamily="34"/>
                  <a:cs typeface="Calibri" pitchFamily="34"/>
                </a:endParaRPr>
              </a:p>
            </p:txBody>
          </p:sp>
        </p:grpSp>
        <p:grpSp>
          <p:nvGrpSpPr>
            <p:cNvPr id="29" name="VOORBEELD">
              <a:extLst>
                <a:ext uri="{FF2B5EF4-FFF2-40B4-BE49-F238E27FC236}">
                  <a16:creationId xmlns:a16="http://schemas.microsoft.com/office/drawing/2014/main" id="{07E19329-0BCA-AF4B-DC66-5204E066E889}"/>
                </a:ext>
              </a:extLst>
            </p:cNvPr>
            <p:cNvGrpSpPr/>
            <p:nvPr/>
          </p:nvGrpSpPr>
          <p:grpSpPr>
            <a:xfrm>
              <a:off x="12558863" y="458672"/>
              <a:ext cx="3234315" cy="558871"/>
              <a:chOff x="12558863" y="458672"/>
              <a:chExt cx="3234315" cy="558871"/>
            </a:xfrm>
          </p:grpSpPr>
          <p:sp>
            <p:nvSpPr>
              <p:cNvPr id="30" name="Rechthoek 40">
                <a:extLst>
                  <a:ext uri="{FF2B5EF4-FFF2-40B4-BE49-F238E27FC236}">
                    <a16:creationId xmlns:a16="http://schemas.microsoft.com/office/drawing/2014/main" id="{F730C621-1C93-3525-4344-0E3BCA67C3AC}"/>
                  </a:ext>
                </a:extLst>
              </p:cNvPr>
              <p:cNvSpPr/>
              <p:nvPr/>
            </p:nvSpPr>
            <p:spPr>
              <a:xfrm>
                <a:off x="12559850" y="458672"/>
                <a:ext cx="393457" cy="184059"/>
              </a:xfrm>
              <a:prstGeom prst="rect">
                <a:avLst/>
              </a:prstGeom>
              <a:solidFill>
                <a:srgbClr val="F8F8F8"/>
              </a:solidFill>
              <a:ln>
                <a:noFill/>
                <a:prstDash val="solid"/>
              </a:ln>
            </p:spPr>
            <p:txBody>
              <a:bodyPr vert="horz" wrap="square" lIns="0" tIns="18004" rIns="0" bIns="0" anchor="t"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900" b="1" i="0" u="none" strike="noStrike" kern="1200" cap="none" spc="0" baseline="0">
                    <a:solidFill>
                      <a:srgbClr val="211F26"/>
                    </a:solidFill>
                    <a:uFillTx/>
                    <a:latin typeface="Calibri" pitchFamily="34"/>
                    <a:cs typeface="Calibri" pitchFamily="34"/>
                  </a:rPr>
                  <a:t>Home</a:t>
                </a:r>
              </a:p>
            </p:txBody>
          </p:sp>
          <p:sp>
            <p:nvSpPr>
              <p:cNvPr id="31" name="Rechthoek 41">
                <a:extLst>
                  <a:ext uri="{FF2B5EF4-FFF2-40B4-BE49-F238E27FC236}">
                    <a16:creationId xmlns:a16="http://schemas.microsoft.com/office/drawing/2014/main" id="{F768BB83-E8C5-E46A-013B-AA61774B1F67}"/>
                  </a:ext>
                </a:extLst>
              </p:cNvPr>
              <p:cNvSpPr/>
              <p:nvPr/>
            </p:nvSpPr>
            <p:spPr>
              <a:xfrm>
                <a:off x="12564843" y="621343"/>
                <a:ext cx="383782" cy="27166"/>
              </a:xfrm>
              <a:prstGeom prst="rect">
                <a:avLst/>
              </a:prstGeom>
              <a:solidFill>
                <a:srgbClr val="B74629"/>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nvGrpSpPr>
              <p:cNvPr id="32" name="Groep 42">
                <a:extLst>
                  <a:ext uri="{FF2B5EF4-FFF2-40B4-BE49-F238E27FC236}">
                    <a16:creationId xmlns:a16="http://schemas.microsoft.com/office/drawing/2014/main" id="{6121948B-DDD9-C930-F46C-21D1317185C0}"/>
                  </a:ext>
                </a:extLst>
              </p:cNvPr>
              <p:cNvGrpSpPr/>
              <p:nvPr/>
            </p:nvGrpSpPr>
            <p:grpSpPr>
              <a:xfrm>
                <a:off x="12777789" y="830869"/>
                <a:ext cx="139418" cy="109563"/>
                <a:chOff x="12777789" y="830869"/>
                <a:chExt cx="139418" cy="109563"/>
              </a:xfrm>
            </p:grpSpPr>
            <p:grpSp>
              <p:nvGrpSpPr>
                <p:cNvPr id="33" name="Groep 73">
                  <a:extLst>
                    <a:ext uri="{FF2B5EF4-FFF2-40B4-BE49-F238E27FC236}">
                      <a16:creationId xmlns:a16="http://schemas.microsoft.com/office/drawing/2014/main" id="{ADF168ED-504E-4F1D-5957-FD9B30BC7865}"/>
                    </a:ext>
                  </a:extLst>
                </p:cNvPr>
                <p:cNvGrpSpPr/>
                <p:nvPr/>
              </p:nvGrpSpPr>
              <p:grpSpPr>
                <a:xfrm>
                  <a:off x="12777789" y="830869"/>
                  <a:ext cx="139418" cy="109563"/>
                  <a:chOff x="12777789" y="830869"/>
                  <a:chExt cx="139418" cy="109563"/>
                </a:xfrm>
              </p:grpSpPr>
              <p:cxnSp>
                <p:nvCxnSpPr>
                  <p:cNvPr id="34" name="Rechte verbindingslijn 75">
                    <a:extLst>
                      <a:ext uri="{FF2B5EF4-FFF2-40B4-BE49-F238E27FC236}">
                        <a16:creationId xmlns:a16="http://schemas.microsoft.com/office/drawing/2014/main" id="{6FA776BD-AE78-A854-06AA-6A35D703B123}"/>
                      </a:ext>
                    </a:extLst>
                  </p:cNvPr>
                  <p:cNvCxnSpPr/>
                  <p:nvPr/>
                </p:nvCxnSpPr>
                <p:spPr>
                  <a:xfrm>
                    <a:off x="12777789" y="830869"/>
                    <a:ext cx="139418" cy="0"/>
                  </a:xfrm>
                  <a:prstGeom prst="straightConnector1">
                    <a:avLst/>
                  </a:prstGeom>
                  <a:noFill/>
                  <a:ln w="12701" cap="flat">
                    <a:solidFill>
                      <a:srgbClr val="9D9FA1"/>
                    </a:solidFill>
                    <a:prstDash val="solid"/>
                  </a:ln>
                </p:spPr>
              </p:cxnSp>
              <p:cxnSp>
                <p:nvCxnSpPr>
                  <p:cNvPr id="35" name="Rechte verbindingslijn 76">
                    <a:extLst>
                      <a:ext uri="{FF2B5EF4-FFF2-40B4-BE49-F238E27FC236}">
                        <a16:creationId xmlns:a16="http://schemas.microsoft.com/office/drawing/2014/main" id="{6B214A5C-BC3C-DD38-77BF-380E325AF5EE}"/>
                      </a:ext>
                    </a:extLst>
                  </p:cNvPr>
                  <p:cNvCxnSpPr/>
                  <p:nvPr/>
                </p:nvCxnSpPr>
                <p:spPr>
                  <a:xfrm>
                    <a:off x="12777789" y="940432"/>
                    <a:ext cx="139418" cy="0"/>
                  </a:xfrm>
                  <a:prstGeom prst="straightConnector1">
                    <a:avLst/>
                  </a:prstGeom>
                  <a:noFill/>
                  <a:ln w="12701" cap="flat">
                    <a:solidFill>
                      <a:srgbClr val="9D9FA1"/>
                    </a:solidFill>
                    <a:prstDash val="solid"/>
                  </a:ln>
                </p:spPr>
              </p:cxnSp>
              <p:cxnSp>
                <p:nvCxnSpPr>
                  <p:cNvPr id="36" name="Rechte verbindingslijn 77">
                    <a:extLst>
                      <a:ext uri="{FF2B5EF4-FFF2-40B4-BE49-F238E27FC236}">
                        <a16:creationId xmlns:a16="http://schemas.microsoft.com/office/drawing/2014/main" id="{C7F710BD-BB31-C0A0-E2E6-407C3C2590D7}"/>
                      </a:ext>
                    </a:extLst>
                  </p:cNvPr>
                  <p:cNvCxnSpPr/>
                  <p:nvPr/>
                </p:nvCxnSpPr>
                <p:spPr>
                  <a:xfrm>
                    <a:off x="12854443" y="913046"/>
                    <a:ext cx="62764" cy="0"/>
                  </a:xfrm>
                  <a:prstGeom prst="straightConnector1">
                    <a:avLst/>
                  </a:prstGeom>
                  <a:noFill/>
                  <a:ln w="12701" cap="flat">
                    <a:solidFill>
                      <a:srgbClr val="9D9FA1"/>
                    </a:solidFill>
                    <a:prstDash val="solid"/>
                  </a:ln>
                </p:spPr>
              </p:cxnSp>
              <p:cxnSp>
                <p:nvCxnSpPr>
                  <p:cNvPr id="37" name="Rechte verbindingslijn 78">
                    <a:extLst>
                      <a:ext uri="{FF2B5EF4-FFF2-40B4-BE49-F238E27FC236}">
                        <a16:creationId xmlns:a16="http://schemas.microsoft.com/office/drawing/2014/main" id="{E969A4D8-815A-3BEB-2361-A8797F156750}"/>
                      </a:ext>
                    </a:extLst>
                  </p:cNvPr>
                  <p:cNvCxnSpPr/>
                  <p:nvPr/>
                </p:nvCxnSpPr>
                <p:spPr>
                  <a:xfrm>
                    <a:off x="12854443" y="885651"/>
                    <a:ext cx="62764" cy="0"/>
                  </a:xfrm>
                  <a:prstGeom prst="straightConnector1">
                    <a:avLst/>
                  </a:prstGeom>
                  <a:noFill/>
                  <a:ln w="12701" cap="flat">
                    <a:solidFill>
                      <a:srgbClr val="9D9FA1"/>
                    </a:solidFill>
                    <a:prstDash val="solid"/>
                  </a:ln>
                </p:spPr>
              </p:cxnSp>
              <p:cxnSp>
                <p:nvCxnSpPr>
                  <p:cNvPr id="38" name="Rechte verbindingslijn 79">
                    <a:extLst>
                      <a:ext uri="{FF2B5EF4-FFF2-40B4-BE49-F238E27FC236}">
                        <a16:creationId xmlns:a16="http://schemas.microsoft.com/office/drawing/2014/main" id="{E279A300-CB0F-6957-3C2B-10F767BDD788}"/>
                      </a:ext>
                    </a:extLst>
                  </p:cNvPr>
                  <p:cNvCxnSpPr/>
                  <p:nvPr/>
                </p:nvCxnSpPr>
                <p:spPr>
                  <a:xfrm>
                    <a:off x="12854443" y="858264"/>
                    <a:ext cx="62764" cy="0"/>
                  </a:xfrm>
                  <a:prstGeom prst="straightConnector1">
                    <a:avLst/>
                  </a:prstGeom>
                  <a:noFill/>
                  <a:ln w="12701" cap="flat">
                    <a:solidFill>
                      <a:srgbClr val="9D9FA1"/>
                    </a:solidFill>
                    <a:prstDash val="solid"/>
                  </a:ln>
                </p:spPr>
              </p:cxnSp>
            </p:grpSp>
            <p:sp>
              <p:nvSpPr>
                <p:cNvPr id="39" name="Pijl: rechts 74">
                  <a:extLst>
                    <a:ext uri="{FF2B5EF4-FFF2-40B4-BE49-F238E27FC236}">
                      <a16:creationId xmlns:a16="http://schemas.microsoft.com/office/drawing/2014/main" id="{9084A9F4-AD57-1372-6B83-4D62B713DAEE}"/>
                    </a:ext>
                  </a:extLst>
                </p:cNvPr>
                <p:cNvSpPr/>
                <p:nvPr/>
              </p:nvSpPr>
              <p:spPr>
                <a:xfrm>
                  <a:off x="12777789" y="857039"/>
                  <a:ext cx="58411" cy="56116"/>
                </a:xfrm>
                <a:custGeom>
                  <a:avLst>
                    <a:gd name="f0" fmla="val 8396"/>
                    <a:gd name="f1" fmla="val 8064"/>
                  </a:avLst>
                  <a:gdLst>
                    <a:gd name="f2" fmla="val 10800000"/>
                    <a:gd name="f3" fmla="val 5400000"/>
                    <a:gd name="f4" fmla="val 180"/>
                    <a:gd name="f5" fmla="val w"/>
                    <a:gd name="f6" fmla="val h"/>
                    <a:gd name="f7" fmla="val 0"/>
                    <a:gd name="f8" fmla="val 21600"/>
                    <a:gd name="f9" fmla="val 10800"/>
                    <a:gd name="f10" fmla="+- 0 0 0"/>
                    <a:gd name="f11" fmla="+- 0 0 180"/>
                    <a:gd name="f12" fmla="*/ f5 1 21600"/>
                    <a:gd name="f13" fmla="*/ f6 1 21600"/>
                    <a:gd name="f14" fmla="pin 0 f0 21600"/>
                    <a:gd name="f15" fmla="pin 0 f1 10800"/>
                    <a:gd name="f16" fmla="*/ f10 f2 1"/>
                    <a:gd name="f17" fmla="*/ f11 f2 1"/>
                    <a:gd name="f18" fmla="val f15"/>
                    <a:gd name="f19" fmla="val f14"/>
                    <a:gd name="f20" fmla="+- 21600 0 f15"/>
                    <a:gd name="f21" fmla="*/ f14 f12 1"/>
                    <a:gd name="f22" fmla="*/ f15 f13 1"/>
                    <a:gd name="f23" fmla="*/ 0 f12 1"/>
                    <a:gd name="f24" fmla="*/ 0 f13 1"/>
                    <a:gd name="f25" fmla="*/ f16 1 f4"/>
                    <a:gd name="f26" fmla="*/ 21600 f13 1"/>
                    <a:gd name="f27" fmla="*/ f17 1 f4"/>
                    <a:gd name="f28" fmla="+- 21600 0 f19"/>
                    <a:gd name="f29" fmla="*/ f20 f13 1"/>
                    <a:gd name="f30" fmla="*/ f18 f13 1"/>
                    <a:gd name="f31" fmla="*/ f19 f12 1"/>
                    <a:gd name="f32" fmla="+- f25 0 f3"/>
                    <a:gd name="f33" fmla="+- f27 0 f3"/>
                    <a:gd name="f34" fmla="*/ f28 f18 1"/>
                    <a:gd name="f35" fmla="*/ f34 1 10800"/>
                    <a:gd name="f36" fmla="+- f19 f35 0"/>
                    <a:gd name="f37" fmla="*/ f36 f12 1"/>
                  </a:gdLst>
                  <a:ahLst>
                    <a:ahXY gdRefX="f0" minX="f7" maxX="f8" gdRefY="f1" minY="f7" maxY="f9">
                      <a:pos x="f21" y="f22"/>
                    </a:ahXY>
                  </a:ahLst>
                  <a:cxnLst>
                    <a:cxn ang="3cd4">
                      <a:pos x="hc" y="t"/>
                    </a:cxn>
                    <a:cxn ang="0">
                      <a:pos x="r" y="vc"/>
                    </a:cxn>
                    <a:cxn ang="cd4">
                      <a:pos x="hc" y="b"/>
                    </a:cxn>
                    <a:cxn ang="cd2">
                      <a:pos x="l" y="vc"/>
                    </a:cxn>
                    <a:cxn ang="f32">
                      <a:pos x="f31" y="f24"/>
                    </a:cxn>
                    <a:cxn ang="f33">
                      <a:pos x="f31" y="f26"/>
                    </a:cxn>
                  </a:cxnLst>
                  <a:rect l="f23" t="f30" r="f37" b="f29"/>
                  <a:pathLst>
                    <a:path w="21600" h="21600">
                      <a:moveTo>
                        <a:pt x="f7" y="f18"/>
                      </a:moveTo>
                      <a:lnTo>
                        <a:pt x="f19" y="f18"/>
                      </a:lnTo>
                      <a:lnTo>
                        <a:pt x="f19" y="f7"/>
                      </a:lnTo>
                      <a:lnTo>
                        <a:pt x="f8" y="f9"/>
                      </a:lnTo>
                      <a:lnTo>
                        <a:pt x="f19" y="f8"/>
                      </a:lnTo>
                      <a:lnTo>
                        <a:pt x="f19" y="f20"/>
                      </a:lnTo>
                      <a:lnTo>
                        <a:pt x="f7" y="f20"/>
                      </a:lnTo>
                      <a:close/>
                    </a:path>
                  </a:pathLst>
                </a:custGeom>
                <a:solidFill>
                  <a:srgbClr val="4A7DB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grpSp>
            <p:nvGrpSpPr>
              <p:cNvPr id="40" name="Groep 43">
                <a:extLst>
                  <a:ext uri="{FF2B5EF4-FFF2-40B4-BE49-F238E27FC236}">
                    <a16:creationId xmlns:a16="http://schemas.microsoft.com/office/drawing/2014/main" id="{E8535317-CB4E-5F9A-EC31-6DB316104E07}"/>
                  </a:ext>
                </a:extLst>
              </p:cNvPr>
              <p:cNvGrpSpPr/>
              <p:nvPr/>
            </p:nvGrpSpPr>
            <p:grpSpPr>
              <a:xfrm>
                <a:off x="12558863" y="830869"/>
                <a:ext cx="139418" cy="109563"/>
                <a:chOff x="12558863" y="830869"/>
                <a:chExt cx="139418" cy="109563"/>
              </a:xfrm>
            </p:grpSpPr>
            <p:grpSp>
              <p:nvGrpSpPr>
                <p:cNvPr id="41" name="Groep 66">
                  <a:extLst>
                    <a:ext uri="{FF2B5EF4-FFF2-40B4-BE49-F238E27FC236}">
                      <a16:creationId xmlns:a16="http://schemas.microsoft.com/office/drawing/2014/main" id="{AB24B812-12AE-44DD-4919-26068433FFF5}"/>
                    </a:ext>
                  </a:extLst>
                </p:cNvPr>
                <p:cNvGrpSpPr/>
                <p:nvPr/>
              </p:nvGrpSpPr>
              <p:grpSpPr>
                <a:xfrm>
                  <a:off x="12558863" y="830869"/>
                  <a:ext cx="139418" cy="109563"/>
                  <a:chOff x="12558863" y="830869"/>
                  <a:chExt cx="139418" cy="109563"/>
                </a:xfrm>
              </p:grpSpPr>
              <p:cxnSp>
                <p:nvCxnSpPr>
                  <p:cNvPr id="42" name="Rechte verbindingslijn 68">
                    <a:extLst>
                      <a:ext uri="{FF2B5EF4-FFF2-40B4-BE49-F238E27FC236}">
                        <a16:creationId xmlns:a16="http://schemas.microsoft.com/office/drawing/2014/main" id="{5C05E5AF-7B03-0627-CFAB-8F8BA77F39B4}"/>
                      </a:ext>
                    </a:extLst>
                  </p:cNvPr>
                  <p:cNvCxnSpPr/>
                  <p:nvPr/>
                </p:nvCxnSpPr>
                <p:spPr>
                  <a:xfrm>
                    <a:off x="12558863" y="830869"/>
                    <a:ext cx="139418" cy="0"/>
                  </a:xfrm>
                  <a:prstGeom prst="straightConnector1">
                    <a:avLst/>
                  </a:prstGeom>
                  <a:noFill/>
                  <a:ln w="12701" cap="flat">
                    <a:solidFill>
                      <a:srgbClr val="9D9FA1"/>
                    </a:solidFill>
                    <a:prstDash val="solid"/>
                  </a:ln>
                </p:spPr>
              </p:cxnSp>
              <p:cxnSp>
                <p:nvCxnSpPr>
                  <p:cNvPr id="43" name="Rechte verbindingslijn 69">
                    <a:extLst>
                      <a:ext uri="{FF2B5EF4-FFF2-40B4-BE49-F238E27FC236}">
                        <a16:creationId xmlns:a16="http://schemas.microsoft.com/office/drawing/2014/main" id="{0D83BCA5-1B1C-799B-1630-6369C1E266D4}"/>
                      </a:ext>
                    </a:extLst>
                  </p:cNvPr>
                  <p:cNvCxnSpPr/>
                  <p:nvPr/>
                </p:nvCxnSpPr>
                <p:spPr>
                  <a:xfrm>
                    <a:off x="12558863" y="940432"/>
                    <a:ext cx="139418" cy="0"/>
                  </a:xfrm>
                  <a:prstGeom prst="straightConnector1">
                    <a:avLst/>
                  </a:prstGeom>
                  <a:noFill/>
                  <a:ln w="12701" cap="flat">
                    <a:solidFill>
                      <a:srgbClr val="9D9FA1"/>
                    </a:solidFill>
                    <a:prstDash val="solid"/>
                  </a:ln>
                </p:spPr>
              </p:cxnSp>
              <p:cxnSp>
                <p:nvCxnSpPr>
                  <p:cNvPr id="44" name="Rechte verbindingslijn 70">
                    <a:extLst>
                      <a:ext uri="{FF2B5EF4-FFF2-40B4-BE49-F238E27FC236}">
                        <a16:creationId xmlns:a16="http://schemas.microsoft.com/office/drawing/2014/main" id="{AB81A706-0152-487A-5672-FD67D5945F71}"/>
                      </a:ext>
                    </a:extLst>
                  </p:cNvPr>
                  <p:cNvCxnSpPr/>
                  <p:nvPr/>
                </p:nvCxnSpPr>
                <p:spPr>
                  <a:xfrm>
                    <a:off x="12635517" y="913046"/>
                    <a:ext cx="62764" cy="0"/>
                  </a:xfrm>
                  <a:prstGeom prst="straightConnector1">
                    <a:avLst/>
                  </a:prstGeom>
                  <a:noFill/>
                  <a:ln w="12701" cap="flat">
                    <a:solidFill>
                      <a:srgbClr val="9D9FA1"/>
                    </a:solidFill>
                    <a:prstDash val="solid"/>
                  </a:ln>
                </p:spPr>
              </p:cxnSp>
              <p:cxnSp>
                <p:nvCxnSpPr>
                  <p:cNvPr id="45" name="Rechte verbindingslijn 71">
                    <a:extLst>
                      <a:ext uri="{FF2B5EF4-FFF2-40B4-BE49-F238E27FC236}">
                        <a16:creationId xmlns:a16="http://schemas.microsoft.com/office/drawing/2014/main" id="{C75BD0CE-788F-26A3-6582-956DE7896F10}"/>
                      </a:ext>
                    </a:extLst>
                  </p:cNvPr>
                  <p:cNvCxnSpPr/>
                  <p:nvPr/>
                </p:nvCxnSpPr>
                <p:spPr>
                  <a:xfrm>
                    <a:off x="12635517" y="885651"/>
                    <a:ext cx="62764" cy="0"/>
                  </a:xfrm>
                  <a:prstGeom prst="straightConnector1">
                    <a:avLst/>
                  </a:prstGeom>
                  <a:noFill/>
                  <a:ln w="12701" cap="flat">
                    <a:solidFill>
                      <a:srgbClr val="9D9FA1"/>
                    </a:solidFill>
                    <a:prstDash val="solid"/>
                  </a:ln>
                </p:spPr>
              </p:cxnSp>
              <p:cxnSp>
                <p:nvCxnSpPr>
                  <p:cNvPr id="46" name="Rechte verbindingslijn 72">
                    <a:extLst>
                      <a:ext uri="{FF2B5EF4-FFF2-40B4-BE49-F238E27FC236}">
                        <a16:creationId xmlns:a16="http://schemas.microsoft.com/office/drawing/2014/main" id="{D5B82DEE-5914-DA52-D2C0-0A36F063A464}"/>
                      </a:ext>
                    </a:extLst>
                  </p:cNvPr>
                  <p:cNvCxnSpPr/>
                  <p:nvPr/>
                </p:nvCxnSpPr>
                <p:spPr>
                  <a:xfrm>
                    <a:off x="12635517" y="858264"/>
                    <a:ext cx="62764" cy="0"/>
                  </a:xfrm>
                  <a:prstGeom prst="straightConnector1">
                    <a:avLst/>
                  </a:prstGeom>
                  <a:noFill/>
                  <a:ln w="12701" cap="flat">
                    <a:solidFill>
                      <a:srgbClr val="9D9FA1"/>
                    </a:solidFill>
                    <a:prstDash val="solid"/>
                  </a:ln>
                </p:spPr>
              </p:cxnSp>
            </p:grpSp>
            <p:sp>
              <p:nvSpPr>
                <p:cNvPr id="47" name="Pijl: rechts 67">
                  <a:extLst>
                    <a:ext uri="{FF2B5EF4-FFF2-40B4-BE49-F238E27FC236}">
                      <a16:creationId xmlns:a16="http://schemas.microsoft.com/office/drawing/2014/main" id="{44C23CD4-C099-BA80-58B4-ACC4B26AF12A}"/>
                    </a:ext>
                  </a:extLst>
                </p:cNvPr>
                <p:cNvSpPr/>
                <p:nvPr/>
              </p:nvSpPr>
              <p:spPr>
                <a:xfrm flipH="1">
                  <a:off x="12558863" y="857039"/>
                  <a:ext cx="58411" cy="56116"/>
                </a:xfrm>
                <a:custGeom>
                  <a:avLst>
                    <a:gd name="f0" fmla="val 8396"/>
                    <a:gd name="f1" fmla="val 8064"/>
                  </a:avLst>
                  <a:gdLst>
                    <a:gd name="f2" fmla="val 10800000"/>
                    <a:gd name="f3" fmla="val 5400000"/>
                    <a:gd name="f4" fmla="val 180"/>
                    <a:gd name="f5" fmla="val w"/>
                    <a:gd name="f6" fmla="val h"/>
                    <a:gd name="f7" fmla="val 0"/>
                    <a:gd name="f8" fmla="val 21600"/>
                    <a:gd name="f9" fmla="val 10800"/>
                    <a:gd name="f10" fmla="+- 0 0 0"/>
                    <a:gd name="f11" fmla="+- 0 0 180"/>
                    <a:gd name="f12" fmla="*/ f5 1 21600"/>
                    <a:gd name="f13" fmla="*/ f6 1 21600"/>
                    <a:gd name="f14" fmla="pin 0 f0 21600"/>
                    <a:gd name="f15" fmla="pin 0 f1 10800"/>
                    <a:gd name="f16" fmla="*/ f10 f2 1"/>
                    <a:gd name="f17" fmla="*/ f11 f2 1"/>
                    <a:gd name="f18" fmla="val f15"/>
                    <a:gd name="f19" fmla="val f14"/>
                    <a:gd name="f20" fmla="+- 21600 0 f15"/>
                    <a:gd name="f21" fmla="*/ f14 f12 1"/>
                    <a:gd name="f22" fmla="*/ f15 f13 1"/>
                    <a:gd name="f23" fmla="*/ 0 f12 1"/>
                    <a:gd name="f24" fmla="*/ 0 f13 1"/>
                    <a:gd name="f25" fmla="*/ f16 1 f4"/>
                    <a:gd name="f26" fmla="*/ 21600 f13 1"/>
                    <a:gd name="f27" fmla="*/ f17 1 f4"/>
                    <a:gd name="f28" fmla="+- 21600 0 f19"/>
                    <a:gd name="f29" fmla="*/ f20 f13 1"/>
                    <a:gd name="f30" fmla="*/ f18 f13 1"/>
                    <a:gd name="f31" fmla="*/ f19 f12 1"/>
                    <a:gd name="f32" fmla="+- f25 0 f3"/>
                    <a:gd name="f33" fmla="+- f27 0 f3"/>
                    <a:gd name="f34" fmla="*/ f28 f18 1"/>
                    <a:gd name="f35" fmla="*/ f34 1 10800"/>
                    <a:gd name="f36" fmla="+- f19 f35 0"/>
                    <a:gd name="f37" fmla="*/ f36 f12 1"/>
                  </a:gdLst>
                  <a:ahLst>
                    <a:ahXY gdRefX="f0" minX="f7" maxX="f8" gdRefY="f1" minY="f7" maxY="f9">
                      <a:pos x="f21" y="f22"/>
                    </a:ahXY>
                  </a:ahLst>
                  <a:cxnLst>
                    <a:cxn ang="3cd4">
                      <a:pos x="hc" y="t"/>
                    </a:cxn>
                    <a:cxn ang="0">
                      <a:pos x="r" y="vc"/>
                    </a:cxn>
                    <a:cxn ang="cd4">
                      <a:pos x="hc" y="b"/>
                    </a:cxn>
                    <a:cxn ang="cd2">
                      <a:pos x="l" y="vc"/>
                    </a:cxn>
                    <a:cxn ang="f32">
                      <a:pos x="f31" y="f24"/>
                    </a:cxn>
                    <a:cxn ang="f33">
                      <a:pos x="f31" y="f26"/>
                    </a:cxn>
                  </a:cxnLst>
                  <a:rect l="f23" t="f30" r="f37" b="f29"/>
                  <a:pathLst>
                    <a:path w="21600" h="21600">
                      <a:moveTo>
                        <a:pt x="f7" y="f18"/>
                      </a:moveTo>
                      <a:lnTo>
                        <a:pt x="f19" y="f18"/>
                      </a:lnTo>
                      <a:lnTo>
                        <a:pt x="f19" y="f7"/>
                      </a:lnTo>
                      <a:lnTo>
                        <a:pt x="f8" y="f9"/>
                      </a:lnTo>
                      <a:lnTo>
                        <a:pt x="f19" y="f8"/>
                      </a:lnTo>
                      <a:lnTo>
                        <a:pt x="f19" y="f20"/>
                      </a:lnTo>
                      <a:lnTo>
                        <a:pt x="f7" y="f20"/>
                      </a:lnTo>
                      <a:close/>
                    </a:path>
                  </a:pathLst>
                </a:custGeom>
                <a:solidFill>
                  <a:srgbClr val="4A7DB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cxnSp>
            <p:nvCxnSpPr>
              <p:cNvPr id="48" name="Rechte verbindingslijn 44">
                <a:extLst>
                  <a:ext uri="{FF2B5EF4-FFF2-40B4-BE49-F238E27FC236}">
                    <a16:creationId xmlns:a16="http://schemas.microsoft.com/office/drawing/2014/main" id="{65E9F769-CFE1-A213-F7BE-B6862D60864B}"/>
                  </a:ext>
                </a:extLst>
              </p:cNvPr>
              <p:cNvCxnSpPr/>
              <p:nvPr/>
            </p:nvCxnSpPr>
            <p:spPr>
              <a:xfrm flipV="1">
                <a:off x="12704079" y="588169"/>
                <a:ext cx="547680" cy="219072"/>
              </a:xfrm>
              <a:prstGeom prst="straightConnector1">
                <a:avLst/>
              </a:prstGeom>
              <a:noFill/>
              <a:ln w="19046" cap="rnd">
                <a:solidFill>
                  <a:srgbClr val="00A6D6"/>
                </a:solidFill>
                <a:prstDash val="solid"/>
                <a:headEnd type="arrow"/>
              </a:ln>
            </p:spPr>
          </p:cxnSp>
          <p:cxnSp>
            <p:nvCxnSpPr>
              <p:cNvPr id="49" name="Rechte verbindingslijn 45">
                <a:extLst>
                  <a:ext uri="{FF2B5EF4-FFF2-40B4-BE49-F238E27FC236}">
                    <a16:creationId xmlns:a16="http://schemas.microsoft.com/office/drawing/2014/main" id="{AE127473-240A-5D9F-F137-0B58BFFFC782}"/>
                  </a:ext>
                </a:extLst>
              </p:cNvPr>
              <p:cNvCxnSpPr/>
              <p:nvPr/>
            </p:nvCxnSpPr>
            <p:spPr>
              <a:xfrm>
                <a:off x="12939820" y="828675"/>
                <a:ext cx="319089" cy="0"/>
              </a:xfrm>
              <a:prstGeom prst="straightConnector1">
                <a:avLst/>
              </a:prstGeom>
              <a:noFill/>
              <a:ln w="19046" cap="rnd">
                <a:solidFill>
                  <a:srgbClr val="00A6D6"/>
                </a:solidFill>
                <a:prstDash val="solid"/>
                <a:headEnd type="arrow"/>
              </a:ln>
            </p:spPr>
          </p:cxnSp>
          <p:sp>
            <p:nvSpPr>
              <p:cNvPr id="50" name="Rechthoek 46">
                <a:extLst>
                  <a:ext uri="{FF2B5EF4-FFF2-40B4-BE49-F238E27FC236}">
                    <a16:creationId xmlns:a16="http://schemas.microsoft.com/office/drawing/2014/main" id="{78D1862F-F705-6F70-E1BA-6CAFD5612849}"/>
                  </a:ext>
                </a:extLst>
              </p:cNvPr>
              <p:cNvSpPr/>
              <p:nvPr/>
            </p:nvSpPr>
            <p:spPr>
              <a:xfrm>
                <a:off x="13604132" y="512182"/>
                <a:ext cx="2189046" cy="151086"/>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100" b="0" i="0" u="none" strike="noStrike" kern="0" cap="none" spc="0" baseline="0">
                    <a:solidFill>
                      <a:srgbClr val="000000"/>
                    </a:solidFill>
                    <a:uFillTx/>
                    <a:latin typeface="Calibri" pitchFamily="34"/>
                    <a:cs typeface="Calibri" pitchFamily="34"/>
                  </a:rPr>
                  <a:t>Text level down</a:t>
                </a:r>
              </a:p>
            </p:txBody>
          </p:sp>
          <p:sp>
            <p:nvSpPr>
              <p:cNvPr id="51" name="Rechthoek 47">
                <a:extLst>
                  <a:ext uri="{FF2B5EF4-FFF2-40B4-BE49-F238E27FC236}">
                    <a16:creationId xmlns:a16="http://schemas.microsoft.com/office/drawing/2014/main" id="{EDBC4E6B-39CE-56F2-756B-BA206FA27722}"/>
                  </a:ext>
                </a:extLst>
              </p:cNvPr>
              <p:cNvSpPr/>
              <p:nvPr/>
            </p:nvSpPr>
            <p:spPr>
              <a:xfrm>
                <a:off x="13604132" y="819558"/>
                <a:ext cx="2189046" cy="142198"/>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100" b="0" i="0" u="none" strike="noStrike" kern="0" cap="none" spc="0" baseline="0">
                    <a:solidFill>
                      <a:srgbClr val="000000"/>
                    </a:solidFill>
                    <a:uFillTx/>
                    <a:latin typeface="Calibri" pitchFamily="34"/>
                    <a:cs typeface="Calibri" pitchFamily="34"/>
                  </a:rPr>
                  <a:t>Text level up</a:t>
                </a:r>
              </a:p>
            </p:txBody>
          </p:sp>
          <p:grpSp>
            <p:nvGrpSpPr>
              <p:cNvPr id="52" name="Groep 48">
                <a:extLst>
                  <a:ext uri="{FF2B5EF4-FFF2-40B4-BE49-F238E27FC236}">
                    <a16:creationId xmlns:a16="http://schemas.microsoft.com/office/drawing/2014/main" id="{C6AF45C0-617C-918B-3EB9-757362D2DF06}"/>
                  </a:ext>
                </a:extLst>
              </p:cNvPr>
              <p:cNvGrpSpPr/>
              <p:nvPr/>
            </p:nvGrpSpPr>
            <p:grpSpPr>
              <a:xfrm>
                <a:off x="13247269" y="769165"/>
                <a:ext cx="268742" cy="248378"/>
                <a:chOff x="13247269" y="769165"/>
                <a:chExt cx="268742" cy="248378"/>
              </a:xfrm>
            </p:grpSpPr>
            <p:sp>
              <p:nvSpPr>
                <p:cNvPr id="53" name="Rechthoek 58">
                  <a:extLst>
                    <a:ext uri="{FF2B5EF4-FFF2-40B4-BE49-F238E27FC236}">
                      <a16:creationId xmlns:a16="http://schemas.microsoft.com/office/drawing/2014/main" id="{7B05B477-38D1-DBEA-FF74-DD7553B70C6F}"/>
                    </a:ext>
                  </a:extLst>
                </p:cNvPr>
                <p:cNvSpPr/>
                <p:nvPr/>
              </p:nvSpPr>
              <p:spPr>
                <a:xfrm>
                  <a:off x="13247269" y="769165"/>
                  <a:ext cx="268742" cy="248378"/>
                </a:xfrm>
                <a:prstGeom prst="rect">
                  <a:avLst/>
                </a:prstGeom>
                <a:solidFill>
                  <a:srgbClr val="FFFFFF"/>
                </a:solidFill>
                <a:ln w="3172" cap="flat">
                  <a:solidFill>
                    <a:srgbClr val="DADADA"/>
                  </a:solidFill>
                  <a:prstDash val="solid"/>
                  <a:miter/>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50" b="0" i="0" u="none" strike="noStrike" kern="1200" cap="none" spc="0" baseline="0">
                    <a:solidFill>
                      <a:srgbClr val="211F26"/>
                    </a:solidFill>
                    <a:uFillTx/>
                    <a:latin typeface="Calibri" pitchFamily="34"/>
                    <a:cs typeface="Calibri" pitchFamily="34"/>
                  </a:endParaRPr>
                </a:p>
              </p:txBody>
            </p:sp>
            <p:grpSp>
              <p:nvGrpSpPr>
                <p:cNvPr id="54" name="Groep 59">
                  <a:extLst>
                    <a:ext uri="{FF2B5EF4-FFF2-40B4-BE49-F238E27FC236}">
                      <a16:creationId xmlns:a16="http://schemas.microsoft.com/office/drawing/2014/main" id="{6ACE85FA-948A-2379-ECBE-092AEEFBC2C5}"/>
                    </a:ext>
                  </a:extLst>
                </p:cNvPr>
                <p:cNvGrpSpPr/>
                <p:nvPr/>
              </p:nvGrpSpPr>
              <p:grpSpPr>
                <a:xfrm>
                  <a:off x="13297287" y="827074"/>
                  <a:ext cx="168697" cy="132570"/>
                  <a:chOff x="13297287" y="827074"/>
                  <a:chExt cx="168697" cy="132570"/>
                </a:xfrm>
              </p:grpSpPr>
              <p:cxnSp>
                <p:nvCxnSpPr>
                  <p:cNvPr id="55" name="Rechte verbindingslijn 61">
                    <a:extLst>
                      <a:ext uri="{FF2B5EF4-FFF2-40B4-BE49-F238E27FC236}">
                        <a16:creationId xmlns:a16="http://schemas.microsoft.com/office/drawing/2014/main" id="{B3931E6E-CB54-A8F0-B920-71D4B211EEBE}"/>
                      </a:ext>
                    </a:extLst>
                  </p:cNvPr>
                  <p:cNvCxnSpPr/>
                  <p:nvPr/>
                </p:nvCxnSpPr>
                <p:spPr>
                  <a:xfrm>
                    <a:off x="13297287" y="827074"/>
                    <a:ext cx="168697" cy="0"/>
                  </a:xfrm>
                  <a:prstGeom prst="straightConnector1">
                    <a:avLst/>
                  </a:prstGeom>
                  <a:noFill/>
                  <a:ln w="12701" cap="flat">
                    <a:solidFill>
                      <a:srgbClr val="9D9FA1"/>
                    </a:solidFill>
                    <a:prstDash val="solid"/>
                  </a:ln>
                </p:spPr>
              </p:cxnSp>
              <p:cxnSp>
                <p:nvCxnSpPr>
                  <p:cNvPr id="56" name="Rechte verbindingslijn 62">
                    <a:extLst>
                      <a:ext uri="{FF2B5EF4-FFF2-40B4-BE49-F238E27FC236}">
                        <a16:creationId xmlns:a16="http://schemas.microsoft.com/office/drawing/2014/main" id="{706F2C81-551F-2A01-347B-90253753F902}"/>
                      </a:ext>
                    </a:extLst>
                  </p:cNvPr>
                  <p:cNvCxnSpPr/>
                  <p:nvPr/>
                </p:nvCxnSpPr>
                <p:spPr>
                  <a:xfrm>
                    <a:off x="13297287" y="959644"/>
                    <a:ext cx="168697" cy="0"/>
                  </a:xfrm>
                  <a:prstGeom prst="straightConnector1">
                    <a:avLst/>
                  </a:prstGeom>
                  <a:noFill/>
                  <a:ln w="12701" cap="flat">
                    <a:solidFill>
                      <a:srgbClr val="9D9FA1"/>
                    </a:solidFill>
                    <a:prstDash val="solid"/>
                  </a:ln>
                </p:spPr>
              </p:cxnSp>
              <p:cxnSp>
                <p:nvCxnSpPr>
                  <p:cNvPr id="57" name="Rechte verbindingslijn 63">
                    <a:extLst>
                      <a:ext uri="{FF2B5EF4-FFF2-40B4-BE49-F238E27FC236}">
                        <a16:creationId xmlns:a16="http://schemas.microsoft.com/office/drawing/2014/main" id="{2CAE136B-3492-A1F5-A2B9-89A06C344D0C}"/>
                      </a:ext>
                    </a:extLst>
                  </p:cNvPr>
                  <p:cNvCxnSpPr/>
                  <p:nvPr/>
                </p:nvCxnSpPr>
                <p:spPr>
                  <a:xfrm>
                    <a:off x="13390043" y="926506"/>
                    <a:ext cx="75941" cy="0"/>
                  </a:xfrm>
                  <a:prstGeom prst="straightConnector1">
                    <a:avLst/>
                  </a:prstGeom>
                  <a:noFill/>
                  <a:ln w="12701" cap="flat">
                    <a:solidFill>
                      <a:srgbClr val="9D9FA1"/>
                    </a:solidFill>
                    <a:prstDash val="solid"/>
                  </a:ln>
                </p:spPr>
              </p:cxnSp>
              <p:cxnSp>
                <p:nvCxnSpPr>
                  <p:cNvPr id="58" name="Rechte verbindingslijn 64">
                    <a:extLst>
                      <a:ext uri="{FF2B5EF4-FFF2-40B4-BE49-F238E27FC236}">
                        <a16:creationId xmlns:a16="http://schemas.microsoft.com/office/drawing/2014/main" id="{4909976B-1516-8D2F-8D7B-1A64191A963D}"/>
                      </a:ext>
                    </a:extLst>
                  </p:cNvPr>
                  <p:cNvCxnSpPr/>
                  <p:nvPr/>
                </p:nvCxnSpPr>
                <p:spPr>
                  <a:xfrm>
                    <a:off x="13390043" y="893359"/>
                    <a:ext cx="75941" cy="0"/>
                  </a:xfrm>
                  <a:prstGeom prst="straightConnector1">
                    <a:avLst/>
                  </a:prstGeom>
                  <a:noFill/>
                  <a:ln w="12701" cap="flat">
                    <a:solidFill>
                      <a:srgbClr val="9D9FA1"/>
                    </a:solidFill>
                    <a:prstDash val="solid"/>
                  </a:ln>
                </p:spPr>
              </p:cxnSp>
              <p:cxnSp>
                <p:nvCxnSpPr>
                  <p:cNvPr id="59" name="Rechte verbindingslijn 65">
                    <a:extLst>
                      <a:ext uri="{FF2B5EF4-FFF2-40B4-BE49-F238E27FC236}">
                        <a16:creationId xmlns:a16="http://schemas.microsoft.com/office/drawing/2014/main" id="{536F53F3-647B-FAD5-0BC0-A12551A2B065}"/>
                      </a:ext>
                    </a:extLst>
                  </p:cNvPr>
                  <p:cNvCxnSpPr/>
                  <p:nvPr/>
                </p:nvCxnSpPr>
                <p:spPr>
                  <a:xfrm>
                    <a:off x="13390043" y="860212"/>
                    <a:ext cx="75941" cy="0"/>
                  </a:xfrm>
                  <a:prstGeom prst="straightConnector1">
                    <a:avLst/>
                  </a:prstGeom>
                  <a:noFill/>
                  <a:ln w="12701" cap="flat">
                    <a:solidFill>
                      <a:srgbClr val="9D9FA1"/>
                    </a:solidFill>
                    <a:prstDash val="solid"/>
                  </a:ln>
                </p:spPr>
              </p:cxnSp>
            </p:grpSp>
            <p:sp>
              <p:nvSpPr>
                <p:cNvPr id="60" name="Pijl: rechts 60">
                  <a:extLst>
                    <a:ext uri="{FF2B5EF4-FFF2-40B4-BE49-F238E27FC236}">
                      <a16:creationId xmlns:a16="http://schemas.microsoft.com/office/drawing/2014/main" id="{B22364EC-F934-703D-68FE-91B66BC013D7}"/>
                    </a:ext>
                  </a:extLst>
                </p:cNvPr>
                <p:cNvSpPr/>
                <p:nvPr/>
              </p:nvSpPr>
              <p:spPr>
                <a:xfrm>
                  <a:off x="13297287" y="858740"/>
                  <a:ext cx="70673" cy="67903"/>
                </a:xfrm>
                <a:custGeom>
                  <a:avLst>
                    <a:gd name="f0" fmla="val 8396"/>
                    <a:gd name="f1" fmla="val 8064"/>
                  </a:avLst>
                  <a:gdLst>
                    <a:gd name="f2" fmla="val 10800000"/>
                    <a:gd name="f3" fmla="val 5400000"/>
                    <a:gd name="f4" fmla="val 180"/>
                    <a:gd name="f5" fmla="val w"/>
                    <a:gd name="f6" fmla="val h"/>
                    <a:gd name="f7" fmla="val 0"/>
                    <a:gd name="f8" fmla="val 21600"/>
                    <a:gd name="f9" fmla="val 10800"/>
                    <a:gd name="f10" fmla="+- 0 0 0"/>
                    <a:gd name="f11" fmla="+- 0 0 180"/>
                    <a:gd name="f12" fmla="*/ f5 1 21600"/>
                    <a:gd name="f13" fmla="*/ f6 1 21600"/>
                    <a:gd name="f14" fmla="pin 0 f0 21600"/>
                    <a:gd name="f15" fmla="pin 0 f1 10800"/>
                    <a:gd name="f16" fmla="*/ f10 f2 1"/>
                    <a:gd name="f17" fmla="*/ f11 f2 1"/>
                    <a:gd name="f18" fmla="val f15"/>
                    <a:gd name="f19" fmla="val f14"/>
                    <a:gd name="f20" fmla="+- 21600 0 f15"/>
                    <a:gd name="f21" fmla="*/ f14 f12 1"/>
                    <a:gd name="f22" fmla="*/ f15 f13 1"/>
                    <a:gd name="f23" fmla="*/ 0 f12 1"/>
                    <a:gd name="f24" fmla="*/ 0 f13 1"/>
                    <a:gd name="f25" fmla="*/ f16 1 f4"/>
                    <a:gd name="f26" fmla="*/ 21600 f13 1"/>
                    <a:gd name="f27" fmla="*/ f17 1 f4"/>
                    <a:gd name="f28" fmla="+- 21600 0 f19"/>
                    <a:gd name="f29" fmla="*/ f20 f13 1"/>
                    <a:gd name="f30" fmla="*/ f18 f13 1"/>
                    <a:gd name="f31" fmla="*/ f19 f12 1"/>
                    <a:gd name="f32" fmla="+- f25 0 f3"/>
                    <a:gd name="f33" fmla="+- f27 0 f3"/>
                    <a:gd name="f34" fmla="*/ f28 f18 1"/>
                    <a:gd name="f35" fmla="*/ f34 1 10800"/>
                    <a:gd name="f36" fmla="+- f19 f35 0"/>
                    <a:gd name="f37" fmla="*/ f36 f12 1"/>
                  </a:gdLst>
                  <a:ahLst>
                    <a:ahXY gdRefX="f0" minX="f7" maxX="f8" gdRefY="f1" minY="f7" maxY="f9">
                      <a:pos x="f21" y="f22"/>
                    </a:ahXY>
                  </a:ahLst>
                  <a:cxnLst>
                    <a:cxn ang="3cd4">
                      <a:pos x="hc" y="t"/>
                    </a:cxn>
                    <a:cxn ang="0">
                      <a:pos x="r" y="vc"/>
                    </a:cxn>
                    <a:cxn ang="cd4">
                      <a:pos x="hc" y="b"/>
                    </a:cxn>
                    <a:cxn ang="cd2">
                      <a:pos x="l" y="vc"/>
                    </a:cxn>
                    <a:cxn ang="f32">
                      <a:pos x="f31" y="f24"/>
                    </a:cxn>
                    <a:cxn ang="f33">
                      <a:pos x="f31" y="f26"/>
                    </a:cxn>
                  </a:cxnLst>
                  <a:rect l="f23" t="f30" r="f37" b="f29"/>
                  <a:pathLst>
                    <a:path w="21600" h="21600">
                      <a:moveTo>
                        <a:pt x="f7" y="f18"/>
                      </a:moveTo>
                      <a:lnTo>
                        <a:pt x="f19" y="f18"/>
                      </a:lnTo>
                      <a:lnTo>
                        <a:pt x="f19" y="f7"/>
                      </a:lnTo>
                      <a:lnTo>
                        <a:pt x="f8" y="f9"/>
                      </a:lnTo>
                      <a:lnTo>
                        <a:pt x="f19" y="f8"/>
                      </a:lnTo>
                      <a:lnTo>
                        <a:pt x="f19" y="f20"/>
                      </a:lnTo>
                      <a:lnTo>
                        <a:pt x="f7" y="f20"/>
                      </a:lnTo>
                      <a:close/>
                    </a:path>
                  </a:pathLst>
                </a:custGeom>
                <a:solidFill>
                  <a:srgbClr val="4A7DB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grpSp>
            <p:nvGrpSpPr>
              <p:cNvPr id="61" name="Groep 49">
                <a:extLst>
                  <a:ext uri="{FF2B5EF4-FFF2-40B4-BE49-F238E27FC236}">
                    <a16:creationId xmlns:a16="http://schemas.microsoft.com/office/drawing/2014/main" id="{CECB9D78-04BE-9A58-6EE2-EDD1FD59F5F0}"/>
                  </a:ext>
                </a:extLst>
              </p:cNvPr>
              <p:cNvGrpSpPr/>
              <p:nvPr/>
            </p:nvGrpSpPr>
            <p:grpSpPr>
              <a:xfrm>
                <a:off x="13247269" y="460171"/>
                <a:ext cx="268742" cy="248378"/>
                <a:chOff x="13247269" y="460171"/>
                <a:chExt cx="268742" cy="248378"/>
              </a:xfrm>
            </p:grpSpPr>
            <p:sp>
              <p:nvSpPr>
                <p:cNvPr id="62" name="Rechthoek 50">
                  <a:extLst>
                    <a:ext uri="{FF2B5EF4-FFF2-40B4-BE49-F238E27FC236}">
                      <a16:creationId xmlns:a16="http://schemas.microsoft.com/office/drawing/2014/main" id="{1717EBE3-2084-A773-90C7-1685E1245406}"/>
                    </a:ext>
                  </a:extLst>
                </p:cNvPr>
                <p:cNvSpPr/>
                <p:nvPr/>
              </p:nvSpPr>
              <p:spPr>
                <a:xfrm>
                  <a:off x="13247269" y="460171"/>
                  <a:ext cx="268742" cy="248378"/>
                </a:xfrm>
                <a:prstGeom prst="rect">
                  <a:avLst/>
                </a:prstGeom>
                <a:solidFill>
                  <a:srgbClr val="FFFFFF"/>
                </a:solidFill>
                <a:ln w="3172" cap="flat">
                  <a:solidFill>
                    <a:srgbClr val="DADADA"/>
                  </a:solidFill>
                  <a:prstDash val="solid"/>
                  <a:miter/>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50" b="0" i="0" u="none" strike="noStrike" kern="1200" cap="none" spc="0" baseline="0">
                    <a:solidFill>
                      <a:srgbClr val="211F26"/>
                    </a:solidFill>
                    <a:uFillTx/>
                    <a:latin typeface="Calibri" pitchFamily="34"/>
                    <a:cs typeface="Calibri" pitchFamily="34"/>
                  </a:endParaRPr>
                </a:p>
              </p:txBody>
            </p:sp>
            <p:grpSp>
              <p:nvGrpSpPr>
                <p:cNvPr id="63" name="Groep 51">
                  <a:extLst>
                    <a:ext uri="{FF2B5EF4-FFF2-40B4-BE49-F238E27FC236}">
                      <a16:creationId xmlns:a16="http://schemas.microsoft.com/office/drawing/2014/main" id="{258ECB1B-84B7-596F-DC80-40C5987C185E}"/>
                    </a:ext>
                  </a:extLst>
                </p:cNvPr>
                <p:cNvGrpSpPr/>
                <p:nvPr/>
              </p:nvGrpSpPr>
              <p:grpSpPr>
                <a:xfrm>
                  <a:off x="13297287" y="518071"/>
                  <a:ext cx="168697" cy="132579"/>
                  <a:chOff x="13297287" y="518071"/>
                  <a:chExt cx="168697" cy="132579"/>
                </a:xfrm>
              </p:grpSpPr>
              <p:cxnSp>
                <p:nvCxnSpPr>
                  <p:cNvPr id="64" name="Rechte verbindingslijn 53">
                    <a:extLst>
                      <a:ext uri="{FF2B5EF4-FFF2-40B4-BE49-F238E27FC236}">
                        <a16:creationId xmlns:a16="http://schemas.microsoft.com/office/drawing/2014/main" id="{99AB3B43-567C-B3A3-9318-C869218C8A2B}"/>
                      </a:ext>
                    </a:extLst>
                  </p:cNvPr>
                  <p:cNvCxnSpPr/>
                  <p:nvPr/>
                </p:nvCxnSpPr>
                <p:spPr>
                  <a:xfrm>
                    <a:off x="13297287" y="518071"/>
                    <a:ext cx="168697" cy="0"/>
                  </a:xfrm>
                  <a:prstGeom prst="straightConnector1">
                    <a:avLst/>
                  </a:prstGeom>
                  <a:noFill/>
                  <a:ln w="12701" cap="flat">
                    <a:solidFill>
                      <a:srgbClr val="9D9FA1"/>
                    </a:solidFill>
                    <a:prstDash val="solid"/>
                  </a:ln>
                </p:spPr>
              </p:cxnSp>
              <p:cxnSp>
                <p:nvCxnSpPr>
                  <p:cNvPr id="65" name="Rechte verbindingslijn 54">
                    <a:extLst>
                      <a:ext uri="{FF2B5EF4-FFF2-40B4-BE49-F238E27FC236}">
                        <a16:creationId xmlns:a16="http://schemas.microsoft.com/office/drawing/2014/main" id="{78C31AEE-C939-885C-85C8-6320139CF40C}"/>
                      </a:ext>
                    </a:extLst>
                  </p:cNvPr>
                  <p:cNvCxnSpPr/>
                  <p:nvPr/>
                </p:nvCxnSpPr>
                <p:spPr>
                  <a:xfrm>
                    <a:off x="13297287" y="650650"/>
                    <a:ext cx="168697" cy="0"/>
                  </a:xfrm>
                  <a:prstGeom prst="straightConnector1">
                    <a:avLst/>
                  </a:prstGeom>
                  <a:noFill/>
                  <a:ln w="12701" cap="flat">
                    <a:solidFill>
                      <a:srgbClr val="9D9FA1"/>
                    </a:solidFill>
                    <a:prstDash val="solid"/>
                  </a:ln>
                </p:spPr>
              </p:cxnSp>
              <p:cxnSp>
                <p:nvCxnSpPr>
                  <p:cNvPr id="66" name="Rechte verbindingslijn 55">
                    <a:extLst>
                      <a:ext uri="{FF2B5EF4-FFF2-40B4-BE49-F238E27FC236}">
                        <a16:creationId xmlns:a16="http://schemas.microsoft.com/office/drawing/2014/main" id="{6EF7E6C8-4A2F-2F4A-DD24-93C4B438FC2E}"/>
                      </a:ext>
                    </a:extLst>
                  </p:cNvPr>
                  <p:cNvCxnSpPr/>
                  <p:nvPr/>
                </p:nvCxnSpPr>
                <p:spPr>
                  <a:xfrm>
                    <a:off x="13390043" y="617503"/>
                    <a:ext cx="75941" cy="0"/>
                  </a:xfrm>
                  <a:prstGeom prst="straightConnector1">
                    <a:avLst/>
                  </a:prstGeom>
                  <a:noFill/>
                  <a:ln w="12701" cap="flat">
                    <a:solidFill>
                      <a:srgbClr val="9D9FA1"/>
                    </a:solidFill>
                    <a:prstDash val="solid"/>
                  </a:ln>
                </p:spPr>
              </p:cxnSp>
              <p:cxnSp>
                <p:nvCxnSpPr>
                  <p:cNvPr id="67" name="Rechte verbindingslijn 56">
                    <a:extLst>
                      <a:ext uri="{FF2B5EF4-FFF2-40B4-BE49-F238E27FC236}">
                        <a16:creationId xmlns:a16="http://schemas.microsoft.com/office/drawing/2014/main" id="{2A875A00-4989-CFF4-16F5-13992EDE45D1}"/>
                      </a:ext>
                    </a:extLst>
                  </p:cNvPr>
                  <p:cNvCxnSpPr/>
                  <p:nvPr/>
                </p:nvCxnSpPr>
                <p:spPr>
                  <a:xfrm>
                    <a:off x="13390043" y="584365"/>
                    <a:ext cx="75941" cy="0"/>
                  </a:xfrm>
                  <a:prstGeom prst="straightConnector1">
                    <a:avLst/>
                  </a:prstGeom>
                  <a:noFill/>
                  <a:ln w="12701" cap="flat">
                    <a:solidFill>
                      <a:srgbClr val="9D9FA1"/>
                    </a:solidFill>
                    <a:prstDash val="solid"/>
                  </a:ln>
                </p:spPr>
              </p:cxnSp>
              <p:cxnSp>
                <p:nvCxnSpPr>
                  <p:cNvPr id="68" name="Rechte verbindingslijn 57">
                    <a:extLst>
                      <a:ext uri="{FF2B5EF4-FFF2-40B4-BE49-F238E27FC236}">
                        <a16:creationId xmlns:a16="http://schemas.microsoft.com/office/drawing/2014/main" id="{EE794D9E-2C22-D377-7F78-6B38390AEF30}"/>
                      </a:ext>
                    </a:extLst>
                  </p:cNvPr>
                  <p:cNvCxnSpPr/>
                  <p:nvPr/>
                </p:nvCxnSpPr>
                <p:spPr>
                  <a:xfrm>
                    <a:off x="13390043" y="551218"/>
                    <a:ext cx="75941" cy="0"/>
                  </a:xfrm>
                  <a:prstGeom prst="straightConnector1">
                    <a:avLst/>
                  </a:prstGeom>
                  <a:noFill/>
                  <a:ln w="12701" cap="flat">
                    <a:solidFill>
                      <a:srgbClr val="9D9FA1"/>
                    </a:solidFill>
                    <a:prstDash val="solid"/>
                  </a:ln>
                </p:spPr>
              </p:cxnSp>
            </p:grpSp>
            <p:sp>
              <p:nvSpPr>
                <p:cNvPr id="69" name="Pijl: rechts 52">
                  <a:extLst>
                    <a:ext uri="{FF2B5EF4-FFF2-40B4-BE49-F238E27FC236}">
                      <a16:creationId xmlns:a16="http://schemas.microsoft.com/office/drawing/2014/main" id="{2B5AF416-464A-9A11-DFB7-1D0863C8451B}"/>
                    </a:ext>
                  </a:extLst>
                </p:cNvPr>
                <p:cNvSpPr/>
                <p:nvPr/>
              </p:nvSpPr>
              <p:spPr>
                <a:xfrm flipH="1">
                  <a:off x="13297287" y="549737"/>
                  <a:ext cx="70673" cy="67903"/>
                </a:xfrm>
                <a:custGeom>
                  <a:avLst>
                    <a:gd name="f0" fmla="val 8396"/>
                    <a:gd name="f1" fmla="val 8064"/>
                  </a:avLst>
                  <a:gdLst>
                    <a:gd name="f2" fmla="val 10800000"/>
                    <a:gd name="f3" fmla="val 5400000"/>
                    <a:gd name="f4" fmla="val 180"/>
                    <a:gd name="f5" fmla="val w"/>
                    <a:gd name="f6" fmla="val h"/>
                    <a:gd name="f7" fmla="val 0"/>
                    <a:gd name="f8" fmla="val 21600"/>
                    <a:gd name="f9" fmla="val 10800"/>
                    <a:gd name="f10" fmla="+- 0 0 0"/>
                    <a:gd name="f11" fmla="+- 0 0 180"/>
                    <a:gd name="f12" fmla="*/ f5 1 21600"/>
                    <a:gd name="f13" fmla="*/ f6 1 21600"/>
                    <a:gd name="f14" fmla="pin 0 f0 21600"/>
                    <a:gd name="f15" fmla="pin 0 f1 10800"/>
                    <a:gd name="f16" fmla="*/ f10 f2 1"/>
                    <a:gd name="f17" fmla="*/ f11 f2 1"/>
                    <a:gd name="f18" fmla="val f15"/>
                    <a:gd name="f19" fmla="val f14"/>
                    <a:gd name="f20" fmla="+- 21600 0 f15"/>
                    <a:gd name="f21" fmla="*/ f14 f12 1"/>
                    <a:gd name="f22" fmla="*/ f15 f13 1"/>
                    <a:gd name="f23" fmla="*/ 0 f12 1"/>
                    <a:gd name="f24" fmla="*/ 0 f13 1"/>
                    <a:gd name="f25" fmla="*/ f16 1 f4"/>
                    <a:gd name="f26" fmla="*/ 21600 f13 1"/>
                    <a:gd name="f27" fmla="*/ f17 1 f4"/>
                    <a:gd name="f28" fmla="+- 21600 0 f19"/>
                    <a:gd name="f29" fmla="*/ f20 f13 1"/>
                    <a:gd name="f30" fmla="*/ f18 f13 1"/>
                    <a:gd name="f31" fmla="*/ f19 f12 1"/>
                    <a:gd name="f32" fmla="+- f25 0 f3"/>
                    <a:gd name="f33" fmla="+- f27 0 f3"/>
                    <a:gd name="f34" fmla="*/ f28 f18 1"/>
                    <a:gd name="f35" fmla="*/ f34 1 10800"/>
                    <a:gd name="f36" fmla="+- f19 f35 0"/>
                    <a:gd name="f37" fmla="*/ f36 f12 1"/>
                  </a:gdLst>
                  <a:ahLst>
                    <a:ahXY gdRefX="f0" minX="f7" maxX="f8" gdRefY="f1" minY="f7" maxY="f9">
                      <a:pos x="f21" y="f22"/>
                    </a:ahXY>
                  </a:ahLst>
                  <a:cxnLst>
                    <a:cxn ang="3cd4">
                      <a:pos x="hc" y="t"/>
                    </a:cxn>
                    <a:cxn ang="0">
                      <a:pos x="r" y="vc"/>
                    </a:cxn>
                    <a:cxn ang="cd4">
                      <a:pos x="hc" y="b"/>
                    </a:cxn>
                    <a:cxn ang="cd2">
                      <a:pos x="l" y="vc"/>
                    </a:cxn>
                    <a:cxn ang="f32">
                      <a:pos x="f31" y="f24"/>
                    </a:cxn>
                    <a:cxn ang="f33">
                      <a:pos x="f31" y="f26"/>
                    </a:cxn>
                  </a:cxnLst>
                  <a:rect l="f23" t="f30" r="f37" b="f29"/>
                  <a:pathLst>
                    <a:path w="21600" h="21600">
                      <a:moveTo>
                        <a:pt x="f7" y="f18"/>
                      </a:moveTo>
                      <a:lnTo>
                        <a:pt x="f19" y="f18"/>
                      </a:lnTo>
                      <a:lnTo>
                        <a:pt x="f19" y="f7"/>
                      </a:lnTo>
                      <a:lnTo>
                        <a:pt x="f8" y="f9"/>
                      </a:lnTo>
                      <a:lnTo>
                        <a:pt x="f19" y="f8"/>
                      </a:lnTo>
                      <a:lnTo>
                        <a:pt x="f19" y="f20"/>
                      </a:lnTo>
                      <a:lnTo>
                        <a:pt x="f7" y="f20"/>
                      </a:lnTo>
                      <a:close/>
                    </a:path>
                  </a:pathLst>
                </a:custGeom>
                <a:solidFill>
                  <a:srgbClr val="4A7DB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grpSp>
        <p:grpSp>
          <p:nvGrpSpPr>
            <p:cNvPr id="70" name="Groep 34">
              <a:extLst>
                <a:ext uri="{FF2B5EF4-FFF2-40B4-BE49-F238E27FC236}">
                  <a16:creationId xmlns:a16="http://schemas.microsoft.com/office/drawing/2014/main" id="{47DBB8C3-CD2E-E682-DFAF-CDF7143D3D43}"/>
                </a:ext>
              </a:extLst>
            </p:cNvPr>
            <p:cNvGrpSpPr/>
            <p:nvPr/>
          </p:nvGrpSpPr>
          <p:grpSpPr>
            <a:xfrm>
              <a:off x="15225601" y="4663037"/>
              <a:ext cx="627799" cy="576684"/>
              <a:chOff x="15225601" y="4663037"/>
              <a:chExt cx="627799" cy="576684"/>
            </a:xfrm>
          </p:grpSpPr>
          <p:grpSp>
            <p:nvGrpSpPr>
              <p:cNvPr id="71" name="Inspireren">
                <a:extLst>
                  <a:ext uri="{FF2B5EF4-FFF2-40B4-BE49-F238E27FC236}">
                    <a16:creationId xmlns:a16="http://schemas.microsoft.com/office/drawing/2014/main" id="{6626EDC2-C7D8-D5E1-55E1-3DD20EB6AB4C}"/>
                  </a:ext>
                </a:extLst>
              </p:cNvPr>
              <p:cNvGrpSpPr/>
              <p:nvPr/>
            </p:nvGrpSpPr>
            <p:grpSpPr>
              <a:xfrm>
                <a:off x="15447919" y="4663037"/>
                <a:ext cx="169776" cy="242380"/>
                <a:chOff x="15447919" y="4663037"/>
                <a:chExt cx="169776" cy="242380"/>
              </a:xfrm>
            </p:grpSpPr>
            <p:sp>
              <p:nvSpPr>
                <p:cNvPr id="72" name="Freeform 12">
                  <a:extLst>
                    <a:ext uri="{FF2B5EF4-FFF2-40B4-BE49-F238E27FC236}">
                      <a16:creationId xmlns:a16="http://schemas.microsoft.com/office/drawing/2014/main" id="{32218468-E729-0779-523F-54B8F1285196}"/>
                    </a:ext>
                  </a:extLst>
                </p:cNvPr>
                <p:cNvSpPr/>
                <p:nvPr/>
              </p:nvSpPr>
              <p:spPr>
                <a:xfrm>
                  <a:off x="15498119" y="4749869"/>
                  <a:ext cx="68726" cy="62051"/>
                </a:xfrm>
                <a:custGeom>
                  <a:avLst/>
                  <a:gdLst>
                    <a:gd name="f0" fmla="val 10800000"/>
                    <a:gd name="f1" fmla="val 5400000"/>
                    <a:gd name="f2" fmla="val 180"/>
                    <a:gd name="f3" fmla="val w"/>
                    <a:gd name="f4" fmla="val h"/>
                    <a:gd name="f5" fmla="val 0"/>
                    <a:gd name="f6" fmla="val 319"/>
                    <a:gd name="f7" fmla="val 288"/>
                    <a:gd name="f8" fmla="val 220"/>
                    <a:gd name="f9" fmla="val 107"/>
                    <a:gd name="f10" fmla="+- 0 0 -90"/>
                    <a:gd name="f11" fmla="*/ f3 1 319"/>
                    <a:gd name="f12" fmla="*/ f4 1 288"/>
                    <a:gd name="f13" fmla="val f5"/>
                    <a:gd name="f14" fmla="val f6"/>
                    <a:gd name="f15" fmla="val f7"/>
                    <a:gd name="f16" fmla="*/ f10 f0 1"/>
                    <a:gd name="f17" fmla="+- f15 0 f13"/>
                    <a:gd name="f18" fmla="+- f14 0 f13"/>
                    <a:gd name="f19" fmla="*/ f16 1 f2"/>
                    <a:gd name="f20" fmla="*/ f18 1 319"/>
                    <a:gd name="f21" fmla="*/ f17 1 288"/>
                    <a:gd name="f22" fmla="*/ 220 f18 1"/>
                    <a:gd name="f23" fmla="*/ 288 f17 1"/>
                    <a:gd name="f24" fmla="*/ 107 f18 1"/>
                    <a:gd name="f25" fmla="*/ 0 f18 1"/>
                    <a:gd name="f26" fmla="*/ 0 f17 1"/>
                    <a:gd name="f27" fmla="*/ 319 f18 1"/>
                    <a:gd name="f28" fmla="+- f19 0 f1"/>
                    <a:gd name="f29" fmla="*/ f22 1 319"/>
                    <a:gd name="f30" fmla="*/ f23 1 288"/>
                    <a:gd name="f31" fmla="*/ f24 1 319"/>
                    <a:gd name="f32" fmla="*/ f25 1 319"/>
                    <a:gd name="f33" fmla="*/ f26 1 288"/>
                    <a:gd name="f34" fmla="*/ f27 1 319"/>
                    <a:gd name="f35" fmla="*/ 0 1 f20"/>
                    <a:gd name="f36" fmla="*/ f14 1 f20"/>
                    <a:gd name="f37" fmla="*/ 0 1 f21"/>
                    <a:gd name="f38" fmla="*/ f15 1 f21"/>
                    <a:gd name="f39" fmla="*/ f29 1 f20"/>
                    <a:gd name="f40" fmla="*/ f30 1 f21"/>
                    <a:gd name="f41" fmla="*/ f31 1 f20"/>
                    <a:gd name="f42" fmla="*/ f32 1 f20"/>
                    <a:gd name="f43" fmla="*/ f33 1 f21"/>
                    <a:gd name="f44" fmla="*/ f34 1 f20"/>
                    <a:gd name="f45" fmla="*/ f35 f11 1"/>
                    <a:gd name="f46" fmla="*/ f36 f11 1"/>
                    <a:gd name="f47" fmla="*/ f38 f12 1"/>
                    <a:gd name="f48" fmla="*/ f37 f12 1"/>
                    <a:gd name="f49" fmla="*/ f39 f11 1"/>
                    <a:gd name="f50" fmla="*/ f40 f12 1"/>
                    <a:gd name="f51" fmla="*/ f41 f11 1"/>
                    <a:gd name="f52" fmla="*/ f42 f11 1"/>
                    <a:gd name="f53" fmla="*/ f43 f12 1"/>
                    <a:gd name="f54" fmla="*/ f44 f11 1"/>
                  </a:gdLst>
                  <a:ahLst/>
                  <a:cxnLst>
                    <a:cxn ang="3cd4">
                      <a:pos x="hc" y="t"/>
                    </a:cxn>
                    <a:cxn ang="0">
                      <a:pos x="r" y="vc"/>
                    </a:cxn>
                    <a:cxn ang="cd4">
                      <a:pos x="hc" y="b"/>
                    </a:cxn>
                    <a:cxn ang="cd2">
                      <a:pos x="l" y="vc"/>
                    </a:cxn>
                    <a:cxn ang="f28">
                      <a:pos x="f49" y="f50"/>
                    </a:cxn>
                    <a:cxn ang="f28">
                      <a:pos x="f51" y="f50"/>
                    </a:cxn>
                    <a:cxn ang="f28">
                      <a:pos x="f52" y="f53"/>
                    </a:cxn>
                    <a:cxn ang="f28">
                      <a:pos x="f54" y="f53"/>
                    </a:cxn>
                    <a:cxn ang="f28">
                      <a:pos x="f49" y="f50"/>
                    </a:cxn>
                  </a:cxnLst>
                  <a:rect l="f45" t="f48" r="f46" b="f47"/>
                  <a:pathLst>
                    <a:path w="319" h="288">
                      <a:moveTo>
                        <a:pt x="f8" y="f7"/>
                      </a:moveTo>
                      <a:lnTo>
                        <a:pt x="f9" y="f7"/>
                      </a:lnTo>
                      <a:lnTo>
                        <a:pt x="f5" y="f5"/>
                      </a:lnTo>
                      <a:lnTo>
                        <a:pt x="f6" y="f5"/>
                      </a:lnTo>
                      <a:lnTo>
                        <a:pt x="f8" y="f7"/>
                      </a:lnTo>
                      <a:close/>
                    </a:path>
                  </a:pathLst>
                </a:custGeom>
                <a:solidFill>
                  <a:srgbClr val="1FF524"/>
                </a:solidFill>
                <a:ln>
                  <a:noFill/>
                  <a:prstDash val="solid"/>
                </a:ln>
              </p:spPr>
              <p:txBody>
                <a:bodyPr vert="horz" wrap="square" lIns="91440" tIns="45720" rIns="91440" bIns="45720" anchor="t"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300" b="0" i="0" u="none" strike="noStrike" kern="0" cap="none" spc="0" baseline="0">
                    <a:solidFill>
                      <a:srgbClr val="211F26"/>
                    </a:solidFill>
                    <a:uFillTx/>
                    <a:latin typeface="Arial"/>
                  </a:endParaRPr>
                </a:p>
              </p:txBody>
            </p:sp>
            <p:sp>
              <p:nvSpPr>
                <p:cNvPr id="73" name="Freeform 13">
                  <a:extLst>
                    <a:ext uri="{FF2B5EF4-FFF2-40B4-BE49-F238E27FC236}">
                      <a16:creationId xmlns:a16="http://schemas.microsoft.com/office/drawing/2014/main" id="{C12AA030-16F0-161E-6F2A-8F1423CC711A}"/>
                    </a:ext>
                  </a:extLst>
                </p:cNvPr>
                <p:cNvSpPr/>
                <p:nvPr/>
              </p:nvSpPr>
              <p:spPr>
                <a:xfrm>
                  <a:off x="15502637" y="4881286"/>
                  <a:ext cx="60761" cy="24131"/>
                </a:xfrm>
                <a:custGeom>
                  <a:avLst/>
                  <a:gdLst>
                    <a:gd name="f0" fmla="val 10800000"/>
                    <a:gd name="f1" fmla="val 5400000"/>
                    <a:gd name="f2" fmla="val 180"/>
                    <a:gd name="f3" fmla="val w"/>
                    <a:gd name="f4" fmla="val h"/>
                    <a:gd name="f5" fmla="val 0"/>
                    <a:gd name="f6" fmla="val 251"/>
                    <a:gd name="f7" fmla="val 100"/>
                    <a:gd name="f8" fmla="val 229"/>
                    <a:gd name="f9" fmla="val 70"/>
                    <a:gd name="f10" fmla="val 69"/>
                    <a:gd name="f11" fmla="val 22"/>
                    <a:gd name="f12" fmla="val 27"/>
                    <a:gd name="f13" fmla="val 87"/>
                    <a:gd name="f14" fmla="val 44"/>
                    <a:gd name="f15" fmla="val 63"/>
                    <a:gd name="f16" fmla="val 188"/>
                    <a:gd name="f17" fmla="val 207"/>
                    <a:gd name="f18" fmla="val 223"/>
                    <a:gd name="f19" fmla="val 88"/>
                    <a:gd name="f20" fmla="val 71"/>
                    <a:gd name="f21" fmla="+- 0 0 -90"/>
                    <a:gd name="f22" fmla="*/ f3 1 251"/>
                    <a:gd name="f23" fmla="*/ f4 1 100"/>
                    <a:gd name="f24" fmla="val f5"/>
                    <a:gd name="f25" fmla="val f6"/>
                    <a:gd name="f26" fmla="val f7"/>
                    <a:gd name="f27" fmla="*/ f21 f0 1"/>
                    <a:gd name="f28" fmla="+- f26 0 f24"/>
                    <a:gd name="f29" fmla="+- f25 0 f24"/>
                    <a:gd name="f30" fmla="*/ f27 1 f2"/>
                    <a:gd name="f31" fmla="*/ f29 1 251"/>
                    <a:gd name="f32" fmla="*/ f28 1 100"/>
                    <a:gd name="f33" fmla="*/ 229 f29 1"/>
                    <a:gd name="f34" fmla="*/ 70 f28 1"/>
                    <a:gd name="f35" fmla="*/ 69 f28 1"/>
                    <a:gd name="f36" fmla="*/ 251 f29 1"/>
                    <a:gd name="f37" fmla="*/ 0 f28 1"/>
                    <a:gd name="f38" fmla="*/ 0 f29 1"/>
                    <a:gd name="f39" fmla="*/ 22 f29 1"/>
                    <a:gd name="f40" fmla="*/ 63 f29 1"/>
                    <a:gd name="f41" fmla="*/ 100 f28 1"/>
                    <a:gd name="f42" fmla="*/ 188 f29 1"/>
                    <a:gd name="f43" fmla="*/ 71 f28 1"/>
                    <a:gd name="f44" fmla="+- f30 0 f1"/>
                    <a:gd name="f45" fmla="*/ f33 1 251"/>
                    <a:gd name="f46" fmla="*/ f34 1 100"/>
                    <a:gd name="f47" fmla="*/ f35 1 100"/>
                    <a:gd name="f48" fmla="*/ f36 1 251"/>
                    <a:gd name="f49" fmla="*/ f37 1 100"/>
                    <a:gd name="f50" fmla="*/ f38 1 251"/>
                    <a:gd name="f51" fmla="*/ f39 1 251"/>
                    <a:gd name="f52" fmla="*/ f40 1 251"/>
                    <a:gd name="f53" fmla="*/ f41 1 100"/>
                    <a:gd name="f54" fmla="*/ f42 1 251"/>
                    <a:gd name="f55" fmla="*/ f43 1 100"/>
                    <a:gd name="f56" fmla="*/ 0 1 f31"/>
                    <a:gd name="f57" fmla="*/ f25 1 f31"/>
                    <a:gd name="f58" fmla="*/ 0 1 f32"/>
                    <a:gd name="f59" fmla="*/ f26 1 f32"/>
                    <a:gd name="f60" fmla="*/ f45 1 f31"/>
                    <a:gd name="f61" fmla="*/ f46 1 f32"/>
                    <a:gd name="f62" fmla="*/ f47 1 f32"/>
                    <a:gd name="f63" fmla="*/ f48 1 f31"/>
                    <a:gd name="f64" fmla="*/ f49 1 f32"/>
                    <a:gd name="f65" fmla="*/ f50 1 f31"/>
                    <a:gd name="f66" fmla="*/ f51 1 f31"/>
                    <a:gd name="f67" fmla="*/ f52 1 f31"/>
                    <a:gd name="f68" fmla="*/ f53 1 f32"/>
                    <a:gd name="f69" fmla="*/ f54 1 f31"/>
                    <a:gd name="f70" fmla="*/ f55 1 f32"/>
                    <a:gd name="f71" fmla="*/ f56 f22 1"/>
                    <a:gd name="f72" fmla="*/ f57 f22 1"/>
                    <a:gd name="f73" fmla="*/ f59 f23 1"/>
                    <a:gd name="f74" fmla="*/ f58 f23 1"/>
                    <a:gd name="f75" fmla="*/ f60 f22 1"/>
                    <a:gd name="f76" fmla="*/ f61 f23 1"/>
                    <a:gd name="f77" fmla="*/ f62 f23 1"/>
                    <a:gd name="f78" fmla="*/ f63 f22 1"/>
                    <a:gd name="f79" fmla="*/ f64 f23 1"/>
                    <a:gd name="f80" fmla="*/ f65 f22 1"/>
                    <a:gd name="f81" fmla="*/ f66 f22 1"/>
                    <a:gd name="f82" fmla="*/ f67 f22 1"/>
                    <a:gd name="f83" fmla="*/ f68 f23 1"/>
                    <a:gd name="f84" fmla="*/ f69 f22 1"/>
                    <a:gd name="f85" fmla="*/ f70 f23 1"/>
                  </a:gdLst>
                  <a:ahLst/>
                  <a:cxnLst>
                    <a:cxn ang="3cd4">
                      <a:pos x="hc" y="t"/>
                    </a:cxn>
                    <a:cxn ang="0">
                      <a:pos x="r" y="vc"/>
                    </a:cxn>
                    <a:cxn ang="cd4">
                      <a:pos x="hc" y="b"/>
                    </a:cxn>
                    <a:cxn ang="cd2">
                      <a:pos x="l" y="vc"/>
                    </a:cxn>
                    <a:cxn ang="f44">
                      <a:pos x="f75" y="f76"/>
                    </a:cxn>
                    <a:cxn ang="f44">
                      <a:pos x="f75" y="f77"/>
                    </a:cxn>
                    <a:cxn ang="f44">
                      <a:pos x="f78" y="f79"/>
                    </a:cxn>
                    <a:cxn ang="f44">
                      <a:pos x="f80" y="f79"/>
                    </a:cxn>
                    <a:cxn ang="f44">
                      <a:pos x="f81" y="f77"/>
                    </a:cxn>
                    <a:cxn ang="f44">
                      <a:pos x="f82" y="f83"/>
                    </a:cxn>
                    <a:cxn ang="f44">
                      <a:pos x="f84" y="f83"/>
                    </a:cxn>
                    <a:cxn ang="f44">
                      <a:pos x="f75" y="f85"/>
                    </a:cxn>
                    <a:cxn ang="f44">
                      <a:pos x="f75" y="f85"/>
                    </a:cxn>
                    <a:cxn ang="f44">
                      <a:pos x="f75" y="f76"/>
                    </a:cxn>
                  </a:cxnLst>
                  <a:rect l="f71" t="f74" r="f72" b="f73"/>
                  <a:pathLst>
                    <a:path w="251" h="100">
                      <a:moveTo>
                        <a:pt x="f8" y="f9"/>
                      </a:moveTo>
                      <a:cubicBezTo>
                        <a:pt x="f8" y="f9"/>
                        <a:pt x="f8" y="f10"/>
                        <a:pt x="f8" y="f10"/>
                      </a:cubicBezTo>
                      <a:cubicBezTo>
                        <a:pt x="f6" y="f5"/>
                        <a:pt x="f6" y="f5"/>
                        <a:pt x="f6" y="f5"/>
                      </a:cubicBezTo>
                      <a:cubicBezTo>
                        <a:pt x="f5" y="f5"/>
                        <a:pt x="f5" y="f5"/>
                        <a:pt x="f5" y="f5"/>
                      </a:cubicBezTo>
                      <a:cubicBezTo>
                        <a:pt x="f11" y="f10"/>
                        <a:pt x="f11" y="f10"/>
                        <a:pt x="f11" y="f10"/>
                      </a:cubicBezTo>
                      <a:cubicBezTo>
                        <a:pt x="f12" y="f13"/>
                        <a:pt x="f14" y="f7"/>
                        <a:pt x="f15" y="f7"/>
                      </a:cubicBezTo>
                      <a:cubicBezTo>
                        <a:pt x="f16" y="f7"/>
                        <a:pt x="f16" y="f7"/>
                        <a:pt x="f16" y="f7"/>
                      </a:cubicBezTo>
                      <a:cubicBezTo>
                        <a:pt x="f17" y="f7"/>
                        <a:pt x="f18" y="f19"/>
                        <a:pt x="f8" y="f20"/>
                      </a:cubicBezTo>
                      <a:cubicBezTo>
                        <a:pt x="f8" y="f20"/>
                        <a:pt x="f8" y="f20"/>
                        <a:pt x="f8" y="f20"/>
                      </a:cubicBezTo>
                      <a:lnTo>
                        <a:pt x="f8" y="f9"/>
                      </a:lnTo>
                      <a:close/>
                    </a:path>
                  </a:pathLst>
                </a:custGeom>
                <a:gradFill>
                  <a:gsLst>
                    <a:gs pos="0">
                      <a:srgbClr val="9D9FA1"/>
                    </a:gs>
                    <a:gs pos="100000">
                      <a:srgbClr val="211F26"/>
                    </a:gs>
                  </a:gsLst>
                  <a:lin ang="2700000"/>
                </a:gradFill>
                <a:ln>
                  <a:noFill/>
                  <a:prstDash val="solid"/>
                </a:ln>
              </p:spPr>
              <p:txBody>
                <a:bodyPr vert="horz" wrap="square" lIns="91440" tIns="45720" rIns="91440" bIns="45720" anchor="t"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300" b="0" i="0" u="none" strike="noStrike" kern="0" cap="none" spc="0" baseline="0">
                    <a:solidFill>
                      <a:srgbClr val="211F26"/>
                    </a:solidFill>
                    <a:uFillTx/>
                    <a:latin typeface="Arial"/>
                  </a:endParaRPr>
                </a:p>
              </p:txBody>
            </p:sp>
            <p:sp>
              <p:nvSpPr>
                <p:cNvPr id="74" name="Freeform 14">
                  <a:extLst>
                    <a:ext uri="{FF2B5EF4-FFF2-40B4-BE49-F238E27FC236}">
                      <a16:creationId xmlns:a16="http://schemas.microsoft.com/office/drawing/2014/main" id="{30EE5296-8580-5CF8-143F-9F0E37E401F5}"/>
                    </a:ext>
                  </a:extLst>
                </p:cNvPr>
                <p:cNvSpPr/>
                <p:nvPr/>
              </p:nvSpPr>
              <p:spPr>
                <a:xfrm>
                  <a:off x="15447919" y="4663037"/>
                  <a:ext cx="169776" cy="208126"/>
                </a:xfrm>
                <a:custGeom>
                  <a:avLst/>
                  <a:gdLst>
                    <a:gd name="f0" fmla="val 10800000"/>
                    <a:gd name="f1" fmla="val 5400000"/>
                    <a:gd name="f2" fmla="val 180"/>
                    <a:gd name="f3" fmla="val w"/>
                    <a:gd name="f4" fmla="val h"/>
                    <a:gd name="f5" fmla="val 0"/>
                    <a:gd name="f6" fmla="val 702"/>
                    <a:gd name="f7" fmla="val 860"/>
                    <a:gd name="f8" fmla="val 351"/>
                    <a:gd name="f9" fmla="val 157"/>
                    <a:gd name="f10" fmla="val 463"/>
                    <a:gd name="f11" fmla="val 52"/>
                    <a:gd name="f12" fmla="val 562"/>
                    <a:gd name="f13" fmla="val 134"/>
                    <a:gd name="f14" fmla="val 627"/>
                    <a:gd name="f15" fmla="val 165"/>
                    <a:gd name="f16" fmla="val 718"/>
                    <a:gd name="f17" fmla="val 266"/>
                    <a:gd name="f18" fmla="val 434"/>
                    <a:gd name="f19" fmla="val 419"/>
                    <a:gd name="f20" fmla="val 760"/>
                    <a:gd name="f21" fmla="val 284"/>
                    <a:gd name="f22" fmla="val 179"/>
                    <a:gd name="f23" fmla="val 212"/>
                    <a:gd name="f24" fmla="val 216"/>
                    <a:gd name="f25" fmla="val 488"/>
                    <a:gd name="f26" fmla="val 491"/>
                    <a:gd name="f27" fmla="val 570"/>
                    <a:gd name="f28" fmla="val 625"/>
                    <a:gd name="f29" fmla="val 651"/>
                    <a:gd name="f30" fmla="val 560"/>
                    <a:gd name="f31" fmla="val 461"/>
                    <a:gd name="f32" fmla="val 545"/>
                    <a:gd name="f33" fmla="val 587"/>
                    <a:gd name="f34" fmla="val 438"/>
                    <a:gd name="f35" fmla="val 568"/>
                    <a:gd name="f36" fmla="val 490"/>
                    <a:gd name="f37" fmla="val 531"/>
                    <a:gd name="f38" fmla="val 534"/>
                    <a:gd name="f39" fmla="val 485"/>
                    <a:gd name="f40" fmla="val 563"/>
                    <a:gd name="f41" fmla="val 454"/>
                    <a:gd name="f42" fmla="val 658"/>
                    <a:gd name="f43" fmla="val 250"/>
                    <a:gd name="f44" fmla="val 219"/>
                    <a:gd name="f45" fmla="val 565"/>
                    <a:gd name="f46" fmla="val 172"/>
                    <a:gd name="f47" fmla="val 536"/>
                    <a:gd name="f48" fmla="val 135"/>
                    <a:gd name="f49" fmla="val 115"/>
                    <a:gd name="f50" fmla="val 439"/>
                    <a:gd name="f51" fmla="val 105"/>
                    <a:gd name="f52" fmla="val 411"/>
                    <a:gd name="f53" fmla="val 99"/>
                    <a:gd name="f54" fmla="val 382"/>
                    <a:gd name="f55" fmla="val 603"/>
                    <a:gd name="f56" fmla="val 381"/>
                    <a:gd name="f57" fmla="val 597"/>
                    <a:gd name="f58" fmla="+- 0 0 -90"/>
                    <a:gd name="f59" fmla="*/ f3 1 702"/>
                    <a:gd name="f60" fmla="*/ f4 1 860"/>
                    <a:gd name="f61" fmla="val f5"/>
                    <a:gd name="f62" fmla="val f6"/>
                    <a:gd name="f63" fmla="val f7"/>
                    <a:gd name="f64" fmla="*/ f58 f0 1"/>
                    <a:gd name="f65" fmla="+- f63 0 f61"/>
                    <a:gd name="f66" fmla="+- f62 0 f61"/>
                    <a:gd name="f67" fmla="*/ f64 1 f2"/>
                    <a:gd name="f68" fmla="*/ f66 1 702"/>
                    <a:gd name="f69" fmla="*/ f65 1 860"/>
                    <a:gd name="f70" fmla="*/ 351 f66 1"/>
                    <a:gd name="f71" fmla="*/ 0 f65 1"/>
                    <a:gd name="f72" fmla="*/ 0 f66 1"/>
                    <a:gd name="f73" fmla="*/ 351 f65 1"/>
                    <a:gd name="f74" fmla="*/ 134 f66 1"/>
                    <a:gd name="f75" fmla="*/ 627 f65 1"/>
                    <a:gd name="f76" fmla="*/ 165 f66 1"/>
                    <a:gd name="f77" fmla="*/ 718 f65 1"/>
                    <a:gd name="f78" fmla="*/ 266 f66 1"/>
                    <a:gd name="f79" fmla="*/ 434 f66 1"/>
                    <a:gd name="f80" fmla="*/ 419 f66 1"/>
                    <a:gd name="f81" fmla="*/ 760 f65 1"/>
                    <a:gd name="f82" fmla="*/ 284 f66 1"/>
                    <a:gd name="f83" fmla="*/ 179 f66 1"/>
                    <a:gd name="f84" fmla="*/ 212 f66 1"/>
                    <a:gd name="f85" fmla="*/ 860 f65 1"/>
                    <a:gd name="f86" fmla="*/ 216 f66 1"/>
                    <a:gd name="f87" fmla="*/ 488 f66 1"/>
                    <a:gd name="f88" fmla="*/ 491 f66 1"/>
                    <a:gd name="f89" fmla="*/ 570 f66 1"/>
                    <a:gd name="f90" fmla="*/ 625 f65 1"/>
                    <a:gd name="f91" fmla="*/ 702 f66 1"/>
                    <a:gd name="f92" fmla="*/ 587 f66 1"/>
                    <a:gd name="f93" fmla="*/ 438 f65 1"/>
                    <a:gd name="f94" fmla="*/ 485 f66 1"/>
                    <a:gd name="f95" fmla="*/ 563 f65 1"/>
                    <a:gd name="f96" fmla="*/ 454 f66 1"/>
                    <a:gd name="f97" fmla="*/ 658 f65 1"/>
                    <a:gd name="f98" fmla="*/ 250 f66 1"/>
                    <a:gd name="f99" fmla="*/ 219 f66 1"/>
                    <a:gd name="f100" fmla="*/ 565 f65 1"/>
                    <a:gd name="f101" fmla="*/ 115 f66 1"/>
                    <a:gd name="f102" fmla="*/ 439 f65 1"/>
                    <a:gd name="f103" fmla="*/ 99 f66 1"/>
                    <a:gd name="f104" fmla="*/ 99 f65 1"/>
                    <a:gd name="f105" fmla="*/ 603 f66 1"/>
                    <a:gd name="f106" fmla="+- f67 0 f1"/>
                    <a:gd name="f107" fmla="*/ f70 1 702"/>
                    <a:gd name="f108" fmla="*/ f71 1 860"/>
                    <a:gd name="f109" fmla="*/ f72 1 702"/>
                    <a:gd name="f110" fmla="*/ f73 1 860"/>
                    <a:gd name="f111" fmla="*/ f74 1 702"/>
                    <a:gd name="f112" fmla="*/ f75 1 860"/>
                    <a:gd name="f113" fmla="*/ f76 1 702"/>
                    <a:gd name="f114" fmla="*/ f77 1 860"/>
                    <a:gd name="f115" fmla="*/ f78 1 702"/>
                    <a:gd name="f116" fmla="*/ f79 1 702"/>
                    <a:gd name="f117" fmla="*/ f80 1 702"/>
                    <a:gd name="f118" fmla="*/ f81 1 860"/>
                    <a:gd name="f119" fmla="*/ f82 1 702"/>
                    <a:gd name="f120" fmla="*/ f83 1 702"/>
                    <a:gd name="f121" fmla="*/ f84 1 702"/>
                    <a:gd name="f122" fmla="*/ f85 1 860"/>
                    <a:gd name="f123" fmla="*/ f86 1 702"/>
                    <a:gd name="f124" fmla="*/ f87 1 702"/>
                    <a:gd name="f125" fmla="*/ f88 1 702"/>
                    <a:gd name="f126" fmla="*/ f89 1 702"/>
                    <a:gd name="f127" fmla="*/ f90 1 860"/>
                    <a:gd name="f128" fmla="*/ f91 1 702"/>
                    <a:gd name="f129" fmla="*/ f92 1 702"/>
                    <a:gd name="f130" fmla="*/ f93 1 860"/>
                    <a:gd name="f131" fmla="*/ f94 1 702"/>
                    <a:gd name="f132" fmla="*/ f95 1 860"/>
                    <a:gd name="f133" fmla="*/ f96 1 702"/>
                    <a:gd name="f134" fmla="*/ f97 1 860"/>
                    <a:gd name="f135" fmla="*/ f98 1 702"/>
                    <a:gd name="f136" fmla="*/ f99 1 702"/>
                    <a:gd name="f137" fmla="*/ f100 1 860"/>
                    <a:gd name="f138" fmla="*/ f101 1 702"/>
                    <a:gd name="f139" fmla="*/ f102 1 860"/>
                    <a:gd name="f140" fmla="*/ f103 1 702"/>
                    <a:gd name="f141" fmla="*/ f104 1 860"/>
                    <a:gd name="f142" fmla="*/ f105 1 702"/>
                    <a:gd name="f143" fmla="*/ 0 1 f68"/>
                    <a:gd name="f144" fmla="*/ f62 1 f68"/>
                    <a:gd name="f145" fmla="*/ 0 1 f69"/>
                    <a:gd name="f146" fmla="*/ f63 1 f69"/>
                    <a:gd name="f147" fmla="*/ f107 1 f68"/>
                    <a:gd name="f148" fmla="*/ f108 1 f69"/>
                    <a:gd name="f149" fmla="*/ f109 1 f68"/>
                    <a:gd name="f150" fmla="*/ f110 1 f69"/>
                    <a:gd name="f151" fmla="*/ f111 1 f68"/>
                    <a:gd name="f152" fmla="*/ f112 1 f69"/>
                    <a:gd name="f153" fmla="*/ f113 1 f68"/>
                    <a:gd name="f154" fmla="*/ f114 1 f69"/>
                    <a:gd name="f155" fmla="*/ f115 1 f68"/>
                    <a:gd name="f156" fmla="*/ f116 1 f68"/>
                    <a:gd name="f157" fmla="*/ f117 1 f68"/>
                    <a:gd name="f158" fmla="*/ f118 1 f69"/>
                    <a:gd name="f159" fmla="*/ f119 1 f68"/>
                    <a:gd name="f160" fmla="*/ f120 1 f68"/>
                    <a:gd name="f161" fmla="*/ f121 1 f68"/>
                    <a:gd name="f162" fmla="*/ f122 1 f69"/>
                    <a:gd name="f163" fmla="*/ f123 1 f68"/>
                    <a:gd name="f164" fmla="*/ f124 1 f68"/>
                    <a:gd name="f165" fmla="*/ f125 1 f68"/>
                    <a:gd name="f166" fmla="*/ f126 1 f68"/>
                    <a:gd name="f167" fmla="*/ f127 1 f69"/>
                    <a:gd name="f168" fmla="*/ f128 1 f68"/>
                    <a:gd name="f169" fmla="*/ f129 1 f68"/>
                    <a:gd name="f170" fmla="*/ f130 1 f69"/>
                    <a:gd name="f171" fmla="*/ f131 1 f68"/>
                    <a:gd name="f172" fmla="*/ f132 1 f69"/>
                    <a:gd name="f173" fmla="*/ f133 1 f68"/>
                    <a:gd name="f174" fmla="*/ f134 1 f69"/>
                    <a:gd name="f175" fmla="*/ f135 1 f68"/>
                    <a:gd name="f176" fmla="*/ f136 1 f68"/>
                    <a:gd name="f177" fmla="*/ f137 1 f69"/>
                    <a:gd name="f178" fmla="*/ f138 1 f68"/>
                    <a:gd name="f179" fmla="*/ f139 1 f69"/>
                    <a:gd name="f180" fmla="*/ f140 1 f68"/>
                    <a:gd name="f181" fmla="*/ f141 1 f69"/>
                    <a:gd name="f182" fmla="*/ f142 1 f68"/>
                    <a:gd name="f183" fmla="*/ f143 f59 1"/>
                    <a:gd name="f184" fmla="*/ f144 f59 1"/>
                    <a:gd name="f185" fmla="*/ f146 f60 1"/>
                    <a:gd name="f186" fmla="*/ f145 f60 1"/>
                    <a:gd name="f187" fmla="*/ f147 f59 1"/>
                    <a:gd name="f188" fmla="*/ f148 f60 1"/>
                    <a:gd name="f189" fmla="*/ f149 f59 1"/>
                    <a:gd name="f190" fmla="*/ f150 f60 1"/>
                    <a:gd name="f191" fmla="*/ f151 f59 1"/>
                    <a:gd name="f192" fmla="*/ f152 f60 1"/>
                    <a:gd name="f193" fmla="*/ f153 f59 1"/>
                    <a:gd name="f194" fmla="*/ f154 f60 1"/>
                    <a:gd name="f195" fmla="*/ f155 f59 1"/>
                    <a:gd name="f196" fmla="*/ f156 f59 1"/>
                    <a:gd name="f197" fmla="*/ f157 f59 1"/>
                    <a:gd name="f198" fmla="*/ f158 f60 1"/>
                    <a:gd name="f199" fmla="*/ f159 f59 1"/>
                    <a:gd name="f200" fmla="*/ f160 f59 1"/>
                    <a:gd name="f201" fmla="*/ f161 f59 1"/>
                    <a:gd name="f202" fmla="*/ f162 f60 1"/>
                    <a:gd name="f203" fmla="*/ f163 f59 1"/>
                    <a:gd name="f204" fmla="*/ f164 f59 1"/>
                    <a:gd name="f205" fmla="*/ f165 f59 1"/>
                    <a:gd name="f206" fmla="*/ f166 f59 1"/>
                    <a:gd name="f207" fmla="*/ f167 f60 1"/>
                    <a:gd name="f208" fmla="*/ f168 f59 1"/>
                    <a:gd name="f209" fmla="*/ f169 f59 1"/>
                    <a:gd name="f210" fmla="*/ f170 f60 1"/>
                    <a:gd name="f211" fmla="*/ f171 f59 1"/>
                    <a:gd name="f212" fmla="*/ f172 f60 1"/>
                    <a:gd name="f213" fmla="*/ f173 f59 1"/>
                    <a:gd name="f214" fmla="*/ f174 f60 1"/>
                    <a:gd name="f215" fmla="*/ f175 f59 1"/>
                    <a:gd name="f216" fmla="*/ f176 f59 1"/>
                    <a:gd name="f217" fmla="*/ f177 f60 1"/>
                    <a:gd name="f218" fmla="*/ f178 f59 1"/>
                    <a:gd name="f219" fmla="*/ f179 f60 1"/>
                    <a:gd name="f220" fmla="*/ f180 f59 1"/>
                    <a:gd name="f221" fmla="*/ f181 f60 1"/>
                    <a:gd name="f222" fmla="*/ f182 f59 1"/>
                  </a:gdLst>
                  <a:ahLst/>
                  <a:cxnLst>
                    <a:cxn ang="3cd4">
                      <a:pos x="hc" y="t"/>
                    </a:cxn>
                    <a:cxn ang="0">
                      <a:pos x="r" y="vc"/>
                    </a:cxn>
                    <a:cxn ang="cd4">
                      <a:pos x="hc" y="b"/>
                    </a:cxn>
                    <a:cxn ang="cd2">
                      <a:pos x="l" y="vc"/>
                    </a:cxn>
                    <a:cxn ang="f106">
                      <a:pos x="f187" y="f188"/>
                    </a:cxn>
                    <a:cxn ang="f106">
                      <a:pos x="f189" y="f190"/>
                    </a:cxn>
                    <a:cxn ang="f106">
                      <a:pos x="f191" y="f192"/>
                    </a:cxn>
                    <a:cxn ang="f106">
                      <a:pos x="f193" y="f194"/>
                    </a:cxn>
                    <a:cxn ang="f106">
                      <a:pos x="f195" y="f194"/>
                    </a:cxn>
                    <a:cxn ang="f106">
                      <a:pos x="f195" y="f194"/>
                    </a:cxn>
                    <a:cxn ang="f106">
                      <a:pos x="f196" y="f194"/>
                    </a:cxn>
                    <a:cxn ang="f106">
                      <a:pos x="f197" y="f198"/>
                    </a:cxn>
                    <a:cxn ang="f106">
                      <a:pos x="f199" y="f198"/>
                    </a:cxn>
                    <a:cxn ang="f106">
                      <a:pos x="f199" y="f198"/>
                    </a:cxn>
                    <a:cxn ang="f106">
                      <a:pos x="f200" y="f198"/>
                    </a:cxn>
                    <a:cxn ang="f106">
                      <a:pos x="f201" y="f202"/>
                    </a:cxn>
                    <a:cxn ang="f106">
                      <a:pos x="f201" y="f202"/>
                    </a:cxn>
                    <a:cxn ang="f106">
                      <a:pos x="f203" y="f202"/>
                    </a:cxn>
                    <a:cxn ang="f106">
                      <a:pos x="f204" y="f202"/>
                    </a:cxn>
                    <a:cxn ang="f106">
                      <a:pos x="f205" y="f202"/>
                    </a:cxn>
                    <a:cxn ang="f106">
                      <a:pos x="f206" y="f207"/>
                    </a:cxn>
                    <a:cxn ang="f106">
                      <a:pos x="f208" y="f190"/>
                    </a:cxn>
                    <a:cxn ang="f106">
                      <a:pos x="f187" y="f188"/>
                    </a:cxn>
                    <a:cxn ang="f106">
                      <a:pos x="f209" y="f210"/>
                    </a:cxn>
                    <a:cxn ang="f106">
                      <a:pos x="f211" y="f212"/>
                    </a:cxn>
                    <a:cxn ang="f106">
                      <a:pos x="f213" y="f214"/>
                    </a:cxn>
                    <a:cxn ang="f106">
                      <a:pos x="f215" y="f214"/>
                    </a:cxn>
                    <a:cxn ang="f106">
                      <a:pos x="f216" y="f217"/>
                    </a:cxn>
                    <a:cxn ang="f106">
                      <a:pos x="f218" y="f219"/>
                    </a:cxn>
                    <a:cxn ang="f106">
                      <a:pos x="f220" y="f190"/>
                    </a:cxn>
                    <a:cxn ang="f106">
                      <a:pos x="f187" y="f221"/>
                    </a:cxn>
                    <a:cxn ang="f106">
                      <a:pos x="f222" y="f190"/>
                    </a:cxn>
                    <a:cxn ang="f106">
                      <a:pos x="f209" y="f210"/>
                    </a:cxn>
                  </a:cxnLst>
                  <a:rect l="f183" t="f186" r="f184" b="f185"/>
                  <a:pathLst>
                    <a:path w="702" h="860">
                      <a:moveTo>
                        <a:pt x="f8" y="f5"/>
                      </a:moveTo>
                      <a:cubicBezTo>
                        <a:pt x="f9" y="f5"/>
                        <a:pt x="f5" y="f9"/>
                        <a:pt x="f5" y="f8"/>
                      </a:cubicBezTo>
                      <a:cubicBezTo>
                        <a:pt x="f5" y="f10"/>
                        <a:pt x="f11" y="f12"/>
                        <a:pt x="f13" y="f14"/>
                      </a:cubicBezTo>
                      <a:cubicBezTo>
                        <a:pt x="f15" y="f16"/>
                        <a:pt x="f15" y="f16"/>
                        <a:pt x="f15" y="f16"/>
                      </a:cubicBezTo>
                      <a:cubicBezTo>
                        <a:pt x="f17" y="f16"/>
                        <a:pt x="f17" y="f16"/>
                        <a:pt x="f17" y="f16"/>
                      </a:cubicBezTo>
                      <a:cubicBezTo>
                        <a:pt x="f17" y="f16"/>
                        <a:pt x="f17" y="f16"/>
                        <a:pt x="f17" y="f16"/>
                      </a:cubicBezTo>
                      <a:cubicBezTo>
                        <a:pt x="f18" y="f16"/>
                        <a:pt x="f18" y="f16"/>
                        <a:pt x="f18" y="f16"/>
                      </a:cubicBezTo>
                      <a:cubicBezTo>
                        <a:pt x="f19" y="f20"/>
                        <a:pt x="f19" y="f20"/>
                        <a:pt x="f19" y="f20"/>
                      </a:cubicBezTo>
                      <a:cubicBezTo>
                        <a:pt x="f21" y="f20"/>
                        <a:pt x="f21" y="f20"/>
                        <a:pt x="f21" y="f20"/>
                      </a:cubicBezTo>
                      <a:cubicBezTo>
                        <a:pt x="f21" y="f20"/>
                        <a:pt x="f21" y="f20"/>
                        <a:pt x="f21" y="f20"/>
                      </a:cubicBezTo>
                      <a:cubicBezTo>
                        <a:pt x="f22" y="f20"/>
                        <a:pt x="f22" y="f20"/>
                        <a:pt x="f22" y="f20"/>
                      </a:cubicBezTo>
                      <a:cubicBezTo>
                        <a:pt x="f23" y="f7"/>
                        <a:pt x="f23" y="f7"/>
                        <a:pt x="f23" y="f7"/>
                      </a:cubicBezTo>
                      <a:cubicBezTo>
                        <a:pt x="f23" y="f7"/>
                        <a:pt x="f23" y="f7"/>
                        <a:pt x="f23" y="f7"/>
                      </a:cubicBezTo>
                      <a:cubicBezTo>
                        <a:pt x="f24" y="f7"/>
                        <a:pt x="f24" y="f7"/>
                        <a:pt x="f24" y="f7"/>
                      </a:cubicBezTo>
                      <a:cubicBezTo>
                        <a:pt x="f25" y="f7"/>
                        <a:pt x="f25" y="f7"/>
                        <a:pt x="f25" y="f7"/>
                      </a:cubicBezTo>
                      <a:cubicBezTo>
                        <a:pt x="f26" y="f7"/>
                        <a:pt x="f26" y="f7"/>
                        <a:pt x="f26" y="f7"/>
                      </a:cubicBezTo>
                      <a:cubicBezTo>
                        <a:pt x="f27" y="f28"/>
                        <a:pt x="f27" y="f28"/>
                        <a:pt x="f27" y="f28"/>
                      </a:cubicBezTo>
                      <a:cubicBezTo>
                        <a:pt x="f29" y="f30"/>
                        <a:pt x="f6" y="f31"/>
                        <a:pt x="f6" y="f8"/>
                      </a:cubicBezTo>
                      <a:cubicBezTo>
                        <a:pt x="f6" y="f9"/>
                        <a:pt x="f32" y="f5"/>
                        <a:pt x="f8" y="f5"/>
                      </a:cubicBezTo>
                      <a:close/>
                      <a:moveTo>
                        <a:pt x="f33" y="f34"/>
                      </a:moveTo>
                      <a:cubicBezTo>
                        <a:pt x="f35" y="f36"/>
                        <a:pt x="f37" y="f38"/>
                        <a:pt x="f39" y="f40"/>
                      </a:cubicBezTo>
                      <a:cubicBezTo>
                        <a:pt x="f41" y="f42"/>
                        <a:pt x="f41" y="f42"/>
                        <a:pt x="f41" y="f42"/>
                      </a:cubicBezTo>
                      <a:cubicBezTo>
                        <a:pt x="f43" y="f42"/>
                        <a:pt x="f43" y="f42"/>
                        <a:pt x="f43" y="f42"/>
                      </a:cubicBezTo>
                      <a:cubicBezTo>
                        <a:pt x="f44" y="f45"/>
                        <a:pt x="f44" y="f45"/>
                        <a:pt x="f44" y="f45"/>
                      </a:cubicBezTo>
                      <a:cubicBezTo>
                        <a:pt x="f46" y="f47"/>
                        <a:pt x="f48" y="f26"/>
                        <a:pt x="f49" y="f50"/>
                      </a:cubicBezTo>
                      <a:cubicBezTo>
                        <a:pt x="f51" y="f52"/>
                        <a:pt x="f53" y="f54"/>
                        <a:pt x="f53" y="f8"/>
                      </a:cubicBezTo>
                      <a:cubicBezTo>
                        <a:pt x="f53" y="f23"/>
                        <a:pt x="f23" y="f53"/>
                        <a:pt x="f8" y="f53"/>
                      </a:cubicBezTo>
                      <a:cubicBezTo>
                        <a:pt x="f36" y="f53"/>
                        <a:pt x="f55" y="f23"/>
                        <a:pt x="f55" y="f8"/>
                      </a:cubicBezTo>
                      <a:cubicBezTo>
                        <a:pt x="f55" y="f56"/>
                        <a:pt x="f57" y="f52"/>
                        <a:pt x="f33" y="f34"/>
                      </a:cubicBezTo>
                      <a:close/>
                    </a:path>
                  </a:pathLst>
                </a:custGeom>
                <a:gradFill>
                  <a:gsLst>
                    <a:gs pos="0">
                      <a:srgbClr val="9D9FA1"/>
                    </a:gs>
                    <a:gs pos="100000">
                      <a:srgbClr val="211F26"/>
                    </a:gs>
                  </a:gsLst>
                  <a:lin ang="2700000"/>
                </a:gradFill>
                <a:ln>
                  <a:noFill/>
                  <a:prstDash val="solid"/>
                </a:ln>
              </p:spPr>
              <p:txBody>
                <a:bodyPr vert="horz" wrap="square" lIns="91440" tIns="45720" rIns="91440" bIns="45720" anchor="t"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300" b="0" i="0" u="none" strike="noStrike" kern="0" cap="none" spc="0" baseline="0">
                    <a:solidFill>
                      <a:srgbClr val="211F26"/>
                    </a:solidFill>
                    <a:uFillTx/>
                    <a:latin typeface="Arial"/>
                  </a:endParaRPr>
                </a:p>
              </p:txBody>
            </p:sp>
          </p:grpSp>
          <p:sp>
            <p:nvSpPr>
              <p:cNvPr id="75" name="Tekstvak 36">
                <a:extLst>
                  <a:ext uri="{FF2B5EF4-FFF2-40B4-BE49-F238E27FC236}">
                    <a16:creationId xmlns:a16="http://schemas.microsoft.com/office/drawing/2014/main" id="{48150DFF-794C-F141-A1F8-EC9D19FA99B5}"/>
                  </a:ext>
                </a:extLst>
              </p:cNvPr>
              <p:cNvSpPr txBox="1"/>
              <p:nvPr/>
            </p:nvSpPr>
            <p:spPr>
              <a:xfrm>
                <a:off x="15225601" y="4917487"/>
                <a:ext cx="627799" cy="322234"/>
              </a:xfrm>
              <a:prstGeom prst="rect">
                <a:avLst/>
              </a:prstGeom>
              <a:noFill/>
              <a:ln>
                <a:noFill/>
              </a:ln>
            </p:spPr>
            <p:txBody>
              <a:bodyPr vert="horz" wrap="square" lIns="0" tIns="0" rIns="0" bIns="0"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000" b="0" i="0" u="none" strike="noStrike" kern="0" cap="none" spc="0" baseline="0">
                    <a:solidFill>
                      <a:srgbClr val="211F26"/>
                    </a:solidFill>
                    <a:uFillTx/>
                    <a:latin typeface="Calibri" pitchFamily="34"/>
                    <a:cs typeface="Calibri" pitchFamily="34"/>
                  </a:rPr>
                  <a:t>Inspiration</a:t>
                </a:r>
              </a:p>
            </p:txBody>
          </p:sp>
        </p:grpSp>
      </p:grpSp>
      <p:grpSp>
        <p:nvGrpSpPr>
          <p:cNvPr id="76" name="INSTRUCTION">
            <a:extLst>
              <a:ext uri="{FF2B5EF4-FFF2-40B4-BE49-F238E27FC236}">
                <a16:creationId xmlns:a16="http://schemas.microsoft.com/office/drawing/2014/main" id="{2DD545DE-EB72-C904-9291-6613912ED097}"/>
              </a:ext>
            </a:extLst>
          </p:cNvPr>
          <p:cNvGrpSpPr/>
          <p:nvPr/>
        </p:nvGrpSpPr>
        <p:grpSpPr>
          <a:xfrm>
            <a:off x="-3786164" y="0"/>
            <a:ext cx="3693380" cy="6640345"/>
            <a:chOff x="-3786164" y="0"/>
            <a:chExt cx="3693380" cy="6640345"/>
          </a:xfrm>
        </p:grpSpPr>
        <p:sp>
          <p:nvSpPr>
            <p:cNvPr id="77" name="Rechthoek 83">
              <a:extLst>
                <a:ext uri="{FF2B5EF4-FFF2-40B4-BE49-F238E27FC236}">
                  <a16:creationId xmlns:a16="http://schemas.microsoft.com/office/drawing/2014/main" id="{ABA7ED51-A00E-F788-D7EB-DA7E40321FA6}"/>
                </a:ext>
              </a:extLst>
            </p:cNvPr>
            <p:cNvSpPr/>
            <p:nvPr/>
          </p:nvSpPr>
          <p:spPr>
            <a:xfrm>
              <a:off x="-3786164" y="0"/>
              <a:ext cx="3593089" cy="5991724"/>
            </a:xfrm>
            <a:prstGeom prst="rect">
              <a:avLst/>
            </a:prstGeom>
            <a:solidFill>
              <a:srgbClr val="FFFFFF"/>
            </a:solidFill>
            <a:ln w="6345" cap="flat">
              <a:solidFill>
                <a:srgbClr val="ECECEC"/>
              </a:solidFill>
              <a:prstDash val="solid"/>
              <a:miter/>
            </a:ln>
          </p:spPr>
          <p:txBody>
            <a:bodyPr vert="horz" wrap="square" lIns="179999" tIns="143999" rIns="179999" bIns="143999"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400" b="1" i="0" u="none" strike="noStrike" kern="1200" cap="all" spc="0" baseline="0">
                  <a:solidFill>
                    <a:srgbClr val="00A6D6"/>
                  </a:solidFill>
                  <a:uFillTx/>
                  <a:latin typeface="Calibri" pitchFamily="34"/>
                  <a:cs typeface="Calibri" pitchFamily="34"/>
                </a:rPr>
                <a:t>Insert/edit an image</a:t>
              </a:r>
            </a:p>
          </p:txBody>
        </p:sp>
        <p:sp>
          <p:nvSpPr>
            <p:cNvPr id="78" name="Ovaal 84">
              <a:extLst>
                <a:ext uri="{FF2B5EF4-FFF2-40B4-BE49-F238E27FC236}">
                  <a16:creationId xmlns:a16="http://schemas.microsoft.com/office/drawing/2014/main" id="{44D550A7-A84A-7143-6A65-1179D4BF481A}"/>
                </a:ext>
              </a:extLst>
            </p:cNvPr>
            <p:cNvSpPr/>
            <p:nvPr/>
          </p:nvSpPr>
          <p:spPr>
            <a:xfrm>
              <a:off x="-3603586" y="465319"/>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1</a:t>
              </a:r>
            </a:p>
          </p:txBody>
        </p:sp>
        <p:sp>
          <p:nvSpPr>
            <p:cNvPr id="79" name="Rechthoek 85">
              <a:extLst>
                <a:ext uri="{FF2B5EF4-FFF2-40B4-BE49-F238E27FC236}">
                  <a16:creationId xmlns:a16="http://schemas.microsoft.com/office/drawing/2014/main" id="{785505E4-3BCD-0E84-B09D-53DC66254DD1}"/>
                </a:ext>
              </a:extLst>
            </p:cNvPr>
            <p:cNvSpPr/>
            <p:nvPr/>
          </p:nvSpPr>
          <p:spPr>
            <a:xfrm>
              <a:off x="-3319418" y="465319"/>
              <a:ext cx="2962701" cy="668152"/>
            </a:xfrm>
            <a:prstGeom prst="rect">
              <a:avLst/>
            </a:prstGeom>
            <a:noFill/>
            <a:ln>
              <a:noFill/>
              <a:prstDash val="solid"/>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0" i="0" u="none" strike="noStrike" kern="0" cap="none" spc="0" baseline="0">
                  <a:solidFill>
                    <a:srgbClr val="000000"/>
                  </a:solidFill>
                  <a:uFillTx/>
                  <a:latin typeface="Calibri" pitchFamily="34"/>
                  <a:cs typeface="Calibri" pitchFamily="34"/>
                </a:rPr>
                <a:t>If necessary, delete the existing image</a:t>
              </a:r>
              <a:br>
                <a:rPr lang="en-GB" sz="1200" b="0" i="0" u="none" strike="noStrike" kern="0" cap="none" spc="0" baseline="0">
                  <a:solidFill>
                    <a:srgbClr val="000000"/>
                  </a:solidFill>
                  <a:uFillTx/>
                  <a:latin typeface="Calibri" pitchFamily="34"/>
                  <a:cs typeface="Calibri" pitchFamily="34"/>
                </a:rPr>
              </a:br>
              <a:r>
                <a:rPr lang="en-GB" sz="1200" b="0" i="0" u="none" strike="noStrike" kern="0" cap="none" spc="0" baseline="0">
                  <a:solidFill>
                    <a:srgbClr val="000000"/>
                  </a:solidFill>
                  <a:uFillTx/>
                  <a:latin typeface="Calibri" pitchFamily="34"/>
                  <a:cs typeface="Calibri" pitchFamily="34"/>
                </a:rPr>
                <a:t>by using the </a:t>
              </a:r>
              <a:r>
                <a:rPr lang="en-GB" sz="1200" b="1" i="0" u="none" strike="noStrike" kern="0" cap="none" spc="0" baseline="0">
                  <a:solidFill>
                    <a:srgbClr val="000000"/>
                  </a:solidFill>
                  <a:uFillTx/>
                  <a:latin typeface="Calibri" pitchFamily="34"/>
                  <a:cs typeface="Calibri" pitchFamily="34"/>
                </a:rPr>
                <a:t>‘Backspace key’</a:t>
              </a:r>
              <a:r>
                <a:rPr lang="en-GB" sz="1200" b="0" i="0" u="none" strike="noStrike" kern="0" cap="none" spc="0" baseline="0">
                  <a:solidFill>
                    <a:srgbClr val="000000"/>
                  </a:solidFill>
                  <a:uFillTx/>
                  <a:latin typeface="Calibri" pitchFamily="34"/>
                  <a:cs typeface="Calibri" pitchFamily="34"/>
                </a:rPr>
                <a:t>. Select the placeholder, go to the tab </a:t>
              </a:r>
              <a:r>
                <a:rPr lang="en-GB" sz="1200" b="1" i="0" u="none" strike="noStrike" kern="0" cap="none" spc="0" baseline="0">
                  <a:solidFill>
                    <a:srgbClr val="000000"/>
                  </a:solidFill>
                  <a:uFillTx/>
                  <a:latin typeface="Calibri" pitchFamily="34"/>
                  <a:cs typeface="Calibri" pitchFamily="34"/>
                </a:rPr>
                <a:t>‘Slidebuilder’</a:t>
              </a:r>
              <a:r>
                <a:rPr lang="en-GB" sz="1200" b="0" i="0" u="none" strike="noStrike" kern="0" cap="none" spc="0" baseline="0">
                  <a:solidFill>
                    <a:srgbClr val="000000"/>
                  </a:solidFill>
                  <a:uFillTx/>
                  <a:latin typeface="Calibri" pitchFamily="34"/>
                  <a:cs typeface="Calibri" pitchFamily="34"/>
                </a:rPr>
                <a:t> and click on the button </a:t>
              </a:r>
              <a:r>
                <a:rPr lang="en-GB" sz="1200" b="1" i="0" u="none" strike="noStrike" kern="0" cap="none" spc="0" baseline="0">
                  <a:solidFill>
                    <a:srgbClr val="000000"/>
                  </a:solidFill>
                  <a:uFillTx/>
                  <a:latin typeface="Calibri" pitchFamily="34"/>
                  <a:cs typeface="Calibri" pitchFamily="34"/>
                </a:rPr>
                <a:t>‘Images’</a:t>
              </a:r>
              <a:r>
                <a:rPr lang="en-GB" sz="1200" b="0" i="0" u="none" strike="noStrike" kern="0" cap="none" spc="0" baseline="0">
                  <a:solidFill>
                    <a:srgbClr val="000000"/>
                  </a:solidFill>
                  <a:uFillTx/>
                  <a:latin typeface="Calibri" pitchFamily="34"/>
                  <a:cs typeface="Calibri" pitchFamily="34"/>
                </a:rPr>
                <a:t>.</a:t>
              </a:r>
            </a:p>
          </p:txBody>
        </p:sp>
        <p:sp>
          <p:nvSpPr>
            <p:cNvPr id="80" name="Ovaal 86">
              <a:extLst>
                <a:ext uri="{FF2B5EF4-FFF2-40B4-BE49-F238E27FC236}">
                  <a16:creationId xmlns:a16="http://schemas.microsoft.com/office/drawing/2014/main" id="{A3667ECA-5175-74AD-F0E2-817CFF7F479D}"/>
                </a:ext>
              </a:extLst>
            </p:cNvPr>
            <p:cNvSpPr/>
            <p:nvPr/>
          </p:nvSpPr>
          <p:spPr>
            <a:xfrm>
              <a:off x="-3603586" y="2633938"/>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3</a:t>
              </a:r>
            </a:p>
          </p:txBody>
        </p:sp>
        <p:sp>
          <p:nvSpPr>
            <p:cNvPr id="81" name="Rechthoek 87">
              <a:extLst>
                <a:ext uri="{FF2B5EF4-FFF2-40B4-BE49-F238E27FC236}">
                  <a16:creationId xmlns:a16="http://schemas.microsoft.com/office/drawing/2014/main" id="{A63C60A7-E888-C02C-2493-BA293220F285}"/>
                </a:ext>
              </a:extLst>
            </p:cNvPr>
            <p:cNvSpPr/>
            <p:nvPr/>
          </p:nvSpPr>
          <p:spPr>
            <a:xfrm>
              <a:off x="-3319418" y="2633938"/>
              <a:ext cx="3126342" cy="462796"/>
            </a:xfrm>
            <a:prstGeom prst="rect">
              <a:avLst/>
            </a:prstGeom>
            <a:noFill/>
            <a:ln>
              <a:noFill/>
              <a:prstDash val="solid"/>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0" i="0" u="none" strike="noStrike" kern="0" cap="none" spc="0" baseline="0">
                  <a:solidFill>
                    <a:srgbClr val="000000"/>
                  </a:solidFill>
                  <a:uFillTx/>
                  <a:latin typeface="Calibri" pitchFamily="34"/>
                  <a:cs typeface="Calibri" pitchFamily="34"/>
                </a:rPr>
                <a:t>Click with the right mouse button on the thumbnail display of the slide on the left side </a:t>
              </a:r>
              <a:br>
                <a:rPr lang="en-GB" sz="1200" b="0" i="0" u="none" strike="noStrike" kern="0" cap="none" spc="0" baseline="0">
                  <a:solidFill>
                    <a:srgbClr val="000000"/>
                  </a:solidFill>
                  <a:uFillTx/>
                  <a:latin typeface="Calibri" pitchFamily="34"/>
                  <a:cs typeface="Calibri" pitchFamily="34"/>
                </a:rPr>
              </a:br>
              <a:r>
                <a:rPr lang="en-GB" sz="1200" b="0" i="0" u="none" strike="noStrike" kern="0" cap="none" spc="0" baseline="0">
                  <a:solidFill>
                    <a:srgbClr val="000000"/>
                  </a:solidFill>
                  <a:uFillTx/>
                  <a:latin typeface="Calibri" pitchFamily="34"/>
                  <a:cs typeface="Calibri" pitchFamily="34"/>
                </a:rPr>
                <a:t>of the screen and choose </a:t>
              </a:r>
              <a:r>
                <a:rPr lang="en-GB" sz="1200" b="1" i="0" u="none" strike="noStrike" kern="0" cap="none" spc="0" baseline="0">
                  <a:solidFill>
                    <a:srgbClr val="000000"/>
                  </a:solidFill>
                  <a:uFillTx/>
                  <a:latin typeface="Calibri" pitchFamily="34"/>
                  <a:cs typeface="Calibri" pitchFamily="34"/>
                </a:rPr>
                <a:t>‘Reset slide’</a:t>
              </a:r>
              <a:r>
                <a:rPr lang="en-GB" sz="1200" b="0" i="0" u="none" strike="noStrike" kern="0" cap="none" spc="0" baseline="0">
                  <a:solidFill>
                    <a:srgbClr val="000000"/>
                  </a:solidFill>
                  <a:uFillTx/>
                  <a:latin typeface="Calibri" pitchFamily="34"/>
                  <a:cs typeface="Calibri" pitchFamily="34"/>
                </a:rPr>
                <a:t>.</a:t>
              </a:r>
            </a:p>
          </p:txBody>
        </p:sp>
        <p:sp>
          <p:nvSpPr>
            <p:cNvPr id="82" name="Ovaal 88">
              <a:extLst>
                <a:ext uri="{FF2B5EF4-FFF2-40B4-BE49-F238E27FC236}">
                  <a16:creationId xmlns:a16="http://schemas.microsoft.com/office/drawing/2014/main" id="{97541F60-9A9E-F5D2-0870-9F6B887AD784}"/>
                </a:ext>
              </a:extLst>
            </p:cNvPr>
            <p:cNvSpPr/>
            <p:nvPr/>
          </p:nvSpPr>
          <p:spPr>
            <a:xfrm>
              <a:off x="-3603586" y="4226365"/>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4</a:t>
              </a:r>
            </a:p>
          </p:txBody>
        </p:sp>
        <p:sp>
          <p:nvSpPr>
            <p:cNvPr id="83" name="Rechthoek 89">
              <a:extLst>
                <a:ext uri="{FF2B5EF4-FFF2-40B4-BE49-F238E27FC236}">
                  <a16:creationId xmlns:a16="http://schemas.microsoft.com/office/drawing/2014/main" id="{895BAA06-B047-453C-5051-B196BAB7FE1F}"/>
                </a:ext>
              </a:extLst>
            </p:cNvPr>
            <p:cNvSpPr/>
            <p:nvPr/>
          </p:nvSpPr>
          <p:spPr>
            <a:xfrm>
              <a:off x="-3319418" y="4226365"/>
              <a:ext cx="2944678" cy="820957"/>
            </a:xfrm>
            <a:prstGeom prst="rect">
              <a:avLst/>
            </a:prstGeom>
            <a:noFill/>
            <a:ln>
              <a:noFill/>
              <a:prstDash val="solid"/>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0" i="0" u="none" strike="noStrike" kern="0" cap="none" spc="0" baseline="0">
                  <a:solidFill>
                    <a:srgbClr val="000000"/>
                  </a:solidFill>
                  <a:uFillTx/>
                  <a:latin typeface="Calibri" pitchFamily="34"/>
                  <a:cs typeface="Calibri" pitchFamily="34"/>
                </a:rPr>
                <a:t>To scale or drag the image, go to the tab </a:t>
              </a:r>
              <a:r>
                <a:rPr lang="en-GB" sz="1200" b="1" i="0" u="none" strike="noStrike" kern="0" cap="none" spc="0" baseline="0">
                  <a:solidFill>
                    <a:srgbClr val="000000"/>
                  </a:solidFill>
                  <a:uFillTx/>
                  <a:latin typeface="Calibri" pitchFamily="34"/>
                  <a:cs typeface="Calibri" pitchFamily="34"/>
                </a:rPr>
                <a:t>‘Picture Tools - Format’</a:t>
              </a:r>
              <a:r>
                <a:rPr lang="en-GB" sz="1200" b="0" i="0" u="none" strike="noStrike" kern="0" cap="none" spc="0" baseline="0">
                  <a:solidFill>
                    <a:srgbClr val="000000"/>
                  </a:solidFill>
                  <a:uFillTx/>
                  <a:latin typeface="Calibri" pitchFamily="34"/>
                  <a:cs typeface="Calibri" pitchFamily="34"/>
                </a:rPr>
                <a:t> and click on</a:t>
              </a:r>
              <a:br>
                <a:rPr lang="en-GB" sz="1200" b="0" i="0" u="none" strike="noStrike" kern="0" cap="none" spc="0" baseline="0">
                  <a:solidFill>
                    <a:srgbClr val="000000"/>
                  </a:solidFill>
                  <a:uFillTx/>
                  <a:latin typeface="Calibri" pitchFamily="34"/>
                  <a:cs typeface="Calibri" pitchFamily="34"/>
                </a:rPr>
              </a:br>
              <a:r>
                <a:rPr lang="en-GB" sz="1200" b="0" i="0" u="none" strike="noStrike" kern="0" cap="none" spc="0" baseline="0">
                  <a:solidFill>
                    <a:srgbClr val="000000"/>
                  </a:solidFill>
                  <a:uFillTx/>
                  <a:latin typeface="Calibri" pitchFamily="34"/>
                  <a:cs typeface="Calibri" pitchFamily="34"/>
                </a:rPr>
                <a:t>the button </a:t>
              </a:r>
              <a:r>
                <a:rPr lang="en-GB" sz="1200" b="1" i="0" u="none" strike="noStrike" kern="0" cap="none" spc="0" baseline="0">
                  <a:solidFill>
                    <a:srgbClr val="000000"/>
                  </a:solidFill>
                  <a:uFillTx/>
                  <a:latin typeface="Calibri" pitchFamily="34"/>
                  <a:cs typeface="Calibri" pitchFamily="34"/>
                </a:rPr>
                <a:t>‘Crop’</a:t>
              </a:r>
              <a:r>
                <a:rPr lang="en-GB" sz="1200" b="0" i="0" u="none" strike="noStrike" kern="0" cap="none" spc="0" baseline="0">
                  <a:solidFill>
                    <a:srgbClr val="000000"/>
                  </a:solidFill>
                  <a:uFillTx/>
                  <a:latin typeface="Calibri" pitchFamily="34"/>
                  <a:cs typeface="Calibri" pitchFamily="34"/>
                </a:rPr>
                <a:t>. Scale the image itself with</a:t>
              </a:r>
              <a:br>
                <a:rPr lang="en-GB" sz="1200" b="0" i="0" u="none" strike="noStrike" kern="0" cap="none" spc="0" baseline="0">
                  <a:solidFill>
                    <a:srgbClr val="000000"/>
                  </a:solidFill>
                  <a:uFillTx/>
                  <a:latin typeface="Calibri" pitchFamily="34"/>
                  <a:cs typeface="Calibri" pitchFamily="34"/>
                </a:rPr>
              </a:br>
              <a:r>
                <a:rPr lang="en-GB" sz="1200" b="0" i="0" u="none" strike="noStrike" kern="0" cap="none" spc="0" baseline="0">
                  <a:solidFill>
                    <a:srgbClr val="000000"/>
                  </a:solidFill>
                  <a:uFillTx/>
                  <a:latin typeface="Calibri" pitchFamily="34"/>
                  <a:cs typeface="Calibri" pitchFamily="34"/>
                </a:rPr>
                <a:t>the spheres and scale the image frame with the brackets.</a:t>
              </a:r>
            </a:p>
          </p:txBody>
        </p:sp>
        <p:sp>
          <p:nvSpPr>
            <p:cNvPr id="84" name="Rechthoek 90">
              <a:extLst>
                <a:ext uri="{FF2B5EF4-FFF2-40B4-BE49-F238E27FC236}">
                  <a16:creationId xmlns:a16="http://schemas.microsoft.com/office/drawing/2014/main" id="{A04E5860-F83F-3512-96DA-2978888A2321}"/>
                </a:ext>
              </a:extLst>
            </p:cNvPr>
            <p:cNvSpPr/>
            <p:nvPr/>
          </p:nvSpPr>
          <p:spPr>
            <a:xfrm>
              <a:off x="-3316839" y="3200262"/>
              <a:ext cx="1239213" cy="719916"/>
            </a:xfrm>
            <a:prstGeom prst="rect">
              <a:avLst/>
            </a:prstGeom>
            <a:blipFill>
              <a:blip r:embed="rId4">
                <a:alphaModFix/>
              </a:blip>
              <a:tile/>
            </a:blipFill>
            <a:ln w="12701" cap="flat">
              <a:solidFill>
                <a:srgbClr val="D3D3D3"/>
              </a:solidFill>
              <a:prstDash val="solid"/>
              <a:miter/>
            </a:ln>
          </p:spPr>
          <p:txBody>
            <a:bodyPr vert="horz" wrap="square" lIns="71999"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0" i="1" u="none" strike="noStrike" kern="1200" cap="none" spc="0" baseline="0">
                <a:solidFill>
                  <a:srgbClr val="211F26"/>
                </a:solidFill>
                <a:uFillTx/>
                <a:latin typeface="Calibri" pitchFamily="34"/>
                <a:cs typeface="Calibri" pitchFamily="34"/>
              </a:endParaRPr>
            </a:p>
          </p:txBody>
        </p:sp>
        <p:grpSp>
          <p:nvGrpSpPr>
            <p:cNvPr id="85" name="Groep 91">
              <a:extLst>
                <a:ext uri="{FF2B5EF4-FFF2-40B4-BE49-F238E27FC236}">
                  <a16:creationId xmlns:a16="http://schemas.microsoft.com/office/drawing/2014/main" id="{851C920E-BB0A-1ECE-2907-1951F35DE7C7}"/>
                </a:ext>
              </a:extLst>
            </p:cNvPr>
            <p:cNvGrpSpPr/>
            <p:nvPr/>
          </p:nvGrpSpPr>
          <p:grpSpPr>
            <a:xfrm>
              <a:off x="-2485814" y="3479785"/>
              <a:ext cx="1222991" cy="563928"/>
              <a:chOff x="-2485814" y="3479785"/>
              <a:chExt cx="1222991" cy="563928"/>
            </a:xfrm>
          </p:grpSpPr>
          <p:sp>
            <p:nvSpPr>
              <p:cNvPr id="86" name="Rechthoek 130">
                <a:extLst>
                  <a:ext uri="{FF2B5EF4-FFF2-40B4-BE49-F238E27FC236}">
                    <a16:creationId xmlns:a16="http://schemas.microsoft.com/office/drawing/2014/main" id="{98AB668C-6FF7-677F-5D9D-2395448A2B1A}"/>
                  </a:ext>
                </a:extLst>
              </p:cNvPr>
              <p:cNvSpPr/>
              <p:nvPr/>
            </p:nvSpPr>
            <p:spPr>
              <a:xfrm>
                <a:off x="-2485814" y="3479785"/>
                <a:ext cx="1176476" cy="504849"/>
              </a:xfrm>
              <a:prstGeom prst="rect">
                <a:avLst/>
              </a:prstGeom>
              <a:solidFill>
                <a:srgbClr val="FFFFFF"/>
              </a:solidFill>
              <a:ln w="12701" cap="flat">
                <a:solidFill>
                  <a:srgbClr val="D1D1D1"/>
                </a:solidFill>
                <a:prstDash val="solid"/>
                <a:miter/>
              </a:ln>
            </p:spPr>
            <p:txBody>
              <a:bodyPr vert="horz" wrap="square" lIns="107999"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800" b="0" i="0" u="none" strike="noStrike" kern="1200" cap="none" spc="0" baseline="0">
                  <a:solidFill>
                    <a:srgbClr val="211F26"/>
                  </a:solidFill>
                  <a:uFillTx/>
                  <a:latin typeface="Calibri" pitchFamily="34"/>
                  <a:cs typeface="Calibri" pitchFamily="34"/>
                </a:endParaRPr>
              </a:p>
            </p:txBody>
          </p:sp>
          <p:sp>
            <p:nvSpPr>
              <p:cNvPr id="87" name="Rechthoek 131">
                <a:extLst>
                  <a:ext uri="{FF2B5EF4-FFF2-40B4-BE49-F238E27FC236}">
                    <a16:creationId xmlns:a16="http://schemas.microsoft.com/office/drawing/2014/main" id="{286DAEB6-C76D-CEA9-4D77-92685B40CFCE}"/>
                  </a:ext>
                </a:extLst>
              </p:cNvPr>
              <p:cNvSpPr/>
              <p:nvPr/>
            </p:nvSpPr>
            <p:spPr>
              <a:xfrm>
                <a:off x="-2479587" y="3733412"/>
                <a:ext cx="1164003" cy="246705"/>
              </a:xfrm>
              <a:prstGeom prst="rect">
                <a:avLst/>
              </a:prstGeom>
              <a:solidFill>
                <a:srgbClr val="FCE4DC"/>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nvGrpSpPr>
              <p:cNvPr id="88" name="Groep 132">
                <a:extLst>
                  <a:ext uri="{FF2B5EF4-FFF2-40B4-BE49-F238E27FC236}">
                    <a16:creationId xmlns:a16="http://schemas.microsoft.com/office/drawing/2014/main" id="{D44F1713-70C3-DFF6-98B3-7BB972722592}"/>
                  </a:ext>
                </a:extLst>
              </p:cNvPr>
              <p:cNvGrpSpPr/>
              <p:nvPr/>
            </p:nvGrpSpPr>
            <p:grpSpPr>
              <a:xfrm>
                <a:off x="-2403866" y="3541123"/>
                <a:ext cx="155950" cy="131920"/>
                <a:chOff x="-2403866" y="3541123"/>
                <a:chExt cx="155950" cy="131920"/>
              </a:xfrm>
            </p:grpSpPr>
            <p:sp>
              <p:nvSpPr>
                <p:cNvPr id="89" name="Rechthoek: afgeronde hoeken 145">
                  <a:extLst>
                    <a:ext uri="{FF2B5EF4-FFF2-40B4-BE49-F238E27FC236}">
                      <a16:creationId xmlns:a16="http://schemas.microsoft.com/office/drawing/2014/main" id="{32BC24A8-55EE-1BCC-D393-6E32C7DAC6C1}"/>
                    </a:ext>
                  </a:extLst>
                </p:cNvPr>
                <p:cNvSpPr/>
                <p:nvPr/>
              </p:nvSpPr>
              <p:spPr>
                <a:xfrm>
                  <a:off x="-2403866" y="3541123"/>
                  <a:ext cx="155950" cy="131920"/>
                </a:xfrm>
                <a:custGeom>
                  <a:avLst>
                    <a:gd name="f0" fmla="val 629"/>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FFFF"/>
                </a:solidFill>
                <a:ln w="12701" cap="flat">
                  <a:solidFill>
                    <a:srgbClr val="818181"/>
                  </a:solidFill>
                  <a:prstDash val="solid"/>
                  <a:miter/>
                </a:ln>
              </p:spPr>
              <p:txBody>
                <a:bodyPr vert="horz" wrap="square" lIns="107999"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800" b="0" i="0" u="none" strike="noStrike" kern="1200" cap="none" spc="0" baseline="0">
                    <a:solidFill>
                      <a:srgbClr val="211F26"/>
                    </a:solidFill>
                    <a:uFillTx/>
                    <a:latin typeface="Calibri" pitchFamily="34"/>
                    <a:cs typeface="Calibri" pitchFamily="34"/>
                  </a:endParaRPr>
                </a:p>
              </p:txBody>
            </p:sp>
            <p:sp>
              <p:nvSpPr>
                <p:cNvPr id="90" name="Rechthoek 146">
                  <a:extLst>
                    <a:ext uri="{FF2B5EF4-FFF2-40B4-BE49-F238E27FC236}">
                      <a16:creationId xmlns:a16="http://schemas.microsoft.com/office/drawing/2014/main" id="{B2A18238-A6CA-748B-49F1-A6D836ADB421}"/>
                    </a:ext>
                  </a:extLst>
                </p:cNvPr>
                <p:cNvSpPr/>
                <p:nvPr/>
              </p:nvSpPr>
              <p:spPr>
                <a:xfrm>
                  <a:off x="-2382167" y="3559228"/>
                  <a:ext cx="117582" cy="16011"/>
                </a:xfrm>
                <a:prstGeom prst="rect">
                  <a:avLst/>
                </a:prstGeom>
                <a:solidFill>
                  <a:srgbClr val="D1D1D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91" name="Rechthoek 147">
                  <a:extLst>
                    <a:ext uri="{FF2B5EF4-FFF2-40B4-BE49-F238E27FC236}">
                      <a16:creationId xmlns:a16="http://schemas.microsoft.com/office/drawing/2014/main" id="{7EE95824-B38D-8CB1-E0FE-CAF28BBF7CDD}"/>
                    </a:ext>
                  </a:extLst>
                </p:cNvPr>
                <p:cNvSpPr/>
                <p:nvPr/>
              </p:nvSpPr>
              <p:spPr>
                <a:xfrm>
                  <a:off x="-2382158" y="3586349"/>
                  <a:ext cx="45756" cy="69997"/>
                </a:xfrm>
                <a:prstGeom prst="rect">
                  <a:avLst/>
                </a:prstGeom>
                <a:solidFill>
                  <a:srgbClr val="D1D1D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92" name="Rechthoek 148">
                  <a:extLst>
                    <a:ext uri="{FF2B5EF4-FFF2-40B4-BE49-F238E27FC236}">
                      <a16:creationId xmlns:a16="http://schemas.microsoft.com/office/drawing/2014/main" id="{471CAA83-1E6D-703C-618C-9B46356A17B8}"/>
                    </a:ext>
                  </a:extLst>
                </p:cNvPr>
                <p:cNvSpPr/>
                <p:nvPr/>
              </p:nvSpPr>
              <p:spPr>
                <a:xfrm>
                  <a:off x="-2322210" y="3590355"/>
                  <a:ext cx="52111" cy="8220"/>
                </a:xfrm>
                <a:prstGeom prst="rect">
                  <a:avLst/>
                </a:prstGeom>
                <a:solidFill>
                  <a:srgbClr val="B2B2B2"/>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93" name="Rechthoek 149">
                  <a:extLst>
                    <a:ext uri="{FF2B5EF4-FFF2-40B4-BE49-F238E27FC236}">
                      <a16:creationId xmlns:a16="http://schemas.microsoft.com/office/drawing/2014/main" id="{12619594-2EE4-88C3-ACAC-C59B962FAED5}"/>
                    </a:ext>
                  </a:extLst>
                </p:cNvPr>
                <p:cNvSpPr/>
                <p:nvPr/>
              </p:nvSpPr>
              <p:spPr>
                <a:xfrm>
                  <a:off x="-2322210" y="3618408"/>
                  <a:ext cx="26746" cy="8220"/>
                </a:xfrm>
                <a:prstGeom prst="rect">
                  <a:avLst/>
                </a:prstGeom>
                <a:solidFill>
                  <a:srgbClr val="B2B2B2"/>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94" name="Rechthoek 150">
                  <a:extLst>
                    <a:ext uri="{FF2B5EF4-FFF2-40B4-BE49-F238E27FC236}">
                      <a16:creationId xmlns:a16="http://schemas.microsoft.com/office/drawing/2014/main" id="{FE1934DE-CF51-DEC8-E43F-F07E2FCF210D}"/>
                    </a:ext>
                  </a:extLst>
                </p:cNvPr>
                <p:cNvSpPr/>
                <p:nvPr/>
              </p:nvSpPr>
              <p:spPr>
                <a:xfrm>
                  <a:off x="-2322210" y="3646462"/>
                  <a:ext cx="26746" cy="8220"/>
                </a:xfrm>
                <a:prstGeom prst="rect">
                  <a:avLst/>
                </a:prstGeom>
                <a:solidFill>
                  <a:srgbClr val="B2B2B2"/>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grpSp>
            <p:nvGrpSpPr>
              <p:cNvPr id="95" name="Groep 133">
                <a:extLst>
                  <a:ext uri="{FF2B5EF4-FFF2-40B4-BE49-F238E27FC236}">
                    <a16:creationId xmlns:a16="http://schemas.microsoft.com/office/drawing/2014/main" id="{F1C3BB05-25CF-C542-E137-1003528622C7}"/>
                  </a:ext>
                </a:extLst>
              </p:cNvPr>
              <p:cNvGrpSpPr/>
              <p:nvPr/>
            </p:nvGrpSpPr>
            <p:grpSpPr>
              <a:xfrm>
                <a:off x="-2423425" y="3770784"/>
                <a:ext cx="166741" cy="218962"/>
                <a:chOff x="-2423425" y="3770784"/>
                <a:chExt cx="166741" cy="218962"/>
              </a:xfrm>
            </p:grpSpPr>
            <p:grpSp>
              <p:nvGrpSpPr>
                <p:cNvPr id="96" name="Groep 137">
                  <a:extLst>
                    <a:ext uri="{FF2B5EF4-FFF2-40B4-BE49-F238E27FC236}">
                      <a16:creationId xmlns:a16="http://schemas.microsoft.com/office/drawing/2014/main" id="{C82F2C06-2943-07C4-F4D8-591E6336B7EE}"/>
                    </a:ext>
                  </a:extLst>
                </p:cNvPr>
                <p:cNvGrpSpPr/>
                <p:nvPr/>
              </p:nvGrpSpPr>
              <p:grpSpPr>
                <a:xfrm>
                  <a:off x="-2400482" y="3792473"/>
                  <a:ext cx="143798" cy="121642"/>
                  <a:chOff x="-2400482" y="3792473"/>
                  <a:chExt cx="143798" cy="121642"/>
                </a:xfrm>
              </p:grpSpPr>
              <p:sp>
                <p:nvSpPr>
                  <p:cNvPr id="97" name="Rechthoek: afgeronde hoeken 139">
                    <a:extLst>
                      <a:ext uri="{FF2B5EF4-FFF2-40B4-BE49-F238E27FC236}">
                        <a16:creationId xmlns:a16="http://schemas.microsoft.com/office/drawing/2014/main" id="{21B9165F-FE2D-5C0E-C395-C87F5FD9089C}"/>
                      </a:ext>
                    </a:extLst>
                  </p:cNvPr>
                  <p:cNvSpPr/>
                  <p:nvPr/>
                </p:nvSpPr>
                <p:spPr>
                  <a:xfrm>
                    <a:off x="-2400482" y="3792473"/>
                    <a:ext cx="143798" cy="121642"/>
                  </a:xfrm>
                  <a:custGeom>
                    <a:avLst>
                      <a:gd name="f0" fmla="val 629"/>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FFFF"/>
                  </a:solidFill>
                  <a:ln w="12701" cap="flat">
                    <a:solidFill>
                      <a:srgbClr val="818181"/>
                    </a:solidFill>
                    <a:prstDash val="solid"/>
                    <a:miter/>
                  </a:ln>
                </p:spPr>
                <p:txBody>
                  <a:bodyPr vert="horz" wrap="square" lIns="107999"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800" b="0" i="0" u="none" strike="noStrike" kern="1200" cap="none" spc="0" baseline="0">
                      <a:solidFill>
                        <a:srgbClr val="211F26"/>
                      </a:solidFill>
                      <a:uFillTx/>
                      <a:latin typeface="Calibri" pitchFamily="34"/>
                      <a:cs typeface="Calibri" pitchFamily="34"/>
                    </a:endParaRPr>
                  </a:p>
                </p:txBody>
              </p:sp>
              <p:sp>
                <p:nvSpPr>
                  <p:cNvPr id="98" name="Rechthoek 140">
                    <a:extLst>
                      <a:ext uri="{FF2B5EF4-FFF2-40B4-BE49-F238E27FC236}">
                        <a16:creationId xmlns:a16="http://schemas.microsoft.com/office/drawing/2014/main" id="{E6EF4E68-452B-C9CB-1894-0FAB88906A34}"/>
                      </a:ext>
                    </a:extLst>
                  </p:cNvPr>
                  <p:cNvSpPr/>
                  <p:nvPr/>
                </p:nvSpPr>
                <p:spPr>
                  <a:xfrm>
                    <a:off x="-2380466" y="3809170"/>
                    <a:ext cx="108420" cy="14767"/>
                  </a:xfrm>
                  <a:prstGeom prst="rect">
                    <a:avLst/>
                  </a:prstGeom>
                  <a:solidFill>
                    <a:srgbClr val="D1D1D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99" name="Rechthoek 141">
                    <a:extLst>
                      <a:ext uri="{FF2B5EF4-FFF2-40B4-BE49-F238E27FC236}">
                        <a16:creationId xmlns:a16="http://schemas.microsoft.com/office/drawing/2014/main" id="{9DD574D0-22A2-C21A-D735-3D08F56F5E7A}"/>
                      </a:ext>
                    </a:extLst>
                  </p:cNvPr>
                  <p:cNvSpPr/>
                  <p:nvPr/>
                </p:nvSpPr>
                <p:spPr>
                  <a:xfrm>
                    <a:off x="-2380466" y="3834179"/>
                    <a:ext cx="42190" cy="64538"/>
                  </a:xfrm>
                  <a:prstGeom prst="rect">
                    <a:avLst/>
                  </a:prstGeom>
                  <a:solidFill>
                    <a:srgbClr val="D1D1D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100" name="Rechthoek 142">
                    <a:extLst>
                      <a:ext uri="{FF2B5EF4-FFF2-40B4-BE49-F238E27FC236}">
                        <a16:creationId xmlns:a16="http://schemas.microsoft.com/office/drawing/2014/main" id="{94E74B6B-BBBA-F648-CA2D-A725B0803F6B}"/>
                      </a:ext>
                    </a:extLst>
                  </p:cNvPr>
                  <p:cNvSpPr/>
                  <p:nvPr/>
                </p:nvSpPr>
                <p:spPr>
                  <a:xfrm>
                    <a:off x="-2325182" y="3837873"/>
                    <a:ext cx="48051" cy="7580"/>
                  </a:xfrm>
                  <a:prstGeom prst="rect">
                    <a:avLst/>
                  </a:prstGeom>
                  <a:solidFill>
                    <a:srgbClr val="B2B2B2"/>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101" name="Rechthoek 143">
                    <a:extLst>
                      <a:ext uri="{FF2B5EF4-FFF2-40B4-BE49-F238E27FC236}">
                        <a16:creationId xmlns:a16="http://schemas.microsoft.com/office/drawing/2014/main" id="{C54C1D48-81FC-BAA8-B545-FED4FDF76737}"/>
                      </a:ext>
                    </a:extLst>
                  </p:cNvPr>
                  <p:cNvSpPr/>
                  <p:nvPr/>
                </p:nvSpPr>
                <p:spPr>
                  <a:xfrm>
                    <a:off x="-2325182" y="3863742"/>
                    <a:ext cx="24661" cy="7580"/>
                  </a:xfrm>
                  <a:prstGeom prst="rect">
                    <a:avLst/>
                  </a:prstGeom>
                  <a:solidFill>
                    <a:srgbClr val="B2B2B2"/>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102" name="Rechthoek 144">
                    <a:extLst>
                      <a:ext uri="{FF2B5EF4-FFF2-40B4-BE49-F238E27FC236}">
                        <a16:creationId xmlns:a16="http://schemas.microsoft.com/office/drawing/2014/main" id="{37CBBDB3-EB09-28DF-4830-A17C50CE9CA1}"/>
                      </a:ext>
                    </a:extLst>
                  </p:cNvPr>
                  <p:cNvSpPr/>
                  <p:nvPr/>
                </p:nvSpPr>
                <p:spPr>
                  <a:xfrm>
                    <a:off x="-2325182" y="3889610"/>
                    <a:ext cx="24661" cy="7580"/>
                  </a:xfrm>
                  <a:prstGeom prst="rect">
                    <a:avLst/>
                  </a:prstGeom>
                  <a:solidFill>
                    <a:srgbClr val="B2B2B2"/>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sp>
              <p:nvSpPr>
                <p:cNvPr id="103" name="Boog 138">
                  <a:extLst>
                    <a:ext uri="{FF2B5EF4-FFF2-40B4-BE49-F238E27FC236}">
                      <a16:creationId xmlns:a16="http://schemas.microsoft.com/office/drawing/2014/main" id="{40FE632D-4E37-5129-9F40-9D0DA05C7D84}"/>
                    </a:ext>
                  </a:extLst>
                </p:cNvPr>
                <p:cNvSpPr/>
                <p:nvPr/>
              </p:nvSpPr>
              <p:spPr>
                <a:xfrm rot="17637085">
                  <a:off x="-2486866" y="3834225"/>
                  <a:ext cx="218962" cy="92080"/>
                </a:xfrm>
                <a:custGeom>
                  <a:avLst>
                    <a:gd name="f12" fmla="val 175"/>
                    <a:gd name="f13" fmla="val 292"/>
                  </a:avLst>
                  <a:gdLst>
                    <a:gd name="f2" fmla="val 10800000"/>
                    <a:gd name="f3" fmla="val 5400000"/>
                    <a:gd name="f4" fmla="val 16200000"/>
                    <a:gd name="f5" fmla="val 180"/>
                    <a:gd name="f6" fmla="val w"/>
                    <a:gd name="f7" fmla="val h"/>
                    <a:gd name="f8" fmla="val ss"/>
                    <a:gd name="f9" fmla="val 0"/>
                    <a:gd name="f10" fmla="*/ 5419351 1 1725033"/>
                    <a:gd name="f11" fmla="+- 0 0 1"/>
                    <a:gd name="f12" fmla="val 175"/>
                    <a:gd name="f13" fmla="val 292"/>
                    <a:gd name="f14" fmla="+- 0 0 -265"/>
                    <a:gd name="f15" fmla="+- 0 0 -234"/>
                    <a:gd name="f16" fmla="+- 0 0 -202"/>
                    <a:gd name="f17" fmla="abs f6"/>
                    <a:gd name="f18" fmla="abs f7"/>
                    <a:gd name="f19" fmla="abs f8"/>
                    <a:gd name="f20" fmla="val f9"/>
                    <a:gd name="f21" fmla="+- 0 0 f12"/>
                    <a:gd name="f22" fmla="+- 0 0 f13"/>
                    <a:gd name="f23" fmla="*/ f14 f2 1"/>
                    <a:gd name="f24" fmla="*/ f15 f2 1"/>
                    <a:gd name="f25" fmla="*/ f16 f2 1"/>
                    <a:gd name="f26" fmla="?: f17 f6 1"/>
                    <a:gd name="f27" fmla="?: f18 f7 1"/>
                    <a:gd name="f28" fmla="?: f19 f8 1"/>
                    <a:gd name="f29" fmla="*/ f21 f2 1"/>
                    <a:gd name="f30" fmla="*/ f22 f2 1"/>
                    <a:gd name="f31" fmla="*/ f23 1 f5"/>
                    <a:gd name="f32" fmla="*/ f24 1 f5"/>
                    <a:gd name="f33" fmla="*/ f25 1 f5"/>
                    <a:gd name="f34" fmla="*/ f26 1 21600"/>
                    <a:gd name="f35" fmla="*/ f27 1 21600"/>
                    <a:gd name="f36" fmla="*/ 21600 f26 1"/>
                    <a:gd name="f37" fmla="*/ 21600 f27 1"/>
                    <a:gd name="f38" fmla="*/ f29 1 f5"/>
                    <a:gd name="f39" fmla="*/ f30 1 f5"/>
                    <a:gd name="f40" fmla="+- f31 0 f3"/>
                    <a:gd name="f41" fmla="+- f32 0 f3"/>
                    <a:gd name="f42" fmla="+- f33 0 f3"/>
                    <a:gd name="f43" fmla="min f35 f34"/>
                    <a:gd name="f44" fmla="*/ f36 1 f28"/>
                    <a:gd name="f45" fmla="*/ f37 1 f28"/>
                    <a:gd name="f46" fmla="+- f38 0 f3"/>
                    <a:gd name="f47" fmla="+- f39 0 f3"/>
                    <a:gd name="f48" fmla="val f44"/>
                    <a:gd name="f49" fmla="val f45"/>
                    <a:gd name="f50" fmla="+- 0 0 f46"/>
                    <a:gd name="f51" fmla="+- 0 0 f47"/>
                    <a:gd name="f52" fmla="+- f49 0 f20"/>
                    <a:gd name="f53" fmla="+- f48 0 f20"/>
                    <a:gd name="f54" fmla="val f50"/>
                    <a:gd name="f55" fmla="val f51"/>
                    <a:gd name="f56" fmla="*/ f52 1 2"/>
                    <a:gd name="f57" fmla="*/ f53 1 2"/>
                    <a:gd name="f58" fmla="+- f55 0 f54"/>
                    <a:gd name="f59" fmla="+- f54 f3 0"/>
                    <a:gd name="f60" fmla="+- f55 f3 0"/>
                    <a:gd name="f61" fmla="+- 21600000 0 f54"/>
                    <a:gd name="f62" fmla="+- f3 0 f54"/>
                    <a:gd name="f63" fmla="+- 27000000 0 f54"/>
                    <a:gd name="f64" fmla="+- f2 0 f54"/>
                    <a:gd name="f65" fmla="+- 32400000 0 f54"/>
                    <a:gd name="f66" fmla="+- f4 0 f54"/>
                    <a:gd name="f67" fmla="+- 37800000 0 f54"/>
                    <a:gd name="f68" fmla="+- f20 f56 0"/>
                    <a:gd name="f69" fmla="+- f20 f57 0"/>
                    <a:gd name="f70" fmla="+- f58 21600000 0"/>
                    <a:gd name="f71" fmla="*/ f59 f10 1"/>
                    <a:gd name="f72" fmla="*/ f60 f10 1"/>
                    <a:gd name="f73" fmla="?: f62 f62 f63"/>
                    <a:gd name="f74" fmla="?: f64 f64 f65"/>
                    <a:gd name="f75" fmla="?: f66 f66 f67"/>
                    <a:gd name="f76" fmla="*/ f57 f43 1"/>
                    <a:gd name="f77" fmla="*/ f56 f43 1"/>
                    <a:gd name="f78" fmla="?: f58 f58 f70"/>
                    <a:gd name="f79" fmla="*/ f71 1 f2"/>
                    <a:gd name="f80" fmla="*/ f72 1 f2"/>
                    <a:gd name="f81" fmla="*/ f69 f43 1"/>
                    <a:gd name="f82" fmla="*/ f68 f43 1"/>
                    <a:gd name="f83" fmla="+- 0 0 f79"/>
                    <a:gd name="f84" fmla="+- 0 0 f80"/>
                    <a:gd name="f85" fmla="+- f78 0 f61"/>
                    <a:gd name="f86" fmla="+- f78 0 f73"/>
                    <a:gd name="f87" fmla="+- f78 0 f74"/>
                    <a:gd name="f88" fmla="+- f78 0 f75"/>
                    <a:gd name="f89" fmla="+- 0 0 f83"/>
                    <a:gd name="f90" fmla="+- 0 0 f84"/>
                    <a:gd name="f91" fmla="*/ f89 f2 1"/>
                    <a:gd name="f92" fmla="*/ f90 f2 1"/>
                    <a:gd name="f93" fmla="*/ f91 1 f10"/>
                    <a:gd name="f94" fmla="*/ f92 1 f10"/>
                    <a:gd name="f95" fmla="+- f93 0 f3"/>
                    <a:gd name="f96" fmla="+- f94 0 f3"/>
                    <a:gd name="f97" fmla="sin 1 f95"/>
                    <a:gd name="f98" fmla="cos 1 f95"/>
                    <a:gd name="f99" fmla="sin 1 f96"/>
                    <a:gd name="f100" fmla="cos 1 f96"/>
                    <a:gd name="f101" fmla="+- 0 0 f97"/>
                    <a:gd name="f102" fmla="+- 0 0 f98"/>
                    <a:gd name="f103" fmla="+- 0 0 f99"/>
                    <a:gd name="f104" fmla="+- 0 0 f100"/>
                    <a:gd name="f105" fmla="+- 0 0 f101"/>
                    <a:gd name="f106" fmla="+- 0 0 f102"/>
                    <a:gd name="f107" fmla="+- 0 0 f103"/>
                    <a:gd name="f108" fmla="+- 0 0 f104"/>
                    <a:gd name="f109" fmla="*/ f105 f57 1"/>
                    <a:gd name="f110" fmla="*/ f106 f56 1"/>
                    <a:gd name="f111" fmla="*/ f107 f57 1"/>
                    <a:gd name="f112" fmla="*/ f108 f56 1"/>
                    <a:gd name="f113" fmla="+- 0 0 f110"/>
                    <a:gd name="f114" fmla="+- 0 0 f109"/>
                    <a:gd name="f115" fmla="+- 0 0 f112"/>
                    <a:gd name="f116" fmla="+- 0 0 f111"/>
                    <a:gd name="f117" fmla="+- 0 0 f113"/>
                    <a:gd name="f118" fmla="+- 0 0 f114"/>
                    <a:gd name="f119" fmla="+- 0 0 f115"/>
                    <a:gd name="f120" fmla="+- 0 0 f116"/>
                    <a:gd name="f121" fmla="at2 f117 f118"/>
                    <a:gd name="f122" fmla="at2 f119 f120"/>
                    <a:gd name="f123" fmla="+- f121 f3 0"/>
                    <a:gd name="f124" fmla="+- f122 f3 0"/>
                    <a:gd name="f125" fmla="*/ f123 f10 1"/>
                    <a:gd name="f126" fmla="*/ f124 f10 1"/>
                    <a:gd name="f127" fmla="*/ f125 1 f2"/>
                    <a:gd name="f128" fmla="*/ f126 1 f2"/>
                    <a:gd name="f129" fmla="+- 0 0 f127"/>
                    <a:gd name="f130" fmla="+- 0 0 f128"/>
                    <a:gd name="f131" fmla="val f129"/>
                    <a:gd name="f132" fmla="val f130"/>
                    <a:gd name="f133" fmla="+- 0 0 f131"/>
                    <a:gd name="f134" fmla="+- 0 0 f132"/>
                    <a:gd name="f135" fmla="*/ f133 f2 1"/>
                    <a:gd name="f136" fmla="*/ f134 f2 1"/>
                    <a:gd name="f137" fmla="*/ f135 1 f10"/>
                    <a:gd name="f138" fmla="*/ f136 1 f10"/>
                    <a:gd name="f139" fmla="+- f137 0 f3"/>
                    <a:gd name="f140" fmla="+- f138 0 f3"/>
                    <a:gd name="f141" fmla="cos 1 f139"/>
                    <a:gd name="f142" fmla="sin 1 f139"/>
                    <a:gd name="f143" fmla="cos 1 f140"/>
                    <a:gd name="f144" fmla="sin 1 f140"/>
                    <a:gd name="f145" fmla="+- 0 0 f141"/>
                    <a:gd name="f146" fmla="+- 0 0 f142"/>
                    <a:gd name="f147" fmla="+- 0 0 f143"/>
                    <a:gd name="f148" fmla="+- 0 0 f144"/>
                    <a:gd name="f149" fmla="*/ f11 f145 1"/>
                    <a:gd name="f150" fmla="*/ f11 f146 1"/>
                    <a:gd name="f151" fmla="*/ f11 f147 1"/>
                    <a:gd name="f152" fmla="*/ f11 f148 1"/>
                    <a:gd name="f153" fmla="*/ f149 f57 1"/>
                    <a:gd name="f154" fmla="*/ f150 f56 1"/>
                    <a:gd name="f155" fmla="*/ f151 f57 1"/>
                    <a:gd name="f156" fmla="*/ f152 f56 1"/>
                    <a:gd name="f157" fmla="+- f69 f153 0"/>
                    <a:gd name="f158" fmla="+- f68 f154 0"/>
                    <a:gd name="f159" fmla="+- f69 f155 0"/>
                    <a:gd name="f160" fmla="+- f68 f156 0"/>
                    <a:gd name="f161" fmla="max f157 f159"/>
                    <a:gd name="f162" fmla="max f158 f160"/>
                    <a:gd name="f163" fmla="min f157 f159"/>
                    <a:gd name="f164" fmla="min f158 f160"/>
                    <a:gd name="f165" fmla="*/ f157 f43 1"/>
                    <a:gd name="f166" fmla="*/ f158 f43 1"/>
                    <a:gd name="f167" fmla="*/ f159 f43 1"/>
                    <a:gd name="f168" fmla="*/ f160 f43 1"/>
                    <a:gd name="f169" fmla="?: f85 f48 f161"/>
                    <a:gd name="f170" fmla="?: f86 f49 f162"/>
                    <a:gd name="f171" fmla="?: f87 f20 f163"/>
                    <a:gd name="f172" fmla="?: f88 f20 f164"/>
                    <a:gd name="f173" fmla="*/ f171 f43 1"/>
                    <a:gd name="f174" fmla="*/ f172 f43 1"/>
                    <a:gd name="f175" fmla="*/ f169 f43 1"/>
                    <a:gd name="f176" fmla="*/ f170 f43 1"/>
                  </a:gdLst>
                  <a:ahLst/>
                  <a:cxnLst>
                    <a:cxn ang="3cd4">
                      <a:pos x="hc" y="t"/>
                    </a:cxn>
                    <a:cxn ang="0">
                      <a:pos x="r" y="vc"/>
                    </a:cxn>
                    <a:cxn ang="cd4">
                      <a:pos x="hc" y="b"/>
                    </a:cxn>
                    <a:cxn ang="cd2">
                      <a:pos x="l" y="vc"/>
                    </a:cxn>
                    <a:cxn ang="f40">
                      <a:pos x="f165" y="f166"/>
                    </a:cxn>
                    <a:cxn ang="f41">
                      <a:pos x="f81" y="f82"/>
                    </a:cxn>
                    <a:cxn ang="f42">
                      <a:pos x="f167" y="f168"/>
                    </a:cxn>
                  </a:cxnLst>
                  <a:rect l="f173" t="f174" r="f175" b="f176"/>
                  <a:pathLst>
                    <a:path stroke="0">
                      <a:moveTo>
                        <a:pt x="f165" y="f166"/>
                      </a:moveTo>
                      <a:arcTo wR="f76" hR="f77" stAng="f54" swAng="f78"/>
                      <a:lnTo>
                        <a:pt x="f81" y="f82"/>
                      </a:lnTo>
                      <a:close/>
                    </a:path>
                    <a:path fill="none">
                      <a:moveTo>
                        <a:pt x="f165" y="f166"/>
                      </a:moveTo>
                      <a:arcTo wR="f76" hR="f77" stAng="f54" swAng="f78"/>
                    </a:path>
                  </a:pathLst>
                </a:custGeom>
                <a:noFill/>
                <a:ln w="19046" cap="flat">
                  <a:solidFill>
                    <a:srgbClr val="4D82B8"/>
                  </a:solidFill>
                  <a:prstDash val="solid"/>
                  <a:headEnd type="arrow"/>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2400" b="0" i="0" u="none" strike="noStrike" kern="1200" cap="none" spc="0" baseline="0">
                    <a:solidFill>
                      <a:srgbClr val="211F26"/>
                    </a:solidFill>
                    <a:uFillTx/>
                    <a:latin typeface="Calibri" pitchFamily="34"/>
                    <a:cs typeface="Calibri" pitchFamily="34"/>
                  </a:endParaRPr>
                </a:p>
              </p:txBody>
            </p:sp>
          </p:grpSp>
          <p:sp>
            <p:nvSpPr>
              <p:cNvPr id="104" name="Tekstvak 134">
                <a:extLst>
                  <a:ext uri="{FF2B5EF4-FFF2-40B4-BE49-F238E27FC236}">
                    <a16:creationId xmlns:a16="http://schemas.microsoft.com/office/drawing/2014/main" id="{FB86D27B-0F5E-D08C-D753-FE522B4F39C5}"/>
                  </a:ext>
                </a:extLst>
              </p:cNvPr>
              <p:cNvSpPr txBox="1"/>
              <p:nvPr/>
            </p:nvSpPr>
            <p:spPr>
              <a:xfrm>
                <a:off x="-2245455" y="3541123"/>
                <a:ext cx="896112" cy="134709"/>
              </a:xfrm>
              <a:prstGeom prst="rect">
                <a:avLst/>
              </a:prstGeom>
              <a:noFill/>
              <a:ln>
                <a:noFill/>
              </a:ln>
            </p:spPr>
            <p:txBody>
              <a:bodyPr vert="horz" wrap="square" lIns="91440" tIns="45720" rIns="91440" bIns="45720" anchor="ctr" anchorCtr="0" compatLnSpc="1">
                <a:noAutofit/>
              </a:bodyPr>
              <a:lstStyle/>
              <a:p>
                <a:pPr marL="0" marR="0" lvl="0" indent="0" algn="l" defTabSz="1217514"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900" b="0" i="0" u="none" strike="noStrike" kern="1200" cap="none" spc="0" baseline="0">
                    <a:solidFill>
                      <a:srgbClr val="211F26"/>
                    </a:solidFill>
                    <a:uFillTx/>
                    <a:latin typeface="Calibri" pitchFamily="34"/>
                    <a:cs typeface="Calibri" pitchFamily="34"/>
                  </a:rPr>
                  <a:t>Layout</a:t>
                </a:r>
              </a:p>
            </p:txBody>
          </p:sp>
          <p:sp>
            <p:nvSpPr>
              <p:cNvPr id="105" name="Tekstvak 135">
                <a:extLst>
                  <a:ext uri="{FF2B5EF4-FFF2-40B4-BE49-F238E27FC236}">
                    <a16:creationId xmlns:a16="http://schemas.microsoft.com/office/drawing/2014/main" id="{2F2D27C3-959C-D365-6563-444F92E3AF7F}"/>
                  </a:ext>
                </a:extLst>
              </p:cNvPr>
              <p:cNvSpPr txBox="1"/>
              <p:nvPr/>
            </p:nvSpPr>
            <p:spPr>
              <a:xfrm>
                <a:off x="-2258888" y="3793552"/>
                <a:ext cx="909544" cy="126415"/>
              </a:xfrm>
              <a:prstGeom prst="rect">
                <a:avLst/>
              </a:prstGeom>
              <a:noFill/>
              <a:ln>
                <a:noFill/>
              </a:ln>
            </p:spPr>
            <p:txBody>
              <a:bodyPr vert="horz" wrap="square" lIns="91440" tIns="45720" rIns="91440" bIns="45720" anchor="ctr" anchorCtr="0" compatLnSpc="1">
                <a:noAutofit/>
              </a:bodyPr>
              <a:lstStyle/>
              <a:p>
                <a:pPr marL="0" marR="0" lvl="0" indent="0" algn="l" defTabSz="1217514"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900" b="0" i="0" u="none" strike="noStrike" kern="1200" cap="none" spc="0" baseline="0">
                    <a:solidFill>
                      <a:srgbClr val="211F26"/>
                    </a:solidFill>
                    <a:uFillTx/>
                    <a:latin typeface="Calibri" pitchFamily="34"/>
                    <a:cs typeface="Calibri" pitchFamily="34"/>
                  </a:rPr>
                  <a:t>Reset slide</a:t>
                </a:r>
              </a:p>
            </p:txBody>
          </p:sp>
          <p:sp>
            <p:nvSpPr>
              <p:cNvPr id="106" name="Vrije vorm: vorm 136">
                <a:extLst>
                  <a:ext uri="{FF2B5EF4-FFF2-40B4-BE49-F238E27FC236}">
                    <a16:creationId xmlns:a16="http://schemas.microsoft.com/office/drawing/2014/main" id="{2CC5DECD-527E-3F7A-9CB0-E371422C1AF4}"/>
                  </a:ext>
                </a:extLst>
              </p:cNvPr>
              <p:cNvSpPr/>
              <p:nvPr/>
            </p:nvSpPr>
            <p:spPr>
              <a:xfrm>
                <a:off x="-1360389" y="3863714"/>
                <a:ext cx="97566" cy="179999"/>
              </a:xfrm>
              <a:custGeom>
                <a:avLst/>
                <a:gdLst>
                  <a:gd name="f0" fmla="val 10800000"/>
                  <a:gd name="f1" fmla="val 5400000"/>
                  <a:gd name="f2" fmla="val 180"/>
                  <a:gd name="f3" fmla="val w"/>
                  <a:gd name="f4" fmla="val h"/>
                  <a:gd name="f5" fmla="val 0"/>
                  <a:gd name="f6" fmla="val 880280"/>
                  <a:gd name="f7" fmla="val 1624084"/>
                  <a:gd name="f8" fmla="val 1262418"/>
                  <a:gd name="f9" fmla="val 313898"/>
                  <a:gd name="f10" fmla="val 996287"/>
                  <a:gd name="f11" fmla="val 620973"/>
                  <a:gd name="f12" fmla="val 839337"/>
                  <a:gd name="f13" fmla="val 1480782"/>
                  <a:gd name="f14" fmla="val 498144"/>
                  <a:gd name="f15" fmla="val 900753"/>
                  <a:gd name="f16" fmla="val 893929"/>
                  <a:gd name="f17" fmla="+- 0 0 -90"/>
                  <a:gd name="f18" fmla="*/ f3 1 880280"/>
                  <a:gd name="f19" fmla="*/ f4 1 1624084"/>
                  <a:gd name="f20" fmla="val f5"/>
                  <a:gd name="f21" fmla="val f6"/>
                  <a:gd name="f22" fmla="val f7"/>
                  <a:gd name="f23" fmla="*/ f17 f0 1"/>
                  <a:gd name="f24" fmla="+- f22 0 f20"/>
                  <a:gd name="f25" fmla="+- f21 0 f20"/>
                  <a:gd name="f26" fmla="*/ f23 1 f2"/>
                  <a:gd name="f27" fmla="*/ f25 1 880280"/>
                  <a:gd name="f28" fmla="*/ f24 1 1624084"/>
                  <a:gd name="f29" fmla="*/ 0 f25 1"/>
                  <a:gd name="f30" fmla="*/ 0 f24 1"/>
                  <a:gd name="f31" fmla="*/ 1262418 f24 1"/>
                  <a:gd name="f32" fmla="*/ 620973 f25 1"/>
                  <a:gd name="f33" fmla="*/ 1624084 f24 1"/>
                  <a:gd name="f34" fmla="*/ 839337 f25 1"/>
                  <a:gd name="f35" fmla="*/ 1480782 f24 1"/>
                  <a:gd name="f36" fmla="*/ 900753 f24 1"/>
                  <a:gd name="f37" fmla="*/ 880280 f25 1"/>
                  <a:gd name="f38" fmla="*/ 893929 f24 1"/>
                  <a:gd name="f39" fmla="*/ 313898 f25 1"/>
                  <a:gd name="f40" fmla="*/ 996287 f24 1"/>
                  <a:gd name="f41" fmla="*/ 498144 f25 1"/>
                  <a:gd name="f42" fmla="+- f26 0 f1"/>
                  <a:gd name="f43" fmla="*/ f29 1 880280"/>
                  <a:gd name="f44" fmla="*/ f30 1 1624084"/>
                  <a:gd name="f45" fmla="*/ f31 1 1624084"/>
                  <a:gd name="f46" fmla="*/ f32 1 880280"/>
                  <a:gd name="f47" fmla="*/ f33 1 1624084"/>
                  <a:gd name="f48" fmla="*/ f34 1 880280"/>
                  <a:gd name="f49" fmla="*/ f35 1 1624084"/>
                  <a:gd name="f50" fmla="*/ f36 1 1624084"/>
                  <a:gd name="f51" fmla="*/ f37 1 880280"/>
                  <a:gd name="f52" fmla="*/ f38 1 1624084"/>
                  <a:gd name="f53" fmla="*/ f39 1 880280"/>
                  <a:gd name="f54" fmla="*/ f40 1 1624084"/>
                  <a:gd name="f55" fmla="*/ f41 1 880280"/>
                  <a:gd name="f56" fmla="*/ f20 1 f27"/>
                  <a:gd name="f57" fmla="*/ f21 1 f27"/>
                  <a:gd name="f58" fmla="*/ f20 1 f28"/>
                  <a:gd name="f59" fmla="*/ f22 1 f28"/>
                  <a:gd name="f60" fmla="*/ f43 1 f27"/>
                  <a:gd name="f61" fmla="*/ f44 1 f28"/>
                  <a:gd name="f62" fmla="*/ f45 1 f28"/>
                  <a:gd name="f63" fmla="*/ f53 1 f27"/>
                  <a:gd name="f64" fmla="*/ f54 1 f28"/>
                  <a:gd name="f65" fmla="*/ f46 1 f27"/>
                  <a:gd name="f66" fmla="*/ f47 1 f28"/>
                  <a:gd name="f67" fmla="*/ f48 1 f27"/>
                  <a:gd name="f68" fmla="*/ f49 1 f28"/>
                  <a:gd name="f69" fmla="*/ f55 1 f27"/>
                  <a:gd name="f70" fmla="*/ f50 1 f28"/>
                  <a:gd name="f71" fmla="*/ f51 1 f27"/>
                  <a:gd name="f72" fmla="*/ f52 1 f28"/>
                  <a:gd name="f73" fmla="*/ f56 f18 1"/>
                  <a:gd name="f74" fmla="*/ f57 f18 1"/>
                  <a:gd name="f75" fmla="*/ f59 f19 1"/>
                  <a:gd name="f76" fmla="*/ f58 f19 1"/>
                  <a:gd name="f77" fmla="*/ f60 f18 1"/>
                  <a:gd name="f78" fmla="*/ f61 f19 1"/>
                  <a:gd name="f79" fmla="*/ f62 f19 1"/>
                  <a:gd name="f80" fmla="*/ f63 f18 1"/>
                  <a:gd name="f81" fmla="*/ f64 f19 1"/>
                  <a:gd name="f82" fmla="*/ f65 f18 1"/>
                  <a:gd name="f83" fmla="*/ f66 f19 1"/>
                  <a:gd name="f84" fmla="*/ f67 f18 1"/>
                  <a:gd name="f85" fmla="*/ f68 f19 1"/>
                  <a:gd name="f86" fmla="*/ f69 f18 1"/>
                  <a:gd name="f87" fmla="*/ f70 f19 1"/>
                  <a:gd name="f88" fmla="*/ f71 f18 1"/>
                  <a:gd name="f89" fmla="*/ f72 f19 1"/>
                </a:gdLst>
                <a:ahLst/>
                <a:cxnLst>
                  <a:cxn ang="3cd4">
                    <a:pos x="hc" y="t"/>
                  </a:cxn>
                  <a:cxn ang="0">
                    <a:pos x="r" y="vc"/>
                  </a:cxn>
                  <a:cxn ang="cd4">
                    <a:pos x="hc" y="b"/>
                  </a:cxn>
                  <a:cxn ang="cd2">
                    <a:pos x="l" y="vc"/>
                  </a:cxn>
                  <a:cxn ang="f42">
                    <a:pos x="f77" y="f78"/>
                  </a:cxn>
                  <a:cxn ang="f42">
                    <a:pos x="f77" y="f79"/>
                  </a:cxn>
                  <a:cxn ang="f42">
                    <a:pos x="f80" y="f81"/>
                  </a:cxn>
                  <a:cxn ang="f42">
                    <a:pos x="f82" y="f83"/>
                  </a:cxn>
                  <a:cxn ang="f42">
                    <a:pos x="f84" y="f85"/>
                  </a:cxn>
                  <a:cxn ang="f42">
                    <a:pos x="f86" y="f87"/>
                  </a:cxn>
                  <a:cxn ang="f42">
                    <a:pos x="f88" y="f89"/>
                  </a:cxn>
                  <a:cxn ang="f42">
                    <a:pos x="f77" y="f78"/>
                  </a:cxn>
                </a:cxnLst>
                <a:rect l="f73" t="f76" r="f74" b="f75"/>
                <a:pathLst>
                  <a:path w="880280" h="1624084">
                    <a:moveTo>
                      <a:pt x="f5" y="f5"/>
                    </a:moveTo>
                    <a:lnTo>
                      <a:pt x="f5" y="f8"/>
                    </a:lnTo>
                    <a:lnTo>
                      <a:pt x="f9" y="f10"/>
                    </a:lnTo>
                    <a:lnTo>
                      <a:pt x="f11" y="f7"/>
                    </a:lnTo>
                    <a:lnTo>
                      <a:pt x="f12" y="f13"/>
                    </a:lnTo>
                    <a:lnTo>
                      <a:pt x="f14" y="f15"/>
                    </a:lnTo>
                    <a:lnTo>
                      <a:pt x="f6" y="f16"/>
                    </a:lnTo>
                    <a:lnTo>
                      <a:pt x="f5" y="f5"/>
                    </a:lnTo>
                    <a:close/>
                  </a:path>
                </a:pathLst>
              </a:custGeom>
              <a:solidFill>
                <a:srgbClr val="FFFFFF"/>
              </a:solidFill>
              <a:ln w="12701" cap="flat">
                <a:solidFill>
                  <a:srgbClr val="000000"/>
                </a:solidFill>
                <a:prstDash val="solid"/>
                <a:miter/>
              </a:ln>
            </p:spPr>
            <p:txBody>
              <a:bodyPr vert="horz" wrap="square" lIns="179999" tIns="179999" rIns="179999" bIns="179999"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1600" b="0" i="0" u="none" strike="noStrike" kern="1200" cap="all" spc="0" baseline="0">
                  <a:solidFill>
                    <a:srgbClr val="FFFFFF"/>
                  </a:solidFill>
                  <a:uFillTx/>
                  <a:latin typeface="Calibri" pitchFamily="34"/>
                  <a:cs typeface="Calibri" pitchFamily="34"/>
                </a:endParaRPr>
              </a:p>
            </p:txBody>
          </p:sp>
        </p:grpSp>
        <p:grpSp>
          <p:nvGrpSpPr>
            <p:cNvPr id="107" name="Groep 92">
              <a:extLst>
                <a:ext uri="{FF2B5EF4-FFF2-40B4-BE49-F238E27FC236}">
                  <a16:creationId xmlns:a16="http://schemas.microsoft.com/office/drawing/2014/main" id="{BD0DC089-E79A-59B9-D4BB-201CB7446EC1}"/>
                </a:ext>
              </a:extLst>
            </p:cNvPr>
            <p:cNvGrpSpPr/>
            <p:nvPr/>
          </p:nvGrpSpPr>
          <p:grpSpPr>
            <a:xfrm>
              <a:off x="-3786164" y="5680655"/>
              <a:ext cx="3693380" cy="959690"/>
              <a:chOff x="-3786164" y="5680655"/>
              <a:chExt cx="3693380" cy="959690"/>
            </a:xfrm>
          </p:grpSpPr>
          <p:sp>
            <p:nvSpPr>
              <p:cNvPr id="108" name="Rechthoek 120">
                <a:extLst>
                  <a:ext uri="{FF2B5EF4-FFF2-40B4-BE49-F238E27FC236}">
                    <a16:creationId xmlns:a16="http://schemas.microsoft.com/office/drawing/2014/main" id="{E6CA9B77-2810-FE55-4822-FB14614F0C12}"/>
                  </a:ext>
                </a:extLst>
              </p:cNvPr>
              <p:cNvSpPr/>
              <p:nvPr/>
            </p:nvSpPr>
            <p:spPr>
              <a:xfrm>
                <a:off x="-3786164" y="5812347"/>
                <a:ext cx="3593637" cy="827998"/>
              </a:xfrm>
              <a:prstGeom prst="rect">
                <a:avLst/>
              </a:prstGeom>
              <a:solidFill>
                <a:srgbClr val="ECECEC"/>
              </a:solidFill>
              <a:ln w="6345" cap="flat">
                <a:solidFill>
                  <a:srgbClr val="ECECEC"/>
                </a:solidFill>
                <a:prstDash val="solid"/>
                <a:miter/>
              </a:ln>
            </p:spPr>
            <p:txBody>
              <a:bodyPr vert="horz" wrap="square" lIns="179999" tIns="143999" rIns="179999" bIns="143999"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1" i="0" u="none" strike="noStrike" kern="1200" cap="all" spc="0" baseline="0">
                    <a:solidFill>
                      <a:srgbClr val="211F26"/>
                    </a:solidFill>
                    <a:uFillTx/>
                    <a:latin typeface="Calibri" pitchFamily="34"/>
                    <a:cs typeface="Calibri" pitchFamily="34"/>
                  </a:rPr>
                  <a:t>Want to know more?</a:t>
                </a:r>
                <a:br>
                  <a:rPr lang="en-GB" sz="1200" b="1" i="0" u="none" strike="noStrike" kern="1200" cap="all" spc="0" baseline="0">
                    <a:solidFill>
                      <a:srgbClr val="211F26"/>
                    </a:solidFill>
                    <a:uFillTx/>
                    <a:latin typeface="Calibri" pitchFamily="34"/>
                    <a:cs typeface="Calibri" pitchFamily="34"/>
                  </a:rPr>
                </a:br>
                <a:r>
                  <a:rPr lang="en-GB" sz="1200" b="0" i="0" u="none" strike="noStrike" kern="1200" cap="none" spc="0" baseline="0">
                    <a:solidFill>
                      <a:srgbClr val="211F26"/>
                    </a:solidFill>
                    <a:uFillTx/>
                    <a:latin typeface="Calibri" pitchFamily="34"/>
                    <a:cs typeface="Calibri" pitchFamily="34"/>
                  </a:rPr>
                  <a:t>Go to the tab</a:t>
                </a:r>
                <a:r>
                  <a:rPr lang="en-GB" sz="1200" b="1" i="0" u="none" strike="noStrike" kern="1200" cap="all" spc="0" baseline="0">
                    <a:solidFill>
                      <a:srgbClr val="211F26"/>
                    </a:solidFill>
                    <a:uFillTx/>
                    <a:latin typeface="Calibri" pitchFamily="34"/>
                    <a:cs typeface="Calibri" pitchFamily="34"/>
                  </a:rPr>
                  <a:t> 'SLIDEBUILDER’ </a:t>
                </a:r>
                <a:r>
                  <a:rPr lang="en-GB" sz="1200" b="0" i="0" u="none" strike="noStrike" kern="1200" cap="none" spc="0" baseline="0">
                    <a:solidFill>
                      <a:srgbClr val="211F26"/>
                    </a:solidFill>
                    <a:uFillTx/>
                    <a:latin typeface="Calibri" pitchFamily="34"/>
                    <a:cs typeface="Calibri" pitchFamily="34"/>
                  </a:rPr>
                  <a:t>and click</a:t>
                </a:r>
                <a:br>
                  <a:rPr lang="en-GB" sz="1200" b="0" i="0" u="none" strike="noStrike" kern="1200" cap="none" spc="0" baseline="0">
                    <a:solidFill>
                      <a:srgbClr val="211F26"/>
                    </a:solidFill>
                    <a:uFillTx/>
                    <a:latin typeface="Calibri" pitchFamily="34"/>
                    <a:cs typeface="Calibri" pitchFamily="34"/>
                  </a:rPr>
                </a:br>
                <a:r>
                  <a:rPr lang="en-GB" sz="1200" b="0" i="0" u="none" strike="noStrike" kern="1200" cap="none" spc="0" baseline="0">
                    <a:solidFill>
                      <a:srgbClr val="211F26"/>
                    </a:solidFill>
                    <a:uFillTx/>
                    <a:latin typeface="Calibri" pitchFamily="34"/>
                    <a:cs typeface="Calibri" pitchFamily="34"/>
                  </a:rPr>
                  <a:t>on the button </a:t>
                </a:r>
                <a:r>
                  <a:rPr lang="en-GB" sz="1200" b="1" i="0" u="none" strike="noStrike" kern="1200" cap="all" spc="0" baseline="0">
                    <a:solidFill>
                      <a:srgbClr val="211F26"/>
                    </a:solidFill>
                    <a:uFillTx/>
                    <a:latin typeface="Calibri" pitchFamily="34"/>
                    <a:cs typeface="Calibri" pitchFamily="34"/>
                  </a:rPr>
                  <a:t>‘Inspiration'</a:t>
                </a:r>
              </a:p>
            </p:txBody>
          </p:sp>
          <p:grpSp>
            <p:nvGrpSpPr>
              <p:cNvPr id="109" name="ICOON_info">
                <a:extLst>
                  <a:ext uri="{FF2B5EF4-FFF2-40B4-BE49-F238E27FC236}">
                    <a16:creationId xmlns:a16="http://schemas.microsoft.com/office/drawing/2014/main" id="{7CE5F8FD-D7FA-5617-2B5D-6CD6FD27018B}"/>
                  </a:ext>
                </a:extLst>
              </p:cNvPr>
              <p:cNvGrpSpPr/>
              <p:nvPr/>
            </p:nvGrpSpPr>
            <p:grpSpPr>
              <a:xfrm>
                <a:off x="-376467" y="5680655"/>
                <a:ext cx="283683" cy="283683"/>
                <a:chOff x="-376467" y="5680655"/>
                <a:chExt cx="283683" cy="283683"/>
              </a:xfrm>
            </p:grpSpPr>
            <p:sp>
              <p:nvSpPr>
                <p:cNvPr id="110" name="Ovaal 128">
                  <a:extLst>
                    <a:ext uri="{FF2B5EF4-FFF2-40B4-BE49-F238E27FC236}">
                      <a16:creationId xmlns:a16="http://schemas.microsoft.com/office/drawing/2014/main" id="{1D647C8A-F302-2B21-3856-44425994ED2E}"/>
                    </a:ext>
                  </a:extLst>
                </p:cNvPr>
                <p:cNvSpPr/>
                <p:nvPr/>
              </p:nvSpPr>
              <p:spPr>
                <a:xfrm>
                  <a:off x="-356433" y="5700113"/>
                  <a:ext cx="244748" cy="244748"/>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211F26"/>
                </a:solidFill>
                <a:ln>
                  <a:noFill/>
                  <a:prstDash val="solid"/>
                </a:ln>
              </p:spPr>
              <p:txBody>
                <a:bodyPr vert="horz" wrap="square" lIns="179999" tIns="179999" rIns="179999" bIns="179999"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1600" b="0" i="0" u="none" strike="noStrike" kern="1200" cap="all" spc="0" baseline="0">
                    <a:solidFill>
                      <a:srgbClr val="FFFFFF"/>
                    </a:solidFill>
                    <a:uFillTx/>
                    <a:latin typeface="Calibri" pitchFamily="34"/>
                    <a:cs typeface="Calibri" pitchFamily="34"/>
                  </a:endParaRPr>
                </a:p>
              </p:txBody>
            </p:sp>
            <p:sp>
              <p:nvSpPr>
                <p:cNvPr id="111" name="Graphic 163" descr="Informatie">
                  <a:extLst>
                    <a:ext uri="{FF2B5EF4-FFF2-40B4-BE49-F238E27FC236}">
                      <a16:creationId xmlns:a16="http://schemas.microsoft.com/office/drawing/2014/main" id="{FBCC0C6A-5668-9D8E-A7AE-E61EA3452608}"/>
                    </a:ext>
                  </a:extLst>
                </p:cNvPr>
                <p:cNvSpPr/>
                <p:nvPr/>
              </p:nvSpPr>
              <p:spPr>
                <a:xfrm>
                  <a:off x="-376467" y="5680655"/>
                  <a:ext cx="283683" cy="283683"/>
                </a:xfrm>
                <a:custGeom>
                  <a:avLst/>
                  <a:gdLst>
                    <a:gd name="f0" fmla="val 10800000"/>
                    <a:gd name="f1" fmla="val 5400000"/>
                    <a:gd name="f2" fmla="val 180"/>
                    <a:gd name="f3" fmla="val w"/>
                    <a:gd name="f4" fmla="val h"/>
                    <a:gd name="f5" fmla="val 0"/>
                    <a:gd name="f6" fmla="val 291719"/>
                    <a:gd name="f7" fmla="val 145860"/>
                    <a:gd name="f8" fmla="val 65253"/>
                    <a:gd name="f9" fmla="val 226467"/>
                    <a:gd name="f10" fmla="val 291720"/>
                    <a:gd name="f11" fmla="val 138183"/>
                    <a:gd name="f12" fmla="val 38384"/>
                    <a:gd name="f13" fmla="val 148931"/>
                    <a:gd name="f14" fmla="val 157375"/>
                    <a:gd name="f15" fmla="val 46829"/>
                    <a:gd name="f16" fmla="val 57576"/>
                    <a:gd name="f17" fmla="val 68324"/>
                    <a:gd name="f18" fmla="val 76768"/>
                    <a:gd name="f19" fmla="val 127435"/>
                    <a:gd name="f20" fmla="val 118991"/>
                    <a:gd name="f21" fmla="val 184244"/>
                    <a:gd name="f22" fmla="val 253336"/>
                    <a:gd name="f23" fmla="val 107476"/>
                    <a:gd name="f24" fmla="val 230305"/>
                    <a:gd name="f25" fmla="val 134345"/>
                    <a:gd name="f26" fmla="val 115153"/>
                    <a:gd name="f27" fmla="val 111314"/>
                    <a:gd name="f28" fmla="val 92122"/>
                    <a:gd name="f29" fmla="+- 0 0 -90"/>
                    <a:gd name="f30" fmla="*/ f3 1 291719"/>
                    <a:gd name="f31" fmla="*/ f4 1 291719"/>
                    <a:gd name="f32" fmla="val f5"/>
                    <a:gd name="f33" fmla="val f6"/>
                    <a:gd name="f34" fmla="*/ f29 f0 1"/>
                    <a:gd name="f35" fmla="+- f33 0 f32"/>
                    <a:gd name="f36" fmla="*/ f34 1 f2"/>
                    <a:gd name="f37" fmla="*/ f35 1 291719"/>
                    <a:gd name="f38" fmla="*/ 145860 f35 1"/>
                    <a:gd name="f39" fmla="*/ 0 f35 1"/>
                    <a:gd name="f40" fmla="*/ 291720 f35 1"/>
                    <a:gd name="f41" fmla="*/ 138183 f35 1"/>
                    <a:gd name="f42" fmla="*/ 38384 f35 1"/>
                    <a:gd name="f43" fmla="*/ 157375 f35 1"/>
                    <a:gd name="f44" fmla="*/ 57576 f35 1"/>
                    <a:gd name="f45" fmla="*/ 76768 f35 1"/>
                    <a:gd name="f46" fmla="*/ 118991 f35 1"/>
                    <a:gd name="f47" fmla="*/ 184244 f35 1"/>
                    <a:gd name="f48" fmla="*/ 253336 f35 1"/>
                    <a:gd name="f49" fmla="*/ 107476 f35 1"/>
                    <a:gd name="f50" fmla="*/ 230305 f35 1"/>
                    <a:gd name="f51" fmla="*/ 134345 f35 1"/>
                    <a:gd name="f52" fmla="*/ 115153 f35 1"/>
                    <a:gd name="f53" fmla="*/ 111314 f35 1"/>
                    <a:gd name="f54" fmla="*/ 92122 f35 1"/>
                    <a:gd name="f55" fmla="+- f36 0 f1"/>
                    <a:gd name="f56" fmla="*/ f38 1 291719"/>
                    <a:gd name="f57" fmla="*/ f39 1 291719"/>
                    <a:gd name="f58" fmla="*/ f40 1 291719"/>
                    <a:gd name="f59" fmla="*/ f41 1 291719"/>
                    <a:gd name="f60" fmla="*/ f42 1 291719"/>
                    <a:gd name="f61" fmla="*/ f43 1 291719"/>
                    <a:gd name="f62" fmla="*/ f44 1 291719"/>
                    <a:gd name="f63" fmla="*/ f45 1 291719"/>
                    <a:gd name="f64" fmla="*/ f46 1 291719"/>
                    <a:gd name="f65" fmla="*/ f47 1 291719"/>
                    <a:gd name="f66" fmla="*/ f48 1 291719"/>
                    <a:gd name="f67" fmla="*/ f49 1 291719"/>
                    <a:gd name="f68" fmla="*/ f50 1 291719"/>
                    <a:gd name="f69" fmla="*/ f51 1 291719"/>
                    <a:gd name="f70" fmla="*/ f52 1 291719"/>
                    <a:gd name="f71" fmla="*/ f53 1 291719"/>
                    <a:gd name="f72" fmla="*/ f54 1 291719"/>
                    <a:gd name="f73" fmla="*/ f32 1 f37"/>
                    <a:gd name="f74" fmla="*/ f33 1 f37"/>
                    <a:gd name="f75" fmla="*/ f56 1 f37"/>
                    <a:gd name="f76" fmla="*/ f57 1 f37"/>
                    <a:gd name="f77" fmla="*/ f58 1 f37"/>
                    <a:gd name="f78" fmla="*/ f59 1 f37"/>
                    <a:gd name="f79" fmla="*/ f60 1 f37"/>
                    <a:gd name="f80" fmla="*/ f61 1 f37"/>
                    <a:gd name="f81" fmla="*/ f62 1 f37"/>
                    <a:gd name="f82" fmla="*/ f63 1 f37"/>
                    <a:gd name="f83" fmla="*/ f64 1 f37"/>
                    <a:gd name="f84" fmla="*/ f65 1 f37"/>
                    <a:gd name="f85" fmla="*/ f66 1 f37"/>
                    <a:gd name="f86" fmla="*/ f67 1 f37"/>
                    <a:gd name="f87" fmla="*/ f68 1 f37"/>
                    <a:gd name="f88" fmla="*/ f69 1 f37"/>
                    <a:gd name="f89" fmla="*/ f70 1 f37"/>
                    <a:gd name="f90" fmla="*/ f71 1 f37"/>
                    <a:gd name="f91" fmla="*/ f72 1 f37"/>
                    <a:gd name="f92" fmla="*/ f73 f30 1"/>
                    <a:gd name="f93" fmla="*/ f74 f30 1"/>
                    <a:gd name="f94" fmla="*/ f74 f31 1"/>
                    <a:gd name="f95" fmla="*/ f73 f31 1"/>
                    <a:gd name="f96" fmla="*/ f75 f30 1"/>
                    <a:gd name="f97" fmla="*/ f76 f31 1"/>
                    <a:gd name="f98" fmla="*/ f76 f30 1"/>
                    <a:gd name="f99" fmla="*/ f75 f31 1"/>
                    <a:gd name="f100" fmla="*/ f77 f31 1"/>
                    <a:gd name="f101" fmla="*/ f77 f30 1"/>
                    <a:gd name="f102" fmla="*/ f78 f30 1"/>
                    <a:gd name="f103" fmla="*/ f79 f31 1"/>
                    <a:gd name="f104" fmla="*/ f80 f30 1"/>
                    <a:gd name="f105" fmla="*/ f81 f31 1"/>
                    <a:gd name="f106" fmla="*/ f82 f31 1"/>
                    <a:gd name="f107" fmla="*/ f83 f30 1"/>
                    <a:gd name="f108" fmla="*/ f84 f30 1"/>
                    <a:gd name="f109" fmla="*/ f85 f31 1"/>
                    <a:gd name="f110" fmla="*/ f86 f30 1"/>
                    <a:gd name="f111" fmla="*/ f87 f31 1"/>
                    <a:gd name="f112" fmla="*/ f88 f30 1"/>
                    <a:gd name="f113" fmla="*/ f89 f31 1"/>
                    <a:gd name="f114" fmla="*/ f90 f30 1"/>
                    <a:gd name="f115" fmla="*/ f91 f31 1"/>
                  </a:gdLst>
                  <a:ahLst/>
                  <a:cxnLst>
                    <a:cxn ang="3cd4">
                      <a:pos x="hc" y="t"/>
                    </a:cxn>
                    <a:cxn ang="0">
                      <a:pos x="r" y="vc"/>
                    </a:cxn>
                    <a:cxn ang="cd4">
                      <a:pos x="hc" y="b"/>
                    </a:cxn>
                    <a:cxn ang="cd2">
                      <a:pos x="l" y="vc"/>
                    </a:cxn>
                    <a:cxn ang="f55">
                      <a:pos x="f96" y="f97"/>
                    </a:cxn>
                    <a:cxn ang="f55">
                      <a:pos x="f98" y="f99"/>
                    </a:cxn>
                    <a:cxn ang="f55">
                      <a:pos x="f96" y="f100"/>
                    </a:cxn>
                    <a:cxn ang="f55">
                      <a:pos x="f101" y="f99"/>
                    </a:cxn>
                    <a:cxn ang="f55">
                      <a:pos x="f96" y="f97"/>
                    </a:cxn>
                    <a:cxn ang="f55">
                      <a:pos x="f102" y="f103"/>
                    </a:cxn>
                    <a:cxn ang="f55">
                      <a:pos x="f104" y="f105"/>
                    </a:cxn>
                    <a:cxn ang="f55">
                      <a:pos x="f102" y="f106"/>
                    </a:cxn>
                    <a:cxn ang="f55">
                      <a:pos x="f107" y="f105"/>
                    </a:cxn>
                    <a:cxn ang="f55">
                      <a:pos x="f102" y="f103"/>
                    </a:cxn>
                    <a:cxn ang="f55">
                      <a:pos x="f108" y="f109"/>
                    </a:cxn>
                    <a:cxn ang="f55">
                      <a:pos x="f110" y="f109"/>
                    </a:cxn>
                    <a:cxn ang="f55">
                      <a:pos x="f110" y="f111"/>
                    </a:cxn>
                    <a:cxn ang="f55">
                      <a:pos x="f112" y="f111"/>
                    </a:cxn>
                    <a:cxn ang="f55">
                      <a:pos x="f112" y="f113"/>
                    </a:cxn>
                    <a:cxn ang="f55">
                      <a:pos x="f114" y="f113"/>
                    </a:cxn>
                    <a:cxn ang="f55">
                      <a:pos x="f114" y="f115"/>
                    </a:cxn>
                    <a:cxn ang="f55">
                      <a:pos x="f104" y="f115"/>
                    </a:cxn>
                    <a:cxn ang="f55">
                      <a:pos x="f104" y="f113"/>
                    </a:cxn>
                    <a:cxn ang="f55">
                      <a:pos x="f104" y="f111"/>
                    </a:cxn>
                    <a:cxn ang="f55">
                      <a:pos x="f108" y="f111"/>
                    </a:cxn>
                    <a:cxn ang="f55">
                      <a:pos x="f108" y="f109"/>
                    </a:cxn>
                  </a:cxnLst>
                  <a:rect l="f92" t="f95" r="f93" b="f94"/>
                  <a:pathLst>
                    <a:path w="291719" h="291719">
                      <a:moveTo>
                        <a:pt x="f7" y="f5"/>
                      </a:moveTo>
                      <a:cubicBezTo>
                        <a:pt x="f8" y="f5"/>
                        <a:pt x="f5" y="f8"/>
                        <a:pt x="f5" y="f7"/>
                      </a:cubicBezTo>
                      <a:cubicBezTo>
                        <a:pt x="f5" y="f9"/>
                        <a:pt x="f8" y="f10"/>
                        <a:pt x="f7" y="f10"/>
                      </a:cubicBezTo>
                      <a:cubicBezTo>
                        <a:pt x="f9" y="f10"/>
                        <a:pt x="f10" y="f9"/>
                        <a:pt x="f10" y="f7"/>
                      </a:cubicBezTo>
                      <a:cubicBezTo>
                        <a:pt x="f10" y="f8"/>
                        <a:pt x="f9" y="f5"/>
                        <a:pt x="f7" y="f5"/>
                      </a:cubicBezTo>
                      <a:close/>
                      <a:moveTo>
                        <a:pt x="f11" y="f12"/>
                      </a:moveTo>
                      <a:cubicBezTo>
                        <a:pt x="f13" y="f12"/>
                        <a:pt x="f14" y="f15"/>
                        <a:pt x="f14" y="f16"/>
                      </a:cubicBezTo>
                      <a:cubicBezTo>
                        <a:pt x="f14" y="f17"/>
                        <a:pt x="f13" y="f18"/>
                        <a:pt x="f11" y="f18"/>
                      </a:cubicBezTo>
                      <a:cubicBezTo>
                        <a:pt x="f19" y="f18"/>
                        <a:pt x="f20" y="f17"/>
                        <a:pt x="f20" y="f16"/>
                      </a:cubicBezTo>
                      <a:cubicBezTo>
                        <a:pt x="f20" y="f15"/>
                        <a:pt x="f19" y="f12"/>
                        <a:pt x="f11" y="f12"/>
                      </a:cubicBezTo>
                      <a:close/>
                      <a:moveTo>
                        <a:pt x="f21" y="f22"/>
                      </a:moveTo>
                      <a:lnTo>
                        <a:pt x="f23" y="f22"/>
                      </a:lnTo>
                      <a:lnTo>
                        <a:pt x="f23" y="f24"/>
                      </a:lnTo>
                      <a:lnTo>
                        <a:pt x="f25" y="f24"/>
                      </a:lnTo>
                      <a:lnTo>
                        <a:pt x="f25" y="f26"/>
                      </a:lnTo>
                      <a:lnTo>
                        <a:pt x="f27" y="f26"/>
                      </a:lnTo>
                      <a:lnTo>
                        <a:pt x="f27" y="f28"/>
                      </a:lnTo>
                      <a:lnTo>
                        <a:pt x="f14" y="f28"/>
                      </a:lnTo>
                      <a:lnTo>
                        <a:pt x="f14" y="f26"/>
                      </a:lnTo>
                      <a:lnTo>
                        <a:pt x="f14" y="f24"/>
                      </a:lnTo>
                      <a:lnTo>
                        <a:pt x="f21" y="f24"/>
                      </a:lnTo>
                      <a:lnTo>
                        <a:pt x="f21" y="f22"/>
                      </a:lnTo>
                      <a:close/>
                    </a:path>
                  </a:pathLst>
                </a:custGeom>
                <a:solidFill>
                  <a:srgbClr val="1FF524"/>
                </a:solidFill>
                <a:ln>
                  <a:noFill/>
                  <a:prstDash val="soli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2000" b="0" i="0" u="none" strike="noStrike" kern="1200" cap="none" spc="0" baseline="0">
                    <a:solidFill>
                      <a:srgbClr val="211F26"/>
                    </a:solidFill>
                    <a:uFillTx/>
                    <a:latin typeface="Calibri" pitchFamily="34"/>
                    <a:cs typeface="Calibri" pitchFamily="34"/>
                  </a:endParaRPr>
                </a:p>
              </p:txBody>
            </p:sp>
          </p:grpSp>
          <p:grpSp>
            <p:nvGrpSpPr>
              <p:cNvPr id="112" name="Groep 122">
                <a:extLst>
                  <a:ext uri="{FF2B5EF4-FFF2-40B4-BE49-F238E27FC236}">
                    <a16:creationId xmlns:a16="http://schemas.microsoft.com/office/drawing/2014/main" id="{9D6C0D70-B148-FF35-7975-30EE86BDFD9E}"/>
                  </a:ext>
                </a:extLst>
              </p:cNvPr>
              <p:cNvGrpSpPr/>
              <p:nvPr/>
            </p:nvGrpSpPr>
            <p:grpSpPr>
              <a:xfrm>
                <a:off x="-938165" y="5938003"/>
                <a:ext cx="627799" cy="576684"/>
                <a:chOff x="-938165" y="5938003"/>
                <a:chExt cx="627799" cy="576684"/>
              </a:xfrm>
            </p:grpSpPr>
            <p:grpSp>
              <p:nvGrpSpPr>
                <p:cNvPr id="113" name="Inspireren">
                  <a:extLst>
                    <a:ext uri="{FF2B5EF4-FFF2-40B4-BE49-F238E27FC236}">
                      <a16:creationId xmlns:a16="http://schemas.microsoft.com/office/drawing/2014/main" id="{398F3100-DD03-9E08-FE24-B677C7174B7A}"/>
                    </a:ext>
                  </a:extLst>
                </p:cNvPr>
                <p:cNvGrpSpPr/>
                <p:nvPr/>
              </p:nvGrpSpPr>
              <p:grpSpPr>
                <a:xfrm>
                  <a:off x="-715847" y="5938003"/>
                  <a:ext cx="169776" cy="242380"/>
                  <a:chOff x="-715847" y="5938003"/>
                  <a:chExt cx="169776" cy="242380"/>
                </a:xfrm>
              </p:grpSpPr>
              <p:sp>
                <p:nvSpPr>
                  <p:cNvPr id="114" name="Freeform 12">
                    <a:extLst>
                      <a:ext uri="{FF2B5EF4-FFF2-40B4-BE49-F238E27FC236}">
                        <a16:creationId xmlns:a16="http://schemas.microsoft.com/office/drawing/2014/main" id="{8AF2BA4A-DCBD-5FB2-08DB-CFBD83D48729}"/>
                      </a:ext>
                    </a:extLst>
                  </p:cNvPr>
                  <p:cNvSpPr/>
                  <p:nvPr/>
                </p:nvSpPr>
                <p:spPr>
                  <a:xfrm>
                    <a:off x="-665646" y="6024826"/>
                    <a:ext cx="68726" cy="62051"/>
                  </a:xfrm>
                  <a:custGeom>
                    <a:avLst/>
                    <a:gdLst>
                      <a:gd name="f0" fmla="val 10800000"/>
                      <a:gd name="f1" fmla="val 5400000"/>
                      <a:gd name="f2" fmla="val 180"/>
                      <a:gd name="f3" fmla="val w"/>
                      <a:gd name="f4" fmla="val h"/>
                      <a:gd name="f5" fmla="val 0"/>
                      <a:gd name="f6" fmla="val 319"/>
                      <a:gd name="f7" fmla="val 288"/>
                      <a:gd name="f8" fmla="val 220"/>
                      <a:gd name="f9" fmla="val 107"/>
                      <a:gd name="f10" fmla="+- 0 0 -90"/>
                      <a:gd name="f11" fmla="*/ f3 1 319"/>
                      <a:gd name="f12" fmla="*/ f4 1 288"/>
                      <a:gd name="f13" fmla="val f5"/>
                      <a:gd name="f14" fmla="val f6"/>
                      <a:gd name="f15" fmla="val f7"/>
                      <a:gd name="f16" fmla="*/ f10 f0 1"/>
                      <a:gd name="f17" fmla="+- f15 0 f13"/>
                      <a:gd name="f18" fmla="+- f14 0 f13"/>
                      <a:gd name="f19" fmla="*/ f16 1 f2"/>
                      <a:gd name="f20" fmla="*/ f18 1 319"/>
                      <a:gd name="f21" fmla="*/ f17 1 288"/>
                      <a:gd name="f22" fmla="*/ 220 f18 1"/>
                      <a:gd name="f23" fmla="*/ 288 f17 1"/>
                      <a:gd name="f24" fmla="*/ 107 f18 1"/>
                      <a:gd name="f25" fmla="*/ 0 f18 1"/>
                      <a:gd name="f26" fmla="*/ 0 f17 1"/>
                      <a:gd name="f27" fmla="*/ 319 f18 1"/>
                      <a:gd name="f28" fmla="+- f19 0 f1"/>
                      <a:gd name="f29" fmla="*/ f22 1 319"/>
                      <a:gd name="f30" fmla="*/ f23 1 288"/>
                      <a:gd name="f31" fmla="*/ f24 1 319"/>
                      <a:gd name="f32" fmla="*/ f25 1 319"/>
                      <a:gd name="f33" fmla="*/ f26 1 288"/>
                      <a:gd name="f34" fmla="*/ f27 1 319"/>
                      <a:gd name="f35" fmla="*/ 0 1 f20"/>
                      <a:gd name="f36" fmla="*/ f14 1 f20"/>
                      <a:gd name="f37" fmla="*/ 0 1 f21"/>
                      <a:gd name="f38" fmla="*/ f15 1 f21"/>
                      <a:gd name="f39" fmla="*/ f29 1 f20"/>
                      <a:gd name="f40" fmla="*/ f30 1 f21"/>
                      <a:gd name="f41" fmla="*/ f31 1 f20"/>
                      <a:gd name="f42" fmla="*/ f32 1 f20"/>
                      <a:gd name="f43" fmla="*/ f33 1 f21"/>
                      <a:gd name="f44" fmla="*/ f34 1 f20"/>
                      <a:gd name="f45" fmla="*/ f35 f11 1"/>
                      <a:gd name="f46" fmla="*/ f36 f11 1"/>
                      <a:gd name="f47" fmla="*/ f38 f12 1"/>
                      <a:gd name="f48" fmla="*/ f37 f12 1"/>
                      <a:gd name="f49" fmla="*/ f39 f11 1"/>
                      <a:gd name="f50" fmla="*/ f40 f12 1"/>
                      <a:gd name="f51" fmla="*/ f41 f11 1"/>
                      <a:gd name="f52" fmla="*/ f42 f11 1"/>
                      <a:gd name="f53" fmla="*/ f43 f12 1"/>
                      <a:gd name="f54" fmla="*/ f44 f11 1"/>
                    </a:gdLst>
                    <a:ahLst/>
                    <a:cxnLst>
                      <a:cxn ang="3cd4">
                        <a:pos x="hc" y="t"/>
                      </a:cxn>
                      <a:cxn ang="0">
                        <a:pos x="r" y="vc"/>
                      </a:cxn>
                      <a:cxn ang="cd4">
                        <a:pos x="hc" y="b"/>
                      </a:cxn>
                      <a:cxn ang="cd2">
                        <a:pos x="l" y="vc"/>
                      </a:cxn>
                      <a:cxn ang="f28">
                        <a:pos x="f49" y="f50"/>
                      </a:cxn>
                      <a:cxn ang="f28">
                        <a:pos x="f51" y="f50"/>
                      </a:cxn>
                      <a:cxn ang="f28">
                        <a:pos x="f52" y="f53"/>
                      </a:cxn>
                      <a:cxn ang="f28">
                        <a:pos x="f54" y="f53"/>
                      </a:cxn>
                      <a:cxn ang="f28">
                        <a:pos x="f49" y="f50"/>
                      </a:cxn>
                    </a:cxnLst>
                    <a:rect l="f45" t="f48" r="f46" b="f47"/>
                    <a:pathLst>
                      <a:path w="319" h="288">
                        <a:moveTo>
                          <a:pt x="f8" y="f7"/>
                        </a:moveTo>
                        <a:lnTo>
                          <a:pt x="f9" y="f7"/>
                        </a:lnTo>
                        <a:lnTo>
                          <a:pt x="f5" y="f5"/>
                        </a:lnTo>
                        <a:lnTo>
                          <a:pt x="f6" y="f5"/>
                        </a:lnTo>
                        <a:lnTo>
                          <a:pt x="f8" y="f7"/>
                        </a:lnTo>
                        <a:close/>
                      </a:path>
                    </a:pathLst>
                  </a:custGeom>
                  <a:solidFill>
                    <a:srgbClr val="1FF524"/>
                  </a:solidFill>
                  <a:ln>
                    <a:noFill/>
                    <a:prstDash val="solid"/>
                  </a:ln>
                </p:spPr>
                <p:txBody>
                  <a:bodyPr vert="horz" wrap="square" lIns="91440" tIns="45720" rIns="91440" bIns="45720" anchor="t"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300" b="0" i="0" u="none" strike="noStrike" kern="0" cap="none" spc="0" baseline="0">
                      <a:solidFill>
                        <a:srgbClr val="211F26"/>
                      </a:solidFill>
                      <a:uFillTx/>
                      <a:latin typeface="Arial"/>
                    </a:endParaRPr>
                  </a:p>
                </p:txBody>
              </p:sp>
              <p:sp>
                <p:nvSpPr>
                  <p:cNvPr id="115" name="Freeform 13">
                    <a:extLst>
                      <a:ext uri="{FF2B5EF4-FFF2-40B4-BE49-F238E27FC236}">
                        <a16:creationId xmlns:a16="http://schemas.microsoft.com/office/drawing/2014/main" id="{B146A63F-16B0-FF6A-71F9-D1EB1514BC76}"/>
                      </a:ext>
                    </a:extLst>
                  </p:cNvPr>
                  <p:cNvSpPr/>
                  <p:nvPr/>
                </p:nvSpPr>
                <p:spPr>
                  <a:xfrm>
                    <a:off x="-661120" y="6156252"/>
                    <a:ext cx="60761" cy="24131"/>
                  </a:xfrm>
                  <a:custGeom>
                    <a:avLst/>
                    <a:gdLst>
                      <a:gd name="f0" fmla="val 10800000"/>
                      <a:gd name="f1" fmla="val 5400000"/>
                      <a:gd name="f2" fmla="val 180"/>
                      <a:gd name="f3" fmla="val w"/>
                      <a:gd name="f4" fmla="val h"/>
                      <a:gd name="f5" fmla="val 0"/>
                      <a:gd name="f6" fmla="val 251"/>
                      <a:gd name="f7" fmla="val 100"/>
                      <a:gd name="f8" fmla="val 229"/>
                      <a:gd name="f9" fmla="val 70"/>
                      <a:gd name="f10" fmla="val 69"/>
                      <a:gd name="f11" fmla="val 22"/>
                      <a:gd name="f12" fmla="val 27"/>
                      <a:gd name="f13" fmla="val 87"/>
                      <a:gd name="f14" fmla="val 44"/>
                      <a:gd name="f15" fmla="val 63"/>
                      <a:gd name="f16" fmla="val 188"/>
                      <a:gd name="f17" fmla="val 207"/>
                      <a:gd name="f18" fmla="val 223"/>
                      <a:gd name="f19" fmla="val 88"/>
                      <a:gd name="f20" fmla="val 71"/>
                      <a:gd name="f21" fmla="+- 0 0 -90"/>
                      <a:gd name="f22" fmla="*/ f3 1 251"/>
                      <a:gd name="f23" fmla="*/ f4 1 100"/>
                      <a:gd name="f24" fmla="val f5"/>
                      <a:gd name="f25" fmla="val f6"/>
                      <a:gd name="f26" fmla="val f7"/>
                      <a:gd name="f27" fmla="*/ f21 f0 1"/>
                      <a:gd name="f28" fmla="+- f26 0 f24"/>
                      <a:gd name="f29" fmla="+- f25 0 f24"/>
                      <a:gd name="f30" fmla="*/ f27 1 f2"/>
                      <a:gd name="f31" fmla="*/ f29 1 251"/>
                      <a:gd name="f32" fmla="*/ f28 1 100"/>
                      <a:gd name="f33" fmla="*/ 229 f29 1"/>
                      <a:gd name="f34" fmla="*/ 70 f28 1"/>
                      <a:gd name="f35" fmla="*/ 69 f28 1"/>
                      <a:gd name="f36" fmla="*/ 251 f29 1"/>
                      <a:gd name="f37" fmla="*/ 0 f28 1"/>
                      <a:gd name="f38" fmla="*/ 0 f29 1"/>
                      <a:gd name="f39" fmla="*/ 22 f29 1"/>
                      <a:gd name="f40" fmla="*/ 63 f29 1"/>
                      <a:gd name="f41" fmla="*/ 100 f28 1"/>
                      <a:gd name="f42" fmla="*/ 188 f29 1"/>
                      <a:gd name="f43" fmla="*/ 71 f28 1"/>
                      <a:gd name="f44" fmla="+- f30 0 f1"/>
                      <a:gd name="f45" fmla="*/ f33 1 251"/>
                      <a:gd name="f46" fmla="*/ f34 1 100"/>
                      <a:gd name="f47" fmla="*/ f35 1 100"/>
                      <a:gd name="f48" fmla="*/ f36 1 251"/>
                      <a:gd name="f49" fmla="*/ f37 1 100"/>
                      <a:gd name="f50" fmla="*/ f38 1 251"/>
                      <a:gd name="f51" fmla="*/ f39 1 251"/>
                      <a:gd name="f52" fmla="*/ f40 1 251"/>
                      <a:gd name="f53" fmla="*/ f41 1 100"/>
                      <a:gd name="f54" fmla="*/ f42 1 251"/>
                      <a:gd name="f55" fmla="*/ f43 1 100"/>
                      <a:gd name="f56" fmla="*/ 0 1 f31"/>
                      <a:gd name="f57" fmla="*/ f25 1 f31"/>
                      <a:gd name="f58" fmla="*/ 0 1 f32"/>
                      <a:gd name="f59" fmla="*/ f26 1 f32"/>
                      <a:gd name="f60" fmla="*/ f45 1 f31"/>
                      <a:gd name="f61" fmla="*/ f46 1 f32"/>
                      <a:gd name="f62" fmla="*/ f47 1 f32"/>
                      <a:gd name="f63" fmla="*/ f48 1 f31"/>
                      <a:gd name="f64" fmla="*/ f49 1 f32"/>
                      <a:gd name="f65" fmla="*/ f50 1 f31"/>
                      <a:gd name="f66" fmla="*/ f51 1 f31"/>
                      <a:gd name="f67" fmla="*/ f52 1 f31"/>
                      <a:gd name="f68" fmla="*/ f53 1 f32"/>
                      <a:gd name="f69" fmla="*/ f54 1 f31"/>
                      <a:gd name="f70" fmla="*/ f55 1 f32"/>
                      <a:gd name="f71" fmla="*/ f56 f22 1"/>
                      <a:gd name="f72" fmla="*/ f57 f22 1"/>
                      <a:gd name="f73" fmla="*/ f59 f23 1"/>
                      <a:gd name="f74" fmla="*/ f58 f23 1"/>
                      <a:gd name="f75" fmla="*/ f60 f22 1"/>
                      <a:gd name="f76" fmla="*/ f61 f23 1"/>
                      <a:gd name="f77" fmla="*/ f62 f23 1"/>
                      <a:gd name="f78" fmla="*/ f63 f22 1"/>
                      <a:gd name="f79" fmla="*/ f64 f23 1"/>
                      <a:gd name="f80" fmla="*/ f65 f22 1"/>
                      <a:gd name="f81" fmla="*/ f66 f22 1"/>
                      <a:gd name="f82" fmla="*/ f67 f22 1"/>
                      <a:gd name="f83" fmla="*/ f68 f23 1"/>
                      <a:gd name="f84" fmla="*/ f69 f22 1"/>
                      <a:gd name="f85" fmla="*/ f70 f23 1"/>
                    </a:gdLst>
                    <a:ahLst/>
                    <a:cxnLst>
                      <a:cxn ang="3cd4">
                        <a:pos x="hc" y="t"/>
                      </a:cxn>
                      <a:cxn ang="0">
                        <a:pos x="r" y="vc"/>
                      </a:cxn>
                      <a:cxn ang="cd4">
                        <a:pos x="hc" y="b"/>
                      </a:cxn>
                      <a:cxn ang="cd2">
                        <a:pos x="l" y="vc"/>
                      </a:cxn>
                      <a:cxn ang="f44">
                        <a:pos x="f75" y="f76"/>
                      </a:cxn>
                      <a:cxn ang="f44">
                        <a:pos x="f75" y="f77"/>
                      </a:cxn>
                      <a:cxn ang="f44">
                        <a:pos x="f78" y="f79"/>
                      </a:cxn>
                      <a:cxn ang="f44">
                        <a:pos x="f80" y="f79"/>
                      </a:cxn>
                      <a:cxn ang="f44">
                        <a:pos x="f81" y="f77"/>
                      </a:cxn>
                      <a:cxn ang="f44">
                        <a:pos x="f82" y="f83"/>
                      </a:cxn>
                      <a:cxn ang="f44">
                        <a:pos x="f84" y="f83"/>
                      </a:cxn>
                      <a:cxn ang="f44">
                        <a:pos x="f75" y="f85"/>
                      </a:cxn>
                      <a:cxn ang="f44">
                        <a:pos x="f75" y="f85"/>
                      </a:cxn>
                      <a:cxn ang="f44">
                        <a:pos x="f75" y="f76"/>
                      </a:cxn>
                    </a:cxnLst>
                    <a:rect l="f71" t="f74" r="f72" b="f73"/>
                    <a:pathLst>
                      <a:path w="251" h="100">
                        <a:moveTo>
                          <a:pt x="f8" y="f9"/>
                        </a:moveTo>
                        <a:cubicBezTo>
                          <a:pt x="f8" y="f9"/>
                          <a:pt x="f8" y="f10"/>
                          <a:pt x="f8" y="f10"/>
                        </a:cubicBezTo>
                        <a:cubicBezTo>
                          <a:pt x="f6" y="f5"/>
                          <a:pt x="f6" y="f5"/>
                          <a:pt x="f6" y="f5"/>
                        </a:cubicBezTo>
                        <a:cubicBezTo>
                          <a:pt x="f5" y="f5"/>
                          <a:pt x="f5" y="f5"/>
                          <a:pt x="f5" y="f5"/>
                        </a:cubicBezTo>
                        <a:cubicBezTo>
                          <a:pt x="f11" y="f10"/>
                          <a:pt x="f11" y="f10"/>
                          <a:pt x="f11" y="f10"/>
                        </a:cubicBezTo>
                        <a:cubicBezTo>
                          <a:pt x="f12" y="f13"/>
                          <a:pt x="f14" y="f7"/>
                          <a:pt x="f15" y="f7"/>
                        </a:cubicBezTo>
                        <a:cubicBezTo>
                          <a:pt x="f16" y="f7"/>
                          <a:pt x="f16" y="f7"/>
                          <a:pt x="f16" y="f7"/>
                        </a:cubicBezTo>
                        <a:cubicBezTo>
                          <a:pt x="f17" y="f7"/>
                          <a:pt x="f18" y="f19"/>
                          <a:pt x="f8" y="f20"/>
                        </a:cubicBezTo>
                        <a:cubicBezTo>
                          <a:pt x="f8" y="f20"/>
                          <a:pt x="f8" y="f20"/>
                          <a:pt x="f8" y="f20"/>
                        </a:cubicBezTo>
                        <a:lnTo>
                          <a:pt x="f8" y="f9"/>
                        </a:lnTo>
                        <a:close/>
                      </a:path>
                    </a:pathLst>
                  </a:custGeom>
                  <a:gradFill>
                    <a:gsLst>
                      <a:gs pos="0">
                        <a:srgbClr val="9D9FA1"/>
                      </a:gs>
                      <a:gs pos="100000">
                        <a:srgbClr val="211F26"/>
                      </a:gs>
                    </a:gsLst>
                    <a:lin ang="2700000"/>
                  </a:gradFill>
                  <a:ln>
                    <a:noFill/>
                    <a:prstDash val="solid"/>
                  </a:ln>
                </p:spPr>
                <p:txBody>
                  <a:bodyPr vert="horz" wrap="square" lIns="91440" tIns="45720" rIns="91440" bIns="45720" anchor="t"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300" b="0" i="0" u="none" strike="noStrike" kern="0" cap="none" spc="0" baseline="0">
                      <a:solidFill>
                        <a:srgbClr val="211F26"/>
                      </a:solidFill>
                      <a:uFillTx/>
                      <a:latin typeface="Arial"/>
                    </a:endParaRPr>
                  </a:p>
                </p:txBody>
              </p:sp>
              <p:sp>
                <p:nvSpPr>
                  <p:cNvPr id="116" name="Freeform 14">
                    <a:extLst>
                      <a:ext uri="{FF2B5EF4-FFF2-40B4-BE49-F238E27FC236}">
                        <a16:creationId xmlns:a16="http://schemas.microsoft.com/office/drawing/2014/main" id="{F8488A19-0371-22A6-EF82-8B67F2788F45}"/>
                      </a:ext>
                    </a:extLst>
                  </p:cNvPr>
                  <p:cNvSpPr/>
                  <p:nvPr/>
                </p:nvSpPr>
                <p:spPr>
                  <a:xfrm>
                    <a:off x="-715847" y="5938003"/>
                    <a:ext cx="169776" cy="208126"/>
                  </a:xfrm>
                  <a:custGeom>
                    <a:avLst/>
                    <a:gdLst>
                      <a:gd name="f0" fmla="val 10800000"/>
                      <a:gd name="f1" fmla="val 5400000"/>
                      <a:gd name="f2" fmla="val 180"/>
                      <a:gd name="f3" fmla="val w"/>
                      <a:gd name="f4" fmla="val h"/>
                      <a:gd name="f5" fmla="val 0"/>
                      <a:gd name="f6" fmla="val 702"/>
                      <a:gd name="f7" fmla="val 860"/>
                      <a:gd name="f8" fmla="val 351"/>
                      <a:gd name="f9" fmla="val 157"/>
                      <a:gd name="f10" fmla="val 463"/>
                      <a:gd name="f11" fmla="val 52"/>
                      <a:gd name="f12" fmla="val 562"/>
                      <a:gd name="f13" fmla="val 134"/>
                      <a:gd name="f14" fmla="val 627"/>
                      <a:gd name="f15" fmla="val 165"/>
                      <a:gd name="f16" fmla="val 718"/>
                      <a:gd name="f17" fmla="val 266"/>
                      <a:gd name="f18" fmla="val 434"/>
                      <a:gd name="f19" fmla="val 419"/>
                      <a:gd name="f20" fmla="val 760"/>
                      <a:gd name="f21" fmla="val 284"/>
                      <a:gd name="f22" fmla="val 179"/>
                      <a:gd name="f23" fmla="val 212"/>
                      <a:gd name="f24" fmla="val 216"/>
                      <a:gd name="f25" fmla="val 488"/>
                      <a:gd name="f26" fmla="val 491"/>
                      <a:gd name="f27" fmla="val 570"/>
                      <a:gd name="f28" fmla="val 625"/>
                      <a:gd name="f29" fmla="val 651"/>
                      <a:gd name="f30" fmla="val 560"/>
                      <a:gd name="f31" fmla="val 461"/>
                      <a:gd name="f32" fmla="val 545"/>
                      <a:gd name="f33" fmla="val 587"/>
                      <a:gd name="f34" fmla="val 438"/>
                      <a:gd name="f35" fmla="val 568"/>
                      <a:gd name="f36" fmla="val 490"/>
                      <a:gd name="f37" fmla="val 531"/>
                      <a:gd name="f38" fmla="val 534"/>
                      <a:gd name="f39" fmla="val 485"/>
                      <a:gd name="f40" fmla="val 563"/>
                      <a:gd name="f41" fmla="val 454"/>
                      <a:gd name="f42" fmla="val 658"/>
                      <a:gd name="f43" fmla="val 250"/>
                      <a:gd name="f44" fmla="val 219"/>
                      <a:gd name="f45" fmla="val 565"/>
                      <a:gd name="f46" fmla="val 172"/>
                      <a:gd name="f47" fmla="val 536"/>
                      <a:gd name="f48" fmla="val 135"/>
                      <a:gd name="f49" fmla="val 115"/>
                      <a:gd name="f50" fmla="val 439"/>
                      <a:gd name="f51" fmla="val 105"/>
                      <a:gd name="f52" fmla="val 411"/>
                      <a:gd name="f53" fmla="val 99"/>
                      <a:gd name="f54" fmla="val 382"/>
                      <a:gd name="f55" fmla="val 603"/>
                      <a:gd name="f56" fmla="val 381"/>
                      <a:gd name="f57" fmla="val 597"/>
                      <a:gd name="f58" fmla="+- 0 0 -90"/>
                      <a:gd name="f59" fmla="*/ f3 1 702"/>
                      <a:gd name="f60" fmla="*/ f4 1 860"/>
                      <a:gd name="f61" fmla="val f5"/>
                      <a:gd name="f62" fmla="val f6"/>
                      <a:gd name="f63" fmla="val f7"/>
                      <a:gd name="f64" fmla="*/ f58 f0 1"/>
                      <a:gd name="f65" fmla="+- f63 0 f61"/>
                      <a:gd name="f66" fmla="+- f62 0 f61"/>
                      <a:gd name="f67" fmla="*/ f64 1 f2"/>
                      <a:gd name="f68" fmla="*/ f66 1 702"/>
                      <a:gd name="f69" fmla="*/ f65 1 860"/>
                      <a:gd name="f70" fmla="*/ 351 f66 1"/>
                      <a:gd name="f71" fmla="*/ 0 f65 1"/>
                      <a:gd name="f72" fmla="*/ 0 f66 1"/>
                      <a:gd name="f73" fmla="*/ 351 f65 1"/>
                      <a:gd name="f74" fmla="*/ 134 f66 1"/>
                      <a:gd name="f75" fmla="*/ 627 f65 1"/>
                      <a:gd name="f76" fmla="*/ 165 f66 1"/>
                      <a:gd name="f77" fmla="*/ 718 f65 1"/>
                      <a:gd name="f78" fmla="*/ 266 f66 1"/>
                      <a:gd name="f79" fmla="*/ 434 f66 1"/>
                      <a:gd name="f80" fmla="*/ 419 f66 1"/>
                      <a:gd name="f81" fmla="*/ 760 f65 1"/>
                      <a:gd name="f82" fmla="*/ 284 f66 1"/>
                      <a:gd name="f83" fmla="*/ 179 f66 1"/>
                      <a:gd name="f84" fmla="*/ 212 f66 1"/>
                      <a:gd name="f85" fmla="*/ 860 f65 1"/>
                      <a:gd name="f86" fmla="*/ 216 f66 1"/>
                      <a:gd name="f87" fmla="*/ 488 f66 1"/>
                      <a:gd name="f88" fmla="*/ 491 f66 1"/>
                      <a:gd name="f89" fmla="*/ 570 f66 1"/>
                      <a:gd name="f90" fmla="*/ 625 f65 1"/>
                      <a:gd name="f91" fmla="*/ 702 f66 1"/>
                      <a:gd name="f92" fmla="*/ 587 f66 1"/>
                      <a:gd name="f93" fmla="*/ 438 f65 1"/>
                      <a:gd name="f94" fmla="*/ 485 f66 1"/>
                      <a:gd name="f95" fmla="*/ 563 f65 1"/>
                      <a:gd name="f96" fmla="*/ 454 f66 1"/>
                      <a:gd name="f97" fmla="*/ 658 f65 1"/>
                      <a:gd name="f98" fmla="*/ 250 f66 1"/>
                      <a:gd name="f99" fmla="*/ 219 f66 1"/>
                      <a:gd name="f100" fmla="*/ 565 f65 1"/>
                      <a:gd name="f101" fmla="*/ 115 f66 1"/>
                      <a:gd name="f102" fmla="*/ 439 f65 1"/>
                      <a:gd name="f103" fmla="*/ 99 f66 1"/>
                      <a:gd name="f104" fmla="*/ 99 f65 1"/>
                      <a:gd name="f105" fmla="*/ 603 f66 1"/>
                      <a:gd name="f106" fmla="+- f67 0 f1"/>
                      <a:gd name="f107" fmla="*/ f70 1 702"/>
                      <a:gd name="f108" fmla="*/ f71 1 860"/>
                      <a:gd name="f109" fmla="*/ f72 1 702"/>
                      <a:gd name="f110" fmla="*/ f73 1 860"/>
                      <a:gd name="f111" fmla="*/ f74 1 702"/>
                      <a:gd name="f112" fmla="*/ f75 1 860"/>
                      <a:gd name="f113" fmla="*/ f76 1 702"/>
                      <a:gd name="f114" fmla="*/ f77 1 860"/>
                      <a:gd name="f115" fmla="*/ f78 1 702"/>
                      <a:gd name="f116" fmla="*/ f79 1 702"/>
                      <a:gd name="f117" fmla="*/ f80 1 702"/>
                      <a:gd name="f118" fmla="*/ f81 1 860"/>
                      <a:gd name="f119" fmla="*/ f82 1 702"/>
                      <a:gd name="f120" fmla="*/ f83 1 702"/>
                      <a:gd name="f121" fmla="*/ f84 1 702"/>
                      <a:gd name="f122" fmla="*/ f85 1 860"/>
                      <a:gd name="f123" fmla="*/ f86 1 702"/>
                      <a:gd name="f124" fmla="*/ f87 1 702"/>
                      <a:gd name="f125" fmla="*/ f88 1 702"/>
                      <a:gd name="f126" fmla="*/ f89 1 702"/>
                      <a:gd name="f127" fmla="*/ f90 1 860"/>
                      <a:gd name="f128" fmla="*/ f91 1 702"/>
                      <a:gd name="f129" fmla="*/ f92 1 702"/>
                      <a:gd name="f130" fmla="*/ f93 1 860"/>
                      <a:gd name="f131" fmla="*/ f94 1 702"/>
                      <a:gd name="f132" fmla="*/ f95 1 860"/>
                      <a:gd name="f133" fmla="*/ f96 1 702"/>
                      <a:gd name="f134" fmla="*/ f97 1 860"/>
                      <a:gd name="f135" fmla="*/ f98 1 702"/>
                      <a:gd name="f136" fmla="*/ f99 1 702"/>
                      <a:gd name="f137" fmla="*/ f100 1 860"/>
                      <a:gd name="f138" fmla="*/ f101 1 702"/>
                      <a:gd name="f139" fmla="*/ f102 1 860"/>
                      <a:gd name="f140" fmla="*/ f103 1 702"/>
                      <a:gd name="f141" fmla="*/ f104 1 860"/>
                      <a:gd name="f142" fmla="*/ f105 1 702"/>
                      <a:gd name="f143" fmla="*/ 0 1 f68"/>
                      <a:gd name="f144" fmla="*/ f62 1 f68"/>
                      <a:gd name="f145" fmla="*/ 0 1 f69"/>
                      <a:gd name="f146" fmla="*/ f63 1 f69"/>
                      <a:gd name="f147" fmla="*/ f107 1 f68"/>
                      <a:gd name="f148" fmla="*/ f108 1 f69"/>
                      <a:gd name="f149" fmla="*/ f109 1 f68"/>
                      <a:gd name="f150" fmla="*/ f110 1 f69"/>
                      <a:gd name="f151" fmla="*/ f111 1 f68"/>
                      <a:gd name="f152" fmla="*/ f112 1 f69"/>
                      <a:gd name="f153" fmla="*/ f113 1 f68"/>
                      <a:gd name="f154" fmla="*/ f114 1 f69"/>
                      <a:gd name="f155" fmla="*/ f115 1 f68"/>
                      <a:gd name="f156" fmla="*/ f116 1 f68"/>
                      <a:gd name="f157" fmla="*/ f117 1 f68"/>
                      <a:gd name="f158" fmla="*/ f118 1 f69"/>
                      <a:gd name="f159" fmla="*/ f119 1 f68"/>
                      <a:gd name="f160" fmla="*/ f120 1 f68"/>
                      <a:gd name="f161" fmla="*/ f121 1 f68"/>
                      <a:gd name="f162" fmla="*/ f122 1 f69"/>
                      <a:gd name="f163" fmla="*/ f123 1 f68"/>
                      <a:gd name="f164" fmla="*/ f124 1 f68"/>
                      <a:gd name="f165" fmla="*/ f125 1 f68"/>
                      <a:gd name="f166" fmla="*/ f126 1 f68"/>
                      <a:gd name="f167" fmla="*/ f127 1 f69"/>
                      <a:gd name="f168" fmla="*/ f128 1 f68"/>
                      <a:gd name="f169" fmla="*/ f129 1 f68"/>
                      <a:gd name="f170" fmla="*/ f130 1 f69"/>
                      <a:gd name="f171" fmla="*/ f131 1 f68"/>
                      <a:gd name="f172" fmla="*/ f132 1 f69"/>
                      <a:gd name="f173" fmla="*/ f133 1 f68"/>
                      <a:gd name="f174" fmla="*/ f134 1 f69"/>
                      <a:gd name="f175" fmla="*/ f135 1 f68"/>
                      <a:gd name="f176" fmla="*/ f136 1 f68"/>
                      <a:gd name="f177" fmla="*/ f137 1 f69"/>
                      <a:gd name="f178" fmla="*/ f138 1 f68"/>
                      <a:gd name="f179" fmla="*/ f139 1 f69"/>
                      <a:gd name="f180" fmla="*/ f140 1 f68"/>
                      <a:gd name="f181" fmla="*/ f141 1 f69"/>
                      <a:gd name="f182" fmla="*/ f142 1 f68"/>
                      <a:gd name="f183" fmla="*/ f143 f59 1"/>
                      <a:gd name="f184" fmla="*/ f144 f59 1"/>
                      <a:gd name="f185" fmla="*/ f146 f60 1"/>
                      <a:gd name="f186" fmla="*/ f145 f60 1"/>
                      <a:gd name="f187" fmla="*/ f147 f59 1"/>
                      <a:gd name="f188" fmla="*/ f148 f60 1"/>
                      <a:gd name="f189" fmla="*/ f149 f59 1"/>
                      <a:gd name="f190" fmla="*/ f150 f60 1"/>
                      <a:gd name="f191" fmla="*/ f151 f59 1"/>
                      <a:gd name="f192" fmla="*/ f152 f60 1"/>
                      <a:gd name="f193" fmla="*/ f153 f59 1"/>
                      <a:gd name="f194" fmla="*/ f154 f60 1"/>
                      <a:gd name="f195" fmla="*/ f155 f59 1"/>
                      <a:gd name="f196" fmla="*/ f156 f59 1"/>
                      <a:gd name="f197" fmla="*/ f157 f59 1"/>
                      <a:gd name="f198" fmla="*/ f158 f60 1"/>
                      <a:gd name="f199" fmla="*/ f159 f59 1"/>
                      <a:gd name="f200" fmla="*/ f160 f59 1"/>
                      <a:gd name="f201" fmla="*/ f161 f59 1"/>
                      <a:gd name="f202" fmla="*/ f162 f60 1"/>
                      <a:gd name="f203" fmla="*/ f163 f59 1"/>
                      <a:gd name="f204" fmla="*/ f164 f59 1"/>
                      <a:gd name="f205" fmla="*/ f165 f59 1"/>
                      <a:gd name="f206" fmla="*/ f166 f59 1"/>
                      <a:gd name="f207" fmla="*/ f167 f60 1"/>
                      <a:gd name="f208" fmla="*/ f168 f59 1"/>
                      <a:gd name="f209" fmla="*/ f169 f59 1"/>
                      <a:gd name="f210" fmla="*/ f170 f60 1"/>
                      <a:gd name="f211" fmla="*/ f171 f59 1"/>
                      <a:gd name="f212" fmla="*/ f172 f60 1"/>
                      <a:gd name="f213" fmla="*/ f173 f59 1"/>
                      <a:gd name="f214" fmla="*/ f174 f60 1"/>
                      <a:gd name="f215" fmla="*/ f175 f59 1"/>
                      <a:gd name="f216" fmla="*/ f176 f59 1"/>
                      <a:gd name="f217" fmla="*/ f177 f60 1"/>
                      <a:gd name="f218" fmla="*/ f178 f59 1"/>
                      <a:gd name="f219" fmla="*/ f179 f60 1"/>
                      <a:gd name="f220" fmla="*/ f180 f59 1"/>
                      <a:gd name="f221" fmla="*/ f181 f60 1"/>
                      <a:gd name="f222" fmla="*/ f182 f59 1"/>
                    </a:gdLst>
                    <a:ahLst/>
                    <a:cxnLst>
                      <a:cxn ang="3cd4">
                        <a:pos x="hc" y="t"/>
                      </a:cxn>
                      <a:cxn ang="0">
                        <a:pos x="r" y="vc"/>
                      </a:cxn>
                      <a:cxn ang="cd4">
                        <a:pos x="hc" y="b"/>
                      </a:cxn>
                      <a:cxn ang="cd2">
                        <a:pos x="l" y="vc"/>
                      </a:cxn>
                      <a:cxn ang="f106">
                        <a:pos x="f187" y="f188"/>
                      </a:cxn>
                      <a:cxn ang="f106">
                        <a:pos x="f189" y="f190"/>
                      </a:cxn>
                      <a:cxn ang="f106">
                        <a:pos x="f191" y="f192"/>
                      </a:cxn>
                      <a:cxn ang="f106">
                        <a:pos x="f193" y="f194"/>
                      </a:cxn>
                      <a:cxn ang="f106">
                        <a:pos x="f195" y="f194"/>
                      </a:cxn>
                      <a:cxn ang="f106">
                        <a:pos x="f195" y="f194"/>
                      </a:cxn>
                      <a:cxn ang="f106">
                        <a:pos x="f196" y="f194"/>
                      </a:cxn>
                      <a:cxn ang="f106">
                        <a:pos x="f197" y="f198"/>
                      </a:cxn>
                      <a:cxn ang="f106">
                        <a:pos x="f199" y="f198"/>
                      </a:cxn>
                      <a:cxn ang="f106">
                        <a:pos x="f199" y="f198"/>
                      </a:cxn>
                      <a:cxn ang="f106">
                        <a:pos x="f200" y="f198"/>
                      </a:cxn>
                      <a:cxn ang="f106">
                        <a:pos x="f201" y="f202"/>
                      </a:cxn>
                      <a:cxn ang="f106">
                        <a:pos x="f201" y="f202"/>
                      </a:cxn>
                      <a:cxn ang="f106">
                        <a:pos x="f203" y="f202"/>
                      </a:cxn>
                      <a:cxn ang="f106">
                        <a:pos x="f204" y="f202"/>
                      </a:cxn>
                      <a:cxn ang="f106">
                        <a:pos x="f205" y="f202"/>
                      </a:cxn>
                      <a:cxn ang="f106">
                        <a:pos x="f206" y="f207"/>
                      </a:cxn>
                      <a:cxn ang="f106">
                        <a:pos x="f208" y="f190"/>
                      </a:cxn>
                      <a:cxn ang="f106">
                        <a:pos x="f187" y="f188"/>
                      </a:cxn>
                      <a:cxn ang="f106">
                        <a:pos x="f209" y="f210"/>
                      </a:cxn>
                      <a:cxn ang="f106">
                        <a:pos x="f211" y="f212"/>
                      </a:cxn>
                      <a:cxn ang="f106">
                        <a:pos x="f213" y="f214"/>
                      </a:cxn>
                      <a:cxn ang="f106">
                        <a:pos x="f215" y="f214"/>
                      </a:cxn>
                      <a:cxn ang="f106">
                        <a:pos x="f216" y="f217"/>
                      </a:cxn>
                      <a:cxn ang="f106">
                        <a:pos x="f218" y="f219"/>
                      </a:cxn>
                      <a:cxn ang="f106">
                        <a:pos x="f220" y="f190"/>
                      </a:cxn>
                      <a:cxn ang="f106">
                        <a:pos x="f187" y="f221"/>
                      </a:cxn>
                      <a:cxn ang="f106">
                        <a:pos x="f222" y="f190"/>
                      </a:cxn>
                      <a:cxn ang="f106">
                        <a:pos x="f209" y="f210"/>
                      </a:cxn>
                    </a:cxnLst>
                    <a:rect l="f183" t="f186" r="f184" b="f185"/>
                    <a:pathLst>
                      <a:path w="702" h="860">
                        <a:moveTo>
                          <a:pt x="f8" y="f5"/>
                        </a:moveTo>
                        <a:cubicBezTo>
                          <a:pt x="f9" y="f5"/>
                          <a:pt x="f5" y="f9"/>
                          <a:pt x="f5" y="f8"/>
                        </a:cubicBezTo>
                        <a:cubicBezTo>
                          <a:pt x="f5" y="f10"/>
                          <a:pt x="f11" y="f12"/>
                          <a:pt x="f13" y="f14"/>
                        </a:cubicBezTo>
                        <a:cubicBezTo>
                          <a:pt x="f15" y="f16"/>
                          <a:pt x="f15" y="f16"/>
                          <a:pt x="f15" y="f16"/>
                        </a:cubicBezTo>
                        <a:cubicBezTo>
                          <a:pt x="f17" y="f16"/>
                          <a:pt x="f17" y="f16"/>
                          <a:pt x="f17" y="f16"/>
                        </a:cubicBezTo>
                        <a:cubicBezTo>
                          <a:pt x="f17" y="f16"/>
                          <a:pt x="f17" y="f16"/>
                          <a:pt x="f17" y="f16"/>
                        </a:cubicBezTo>
                        <a:cubicBezTo>
                          <a:pt x="f18" y="f16"/>
                          <a:pt x="f18" y="f16"/>
                          <a:pt x="f18" y="f16"/>
                        </a:cubicBezTo>
                        <a:cubicBezTo>
                          <a:pt x="f19" y="f20"/>
                          <a:pt x="f19" y="f20"/>
                          <a:pt x="f19" y="f20"/>
                        </a:cubicBezTo>
                        <a:cubicBezTo>
                          <a:pt x="f21" y="f20"/>
                          <a:pt x="f21" y="f20"/>
                          <a:pt x="f21" y="f20"/>
                        </a:cubicBezTo>
                        <a:cubicBezTo>
                          <a:pt x="f21" y="f20"/>
                          <a:pt x="f21" y="f20"/>
                          <a:pt x="f21" y="f20"/>
                        </a:cubicBezTo>
                        <a:cubicBezTo>
                          <a:pt x="f22" y="f20"/>
                          <a:pt x="f22" y="f20"/>
                          <a:pt x="f22" y="f20"/>
                        </a:cubicBezTo>
                        <a:cubicBezTo>
                          <a:pt x="f23" y="f7"/>
                          <a:pt x="f23" y="f7"/>
                          <a:pt x="f23" y="f7"/>
                        </a:cubicBezTo>
                        <a:cubicBezTo>
                          <a:pt x="f23" y="f7"/>
                          <a:pt x="f23" y="f7"/>
                          <a:pt x="f23" y="f7"/>
                        </a:cubicBezTo>
                        <a:cubicBezTo>
                          <a:pt x="f24" y="f7"/>
                          <a:pt x="f24" y="f7"/>
                          <a:pt x="f24" y="f7"/>
                        </a:cubicBezTo>
                        <a:cubicBezTo>
                          <a:pt x="f25" y="f7"/>
                          <a:pt x="f25" y="f7"/>
                          <a:pt x="f25" y="f7"/>
                        </a:cubicBezTo>
                        <a:cubicBezTo>
                          <a:pt x="f26" y="f7"/>
                          <a:pt x="f26" y="f7"/>
                          <a:pt x="f26" y="f7"/>
                        </a:cubicBezTo>
                        <a:cubicBezTo>
                          <a:pt x="f27" y="f28"/>
                          <a:pt x="f27" y="f28"/>
                          <a:pt x="f27" y="f28"/>
                        </a:cubicBezTo>
                        <a:cubicBezTo>
                          <a:pt x="f29" y="f30"/>
                          <a:pt x="f6" y="f31"/>
                          <a:pt x="f6" y="f8"/>
                        </a:cubicBezTo>
                        <a:cubicBezTo>
                          <a:pt x="f6" y="f9"/>
                          <a:pt x="f32" y="f5"/>
                          <a:pt x="f8" y="f5"/>
                        </a:cubicBezTo>
                        <a:close/>
                        <a:moveTo>
                          <a:pt x="f33" y="f34"/>
                        </a:moveTo>
                        <a:cubicBezTo>
                          <a:pt x="f35" y="f36"/>
                          <a:pt x="f37" y="f38"/>
                          <a:pt x="f39" y="f40"/>
                        </a:cubicBezTo>
                        <a:cubicBezTo>
                          <a:pt x="f41" y="f42"/>
                          <a:pt x="f41" y="f42"/>
                          <a:pt x="f41" y="f42"/>
                        </a:cubicBezTo>
                        <a:cubicBezTo>
                          <a:pt x="f43" y="f42"/>
                          <a:pt x="f43" y="f42"/>
                          <a:pt x="f43" y="f42"/>
                        </a:cubicBezTo>
                        <a:cubicBezTo>
                          <a:pt x="f44" y="f45"/>
                          <a:pt x="f44" y="f45"/>
                          <a:pt x="f44" y="f45"/>
                        </a:cubicBezTo>
                        <a:cubicBezTo>
                          <a:pt x="f46" y="f47"/>
                          <a:pt x="f48" y="f26"/>
                          <a:pt x="f49" y="f50"/>
                        </a:cubicBezTo>
                        <a:cubicBezTo>
                          <a:pt x="f51" y="f52"/>
                          <a:pt x="f53" y="f54"/>
                          <a:pt x="f53" y="f8"/>
                        </a:cubicBezTo>
                        <a:cubicBezTo>
                          <a:pt x="f53" y="f23"/>
                          <a:pt x="f23" y="f53"/>
                          <a:pt x="f8" y="f53"/>
                        </a:cubicBezTo>
                        <a:cubicBezTo>
                          <a:pt x="f36" y="f53"/>
                          <a:pt x="f55" y="f23"/>
                          <a:pt x="f55" y="f8"/>
                        </a:cubicBezTo>
                        <a:cubicBezTo>
                          <a:pt x="f55" y="f56"/>
                          <a:pt x="f57" y="f52"/>
                          <a:pt x="f33" y="f34"/>
                        </a:cubicBezTo>
                        <a:close/>
                      </a:path>
                    </a:pathLst>
                  </a:custGeom>
                  <a:gradFill>
                    <a:gsLst>
                      <a:gs pos="0">
                        <a:srgbClr val="9D9FA1"/>
                      </a:gs>
                      <a:gs pos="100000">
                        <a:srgbClr val="211F26"/>
                      </a:gs>
                    </a:gsLst>
                    <a:lin ang="2700000"/>
                  </a:gradFill>
                  <a:ln>
                    <a:noFill/>
                    <a:prstDash val="solid"/>
                  </a:ln>
                </p:spPr>
                <p:txBody>
                  <a:bodyPr vert="horz" wrap="square" lIns="91440" tIns="45720" rIns="91440" bIns="45720" anchor="t"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300" b="0" i="0" u="none" strike="noStrike" kern="0" cap="none" spc="0" baseline="0">
                      <a:solidFill>
                        <a:srgbClr val="211F26"/>
                      </a:solidFill>
                      <a:uFillTx/>
                      <a:latin typeface="Arial"/>
                    </a:endParaRPr>
                  </a:p>
                </p:txBody>
              </p:sp>
            </p:grpSp>
            <p:sp>
              <p:nvSpPr>
                <p:cNvPr id="117" name="Tekstvak 124">
                  <a:extLst>
                    <a:ext uri="{FF2B5EF4-FFF2-40B4-BE49-F238E27FC236}">
                      <a16:creationId xmlns:a16="http://schemas.microsoft.com/office/drawing/2014/main" id="{36BAB8EE-35A6-CF16-0F91-D220F0242C7D}"/>
                    </a:ext>
                  </a:extLst>
                </p:cNvPr>
                <p:cNvSpPr txBox="1"/>
                <p:nvPr/>
              </p:nvSpPr>
              <p:spPr>
                <a:xfrm>
                  <a:off x="-938165" y="6192453"/>
                  <a:ext cx="627799" cy="322234"/>
                </a:xfrm>
                <a:prstGeom prst="rect">
                  <a:avLst/>
                </a:prstGeom>
                <a:noFill/>
                <a:ln>
                  <a:noFill/>
                </a:ln>
              </p:spPr>
              <p:txBody>
                <a:bodyPr vert="horz" wrap="square" lIns="0" tIns="0" rIns="0" bIns="0"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000" b="0" i="0" u="none" strike="noStrike" kern="0" cap="none" spc="0" baseline="0">
                      <a:solidFill>
                        <a:srgbClr val="211F26"/>
                      </a:solidFill>
                      <a:uFillTx/>
                      <a:latin typeface="Calibri" pitchFamily="34"/>
                      <a:cs typeface="Calibri" pitchFamily="34"/>
                    </a:rPr>
                    <a:t>Inspiration</a:t>
                  </a:r>
                </a:p>
              </p:txBody>
            </p:sp>
          </p:grpSp>
        </p:grpSp>
        <p:grpSp>
          <p:nvGrpSpPr>
            <p:cNvPr id="118" name="Groep 93">
              <a:extLst>
                <a:ext uri="{FF2B5EF4-FFF2-40B4-BE49-F238E27FC236}">
                  <a16:creationId xmlns:a16="http://schemas.microsoft.com/office/drawing/2014/main" id="{B4C1E1FD-B068-58D3-A18F-BDFA8389AD10}"/>
                </a:ext>
              </a:extLst>
            </p:cNvPr>
            <p:cNvGrpSpPr/>
            <p:nvPr/>
          </p:nvGrpSpPr>
          <p:grpSpPr>
            <a:xfrm>
              <a:off x="-3426805" y="5129582"/>
              <a:ext cx="514285" cy="506541"/>
              <a:chOff x="-3426805" y="5129582"/>
              <a:chExt cx="514285" cy="506541"/>
            </a:xfrm>
          </p:grpSpPr>
          <p:grpSp>
            <p:nvGrpSpPr>
              <p:cNvPr id="119" name="Groep 104">
                <a:extLst>
                  <a:ext uri="{FF2B5EF4-FFF2-40B4-BE49-F238E27FC236}">
                    <a16:creationId xmlns:a16="http://schemas.microsoft.com/office/drawing/2014/main" id="{DE8B3A29-F297-D932-DC2C-F38536F49890}"/>
                  </a:ext>
                </a:extLst>
              </p:cNvPr>
              <p:cNvGrpSpPr/>
              <p:nvPr/>
            </p:nvGrpSpPr>
            <p:grpSpPr>
              <a:xfrm>
                <a:off x="-3321695" y="5129582"/>
                <a:ext cx="319089" cy="306324"/>
                <a:chOff x="-3321695" y="5129582"/>
                <a:chExt cx="319089" cy="306324"/>
              </a:xfrm>
            </p:grpSpPr>
            <p:grpSp>
              <p:nvGrpSpPr>
                <p:cNvPr id="120" name="Groep 107">
                  <a:extLst>
                    <a:ext uri="{FF2B5EF4-FFF2-40B4-BE49-F238E27FC236}">
                      <a16:creationId xmlns:a16="http://schemas.microsoft.com/office/drawing/2014/main" id="{75B4FB8E-C7B7-0CB0-885F-697F54084EA1}"/>
                    </a:ext>
                  </a:extLst>
                </p:cNvPr>
                <p:cNvGrpSpPr/>
                <p:nvPr/>
              </p:nvGrpSpPr>
              <p:grpSpPr>
                <a:xfrm>
                  <a:off x="-3321695" y="5129582"/>
                  <a:ext cx="282064" cy="270561"/>
                  <a:chOff x="-3321695" y="5129582"/>
                  <a:chExt cx="282064" cy="270561"/>
                </a:xfrm>
              </p:grpSpPr>
              <p:grpSp>
                <p:nvGrpSpPr>
                  <p:cNvPr id="121" name="Groep 114">
                    <a:extLst>
                      <a:ext uri="{FF2B5EF4-FFF2-40B4-BE49-F238E27FC236}">
                        <a16:creationId xmlns:a16="http://schemas.microsoft.com/office/drawing/2014/main" id="{F76E3B9C-79F5-82C2-8C78-CF3FC649DDDF}"/>
                      </a:ext>
                    </a:extLst>
                  </p:cNvPr>
                  <p:cNvGrpSpPr/>
                  <p:nvPr/>
                </p:nvGrpSpPr>
                <p:grpSpPr>
                  <a:xfrm>
                    <a:off x="-3321695" y="5129582"/>
                    <a:ext cx="282064" cy="270561"/>
                    <a:chOff x="-3321695" y="5129582"/>
                    <a:chExt cx="282064" cy="270561"/>
                  </a:xfrm>
                </p:grpSpPr>
                <p:sp>
                  <p:nvSpPr>
                    <p:cNvPr id="122" name="Rechthoek 117">
                      <a:extLst>
                        <a:ext uri="{FF2B5EF4-FFF2-40B4-BE49-F238E27FC236}">
                          <a16:creationId xmlns:a16="http://schemas.microsoft.com/office/drawing/2014/main" id="{4A9F4CD9-F133-035B-CE6C-969E042C632B}"/>
                        </a:ext>
                      </a:extLst>
                    </p:cNvPr>
                    <p:cNvSpPr/>
                    <p:nvPr/>
                  </p:nvSpPr>
                  <p:spPr>
                    <a:xfrm>
                      <a:off x="-3321695" y="5129582"/>
                      <a:ext cx="282064" cy="270561"/>
                    </a:xfrm>
                    <a:prstGeom prst="rect">
                      <a:avLst/>
                    </a:prstGeom>
                    <a:noFill/>
                    <a:ln w="12701" cap="flat">
                      <a:solidFill>
                        <a:srgbClr val="818181"/>
                      </a:solidFill>
                      <a:custDash>
                        <a:ds d="300000" sp="300000"/>
                      </a:custDash>
                      <a:miter/>
                    </a:ln>
                  </p:spPr>
                  <p:txBody>
                    <a:bodyPr vert="horz" wrap="square" lIns="107999"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800" b="0" i="0" u="none" strike="noStrike" kern="1200" cap="none" spc="0" baseline="0">
                        <a:solidFill>
                          <a:srgbClr val="211F26"/>
                        </a:solidFill>
                        <a:uFillTx/>
                        <a:latin typeface="Calibri" pitchFamily="34"/>
                        <a:cs typeface="Calibri" pitchFamily="34"/>
                      </a:endParaRPr>
                    </a:p>
                  </p:txBody>
                </p:sp>
                <p:sp>
                  <p:nvSpPr>
                    <p:cNvPr id="123" name="Rechthoek 118">
                      <a:extLst>
                        <a:ext uri="{FF2B5EF4-FFF2-40B4-BE49-F238E27FC236}">
                          <a16:creationId xmlns:a16="http://schemas.microsoft.com/office/drawing/2014/main" id="{B2359E38-9CF8-6740-6F95-A58B7BDEFB46}"/>
                        </a:ext>
                      </a:extLst>
                    </p:cNvPr>
                    <p:cNvSpPr/>
                    <p:nvPr/>
                  </p:nvSpPr>
                  <p:spPr>
                    <a:xfrm>
                      <a:off x="-3321695" y="5129582"/>
                      <a:ext cx="166237" cy="163814"/>
                    </a:xfrm>
                    <a:prstGeom prst="rect">
                      <a:avLst/>
                    </a:prstGeom>
                    <a:solidFill>
                      <a:srgbClr val="FFFFFF"/>
                    </a:solidFill>
                    <a:ln w="12701" cap="flat">
                      <a:solidFill>
                        <a:srgbClr val="818181"/>
                      </a:solidFill>
                      <a:prstDash val="solid"/>
                      <a:miter/>
                    </a:ln>
                  </p:spPr>
                  <p:txBody>
                    <a:bodyPr vert="horz" wrap="square" lIns="107999"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800" b="0" i="0" u="none" strike="noStrike" kern="1200" cap="none" spc="0" baseline="0">
                        <a:solidFill>
                          <a:srgbClr val="211F26"/>
                        </a:solidFill>
                        <a:uFillTx/>
                        <a:latin typeface="Calibri" pitchFamily="34"/>
                        <a:cs typeface="Calibri" pitchFamily="34"/>
                      </a:endParaRPr>
                    </a:p>
                  </p:txBody>
                </p:sp>
                <p:sp>
                  <p:nvSpPr>
                    <p:cNvPr id="124" name="Ovaal 119">
                      <a:extLst>
                        <a:ext uri="{FF2B5EF4-FFF2-40B4-BE49-F238E27FC236}">
                          <a16:creationId xmlns:a16="http://schemas.microsoft.com/office/drawing/2014/main" id="{9DA1FAC4-9E27-0C95-0213-8AEFA773E6E5}"/>
                        </a:ext>
                      </a:extLst>
                    </p:cNvPr>
                    <p:cNvSpPr/>
                    <p:nvPr/>
                  </p:nvSpPr>
                  <p:spPr>
                    <a:xfrm>
                      <a:off x="-3220425" y="5150275"/>
                      <a:ext cx="45866" cy="45866"/>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ECC679"/>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pic>
                <p:nvPicPr>
                  <p:cNvPr id="125" name="Afbeelding 115">
                    <a:extLst>
                      <a:ext uri="{FF2B5EF4-FFF2-40B4-BE49-F238E27FC236}">
                        <a16:creationId xmlns:a16="http://schemas.microsoft.com/office/drawing/2014/main" id="{F497A5C0-83CC-3AE2-6543-177D6E1FE4DC}"/>
                      </a:ext>
                    </a:extLst>
                  </p:cNvPr>
                  <p:cNvPicPr>
                    <a:picLocks noChangeAspect="1"/>
                  </p:cNvPicPr>
                  <p:nvPr/>
                </p:nvPicPr>
                <p:blipFill>
                  <a:blip r:embed="rId5"/>
                  <a:stretch>
                    <a:fillRect/>
                  </a:stretch>
                </p:blipFill>
                <p:spPr>
                  <a:xfrm>
                    <a:off x="-3313822" y="5196224"/>
                    <a:ext cx="110157" cy="89099"/>
                  </a:xfrm>
                  <a:prstGeom prst="rect">
                    <a:avLst/>
                  </a:prstGeom>
                  <a:noFill/>
                  <a:ln>
                    <a:noFill/>
                  </a:ln>
                </p:spPr>
              </p:pic>
              <p:pic>
                <p:nvPicPr>
                  <p:cNvPr id="126" name="Afbeelding 116">
                    <a:extLst>
                      <a:ext uri="{FF2B5EF4-FFF2-40B4-BE49-F238E27FC236}">
                        <a16:creationId xmlns:a16="http://schemas.microsoft.com/office/drawing/2014/main" id="{5C49A9F7-946F-F81A-6D23-A06716520428}"/>
                      </a:ext>
                    </a:extLst>
                  </p:cNvPr>
                  <p:cNvPicPr>
                    <a:picLocks noChangeAspect="1"/>
                  </p:cNvPicPr>
                  <p:nvPr/>
                </p:nvPicPr>
                <p:blipFill>
                  <a:blip r:embed="rId5"/>
                  <a:stretch>
                    <a:fillRect/>
                  </a:stretch>
                </p:blipFill>
                <p:spPr>
                  <a:xfrm flipH="1">
                    <a:off x="-3270424" y="5211650"/>
                    <a:ext cx="110157" cy="70801"/>
                  </a:xfrm>
                  <a:prstGeom prst="rect">
                    <a:avLst/>
                  </a:prstGeom>
                  <a:noFill/>
                  <a:ln>
                    <a:noFill/>
                  </a:ln>
                </p:spPr>
              </p:pic>
            </p:grpSp>
            <p:grpSp>
              <p:nvGrpSpPr>
                <p:cNvPr id="127" name="Groep 108">
                  <a:extLst>
                    <a:ext uri="{FF2B5EF4-FFF2-40B4-BE49-F238E27FC236}">
                      <a16:creationId xmlns:a16="http://schemas.microsoft.com/office/drawing/2014/main" id="{CA6FACDE-810D-E0AE-3169-F888689069F5}"/>
                    </a:ext>
                  </a:extLst>
                </p:cNvPr>
                <p:cNvGrpSpPr/>
                <p:nvPr/>
              </p:nvGrpSpPr>
              <p:grpSpPr>
                <a:xfrm>
                  <a:off x="-3102203" y="5335871"/>
                  <a:ext cx="99597" cy="100035"/>
                  <a:chOff x="-3102203" y="5335871"/>
                  <a:chExt cx="99597" cy="100035"/>
                </a:xfrm>
              </p:grpSpPr>
              <p:sp>
                <p:nvSpPr>
                  <p:cNvPr id="128" name="Rechthoek 112">
                    <a:extLst>
                      <a:ext uri="{FF2B5EF4-FFF2-40B4-BE49-F238E27FC236}">
                        <a16:creationId xmlns:a16="http://schemas.microsoft.com/office/drawing/2014/main" id="{AC1B9438-B902-0361-8704-558860E3A4F3}"/>
                      </a:ext>
                    </a:extLst>
                  </p:cNvPr>
                  <p:cNvSpPr/>
                  <p:nvPr/>
                </p:nvSpPr>
                <p:spPr>
                  <a:xfrm>
                    <a:off x="-3102202" y="5335871"/>
                    <a:ext cx="99596" cy="19385"/>
                  </a:xfrm>
                  <a:prstGeom prst="rect">
                    <a:avLst/>
                  </a:prstGeom>
                  <a:solidFill>
                    <a:srgbClr val="81818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129" name="Rechthoek 113">
                    <a:extLst>
                      <a:ext uri="{FF2B5EF4-FFF2-40B4-BE49-F238E27FC236}">
                        <a16:creationId xmlns:a16="http://schemas.microsoft.com/office/drawing/2014/main" id="{4EEA083F-E407-3EA4-3350-D3CEED449027}"/>
                      </a:ext>
                    </a:extLst>
                  </p:cNvPr>
                  <p:cNvSpPr/>
                  <p:nvPr/>
                </p:nvSpPr>
                <p:spPr>
                  <a:xfrm rot="5400013">
                    <a:off x="-3142308" y="5376415"/>
                    <a:ext cx="99596" cy="19385"/>
                  </a:xfrm>
                  <a:prstGeom prst="rect">
                    <a:avLst/>
                  </a:prstGeom>
                  <a:solidFill>
                    <a:srgbClr val="81818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grpSp>
              <p:nvGrpSpPr>
                <p:cNvPr id="130" name="Groep 109">
                  <a:extLst>
                    <a:ext uri="{FF2B5EF4-FFF2-40B4-BE49-F238E27FC236}">
                      <a16:creationId xmlns:a16="http://schemas.microsoft.com/office/drawing/2014/main" id="{D83703CE-0D8A-7BC1-3491-F59F9D0BB726}"/>
                    </a:ext>
                  </a:extLst>
                </p:cNvPr>
                <p:cNvGrpSpPr/>
                <p:nvPr/>
              </p:nvGrpSpPr>
              <p:grpSpPr>
                <a:xfrm>
                  <a:off x="-3130969" y="5308806"/>
                  <a:ext cx="99597" cy="100024"/>
                  <a:chOff x="-3130969" y="5308806"/>
                  <a:chExt cx="99597" cy="100024"/>
                </a:xfrm>
              </p:grpSpPr>
              <p:sp>
                <p:nvSpPr>
                  <p:cNvPr id="131" name="Rechthoek 110">
                    <a:extLst>
                      <a:ext uri="{FF2B5EF4-FFF2-40B4-BE49-F238E27FC236}">
                        <a16:creationId xmlns:a16="http://schemas.microsoft.com/office/drawing/2014/main" id="{C46CB486-5502-20B8-ECCD-AFF5067E7BD5}"/>
                      </a:ext>
                    </a:extLst>
                  </p:cNvPr>
                  <p:cNvSpPr/>
                  <p:nvPr/>
                </p:nvSpPr>
                <p:spPr>
                  <a:xfrm rot="10799991">
                    <a:off x="-3130969" y="5389445"/>
                    <a:ext cx="99596" cy="19385"/>
                  </a:xfrm>
                  <a:prstGeom prst="rect">
                    <a:avLst/>
                  </a:prstGeom>
                  <a:solidFill>
                    <a:srgbClr val="81818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132" name="Rechthoek 111">
                    <a:extLst>
                      <a:ext uri="{FF2B5EF4-FFF2-40B4-BE49-F238E27FC236}">
                        <a16:creationId xmlns:a16="http://schemas.microsoft.com/office/drawing/2014/main" id="{25D5834A-C470-66A6-5038-B0D88C2B0F19}"/>
                      </a:ext>
                    </a:extLst>
                  </p:cNvPr>
                  <p:cNvSpPr/>
                  <p:nvPr/>
                </p:nvSpPr>
                <p:spPr>
                  <a:xfrm rot="16200004">
                    <a:off x="-3090862" y="5348911"/>
                    <a:ext cx="99596" cy="19385"/>
                  </a:xfrm>
                  <a:prstGeom prst="rect">
                    <a:avLst/>
                  </a:prstGeom>
                  <a:solidFill>
                    <a:srgbClr val="81818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grpSp>
          <p:sp>
            <p:nvSpPr>
              <p:cNvPr id="133" name="Rechthoek 105">
                <a:extLst>
                  <a:ext uri="{FF2B5EF4-FFF2-40B4-BE49-F238E27FC236}">
                    <a16:creationId xmlns:a16="http://schemas.microsoft.com/office/drawing/2014/main" id="{C170487B-7084-5778-EDD9-36D94BE30E7F}"/>
                  </a:ext>
                </a:extLst>
              </p:cNvPr>
              <p:cNvSpPr/>
              <p:nvPr/>
            </p:nvSpPr>
            <p:spPr>
              <a:xfrm>
                <a:off x="-3426805" y="5461967"/>
                <a:ext cx="514285" cy="110084"/>
              </a:xfrm>
              <a:prstGeom prst="rect">
                <a:avLst/>
              </a:prstGeom>
              <a:noFill/>
              <a:ln>
                <a:noFill/>
                <a:prstDash val="solid"/>
              </a:ln>
            </p:spPr>
            <p:txBody>
              <a:bodyPr vert="horz" wrap="square" lIns="0" tIns="0" rIns="0" bIns="0"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900" b="0" i="0" u="none" strike="noStrike" kern="1200" cap="none" spc="0" baseline="0">
                    <a:solidFill>
                      <a:srgbClr val="211F26"/>
                    </a:solidFill>
                    <a:uFillTx/>
                    <a:latin typeface="Calibri" pitchFamily="34"/>
                    <a:cs typeface="Calibri" pitchFamily="34"/>
                  </a:rPr>
                  <a:t>Crop</a:t>
                </a:r>
              </a:p>
            </p:txBody>
          </p:sp>
          <p:sp>
            <p:nvSpPr>
              <p:cNvPr id="134" name="Gelijkbenige driehoek 106">
                <a:extLst>
                  <a:ext uri="{FF2B5EF4-FFF2-40B4-BE49-F238E27FC236}">
                    <a16:creationId xmlns:a16="http://schemas.microsoft.com/office/drawing/2014/main" id="{96F7744A-9E48-6D94-9F22-1F9CCB39F63A}"/>
                  </a:ext>
                </a:extLst>
              </p:cNvPr>
              <p:cNvSpPr/>
              <p:nvPr/>
            </p:nvSpPr>
            <p:spPr>
              <a:xfrm rot="10799991">
                <a:off x="-3199339" y="5601193"/>
                <a:ext cx="59335" cy="34930"/>
              </a:xfrm>
              <a:custGeom>
                <a:avLst>
                  <a:gd name="f8" fmla="val 50000"/>
                </a:avLst>
                <a:gdLst>
                  <a:gd name="f1" fmla="val 10800000"/>
                  <a:gd name="f2" fmla="val 5400000"/>
                  <a:gd name="f3" fmla="val 180"/>
                  <a:gd name="f4" fmla="val w"/>
                  <a:gd name="f5" fmla="val h"/>
                  <a:gd name="f6" fmla="val ss"/>
                  <a:gd name="f7" fmla="val 0"/>
                  <a:gd name="f8" fmla="val 50000"/>
                  <a:gd name="f9" fmla="+- 0 0 -360"/>
                  <a:gd name="f10" fmla="+- 0 0 -270"/>
                  <a:gd name="f11" fmla="+- 0 0 -180"/>
                  <a:gd name="f12" fmla="+- 0 0 -90"/>
                  <a:gd name="f13" fmla="abs f4"/>
                  <a:gd name="f14" fmla="abs f5"/>
                  <a:gd name="f15" fmla="abs f6"/>
                  <a:gd name="f16" fmla="val f7"/>
                  <a:gd name="f17" fmla="val f8"/>
                  <a:gd name="f18" fmla="*/ f9 f1 1"/>
                  <a:gd name="f19" fmla="*/ f10 f1 1"/>
                  <a:gd name="f20" fmla="*/ f11 f1 1"/>
                  <a:gd name="f21" fmla="*/ f12 f1 1"/>
                  <a:gd name="f22" fmla="?: f13 f4 1"/>
                  <a:gd name="f23" fmla="?: f14 f5 1"/>
                  <a:gd name="f24" fmla="?: f15 f6 1"/>
                  <a:gd name="f25" fmla="*/ f18 1 f3"/>
                  <a:gd name="f26" fmla="*/ f19 1 f3"/>
                  <a:gd name="f27" fmla="*/ f20 1 f3"/>
                  <a:gd name="f28" fmla="*/ f21 1 f3"/>
                  <a:gd name="f29" fmla="*/ f22 1 21600"/>
                  <a:gd name="f30" fmla="*/ f23 1 21600"/>
                  <a:gd name="f31" fmla="*/ 21600 f22 1"/>
                  <a:gd name="f32" fmla="*/ 21600 f23 1"/>
                  <a:gd name="f33" fmla="+- f25 0 f2"/>
                  <a:gd name="f34" fmla="+- f26 0 f2"/>
                  <a:gd name="f35" fmla="+- f27 0 f2"/>
                  <a:gd name="f36" fmla="+- f28 0 f2"/>
                  <a:gd name="f37" fmla="min f30 f29"/>
                  <a:gd name="f38" fmla="*/ f31 1 f24"/>
                  <a:gd name="f39" fmla="*/ f32 1 f24"/>
                  <a:gd name="f40" fmla="val f38"/>
                  <a:gd name="f41" fmla="val f39"/>
                  <a:gd name="f42" fmla="*/ f16 f37 1"/>
                  <a:gd name="f43" fmla="+- f41 0 f16"/>
                  <a:gd name="f44" fmla="+- f40 0 f16"/>
                  <a:gd name="f45" fmla="*/ f41 f37 1"/>
                  <a:gd name="f46" fmla="*/ f40 f37 1"/>
                  <a:gd name="f47" fmla="*/ f43 1 2"/>
                  <a:gd name="f48" fmla="*/ f44 1 2"/>
                  <a:gd name="f49" fmla="*/ f44 f17 1"/>
                  <a:gd name="f50" fmla="+- f16 f47 0"/>
                  <a:gd name="f51" fmla="*/ f49 1 200000"/>
                  <a:gd name="f52" fmla="*/ f49 1 100000"/>
                  <a:gd name="f53" fmla="+- f51 f48 0"/>
                  <a:gd name="f54" fmla="*/ f51 f37 1"/>
                  <a:gd name="f55" fmla="*/ f50 f37 1"/>
                  <a:gd name="f56" fmla="*/ f52 f37 1"/>
                  <a:gd name="f57" fmla="*/ f53 f37 1"/>
                </a:gdLst>
                <a:ahLst/>
                <a:cxnLst>
                  <a:cxn ang="3cd4">
                    <a:pos x="hc" y="t"/>
                  </a:cxn>
                  <a:cxn ang="0">
                    <a:pos x="r" y="vc"/>
                  </a:cxn>
                  <a:cxn ang="cd4">
                    <a:pos x="hc" y="b"/>
                  </a:cxn>
                  <a:cxn ang="cd2">
                    <a:pos x="l" y="vc"/>
                  </a:cxn>
                  <a:cxn ang="f33">
                    <a:pos x="f56" y="f42"/>
                  </a:cxn>
                  <a:cxn ang="f34">
                    <a:pos x="f54" y="f55"/>
                  </a:cxn>
                  <a:cxn ang="f35">
                    <a:pos x="f42" y="f45"/>
                  </a:cxn>
                  <a:cxn ang="f35">
                    <a:pos x="f56" y="f45"/>
                  </a:cxn>
                  <a:cxn ang="f35">
                    <a:pos x="f46" y="f45"/>
                  </a:cxn>
                  <a:cxn ang="f36">
                    <a:pos x="f57" y="f55"/>
                  </a:cxn>
                </a:cxnLst>
                <a:rect l="f54" t="f55" r="f57" b="f45"/>
                <a:pathLst>
                  <a:path>
                    <a:moveTo>
                      <a:pt x="f42" y="f45"/>
                    </a:moveTo>
                    <a:lnTo>
                      <a:pt x="f56" y="f42"/>
                    </a:lnTo>
                    <a:lnTo>
                      <a:pt x="f46" y="f45"/>
                    </a:lnTo>
                    <a:close/>
                  </a:path>
                </a:pathLst>
              </a:custGeom>
              <a:solidFill>
                <a:srgbClr val="81818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sp>
          <p:nvSpPr>
            <p:cNvPr id="135" name="Ovaal 94">
              <a:extLst>
                <a:ext uri="{FF2B5EF4-FFF2-40B4-BE49-F238E27FC236}">
                  <a16:creationId xmlns:a16="http://schemas.microsoft.com/office/drawing/2014/main" id="{49838B31-33D3-2306-F7FF-54B0FF9BA625}"/>
                </a:ext>
              </a:extLst>
            </p:cNvPr>
            <p:cNvSpPr/>
            <p:nvPr/>
          </p:nvSpPr>
          <p:spPr>
            <a:xfrm>
              <a:off x="-3603586" y="1811179"/>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2</a:t>
              </a:r>
            </a:p>
          </p:txBody>
        </p:sp>
        <p:sp>
          <p:nvSpPr>
            <p:cNvPr id="136" name="Rechthoek 95">
              <a:extLst>
                <a:ext uri="{FF2B5EF4-FFF2-40B4-BE49-F238E27FC236}">
                  <a16:creationId xmlns:a16="http://schemas.microsoft.com/office/drawing/2014/main" id="{ED0B3B2F-A4C1-7ED9-C4B0-22674F25E025}"/>
                </a:ext>
              </a:extLst>
            </p:cNvPr>
            <p:cNvSpPr/>
            <p:nvPr/>
          </p:nvSpPr>
          <p:spPr>
            <a:xfrm>
              <a:off x="-3319418" y="1811188"/>
              <a:ext cx="2944678" cy="326340"/>
            </a:xfrm>
            <a:prstGeom prst="rect">
              <a:avLst/>
            </a:prstGeom>
            <a:noFill/>
            <a:ln>
              <a:noFill/>
              <a:prstDash val="solid"/>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0" i="0" u="none" strike="noStrike" kern="0" cap="none" spc="0" baseline="0">
                  <a:solidFill>
                    <a:srgbClr val="000000"/>
                  </a:solidFill>
                  <a:uFillTx/>
                  <a:latin typeface="Calibri" pitchFamily="34"/>
                  <a:cs typeface="Calibri" pitchFamily="34"/>
                </a:rPr>
                <a:t>Select the preferred category and image</a:t>
              </a:r>
              <a:br>
                <a:rPr lang="en-GB" sz="1200" b="0" i="0" u="none" strike="noStrike" kern="0" cap="none" spc="0" baseline="0">
                  <a:solidFill>
                    <a:srgbClr val="000000"/>
                  </a:solidFill>
                  <a:uFillTx/>
                  <a:latin typeface="Calibri" pitchFamily="34"/>
                  <a:cs typeface="Calibri" pitchFamily="34"/>
                </a:rPr>
              </a:br>
              <a:r>
                <a:rPr lang="en-GB" sz="1200" b="0" i="0" u="none" strike="noStrike" kern="0" cap="none" spc="0" baseline="0">
                  <a:solidFill>
                    <a:srgbClr val="000000"/>
                  </a:solidFill>
                  <a:uFillTx/>
                  <a:latin typeface="Calibri" pitchFamily="34"/>
                  <a:cs typeface="Calibri" pitchFamily="34"/>
                </a:rPr>
                <a:t>and click on  </a:t>
              </a:r>
              <a:r>
                <a:rPr lang="en-GB" sz="1200" b="1" i="0" u="none" strike="noStrike" kern="0" cap="none" spc="0" baseline="0">
                  <a:solidFill>
                    <a:srgbClr val="000000"/>
                  </a:solidFill>
                  <a:uFillTx/>
                  <a:latin typeface="Calibri" pitchFamily="34"/>
                  <a:cs typeface="Calibri" pitchFamily="34"/>
                </a:rPr>
                <a:t>‘Insert’</a:t>
              </a:r>
              <a:r>
                <a:rPr lang="en-GB" sz="1200" b="0" i="0" u="none" strike="noStrike" kern="0" cap="none" spc="0" baseline="0">
                  <a:solidFill>
                    <a:srgbClr val="000000"/>
                  </a:solidFill>
                  <a:uFillTx/>
                  <a:latin typeface="Calibri" pitchFamily="34"/>
                  <a:cs typeface="Calibri" pitchFamily="34"/>
                </a:rPr>
                <a:t>.</a:t>
              </a:r>
            </a:p>
          </p:txBody>
        </p:sp>
        <p:sp>
          <p:nvSpPr>
            <p:cNvPr id="137" name="Rechthoek 96">
              <a:extLst>
                <a:ext uri="{FF2B5EF4-FFF2-40B4-BE49-F238E27FC236}">
                  <a16:creationId xmlns:a16="http://schemas.microsoft.com/office/drawing/2014/main" id="{E20F54D0-3228-FFF6-A307-46611EC41208}"/>
                </a:ext>
              </a:extLst>
            </p:cNvPr>
            <p:cNvSpPr/>
            <p:nvPr/>
          </p:nvSpPr>
          <p:spPr>
            <a:xfrm>
              <a:off x="-3319418" y="2245757"/>
              <a:ext cx="825502" cy="209553"/>
            </a:xfrm>
            <a:prstGeom prst="rect">
              <a:avLst/>
            </a:prstGeom>
            <a:solidFill>
              <a:srgbClr val="1FF524"/>
            </a:solidFill>
            <a:ln>
              <a:noFill/>
              <a:prstDash val="solid"/>
            </a:ln>
          </p:spPr>
          <p:txBody>
            <a:bodyPr vert="horz" wrap="square" lIns="0" tIns="0" rIns="0" bIns="0"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000" b="1" i="0" u="none" strike="noStrike" kern="1200" cap="none" spc="0" baseline="0">
                  <a:solidFill>
                    <a:srgbClr val="211F26"/>
                  </a:solidFill>
                  <a:uFillTx/>
                  <a:latin typeface="Calibri" pitchFamily="34"/>
                  <a:cs typeface="Calibri" pitchFamily="34"/>
                </a:rPr>
                <a:t>Insert</a:t>
              </a:r>
            </a:p>
          </p:txBody>
        </p:sp>
        <p:grpSp>
          <p:nvGrpSpPr>
            <p:cNvPr id="138" name="Groep 97">
              <a:extLst>
                <a:ext uri="{FF2B5EF4-FFF2-40B4-BE49-F238E27FC236}">
                  <a16:creationId xmlns:a16="http://schemas.microsoft.com/office/drawing/2014/main" id="{7C4F875E-33AB-2907-8995-D20907631E6F}"/>
                </a:ext>
              </a:extLst>
            </p:cNvPr>
            <p:cNvGrpSpPr/>
            <p:nvPr/>
          </p:nvGrpSpPr>
          <p:grpSpPr>
            <a:xfrm>
              <a:off x="-3365485" y="1226978"/>
              <a:ext cx="446940" cy="406486"/>
              <a:chOff x="-3365485" y="1226978"/>
              <a:chExt cx="446940" cy="406486"/>
            </a:xfrm>
          </p:grpSpPr>
          <p:grpSp>
            <p:nvGrpSpPr>
              <p:cNvPr id="139" name="Groep 98">
                <a:extLst>
                  <a:ext uri="{FF2B5EF4-FFF2-40B4-BE49-F238E27FC236}">
                    <a16:creationId xmlns:a16="http://schemas.microsoft.com/office/drawing/2014/main" id="{1D58AD5F-DA15-C4CD-D0F3-9CF2A35E0B22}"/>
                  </a:ext>
                </a:extLst>
              </p:cNvPr>
              <p:cNvGrpSpPr/>
              <p:nvPr/>
            </p:nvGrpSpPr>
            <p:grpSpPr>
              <a:xfrm>
                <a:off x="-3285311" y="1226978"/>
                <a:ext cx="284168" cy="246686"/>
                <a:chOff x="-3285311" y="1226978"/>
                <a:chExt cx="284168" cy="246686"/>
              </a:xfrm>
            </p:grpSpPr>
            <p:sp>
              <p:nvSpPr>
                <p:cNvPr id="140" name="Vrije vorm: vorm 100">
                  <a:extLst>
                    <a:ext uri="{FF2B5EF4-FFF2-40B4-BE49-F238E27FC236}">
                      <a16:creationId xmlns:a16="http://schemas.microsoft.com/office/drawing/2014/main" id="{3A624092-50D5-7877-E7E5-A29D48AAAD92}"/>
                    </a:ext>
                  </a:extLst>
                </p:cNvPr>
                <p:cNvSpPr/>
                <p:nvPr/>
              </p:nvSpPr>
              <p:spPr>
                <a:xfrm>
                  <a:off x="-3236719" y="1287612"/>
                  <a:ext cx="47978" cy="47868"/>
                </a:xfrm>
                <a:custGeom>
                  <a:avLst/>
                  <a:gdLst>
                    <a:gd name="f0" fmla="val 10800000"/>
                    <a:gd name="f1" fmla="val 5400000"/>
                    <a:gd name="f2" fmla="val 180"/>
                    <a:gd name="f3" fmla="val w"/>
                    <a:gd name="f4" fmla="val h"/>
                    <a:gd name="f5" fmla="val 0"/>
                    <a:gd name="f6" fmla="val 371475"/>
                    <a:gd name="f7" fmla="val 369094"/>
                    <a:gd name="f8" fmla="val 188119"/>
                    <a:gd name="f9" fmla="val 288068"/>
                    <a:gd name="f10" fmla="val 88169"/>
                    <a:gd name="f11" fmla="val 7144"/>
                    <a:gd name="f12" fmla="+- 0 0 -90"/>
                    <a:gd name="f13" fmla="*/ f3 1 371475"/>
                    <a:gd name="f14" fmla="*/ f4 1 371475"/>
                    <a:gd name="f15" fmla="val f5"/>
                    <a:gd name="f16" fmla="val f6"/>
                    <a:gd name="f17" fmla="*/ f12 f0 1"/>
                    <a:gd name="f18" fmla="+- f16 0 f15"/>
                    <a:gd name="f19" fmla="*/ f17 1 f2"/>
                    <a:gd name="f20" fmla="*/ f18 1 371475"/>
                    <a:gd name="f21" fmla="*/ 369094 f18 1"/>
                    <a:gd name="f22" fmla="*/ 188119 f18 1"/>
                    <a:gd name="f23" fmla="*/ 7144 f18 1"/>
                    <a:gd name="f24" fmla="+- f19 0 f1"/>
                    <a:gd name="f25" fmla="*/ f21 1 371475"/>
                    <a:gd name="f26" fmla="*/ f22 1 371475"/>
                    <a:gd name="f27" fmla="*/ f23 1 371475"/>
                    <a:gd name="f28" fmla="*/ f15 1 f20"/>
                    <a:gd name="f29" fmla="*/ f16 1 f20"/>
                    <a:gd name="f30" fmla="*/ f25 1 f20"/>
                    <a:gd name="f31" fmla="*/ f26 1 f20"/>
                    <a:gd name="f32" fmla="*/ f27 1 f20"/>
                    <a:gd name="f33" fmla="*/ f28 f13 1"/>
                    <a:gd name="f34" fmla="*/ f29 f13 1"/>
                    <a:gd name="f35" fmla="*/ f29 f14 1"/>
                    <a:gd name="f36" fmla="*/ f28 f14 1"/>
                    <a:gd name="f37" fmla="*/ f30 f13 1"/>
                    <a:gd name="f38" fmla="*/ f31 f14 1"/>
                    <a:gd name="f39" fmla="*/ f31 f13 1"/>
                    <a:gd name="f40" fmla="*/ f30 f14 1"/>
                    <a:gd name="f41" fmla="*/ f32 f13 1"/>
                    <a:gd name="f42" fmla="*/ f32 f14 1"/>
                  </a:gdLst>
                  <a:ahLst/>
                  <a:cxnLst>
                    <a:cxn ang="3cd4">
                      <a:pos x="hc" y="t"/>
                    </a:cxn>
                    <a:cxn ang="0">
                      <a:pos x="r" y="vc"/>
                    </a:cxn>
                    <a:cxn ang="cd4">
                      <a:pos x="hc" y="b"/>
                    </a:cxn>
                    <a:cxn ang="cd2">
                      <a:pos x="l" y="vc"/>
                    </a:cxn>
                    <a:cxn ang="f24">
                      <a:pos x="f37" y="f38"/>
                    </a:cxn>
                    <a:cxn ang="f24">
                      <a:pos x="f39" y="f40"/>
                    </a:cxn>
                    <a:cxn ang="f24">
                      <a:pos x="f41" y="f38"/>
                    </a:cxn>
                    <a:cxn ang="f24">
                      <a:pos x="f39" y="f42"/>
                    </a:cxn>
                    <a:cxn ang="f24">
                      <a:pos x="f37" y="f38"/>
                    </a:cxn>
                  </a:cxnLst>
                  <a:rect l="f33" t="f36" r="f34" b="f35"/>
                  <a:pathLst>
                    <a:path w="371475" h="371475">
                      <a:moveTo>
                        <a:pt x="f7" y="f8"/>
                      </a:moveTo>
                      <a:cubicBezTo>
                        <a:pt x="f7" y="f9"/>
                        <a:pt x="f9" y="f7"/>
                        <a:pt x="f8" y="f7"/>
                      </a:cubicBezTo>
                      <a:cubicBezTo>
                        <a:pt x="f10" y="f7"/>
                        <a:pt x="f11" y="f9"/>
                        <a:pt x="f11" y="f8"/>
                      </a:cubicBezTo>
                      <a:cubicBezTo>
                        <a:pt x="f11" y="f10"/>
                        <a:pt x="f10" y="f11"/>
                        <a:pt x="f8" y="f11"/>
                      </a:cubicBezTo>
                      <a:cubicBezTo>
                        <a:pt x="f9" y="f11"/>
                        <a:pt x="f7" y="f10"/>
                        <a:pt x="f7" y="f8"/>
                      </a:cubicBezTo>
                      <a:close/>
                    </a:path>
                  </a:pathLst>
                </a:custGeom>
                <a:solidFill>
                  <a:srgbClr val="1FF524"/>
                </a:solidFill>
                <a:ln>
                  <a:noFill/>
                  <a:prstDash val="solid"/>
                </a:ln>
              </p:spPr>
              <p:txBody>
                <a:bodyPr vert="horz" wrap="square" lIns="91440" tIns="45720" rIns="91440" bIns="45720" anchor="ctr"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7200" b="0" i="0" u="none" strike="noStrike" kern="1200" cap="none" spc="0" baseline="0">
                    <a:solidFill>
                      <a:srgbClr val="211F26"/>
                    </a:solidFill>
                    <a:uFillTx/>
                    <a:latin typeface="Arial"/>
                  </a:endParaRPr>
                </a:p>
              </p:txBody>
            </p:sp>
            <p:grpSp>
              <p:nvGrpSpPr>
                <p:cNvPr id="141" name="Groep 101">
                  <a:extLst>
                    <a:ext uri="{FF2B5EF4-FFF2-40B4-BE49-F238E27FC236}">
                      <a16:creationId xmlns:a16="http://schemas.microsoft.com/office/drawing/2014/main" id="{E258EAFC-5CF1-1EE2-24A1-73C20527C275}"/>
                    </a:ext>
                  </a:extLst>
                </p:cNvPr>
                <p:cNvGrpSpPr/>
                <p:nvPr/>
              </p:nvGrpSpPr>
              <p:grpSpPr>
                <a:xfrm>
                  <a:off x="-3285311" y="1226978"/>
                  <a:ext cx="284168" cy="246686"/>
                  <a:chOff x="-3285311" y="1226978"/>
                  <a:chExt cx="284168" cy="246686"/>
                </a:xfrm>
              </p:grpSpPr>
              <p:sp>
                <p:nvSpPr>
                  <p:cNvPr id="142" name="Vrije vorm: vorm 102">
                    <a:extLst>
                      <a:ext uri="{FF2B5EF4-FFF2-40B4-BE49-F238E27FC236}">
                        <a16:creationId xmlns:a16="http://schemas.microsoft.com/office/drawing/2014/main" id="{A9BA7DAD-45E6-8344-BD49-2649E0971B8F}"/>
                      </a:ext>
                    </a:extLst>
                  </p:cNvPr>
                  <p:cNvSpPr/>
                  <p:nvPr/>
                </p:nvSpPr>
                <p:spPr>
                  <a:xfrm>
                    <a:off x="-3285311" y="1226978"/>
                    <a:ext cx="284168" cy="246686"/>
                  </a:xfrm>
                  <a:custGeom>
                    <a:avLst/>
                    <a:gdLst>
                      <a:gd name="f0" fmla="val 10800000"/>
                      <a:gd name="f1" fmla="val 5400000"/>
                      <a:gd name="f2" fmla="val 180"/>
                      <a:gd name="f3" fmla="val w"/>
                      <a:gd name="f4" fmla="val h"/>
                      <a:gd name="f5" fmla="val 0"/>
                      <a:gd name="f6" fmla="val 2200275"/>
                      <a:gd name="f7" fmla="val 1914525"/>
                      <a:gd name="f8" fmla="val 7144"/>
                      <a:gd name="f9" fmla="val 245269"/>
                      <a:gd name="f10" fmla="val 432911"/>
                      <a:gd name="f11" fmla="val 1959769"/>
                      <a:gd name="f12" fmla="val 1674019"/>
                      <a:gd name="f13" fmla="val 350044"/>
                      <a:gd name="f14" fmla="val 1912144"/>
                      <a:gd name="f15" fmla="val 2197894"/>
                      <a:gd name="f16" fmla="+- 0 0 -90"/>
                      <a:gd name="f17" fmla="*/ f3 1 2200275"/>
                      <a:gd name="f18" fmla="*/ f4 1 1914525"/>
                      <a:gd name="f19" fmla="val f5"/>
                      <a:gd name="f20" fmla="val f6"/>
                      <a:gd name="f21" fmla="val f7"/>
                      <a:gd name="f22" fmla="*/ f16 f0 1"/>
                      <a:gd name="f23" fmla="+- f21 0 f19"/>
                      <a:gd name="f24" fmla="+- f20 0 f19"/>
                      <a:gd name="f25" fmla="*/ f22 1 f2"/>
                      <a:gd name="f26" fmla="*/ f24 1 2200275"/>
                      <a:gd name="f27" fmla="*/ f23 1 1914525"/>
                      <a:gd name="f28" fmla="*/ 7144 f24 1"/>
                      <a:gd name="f29" fmla="*/ 7144 f23 1"/>
                      <a:gd name="f30" fmla="*/ 245269 f23 1"/>
                      <a:gd name="f31" fmla="*/ 432911 f24 1"/>
                      <a:gd name="f32" fmla="*/ 1959769 f24 1"/>
                      <a:gd name="f33" fmla="*/ 1674019 f23 1"/>
                      <a:gd name="f34" fmla="*/ 245269 f24 1"/>
                      <a:gd name="f35" fmla="*/ 350044 f23 1"/>
                      <a:gd name="f36" fmla="*/ 1912144 f23 1"/>
                      <a:gd name="f37" fmla="*/ 2197894 f24 1"/>
                      <a:gd name="f38" fmla="+- f25 0 f1"/>
                      <a:gd name="f39" fmla="*/ f28 1 2200275"/>
                      <a:gd name="f40" fmla="*/ f29 1 1914525"/>
                      <a:gd name="f41" fmla="*/ f30 1 1914525"/>
                      <a:gd name="f42" fmla="*/ f31 1 2200275"/>
                      <a:gd name="f43" fmla="*/ f32 1 2200275"/>
                      <a:gd name="f44" fmla="*/ f33 1 1914525"/>
                      <a:gd name="f45" fmla="*/ f34 1 2200275"/>
                      <a:gd name="f46" fmla="*/ f35 1 1914525"/>
                      <a:gd name="f47" fmla="*/ f36 1 1914525"/>
                      <a:gd name="f48" fmla="*/ f37 1 2200275"/>
                      <a:gd name="f49" fmla="*/ f19 1 f26"/>
                      <a:gd name="f50" fmla="*/ f20 1 f26"/>
                      <a:gd name="f51" fmla="*/ f19 1 f27"/>
                      <a:gd name="f52" fmla="*/ f21 1 f27"/>
                      <a:gd name="f53" fmla="*/ f39 1 f26"/>
                      <a:gd name="f54" fmla="*/ f40 1 f27"/>
                      <a:gd name="f55" fmla="*/ f41 1 f27"/>
                      <a:gd name="f56" fmla="*/ f42 1 f26"/>
                      <a:gd name="f57" fmla="*/ f43 1 f26"/>
                      <a:gd name="f58" fmla="*/ f44 1 f27"/>
                      <a:gd name="f59" fmla="*/ f45 1 f26"/>
                      <a:gd name="f60" fmla="*/ f46 1 f27"/>
                      <a:gd name="f61" fmla="*/ f47 1 f27"/>
                      <a:gd name="f62" fmla="*/ f48 1 f26"/>
                      <a:gd name="f63" fmla="*/ f49 f17 1"/>
                      <a:gd name="f64" fmla="*/ f50 f17 1"/>
                      <a:gd name="f65" fmla="*/ f52 f18 1"/>
                      <a:gd name="f66" fmla="*/ f51 f18 1"/>
                      <a:gd name="f67" fmla="*/ f53 f17 1"/>
                      <a:gd name="f68" fmla="*/ f54 f18 1"/>
                      <a:gd name="f69" fmla="*/ f55 f18 1"/>
                      <a:gd name="f70" fmla="*/ f56 f17 1"/>
                      <a:gd name="f71" fmla="*/ f57 f17 1"/>
                      <a:gd name="f72" fmla="*/ f58 f18 1"/>
                      <a:gd name="f73" fmla="*/ f59 f17 1"/>
                      <a:gd name="f74" fmla="*/ f60 f18 1"/>
                      <a:gd name="f75" fmla="*/ f61 f18 1"/>
                      <a:gd name="f76" fmla="*/ f62 f17 1"/>
                    </a:gdLst>
                    <a:ahLst/>
                    <a:cxnLst>
                      <a:cxn ang="3cd4">
                        <a:pos x="hc" y="t"/>
                      </a:cxn>
                      <a:cxn ang="0">
                        <a:pos x="r" y="vc"/>
                      </a:cxn>
                      <a:cxn ang="cd4">
                        <a:pos x="hc" y="b"/>
                      </a:cxn>
                      <a:cxn ang="cd2">
                        <a:pos x="l" y="vc"/>
                      </a:cxn>
                      <a:cxn ang="f38">
                        <a:pos x="f67" y="f68"/>
                      </a:cxn>
                      <a:cxn ang="f38">
                        <a:pos x="f67" y="f69"/>
                      </a:cxn>
                      <a:cxn ang="f38">
                        <a:pos x="f70" y="f69"/>
                      </a:cxn>
                      <a:cxn ang="f38">
                        <a:pos x="f70" y="f69"/>
                      </a:cxn>
                      <a:cxn ang="f38">
                        <a:pos x="f71" y="f69"/>
                      </a:cxn>
                      <a:cxn ang="f38">
                        <a:pos x="f71" y="f72"/>
                      </a:cxn>
                      <a:cxn ang="f38">
                        <a:pos x="f73" y="f72"/>
                      </a:cxn>
                      <a:cxn ang="f38">
                        <a:pos x="f73" y="f74"/>
                      </a:cxn>
                      <a:cxn ang="f38">
                        <a:pos x="f67" y="f74"/>
                      </a:cxn>
                      <a:cxn ang="f38">
                        <a:pos x="f67" y="f75"/>
                      </a:cxn>
                      <a:cxn ang="f38">
                        <a:pos x="f76" y="f75"/>
                      </a:cxn>
                      <a:cxn ang="f38">
                        <a:pos x="f76" y="f68"/>
                      </a:cxn>
                    </a:cxnLst>
                    <a:rect l="f63" t="f66" r="f64" b="f65"/>
                    <a:pathLst>
                      <a:path w="2200275" h="1914525">
                        <a:moveTo>
                          <a:pt x="f8" y="f8"/>
                        </a:moveTo>
                        <a:lnTo>
                          <a:pt x="f8" y="f9"/>
                        </a:lnTo>
                        <a:lnTo>
                          <a:pt x="f10" y="f9"/>
                        </a:lnTo>
                        <a:lnTo>
                          <a:pt x="f10" y="f9"/>
                        </a:lnTo>
                        <a:lnTo>
                          <a:pt x="f11" y="f9"/>
                        </a:lnTo>
                        <a:lnTo>
                          <a:pt x="f11" y="f12"/>
                        </a:lnTo>
                        <a:lnTo>
                          <a:pt x="f9" y="f12"/>
                        </a:lnTo>
                        <a:lnTo>
                          <a:pt x="f9" y="f13"/>
                        </a:lnTo>
                        <a:lnTo>
                          <a:pt x="f8" y="f13"/>
                        </a:lnTo>
                        <a:lnTo>
                          <a:pt x="f8" y="f14"/>
                        </a:lnTo>
                        <a:lnTo>
                          <a:pt x="f15" y="f14"/>
                        </a:lnTo>
                        <a:lnTo>
                          <a:pt x="f15" y="f8"/>
                        </a:lnTo>
                        <a:close/>
                      </a:path>
                    </a:pathLst>
                  </a:custGeom>
                  <a:gradFill>
                    <a:gsLst>
                      <a:gs pos="0">
                        <a:srgbClr val="9D9FA1"/>
                      </a:gs>
                      <a:gs pos="100000">
                        <a:srgbClr val="211F26"/>
                      </a:gs>
                    </a:gsLst>
                    <a:lin ang="2700000"/>
                  </a:gradFill>
                  <a:ln>
                    <a:noFill/>
                    <a:prstDash val="solid"/>
                  </a:ln>
                </p:spPr>
                <p:txBody>
                  <a:bodyPr vert="horz" wrap="square" lIns="91440" tIns="45720" rIns="91440" bIns="45720" anchor="ctr"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7200" b="0" i="0" u="none" strike="noStrike" kern="1200" cap="none" spc="0" baseline="0">
                      <a:solidFill>
                        <a:srgbClr val="211F26"/>
                      </a:solidFill>
                      <a:uFillTx/>
                      <a:latin typeface="Arial"/>
                    </a:endParaRPr>
                  </a:p>
                </p:txBody>
              </p:sp>
              <p:sp>
                <p:nvSpPr>
                  <p:cNvPr id="143" name="Vrije vorm: vorm 103">
                    <a:extLst>
                      <a:ext uri="{FF2B5EF4-FFF2-40B4-BE49-F238E27FC236}">
                        <a16:creationId xmlns:a16="http://schemas.microsoft.com/office/drawing/2014/main" id="{279832DB-8DF6-947F-CD7F-D74F0CFB2D9F}"/>
                      </a:ext>
                    </a:extLst>
                  </p:cNvPr>
                  <p:cNvSpPr/>
                  <p:nvPr/>
                </p:nvSpPr>
                <p:spPr>
                  <a:xfrm>
                    <a:off x="-3236847" y="1303321"/>
                    <a:ext cx="185751" cy="114144"/>
                  </a:xfrm>
                  <a:custGeom>
                    <a:avLst/>
                    <a:gdLst>
                      <a:gd name="f0" fmla="val 10800000"/>
                      <a:gd name="f1" fmla="val 5400000"/>
                      <a:gd name="f2" fmla="val 180"/>
                      <a:gd name="f3" fmla="val w"/>
                      <a:gd name="f4" fmla="val h"/>
                      <a:gd name="f5" fmla="val 0"/>
                      <a:gd name="f6" fmla="val 1438275"/>
                      <a:gd name="f7" fmla="val 885825"/>
                      <a:gd name="f8" fmla="val 1070134"/>
                      <a:gd name="f9" fmla="val 7144"/>
                      <a:gd name="f10" fmla="val 801529"/>
                      <a:gd name="f11" fmla="val 275749"/>
                      <a:gd name="f12" fmla="val 662464"/>
                      <a:gd name="f13" fmla="val 137636"/>
                      <a:gd name="f14" fmla="val 784384"/>
                      <a:gd name="f15" fmla="val 108109"/>
                      <a:gd name="f16" fmla="val 885349"/>
                      <a:gd name="f17" fmla="val 338614"/>
                      <a:gd name="f18" fmla="val 928211"/>
                      <a:gd name="f19" fmla="val 605314"/>
                      <a:gd name="f20" fmla="val 1029176"/>
                      <a:gd name="f21" fmla="val 503396"/>
                      <a:gd name="f22" fmla="val 902494"/>
                      <a:gd name="f23" fmla="val 376714"/>
                      <a:gd name="f24" fmla="val 209074"/>
                      <a:gd name="f25" fmla="val 1337786"/>
                      <a:gd name="f26" fmla="val 480536"/>
                      <a:gd name="f27" fmla="val 1438751"/>
                      <a:gd name="f28" fmla="val 378619"/>
                      <a:gd name="f29" fmla="+- 0 0 -90"/>
                      <a:gd name="f30" fmla="*/ f3 1 1438275"/>
                      <a:gd name="f31" fmla="*/ f4 1 885825"/>
                      <a:gd name="f32" fmla="val f5"/>
                      <a:gd name="f33" fmla="val f6"/>
                      <a:gd name="f34" fmla="val f7"/>
                      <a:gd name="f35" fmla="*/ f29 f0 1"/>
                      <a:gd name="f36" fmla="+- f34 0 f32"/>
                      <a:gd name="f37" fmla="+- f33 0 f32"/>
                      <a:gd name="f38" fmla="*/ f35 1 f2"/>
                      <a:gd name="f39" fmla="*/ f37 1 1438275"/>
                      <a:gd name="f40" fmla="*/ f36 1 885825"/>
                      <a:gd name="f41" fmla="*/ 1070134 f37 1"/>
                      <a:gd name="f42" fmla="*/ 7144 f36 1"/>
                      <a:gd name="f43" fmla="*/ 801529 f37 1"/>
                      <a:gd name="f44" fmla="*/ 275749 f36 1"/>
                      <a:gd name="f45" fmla="*/ 662464 f37 1"/>
                      <a:gd name="f46" fmla="*/ 137636 f36 1"/>
                      <a:gd name="f47" fmla="*/ 7144 f37 1"/>
                      <a:gd name="f48" fmla="*/ 784384 f36 1"/>
                      <a:gd name="f49" fmla="*/ 108109 f37 1"/>
                      <a:gd name="f50" fmla="*/ 885349 f36 1"/>
                      <a:gd name="f51" fmla="*/ 338614 f36 1"/>
                      <a:gd name="f52" fmla="*/ 928211 f37 1"/>
                      <a:gd name="f53" fmla="*/ 605314 f36 1"/>
                      <a:gd name="f54" fmla="*/ 1029176 f37 1"/>
                      <a:gd name="f55" fmla="*/ 503396 f36 1"/>
                      <a:gd name="f56" fmla="*/ 902494 f37 1"/>
                      <a:gd name="f57" fmla="*/ 376714 f36 1"/>
                      <a:gd name="f58" fmla="*/ 209074 f36 1"/>
                      <a:gd name="f59" fmla="*/ 1337786 f37 1"/>
                      <a:gd name="f60" fmla="*/ 480536 f36 1"/>
                      <a:gd name="f61" fmla="*/ 1438751 f37 1"/>
                      <a:gd name="f62" fmla="*/ 378619 f36 1"/>
                      <a:gd name="f63" fmla="+- f38 0 f1"/>
                      <a:gd name="f64" fmla="*/ f41 1 1438275"/>
                      <a:gd name="f65" fmla="*/ f42 1 885825"/>
                      <a:gd name="f66" fmla="*/ f43 1 1438275"/>
                      <a:gd name="f67" fmla="*/ f44 1 885825"/>
                      <a:gd name="f68" fmla="*/ f45 1 1438275"/>
                      <a:gd name="f69" fmla="*/ f46 1 885825"/>
                      <a:gd name="f70" fmla="*/ f47 1 1438275"/>
                      <a:gd name="f71" fmla="*/ f48 1 885825"/>
                      <a:gd name="f72" fmla="*/ f49 1 1438275"/>
                      <a:gd name="f73" fmla="*/ f50 1 885825"/>
                      <a:gd name="f74" fmla="*/ f51 1 885825"/>
                      <a:gd name="f75" fmla="*/ f52 1 1438275"/>
                      <a:gd name="f76" fmla="*/ f53 1 885825"/>
                      <a:gd name="f77" fmla="*/ f54 1 1438275"/>
                      <a:gd name="f78" fmla="*/ f55 1 885825"/>
                      <a:gd name="f79" fmla="*/ f56 1 1438275"/>
                      <a:gd name="f80" fmla="*/ f57 1 885825"/>
                      <a:gd name="f81" fmla="*/ f58 1 885825"/>
                      <a:gd name="f82" fmla="*/ f59 1 1438275"/>
                      <a:gd name="f83" fmla="*/ f60 1 885825"/>
                      <a:gd name="f84" fmla="*/ f61 1 1438275"/>
                      <a:gd name="f85" fmla="*/ f62 1 885825"/>
                      <a:gd name="f86" fmla="*/ f32 1 f39"/>
                      <a:gd name="f87" fmla="*/ f33 1 f39"/>
                      <a:gd name="f88" fmla="*/ f32 1 f40"/>
                      <a:gd name="f89" fmla="*/ f34 1 f40"/>
                      <a:gd name="f90" fmla="*/ f64 1 f39"/>
                      <a:gd name="f91" fmla="*/ f65 1 f40"/>
                      <a:gd name="f92" fmla="*/ f66 1 f39"/>
                      <a:gd name="f93" fmla="*/ f67 1 f40"/>
                      <a:gd name="f94" fmla="*/ f68 1 f39"/>
                      <a:gd name="f95" fmla="*/ f69 1 f40"/>
                      <a:gd name="f96" fmla="*/ f70 1 f39"/>
                      <a:gd name="f97" fmla="*/ f71 1 f40"/>
                      <a:gd name="f98" fmla="*/ f72 1 f39"/>
                      <a:gd name="f99" fmla="*/ f73 1 f40"/>
                      <a:gd name="f100" fmla="*/ f74 1 f40"/>
                      <a:gd name="f101" fmla="*/ f75 1 f39"/>
                      <a:gd name="f102" fmla="*/ f76 1 f40"/>
                      <a:gd name="f103" fmla="*/ f77 1 f39"/>
                      <a:gd name="f104" fmla="*/ f78 1 f40"/>
                      <a:gd name="f105" fmla="*/ f79 1 f39"/>
                      <a:gd name="f106" fmla="*/ f80 1 f40"/>
                      <a:gd name="f107" fmla="*/ f81 1 f40"/>
                      <a:gd name="f108" fmla="*/ f82 1 f39"/>
                      <a:gd name="f109" fmla="*/ f83 1 f40"/>
                      <a:gd name="f110" fmla="*/ f84 1 f39"/>
                      <a:gd name="f111" fmla="*/ f85 1 f40"/>
                      <a:gd name="f112" fmla="*/ f86 f30 1"/>
                      <a:gd name="f113" fmla="*/ f87 f30 1"/>
                      <a:gd name="f114" fmla="*/ f89 f31 1"/>
                      <a:gd name="f115" fmla="*/ f88 f31 1"/>
                      <a:gd name="f116" fmla="*/ f90 f30 1"/>
                      <a:gd name="f117" fmla="*/ f91 f31 1"/>
                      <a:gd name="f118" fmla="*/ f92 f30 1"/>
                      <a:gd name="f119" fmla="*/ f93 f31 1"/>
                      <a:gd name="f120" fmla="*/ f94 f30 1"/>
                      <a:gd name="f121" fmla="*/ f95 f31 1"/>
                      <a:gd name="f122" fmla="*/ f96 f30 1"/>
                      <a:gd name="f123" fmla="*/ f97 f31 1"/>
                      <a:gd name="f124" fmla="*/ f98 f30 1"/>
                      <a:gd name="f125" fmla="*/ f99 f31 1"/>
                      <a:gd name="f126" fmla="*/ f100 f31 1"/>
                      <a:gd name="f127" fmla="*/ f101 f30 1"/>
                      <a:gd name="f128" fmla="*/ f102 f31 1"/>
                      <a:gd name="f129" fmla="*/ f103 f30 1"/>
                      <a:gd name="f130" fmla="*/ f104 f31 1"/>
                      <a:gd name="f131" fmla="*/ f105 f30 1"/>
                      <a:gd name="f132" fmla="*/ f106 f31 1"/>
                      <a:gd name="f133" fmla="*/ f107 f31 1"/>
                      <a:gd name="f134" fmla="*/ f108 f30 1"/>
                      <a:gd name="f135" fmla="*/ f109 f31 1"/>
                      <a:gd name="f136" fmla="*/ f110 f30 1"/>
                      <a:gd name="f137" fmla="*/ f111 f31 1"/>
                    </a:gdLst>
                    <a:ahLst/>
                    <a:cxnLst>
                      <a:cxn ang="3cd4">
                        <a:pos x="hc" y="t"/>
                      </a:cxn>
                      <a:cxn ang="0">
                        <a:pos x="r" y="vc"/>
                      </a:cxn>
                      <a:cxn ang="cd4">
                        <a:pos x="hc" y="b"/>
                      </a:cxn>
                      <a:cxn ang="cd2">
                        <a:pos x="l" y="vc"/>
                      </a:cxn>
                      <a:cxn ang="f63">
                        <a:pos x="f116" y="f117"/>
                      </a:cxn>
                      <a:cxn ang="f63">
                        <a:pos x="f118" y="f119"/>
                      </a:cxn>
                      <a:cxn ang="f63">
                        <a:pos x="f120" y="f121"/>
                      </a:cxn>
                      <a:cxn ang="f63">
                        <a:pos x="f122" y="f123"/>
                      </a:cxn>
                      <a:cxn ang="f63">
                        <a:pos x="f124" y="f125"/>
                      </a:cxn>
                      <a:cxn ang="f63">
                        <a:pos x="f120" y="f126"/>
                      </a:cxn>
                      <a:cxn ang="f63">
                        <a:pos x="f127" y="f128"/>
                      </a:cxn>
                      <a:cxn ang="f63">
                        <a:pos x="f129" y="f130"/>
                      </a:cxn>
                      <a:cxn ang="f63">
                        <a:pos x="f131" y="f132"/>
                      </a:cxn>
                      <a:cxn ang="f63">
                        <a:pos x="f116" y="f133"/>
                      </a:cxn>
                      <a:cxn ang="f63">
                        <a:pos x="f134" y="f135"/>
                      </a:cxn>
                      <a:cxn ang="f63">
                        <a:pos x="f136" y="f137"/>
                      </a:cxn>
                    </a:cxnLst>
                    <a:rect l="f112" t="f115" r="f113" b="f114"/>
                    <a:pathLst>
                      <a:path w="1438275" h="885825">
                        <a:moveTo>
                          <a:pt x="f8" y="f9"/>
                        </a:moveTo>
                        <a:lnTo>
                          <a:pt x="f10" y="f11"/>
                        </a:lnTo>
                        <a:lnTo>
                          <a:pt x="f12" y="f13"/>
                        </a:lnTo>
                        <a:lnTo>
                          <a:pt x="f9" y="f14"/>
                        </a:lnTo>
                        <a:lnTo>
                          <a:pt x="f15" y="f16"/>
                        </a:lnTo>
                        <a:lnTo>
                          <a:pt x="f12" y="f17"/>
                        </a:lnTo>
                        <a:lnTo>
                          <a:pt x="f18" y="f19"/>
                        </a:lnTo>
                        <a:lnTo>
                          <a:pt x="f20" y="f21"/>
                        </a:lnTo>
                        <a:lnTo>
                          <a:pt x="f22" y="f23"/>
                        </a:lnTo>
                        <a:lnTo>
                          <a:pt x="f8" y="f24"/>
                        </a:lnTo>
                        <a:lnTo>
                          <a:pt x="f25" y="f26"/>
                        </a:lnTo>
                        <a:lnTo>
                          <a:pt x="f27" y="f28"/>
                        </a:lnTo>
                        <a:close/>
                      </a:path>
                    </a:pathLst>
                  </a:custGeom>
                  <a:gradFill>
                    <a:gsLst>
                      <a:gs pos="0">
                        <a:srgbClr val="9D9FA1"/>
                      </a:gs>
                      <a:gs pos="100000">
                        <a:srgbClr val="211F26"/>
                      </a:gs>
                    </a:gsLst>
                    <a:lin ang="2700000"/>
                  </a:gradFill>
                  <a:ln>
                    <a:noFill/>
                    <a:prstDash val="solid"/>
                  </a:ln>
                </p:spPr>
                <p:txBody>
                  <a:bodyPr vert="horz" wrap="square" lIns="91440" tIns="45720" rIns="91440" bIns="45720" anchor="ctr"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7200" b="0" i="0" u="none" strike="noStrike" kern="1200" cap="none" spc="0" baseline="0">
                      <a:solidFill>
                        <a:srgbClr val="211F26"/>
                      </a:solidFill>
                      <a:uFillTx/>
                      <a:latin typeface="Arial"/>
                    </a:endParaRPr>
                  </a:p>
                </p:txBody>
              </p:sp>
            </p:grpSp>
          </p:grpSp>
          <p:sp>
            <p:nvSpPr>
              <p:cNvPr id="144" name="Tekstvak 99">
                <a:extLst>
                  <a:ext uri="{FF2B5EF4-FFF2-40B4-BE49-F238E27FC236}">
                    <a16:creationId xmlns:a16="http://schemas.microsoft.com/office/drawing/2014/main" id="{7A11A175-204B-4231-5DFE-DDB75C2DC749}"/>
                  </a:ext>
                </a:extLst>
              </p:cNvPr>
              <p:cNvSpPr txBox="1"/>
              <p:nvPr/>
            </p:nvSpPr>
            <p:spPr>
              <a:xfrm>
                <a:off x="-3365485" y="1489959"/>
                <a:ext cx="446940" cy="143505"/>
              </a:xfrm>
              <a:prstGeom prst="rect">
                <a:avLst/>
              </a:prstGeom>
              <a:noFill/>
              <a:ln>
                <a:noFill/>
              </a:ln>
            </p:spPr>
            <p:txBody>
              <a:bodyPr vert="horz" wrap="square" lIns="0" tIns="18004" rIns="0" bIns="0" anchor="t"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000" b="0" i="0" u="none" strike="noStrike" kern="0" cap="none" spc="0" baseline="0">
                    <a:solidFill>
                      <a:srgbClr val="211F26"/>
                    </a:solidFill>
                    <a:uFillTx/>
                    <a:latin typeface="Calibri" pitchFamily="34"/>
                    <a:cs typeface="Calibri" pitchFamily="34"/>
                  </a:rPr>
                  <a:t>Images</a:t>
                </a:r>
              </a:p>
            </p:txBody>
          </p:sp>
        </p:grpSp>
      </p:grpSp>
    </p:spTree>
    <p:extLst>
      <p:ext uri="{BB962C8B-B14F-4D97-AF65-F5344CB8AC3E}">
        <p14:creationId xmlns:p14="http://schemas.microsoft.com/office/powerpoint/2010/main" val="1095006505"/>
      </p:ext>
    </p:extLst>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Image (L) + text | light mode">
    <p:bg>
      <p:bgPr>
        <a:solidFill>
          <a:srgbClr val="FFFFFF"/>
        </a:solidFill>
        <a:effectLst/>
      </p:bgPr>
    </p:bg>
    <p:spTree>
      <p:nvGrpSpPr>
        <p:cNvPr id="1" name=""/>
        <p:cNvGrpSpPr/>
        <p:nvPr/>
      </p:nvGrpSpPr>
      <p:grpSpPr>
        <a:xfrm>
          <a:off x="0" y="0"/>
          <a:ext cx="0" cy="0"/>
          <a:chOff x="0" y="0"/>
          <a:chExt cx="0" cy="0"/>
        </a:xfrm>
      </p:grpSpPr>
      <p:sp>
        <p:nvSpPr>
          <p:cNvPr id="2" name="Tijdelijke aanduiding voor tekst 18">
            <a:extLst>
              <a:ext uri="{FF2B5EF4-FFF2-40B4-BE49-F238E27FC236}">
                <a16:creationId xmlns:a16="http://schemas.microsoft.com/office/drawing/2014/main" id="{70D560CD-2E26-4870-8BEE-81CB5412CE7C}"/>
              </a:ext>
            </a:extLst>
          </p:cNvPr>
          <p:cNvSpPr txBox="1">
            <a:spLocks noGrp="1" noMove="1" noResize="1"/>
          </p:cNvSpPr>
          <p:nvPr>
            <p:ph type="body" idx="4294967295"/>
          </p:nvPr>
        </p:nvSpPr>
        <p:spPr>
          <a:xfrm>
            <a:off x="720364" y="6216740"/>
            <a:ext cx="961198" cy="381597"/>
          </a:xfrm>
          <a:blipFill>
            <a:blip r:embed="rId2">
              <a:extLst>
                <a:ext uri="{96DAC541-7B7A-43D3-8B79-37D633B846F1}">
                  <asvg:svgBlip xmlns:asvg="http://schemas.microsoft.com/office/drawing/2016/SVG/main" r:embed="rId3"/>
                </a:ext>
              </a:extLst>
            </a:blip>
            <a:stretch>
              <a:fillRect/>
            </a:stretch>
          </a:blipFill>
        </p:spPr>
        <p:txBody>
          <a:bodyPr/>
          <a:lstStyle>
            <a:lvl1pPr marL="0" indent="0">
              <a:buNone/>
              <a:defRPr sz="100"/>
            </a:lvl1pPr>
          </a:lstStyle>
          <a:p>
            <a:pPr lvl="0"/>
            <a:r>
              <a:rPr lang="en-GB"/>
              <a:t> </a:t>
            </a:r>
          </a:p>
        </p:txBody>
      </p:sp>
      <p:grpSp>
        <p:nvGrpSpPr>
          <p:cNvPr id="3" name="INSTRUCTION">
            <a:extLst>
              <a:ext uri="{FF2B5EF4-FFF2-40B4-BE49-F238E27FC236}">
                <a16:creationId xmlns:a16="http://schemas.microsoft.com/office/drawing/2014/main" id="{975AF622-BDFF-4609-1F75-FD2F0CFD35DD}"/>
              </a:ext>
            </a:extLst>
          </p:cNvPr>
          <p:cNvGrpSpPr/>
          <p:nvPr/>
        </p:nvGrpSpPr>
        <p:grpSpPr>
          <a:xfrm>
            <a:off x="12377592" y="0"/>
            <a:ext cx="3693389" cy="5359343"/>
            <a:chOff x="12377592" y="0"/>
            <a:chExt cx="3693389" cy="5359343"/>
          </a:xfrm>
        </p:grpSpPr>
        <p:sp>
          <p:nvSpPr>
            <p:cNvPr id="4" name="Rechthoek 6">
              <a:extLst>
                <a:ext uri="{FF2B5EF4-FFF2-40B4-BE49-F238E27FC236}">
                  <a16:creationId xmlns:a16="http://schemas.microsoft.com/office/drawing/2014/main" id="{4166B043-FE81-E92B-24AD-2BC02EADD203}"/>
                </a:ext>
              </a:extLst>
            </p:cNvPr>
            <p:cNvSpPr/>
            <p:nvPr/>
          </p:nvSpPr>
          <p:spPr>
            <a:xfrm>
              <a:off x="12377867" y="0"/>
              <a:ext cx="3593089" cy="4641338"/>
            </a:xfrm>
            <a:prstGeom prst="rect">
              <a:avLst/>
            </a:prstGeom>
            <a:solidFill>
              <a:srgbClr val="FFFFFF"/>
            </a:solidFill>
            <a:ln w="6345" cap="flat">
              <a:solidFill>
                <a:srgbClr val="ECECEC"/>
              </a:solidFill>
              <a:prstDash val="solid"/>
              <a:miter/>
            </a:ln>
          </p:spPr>
          <p:txBody>
            <a:bodyPr vert="horz" wrap="square" lIns="179999" tIns="143999" rIns="179999" bIns="143999"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400" b="1" i="0" u="none" strike="noStrike" kern="1200" cap="all" spc="0" baseline="0">
                  <a:solidFill>
                    <a:srgbClr val="00A6D6"/>
                  </a:solidFill>
                  <a:uFillTx/>
                  <a:latin typeface="Calibri" pitchFamily="34"/>
                  <a:cs typeface="Calibri" pitchFamily="34"/>
                </a:rPr>
                <a:t>Choosing text levels</a:t>
              </a:r>
            </a:p>
          </p:txBody>
        </p:sp>
        <p:sp>
          <p:nvSpPr>
            <p:cNvPr id="5" name="Ovaal 9">
              <a:extLst>
                <a:ext uri="{FF2B5EF4-FFF2-40B4-BE49-F238E27FC236}">
                  <a16:creationId xmlns:a16="http://schemas.microsoft.com/office/drawing/2014/main" id="{A843579F-C25B-FC7C-BA7F-A432625D6F0B}"/>
                </a:ext>
              </a:extLst>
            </p:cNvPr>
            <p:cNvSpPr/>
            <p:nvPr/>
          </p:nvSpPr>
          <p:spPr>
            <a:xfrm>
              <a:off x="12559850" y="1837486"/>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1</a:t>
              </a:r>
            </a:p>
          </p:txBody>
        </p:sp>
        <p:sp>
          <p:nvSpPr>
            <p:cNvPr id="6" name="Rechthoek 10">
              <a:extLst>
                <a:ext uri="{FF2B5EF4-FFF2-40B4-BE49-F238E27FC236}">
                  <a16:creationId xmlns:a16="http://schemas.microsoft.com/office/drawing/2014/main" id="{684671A9-B707-117E-D02C-57EF130EFE13}"/>
                </a:ext>
              </a:extLst>
            </p:cNvPr>
            <p:cNvSpPr/>
            <p:nvPr/>
          </p:nvSpPr>
          <p:spPr>
            <a:xfrm>
              <a:off x="12844613" y="1837486"/>
              <a:ext cx="2949223" cy="179999"/>
            </a:xfrm>
            <a:prstGeom prst="rect">
              <a:avLst/>
            </a:prstGeom>
            <a:noFill/>
            <a:ln>
              <a:noFill/>
              <a:prstDash val="solid"/>
            </a:ln>
          </p:spPr>
          <p:txBody>
            <a:bodyPr vert="horz" wrap="square" lIns="0" tIns="0" rIns="0" bIns="0" anchor="ctr" anchorCtr="0" compatLnSpc="1">
              <a:noAutofit/>
            </a:bodyPr>
            <a:lstStyle/>
            <a:p>
              <a:pPr marL="357192" marR="0" lvl="0" indent="-357192" algn="l" defTabSz="914400" rtl="0" fontAlgn="auto" hangingPunct="1">
                <a:lnSpc>
                  <a:spcPct val="100000"/>
                </a:lnSpc>
                <a:spcBef>
                  <a:spcPts val="600"/>
                </a:spcBef>
                <a:spcAft>
                  <a:spcPts val="600"/>
                </a:spcAft>
                <a:buClr>
                  <a:srgbClr val="00A6D6"/>
                </a:buClr>
                <a:buSzPct val="100000"/>
                <a:buFont typeface="Calibri" pitchFamily="34"/>
                <a:buChar char="•"/>
                <a:tabLst/>
                <a:defRPr sz="1800" b="0" i="0" u="none" strike="noStrike" kern="0" cap="none" spc="0" baseline="0">
                  <a:solidFill>
                    <a:srgbClr val="000000"/>
                  </a:solidFill>
                  <a:uFillTx/>
                </a:defRPr>
              </a:pPr>
              <a:r>
                <a:rPr lang="en-GB" sz="1400" b="0" i="0" u="none" strike="noStrike" kern="0" cap="none" spc="0" baseline="0">
                  <a:solidFill>
                    <a:srgbClr val="000000"/>
                  </a:solidFill>
                  <a:uFillTx/>
                  <a:latin typeface="Arial"/>
                  <a:cs typeface="Calibri" pitchFamily="34"/>
                </a:rPr>
                <a:t>Bullet</a:t>
              </a:r>
            </a:p>
          </p:txBody>
        </p:sp>
        <p:sp>
          <p:nvSpPr>
            <p:cNvPr id="7" name="Ovaal 11">
              <a:extLst>
                <a:ext uri="{FF2B5EF4-FFF2-40B4-BE49-F238E27FC236}">
                  <a16:creationId xmlns:a16="http://schemas.microsoft.com/office/drawing/2014/main" id="{D698BAF3-8ADB-B640-C7FE-C3A7F5258E11}"/>
                </a:ext>
              </a:extLst>
            </p:cNvPr>
            <p:cNvSpPr/>
            <p:nvPr/>
          </p:nvSpPr>
          <p:spPr>
            <a:xfrm>
              <a:off x="12559850" y="2128768"/>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2</a:t>
              </a:r>
            </a:p>
          </p:txBody>
        </p:sp>
        <p:sp>
          <p:nvSpPr>
            <p:cNvPr id="8" name="Rechthoek 12">
              <a:extLst>
                <a:ext uri="{FF2B5EF4-FFF2-40B4-BE49-F238E27FC236}">
                  <a16:creationId xmlns:a16="http://schemas.microsoft.com/office/drawing/2014/main" id="{A9C83172-CC17-C48B-A7E2-DF9A6DE5DEF1}"/>
                </a:ext>
              </a:extLst>
            </p:cNvPr>
            <p:cNvSpPr/>
            <p:nvPr/>
          </p:nvSpPr>
          <p:spPr>
            <a:xfrm>
              <a:off x="12559850" y="1196117"/>
              <a:ext cx="3229048" cy="459229"/>
            </a:xfrm>
            <a:prstGeom prst="rect">
              <a:avLst/>
            </a:prstGeom>
            <a:noFill/>
            <a:ln>
              <a:noFill/>
              <a:prstDash val="solid"/>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0" i="0" u="none" strike="noStrike" kern="0" cap="none" spc="0" baseline="0">
                  <a:solidFill>
                    <a:srgbClr val="000000"/>
                  </a:solidFill>
                  <a:uFillTx/>
                  <a:latin typeface="Calibri" pitchFamily="34"/>
                  <a:cs typeface="Calibri" pitchFamily="34"/>
                </a:rPr>
                <a:t>Under the tab </a:t>
              </a:r>
              <a:r>
                <a:rPr lang="en-GB" sz="1200" b="1" i="0" u="none" strike="noStrike" kern="0" cap="none" spc="0" baseline="0">
                  <a:solidFill>
                    <a:srgbClr val="000000"/>
                  </a:solidFill>
                  <a:uFillTx/>
                  <a:latin typeface="Calibri" pitchFamily="34"/>
                  <a:cs typeface="Calibri" pitchFamily="34"/>
                </a:rPr>
                <a:t>‘Home’</a:t>
              </a:r>
              <a:r>
                <a:rPr lang="en-GB" sz="1200" b="0" i="0" u="none" strike="noStrike" kern="0" cap="none" spc="0" baseline="0">
                  <a:solidFill>
                    <a:srgbClr val="000000"/>
                  </a:solidFill>
                  <a:uFillTx/>
                  <a:latin typeface="Calibri" pitchFamily="34"/>
                  <a:cs typeface="Calibri" pitchFamily="34"/>
                </a:rPr>
                <a:t>, use the </a:t>
              </a:r>
              <a:r>
                <a:rPr lang="en-GB" sz="1200" b="1" i="0" u="none" strike="noStrike" kern="0" cap="none" spc="0" baseline="0">
                  <a:solidFill>
                    <a:srgbClr val="000000"/>
                  </a:solidFill>
                  <a:uFillTx/>
                  <a:latin typeface="Calibri" pitchFamily="34"/>
                  <a:cs typeface="Calibri" pitchFamily="34"/>
                </a:rPr>
                <a:t>list level-buttons</a:t>
              </a:r>
              <a:r>
                <a:rPr lang="en-GB" sz="1200" b="0" i="0" u="none" strike="noStrike" kern="0" cap="none" spc="0" baseline="0">
                  <a:solidFill>
                    <a:srgbClr val="000000"/>
                  </a:solidFill>
                  <a:uFillTx/>
                  <a:latin typeface="Calibri" pitchFamily="34"/>
                  <a:cs typeface="Calibri" pitchFamily="34"/>
                </a:rPr>
                <a:t> to choose a text level. </a:t>
              </a:r>
              <a:br>
                <a:rPr lang="en-GB" sz="1200" b="0" i="0" u="none" strike="noStrike" kern="0" cap="none" spc="0" baseline="0">
                  <a:solidFill>
                    <a:srgbClr val="000000"/>
                  </a:solidFill>
                  <a:uFillTx/>
                  <a:latin typeface="Calibri" pitchFamily="34"/>
                  <a:cs typeface="Calibri" pitchFamily="34"/>
                </a:rPr>
              </a:br>
              <a:r>
                <a:rPr lang="en-GB" sz="1200" b="0" i="0" u="none" strike="noStrike" kern="0" cap="none" spc="0" baseline="0">
                  <a:solidFill>
                    <a:srgbClr val="000000"/>
                  </a:solidFill>
                  <a:uFillTx/>
                  <a:latin typeface="Calibri" pitchFamily="34"/>
                  <a:cs typeface="Calibri" pitchFamily="34"/>
                </a:rPr>
                <a:t>Choose from:</a:t>
              </a:r>
            </a:p>
          </p:txBody>
        </p:sp>
        <p:sp>
          <p:nvSpPr>
            <p:cNvPr id="9" name="Rechthoek 13">
              <a:extLst>
                <a:ext uri="{FF2B5EF4-FFF2-40B4-BE49-F238E27FC236}">
                  <a16:creationId xmlns:a16="http://schemas.microsoft.com/office/drawing/2014/main" id="{D37B210A-85A3-4106-87F1-E156818FE308}"/>
                </a:ext>
              </a:extLst>
            </p:cNvPr>
            <p:cNvSpPr/>
            <p:nvPr/>
          </p:nvSpPr>
          <p:spPr>
            <a:xfrm>
              <a:off x="12844613" y="2128869"/>
              <a:ext cx="2949223" cy="179999"/>
            </a:xfrm>
            <a:prstGeom prst="rect">
              <a:avLst/>
            </a:prstGeom>
            <a:noFill/>
            <a:ln>
              <a:noFill/>
              <a:prstDash val="solid"/>
            </a:ln>
          </p:spPr>
          <p:txBody>
            <a:bodyPr vert="horz" wrap="square" lIns="0" tIns="0" rIns="0" bIns="0" anchor="ctr" anchorCtr="0" compatLnSpc="1">
              <a:noAutofit/>
            </a:bodyPr>
            <a:lstStyle/>
            <a:p>
              <a:pPr marL="715966" marR="0" lvl="0" indent="-358773" algn="l" defTabSz="914400" rtl="0" fontAlgn="auto" hangingPunct="1">
                <a:lnSpc>
                  <a:spcPct val="100000"/>
                </a:lnSpc>
                <a:spcBef>
                  <a:spcPts val="600"/>
                </a:spcBef>
                <a:spcAft>
                  <a:spcPts val="600"/>
                </a:spcAft>
                <a:buClr>
                  <a:srgbClr val="00A6D6"/>
                </a:buClr>
                <a:buSzPct val="100000"/>
                <a:buFont typeface="Calibri" pitchFamily="34"/>
                <a:buChar char="•"/>
                <a:tabLst/>
                <a:defRPr sz="1800" b="0" i="0" u="none" strike="noStrike" kern="0" cap="none" spc="0" baseline="0">
                  <a:solidFill>
                    <a:srgbClr val="000000"/>
                  </a:solidFill>
                  <a:uFillTx/>
                </a:defRPr>
              </a:pPr>
              <a:r>
                <a:rPr lang="en-GB" sz="1400" b="0" i="0" u="none" strike="noStrike" kern="0" cap="none" spc="0" baseline="0">
                  <a:solidFill>
                    <a:srgbClr val="000000"/>
                  </a:solidFill>
                  <a:uFillTx/>
                  <a:latin typeface="Arial"/>
                  <a:cs typeface="Calibri" pitchFamily="34"/>
                </a:rPr>
                <a:t>Sub-bullet </a:t>
              </a:r>
            </a:p>
          </p:txBody>
        </p:sp>
        <p:sp>
          <p:nvSpPr>
            <p:cNvPr id="10" name="Ovaal 14">
              <a:extLst>
                <a:ext uri="{FF2B5EF4-FFF2-40B4-BE49-F238E27FC236}">
                  <a16:creationId xmlns:a16="http://schemas.microsoft.com/office/drawing/2014/main" id="{5C68BEE7-2755-ED44-69F6-BAAD814F7659}"/>
                </a:ext>
              </a:extLst>
            </p:cNvPr>
            <p:cNvSpPr/>
            <p:nvPr/>
          </p:nvSpPr>
          <p:spPr>
            <a:xfrm>
              <a:off x="12559850" y="2420051"/>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3</a:t>
              </a:r>
            </a:p>
          </p:txBody>
        </p:sp>
        <p:sp>
          <p:nvSpPr>
            <p:cNvPr id="11" name="Rechthoek 15">
              <a:extLst>
                <a:ext uri="{FF2B5EF4-FFF2-40B4-BE49-F238E27FC236}">
                  <a16:creationId xmlns:a16="http://schemas.microsoft.com/office/drawing/2014/main" id="{671EC15A-E2D5-AA40-F2B3-2C3525355CFE}"/>
                </a:ext>
              </a:extLst>
            </p:cNvPr>
            <p:cNvSpPr/>
            <p:nvPr/>
          </p:nvSpPr>
          <p:spPr>
            <a:xfrm>
              <a:off x="12844613" y="2420261"/>
              <a:ext cx="2949223" cy="179999"/>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600"/>
                </a:spcBef>
                <a:spcAft>
                  <a:spcPts val="600"/>
                </a:spcAft>
                <a:buNone/>
                <a:tabLst/>
                <a:defRPr sz="1800" b="0" i="0" u="none" strike="noStrike" kern="0" cap="none" spc="0" baseline="0">
                  <a:solidFill>
                    <a:srgbClr val="000000"/>
                  </a:solidFill>
                  <a:uFillTx/>
                </a:defRPr>
              </a:pPr>
              <a:r>
                <a:rPr lang="en-GB" sz="1400" b="0" i="0" u="none" strike="noStrike" kern="0" cap="none" spc="0" baseline="0">
                  <a:solidFill>
                    <a:srgbClr val="000000"/>
                  </a:solidFill>
                  <a:uFillTx/>
                  <a:latin typeface="Arial"/>
                  <a:cs typeface="Calibri" pitchFamily="34"/>
                </a:rPr>
                <a:t>Default text</a:t>
              </a:r>
            </a:p>
          </p:txBody>
        </p:sp>
        <p:sp>
          <p:nvSpPr>
            <p:cNvPr id="12" name="Ovaal 16">
              <a:extLst>
                <a:ext uri="{FF2B5EF4-FFF2-40B4-BE49-F238E27FC236}">
                  <a16:creationId xmlns:a16="http://schemas.microsoft.com/office/drawing/2014/main" id="{9DC9F9F9-707A-615E-1FDB-F24E2A894D98}"/>
                </a:ext>
              </a:extLst>
            </p:cNvPr>
            <p:cNvSpPr/>
            <p:nvPr/>
          </p:nvSpPr>
          <p:spPr>
            <a:xfrm>
              <a:off x="12559850" y="2711333"/>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4</a:t>
              </a:r>
            </a:p>
          </p:txBody>
        </p:sp>
        <p:sp>
          <p:nvSpPr>
            <p:cNvPr id="13" name="Rechthoek 17">
              <a:extLst>
                <a:ext uri="{FF2B5EF4-FFF2-40B4-BE49-F238E27FC236}">
                  <a16:creationId xmlns:a16="http://schemas.microsoft.com/office/drawing/2014/main" id="{F793B0AE-31F0-3F64-09F9-68DB05D6C31A}"/>
                </a:ext>
              </a:extLst>
            </p:cNvPr>
            <p:cNvSpPr/>
            <p:nvPr/>
          </p:nvSpPr>
          <p:spPr>
            <a:xfrm>
              <a:off x="12844613" y="2711653"/>
              <a:ext cx="2949223" cy="179999"/>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600"/>
                </a:spcBef>
                <a:spcAft>
                  <a:spcPts val="600"/>
                </a:spcAft>
                <a:buNone/>
                <a:tabLst/>
                <a:defRPr sz="1800" b="0" i="0" u="none" strike="noStrike" kern="0" cap="none" spc="0" baseline="0">
                  <a:solidFill>
                    <a:srgbClr val="000000"/>
                  </a:solidFill>
                  <a:uFillTx/>
                </a:defRPr>
              </a:pPr>
              <a:r>
                <a:rPr lang="en-GB" sz="2400" b="1" i="0" u="none" strike="noStrike" kern="0" cap="none" spc="0" baseline="0">
                  <a:solidFill>
                    <a:srgbClr val="000000"/>
                  </a:solidFill>
                  <a:uFillTx/>
                  <a:latin typeface="Arial"/>
                  <a:cs typeface="Calibri" pitchFamily="34"/>
                </a:rPr>
                <a:t>Title/Quote</a:t>
              </a:r>
            </a:p>
          </p:txBody>
        </p:sp>
        <p:sp>
          <p:nvSpPr>
            <p:cNvPr id="14" name="Ovaal 20">
              <a:extLst>
                <a:ext uri="{FF2B5EF4-FFF2-40B4-BE49-F238E27FC236}">
                  <a16:creationId xmlns:a16="http://schemas.microsoft.com/office/drawing/2014/main" id="{A9AEBABD-61DA-FDF6-40A8-0C7119048630}"/>
                </a:ext>
              </a:extLst>
            </p:cNvPr>
            <p:cNvSpPr/>
            <p:nvPr/>
          </p:nvSpPr>
          <p:spPr>
            <a:xfrm>
              <a:off x="12559850" y="3002624"/>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5</a:t>
              </a:r>
            </a:p>
          </p:txBody>
        </p:sp>
        <p:sp>
          <p:nvSpPr>
            <p:cNvPr id="15" name="Rechthoek 21">
              <a:extLst>
                <a:ext uri="{FF2B5EF4-FFF2-40B4-BE49-F238E27FC236}">
                  <a16:creationId xmlns:a16="http://schemas.microsoft.com/office/drawing/2014/main" id="{03B52CE5-4744-2823-616C-49375095FDA0}"/>
                </a:ext>
              </a:extLst>
            </p:cNvPr>
            <p:cNvSpPr/>
            <p:nvPr/>
          </p:nvSpPr>
          <p:spPr>
            <a:xfrm>
              <a:off x="12844613" y="3003035"/>
              <a:ext cx="2949223" cy="179999"/>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600"/>
                </a:spcBef>
                <a:spcAft>
                  <a:spcPts val="600"/>
                </a:spcAft>
                <a:buNone/>
                <a:tabLst/>
                <a:defRPr sz="1800" b="0" i="0" u="none" strike="noStrike" kern="0" cap="none" spc="0" baseline="0">
                  <a:solidFill>
                    <a:srgbClr val="000000"/>
                  </a:solidFill>
                  <a:uFillTx/>
                </a:defRPr>
              </a:pPr>
              <a:r>
                <a:rPr lang="en-GB" sz="1800" b="0" i="0" u="none" strike="noStrike" kern="0" cap="none" spc="0" baseline="0">
                  <a:solidFill>
                    <a:srgbClr val="00A6D6"/>
                  </a:solidFill>
                  <a:uFillTx/>
                  <a:latin typeface="Arial"/>
                  <a:cs typeface="Calibri" pitchFamily="34"/>
                </a:rPr>
                <a:t>Subtitle</a:t>
              </a:r>
            </a:p>
          </p:txBody>
        </p:sp>
        <p:sp>
          <p:nvSpPr>
            <p:cNvPr id="16" name="Ovaal 22">
              <a:extLst>
                <a:ext uri="{FF2B5EF4-FFF2-40B4-BE49-F238E27FC236}">
                  <a16:creationId xmlns:a16="http://schemas.microsoft.com/office/drawing/2014/main" id="{B3ADF42B-89D7-0FFD-340E-D899F28C3892}"/>
                </a:ext>
              </a:extLst>
            </p:cNvPr>
            <p:cNvSpPr/>
            <p:nvPr/>
          </p:nvSpPr>
          <p:spPr>
            <a:xfrm>
              <a:off x="12559850" y="3293906"/>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6</a:t>
              </a:r>
            </a:p>
          </p:txBody>
        </p:sp>
        <p:sp>
          <p:nvSpPr>
            <p:cNvPr id="17" name="Rechthoek 23">
              <a:extLst>
                <a:ext uri="{FF2B5EF4-FFF2-40B4-BE49-F238E27FC236}">
                  <a16:creationId xmlns:a16="http://schemas.microsoft.com/office/drawing/2014/main" id="{2B2DC9E8-8468-7A42-0523-9BAD6105B6AC}"/>
                </a:ext>
              </a:extLst>
            </p:cNvPr>
            <p:cNvSpPr/>
            <p:nvPr/>
          </p:nvSpPr>
          <p:spPr>
            <a:xfrm>
              <a:off x="12844613" y="3585819"/>
              <a:ext cx="2949223" cy="179999"/>
            </a:xfrm>
            <a:prstGeom prst="rect">
              <a:avLst/>
            </a:prstGeom>
            <a:noFill/>
            <a:ln>
              <a:noFill/>
              <a:prstDash val="solid"/>
            </a:ln>
          </p:spPr>
          <p:txBody>
            <a:bodyPr vert="horz" wrap="square" lIns="0" tIns="0" rIns="0" bIns="0" anchor="ctr" anchorCtr="0" compatLnSpc="1">
              <a:noAutofit/>
            </a:bodyPr>
            <a:lstStyle/>
            <a:p>
              <a:pPr marL="357192" marR="0" lvl="0" indent="-357192" algn="l" defTabSz="914400" rtl="0" fontAlgn="auto" hangingPunct="1">
                <a:lnSpc>
                  <a:spcPct val="100000"/>
                </a:lnSpc>
                <a:spcBef>
                  <a:spcPts val="600"/>
                </a:spcBef>
                <a:spcAft>
                  <a:spcPts val="600"/>
                </a:spcAft>
                <a:buClr>
                  <a:srgbClr val="00A6D6"/>
                </a:buClr>
                <a:buSzPct val="100000"/>
                <a:buFont typeface="Arial"/>
                <a:buAutoNum type="arabicPeriod"/>
                <a:tabLst/>
                <a:defRPr sz="1800" b="0" i="0" u="none" strike="noStrike" kern="0" cap="none" spc="0" baseline="0">
                  <a:solidFill>
                    <a:srgbClr val="000000"/>
                  </a:solidFill>
                  <a:uFillTx/>
                </a:defRPr>
              </a:pPr>
              <a:r>
                <a:rPr lang="en-GB" sz="1400" b="0" i="0" u="none" strike="noStrike" kern="0" cap="none" spc="0" baseline="0">
                  <a:solidFill>
                    <a:srgbClr val="000000"/>
                  </a:solidFill>
                  <a:uFillTx/>
                  <a:latin typeface="Arial"/>
                  <a:cs typeface="Calibri" pitchFamily="34"/>
                </a:rPr>
                <a:t>Numerical bullet</a:t>
              </a:r>
            </a:p>
          </p:txBody>
        </p:sp>
        <p:sp>
          <p:nvSpPr>
            <p:cNvPr id="18" name="Ovaal 24">
              <a:extLst>
                <a:ext uri="{FF2B5EF4-FFF2-40B4-BE49-F238E27FC236}">
                  <a16:creationId xmlns:a16="http://schemas.microsoft.com/office/drawing/2014/main" id="{DCB8C32E-D269-EE6E-0277-1D39B1B84B44}"/>
                </a:ext>
              </a:extLst>
            </p:cNvPr>
            <p:cNvSpPr/>
            <p:nvPr/>
          </p:nvSpPr>
          <p:spPr>
            <a:xfrm>
              <a:off x="12559850" y="3585188"/>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7</a:t>
              </a:r>
            </a:p>
          </p:txBody>
        </p:sp>
        <p:sp>
          <p:nvSpPr>
            <p:cNvPr id="19" name="Rechthoek 25">
              <a:extLst>
                <a:ext uri="{FF2B5EF4-FFF2-40B4-BE49-F238E27FC236}">
                  <a16:creationId xmlns:a16="http://schemas.microsoft.com/office/drawing/2014/main" id="{A622DA11-2D98-A746-FCBF-EA9469B04F00}"/>
                </a:ext>
              </a:extLst>
            </p:cNvPr>
            <p:cNvSpPr/>
            <p:nvPr/>
          </p:nvSpPr>
          <p:spPr>
            <a:xfrm>
              <a:off x="12838203" y="3877211"/>
              <a:ext cx="2949223" cy="179999"/>
            </a:xfrm>
            <a:prstGeom prst="rect">
              <a:avLst/>
            </a:prstGeom>
            <a:noFill/>
            <a:ln>
              <a:noFill/>
              <a:prstDash val="solid"/>
            </a:ln>
          </p:spPr>
          <p:txBody>
            <a:bodyPr vert="horz" wrap="square" lIns="0" tIns="0" rIns="0" bIns="0" anchor="ctr" anchorCtr="0" compatLnSpc="1">
              <a:noAutofit/>
            </a:bodyPr>
            <a:lstStyle/>
            <a:p>
              <a:pPr marL="342900" marR="0" lvl="0" indent="-342900" algn="l" defTabSz="914400" rtl="0" fontAlgn="auto" hangingPunct="1">
                <a:lnSpc>
                  <a:spcPct val="100000"/>
                </a:lnSpc>
                <a:spcBef>
                  <a:spcPts val="600"/>
                </a:spcBef>
                <a:spcAft>
                  <a:spcPts val="600"/>
                </a:spcAft>
                <a:buClr>
                  <a:srgbClr val="00A6D6"/>
                </a:buClr>
                <a:buSzPct val="100000"/>
                <a:buFont typeface="Arial"/>
                <a:buAutoNum type="alphaLcPeriod"/>
                <a:tabLst/>
                <a:defRPr sz="1800" b="0" i="0" u="none" strike="noStrike" kern="0" cap="none" spc="0" baseline="0">
                  <a:solidFill>
                    <a:srgbClr val="000000"/>
                  </a:solidFill>
                  <a:uFillTx/>
                </a:defRPr>
              </a:pPr>
              <a:r>
                <a:rPr lang="en-GB" sz="1400" b="0" i="0" u="none" strike="noStrike" kern="0" cap="none" spc="0" baseline="0">
                  <a:solidFill>
                    <a:srgbClr val="000000"/>
                  </a:solidFill>
                  <a:uFillTx/>
                  <a:latin typeface="Arial"/>
                  <a:cs typeface="Calibri" pitchFamily="34"/>
                </a:rPr>
                <a:t>Alphabetical bullet</a:t>
              </a:r>
            </a:p>
          </p:txBody>
        </p:sp>
        <p:sp>
          <p:nvSpPr>
            <p:cNvPr id="20" name="Ovaal 26">
              <a:extLst>
                <a:ext uri="{FF2B5EF4-FFF2-40B4-BE49-F238E27FC236}">
                  <a16:creationId xmlns:a16="http://schemas.microsoft.com/office/drawing/2014/main" id="{78504C5F-16BE-E75C-1254-75FD52F362DA}"/>
                </a:ext>
              </a:extLst>
            </p:cNvPr>
            <p:cNvSpPr/>
            <p:nvPr/>
          </p:nvSpPr>
          <p:spPr>
            <a:xfrm>
              <a:off x="12559850" y="3876470"/>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8</a:t>
              </a:r>
            </a:p>
          </p:txBody>
        </p:sp>
        <p:sp>
          <p:nvSpPr>
            <p:cNvPr id="21" name="Rechthoek 27">
              <a:extLst>
                <a:ext uri="{FF2B5EF4-FFF2-40B4-BE49-F238E27FC236}">
                  <a16:creationId xmlns:a16="http://schemas.microsoft.com/office/drawing/2014/main" id="{CC787BB8-D5F0-05B6-A24D-50976A10D5FF}"/>
                </a:ext>
              </a:extLst>
            </p:cNvPr>
            <p:cNvSpPr/>
            <p:nvPr/>
          </p:nvSpPr>
          <p:spPr>
            <a:xfrm>
              <a:off x="12844613" y="4168594"/>
              <a:ext cx="2949223" cy="179999"/>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600"/>
                </a:spcBef>
                <a:spcAft>
                  <a:spcPts val="600"/>
                </a:spcAft>
                <a:buNone/>
                <a:tabLst/>
                <a:defRPr sz="1800" b="0" i="0" u="none" strike="noStrike" kern="0" cap="none" spc="0" baseline="0">
                  <a:solidFill>
                    <a:srgbClr val="000000"/>
                  </a:solidFill>
                  <a:uFillTx/>
                </a:defRPr>
              </a:pPr>
              <a:r>
                <a:rPr lang="en-GB" sz="1200" b="0" i="1" u="none" strike="noStrike" kern="0" cap="none" spc="0" baseline="0">
                  <a:solidFill>
                    <a:srgbClr val="000000"/>
                  </a:solidFill>
                  <a:uFillTx/>
                  <a:latin typeface="Arial"/>
                  <a:cs typeface="Calibri" pitchFamily="34"/>
                </a:rPr>
                <a:t>Source</a:t>
              </a:r>
            </a:p>
          </p:txBody>
        </p:sp>
        <p:sp>
          <p:nvSpPr>
            <p:cNvPr id="22" name="Ovaal 28">
              <a:extLst>
                <a:ext uri="{FF2B5EF4-FFF2-40B4-BE49-F238E27FC236}">
                  <a16:creationId xmlns:a16="http://schemas.microsoft.com/office/drawing/2014/main" id="{A926E8DB-435D-059C-82C0-00DCF539C814}"/>
                </a:ext>
              </a:extLst>
            </p:cNvPr>
            <p:cNvSpPr/>
            <p:nvPr/>
          </p:nvSpPr>
          <p:spPr>
            <a:xfrm>
              <a:off x="12559850" y="4168594"/>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9</a:t>
              </a:r>
            </a:p>
          </p:txBody>
        </p:sp>
        <p:sp>
          <p:nvSpPr>
            <p:cNvPr id="23" name="Rechthoek 29">
              <a:extLst>
                <a:ext uri="{FF2B5EF4-FFF2-40B4-BE49-F238E27FC236}">
                  <a16:creationId xmlns:a16="http://schemas.microsoft.com/office/drawing/2014/main" id="{39786D82-49E0-D83E-C080-93CA5B7776AF}"/>
                </a:ext>
              </a:extLst>
            </p:cNvPr>
            <p:cNvSpPr/>
            <p:nvPr/>
          </p:nvSpPr>
          <p:spPr>
            <a:xfrm>
              <a:off x="12844613" y="3294427"/>
              <a:ext cx="2949223" cy="179999"/>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600"/>
                </a:spcBef>
                <a:spcAft>
                  <a:spcPts val="600"/>
                </a:spcAft>
                <a:buNone/>
                <a:tabLst/>
                <a:defRPr sz="1800" b="0" i="0" u="none" strike="noStrike" kern="0" cap="none" spc="0" baseline="0">
                  <a:solidFill>
                    <a:srgbClr val="000000"/>
                  </a:solidFill>
                  <a:uFillTx/>
                </a:defRPr>
              </a:pPr>
              <a:r>
                <a:rPr lang="en-GB" sz="1400" b="0" i="0" u="none" strike="noStrike" kern="0" cap="none" spc="0" baseline="0">
                  <a:solidFill>
                    <a:srgbClr val="000000"/>
                  </a:solidFill>
                  <a:uFillTx/>
                  <a:latin typeface="Arial"/>
                  <a:cs typeface="Calibri" pitchFamily="34"/>
                </a:rPr>
                <a:t>Default text</a:t>
              </a:r>
            </a:p>
          </p:txBody>
        </p:sp>
        <p:sp>
          <p:nvSpPr>
            <p:cNvPr id="24" name="Rechthoek 30">
              <a:extLst>
                <a:ext uri="{FF2B5EF4-FFF2-40B4-BE49-F238E27FC236}">
                  <a16:creationId xmlns:a16="http://schemas.microsoft.com/office/drawing/2014/main" id="{A34A14B0-9B90-3EB3-EEE4-184D42A0727E}"/>
                </a:ext>
              </a:extLst>
            </p:cNvPr>
            <p:cNvSpPr/>
            <p:nvPr/>
          </p:nvSpPr>
          <p:spPr>
            <a:xfrm>
              <a:off x="12377592" y="4531345"/>
              <a:ext cx="3593637" cy="827998"/>
            </a:xfrm>
            <a:prstGeom prst="rect">
              <a:avLst/>
            </a:prstGeom>
            <a:solidFill>
              <a:srgbClr val="ECECEC"/>
            </a:solidFill>
            <a:ln w="6345" cap="flat">
              <a:solidFill>
                <a:srgbClr val="ECECEC"/>
              </a:solidFill>
              <a:prstDash val="solid"/>
              <a:miter/>
            </a:ln>
          </p:spPr>
          <p:txBody>
            <a:bodyPr vert="horz" wrap="square" lIns="179999" tIns="143999" rIns="179999" bIns="143999"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1" i="0" u="none" strike="noStrike" kern="1200" cap="all" spc="0" baseline="0">
                  <a:solidFill>
                    <a:srgbClr val="211F26"/>
                  </a:solidFill>
                  <a:uFillTx/>
                  <a:latin typeface="Calibri" pitchFamily="34"/>
                  <a:cs typeface="Calibri" pitchFamily="34"/>
                </a:rPr>
                <a:t>Want to know more?</a:t>
              </a:r>
              <a:br>
                <a:rPr lang="en-GB" sz="1200" b="1" i="0" u="none" strike="noStrike" kern="1200" cap="all" spc="0" baseline="0">
                  <a:solidFill>
                    <a:srgbClr val="211F26"/>
                  </a:solidFill>
                  <a:uFillTx/>
                  <a:latin typeface="Calibri" pitchFamily="34"/>
                  <a:cs typeface="Calibri" pitchFamily="34"/>
                </a:rPr>
              </a:br>
              <a:r>
                <a:rPr lang="en-GB" sz="1200" b="0" i="0" u="none" strike="noStrike" kern="1200" cap="none" spc="0" baseline="0">
                  <a:solidFill>
                    <a:srgbClr val="211F26"/>
                  </a:solidFill>
                  <a:uFillTx/>
                  <a:latin typeface="Calibri" pitchFamily="34"/>
                  <a:cs typeface="Calibri" pitchFamily="34"/>
                </a:rPr>
                <a:t>Go to the tab</a:t>
              </a:r>
              <a:r>
                <a:rPr lang="en-GB" sz="1200" b="1" i="0" u="none" strike="noStrike" kern="1200" cap="all" spc="0" baseline="0">
                  <a:solidFill>
                    <a:srgbClr val="211F26"/>
                  </a:solidFill>
                  <a:uFillTx/>
                  <a:latin typeface="Calibri" pitchFamily="34"/>
                  <a:cs typeface="Calibri" pitchFamily="34"/>
                </a:rPr>
                <a:t> 'SLIDEBUILDER’ </a:t>
              </a:r>
              <a:r>
                <a:rPr lang="en-GB" sz="1200" b="0" i="0" u="none" strike="noStrike" kern="1200" cap="none" spc="0" baseline="0">
                  <a:solidFill>
                    <a:srgbClr val="211F26"/>
                  </a:solidFill>
                  <a:uFillTx/>
                  <a:latin typeface="Calibri" pitchFamily="34"/>
                  <a:cs typeface="Calibri" pitchFamily="34"/>
                </a:rPr>
                <a:t>and click</a:t>
              </a:r>
              <a:br>
                <a:rPr lang="en-GB" sz="1200" b="0" i="0" u="none" strike="noStrike" kern="1200" cap="none" spc="0" baseline="0">
                  <a:solidFill>
                    <a:srgbClr val="211F26"/>
                  </a:solidFill>
                  <a:uFillTx/>
                  <a:latin typeface="Calibri" pitchFamily="34"/>
                  <a:cs typeface="Calibri" pitchFamily="34"/>
                </a:rPr>
              </a:br>
              <a:r>
                <a:rPr lang="en-GB" sz="1200" b="0" i="0" u="none" strike="noStrike" kern="1200" cap="none" spc="0" baseline="0">
                  <a:solidFill>
                    <a:srgbClr val="211F26"/>
                  </a:solidFill>
                  <a:uFillTx/>
                  <a:latin typeface="Calibri" pitchFamily="34"/>
                  <a:cs typeface="Calibri" pitchFamily="34"/>
                </a:rPr>
                <a:t>on the button </a:t>
              </a:r>
              <a:r>
                <a:rPr lang="en-GB" sz="1200" b="1" i="0" u="none" strike="noStrike" kern="1200" cap="all" spc="0" baseline="0">
                  <a:solidFill>
                    <a:srgbClr val="211F26"/>
                  </a:solidFill>
                  <a:uFillTx/>
                  <a:latin typeface="Calibri" pitchFamily="34"/>
                  <a:cs typeface="Calibri" pitchFamily="34"/>
                </a:rPr>
                <a:t>‘Inspiration'</a:t>
              </a:r>
            </a:p>
          </p:txBody>
        </p:sp>
        <p:grpSp>
          <p:nvGrpSpPr>
            <p:cNvPr id="25" name="ICOON_info">
              <a:extLst>
                <a:ext uri="{FF2B5EF4-FFF2-40B4-BE49-F238E27FC236}">
                  <a16:creationId xmlns:a16="http://schemas.microsoft.com/office/drawing/2014/main" id="{2A4CF778-2699-3335-A291-E07E7BA8505F}"/>
                </a:ext>
              </a:extLst>
            </p:cNvPr>
            <p:cNvGrpSpPr/>
            <p:nvPr/>
          </p:nvGrpSpPr>
          <p:grpSpPr>
            <a:xfrm>
              <a:off x="15787298" y="4400184"/>
              <a:ext cx="283683" cy="283683"/>
              <a:chOff x="15787298" y="4400184"/>
              <a:chExt cx="283683" cy="283683"/>
            </a:xfrm>
          </p:grpSpPr>
          <p:sp>
            <p:nvSpPr>
              <p:cNvPr id="26" name="Ovaal 79">
                <a:extLst>
                  <a:ext uri="{FF2B5EF4-FFF2-40B4-BE49-F238E27FC236}">
                    <a16:creationId xmlns:a16="http://schemas.microsoft.com/office/drawing/2014/main" id="{BA05F98F-4390-B99A-7D4E-6009E632CA8D}"/>
                  </a:ext>
                </a:extLst>
              </p:cNvPr>
              <p:cNvSpPr/>
              <p:nvPr/>
            </p:nvSpPr>
            <p:spPr>
              <a:xfrm>
                <a:off x="15807324" y="4419651"/>
                <a:ext cx="244748" cy="244748"/>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211F26"/>
              </a:solidFill>
              <a:ln>
                <a:noFill/>
                <a:prstDash val="solid"/>
              </a:ln>
            </p:spPr>
            <p:txBody>
              <a:bodyPr vert="horz" wrap="square" lIns="179999" tIns="179999" rIns="179999" bIns="179999"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1600" b="0" i="0" u="none" strike="noStrike" kern="1200" cap="all" spc="0" baseline="0">
                  <a:solidFill>
                    <a:srgbClr val="FFFFFF"/>
                  </a:solidFill>
                  <a:uFillTx/>
                  <a:latin typeface="Calibri" pitchFamily="34"/>
                  <a:cs typeface="Calibri" pitchFamily="34"/>
                </a:endParaRPr>
              </a:p>
            </p:txBody>
          </p:sp>
          <p:sp>
            <p:nvSpPr>
              <p:cNvPr id="27" name="Graphic 163" descr="Informatie">
                <a:extLst>
                  <a:ext uri="{FF2B5EF4-FFF2-40B4-BE49-F238E27FC236}">
                    <a16:creationId xmlns:a16="http://schemas.microsoft.com/office/drawing/2014/main" id="{44B9A24E-278A-794E-E92A-3D3426D64A1F}"/>
                  </a:ext>
                </a:extLst>
              </p:cNvPr>
              <p:cNvSpPr/>
              <p:nvPr/>
            </p:nvSpPr>
            <p:spPr>
              <a:xfrm>
                <a:off x="15787298" y="4400184"/>
                <a:ext cx="283683" cy="283683"/>
              </a:xfrm>
              <a:custGeom>
                <a:avLst/>
                <a:gdLst>
                  <a:gd name="f0" fmla="val 10800000"/>
                  <a:gd name="f1" fmla="val 5400000"/>
                  <a:gd name="f2" fmla="val 180"/>
                  <a:gd name="f3" fmla="val w"/>
                  <a:gd name="f4" fmla="val h"/>
                  <a:gd name="f5" fmla="val 0"/>
                  <a:gd name="f6" fmla="val 291719"/>
                  <a:gd name="f7" fmla="val 145860"/>
                  <a:gd name="f8" fmla="val 65253"/>
                  <a:gd name="f9" fmla="val 226467"/>
                  <a:gd name="f10" fmla="val 291720"/>
                  <a:gd name="f11" fmla="val 138183"/>
                  <a:gd name="f12" fmla="val 38384"/>
                  <a:gd name="f13" fmla="val 148931"/>
                  <a:gd name="f14" fmla="val 157375"/>
                  <a:gd name="f15" fmla="val 46829"/>
                  <a:gd name="f16" fmla="val 57576"/>
                  <a:gd name="f17" fmla="val 68324"/>
                  <a:gd name="f18" fmla="val 76768"/>
                  <a:gd name="f19" fmla="val 127435"/>
                  <a:gd name="f20" fmla="val 118991"/>
                  <a:gd name="f21" fmla="val 184244"/>
                  <a:gd name="f22" fmla="val 253336"/>
                  <a:gd name="f23" fmla="val 107476"/>
                  <a:gd name="f24" fmla="val 230305"/>
                  <a:gd name="f25" fmla="val 134345"/>
                  <a:gd name="f26" fmla="val 115153"/>
                  <a:gd name="f27" fmla="val 111314"/>
                  <a:gd name="f28" fmla="val 92122"/>
                  <a:gd name="f29" fmla="+- 0 0 -90"/>
                  <a:gd name="f30" fmla="*/ f3 1 291719"/>
                  <a:gd name="f31" fmla="*/ f4 1 291719"/>
                  <a:gd name="f32" fmla="val f5"/>
                  <a:gd name="f33" fmla="val f6"/>
                  <a:gd name="f34" fmla="*/ f29 f0 1"/>
                  <a:gd name="f35" fmla="+- f33 0 f32"/>
                  <a:gd name="f36" fmla="*/ f34 1 f2"/>
                  <a:gd name="f37" fmla="*/ f35 1 291719"/>
                  <a:gd name="f38" fmla="*/ 145860 f35 1"/>
                  <a:gd name="f39" fmla="*/ 0 f35 1"/>
                  <a:gd name="f40" fmla="*/ 291720 f35 1"/>
                  <a:gd name="f41" fmla="*/ 138183 f35 1"/>
                  <a:gd name="f42" fmla="*/ 38384 f35 1"/>
                  <a:gd name="f43" fmla="*/ 157375 f35 1"/>
                  <a:gd name="f44" fmla="*/ 57576 f35 1"/>
                  <a:gd name="f45" fmla="*/ 76768 f35 1"/>
                  <a:gd name="f46" fmla="*/ 118991 f35 1"/>
                  <a:gd name="f47" fmla="*/ 184244 f35 1"/>
                  <a:gd name="f48" fmla="*/ 253336 f35 1"/>
                  <a:gd name="f49" fmla="*/ 107476 f35 1"/>
                  <a:gd name="f50" fmla="*/ 230305 f35 1"/>
                  <a:gd name="f51" fmla="*/ 134345 f35 1"/>
                  <a:gd name="f52" fmla="*/ 115153 f35 1"/>
                  <a:gd name="f53" fmla="*/ 111314 f35 1"/>
                  <a:gd name="f54" fmla="*/ 92122 f35 1"/>
                  <a:gd name="f55" fmla="+- f36 0 f1"/>
                  <a:gd name="f56" fmla="*/ f38 1 291719"/>
                  <a:gd name="f57" fmla="*/ f39 1 291719"/>
                  <a:gd name="f58" fmla="*/ f40 1 291719"/>
                  <a:gd name="f59" fmla="*/ f41 1 291719"/>
                  <a:gd name="f60" fmla="*/ f42 1 291719"/>
                  <a:gd name="f61" fmla="*/ f43 1 291719"/>
                  <a:gd name="f62" fmla="*/ f44 1 291719"/>
                  <a:gd name="f63" fmla="*/ f45 1 291719"/>
                  <a:gd name="f64" fmla="*/ f46 1 291719"/>
                  <a:gd name="f65" fmla="*/ f47 1 291719"/>
                  <a:gd name="f66" fmla="*/ f48 1 291719"/>
                  <a:gd name="f67" fmla="*/ f49 1 291719"/>
                  <a:gd name="f68" fmla="*/ f50 1 291719"/>
                  <a:gd name="f69" fmla="*/ f51 1 291719"/>
                  <a:gd name="f70" fmla="*/ f52 1 291719"/>
                  <a:gd name="f71" fmla="*/ f53 1 291719"/>
                  <a:gd name="f72" fmla="*/ f54 1 291719"/>
                  <a:gd name="f73" fmla="*/ f32 1 f37"/>
                  <a:gd name="f74" fmla="*/ f33 1 f37"/>
                  <a:gd name="f75" fmla="*/ f56 1 f37"/>
                  <a:gd name="f76" fmla="*/ f57 1 f37"/>
                  <a:gd name="f77" fmla="*/ f58 1 f37"/>
                  <a:gd name="f78" fmla="*/ f59 1 f37"/>
                  <a:gd name="f79" fmla="*/ f60 1 f37"/>
                  <a:gd name="f80" fmla="*/ f61 1 f37"/>
                  <a:gd name="f81" fmla="*/ f62 1 f37"/>
                  <a:gd name="f82" fmla="*/ f63 1 f37"/>
                  <a:gd name="f83" fmla="*/ f64 1 f37"/>
                  <a:gd name="f84" fmla="*/ f65 1 f37"/>
                  <a:gd name="f85" fmla="*/ f66 1 f37"/>
                  <a:gd name="f86" fmla="*/ f67 1 f37"/>
                  <a:gd name="f87" fmla="*/ f68 1 f37"/>
                  <a:gd name="f88" fmla="*/ f69 1 f37"/>
                  <a:gd name="f89" fmla="*/ f70 1 f37"/>
                  <a:gd name="f90" fmla="*/ f71 1 f37"/>
                  <a:gd name="f91" fmla="*/ f72 1 f37"/>
                  <a:gd name="f92" fmla="*/ f73 f30 1"/>
                  <a:gd name="f93" fmla="*/ f74 f30 1"/>
                  <a:gd name="f94" fmla="*/ f74 f31 1"/>
                  <a:gd name="f95" fmla="*/ f73 f31 1"/>
                  <a:gd name="f96" fmla="*/ f75 f30 1"/>
                  <a:gd name="f97" fmla="*/ f76 f31 1"/>
                  <a:gd name="f98" fmla="*/ f76 f30 1"/>
                  <a:gd name="f99" fmla="*/ f75 f31 1"/>
                  <a:gd name="f100" fmla="*/ f77 f31 1"/>
                  <a:gd name="f101" fmla="*/ f77 f30 1"/>
                  <a:gd name="f102" fmla="*/ f78 f30 1"/>
                  <a:gd name="f103" fmla="*/ f79 f31 1"/>
                  <a:gd name="f104" fmla="*/ f80 f30 1"/>
                  <a:gd name="f105" fmla="*/ f81 f31 1"/>
                  <a:gd name="f106" fmla="*/ f82 f31 1"/>
                  <a:gd name="f107" fmla="*/ f83 f30 1"/>
                  <a:gd name="f108" fmla="*/ f84 f30 1"/>
                  <a:gd name="f109" fmla="*/ f85 f31 1"/>
                  <a:gd name="f110" fmla="*/ f86 f30 1"/>
                  <a:gd name="f111" fmla="*/ f87 f31 1"/>
                  <a:gd name="f112" fmla="*/ f88 f30 1"/>
                  <a:gd name="f113" fmla="*/ f89 f31 1"/>
                  <a:gd name="f114" fmla="*/ f90 f30 1"/>
                  <a:gd name="f115" fmla="*/ f91 f31 1"/>
                </a:gdLst>
                <a:ahLst/>
                <a:cxnLst>
                  <a:cxn ang="3cd4">
                    <a:pos x="hc" y="t"/>
                  </a:cxn>
                  <a:cxn ang="0">
                    <a:pos x="r" y="vc"/>
                  </a:cxn>
                  <a:cxn ang="cd4">
                    <a:pos x="hc" y="b"/>
                  </a:cxn>
                  <a:cxn ang="cd2">
                    <a:pos x="l" y="vc"/>
                  </a:cxn>
                  <a:cxn ang="f55">
                    <a:pos x="f96" y="f97"/>
                  </a:cxn>
                  <a:cxn ang="f55">
                    <a:pos x="f98" y="f99"/>
                  </a:cxn>
                  <a:cxn ang="f55">
                    <a:pos x="f96" y="f100"/>
                  </a:cxn>
                  <a:cxn ang="f55">
                    <a:pos x="f101" y="f99"/>
                  </a:cxn>
                  <a:cxn ang="f55">
                    <a:pos x="f96" y="f97"/>
                  </a:cxn>
                  <a:cxn ang="f55">
                    <a:pos x="f102" y="f103"/>
                  </a:cxn>
                  <a:cxn ang="f55">
                    <a:pos x="f104" y="f105"/>
                  </a:cxn>
                  <a:cxn ang="f55">
                    <a:pos x="f102" y="f106"/>
                  </a:cxn>
                  <a:cxn ang="f55">
                    <a:pos x="f107" y="f105"/>
                  </a:cxn>
                  <a:cxn ang="f55">
                    <a:pos x="f102" y="f103"/>
                  </a:cxn>
                  <a:cxn ang="f55">
                    <a:pos x="f108" y="f109"/>
                  </a:cxn>
                  <a:cxn ang="f55">
                    <a:pos x="f110" y="f109"/>
                  </a:cxn>
                  <a:cxn ang="f55">
                    <a:pos x="f110" y="f111"/>
                  </a:cxn>
                  <a:cxn ang="f55">
                    <a:pos x="f112" y="f111"/>
                  </a:cxn>
                  <a:cxn ang="f55">
                    <a:pos x="f112" y="f113"/>
                  </a:cxn>
                  <a:cxn ang="f55">
                    <a:pos x="f114" y="f113"/>
                  </a:cxn>
                  <a:cxn ang="f55">
                    <a:pos x="f114" y="f115"/>
                  </a:cxn>
                  <a:cxn ang="f55">
                    <a:pos x="f104" y="f115"/>
                  </a:cxn>
                  <a:cxn ang="f55">
                    <a:pos x="f104" y="f113"/>
                  </a:cxn>
                  <a:cxn ang="f55">
                    <a:pos x="f104" y="f111"/>
                  </a:cxn>
                  <a:cxn ang="f55">
                    <a:pos x="f108" y="f111"/>
                  </a:cxn>
                  <a:cxn ang="f55">
                    <a:pos x="f108" y="f109"/>
                  </a:cxn>
                </a:cxnLst>
                <a:rect l="f92" t="f95" r="f93" b="f94"/>
                <a:pathLst>
                  <a:path w="291719" h="291719">
                    <a:moveTo>
                      <a:pt x="f7" y="f5"/>
                    </a:moveTo>
                    <a:cubicBezTo>
                      <a:pt x="f8" y="f5"/>
                      <a:pt x="f5" y="f8"/>
                      <a:pt x="f5" y="f7"/>
                    </a:cubicBezTo>
                    <a:cubicBezTo>
                      <a:pt x="f5" y="f9"/>
                      <a:pt x="f8" y="f10"/>
                      <a:pt x="f7" y="f10"/>
                    </a:cubicBezTo>
                    <a:cubicBezTo>
                      <a:pt x="f9" y="f10"/>
                      <a:pt x="f10" y="f9"/>
                      <a:pt x="f10" y="f7"/>
                    </a:cubicBezTo>
                    <a:cubicBezTo>
                      <a:pt x="f10" y="f8"/>
                      <a:pt x="f9" y="f5"/>
                      <a:pt x="f7" y="f5"/>
                    </a:cubicBezTo>
                    <a:close/>
                    <a:moveTo>
                      <a:pt x="f11" y="f12"/>
                    </a:moveTo>
                    <a:cubicBezTo>
                      <a:pt x="f13" y="f12"/>
                      <a:pt x="f14" y="f15"/>
                      <a:pt x="f14" y="f16"/>
                    </a:cubicBezTo>
                    <a:cubicBezTo>
                      <a:pt x="f14" y="f17"/>
                      <a:pt x="f13" y="f18"/>
                      <a:pt x="f11" y="f18"/>
                    </a:cubicBezTo>
                    <a:cubicBezTo>
                      <a:pt x="f19" y="f18"/>
                      <a:pt x="f20" y="f17"/>
                      <a:pt x="f20" y="f16"/>
                    </a:cubicBezTo>
                    <a:cubicBezTo>
                      <a:pt x="f20" y="f15"/>
                      <a:pt x="f19" y="f12"/>
                      <a:pt x="f11" y="f12"/>
                    </a:cubicBezTo>
                    <a:close/>
                    <a:moveTo>
                      <a:pt x="f21" y="f22"/>
                    </a:moveTo>
                    <a:lnTo>
                      <a:pt x="f23" y="f22"/>
                    </a:lnTo>
                    <a:lnTo>
                      <a:pt x="f23" y="f24"/>
                    </a:lnTo>
                    <a:lnTo>
                      <a:pt x="f25" y="f24"/>
                    </a:lnTo>
                    <a:lnTo>
                      <a:pt x="f25" y="f26"/>
                    </a:lnTo>
                    <a:lnTo>
                      <a:pt x="f27" y="f26"/>
                    </a:lnTo>
                    <a:lnTo>
                      <a:pt x="f27" y="f28"/>
                    </a:lnTo>
                    <a:lnTo>
                      <a:pt x="f14" y="f28"/>
                    </a:lnTo>
                    <a:lnTo>
                      <a:pt x="f14" y="f26"/>
                    </a:lnTo>
                    <a:lnTo>
                      <a:pt x="f14" y="f24"/>
                    </a:lnTo>
                    <a:lnTo>
                      <a:pt x="f21" y="f24"/>
                    </a:lnTo>
                    <a:lnTo>
                      <a:pt x="f21" y="f22"/>
                    </a:lnTo>
                    <a:close/>
                  </a:path>
                </a:pathLst>
              </a:custGeom>
              <a:solidFill>
                <a:srgbClr val="1FF524"/>
              </a:solidFill>
              <a:ln>
                <a:noFill/>
                <a:prstDash val="soli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2000" b="0" i="0" u="none" strike="noStrike" kern="1200" cap="none" spc="0" baseline="0">
                  <a:solidFill>
                    <a:srgbClr val="211F26"/>
                  </a:solidFill>
                  <a:uFillTx/>
                  <a:latin typeface="Calibri" pitchFamily="34"/>
                  <a:cs typeface="Calibri" pitchFamily="34"/>
                </a:endParaRPr>
              </a:p>
            </p:txBody>
          </p:sp>
        </p:grpSp>
        <p:grpSp>
          <p:nvGrpSpPr>
            <p:cNvPr id="28" name="VOORBEELD">
              <a:extLst>
                <a:ext uri="{FF2B5EF4-FFF2-40B4-BE49-F238E27FC236}">
                  <a16:creationId xmlns:a16="http://schemas.microsoft.com/office/drawing/2014/main" id="{ED1BA2D7-4396-CDD4-64B6-955A7554AD4C}"/>
                </a:ext>
              </a:extLst>
            </p:cNvPr>
            <p:cNvGrpSpPr/>
            <p:nvPr/>
          </p:nvGrpSpPr>
          <p:grpSpPr>
            <a:xfrm>
              <a:off x="12558863" y="458672"/>
              <a:ext cx="3234315" cy="558871"/>
              <a:chOff x="12558863" y="458672"/>
              <a:chExt cx="3234315" cy="558871"/>
            </a:xfrm>
          </p:grpSpPr>
          <p:sp>
            <p:nvSpPr>
              <p:cNvPr id="29" name="Rechthoek 39">
                <a:extLst>
                  <a:ext uri="{FF2B5EF4-FFF2-40B4-BE49-F238E27FC236}">
                    <a16:creationId xmlns:a16="http://schemas.microsoft.com/office/drawing/2014/main" id="{67872E24-943E-E215-3F97-B1A36D22AE4A}"/>
                  </a:ext>
                </a:extLst>
              </p:cNvPr>
              <p:cNvSpPr/>
              <p:nvPr/>
            </p:nvSpPr>
            <p:spPr>
              <a:xfrm>
                <a:off x="12559850" y="458672"/>
                <a:ext cx="393457" cy="184059"/>
              </a:xfrm>
              <a:prstGeom prst="rect">
                <a:avLst/>
              </a:prstGeom>
              <a:solidFill>
                <a:srgbClr val="F8F8F8"/>
              </a:solidFill>
              <a:ln>
                <a:noFill/>
                <a:prstDash val="solid"/>
              </a:ln>
            </p:spPr>
            <p:txBody>
              <a:bodyPr vert="horz" wrap="square" lIns="0" tIns="18004" rIns="0" bIns="0" anchor="t"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900" b="1" i="0" u="none" strike="noStrike" kern="1200" cap="none" spc="0" baseline="0">
                    <a:solidFill>
                      <a:srgbClr val="211F26"/>
                    </a:solidFill>
                    <a:uFillTx/>
                    <a:latin typeface="Calibri" pitchFamily="34"/>
                    <a:cs typeface="Calibri" pitchFamily="34"/>
                  </a:rPr>
                  <a:t>Home</a:t>
                </a:r>
              </a:p>
            </p:txBody>
          </p:sp>
          <p:sp>
            <p:nvSpPr>
              <p:cNvPr id="30" name="Rechthoek 40">
                <a:extLst>
                  <a:ext uri="{FF2B5EF4-FFF2-40B4-BE49-F238E27FC236}">
                    <a16:creationId xmlns:a16="http://schemas.microsoft.com/office/drawing/2014/main" id="{25CDE1B9-45C6-151D-6A36-777CCA03BF82}"/>
                  </a:ext>
                </a:extLst>
              </p:cNvPr>
              <p:cNvSpPr/>
              <p:nvPr/>
            </p:nvSpPr>
            <p:spPr>
              <a:xfrm>
                <a:off x="12564843" y="621343"/>
                <a:ext cx="383782" cy="27166"/>
              </a:xfrm>
              <a:prstGeom prst="rect">
                <a:avLst/>
              </a:prstGeom>
              <a:solidFill>
                <a:srgbClr val="B74629"/>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nvGrpSpPr>
              <p:cNvPr id="31" name="Groep 41">
                <a:extLst>
                  <a:ext uri="{FF2B5EF4-FFF2-40B4-BE49-F238E27FC236}">
                    <a16:creationId xmlns:a16="http://schemas.microsoft.com/office/drawing/2014/main" id="{FAFB9932-1974-4C8E-A289-95DA2E2C512E}"/>
                  </a:ext>
                </a:extLst>
              </p:cNvPr>
              <p:cNvGrpSpPr/>
              <p:nvPr/>
            </p:nvGrpSpPr>
            <p:grpSpPr>
              <a:xfrm>
                <a:off x="12777789" y="830869"/>
                <a:ext cx="139418" cy="109563"/>
                <a:chOff x="12777789" y="830869"/>
                <a:chExt cx="139418" cy="109563"/>
              </a:xfrm>
            </p:grpSpPr>
            <p:grpSp>
              <p:nvGrpSpPr>
                <p:cNvPr id="32" name="Groep 72">
                  <a:extLst>
                    <a:ext uri="{FF2B5EF4-FFF2-40B4-BE49-F238E27FC236}">
                      <a16:creationId xmlns:a16="http://schemas.microsoft.com/office/drawing/2014/main" id="{64DCB8EC-71D9-058F-3D24-72A359B1E775}"/>
                    </a:ext>
                  </a:extLst>
                </p:cNvPr>
                <p:cNvGrpSpPr/>
                <p:nvPr/>
              </p:nvGrpSpPr>
              <p:grpSpPr>
                <a:xfrm>
                  <a:off x="12777789" y="830869"/>
                  <a:ext cx="139418" cy="109563"/>
                  <a:chOff x="12777789" y="830869"/>
                  <a:chExt cx="139418" cy="109563"/>
                </a:xfrm>
              </p:grpSpPr>
              <p:cxnSp>
                <p:nvCxnSpPr>
                  <p:cNvPr id="33" name="Rechte verbindingslijn 74">
                    <a:extLst>
                      <a:ext uri="{FF2B5EF4-FFF2-40B4-BE49-F238E27FC236}">
                        <a16:creationId xmlns:a16="http://schemas.microsoft.com/office/drawing/2014/main" id="{4658404D-816C-E818-CA60-E0E39ED8F233}"/>
                      </a:ext>
                    </a:extLst>
                  </p:cNvPr>
                  <p:cNvCxnSpPr/>
                  <p:nvPr/>
                </p:nvCxnSpPr>
                <p:spPr>
                  <a:xfrm>
                    <a:off x="12777789" y="830869"/>
                    <a:ext cx="139418" cy="0"/>
                  </a:xfrm>
                  <a:prstGeom prst="straightConnector1">
                    <a:avLst/>
                  </a:prstGeom>
                  <a:noFill/>
                  <a:ln w="12701" cap="flat">
                    <a:solidFill>
                      <a:srgbClr val="9D9FA1"/>
                    </a:solidFill>
                    <a:prstDash val="solid"/>
                  </a:ln>
                </p:spPr>
              </p:cxnSp>
              <p:cxnSp>
                <p:nvCxnSpPr>
                  <p:cNvPr id="34" name="Rechte verbindingslijn 75">
                    <a:extLst>
                      <a:ext uri="{FF2B5EF4-FFF2-40B4-BE49-F238E27FC236}">
                        <a16:creationId xmlns:a16="http://schemas.microsoft.com/office/drawing/2014/main" id="{F6C180CD-8B27-2A79-3E02-F5CE9DFF68D4}"/>
                      </a:ext>
                    </a:extLst>
                  </p:cNvPr>
                  <p:cNvCxnSpPr/>
                  <p:nvPr/>
                </p:nvCxnSpPr>
                <p:spPr>
                  <a:xfrm>
                    <a:off x="12777789" y="940432"/>
                    <a:ext cx="139418" cy="0"/>
                  </a:xfrm>
                  <a:prstGeom prst="straightConnector1">
                    <a:avLst/>
                  </a:prstGeom>
                  <a:noFill/>
                  <a:ln w="12701" cap="flat">
                    <a:solidFill>
                      <a:srgbClr val="9D9FA1"/>
                    </a:solidFill>
                    <a:prstDash val="solid"/>
                  </a:ln>
                </p:spPr>
              </p:cxnSp>
              <p:cxnSp>
                <p:nvCxnSpPr>
                  <p:cNvPr id="35" name="Rechte verbindingslijn 76">
                    <a:extLst>
                      <a:ext uri="{FF2B5EF4-FFF2-40B4-BE49-F238E27FC236}">
                        <a16:creationId xmlns:a16="http://schemas.microsoft.com/office/drawing/2014/main" id="{3DD373FB-CCF4-02C5-117F-B945CF01BA0F}"/>
                      </a:ext>
                    </a:extLst>
                  </p:cNvPr>
                  <p:cNvCxnSpPr/>
                  <p:nvPr/>
                </p:nvCxnSpPr>
                <p:spPr>
                  <a:xfrm>
                    <a:off x="12854443" y="913046"/>
                    <a:ext cx="62764" cy="0"/>
                  </a:xfrm>
                  <a:prstGeom prst="straightConnector1">
                    <a:avLst/>
                  </a:prstGeom>
                  <a:noFill/>
                  <a:ln w="12701" cap="flat">
                    <a:solidFill>
                      <a:srgbClr val="9D9FA1"/>
                    </a:solidFill>
                    <a:prstDash val="solid"/>
                  </a:ln>
                </p:spPr>
              </p:cxnSp>
              <p:cxnSp>
                <p:nvCxnSpPr>
                  <p:cNvPr id="36" name="Rechte verbindingslijn 77">
                    <a:extLst>
                      <a:ext uri="{FF2B5EF4-FFF2-40B4-BE49-F238E27FC236}">
                        <a16:creationId xmlns:a16="http://schemas.microsoft.com/office/drawing/2014/main" id="{DB96A105-344C-AFF1-98DD-6896AD6DEA48}"/>
                      </a:ext>
                    </a:extLst>
                  </p:cNvPr>
                  <p:cNvCxnSpPr/>
                  <p:nvPr/>
                </p:nvCxnSpPr>
                <p:spPr>
                  <a:xfrm>
                    <a:off x="12854443" y="885651"/>
                    <a:ext cx="62764" cy="0"/>
                  </a:xfrm>
                  <a:prstGeom prst="straightConnector1">
                    <a:avLst/>
                  </a:prstGeom>
                  <a:noFill/>
                  <a:ln w="12701" cap="flat">
                    <a:solidFill>
                      <a:srgbClr val="9D9FA1"/>
                    </a:solidFill>
                    <a:prstDash val="solid"/>
                  </a:ln>
                </p:spPr>
              </p:cxnSp>
              <p:cxnSp>
                <p:nvCxnSpPr>
                  <p:cNvPr id="37" name="Rechte verbindingslijn 78">
                    <a:extLst>
                      <a:ext uri="{FF2B5EF4-FFF2-40B4-BE49-F238E27FC236}">
                        <a16:creationId xmlns:a16="http://schemas.microsoft.com/office/drawing/2014/main" id="{111E932F-D231-4768-7E69-DD3A25A62B2B}"/>
                      </a:ext>
                    </a:extLst>
                  </p:cNvPr>
                  <p:cNvCxnSpPr/>
                  <p:nvPr/>
                </p:nvCxnSpPr>
                <p:spPr>
                  <a:xfrm>
                    <a:off x="12854443" y="858264"/>
                    <a:ext cx="62764" cy="0"/>
                  </a:xfrm>
                  <a:prstGeom prst="straightConnector1">
                    <a:avLst/>
                  </a:prstGeom>
                  <a:noFill/>
                  <a:ln w="12701" cap="flat">
                    <a:solidFill>
                      <a:srgbClr val="9D9FA1"/>
                    </a:solidFill>
                    <a:prstDash val="solid"/>
                  </a:ln>
                </p:spPr>
              </p:cxnSp>
            </p:grpSp>
            <p:sp>
              <p:nvSpPr>
                <p:cNvPr id="38" name="Pijl: rechts 73">
                  <a:extLst>
                    <a:ext uri="{FF2B5EF4-FFF2-40B4-BE49-F238E27FC236}">
                      <a16:creationId xmlns:a16="http://schemas.microsoft.com/office/drawing/2014/main" id="{25BAE684-B044-63F8-2928-A09AE5D9533C}"/>
                    </a:ext>
                  </a:extLst>
                </p:cNvPr>
                <p:cNvSpPr/>
                <p:nvPr/>
              </p:nvSpPr>
              <p:spPr>
                <a:xfrm>
                  <a:off x="12777789" y="857039"/>
                  <a:ext cx="58411" cy="56116"/>
                </a:xfrm>
                <a:custGeom>
                  <a:avLst>
                    <a:gd name="f0" fmla="val 8396"/>
                    <a:gd name="f1" fmla="val 8064"/>
                  </a:avLst>
                  <a:gdLst>
                    <a:gd name="f2" fmla="val 10800000"/>
                    <a:gd name="f3" fmla="val 5400000"/>
                    <a:gd name="f4" fmla="val 180"/>
                    <a:gd name="f5" fmla="val w"/>
                    <a:gd name="f6" fmla="val h"/>
                    <a:gd name="f7" fmla="val 0"/>
                    <a:gd name="f8" fmla="val 21600"/>
                    <a:gd name="f9" fmla="val 10800"/>
                    <a:gd name="f10" fmla="+- 0 0 0"/>
                    <a:gd name="f11" fmla="+- 0 0 180"/>
                    <a:gd name="f12" fmla="*/ f5 1 21600"/>
                    <a:gd name="f13" fmla="*/ f6 1 21600"/>
                    <a:gd name="f14" fmla="pin 0 f0 21600"/>
                    <a:gd name="f15" fmla="pin 0 f1 10800"/>
                    <a:gd name="f16" fmla="*/ f10 f2 1"/>
                    <a:gd name="f17" fmla="*/ f11 f2 1"/>
                    <a:gd name="f18" fmla="val f15"/>
                    <a:gd name="f19" fmla="val f14"/>
                    <a:gd name="f20" fmla="+- 21600 0 f15"/>
                    <a:gd name="f21" fmla="*/ f14 f12 1"/>
                    <a:gd name="f22" fmla="*/ f15 f13 1"/>
                    <a:gd name="f23" fmla="*/ 0 f12 1"/>
                    <a:gd name="f24" fmla="*/ 0 f13 1"/>
                    <a:gd name="f25" fmla="*/ f16 1 f4"/>
                    <a:gd name="f26" fmla="*/ 21600 f13 1"/>
                    <a:gd name="f27" fmla="*/ f17 1 f4"/>
                    <a:gd name="f28" fmla="+- 21600 0 f19"/>
                    <a:gd name="f29" fmla="*/ f20 f13 1"/>
                    <a:gd name="f30" fmla="*/ f18 f13 1"/>
                    <a:gd name="f31" fmla="*/ f19 f12 1"/>
                    <a:gd name="f32" fmla="+- f25 0 f3"/>
                    <a:gd name="f33" fmla="+- f27 0 f3"/>
                    <a:gd name="f34" fmla="*/ f28 f18 1"/>
                    <a:gd name="f35" fmla="*/ f34 1 10800"/>
                    <a:gd name="f36" fmla="+- f19 f35 0"/>
                    <a:gd name="f37" fmla="*/ f36 f12 1"/>
                  </a:gdLst>
                  <a:ahLst>
                    <a:ahXY gdRefX="f0" minX="f7" maxX="f8" gdRefY="f1" minY="f7" maxY="f9">
                      <a:pos x="f21" y="f22"/>
                    </a:ahXY>
                  </a:ahLst>
                  <a:cxnLst>
                    <a:cxn ang="3cd4">
                      <a:pos x="hc" y="t"/>
                    </a:cxn>
                    <a:cxn ang="0">
                      <a:pos x="r" y="vc"/>
                    </a:cxn>
                    <a:cxn ang="cd4">
                      <a:pos x="hc" y="b"/>
                    </a:cxn>
                    <a:cxn ang="cd2">
                      <a:pos x="l" y="vc"/>
                    </a:cxn>
                    <a:cxn ang="f32">
                      <a:pos x="f31" y="f24"/>
                    </a:cxn>
                    <a:cxn ang="f33">
                      <a:pos x="f31" y="f26"/>
                    </a:cxn>
                  </a:cxnLst>
                  <a:rect l="f23" t="f30" r="f37" b="f29"/>
                  <a:pathLst>
                    <a:path w="21600" h="21600">
                      <a:moveTo>
                        <a:pt x="f7" y="f18"/>
                      </a:moveTo>
                      <a:lnTo>
                        <a:pt x="f19" y="f18"/>
                      </a:lnTo>
                      <a:lnTo>
                        <a:pt x="f19" y="f7"/>
                      </a:lnTo>
                      <a:lnTo>
                        <a:pt x="f8" y="f9"/>
                      </a:lnTo>
                      <a:lnTo>
                        <a:pt x="f19" y="f8"/>
                      </a:lnTo>
                      <a:lnTo>
                        <a:pt x="f19" y="f20"/>
                      </a:lnTo>
                      <a:lnTo>
                        <a:pt x="f7" y="f20"/>
                      </a:lnTo>
                      <a:close/>
                    </a:path>
                  </a:pathLst>
                </a:custGeom>
                <a:solidFill>
                  <a:srgbClr val="4A7DB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grpSp>
            <p:nvGrpSpPr>
              <p:cNvPr id="39" name="Groep 42">
                <a:extLst>
                  <a:ext uri="{FF2B5EF4-FFF2-40B4-BE49-F238E27FC236}">
                    <a16:creationId xmlns:a16="http://schemas.microsoft.com/office/drawing/2014/main" id="{A419A904-395D-53FD-0398-8B6AE312A75E}"/>
                  </a:ext>
                </a:extLst>
              </p:cNvPr>
              <p:cNvGrpSpPr/>
              <p:nvPr/>
            </p:nvGrpSpPr>
            <p:grpSpPr>
              <a:xfrm>
                <a:off x="12558863" y="830869"/>
                <a:ext cx="139418" cy="109563"/>
                <a:chOff x="12558863" y="830869"/>
                <a:chExt cx="139418" cy="109563"/>
              </a:xfrm>
            </p:grpSpPr>
            <p:grpSp>
              <p:nvGrpSpPr>
                <p:cNvPr id="40" name="Groep 65">
                  <a:extLst>
                    <a:ext uri="{FF2B5EF4-FFF2-40B4-BE49-F238E27FC236}">
                      <a16:creationId xmlns:a16="http://schemas.microsoft.com/office/drawing/2014/main" id="{E8BEFEE8-9900-AB3E-6A54-31FCF3281C30}"/>
                    </a:ext>
                  </a:extLst>
                </p:cNvPr>
                <p:cNvGrpSpPr/>
                <p:nvPr/>
              </p:nvGrpSpPr>
              <p:grpSpPr>
                <a:xfrm>
                  <a:off x="12558863" y="830869"/>
                  <a:ext cx="139418" cy="109563"/>
                  <a:chOff x="12558863" y="830869"/>
                  <a:chExt cx="139418" cy="109563"/>
                </a:xfrm>
              </p:grpSpPr>
              <p:cxnSp>
                <p:nvCxnSpPr>
                  <p:cNvPr id="41" name="Rechte verbindingslijn 67">
                    <a:extLst>
                      <a:ext uri="{FF2B5EF4-FFF2-40B4-BE49-F238E27FC236}">
                        <a16:creationId xmlns:a16="http://schemas.microsoft.com/office/drawing/2014/main" id="{3398F500-962D-EB89-C39A-807B47B92D9A}"/>
                      </a:ext>
                    </a:extLst>
                  </p:cNvPr>
                  <p:cNvCxnSpPr/>
                  <p:nvPr/>
                </p:nvCxnSpPr>
                <p:spPr>
                  <a:xfrm>
                    <a:off x="12558863" y="830869"/>
                    <a:ext cx="139418" cy="0"/>
                  </a:xfrm>
                  <a:prstGeom prst="straightConnector1">
                    <a:avLst/>
                  </a:prstGeom>
                  <a:noFill/>
                  <a:ln w="12701" cap="flat">
                    <a:solidFill>
                      <a:srgbClr val="9D9FA1"/>
                    </a:solidFill>
                    <a:prstDash val="solid"/>
                  </a:ln>
                </p:spPr>
              </p:cxnSp>
              <p:cxnSp>
                <p:nvCxnSpPr>
                  <p:cNvPr id="42" name="Rechte verbindingslijn 68">
                    <a:extLst>
                      <a:ext uri="{FF2B5EF4-FFF2-40B4-BE49-F238E27FC236}">
                        <a16:creationId xmlns:a16="http://schemas.microsoft.com/office/drawing/2014/main" id="{11225EED-A45F-07F2-98DE-33A75F519F6C}"/>
                      </a:ext>
                    </a:extLst>
                  </p:cNvPr>
                  <p:cNvCxnSpPr/>
                  <p:nvPr/>
                </p:nvCxnSpPr>
                <p:spPr>
                  <a:xfrm>
                    <a:off x="12558863" y="940432"/>
                    <a:ext cx="139418" cy="0"/>
                  </a:xfrm>
                  <a:prstGeom prst="straightConnector1">
                    <a:avLst/>
                  </a:prstGeom>
                  <a:noFill/>
                  <a:ln w="12701" cap="flat">
                    <a:solidFill>
                      <a:srgbClr val="9D9FA1"/>
                    </a:solidFill>
                    <a:prstDash val="solid"/>
                  </a:ln>
                </p:spPr>
              </p:cxnSp>
              <p:cxnSp>
                <p:nvCxnSpPr>
                  <p:cNvPr id="43" name="Rechte verbindingslijn 69">
                    <a:extLst>
                      <a:ext uri="{FF2B5EF4-FFF2-40B4-BE49-F238E27FC236}">
                        <a16:creationId xmlns:a16="http://schemas.microsoft.com/office/drawing/2014/main" id="{73323E36-1496-1BFE-AAD8-CBAC610AB311}"/>
                      </a:ext>
                    </a:extLst>
                  </p:cNvPr>
                  <p:cNvCxnSpPr/>
                  <p:nvPr/>
                </p:nvCxnSpPr>
                <p:spPr>
                  <a:xfrm>
                    <a:off x="12635517" y="913046"/>
                    <a:ext cx="62764" cy="0"/>
                  </a:xfrm>
                  <a:prstGeom prst="straightConnector1">
                    <a:avLst/>
                  </a:prstGeom>
                  <a:noFill/>
                  <a:ln w="12701" cap="flat">
                    <a:solidFill>
                      <a:srgbClr val="9D9FA1"/>
                    </a:solidFill>
                    <a:prstDash val="solid"/>
                  </a:ln>
                </p:spPr>
              </p:cxnSp>
              <p:cxnSp>
                <p:nvCxnSpPr>
                  <p:cNvPr id="44" name="Rechte verbindingslijn 70">
                    <a:extLst>
                      <a:ext uri="{FF2B5EF4-FFF2-40B4-BE49-F238E27FC236}">
                        <a16:creationId xmlns:a16="http://schemas.microsoft.com/office/drawing/2014/main" id="{CB1A43D4-776B-F87F-3D6A-EDCBB8528AE8}"/>
                      </a:ext>
                    </a:extLst>
                  </p:cNvPr>
                  <p:cNvCxnSpPr/>
                  <p:nvPr/>
                </p:nvCxnSpPr>
                <p:spPr>
                  <a:xfrm>
                    <a:off x="12635517" y="885651"/>
                    <a:ext cx="62764" cy="0"/>
                  </a:xfrm>
                  <a:prstGeom prst="straightConnector1">
                    <a:avLst/>
                  </a:prstGeom>
                  <a:noFill/>
                  <a:ln w="12701" cap="flat">
                    <a:solidFill>
                      <a:srgbClr val="9D9FA1"/>
                    </a:solidFill>
                    <a:prstDash val="solid"/>
                  </a:ln>
                </p:spPr>
              </p:cxnSp>
              <p:cxnSp>
                <p:nvCxnSpPr>
                  <p:cNvPr id="45" name="Rechte verbindingslijn 71">
                    <a:extLst>
                      <a:ext uri="{FF2B5EF4-FFF2-40B4-BE49-F238E27FC236}">
                        <a16:creationId xmlns:a16="http://schemas.microsoft.com/office/drawing/2014/main" id="{D7C28C2B-BEB1-E2F8-6125-C4E8F3D37A81}"/>
                      </a:ext>
                    </a:extLst>
                  </p:cNvPr>
                  <p:cNvCxnSpPr/>
                  <p:nvPr/>
                </p:nvCxnSpPr>
                <p:spPr>
                  <a:xfrm>
                    <a:off x="12635517" y="858264"/>
                    <a:ext cx="62764" cy="0"/>
                  </a:xfrm>
                  <a:prstGeom prst="straightConnector1">
                    <a:avLst/>
                  </a:prstGeom>
                  <a:noFill/>
                  <a:ln w="12701" cap="flat">
                    <a:solidFill>
                      <a:srgbClr val="9D9FA1"/>
                    </a:solidFill>
                    <a:prstDash val="solid"/>
                  </a:ln>
                </p:spPr>
              </p:cxnSp>
            </p:grpSp>
            <p:sp>
              <p:nvSpPr>
                <p:cNvPr id="46" name="Pijl: rechts 66">
                  <a:extLst>
                    <a:ext uri="{FF2B5EF4-FFF2-40B4-BE49-F238E27FC236}">
                      <a16:creationId xmlns:a16="http://schemas.microsoft.com/office/drawing/2014/main" id="{0DCE3DF1-343E-DBCC-4E81-997F8A14CBF9}"/>
                    </a:ext>
                  </a:extLst>
                </p:cNvPr>
                <p:cNvSpPr/>
                <p:nvPr/>
              </p:nvSpPr>
              <p:spPr>
                <a:xfrm flipH="1">
                  <a:off x="12558863" y="857039"/>
                  <a:ext cx="58411" cy="56116"/>
                </a:xfrm>
                <a:custGeom>
                  <a:avLst>
                    <a:gd name="f0" fmla="val 8396"/>
                    <a:gd name="f1" fmla="val 8064"/>
                  </a:avLst>
                  <a:gdLst>
                    <a:gd name="f2" fmla="val 10800000"/>
                    <a:gd name="f3" fmla="val 5400000"/>
                    <a:gd name="f4" fmla="val 180"/>
                    <a:gd name="f5" fmla="val w"/>
                    <a:gd name="f6" fmla="val h"/>
                    <a:gd name="f7" fmla="val 0"/>
                    <a:gd name="f8" fmla="val 21600"/>
                    <a:gd name="f9" fmla="val 10800"/>
                    <a:gd name="f10" fmla="+- 0 0 0"/>
                    <a:gd name="f11" fmla="+- 0 0 180"/>
                    <a:gd name="f12" fmla="*/ f5 1 21600"/>
                    <a:gd name="f13" fmla="*/ f6 1 21600"/>
                    <a:gd name="f14" fmla="pin 0 f0 21600"/>
                    <a:gd name="f15" fmla="pin 0 f1 10800"/>
                    <a:gd name="f16" fmla="*/ f10 f2 1"/>
                    <a:gd name="f17" fmla="*/ f11 f2 1"/>
                    <a:gd name="f18" fmla="val f15"/>
                    <a:gd name="f19" fmla="val f14"/>
                    <a:gd name="f20" fmla="+- 21600 0 f15"/>
                    <a:gd name="f21" fmla="*/ f14 f12 1"/>
                    <a:gd name="f22" fmla="*/ f15 f13 1"/>
                    <a:gd name="f23" fmla="*/ 0 f12 1"/>
                    <a:gd name="f24" fmla="*/ 0 f13 1"/>
                    <a:gd name="f25" fmla="*/ f16 1 f4"/>
                    <a:gd name="f26" fmla="*/ 21600 f13 1"/>
                    <a:gd name="f27" fmla="*/ f17 1 f4"/>
                    <a:gd name="f28" fmla="+- 21600 0 f19"/>
                    <a:gd name="f29" fmla="*/ f20 f13 1"/>
                    <a:gd name="f30" fmla="*/ f18 f13 1"/>
                    <a:gd name="f31" fmla="*/ f19 f12 1"/>
                    <a:gd name="f32" fmla="+- f25 0 f3"/>
                    <a:gd name="f33" fmla="+- f27 0 f3"/>
                    <a:gd name="f34" fmla="*/ f28 f18 1"/>
                    <a:gd name="f35" fmla="*/ f34 1 10800"/>
                    <a:gd name="f36" fmla="+- f19 f35 0"/>
                    <a:gd name="f37" fmla="*/ f36 f12 1"/>
                  </a:gdLst>
                  <a:ahLst>
                    <a:ahXY gdRefX="f0" minX="f7" maxX="f8" gdRefY="f1" minY="f7" maxY="f9">
                      <a:pos x="f21" y="f22"/>
                    </a:ahXY>
                  </a:ahLst>
                  <a:cxnLst>
                    <a:cxn ang="3cd4">
                      <a:pos x="hc" y="t"/>
                    </a:cxn>
                    <a:cxn ang="0">
                      <a:pos x="r" y="vc"/>
                    </a:cxn>
                    <a:cxn ang="cd4">
                      <a:pos x="hc" y="b"/>
                    </a:cxn>
                    <a:cxn ang="cd2">
                      <a:pos x="l" y="vc"/>
                    </a:cxn>
                    <a:cxn ang="f32">
                      <a:pos x="f31" y="f24"/>
                    </a:cxn>
                    <a:cxn ang="f33">
                      <a:pos x="f31" y="f26"/>
                    </a:cxn>
                  </a:cxnLst>
                  <a:rect l="f23" t="f30" r="f37" b="f29"/>
                  <a:pathLst>
                    <a:path w="21600" h="21600">
                      <a:moveTo>
                        <a:pt x="f7" y="f18"/>
                      </a:moveTo>
                      <a:lnTo>
                        <a:pt x="f19" y="f18"/>
                      </a:lnTo>
                      <a:lnTo>
                        <a:pt x="f19" y="f7"/>
                      </a:lnTo>
                      <a:lnTo>
                        <a:pt x="f8" y="f9"/>
                      </a:lnTo>
                      <a:lnTo>
                        <a:pt x="f19" y="f8"/>
                      </a:lnTo>
                      <a:lnTo>
                        <a:pt x="f19" y="f20"/>
                      </a:lnTo>
                      <a:lnTo>
                        <a:pt x="f7" y="f20"/>
                      </a:lnTo>
                      <a:close/>
                    </a:path>
                  </a:pathLst>
                </a:custGeom>
                <a:solidFill>
                  <a:srgbClr val="4A7DB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cxnSp>
            <p:nvCxnSpPr>
              <p:cNvPr id="47" name="Rechte verbindingslijn 43">
                <a:extLst>
                  <a:ext uri="{FF2B5EF4-FFF2-40B4-BE49-F238E27FC236}">
                    <a16:creationId xmlns:a16="http://schemas.microsoft.com/office/drawing/2014/main" id="{5765DE0E-6DE7-B6D0-500D-118C06042E17}"/>
                  </a:ext>
                </a:extLst>
              </p:cNvPr>
              <p:cNvCxnSpPr/>
              <p:nvPr/>
            </p:nvCxnSpPr>
            <p:spPr>
              <a:xfrm flipV="1">
                <a:off x="12704079" y="588169"/>
                <a:ext cx="547680" cy="219072"/>
              </a:xfrm>
              <a:prstGeom prst="straightConnector1">
                <a:avLst/>
              </a:prstGeom>
              <a:noFill/>
              <a:ln w="19046" cap="rnd">
                <a:solidFill>
                  <a:srgbClr val="00A6D6"/>
                </a:solidFill>
                <a:prstDash val="solid"/>
                <a:headEnd type="arrow"/>
              </a:ln>
            </p:spPr>
          </p:cxnSp>
          <p:cxnSp>
            <p:nvCxnSpPr>
              <p:cNvPr id="48" name="Rechte verbindingslijn 44">
                <a:extLst>
                  <a:ext uri="{FF2B5EF4-FFF2-40B4-BE49-F238E27FC236}">
                    <a16:creationId xmlns:a16="http://schemas.microsoft.com/office/drawing/2014/main" id="{469619E5-A565-41BE-06C7-DDB5AA89DBCA}"/>
                  </a:ext>
                </a:extLst>
              </p:cNvPr>
              <p:cNvCxnSpPr/>
              <p:nvPr/>
            </p:nvCxnSpPr>
            <p:spPr>
              <a:xfrm>
                <a:off x="12939820" y="828675"/>
                <a:ext cx="319089" cy="0"/>
              </a:xfrm>
              <a:prstGeom prst="straightConnector1">
                <a:avLst/>
              </a:prstGeom>
              <a:noFill/>
              <a:ln w="19046" cap="rnd">
                <a:solidFill>
                  <a:srgbClr val="00A6D6"/>
                </a:solidFill>
                <a:prstDash val="solid"/>
                <a:headEnd type="arrow"/>
              </a:ln>
            </p:spPr>
          </p:cxnSp>
          <p:sp>
            <p:nvSpPr>
              <p:cNvPr id="49" name="Rechthoek 45">
                <a:extLst>
                  <a:ext uri="{FF2B5EF4-FFF2-40B4-BE49-F238E27FC236}">
                    <a16:creationId xmlns:a16="http://schemas.microsoft.com/office/drawing/2014/main" id="{5AA8ED24-3438-1050-F350-A1B36FBA718D}"/>
                  </a:ext>
                </a:extLst>
              </p:cNvPr>
              <p:cNvSpPr/>
              <p:nvPr/>
            </p:nvSpPr>
            <p:spPr>
              <a:xfrm>
                <a:off x="13604132" y="512182"/>
                <a:ext cx="2189046" cy="151086"/>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100" b="0" i="0" u="none" strike="noStrike" kern="0" cap="none" spc="0" baseline="0">
                    <a:solidFill>
                      <a:srgbClr val="000000"/>
                    </a:solidFill>
                    <a:uFillTx/>
                    <a:latin typeface="Calibri" pitchFamily="34"/>
                    <a:cs typeface="Calibri" pitchFamily="34"/>
                  </a:rPr>
                  <a:t>Text level down</a:t>
                </a:r>
              </a:p>
            </p:txBody>
          </p:sp>
          <p:sp>
            <p:nvSpPr>
              <p:cNvPr id="50" name="Rechthoek 46">
                <a:extLst>
                  <a:ext uri="{FF2B5EF4-FFF2-40B4-BE49-F238E27FC236}">
                    <a16:creationId xmlns:a16="http://schemas.microsoft.com/office/drawing/2014/main" id="{3C1842D2-0C9F-AEA6-0E1A-6CACD9E24762}"/>
                  </a:ext>
                </a:extLst>
              </p:cNvPr>
              <p:cNvSpPr/>
              <p:nvPr/>
            </p:nvSpPr>
            <p:spPr>
              <a:xfrm>
                <a:off x="13604132" y="819558"/>
                <a:ext cx="2189046" cy="142198"/>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100" b="0" i="0" u="none" strike="noStrike" kern="0" cap="none" spc="0" baseline="0">
                    <a:solidFill>
                      <a:srgbClr val="000000"/>
                    </a:solidFill>
                    <a:uFillTx/>
                    <a:latin typeface="Calibri" pitchFamily="34"/>
                    <a:cs typeface="Calibri" pitchFamily="34"/>
                  </a:rPr>
                  <a:t>Text level up</a:t>
                </a:r>
              </a:p>
            </p:txBody>
          </p:sp>
          <p:grpSp>
            <p:nvGrpSpPr>
              <p:cNvPr id="51" name="Groep 47">
                <a:extLst>
                  <a:ext uri="{FF2B5EF4-FFF2-40B4-BE49-F238E27FC236}">
                    <a16:creationId xmlns:a16="http://schemas.microsoft.com/office/drawing/2014/main" id="{2871D9AF-52A7-7F8C-B526-DF18D6BE676E}"/>
                  </a:ext>
                </a:extLst>
              </p:cNvPr>
              <p:cNvGrpSpPr/>
              <p:nvPr/>
            </p:nvGrpSpPr>
            <p:grpSpPr>
              <a:xfrm>
                <a:off x="13247269" y="769165"/>
                <a:ext cx="268742" cy="248378"/>
                <a:chOff x="13247269" y="769165"/>
                <a:chExt cx="268742" cy="248378"/>
              </a:xfrm>
            </p:grpSpPr>
            <p:sp>
              <p:nvSpPr>
                <p:cNvPr id="52" name="Rechthoek 57">
                  <a:extLst>
                    <a:ext uri="{FF2B5EF4-FFF2-40B4-BE49-F238E27FC236}">
                      <a16:creationId xmlns:a16="http://schemas.microsoft.com/office/drawing/2014/main" id="{458BD0B4-2B3C-457A-04EB-2042329F91F8}"/>
                    </a:ext>
                  </a:extLst>
                </p:cNvPr>
                <p:cNvSpPr/>
                <p:nvPr/>
              </p:nvSpPr>
              <p:spPr>
                <a:xfrm>
                  <a:off x="13247269" y="769165"/>
                  <a:ext cx="268742" cy="248378"/>
                </a:xfrm>
                <a:prstGeom prst="rect">
                  <a:avLst/>
                </a:prstGeom>
                <a:solidFill>
                  <a:srgbClr val="FFFFFF"/>
                </a:solidFill>
                <a:ln w="3172" cap="flat">
                  <a:solidFill>
                    <a:srgbClr val="DADADA"/>
                  </a:solidFill>
                  <a:prstDash val="solid"/>
                  <a:miter/>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50" b="0" i="0" u="none" strike="noStrike" kern="1200" cap="none" spc="0" baseline="0">
                    <a:solidFill>
                      <a:srgbClr val="211F26"/>
                    </a:solidFill>
                    <a:uFillTx/>
                    <a:latin typeface="Calibri" pitchFamily="34"/>
                    <a:cs typeface="Calibri" pitchFamily="34"/>
                  </a:endParaRPr>
                </a:p>
              </p:txBody>
            </p:sp>
            <p:grpSp>
              <p:nvGrpSpPr>
                <p:cNvPr id="53" name="Groep 58">
                  <a:extLst>
                    <a:ext uri="{FF2B5EF4-FFF2-40B4-BE49-F238E27FC236}">
                      <a16:creationId xmlns:a16="http://schemas.microsoft.com/office/drawing/2014/main" id="{B16797ED-C3D0-1F04-3639-64AEC5D97816}"/>
                    </a:ext>
                  </a:extLst>
                </p:cNvPr>
                <p:cNvGrpSpPr/>
                <p:nvPr/>
              </p:nvGrpSpPr>
              <p:grpSpPr>
                <a:xfrm>
                  <a:off x="13297287" y="827074"/>
                  <a:ext cx="168697" cy="132570"/>
                  <a:chOff x="13297287" y="827074"/>
                  <a:chExt cx="168697" cy="132570"/>
                </a:xfrm>
              </p:grpSpPr>
              <p:cxnSp>
                <p:nvCxnSpPr>
                  <p:cNvPr id="54" name="Rechte verbindingslijn 60">
                    <a:extLst>
                      <a:ext uri="{FF2B5EF4-FFF2-40B4-BE49-F238E27FC236}">
                        <a16:creationId xmlns:a16="http://schemas.microsoft.com/office/drawing/2014/main" id="{E4A63F7A-A375-0EE1-4B94-242662BE5AD4}"/>
                      </a:ext>
                    </a:extLst>
                  </p:cNvPr>
                  <p:cNvCxnSpPr/>
                  <p:nvPr/>
                </p:nvCxnSpPr>
                <p:spPr>
                  <a:xfrm>
                    <a:off x="13297287" y="827074"/>
                    <a:ext cx="168697" cy="0"/>
                  </a:xfrm>
                  <a:prstGeom prst="straightConnector1">
                    <a:avLst/>
                  </a:prstGeom>
                  <a:noFill/>
                  <a:ln w="12701" cap="flat">
                    <a:solidFill>
                      <a:srgbClr val="9D9FA1"/>
                    </a:solidFill>
                    <a:prstDash val="solid"/>
                  </a:ln>
                </p:spPr>
              </p:cxnSp>
              <p:cxnSp>
                <p:nvCxnSpPr>
                  <p:cNvPr id="55" name="Rechte verbindingslijn 61">
                    <a:extLst>
                      <a:ext uri="{FF2B5EF4-FFF2-40B4-BE49-F238E27FC236}">
                        <a16:creationId xmlns:a16="http://schemas.microsoft.com/office/drawing/2014/main" id="{BB26ECC0-30B6-BDD4-38FD-64E2FABAC8C8}"/>
                      </a:ext>
                    </a:extLst>
                  </p:cNvPr>
                  <p:cNvCxnSpPr/>
                  <p:nvPr/>
                </p:nvCxnSpPr>
                <p:spPr>
                  <a:xfrm>
                    <a:off x="13297287" y="959644"/>
                    <a:ext cx="168697" cy="0"/>
                  </a:xfrm>
                  <a:prstGeom prst="straightConnector1">
                    <a:avLst/>
                  </a:prstGeom>
                  <a:noFill/>
                  <a:ln w="12701" cap="flat">
                    <a:solidFill>
                      <a:srgbClr val="9D9FA1"/>
                    </a:solidFill>
                    <a:prstDash val="solid"/>
                  </a:ln>
                </p:spPr>
              </p:cxnSp>
              <p:cxnSp>
                <p:nvCxnSpPr>
                  <p:cNvPr id="56" name="Rechte verbindingslijn 62">
                    <a:extLst>
                      <a:ext uri="{FF2B5EF4-FFF2-40B4-BE49-F238E27FC236}">
                        <a16:creationId xmlns:a16="http://schemas.microsoft.com/office/drawing/2014/main" id="{85CF7202-17B0-060C-4EEF-A0D819AF276F}"/>
                      </a:ext>
                    </a:extLst>
                  </p:cNvPr>
                  <p:cNvCxnSpPr/>
                  <p:nvPr/>
                </p:nvCxnSpPr>
                <p:spPr>
                  <a:xfrm>
                    <a:off x="13390043" y="926506"/>
                    <a:ext cx="75941" cy="0"/>
                  </a:xfrm>
                  <a:prstGeom prst="straightConnector1">
                    <a:avLst/>
                  </a:prstGeom>
                  <a:noFill/>
                  <a:ln w="12701" cap="flat">
                    <a:solidFill>
                      <a:srgbClr val="9D9FA1"/>
                    </a:solidFill>
                    <a:prstDash val="solid"/>
                  </a:ln>
                </p:spPr>
              </p:cxnSp>
              <p:cxnSp>
                <p:nvCxnSpPr>
                  <p:cNvPr id="57" name="Rechte verbindingslijn 63">
                    <a:extLst>
                      <a:ext uri="{FF2B5EF4-FFF2-40B4-BE49-F238E27FC236}">
                        <a16:creationId xmlns:a16="http://schemas.microsoft.com/office/drawing/2014/main" id="{52D20A9A-8135-6CEA-B7D9-E87BE4C89EF0}"/>
                      </a:ext>
                    </a:extLst>
                  </p:cNvPr>
                  <p:cNvCxnSpPr/>
                  <p:nvPr/>
                </p:nvCxnSpPr>
                <p:spPr>
                  <a:xfrm>
                    <a:off x="13390043" y="893359"/>
                    <a:ext cx="75941" cy="0"/>
                  </a:xfrm>
                  <a:prstGeom prst="straightConnector1">
                    <a:avLst/>
                  </a:prstGeom>
                  <a:noFill/>
                  <a:ln w="12701" cap="flat">
                    <a:solidFill>
                      <a:srgbClr val="9D9FA1"/>
                    </a:solidFill>
                    <a:prstDash val="solid"/>
                  </a:ln>
                </p:spPr>
              </p:cxnSp>
              <p:cxnSp>
                <p:nvCxnSpPr>
                  <p:cNvPr id="58" name="Rechte verbindingslijn 64">
                    <a:extLst>
                      <a:ext uri="{FF2B5EF4-FFF2-40B4-BE49-F238E27FC236}">
                        <a16:creationId xmlns:a16="http://schemas.microsoft.com/office/drawing/2014/main" id="{74C7F1B8-F921-4C1A-2A34-1CA3EC5EF4CB}"/>
                      </a:ext>
                    </a:extLst>
                  </p:cNvPr>
                  <p:cNvCxnSpPr/>
                  <p:nvPr/>
                </p:nvCxnSpPr>
                <p:spPr>
                  <a:xfrm>
                    <a:off x="13390043" y="860212"/>
                    <a:ext cx="75941" cy="0"/>
                  </a:xfrm>
                  <a:prstGeom prst="straightConnector1">
                    <a:avLst/>
                  </a:prstGeom>
                  <a:noFill/>
                  <a:ln w="12701" cap="flat">
                    <a:solidFill>
                      <a:srgbClr val="9D9FA1"/>
                    </a:solidFill>
                    <a:prstDash val="solid"/>
                  </a:ln>
                </p:spPr>
              </p:cxnSp>
            </p:grpSp>
            <p:sp>
              <p:nvSpPr>
                <p:cNvPr id="59" name="Pijl: rechts 59">
                  <a:extLst>
                    <a:ext uri="{FF2B5EF4-FFF2-40B4-BE49-F238E27FC236}">
                      <a16:creationId xmlns:a16="http://schemas.microsoft.com/office/drawing/2014/main" id="{3401FB00-FC6E-D3F4-E476-4E13992DD83C}"/>
                    </a:ext>
                  </a:extLst>
                </p:cNvPr>
                <p:cNvSpPr/>
                <p:nvPr/>
              </p:nvSpPr>
              <p:spPr>
                <a:xfrm>
                  <a:off x="13297287" y="858740"/>
                  <a:ext cx="70673" cy="67903"/>
                </a:xfrm>
                <a:custGeom>
                  <a:avLst>
                    <a:gd name="f0" fmla="val 8396"/>
                    <a:gd name="f1" fmla="val 8064"/>
                  </a:avLst>
                  <a:gdLst>
                    <a:gd name="f2" fmla="val 10800000"/>
                    <a:gd name="f3" fmla="val 5400000"/>
                    <a:gd name="f4" fmla="val 180"/>
                    <a:gd name="f5" fmla="val w"/>
                    <a:gd name="f6" fmla="val h"/>
                    <a:gd name="f7" fmla="val 0"/>
                    <a:gd name="f8" fmla="val 21600"/>
                    <a:gd name="f9" fmla="val 10800"/>
                    <a:gd name="f10" fmla="+- 0 0 0"/>
                    <a:gd name="f11" fmla="+- 0 0 180"/>
                    <a:gd name="f12" fmla="*/ f5 1 21600"/>
                    <a:gd name="f13" fmla="*/ f6 1 21600"/>
                    <a:gd name="f14" fmla="pin 0 f0 21600"/>
                    <a:gd name="f15" fmla="pin 0 f1 10800"/>
                    <a:gd name="f16" fmla="*/ f10 f2 1"/>
                    <a:gd name="f17" fmla="*/ f11 f2 1"/>
                    <a:gd name="f18" fmla="val f15"/>
                    <a:gd name="f19" fmla="val f14"/>
                    <a:gd name="f20" fmla="+- 21600 0 f15"/>
                    <a:gd name="f21" fmla="*/ f14 f12 1"/>
                    <a:gd name="f22" fmla="*/ f15 f13 1"/>
                    <a:gd name="f23" fmla="*/ 0 f12 1"/>
                    <a:gd name="f24" fmla="*/ 0 f13 1"/>
                    <a:gd name="f25" fmla="*/ f16 1 f4"/>
                    <a:gd name="f26" fmla="*/ 21600 f13 1"/>
                    <a:gd name="f27" fmla="*/ f17 1 f4"/>
                    <a:gd name="f28" fmla="+- 21600 0 f19"/>
                    <a:gd name="f29" fmla="*/ f20 f13 1"/>
                    <a:gd name="f30" fmla="*/ f18 f13 1"/>
                    <a:gd name="f31" fmla="*/ f19 f12 1"/>
                    <a:gd name="f32" fmla="+- f25 0 f3"/>
                    <a:gd name="f33" fmla="+- f27 0 f3"/>
                    <a:gd name="f34" fmla="*/ f28 f18 1"/>
                    <a:gd name="f35" fmla="*/ f34 1 10800"/>
                    <a:gd name="f36" fmla="+- f19 f35 0"/>
                    <a:gd name="f37" fmla="*/ f36 f12 1"/>
                  </a:gdLst>
                  <a:ahLst>
                    <a:ahXY gdRefX="f0" minX="f7" maxX="f8" gdRefY="f1" minY="f7" maxY="f9">
                      <a:pos x="f21" y="f22"/>
                    </a:ahXY>
                  </a:ahLst>
                  <a:cxnLst>
                    <a:cxn ang="3cd4">
                      <a:pos x="hc" y="t"/>
                    </a:cxn>
                    <a:cxn ang="0">
                      <a:pos x="r" y="vc"/>
                    </a:cxn>
                    <a:cxn ang="cd4">
                      <a:pos x="hc" y="b"/>
                    </a:cxn>
                    <a:cxn ang="cd2">
                      <a:pos x="l" y="vc"/>
                    </a:cxn>
                    <a:cxn ang="f32">
                      <a:pos x="f31" y="f24"/>
                    </a:cxn>
                    <a:cxn ang="f33">
                      <a:pos x="f31" y="f26"/>
                    </a:cxn>
                  </a:cxnLst>
                  <a:rect l="f23" t="f30" r="f37" b="f29"/>
                  <a:pathLst>
                    <a:path w="21600" h="21600">
                      <a:moveTo>
                        <a:pt x="f7" y="f18"/>
                      </a:moveTo>
                      <a:lnTo>
                        <a:pt x="f19" y="f18"/>
                      </a:lnTo>
                      <a:lnTo>
                        <a:pt x="f19" y="f7"/>
                      </a:lnTo>
                      <a:lnTo>
                        <a:pt x="f8" y="f9"/>
                      </a:lnTo>
                      <a:lnTo>
                        <a:pt x="f19" y="f8"/>
                      </a:lnTo>
                      <a:lnTo>
                        <a:pt x="f19" y="f20"/>
                      </a:lnTo>
                      <a:lnTo>
                        <a:pt x="f7" y="f20"/>
                      </a:lnTo>
                      <a:close/>
                    </a:path>
                  </a:pathLst>
                </a:custGeom>
                <a:solidFill>
                  <a:srgbClr val="4A7DB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grpSp>
            <p:nvGrpSpPr>
              <p:cNvPr id="60" name="Groep 48">
                <a:extLst>
                  <a:ext uri="{FF2B5EF4-FFF2-40B4-BE49-F238E27FC236}">
                    <a16:creationId xmlns:a16="http://schemas.microsoft.com/office/drawing/2014/main" id="{59C999F8-283D-C14C-471D-62AE3426740F}"/>
                  </a:ext>
                </a:extLst>
              </p:cNvPr>
              <p:cNvGrpSpPr/>
              <p:nvPr/>
            </p:nvGrpSpPr>
            <p:grpSpPr>
              <a:xfrm>
                <a:off x="13247269" y="460171"/>
                <a:ext cx="268742" cy="248378"/>
                <a:chOff x="13247269" y="460171"/>
                <a:chExt cx="268742" cy="248378"/>
              </a:xfrm>
            </p:grpSpPr>
            <p:sp>
              <p:nvSpPr>
                <p:cNvPr id="61" name="Rechthoek 49">
                  <a:extLst>
                    <a:ext uri="{FF2B5EF4-FFF2-40B4-BE49-F238E27FC236}">
                      <a16:creationId xmlns:a16="http://schemas.microsoft.com/office/drawing/2014/main" id="{ACC6DC31-94B2-3866-E594-AE13998A1DCE}"/>
                    </a:ext>
                  </a:extLst>
                </p:cNvPr>
                <p:cNvSpPr/>
                <p:nvPr/>
              </p:nvSpPr>
              <p:spPr>
                <a:xfrm>
                  <a:off x="13247269" y="460171"/>
                  <a:ext cx="268742" cy="248378"/>
                </a:xfrm>
                <a:prstGeom prst="rect">
                  <a:avLst/>
                </a:prstGeom>
                <a:solidFill>
                  <a:srgbClr val="FFFFFF"/>
                </a:solidFill>
                <a:ln w="3172" cap="flat">
                  <a:solidFill>
                    <a:srgbClr val="DADADA"/>
                  </a:solidFill>
                  <a:prstDash val="solid"/>
                  <a:miter/>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50" b="0" i="0" u="none" strike="noStrike" kern="1200" cap="none" spc="0" baseline="0">
                    <a:solidFill>
                      <a:srgbClr val="211F26"/>
                    </a:solidFill>
                    <a:uFillTx/>
                    <a:latin typeface="Calibri" pitchFamily="34"/>
                    <a:cs typeface="Calibri" pitchFamily="34"/>
                  </a:endParaRPr>
                </a:p>
              </p:txBody>
            </p:sp>
            <p:grpSp>
              <p:nvGrpSpPr>
                <p:cNvPr id="62" name="Groep 50">
                  <a:extLst>
                    <a:ext uri="{FF2B5EF4-FFF2-40B4-BE49-F238E27FC236}">
                      <a16:creationId xmlns:a16="http://schemas.microsoft.com/office/drawing/2014/main" id="{F01769ED-FFF7-C95C-C7E3-B8A6452A2965}"/>
                    </a:ext>
                  </a:extLst>
                </p:cNvPr>
                <p:cNvGrpSpPr/>
                <p:nvPr/>
              </p:nvGrpSpPr>
              <p:grpSpPr>
                <a:xfrm>
                  <a:off x="13297287" y="518071"/>
                  <a:ext cx="168697" cy="132579"/>
                  <a:chOff x="13297287" y="518071"/>
                  <a:chExt cx="168697" cy="132579"/>
                </a:xfrm>
              </p:grpSpPr>
              <p:cxnSp>
                <p:nvCxnSpPr>
                  <p:cNvPr id="63" name="Rechte verbindingslijn 52">
                    <a:extLst>
                      <a:ext uri="{FF2B5EF4-FFF2-40B4-BE49-F238E27FC236}">
                        <a16:creationId xmlns:a16="http://schemas.microsoft.com/office/drawing/2014/main" id="{00DA1CC4-368D-7F48-F5BD-DAF144AE3ACA}"/>
                      </a:ext>
                    </a:extLst>
                  </p:cNvPr>
                  <p:cNvCxnSpPr/>
                  <p:nvPr/>
                </p:nvCxnSpPr>
                <p:spPr>
                  <a:xfrm>
                    <a:off x="13297287" y="518071"/>
                    <a:ext cx="168697" cy="0"/>
                  </a:xfrm>
                  <a:prstGeom prst="straightConnector1">
                    <a:avLst/>
                  </a:prstGeom>
                  <a:noFill/>
                  <a:ln w="12701" cap="flat">
                    <a:solidFill>
                      <a:srgbClr val="9D9FA1"/>
                    </a:solidFill>
                    <a:prstDash val="solid"/>
                  </a:ln>
                </p:spPr>
              </p:cxnSp>
              <p:cxnSp>
                <p:nvCxnSpPr>
                  <p:cNvPr id="64" name="Rechte verbindingslijn 53">
                    <a:extLst>
                      <a:ext uri="{FF2B5EF4-FFF2-40B4-BE49-F238E27FC236}">
                        <a16:creationId xmlns:a16="http://schemas.microsoft.com/office/drawing/2014/main" id="{1074780C-42AF-36A5-C7EC-583D9C038044}"/>
                      </a:ext>
                    </a:extLst>
                  </p:cNvPr>
                  <p:cNvCxnSpPr/>
                  <p:nvPr/>
                </p:nvCxnSpPr>
                <p:spPr>
                  <a:xfrm>
                    <a:off x="13297287" y="650650"/>
                    <a:ext cx="168697" cy="0"/>
                  </a:xfrm>
                  <a:prstGeom prst="straightConnector1">
                    <a:avLst/>
                  </a:prstGeom>
                  <a:noFill/>
                  <a:ln w="12701" cap="flat">
                    <a:solidFill>
                      <a:srgbClr val="9D9FA1"/>
                    </a:solidFill>
                    <a:prstDash val="solid"/>
                  </a:ln>
                </p:spPr>
              </p:cxnSp>
              <p:cxnSp>
                <p:nvCxnSpPr>
                  <p:cNvPr id="65" name="Rechte verbindingslijn 54">
                    <a:extLst>
                      <a:ext uri="{FF2B5EF4-FFF2-40B4-BE49-F238E27FC236}">
                        <a16:creationId xmlns:a16="http://schemas.microsoft.com/office/drawing/2014/main" id="{0E34739D-527E-2502-8024-FBAA6A5E364A}"/>
                      </a:ext>
                    </a:extLst>
                  </p:cNvPr>
                  <p:cNvCxnSpPr/>
                  <p:nvPr/>
                </p:nvCxnSpPr>
                <p:spPr>
                  <a:xfrm>
                    <a:off x="13390043" y="617503"/>
                    <a:ext cx="75941" cy="0"/>
                  </a:xfrm>
                  <a:prstGeom prst="straightConnector1">
                    <a:avLst/>
                  </a:prstGeom>
                  <a:noFill/>
                  <a:ln w="12701" cap="flat">
                    <a:solidFill>
                      <a:srgbClr val="9D9FA1"/>
                    </a:solidFill>
                    <a:prstDash val="solid"/>
                  </a:ln>
                </p:spPr>
              </p:cxnSp>
              <p:cxnSp>
                <p:nvCxnSpPr>
                  <p:cNvPr id="66" name="Rechte verbindingslijn 55">
                    <a:extLst>
                      <a:ext uri="{FF2B5EF4-FFF2-40B4-BE49-F238E27FC236}">
                        <a16:creationId xmlns:a16="http://schemas.microsoft.com/office/drawing/2014/main" id="{B96F3F59-0850-8707-4CFF-995DCBD1B795}"/>
                      </a:ext>
                    </a:extLst>
                  </p:cNvPr>
                  <p:cNvCxnSpPr/>
                  <p:nvPr/>
                </p:nvCxnSpPr>
                <p:spPr>
                  <a:xfrm>
                    <a:off x="13390043" y="584365"/>
                    <a:ext cx="75941" cy="0"/>
                  </a:xfrm>
                  <a:prstGeom prst="straightConnector1">
                    <a:avLst/>
                  </a:prstGeom>
                  <a:noFill/>
                  <a:ln w="12701" cap="flat">
                    <a:solidFill>
                      <a:srgbClr val="9D9FA1"/>
                    </a:solidFill>
                    <a:prstDash val="solid"/>
                  </a:ln>
                </p:spPr>
              </p:cxnSp>
              <p:cxnSp>
                <p:nvCxnSpPr>
                  <p:cNvPr id="67" name="Rechte verbindingslijn 56">
                    <a:extLst>
                      <a:ext uri="{FF2B5EF4-FFF2-40B4-BE49-F238E27FC236}">
                        <a16:creationId xmlns:a16="http://schemas.microsoft.com/office/drawing/2014/main" id="{95560901-E2DD-CACE-6B87-0C66246738E2}"/>
                      </a:ext>
                    </a:extLst>
                  </p:cNvPr>
                  <p:cNvCxnSpPr/>
                  <p:nvPr/>
                </p:nvCxnSpPr>
                <p:spPr>
                  <a:xfrm>
                    <a:off x="13390043" y="551218"/>
                    <a:ext cx="75941" cy="0"/>
                  </a:xfrm>
                  <a:prstGeom prst="straightConnector1">
                    <a:avLst/>
                  </a:prstGeom>
                  <a:noFill/>
                  <a:ln w="12701" cap="flat">
                    <a:solidFill>
                      <a:srgbClr val="9D9FA1"/>
                    </a:solidFill>
                    <a:prstDash val="solid"/>
                  </a:ln>
                </p:spPr>
              </p:cxnSp>
            </p:grpSp>
            <p:sp>
              <p:nvSpPr>
                <p:cNvPr id="68" name="Pijl: rechts 51">
                  <a:extLst>
                    <a:ext uri="{FF2B5EF4-FFF2-40B4-BE49-F238E27FC236}">
                      <a16:creationId xmlns:a16="http://schemas.microsoft.com/office/drawing/2014/main" id="{117AA1B9-8E6B-BEBC-1FDE-930509FC417C}"/>
                    </a:ext>
                  </a:extLst>
                </p:cNvPr>
                <p:cNvSpPr/>
                <p:nvPr/>
              </p:nvSpPr>
              <p:spPr>
                <a:xfrm flipH="1">
                  <a:off x="13297287" y="549737"/>
                  <a:ext cx="70673" cy="67903"/>
                </a:xfrm>
                <a:custGeom>
                  <a:avLst>
                    <a:gd name="f0" fmla="val 8396"/>
                    <a:gd name="f1" fmla="val 8064"/>
                  </a:avLst>
                  <a:gdLst>
                    <a:gd name="f2" fmla="val 10800000"/>
                    <a:gd name="f3" fmla="val 5400000"/>
                    <a:gd name="f4" fmla="val 180"/>
                    <a:gd name="f5" fmla="val w"/>
                    <a:gd name="f6" fmla="val h"/>
                    <a:gd name="f7" fmla="val 0"/>
                    <a:gd name="f8" fmla="val 21600"/>
                    <a:gd name="f9" fmla="val 10800"/>
                    <a:gd name="f10" fmla="+- 0 0 0"/>
                    <a:gd name="f11" fmla="+- 0 0 180"/>
                    <a:gd name="f12" fmla="*/ f5 1 21600"/>
                    <a:gd name="f13" fmla="*/ f6 1 21600"/>
                    <a:gd name="f14" fmla="pin 0 f0 21600"/>
                    <a:gd name="f15" fmla="pin 0 f1 10800"/>
                    <a:gd name="f16" fmla="*/ f10 f2 1"/>
                    <a:gd name="f17" fmla="*/ f11 f2 1"/>
                    <a:gd name="f18" fmla="val f15"/>
                    <a:gd name="f19" fmla="val f14"/>
                    <a:gd name="f20" fmla="+- 21600 0 f15"/>
                    <a:gd name="f21" fmla="*/ f14 f12 1"/>
                    <a:gd name="f22" fmla="*/ f15 f13 1"/>
                    <a:gd name="f23" fmla="*/ 0 f12 1"/>
                    <a:gd name="f24" fmla="*/ 0 f13 1"/>
                    <a:gd name="f25" fmla="*/ f16 1 f4"/>
                    <a:gd name="f26" fmla="*/ 21600 f13 1"/>
                    <a:gd name="f27" fmla="*/ f17 1 f4"/>
                    <a:gd name="f28" fmla="+- 21600 0 f19"/>
                    <a:gd name="f29" fmla="*/ f20 f13 1"/>
                    <a:gd name="f30" fmla="*/ f18 f13 1"/>
                    <a:gd name="f31" fmla="*/ f19 f12 1"/>
                    <a:gd name="f32" fmla="+- f25 0 f3"/>
                    <a:gd name="f33" fmla="+- f27 0 f3"/>
                    <a:gd name="f34" fmla="*/ f28 f18 1"/>
                    <a:gd name="f35" fmla="*/ f34 1 10800"/>
                    <a:gd name="f36" fmla="+- f19 f35 0"/>
                    <a:gd name="f37" fmla="*/ f36 f12 1"/>
                  </a:gdLst>
                  <a:ahLst>
                    <a:ahXY gdRefX="f0" minX="f7" maxX="f8" gdRefY="f1" minY="f7" maxY="f9">
                      <a:pos x="f21" y="f22"/>
                    </a:ahXY>
                  </a:ahLst>
                  <a:cxnLst>
                    <a:cxn ang="3cd4">
                      <a:pos x="hc" y="t"/>
                    </a:cxn>
                    <a:cxn ang="0">
                      <a:pos x="r" y="vc"/>
                    </a:cxn>
                    <a:cxn ang="cd4">
                      <a:pos x="hc" y="b"/>
                    </a:cxn>
                    <a:cxn ang="cd2">
                      <a:pos x="l" y="vc"/>
                    </a:cxn>
                    <a:cxn ang="f32">
                      <a:pos x="f31" y="f24"/>
                    </a:cxn>
                    <a:cxn ang="f33">
                      <a:pos x="f31" y="f26"/>
                    </a:cxn>
                  </a:cxnLst>
                  <a:rect l="f23" t="f30" r="f37" b="f29"/>
                  <a:pathLst>
                    <a:path w="21600" h="21600">
                      <a:moveTo>
                        <a:pt x="f7" y="f18"/>
                      </a:moveTo>
                      <a:lnTo>
                        <a:pt x="f19" y="f18"/>
                      </a:lnTo>
                      <a:lnTo>
                        <a:pt x="f19" y="f7"/>
                      </a:lnTo>
                      <a:lnTo>
                        <a:pt x="f8" y="f9"/>
                      </a:lnTo>
                      <a:lnTo>
                        <a:pt x="f19" y="f8"/>
                      </a:lnTo>
                      <a:lnTo>
                        <a:pt x="f19" y="f20"/>
                      </a:lnTo>
                      <a:lnTo>
                        <a:pt x="f7" y="f20"/>
                      </a:lnTo>
                      <a:close/>
                    </a:path>
                  </a:pathLst>
                </a:custGeom>
                <a:solidFill>
                  <a:srgbClr val="4A7DB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grpSp>
        <p:grpSp>
          <p:nvGrpSpPr>
            <p:cNvPr id="69" name="Groep 33">
              <a:extLst>
                <a:ext uri="{FF2B5EF4-FFF2-40B4-BE49-F238E27FC236}">
                  <a16:creationId xmlns:a16="http://schemas.microsoft.com/office/drawing/2014/main" id="{6E52F1C4-F872-FAB4-29AD-D11B776F51D8}"/>
                </a:ext>
              </a:extLst>
            </p:cNvPr>
            <p:cNvGrpSpPr/>
            <p:nvPr/>
          </p:nvGrpSpPr>
          <p:grpSpPr>
            <a:xfrm>
              <a:off x="15225601" y="4663037"/>
              <a:ext cx="627799" cy="576684"/>
              <a:chOff x="15225601" y="4663037"/>
              <a:chExt cx="627799" cy="576684"/>
            </a:xfrm>
          </p:grpSpPr>
          <p:grpSp>
            <p:nvGrpSpPr>
              <p:cNvPr id="70" name="Inspireren">
                <a:extLst>
                  <a:ext uri="{FF2B5EF4-FFF2-40B4-BE49-F238E27FC236}">
                    <a16:creationId xmlns:a16="http://schemas.microsoft.com/office/drawing/2014/main" id="{8981385E-312D-F47F-DBF8-C2AD785EC955}"/>
                  </a:ext>
                </a:extLst>
              </p:cNvPr>
              <p:cNvGrpSpPr/>
              <p:nvPr/>
            </p:nvGrpSpPr>
            <p:grpSpPr>
              <a:xfrm>
                <a:off x="15447919" y="4663037"/>
                <a:ext cx="169776" cy="242380"/>
                <a:chOff x="15447919" y="4663037"/>
                <a:chExt cx="169776" cy="242380"/>
              </a:xfrm>
            </p:grpSpPr>
            <p:sp>
              <p:nvSpPr>
                <p:cNvPr id="71" name="Freeform 12">
                  <a:extLst>
                    <a:ext uri="{FF2B5EF4-FFF2-40B4-BE49-F238E27FC236}">
                      <a16:creationId xmlns:a16="http://schemas.microsoft.com/office/drawing/2014/main" id="{2FB4B946-5B0E-E49E-274C-8233C9A665D0}"/>
                    </a:ext>
                  </a:extLst>
                </p:cNvPr>
                <p:cNvSpPr/>
                <p:nvPr/>
              </p:nvSpPr>
              <p:spPr>
                <a:xfrm>
                  <a:off x="15498119" y="4749869"/>
                  <a:ext cx="68726" cy="62051"/>
                </a:xfrm>
                <a:custGeom>
                  <a:avLst/>
                  <a:gdLst>
                    <a:gd name="f0" fmla="val 10800000"/>
                    <a:gd name="f1" fmla="val 5400000"/>
                    <a:gd name="f2" fmla="val 180"/>
                    <a:gd name="f3" fmla="val w"/>
                    <a:gd name="f4" fmla="val h"/>
                    <a:gd name="f5" fmla="val 0"/>
                    <a:gd name="f6" fmla="val 319"/>
                    <a:gd name="f7" fmla="val 288"/>
                    <a:gd name="f8" fmla="val 220"/>
                    <a:gd name="f9" fmla="val 107"/>
                    <a:gd name="f10" fmla="+- 0 0 -90"/>
                    <a:gd name="f11" fmla="*/ f3 1 319"/>
                    <a:gd name="f12" fmla="*/ f4 1 288"/>
                    <a:gd name="f13" fmla="val f5"/>
                    <a:gd name="f14" fmla="val f6"/>
                    <a:gd name="f15" fmla="val f7"/>
                    <a:gd name="f16" fmla="*/ f10 f0 1"/>
                    <a:gd name="f17" fmla="+- f15 0 f13"/>
                    <a:gd name="f18" fmla="+- f14 0 f13"/>
                    <a:gd name="f19" fmla="*/ f16 1 f2"/>
                    <a:gd name="f20" fmla="*/ f18 1 319"/>
                    <a:gd name="f21" fmla="*/ f17 1 288"/>
                    <a:gd name="f22" fmla="*/ 220 f18 1"/>
                    <a:gd name="f23" fmla="*/ 288 f17 1"/>
                    <a:gd name="f24" fmla="*/ 107 f18 1"/>
                    <a:gd name="f25" fmla="*/ 0 f18 1"/>
                    <a:gd name="f26" fmla="*/ 0 f17 1"/>
                    <a:gd name="f27" fmla="*/ 319 f18 1"/>
                    <a:gd name="f28" fmla="+- f19 0 f1"/>
                    <a:gd name="f29" fmla="*/ f22 1 319"/>
                    <a:gd name="f30" fmla="*/ f23 1 288"/>
                    <a:gd name="f31" fmla="*/ f24 1 319"/>
                    <a:gd name="f32" fmla="*/ f25 1 319"/>
                    <a:gd name="f33" fmla="*/ f26 1 288"/>
                    <a:gd name="f34" fmla="*/ f27 1 319"/>
                    <a:gd name="f35" fmla="*/ 0 1 f20"/>
                    <a:gd name="f36" fmla="*/ f14 1 f20"/>
                    <a:gd name="f37" fmla="*/ 0 1 f21"/>
                    <a:gd name="f38" fmla="*/ f15 1 f21"/>
                    <a:gd name="f39" fmla="*/ f29 1 f20"/>
                    <a:gd name="f40" fmla="*/ f30 1 f21"/>
                    <a:gd name="f41" fmla="*/ f31 1 f20"/>
                    <a:gd name="f42" fmla="*/ f32 1 f20"/>
                    <a:gd name="f43" fmla="*/ f33 1 f21"/>
                    <a:gd name="f44" fmla="*/ f34 1 f20"/>
                    <a:gd name="f45" fmla="*/ f35 f11 1"/>
                    <a:gd name="f46" fmla="*/ f36 f11 1"/>
                    <a:gd name="f47" fmla="*/ f38 f12 1"/>
                    <a:gd name="f48" fmla="*/ f37 f12 1"/>
                    <a:gd name="f49" fmla="*/ f39 f11 1"/>
                    <a:gd name="f50" fmla="*/ f40 f12 1"/>
                    <a:gd name="f51" fmla="*/ f41 f11 1"/>
                    <a:gd name="f52" fmla="*/ f42 f11 1"/>
                    <a:gd name="f53" fmla="*/ f43 f12 1"/>
                    <a:gd name="f54" fmla="*/ f44 f11 1"/>
                  </a:gdLst>
                  <a:ahLst/>
                  <a:cxnLst>
                    <a:cxn ang="3cd4">
                      <a:pos x="hc" y="t"/>
                    </a:cxn>
                    <a:cxn ang="0">
                      <a:pos x="r" y="vc"/>
                    </a:cxn>
                    <a:cxn ang="cd4">
                      <a:pos x="hc" y="b"/>
                    </a:cxn>
                    <a:cxn ang="cd2">
                      <a:pos x="l" y="vc"/>
                    </a:cxn>
                    <a:cxn ang="f28">
                      <a:pos x="f49" y="f50"/>
                    </a:cxn>
                    <a:cxn ang="f28">
                      <a:pos x="f51" y="f50"/>
                    </a:cxn>
                    <a:cxn ang="f28">
                      <a:pos x="f52" y="f53"/>
                    </a:cxn>
                    <a:cxn ang="f28">
                      <a:pos x="f54" y="f53"/>
                    </a:cxn>
                    <a:cxn ang="f28">
                      <a:pos x="f49" y="f50"/>
                    </a:cxn>
                  </a:cxnLst>
                  <a:rect l="f45" t="f48" r="f46" b="f47"/>
                  <a:pathLst>
                    <a:path w="319" h="288">
                      <a:moveTo>
                        <a:pt x="f8" y="f7"/>
                      </a:moveTo>
                      <a:lnTo>
                        <a:pt x="f9" y="f7"/>
                      </a:lnTo>
                      <a:lnTo>
                        <a:pt x="f5" y="f5"/>
                      </a:lnTo>
                      <a:lnTo>
                        <a:pt x="f6" y="f5"/>
                      </a:lnTo>
                      <a:lnTo>
                        <a:pt x="f8" y="f7"/>
                      </a:lnTo>
                      <a:close/>
                    </a:path>
                  </a:pathLst>
                </a:custGeom>
                <a:solidFill>
                  <a:srgbClr val="1FF524"/>
                </a:solidFill>
                <a:ln>
                  <a:noFill/>
                  <a:prstDash val="solid"/>
                </a:ln>
              </p:spPr>
              <p:txBody>
                <a:bodyPr vert="horz" wrap="square" lIns="91440" tIns="45720" rIns="91440" bIns="45720" anchor="t"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300" b="0" i="0" u="none" strike="noStrike" kern="0" cap="none" spc="0" baseline="0">
                    <a:solidFill>
                      <a:srgbClr val="211F26"/>
                    </a:solidFill>
                    <a:uFillTx/>
                    <a:latin typeface="Arial"/>
                  </a:endParaRPr>
                </a:p>
              </p:txBody>
            </p:sp>
            <p:sp>
              <p:nvSpPr>
                <p:cNvPr id="72" name="Freeform 13">
                  <a:extLst>
                    <a:ext uri="{FF2B5EF4-FFF2-40B4-BE49-F238E27FC236}">
                      <a16:creationId xmlns:a16="http://schemas.microsoft.com/office/drawing/2014/main" id="{17968555-5BD2-621F-D199-9126F05BA49D}"/>
                    </a:ext>
                  </a:extLst>
                </p:cNvPr>
                <p:cNvSpPr/>
                <p:nvPr/>
              </p:nvSpPr>
              <p:spPr>
                <a:xfrm>
                  <a:off x="15502637" y="4881286"/>
                  <a:ext cx="60761" cy="24131"/>
                </a:xfrm>
                <a:custGeom>
                  <a:avLst/>
                  <a:gdLst>
                    <a:gd name="f0" fmla="val 10800000"/>
                    <a:gd name="f1" fmla="val 5400000"/>
                    <a:gd name="f2" fmla="val 180"/>
                    <a:gd name="f3" fmla="val w"/>
                    <a:gd name="f4" fmla="val h"/>
                    <a:gd name="f5" fmla="val 0"/>
                    <a:gd name="f6" fmla="val 251"/>
                    <a:gd name="f7" fmla="val 100"/>
                    <a:gd name="f8" fmla="val 229"/>
                    <a:gd name="f9" fmla="val 70"/>
                    <a:gd name="f10" fmla="val 69"/>
                    <a:gd name="f11" fmla="val 22"/>
                    <a:gd name="f12" fmla="val 27"/>
                    <a:gd name="f13" fmla="val 87"/>
                    <a:gd name="f14" fmla="val 44"/>
                    <a:gd name="f15" fmla="val 63"/>
                    <a:gd name="f16" fmla="val 188"/>
                    <a:gd name="f17" fmla="val 207"/>
                    <a:gd name="f18" fmla="val 223"/>
                    <a:gd name="f19" fmla="val 88"/>
                    <a:gd name="f20" fmla="val 71"/>
                    <a:gd name="f21" fmla="+- 0 0 -90"/>
                    <a:gd name="f22" fmla="*/ f3 1 251"/>
                    <a:gd name="f23" fmla="*/ f4 1 100"/>
                    <a:gd name="f24" fmla="val f5"/>
                    <a:gd name="f25" fmla="val f6"/>
                    <a:gd name="f26" fmla="val f7"/>
                    <a:gd name="f27" fmla="*/ f21 f0 1"/>
                    <a:gd name="f28" fmla="+- f26 0 f24"/>
                    <a:gd name="f29" fmla="+- f25 0 f24"/>
                    <a:gd name="f30" fmla="*/ f27 1 f2"/>
                    <a:gd name="f31" fmla="*/ f29 1 251"/>
                    <a:gd name="f32" fmla="*/ f28 1 100"/>
                    <a:gd name="f33" fmla="*/ 229 f29 1"/>
                    <a:gd name="f34" fmla="*/ 70 f28 1"/>
                    <a:gd name="f35" fmla="*/ 69 f28 1"/>
                    <a:gd name="f36" fmla="*/ 251 f29 1"/>
                    <a:gd name="f37" fmla="*/ 0 f28 1"/>
                    <a:gd name="f38" fmla="*/ 0 f29 1"/>
                    <a:gd name="f39" fmla="*/ 22 f29 1"/>
                    <a:gd name="f40" fmla="*/ 63 f29 1"/>
                    <a:gd name="f41" fmla="*/ 100 f28 1"/>
                    <a:gd name="f42" fmla="*/ 188 f29 1"/>
                    <a:gd name="f43" fmla="*/ 71 f28 1"/>
                    <a:gd name="f44" fmla="+- f30 0 f1"/>
                    <a:gd name="f45" fmla="*/ f33 1 251"/>
                    <a:gd name="f46" fmla="*/ f34 1 100"/>
                    <a:gd name="f47" fmla="*/ f35 1 100"/>
                    <a:gd name="f48" fmla="*/ f36 1 251"/>
                    <a:gd name="f49" fmla="*/ f37 1 100"/>
                    <a:gd name="f50" fmla="*/ f38 1 251"/>
                    <a:gd name="f51" fmla="*/ f39 1 251"/>
                    <a:gd name="f52" fmla="*/ f40 1 251"/>
                    <a:gd name="f53" fmla="*/ f41 1 100"/>
                    <a:gd name="f54" fmla="*/ f42 1 251"/>
                    <a:gd name="f55" fmla="*/ f43 1 100"/>
                    <a:gd name="f56" fmla="*/ 0 1 f31"/>
                    <a:gd name="f57" fmla="*/ f25 1 f31"/>
                    <a:gd name="f58" fmla="*/ 0 1 f32"/>
                    <a:gd name="f59" fmla="*/ f26 1 f32"/>
                    <a:gd name="f60" fmla="*/ f45 1 f31"/>
                    <a:gd name="f61" fmla="*/ f46 1 f32"/>
                    <a:gd name="f62" fmla="*/ f47 1 f32"/>
                    <a:gd name="f63" fmla="*/ f48 1 f31"/>
                    <a:gd name="f64" fmla="*/ f49 1 f32"/>
                    <a:gd name="f65" fmla="*/ f50 1 f31"/>
                    <a:gd name="f66" fmla="*/ f51 1 f31"/>
                    <a:gd name="f67" fmla="*/ f52 1 f31"/>
                    <a:gd name="f68" fmla="*/ f53 1 f32"/>
                    <a:gd name="f69" fmla="*/ f54 1 f31"/>
                    <a:gd name="f70" fmla="*/ f55 1 f32"/>
                    <a:gd name="f71" fmla="*/ f56 f22 1"/>
                    <a:gd name="f72" fmla="*/ f57 f22 1"/>
                    <a:gd name="f73" fmla="*/ f59 f23 1"/>
                    <a:gd name="f74" fmla="*/ f58 f23 1"/>
                    <a:gd name="f75" fmla="*/ f60 f22 1"/>
                    <a:gd name="f76" fmla="*/ f61 f23 1"/>
                    <a:gd name="f77" fmla="*/ f62 f23 1"/>
                    <a:gd name="f78" fmla="*/ f63 f22 1"/>
                    <a:gd name="f79" fmla="*/ f64 f23 1"/>
                    <a:gd name="f80" fmla="*/ f65 f22 1"/>
                    <a:gd name="f81" fmla="*/ f66 f22 1"/>
                    <a:gd name="f82" fmla="*/ f67 f22 1"/>
                    <a:gd name="f83" fmla="*/ f68 f23 1"/>
                    <a:gd name="f84" fmla="*/ f69 f22 1"/>
                    <a:gd name="f85" fmla="*/ f70 f23 1"/>
                  </a:gdLst>
                  <a:ahLst/>
                  <a:cxnLst>
                    <a:cxn ang="3cd4">
                      <a:pos x="hc" y="t"/>
                    </a:cxn>
                    <a:cxn ang="0">
                      <a:pos x="r" y="vc"/>
                    </a:cxn>
                    <a:cxn ang="cd4">
                      <a:pos x="hc" y="b"/>
                    </a:cxn>
                    <a:cxn ang="cd2">
                      <a:pos x="l" y="vc"/>
                    </a:cxn>
                    <a:cxn ang="f44">
                      <a:pos x="f75" y="f76"/>
                    </a:cxn>
                    <a:cxn ang="f44">
                      <a:pos x="f75" y="f77"/>
                    </a:cxn>
                    <a:cxn ang="f44">
                      <a:pos x="f78" y="f79"/>
                    </a:cxn>
                    <a:cxn ang="f44">
                      <a:pos x="f80" y="f79"/>
                    </a:cxn>
                    <a:cxn ang="f44">
                      <a:pos x="f81" y="f77"/>
                    </a:cxn>
                    <a:cxn ang="f44">
                      <a:pos x="f82" y="f83"/>
                    </a:cxn>
                    <a:cxn ang="f44">
                      <a:pos x="f84" y="f83"/>
                    </a:cxn>
                    <a:cxn ang="f44">
                      <a:pos x="f75" y="f85"/>
                    </a:cxn>
                    <a:cxn ang="f44">
                      <a:pos x="f75" y="f85"/>
                    </a:cxn>
                    <a:cxn ang="f44">
                      <a:pos x="f75" y="f76"/>
                    </a:cxn>
                  </a:cxnLst>
                  <a:rect l="f71" t="f74" r="f72" b="f73"/>
                  <a:pathLst>
                    <a:path w="251" h="100">
                      <a:moveTo>
                        <a:pt x="f8" y="f9"/>
                      </a:moveTo>
                      <a:cubicBezTo>
                        <a:pt x="f8" y="f9"/>
                        <a:pt x="f8" y="f10"/>
                        <a:pt x="f8" y="f10"/>
                      </a:cubicBezTo>
                      <a:cubicBezTo>
                        <a:pt x="f6" y="f5"/>
                        <a:pt x="f6" y="f5"/>
                        <a:pt x="f6" y="f5"/>
                      </a:cubicBezTo>
                      <a:cubicBezTo>
                        <a:pt x="f5" y="f5"/>
                        <a:pt x="f5" y="f5"/>
                        <a:pt x="f5" y="f5"/>
                      </a:cubicBezTo>
                      <a:cubicBezTo>
                        <a:pt x="f11" y="f10"/>
                        <a:pt x="f11" y="f10"/>
                        <a:pt x="f11" y="f10"/>
                      </a:cubicBezTo>
                      <a:cubicBezTo>
                        <a:pt x="f12" y="f13"/>
                        <a:pt x="f14" y="f7"/>
                        <a:pt x="f15" y="f7"/>
                      </a:cubicBezTo>
                      <a:cubicBezTo>
                        <a:pt x="f16" y="f7"/>
                        <a:pt x="f16" y="f7"/>
                        <a:pt x="f16" y="f7"/>
                      </a:cubicBezTo>
                      <a:cubicBezTo>
                        <a:pt x="f17" y="f7"/>
                        <a:pt x="f18" y="f19"/>
                        <a:pt x="f8" y="f20"/>
                      </a:cubicBezTo>
                      <a:cubicBezTo>
                        <a:pt x="f8" y="f20"/>
                        <a:pt x="f8" y="f20"/>
                        <a:pt x="f8" y="f20"/>
                      </a:cubicBezTo>
                      <a:lnTo>
                        <a:pt x="f8" y="f9"/>
                      </a:lnTo>
                      <a:close/>
                    </a:path>
                  </a:pathLst>
                </a:custGeom>
                <a:gradFill>
                  <a:gsLst>
                    <a:gs pos="0">
                      <a:srgbClr val="9D9FA1"/>
                    </a:gs>
                    <a:gs pos="100000">
                      <a:srgbClr val="211F26"/>
                    </a:gs>
                  </a:gsLst>
                  <a:lin ang="2700000"/>
                </a:gradFill>
                <a:ln>
                  <a:noFill/>
                  <a:prstDash val="solid"/>
                </a:ln>
              </p:spPr>
              <p:txBody>
                <a:bodyPr vert="horz" wrap="square" lIns="91440" tIns="45720" rIns="91440" bIns="45720" anchor="t"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300" b="0" i="0" u="none" strike="noStrike" kern="0" cap="none" spc="0" baseline="0">
                    <a:solidFill>
                      <a:srgbClr val="211F26"/>
                    </a:solidFill>
                    <a:uFillTx/>
                    <a:latin typeface="Arial"/>
                  </a:endParaRPr>
                </a:p>
              </p:txBody>
            </p:sp>
            <p:sp>
              <p:nvSpPr>
                <p:cNvPr id="73" name="Freeform 14">
                  <a:extLst>
                    <a:ext uri="{FF2B5EF4-FFF2-40B4-BE49-F238E27FC236}">
                      <a16:creationId xmlns:a16="http://schemas.microsoft.com/office/drawing/2014/main" id="{CF73EF7B-6BD7-4B2D-ED3D-A1CD687C3B01}"/>
                    </a:ext>
                  </a:extLst>
                </p:cNvPr>
                <p:cNvSpPr/>
                <p:nvPr/>
              </p:nvSpPr>
              <p:spPr>
                <a:xfrm>
                  <a:off x="15447919" y="4663037"/>
                  <a:ext cx="169776" cy="208126"/>
                </a:xfrm>
                <a:custGeom>
                  <a:avLst/>
                  <a:gdLst>
                    <a:gd name="f0" fmla="val 10800000"/>
                    <a:gd name="f1" fmla="val 5400000"/>
                    <a:gd name="f2" fmla="val 180"/>
                    <a:gd name="f3" fmla="val w"/>
                    <a:gd name="f4" fmla="val h"/>
                    <a:gd name="f5" fmla="val 0"/>
                    <a:gd name="f6" fmla="val 702"/>
                    <a:gd name="f7" fmla="val 860"/>
                    <a:gd name="f8" fmla="val 351"/>
                    <a:gd name="f9" fmla="val 157"/>
                    <a:gd name="f10" fmla="val 463"/>
                    <a:gd name="f11" fmla="val 52"/>
                    <a:gd name="f12" fmla="val 562"/>
                    <a:gd name="f13" fmla="val 134"/>
                    <a:gd name="f14" fmla="val 627"/>
                    <a:gd name="f15" fmla="val 165"/>
                    <a:gd name="f16" fmla="val 718"/>
                    <a:gd name="f17" fmla="val 266"/>
                    <a:gd name="f18" fmla="val 434"/>
                    <a:gd name="f19" fmla="val 419"/>
                    <a:gd name="f20" fmla="val 760"/>
                    <a:gd name="f21" fmla="val 284"/>
                    <a:gd name="f22" fmla="val 179"/>
                    <a:gd name="f23" fmla="val 212"/>
                    <a:gd name="f24" fmla="val 216"/>
                    <a:gd name="f25" fmla="val 488"/>
                    <a:gd name="f26" fmla="val 491"/>
                    <a:gd name="f27" fmla="val 570"/>
                    <a:gd name="f28" fmla="val 625"/>
                    <a:gd name="f29" fmla="val 651"/>
                    <a:gd name="f30" fmla="val 560"/>
                    <a:gd name="f31" fmla="val 461"/>
                    <a:gd name="f32" fmla="val 545"/>
                    <a:gd name="f33" fmla="val 587"/>
                    <a:gd name="f34" fmla="val 438"/>
                    <a:gd name="f35" fmla="val 568"/>
                    <a:gd name="f36" fmla="val 490"/>
                    <a:gd name="f37" fmla="val 531"/>
                    <a:gd name="f38" fmla="val 534"/>
                    <a:gd name="f39" fmla="val 485"/>
                    <a:gd name="f40" fmla="val 563"/>
                    <a:gd name="f41" fmla="val 454"/>
                    <a:gd name="f42" fmla="val 658"/>
                    <a:gd name="f43" fmla="val 250"/>
                    <a:gd name="f44" fmla="val 219"/>
                    <a:gd name="f45" fmla="val 565"/>
                    <a:gd name="f46" fmla="val 172"/>
                    <a:gd name="f47" fmla="val 536"/>
                    <a:gd name="f48" fmla="val 135"/>
                    <a:gd name="f49" fmla="val 115"/>
                    <a:gd name="f50" fmla="val 439"/>
                    <a:gd name="f51" fmla="val 105"/>
                    <a:gd name="f52" fmla="val 411"/>
                    <a:gd name="f53" fmla="val 99"/>
                    <a:gd name="f54" fmla="val 382"/>
                    <a:gd name="f55" fmla="val 603"/>
                    <a:gd name="f56" fmla="val 381"/>
                    <a:gd name="f57" fmla="val 597"/>
                    <a:gd name="f58" fmla="+- 0 0 -90"/>
                    <a:gd name="f59" fmla="*/ f3 1 702"/>
                    <a:gd name="f60" fmla="*/ f4 1 860"/>
                    <a:gd name="f61" fmla="val f5"/>
                    <a:gd name="f62" fmla="val f6"/>
                    <a:gd name="f63" fmla="val f7"/>
                    <a:gd name="f64" fmla="*/ f58 f0 1"/>
                    <a:gd name="f65" fmla="+- f63 0 f61"/>
                    <a:gd name="f66" fmla="+- f62 0 f61"/>
                    <a:gd name="f67" fmla="*/ f64 1 f2"/>
                    <a:gd name="f68" fmla="*/ f66 1 702"/>
                    <a:gd name="f69" fmla="*/ f65 1 860"/>
                    <a:gd name="f70" fmla="*/ 351 f66 1"/>
                    <a:gd name="f71" fmla="*/ 0 f65 1"/>
                    <a:gd name="f72" fmla="*/ 0 f66 1"/>
                    <a:gd name="f73" fmla="*/ 351 f65 1"/>
                    <a:gd name="f74" fmla="*/ 134 f66 1"/>
                    <a:gd name="f75" fmla="*/ 627 f65 1"/>
                    <a:gd name="f76" fmla="*/ 165 f66 1"/>
                    <a:gd name="f77" fmla="*/ 718 f65 1"/>
                    <a:gd name="f78" fmla="*/ 266 f66 1"/>
                    <a:gd name="f79" fmla="*/ 434 f66 1"/>
                    <a:gd name="f80" fmla="*/ 419 f66 1"/>
                    <a:gd name="f81" fmla="*/ 760 f65 1"/>
                    <a:gd name="f82" fmla="*/ 284 f66 1"/>
                    <a:gd name="f83" fmla="*/ 179 f66 1"/>
                    <a:gd name="f84" fmla="*/ 212 f66 1"/>
                    <a:gd name="f85" fmla="*/ 860 f65 1"/>
                    <a:gd name="f86" fmla="*/ 216 f66 1"/>
                    <a:gd name="f87" fmla="*/ 488 f66 1"/>
                    <a:gd name="f88" fmla="*/ 491 f66 1"/>
                    <a:gd name="f89" fmla="*/ 570 f66 1"/>
                    <a:gd name="f90" fmla="*/ 625 f65 1"/>
                    <a:gd name="f91" fmla="*/ 702 f66 1"/>
                    <a:gd name="f92" fmla="*/ 587 f66 1"/>
                    <a:gd name="f93" fmla="*/ 438 f65 1"/>
                    <a:gd name="f94" fmla="*/ 485 f66 1"/>
                    <a:gd name="f95" fmla="*/ 563 f65 1"/>
                    <a:gd name="f96" fmla="*/ 454 f66 1"/>
                    <a:gd name="f97" fmla="*/ 658 f65 1"/>
                    <a:gd name="f98" fmla="*/ 250 f66 1"/>
                    <a:gd name="f99" fmla="*/ 219 f66 1"/>
                    <a:gd name="f100" fmla="*/ 565 f65 1"/>
                    <a:gd name="f101" fmla="*/ 115 f66 1"/>
                    <a:gd name="f102" fmla="*/ 439 f65 1"/>
                    <a:gd name="f103" fmla="*/ 99 f66 1"/>
                    <a:gd name="f104" fmla="*/ 99 f65 1"/>
                    <a:gd name="f105" fmla="*/ 603 f66 1"/>
                    <a:gd name="f106" fmla="+- f67 0 f1"/>
                    <a:gd name="f107" fmla="*/ f70 1 702"/>
                    <a:gd name="f108" fmla="*/ f71 1 860"/>
                    <a:gd name="f109" fmla="*/ f72 1 702"/>
                    <a:gd name="f110" fmla="*/ f73 1 860"/>
                    <a:gd name="f111" fmla="*/ f74 1 702"/>
                    <a:gd name="f112" fmla="*/ f75 1 860"/>
                    <a:gd name="f113" fmla="*/ f76 1 702"/>
                    <a:gd name="f114" fmla="*/ f77 1 860"/>
                    <a:gd name="f115" fmla="*/ f78 1 702"/>
                    <a:gd name="f116" fmla="*/ f79 1 702"/>
                    <a:gd name="f117" fmla="*/ f80 1 702"/>
                    <a:gd name="f118" fmla="*/ f81 1 860"/>
                    <a:gd name="f119" fmla="*/ f82 1 702"/>
                    <a:gd name="f120" fmla="*/ f83 1 702"/>
                    <a:gd name="f121" fmla="*/ f84 1 702"/>
                    <a:gd name="f122" fmla="*/ f85 1 860"/>
                    <a:gd name="f123" fmla="*/ f86 1 702"/>
                    <a:gd name="f124" fmla="*/ f87 1 702"/>
                    <a:gd name="f125" fmla="*/ f88 1 702"/>
                    <a:gd name="f126" fmla="*/ f89 1 702"/>
                    <a:gd name="f127" fmla="*/ f90 1 860"/>
                    <a:gd name="f128" fmla="*/ f91 1 702"/>
                    <a:gd name="f129" fmla="*/ f92 1 702"/>
                    <a:gd name="f130" fmla="*/ f93 1 860"/>
                    <a:gd name="f131" fmla="*/ f94 1 702"/>
                    <a:gd name="f132" fmla="*/ f95 1 860"/>
                    <a:gd name="f133" fmla="*/ f96 1 702"/>
                    <a:gd name="f134" fmla="*/ f97 1 860"/>
                    <a:gd name="f135" fmla="*/ f98 1 702"/>
                    <a:gd name="f136" fmla="*/ f99 1 702"/>
                    <a:gd name="f137" fmla="*/ f100 1 860"/>
                    <a:gd name="f138" fmla="*/ f101 1 702"/>
                    <a:gd name="f139" fmla="*/ f102 1 860"/>
                    <a:gd name="f140" fmla="*/ f103 1 702"/>
                    <a:gd name="f141" fmla="*/ f104 1 860"/>
                    <a:gd name="f142" fmla="*/ f105 1 702"/>
                    <a:gd name="f143" fmla="*/ 0 1 f68"/>
                    <a:gd name="f144" fmla="*/ f62 1 f68"/>
                    <a:gd name="f145" fmla="*/ 0 1 f69"/>
                    <a:gd name="f146" fmla="*/ f63 1 f69"/>
                    <a:gd name="f147" fmla="*/ f107 1 f68"/>
                    <a:gd name="f148" fmla="*/ f108 1 f69"/>
                    <a:gd name="f149" fmla="*/ f109 1 f68"/>
                    <a:gd name="f150" fmla="*/ f110 1 f69"/>
                    <a:gd name="f151" fmla="*/ f111 1 f68"/>
                    <a:gd name="f152" fmla="*/ f112 1 f69"/>
                    <a:gd name="f153" fmla="*/ f113 1 f68"/>
                    <a:gd name="f154" fmla="*/ f114 1 f69"/>
                    <a:gd name="f155" fmla="*/ f115 1 f68"/>
                    <a:gd name="f156" fmla="*/ f116 1 f68"/>
                    <a:gd name="f157" fmla="*/ f117 1 f68"/>
                    <a:gd name="f158" fmla="*/ f118 1 f69"/>
                    <a:gd name="f159" fmla="*/ f119 1 f68"/>
                    <a:gd name="f160" fmla="*/ f120 1 f68"/>
                    <a:gd name="f161" fmla="*/ f121 1 f68"/>
                    <a:gd name="f162" fmla="*/ f122 1 f69"/>
                    <a:gd name="f163" fmla="*/ f123 1 f68"/>
                    <a:gd name="f164" fmla="*/ f124 1 f68"/>
                    <a:gd name="f165" fmla="*/ f125 1 f68"/>
                    <a:gd name="f166" fmla="*/ f126 1 f68"/>
                    <a:gd name="f167" fmla="*/ f127 1 f69"/>
                    <a:gd name="f168" fmla="*/ f128 1 f68"/>
                    <a:gd name="f169" fmla="*/ f129 1 f68"/>
                    <a:gd name="f170" fmla="*/ f130 1 f69"/>
                    <a:gd name="f171" fmla="*/ f131 1 f68"/>
                    <a:gd name="f172" fmla="*/ f132 1 f69"/>
                    <a:gd name="f173" fmla="*/ f133 1 f68"/>
                    <a:gd name="f174" fmla="*/ f134 1 f69"/>
                    <a:gd name="f175" fmla="*/ f135 1 f68"/>
                    <a:gd name="f176" fmla="*/ f136 1 f68"/>
                    <a:gd name="f177" fmla="*/ f137 1 f69"/>
                    <a:gd name="f178" fmla="*/ f138 1 f68"/>
                    <a:gd name="f179" fmla="*/ f139 1 f69"/>
                    <a:gd name="f180" fmla="*/ f140 1 f68"/>
                    <a:gd name="f181" fmla="*/ f141 1 f69"/>
                    <a:gd name="f182" fmla="*/ f142 1 f68"/>
                    <a:gd name="f183" fmla="*/ f143 f59 1"/>
                    <a:gd name="f184" fmla="*/ f144 f59 1"/>
                    <a:gd name="f185" fmla="*/ f146 f60 1"/>
                    <a:gd name="f186" fmla="*/ f145 f60 1"/>
                    <a:gd name="f187" fmla="*/ f147 f59 1"/>
                    <a:gd name="f188" fmla="*/ f148 f60 1"/>
                    <a:gd name="f189" fmla="*/ f149 f59 1"/>
                    <a:gd name="f190" fmla="*/ f150 f60 1"/>
                    <a:gd name="f191" fmla="*/ f151 f59 1"/>
                    <a:gd name="f192" fmla="*/ f152 f60 1"/>
                    <a:gd name="f193" fmla="*/ f153 f59 1"/>
                    <a:gd name="f194" fmla="*/ f154 f60 1"/>
                    <a:gd name="f195" fmla="*/ f155 f59 1"/>
                    <a:gd name="f196" fmla="*/ f156 f59 1"/>
                    <a:gd name="f197" fmla="*/ f157 f59 1"/>
                    <a:gd name="f198" fmla="*/ f158 f60 1"/>
                    <a:gd name="f199" fmla="*/ f159 f59 1"/>
                    <a:gd name="f200" fmla="*/ f160 f59 1"/>
                    <a:gd name="f201" fmla="*/ f161 f59 1"/>
                    <a:gd name="f202" fmla="*/ f162 f60 1"/>
                    <a:gd name="f203" fmla="*/ f163 f59 1"/>
                    <a:gd name="f204" fmla="*/ f164 f59 1"/>
                    <a:gd name="f205" fmla="*/ f165 f59 1"/>
                    <a:gd name="f206" fmla="*/ f166 f59 1"/>
                    <a:gd name="f207" fmla="*/ f167 f60 1"/>
                    <a:gd name="f208" fmla="*/ f168 f59 1"/>
                    <a:gd name="f209" fmla="*/ f169 f59 1"/>
                    <a:gd name="f210" fmla="*/ f170 f60 1"/>
                    <a:gd name="f211" fmla="*/ f171 f59 1"/>
                    <a:gd name="f212" fmla="*/ f172 f60 1"/>
                    <a:gd name="f213" fmla="*/ f173 f59 1"/>
                    <a:gd name="f214" fmla="*/ f174 f60 1"/>
                    <a:gd name="f215" fmla="*/ f175 f59 1"/>
                    <a:gd name="f216" fmla="*/ f176 f59 1"/>
                    <a:gd name="f217" fmla="*/ f177 f60 1"/>
                    <a:gd name="f218" fmla="*/ f178 f59 1"/>
                    <a:gd name="f219" fmla="*/ f179 f60 1"/>
                    <a:gd name="f220" fmla="*/ f180 f59 1"/>
                    <a:gd name="f221" fmla="*/ f181 f60 1"/>
                    <a:gd name="f222" fmla="*/ f182 f59 1"/>
                  </a:gdLst>
                  <a:ahLst/>
                  <a:cxnLst>
                    <a:cxn ang="3cd4">
                      <a:pos x="hc" y="t"/>
                    </a:cxn>
                    <a:cxn ang="0">
                      <a:pos x="r" y="vc"/>
                    </a:cxn>
                    <a:cxn ang="cd4">
                      <a:pos x="hc" y="b"/>
                    </a:cxn>
                    <a:cxn ang="cd2">
                      <a:pos x="l" y="vc"/>
                    </a:cxn>
                    <a:cxn ang="f106">
                      <a:pos x="f187" y="f188"/>
                    </a:cxn>
                    <a:cxn ang="f106">
                      <a:pos x="f189" y="f190"/>
                    </a:cxn>
                    <a:cxn ang="f106">
                      <a:pos x="f191" y="f192"/>
                    </a:cxn>
                    <a:cxn ang="f106">
                      <a:pos x="f193" y="f194"/>
                    </a:cxn>
                    <a:cxn ang="f106">
                      <a:pos x="f195" y="f194"/>
                    </a:cxn>
                    <a:cxn ang="f106">
                      <a:pos x="f195" y="f194"/>
                    </a:cxn>
                    <a:cxn ang="f106">
                      <a:pos x="f196" y="f194"/>
                    </a:cxn>
                    <a:cxn ang="f106">
                      <a:pos x="f197" y="f198"/>
                    </a:cxn>
                    <a:cxn ang="f106">
                      <a:pos x="f199" y="f198"/>
                    </a:cxn>
                    <a:cxn ang="f106">
                      <a:pos x="f199" y="f198"/>
                    </a:cxn>
                    <a:cxn ang="f106">
                      <a:pos x="f200" y="f198"/>
                    </a:cxn>
                    <a:cxn ang="f106">
                      <a:pos x="f201" y="f202"/>
                    </a:cxn>
                    <a:cxn ang="f106">
                      <a:pos x="f201" y="f202"/>
                    </a:cxn>
                    <a:cxn ang="f106">
                      <a:pos x="f203" y="f202"/>
                    </a:cxn>
                    <a:cxn ang="f106">
                      <a:pos x="f204" y="f202"/>
                    </a:cxn>
                    <a:cxn ang="f106">
                      <a:pos x="f205" y="f202"/>
                    </a:cxn>
                    <a:cxn ang="f106">
                      <a:pos x="f206" y="f207"/>
                    </a:cxn>
                    <a:cxn ang="f106">
                      <a:pos x="f208" y="f190"/>
                    </a:cxn>
                    <a:cxn ang="f106">
                      <a:pos x="f187" y="f188"/>
                    </a:cxn>
                    <a:cxn ang="f106">
                      <a:pos x="f209" y="f210"/>
                    </a:cxn>
                    <a:cxn ang="f106">
                      <a:pos x="f211" y="f212"/>
                    </a:cxn>
                    <a:cxn ang="f106">
                      <a:pos x="f213" y="f214"/>
                    </a:cxn>
                    <a:cxn ang="f106">
                      <a:pos x="f215" y="f214"/>
                    </a:cxn>
                    <a:cxn ang="f106">
                      <a:pos x="f216" y="f217"/>
                    </a:cxn>
                    <a:cxn ang="f106">
                      <a:pos x="f218" y="f219"/>
                    </a:cxn>
                    <a:cxn ang="f106">
                      <a:pos x="f220" y="f190"/>
                    </a:cxn>
                    <a:cxn ang="f106">
                      <a:pos x="f187" y="f221"/>
                    </a:cxn>
                    <a:cxn ang="f106">
                      <a:pos x="f222" y="f190"/>
                    </a:cxn>
                    <a:cxn ang="f106">
                      <a:pos x="f209" y="f210"/>
                    </a:cxn>
                  </a:cxnLst>
                  <a:rect l="f183" t="f186" r="f184" b="f185"/>
                  <a:pathLst>
                    <a:path w="702" h="860">
                      <a:moveTo>
                        <a:pt x="f8" y="f5"/>
                      </a:moveTo>
                      <a:cubicBezTo>
                        <a:pt x="f9" y="f5"/>
                        <a:pt x="f5" y="f9"/>
                        <a:pt x="f5" y="f8"/>
                      </a:cubicBezTo>
                      <a:cubicBezTo>
                        <a:pt x="f5" y="f10"/>
                        <a:pt x="f11" y="f12"/>
                        <a:pt x="f13" y="f14"/>
                      </a:cubicBezTo>
                      <a:cubicBezTo>
                        <a:pt x="f15" y="f16"/>
                        <a:pt x="f15" y="f16"/>
                        <a:pt x="f15" y="f16"/>
                      </a:cubicBezTo>
                      <a:cubicBezTo>
                        <a:pt x="f17" y="f16"/>
                        <a:pt x="f17" y="f16"/>
                        <a:pt x="f17" y="f16"/>
                      </a:cubicBezTo>
                      <a:cubicBezTo>
                        <a:pt x="f17" y="f16"/>
                        <a:pt x="f17" y="f16"/>
                        <a:pt x="f17" y="f16"/>
                      </a:cubicBezTo>
                      <a:cubicBezTo>
                        <a:pt x="f18" y="f16"/>
                        <a:pt x="f18" y="f16"/>
                        <a:pt x="f18" y="f16"/>
                      </a:cubicBezTo>
                      <a:cubicBezTo>
                        <a:pt x="f19" y="f20"/>
                        <a:pt x="f19" y="f20"/>
                        <a:pt x="f19" y="f20"/>
                      </a:cubicBezTo>
                      <a:cubicBezTo>
                        <a:pt x="f21" y="f20"/>
                        <a:pt x="f21" y="f20"/>
                        <a:pt x="f21" y="f20"/>
                      </a:cubicBezTo>
                      <a:cubicBezTo>
                        <a:pt x="f21" y="f20"/>
                        <a:pt x="f21" y="f20"/>
                        <a:pt x="f21" y="f20"/>
                      </a:cubicBezTo>
                      <a:cubicBezTo>
                        <a:pt x="f22" y="f20"/>
                        <a:pt x="f22" y="f20"/>
                        <a:pt x="f22" y="f20"/>
                      </a:cubicBezTo>
                      <a:cubicBezTo>
                        <a:pt x="f23" y="f7"/>
                        <a:pt x="f23" y="f7"/>
                        <a:pt x="f23" y="f7"/>
                      </a:cubicBezTo>
                      <a:cubicBezTo>
                        <a:pt x="f23" y="f7"/>
                        <a:pt x="f23" y="f7"/>
                        <a:pt x="f23" y="f7"/>
                      </a:cubicBezTo>
                      <a:cubicBezTo>
                        <a:pt x="f24" y="f7"/>
                        <a:pt x="f24" y="f7"/>
                        <a:pt x="f24" y="f7"/>
                      </a:cubicBezTo>
                      <a:cubicBezTo>
                        <a:pt x="f25" y="f7"/>
                        <a:pt x="f25" y="f7"/>
                        <a:pt x="f25" y="f7"/>
                      </a:cubicBezTo>
                      <a:cubicBezTo>
                        <a:pt x="f26" y="f7"/>
                        <a:pt x="f26" y="f7"/>
                        <a:pt x="f26" y="f7"/>
                      </a:cubicBezTo>
                      <a:cubicBezTo>
                        <a:pt x="f27" y="f28"/>
                        <a:pt x="f27" y="f28"/>
                        <a:pt x="f27" y="f28"/>
                      </a:cubicBezTo>
                      <a:cubicBezTo>
                        <a:pt x="f29" y="f30"/>
                        <a:pt x="f6" y="f31"/>
                        <a:pt x="f6" y="f8"/>
                      </a:cubicBezTo>
                      <a:cubicBezTo>
                        <a:pt x="f6" y="f9"/>
                        <a:pt x="f32" y="f5"/>
                        <a:pt x="f8" y="f5"/>
                      </a:cubicBezTo>
                      <a:close/>
                      <a:moveTo>
                        <a:pt x="f33" y="f34"/>
                      </a:moveTo>
                      <a:cubicBezTo>
                        <a:pt x="f35" y="f36"/>
                        <a:pt x="f37" y="f38"/>
                        <a:pt x="f39" y="f40"/>
                      </a:cubicBezTo>
                      <a:cubicBezTo>
                        <a:pt x="f41" y="f42"/>
                        <a:pt x="f41" y="f42"/>
                        <a:pt x="f41" y="f42"/>
                      </a:cubicBezTo>
                      <a:cubicBezTo>
                        <a:pt x="f43" y="f42"/>
                        <a:pt x="f43" y="f42"/>
                        <a:pt x="f43" y="f42"/>
                      </a:cubicBezTo>
                      <a:cubicBezTo>
                        <a:pt x="f44" y="f45"/>
                        <a:pt x="f44" y="f45"/>
                        <a:pt x="f44" y="f45"/>
                      </a:cubicBezTo>
                      <a:cubicBezTo>
                        <a:pt x="f46" y="f47"/>
                        <a:pt x="f48" y="f26"/>
                        <a:pt x="f49" y="f50"/>
                      </a:cubicBezTo>
                      <a:cubicBezTo>
                        <a:pt x="f51" y="f52"/>
                        <a:pt x="f53" y="f54"/>
                        <a:pt x="f53" y="f8"/>
                      </a:cubicBezTo>
                      <a:cubicBezTo>
                        <a:pt x="f53" y="f23"/>
                        <a:pt x="f23" y="f53"/>
                        <a:pt x="f8" y="f53"/>
                      </a:cubicBezTo>
                      <a:cubicBezTo>
                        <a:pt x="f36" y="f53"/>
                        <a:pt x="f55" y="f23"/>
                        <a:pt x="f55" y="f8"/>
                      </a:cubicBezTo>
                      <a:cubicBezTo>
                        <a:pt x="f55" y="f56"/>
                        <a:pt x="f57" y="f52"/>
                        <a:pt x="f33" y="f34"/>
                      </a:cubicBezTo>
                      <a:close/>
                    </a:path>
                  </a:pathLst>
                </a:custGeom>
                <a:gradFill>
                  <a:gsLst>
                    <a:gs pos="0">
                      <a:srgbClr val="9D9FA1"/>
                    </a:gs>
                    <a:gs pos="100000">
                      <a:srgbClr val="211F26"/>
                    </a:gs>
                  </a:gsLst>
                  <a:lin ang="2700000"/>
                </a:gradFill>
                <a:ln>
                  <a:noFill/>
                  <a:prstDash val="solid"/>
                </a:ln>
              </p:spPr>
              <p:txBody>
                <a:bodyPr vert="horz" wrap="square" lIns="91440" tIns="45720" rIns="91440" bIns="45720" anchor="t"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300" b="0" i="0" u="none" strike="noStrike" kern="0" cap="none" spc="0" baseline="0">
                    <a:solidFill>
                      <a:srgbClr val="211F26"/>
                    </a:solidFill>
                    <a:uFillTx/>
                    <a:latin typeface="Arial"/>
                  </a:endParaRPr>
                </a:p>
              </p:txBody>
            </p:sp>
          </p:grpSp>
          <p:sp>
            <p:nvSpPr>
              <p:cNvPr id="74" name="Tekstvak 35">
                <a:extLst>
                  <a:ext uri="{FF2B5EF4-FFF2-40B4-BE49-F238E27FC236}">
                    <a16:creationId xmlns:a16="http://schemas.microsoft.com/office/drawing/2014/main" id="{B1DBE347-5908-88CD-EF87-50E201608919}"/>
                  </a:ext>
                </a:extLst>
              </p:cNvPr>
              <p:cNvSpPr txBox="1"/>
              <p:nvPr/>
            </p:nvSpPr>
            <p:spPr>
              <a:xfrm>
                <a:off x="15225601" y="4917487"/>
                <a:ext cx="627799" cy="322234"/>
              </a:xfrm>
              <a:prstGeom prst="rect">
                <a:avLst/>
              </a:prstGeom>
              <a:noFill/>
              <a:ln>
                <a:noFill/>
              </a:ln>
            </p:spPr>
            <p:txBody>
              <a:bodyPr vert="horz" wrap="square" lIns="0" tIns="0" rIns="0" bIns="0"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000" b="0" i="0" u="none" strike="noStrike" kern="0" cap="none" spc="0" baseline="0">
                    <a:solidFill>
                      <a:srgbClr val="211F26"/>
                    </a:solidFill>
                    <a:uFillTx/>
                    <a:latin typeface="Calibri" pitchFamily="34"/>
                    <a:cs typeface="Calibri" pitchFamily="34"/>
                  </a:rPr>
                  <a:t>Inspiration</a:t>
                </a:r>
              </a:p>
            </p:txBody>
          </p:sp>
        </p:grpSp>
      </p:grpSp>
      <p:grpSp>
        <p:nvGrpSpPr>
          <p:cNvPr id="75" name="INSTRUCTION">
            <a:extLst>
              <a:ext uri="{FF2B5EF4-FFF2-40B4-BE49-F238E27FC236}">
                <a16:creationId xmlns:a16="http://schemas.microsoft.com/office/drawing/2014/main" id="{A7DF5F10-5647-D15A-C5DD-E679D5733D5D}"/>
              </a:ext>
            </a:extLst>
          </p:cNvPr>
          <p:cNvGrpSpPr/>
          <p:nvPr/>
        </p:nvGrpSpPr>
        <p:grpSpPr>
          <a:xfrm>
            <a:off x="-3786164" y="0"/>
            <a:ext cx="3693380" cy="6640345"/>
            <a:chOff x="-3786164" y="0"/>
            <a:chExt cx="3693380" cy="6640345"/>
          </a:xfrm>
        </p:grpSpPr>
        <p:sp>
          <p:nvSpPr>
            <p:cNvPr id="76" name="Rechthoek 82">
              <a:extLst>
                <a:ext uri="{FF2B5EF4-FFF2-40B4-BE49-F238E27FC236}">
                  <a16:creationId xmlns:a16="http://schemas.microsoft.com/office/drawing/2014/main" id="{B62613CB-94F1-8D28-457A-C4DA1826FEDA}"/>
                </a:ext>
              </a:extLst>
            </p:cNvPr>
            <p:cNvSpPr/>
            <p:nvPr/>
          </p:nvSpPr>
          <p:spPr>
            <a:xfrm>
              <a:off x="-3786164" y="0"/>
              <a:ext cx="3593089" cy="5991724"/>
            </a:xfrm>
            <a:prstGeom prst="rect">
              <a:avLst/>
            </a:prstGeom>
            <a:solidFill>
              <a:srgbClr val="FFFFFF"/>
            </a:solidFill>
            <a:ln w="6345" cap="flat">
              <a:solidFill>
                <a:srgbClr val="ECECEC"/>
              </a:solidFill>
              <a:prstDash val="solid"/>
              <a:miter/>
            </a:ln>
          </p:spPr>
          <p:txBody>
            <a:bodyPr vert="horz" wrap="square" lIns="179999" tIns="143999" rIns="179999" bIns="143999"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400" b="1" i="0" u="none" strike="noStrike" kern="1200" cap="all" spc="0" baseline="0">
                  <a:solidFill>
                    <a:srgbClr val="00A6D6"/>
                  </a:solidFill>
                  <a:uFillTx/>
                  <a:latin typeface="Calibri" pitchFamily="34"/>
                  <a:cs typeface="Calibri" pitchFamily="34"/>
                </a:rPr>
                <a:t>Insert/edit an image</a:t>
              </a:r>
            </a:p>
          </p:txBody>
        </p:sp>
        <p:sp>
          <p:nvSpPr>
            <p:cNvPr id="77" name="Ovaal 83">
              <a:extLst>
                <a:ext uri="{FF2B5EF4-FFF2-40B4-BE49-F238E27FC236}">
                  <a16:creationId xmlns:a16="http://schemas.microsoft.com/office/drawing/2014/main" id="{A5837DC5-4CF3-40E9-DE25-7AB4C01CD94C}"/>
                </a:ext>
              </a:extLst>
            </p:cNvPr>
            <p:cNvSpPr/>
            <p:nvPr/>
          </p:nvSpPr>
          <p:spPr>
            <a:xfrm>
              <a:off x="-3603586" y="465319"/>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1</a:t>
              </a:r>
            </a:p>
          </p:txBody>
        </p:sp>
        <p:sp>
          <p:nvSpPr>
            <p:cNvPr id="78" name="Rechthoek 84">
              <a:extLst>
                <a:ext uri="{FF2B5EF4-FFF2-40B4-BE49-F238E27FC236}">
                  <a16:creationId xmlns:a16="http://schemas.microsoft.com/office/drawing/2014/main" id="{57CEC415-C7BA-AD98-180B-255A8E2ECFD8}"/>
                </a:ext>
              </a:extLst>
            </p:cNvPr>
            <p:cNvSpPr/>
            <p:nvPr/>
          </p:nvSpPr>
          <p:spPr>
            <a:xfrm>
              <a:off x="-3319418" y="465319"/>
              <a:ext cx="2962701" cy="668152"/>
            </a:xfrm>
            <a:prstGeom prst="rect">
              <a:avLst/>
            </a:prstGeom>
            <a:noFill/>
            <a:ln>
              <a:noFill/>
              <a:prstDash val="solid"/>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0" i="0" u="none" strike="noStrike" kern="0" cap="none" spc="0" baseline="0">
                  <a:solidFill>
                    <a:srgbClr val="000000"/>
                  </a:solidFill>
                  <a:uFillTx/>
                  <a:latin typeface="Calibri" pitchFamily="34"/>
                  <a:cs typeface="Calibri" pitchFamily="34"/>
                </a:rPr>
                <a:t>If necessary, delete the existing image</a:t>
              </a:r>
              <a:br>
                <a:rPr lang="en-GB" sz="1200" b="0" i="0" u="none" strike="noStrike" kern="0" cap="none" spc="0" baseline="0">
                  <a:solidFill>
                    <a:srgbClr val="000000"/>
                  </a:solidFill>
                  <a:uFillTx/>
                  <a:latin typeface="Calibri" pitchFamily="34"/>
                  <a:cs typeface="Calibri" pitchFamily="34"/>
                </a:rPr>
              </a:br>
              <a:r>
                <a:rPr lang="en-GB" sz="1200" b="0" i="0" u="none" strike="noStrike" kern="0" cap="none" spc="0" baseline="0">
                  <a:solidFill>
                    <a:srgbClr val="000000"/>
                  </a:solidFill>
                  <a:uFillTx/>
                  <a:latin typeface="Calibri" pitchFamily="34"/>
                  <a:cs typeface="Calibri" pitchFamily="34"/>
                </a:rPr>
                <a:t>by using the </a:t>
              </a:r>
              <a:r>
                <a:rPr lang="en-GB" sz="1200" b="1" i="0" u="none" strike="noStrike" kern="0" cap="none" spc="0" baseline="0">
                  <a:solidFill>
                    <a:srgbClr val="000000"/>
                  </a:solidFill>
                  <a:uFillTx/>
                  <a:latin typeface="Calibri" pitchFamily="34"/>
                  <a:cs typeface="Calibri" pitchFamily="34"/>
                </a:rPr>
                <a:t>‘Backspace key’</a:t>
              </a:r>
              <a:r>
                <a:rPr lang="en-GB" sz="1200" b="0" i="0" u="none" strike="noStrike" kern="0" cap="none" spc="0" baseline="0">
                  <a:solidFill>
                    <a:srgbClr val="000000"/>
                  </a:solidFill>
                  <a:uFillTx/>
                  <a:latin typeface="Calibri" pitchFamily="34"/>
                  <a:cs typeface="Calibri" pitchFamily="34"/>
                </a:rPr>
                <a:t>. Select the placeholder, go to the tab </a:t>
              </a:r>
              <a:r>
                <a:rPr lang="en-GB" sz="1200" b="1" i="0" u="none" strike="noStrike" kern="0" cap="none" spc="0" baseline="0">
                  <a:solidFill>
                    <a:srgbClr val="000000"/>
                  </a:solidFill>
                  <a:uFillTx/>
                  <a:latin typeface="Calibri" pitchFamily="34"/>
                  <a:cs typeface="Calibri" pitchFamily="34"/>
                </a:rPr>
                <a:t>‘Slidebuilder’</a:t>
              </a:r>
              <a:r>
                <a:rPr lang="en-GB" sz="1200" b="0" i="0" u="none" strike="noStrike" kern="0" cap="none" spc="0" baseline="0">
                  <a:solidFill>
                    <a:srgbClr val="000000"/>
                  </a:solidFill>
                  <a:uFillTx/>
                  <a:latin typeface="Calibri" pitchFamily="34"/>
                  <a:cs typeface="Calibri" pitchFamily="34"/>
                </a:rPr>
                <a:t> and click on the button </a:t>
              </a:r>
              <a:r>
                <a:rPr lang="en-GB" sz="1200" b="1" i="0" u="none" strike="noStrike" kern="0" cap="none" spc="0" baseline="0">
                  <a:solidFill>
                    <a:srgbClr val="000000"/>
                  </a:solidFill>
                  <a:uFillTx/>
                  <a:latin typeface="Calibri" pitchFamily="34"/>
                  <a:cs typeface="Calibri" pitchFamily="34"/>
                </a:rPr>
                <a:t>‘Images’</a:t>
              </a:r>
              <a:r>
                <a:rPr lang="en-GB" sz="1200" b="0" i="0" u="none" strike="noStrike" kern="0" cap="none" spc="0" baseline="0">
                  <a:solidFill>
                    <a:srgbClr val="000000"/>
                  </a:solidFill>
                  <a:uFillTx/>
                  <a:latin typeface="Calibri" pitchFamily="34"/>
                  <a:cs typeface="Calibri" pitchFamily="34"/>
                </a:rPr>
                <a:t>.</a:t>
              </a:r>
            </a:p>
          </p:txBody>
        </p:sp>
        <p:sp>
          <p:nvSpPr>
            <p:cNvPr id="79" name="Ovaal 85">
              <a:extLst>
                <a:ext uri="{FF2B5EF4-FFF2-40B4-BE49-F238E27FC236}">
                  <a16:creationId xmlns:a16="http://schemas.microsoft.com/office/drawing/2014/main" id="{7C5024D9-944D-B517-8B97-C0486732C89C}"/>
                </a:ext>
              </a:extLst>
            </p:cNvPr>
            <p:cNvSpPr/>
            <p:nvPr/>
          </p:nvSpPr>
          <p:spPr>
            <a:xfrm>
              <a:off x="-3603586" y="2633938"/>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3</a:t>
              </a:r>
            </a:p>
          </p:txBody>
        </p:sp>
        <p:sp>
          <p:nvSpPr>
            <p:cNvPr id="80" name="Rechthoek 86">
              <a:extLst>
                <a:ext uri="{FF2B5EF4-FFF2-40B4-BE49-F238E27FC236}">
                  <a16:creationId xmlns:a16="http://schemas.microsoft.com/office/drawing/2014/main" id="{55FA68C2-3AAD-76A5-D578-F9E1420106B8}"/>
                </a:ext>
              </a:extLst>
            </p:cNvPr>
            <p:cNvSpPr/>
            <p:nvPr/>
          </p:nvSpPr>
          <p:spPr>
            <a:xfrm>
              <a:off x="-3319418" y="2633938"/>
              <a:ext cx="3126342" cy="462796"/>
            </a:xfrm>
            <a:prstGeom prst="rect">
              <a:avLst/>
            </a:prstGeom>
            <a:noFill/>
            <a:ln>
              <a:noFill/>
              <a:prstDash val="solid"/>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0" i="0" u="none" strike="noStrike" kern="0" cap="none" spc="0" baseline="0">
                  <a:solidFill>
                    <a:srgbClr val="000000"/>
                  </a:solidFill>
                  <a:uFillTx/>
                  <a:latin typeface="Calibri" pitchFamily="34"/>
                  <a:cs typeface="Calibri" pitchFamily="34"/>
                </a:rPr>
                <a:t>Click with the right mouse button on the thumbnail display of the slide on the left side </a:t>
              </a:r>
              <a:br>
                <a:rPr lang="en-GB" sz="1200" b="0" i="0" u="none" strike="noStrike" kern="0" cap="none" spc="0" baseline="0">
                  <a:solidFill>
                    <a:srgbClr val="000000"/>
                  </a:solidFill>
                  <a:uFillTx/>
                  <a:latin typeface="Calibri" pitchFamily="34"/>
                  <a:cs typeface="Calibri" pitchFamily="34"/>
                </a:rPr>
              </a:br>
              <a:r>
                <a:rPr lang="en-GB" sz="1200" b="0" i="0" u="none" strike="noStrike" kern="0" cap="none" spc="0" baseline="0">
                  <a:solidFill>
                    <a:srgbClr val="000000"/>
                  </a:solidFill>
                  <a:uFillTx/>
                  <a:latin typeface="Calibri" pitchFamily="34"/>
                  <a:cs typeface="Calibri" pitchFamily="34"/>
                </a:rPr>
                <a:t>of the screen and choose </a:t>
              </a:r>
              <a:r>
                <a:rPr lang="en-GB" sz="1200" b="1" i="0" u="none" strike="noStrike" kern="0" cap="none" spc="0" baseline="0">
                  <a:solidFill>
                    <a:srgbClr val="000000"/>
                  </a:solidFill>
                  <a:uFillTx/>
                  <a:latin typeface="Calibri" pitchFamily="34"/>
                  <a:cs typeface="Calibri" pitchFamily="34"/>
                </a:rPr>
                <a:t>‘Reset slide’</a:t>
              </a:r>
              <a:r>
                <a:rPr lang="en-GB" sz="1200" b="0" i="0" u="none" strike="noStrike" kern="0" cap="none" spc="0" baseline="0">
                  <a:solidFill>
                    <a:srgbClr val="000000"/>
                  </a:solidFill>
                  <a:uFillTx/>
                  <a:latin typeface="Calibri" pitchFamily="34"/>
                  <a:cs typeface="Calibri" pitchFamily="34"/>
                </a:rPr>
                <a:t>.</a:t>
              </a:r>
            </a:p>
          </p:txBody>
        </p:sp>
        <p:sp>
          <p:nvSpPr>
            <p:cNvPr id="81" name="Ovaal 87">
              <a:extLst>
                <a:ext uri="{FF2B5EF4-FFF2-40B4-BE49-F238E27FC236}">
                  <a16:creationId xmlns:a16="http://schemas.microsoft.com/office/drawing/2014/main" id="{3DA78CC0-4EF9-4AA8-276F-49630A6E4533}"/>
                </a:ext>
              </a:extLst>
            </p:cNvPr>
            <p:cNvSpPr/>
            <p:nvPr/>
          </p:nvSpPr>
          <p:spPr>
            <a:xfrm>
              <a:off x="-3603586" y="4226365"/>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4</a:t>
              </a:r>
            </a:p>
          </p:txBody>
        </p:sp>
        <p:sp>
          <p:nvSpPr>
            <p:cNvPr id="82" name="Rechthoek 88">
              <a:extLst>
                <a:ext uri="{FF2B5EF4-FFF2-40B4-BE49-F238E27FC236}">
                  <a16:creationId xmlns:a16="http://schemas.microsoft.com/office/drawing/2014/main" id="{E5F8B35E-A0F8-20E8-C0EA-686148EA45DA}"/>
                </a:ext>
              </a:extLst>
            </p:cNvPr>
            <p:cNvSpPr/>
            <p:nvPr/>
          </p:nvSpPr>
          <p:spPr>
            <a:xfrm>
              <a:off x="-3319418" y="4226365"/>
              <a:ext cx="2944678" cy="820957"/>
            </a:xfrm>
            <a:prstGeom prst="rect">
              <a:avLst/>
            </a:prstGeom>
            <a:noFill/>
            <a:ln>
              <a:noFill/>
              <a:prstDash val="solid"/>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0" i="0" u="none" strike="noStrike" kern="0" cap="none" spc="0" baseline="0">
                  <a:solidFill>
                    <a:srgbClr val="000000"/>
                  </a:solidFill>
                  <a:uFillTx/>
                  <a:latin typeface="Calibri" pitchFamily="34"/>
                  <a:cs typeface="Calibri" pitchFamily="34"/>
                </a:rPr>
                <a:t>To scale or drag the image, go to the tab </a:t>
              </a:r>
              <a:r>
                <a:rPr lang="en-GB" sz="1200" b="1" i="0" u="none" strike="noStrike" kern="0" cap="none" spc="0" baseline="0">
                  <a:solidFill>
                    <a:srgbClr val="000000"/>
                  </a:solidFill>
                  <a:uFillTx/>
                  <a:latin typeface="Calibri" pitchFamily="34"/>
                  <a:cs typeface="Calibri" pitchFamily="34"/>
                </a:rPr>
                <a:t>‘Picture Tools - Format’</a:t>
              </a:r>
              <a:r>
                <a:rPr lang="en-GB" sz="1200" b="0" i="0" u="none" strike="noStrike" kern="0" cap="none" spc="0" baseline="0">
                  <a:solidFill>
                    <a:srgbClr val="000000"/>
                  </a:solidFill>
                  <a:uFillTx/>
                  <a:latin typeface="Calibri" pitchFamily="34"/>
                  <a:cs typeface="Calibri" pitchFamily="34"/>
                </a:rPr>
                <a:t> and click on</a:t>
              </a:r>
              <a:br>
                <a:rPr lang="en-GB" sz="1200" b="0" i="0" u="none" strike="noStrike" kern="0" cap="none" spc="0" baseline="0">
                  <a:solidFill>
                    <a:srgbClr val="000000"/>
                  </a:solidFill>
                  <a:uFillTx/>
                  <a:latin typeface="Calibri" pitchFamily="34"/>
                  <a:cs typeface="Calibri" pitchFamily="34"/>
                </a:rPr>
              </a:br>
              <a:r>
                <a:rPr lang="en-GB" sz="1200" b="0" i="0" u="none" strike="noStrike" kern="0" cap="none" spc="0" baseline="0">
                  <a:solidFill>
                    <a:srgbClr val="000000"/>
                  </a:solidFill>
                  <a:uFillTx/>
                  <a:latin typeface="Calibri" pitchFamily="34"/>
                  <a:cs typeface="Calibri" pitchFamily="34"/>
                </a:rPr>
                <a:t>the button </a:t>
              </a:r>
              <a:r>
                <a:rPr lang="en-GB" sz="1200" b="1" i="0" u="none" strike="noStrike" kern="0" cap="none" spc="0" baseline="0">
                  <a:solidFill>
                    <a:srgbClr val="000000"/>
                  </a:solidFill>
                  <a:uFillTx/>
                  <a:latin typeface="Calibri" pitchFamily="34"/>
                  <a:cs typeface="Calibri" pitchFamily="34"/>
                </a:rPr>
                <a:t>‘Crop’</a:t>
              </a:r>
              <a:r>
                <a:rPr lang="en-GB" sz="1200" b="0" i="0" u="none" strike="noStrike" kern="0" cap="none" spc="0" baseline="0">
                  <a:solidFill>
                    <a:srgbClr val="000000"/>
                  </a:solidFill>
                  <a:uFillTx/>
                  <a:latin typeface="Calibri" pitchFamily="34"/>
                  <a:cs typeface="Calibri" pitchFamily="34"/>
                </a:rPr>
                <a:t>. Scale the image itself with</a:t>
              </a:r>
              <a:br>
                <a:rPr lang="en-GB" sz="1200" b="0" i="0" u="none" strike="noStrike" kern="0" cap="none" spc="0" baseline="0">
                  <a:solidFill>
                    <a:srgbClr val="000000"/>
                  </a:solidFill>
                  <a:uFillTx/>
                  <a:latin typeface="Calibri" pitchFamily="34"/>
                  <a:cs typeface="Calibri" pitchFamily="34"/>
                </a:rPr>
              </a:br>
              <a:r>
                <a:rPr lang="en-GB" sz="1200" b="0" i="0" u="none" strike="noStrike" kern="0" cap="none" spc="0" baseline="0">
                  <a:solidFill>
                    <a:srgbClr val="000000"/>
                  </a:solidFill>
                  <a:uFillTx/>
                  <a:latin typeface="Calibri" pitchFamily="34"/>
                  <a:cs typeface="Calibri" pitchFamily="34"/>
                </a:rPr>
                <a:t>the spheres and scale the image frame with the brackets.</a:t>
              </a:r>
            </a:p>
          </p:txBody>
        </p:sp>
        <p:sp>
          <p:nvSpPr>
            <p:cNvPr id="83" name="Rechthoek 89">
              <a:extLst>
                <a:ext uri="{FF2B5EF4-FFF2-40B4-BE49-F238E27FC236}">
                  <a16:creationId xmlns:a16="http://schemas.microsoft.com/office/drawing/2014/main" id="{B274053F-4FB5-4F36-9B83-47AC5D6A1217}"/>
                </a:ext>
              </a:extLst>
            </p:cNvPr>
            <p:cNvSpPr/>
            <p:nvPr/>
          </p:nvSpPr>
          <p:spPr>
            <a:xfrm>
              <a:off x="-3316839" y="3200262"/>
              <a:ext cx="1239213" cy="719916"/>
            </a:xfrm>
            <a:prstGeom prst="rect">
              <a:avLst/>
            </a:prstGeom>
            <a:blipFill>
              <a:blip r:embed="rId4">
                <a:alphaModFix/>
              </a:blip>
              <a:tile/>
            </a:blipFill>
            <a:ln w="12701" cap="flat">
              <a:solidFill>
                <a:srgbClr val="D3D3D3"/>
              </a:solidFill>
              <a:prstDash val="solid"/>
              <a:miter/>
            </a:ln>
          </p:spPr>
          <p:txBody>
            <a:bodyPr vert="horz" wrap="square" lIns="71999"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0" i="1" u="none" strike="noStrike" kern="1200" cap="none" spc="0" baseline="0">
                <a:solidFill>
                  <a:srgbClr val="211F26"/>
                </a:solidFill>
                <a:uFillTx/>
                <a:latin typeface="Calibri" pitchFamily="34"/>
                <a:cs typeface="Calibri" pitchFamily="34"/>
              </a:endParaRPr>
            </a:p>
          </p:txBody>
        </p:sp>
        <p:grpSp>
          <p:nvGrpSpPr>
            <p:cNvPr id="84" name="Groep 90">
              <a:extLst>
                <a:ext uri="{FF2B5EF4-FFF2-40B4-BE49-F238E27FC236}">
                  <a16:creationId xmlns:a16="http://schemas.microsoft.com/office/drawing/2014/main" id="{FD39D18F-A91A-177A-5958-56C3040BE67B}"/>
                </a:ext>
              </a:extLst>
            </p:cNvPr>
            <p:cNvGrpSpPr/>
            <p:nvPr/>
          </p:nvGrpSpPr>
          <p:grpSpPr>
            <a:xfrm>
              <a:off x="-2485814" y="3479785"/>
              <a:ext cx="1222991" cy="563928"/>
              <a:chOff x="-2485814" y="3479785"/>
              <a:chExt cx="1222991" cy="563928"/>
            </a:xfrm>
          </p:grpSpPr>
          <p:sp>
            <p:nvSpPr>
              <p:cNvPr id="85" name="Rechthoek 129">
                <a:extLst>
                  <a:ext uri="{FF2B5EF4-FFF2-40B4-BE49-F238E27FC236}">
                    <a16:creationId xmlns:a16="http://schemas.microsoft.com/office/drawing/2014/main" id="{643E2CC4-D3D4-A775-F38A-DE3DCA8DECC4}"/>
                  </a:ext>
                </a:extLst>
              </p:cNvPr>
              <p:cNvSpPr/>
              <p:nvPr/>
            </p:nvSpPr>
            <p:spPr>
              <a:xfrm>
                <a:off x="-2485814" y="3479785"/>
                <a:ext cx="1176476" cy="504849"/>
              </a:xfrm>
              <a:prstGeom prst="rect">
                <a:avLst/>
              </a:prstGeom>
              <a:solidFill>
                <a:srgbClr val="FFFFFF"/>
              </a:solidFill>
              <a:ln w="12701" cap="flat">
                <a:solidFill>
                  <a:srgbClr val="D1D1D1"/>
                </a:solidFill>
                <a:prstDash val="solid"/>
                <a:miter/>
              </a:ln>
            </p:spPr>
            <p:txBody>
              <a:bodyPr vert="horz" wrap="square" lIns="107999"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800" b="0" i="0" u="none" strike="noStrike" kern="1200" cap="none" spc="0" baseline="0">
                  <a:solidFill>
                    <a:srgbClr val="211F26"/>
                  </a:solidFill>
                  <a:uFillTx/>
                  <a:latin typeface="Calibri" pitchFamily="34"/>
                  <a:cs typeface="Calibri" pitchFamily="34"/>
                </a:endParaRPr>
              </a:p>
            </p:txBody>
          </p:sp>
          <p:sp>
            <p:nvSpPr>
              <p:cNvPr id="86" name="Rechthoek 130">
                <a:extLst>
                  <a:ext uri="{FF2B5EF4-FFF2-40B4-BE49-F238E27FC236}">
                    <a16:creationId xmlns:a16="http://schemas.microsoft.com/office/drawing/2014/main" id="{B31767D8-76F7-98D1-CF07-FA31A093E1C5}"/>
                  </a:ext>
                </a:extLst>
              </p:cNvPr>
              <p:cNvSpPr/>
              <p:nvPr/>
            </p:nvSpPr>
            <p:spPr>
              <a:xfrm>
                <a:off x="-2479587" y="3733412"/>
                <a:ext cx="1164003" cy="246705"/>
              </a:xfrm>
              <a:prstGeom prst="rect">
                <a:avLst/>
              </a:prstGeom>
              <a:solidFill>
                <a:srgbClr val="FCE4DC"/>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nvGrpSpPr>
              <p:cNvPr id="87" name="Groep 131">
                <a:extLst>
                  <a:ext uri="{FF2B5EF4-FFF2-40B4-BE49-F238E27FC236}">
                    <a16:creationId xmlns:a16="http://schemas.microsoft.com/office/drawing/2014/main" id="{0BFDC07E-FB18-127C-3A0E-9D2EBF3A2172}"/>
                  </a:ext>
                </a:extLst>
              </p:cNvPr>
              <p:cNvGrpSpPr/>
              <p:nvPr/>
            </p:nvGrpSpPr>
            <p:grpSpPr>
              <a:xfrm>
                <a:off x="-2403866" y="3541123"/>
                <a:ext cx="155950" cy="131920"/>
                <a:chOff x="-2403866" y="3541123"/>
                <a:chExt cx="155950" cy="131920"/>
              </a:xfrm>
            </p:grpSpPr>
            <p:sp>
              <p:nvSpPr>
                <p:cNvPr id="88" name="Rechthoek: afgeronde hoeken 144">
                  <a:extLst>
                    <a:ext uri="{FF2B5EF4-FFF2-40B4-BE49-F238E27FC236}">
                      <a16:creationId xmlns:a16="http://schemas.microsoft.com/office/drawing/2014/main" id="{170BE444-A21A-738D-AEC4-51BFEE794DD5}"/>
                    </a:ext>
                  </a:extLst>
                </p:cNvPr>
                <p:cNvSpPr/>
                <p:nvPr/>
              </p:nvSpPr>
              <p:spPr>
                <a:xfrm>
                  <a:off x="-2403866" y="3541123"/>
                  <a:ext cx="155950" cy="131920"/>
                </a:xfrm>
                <a:custGeom>
                  <a:avLst>
                    <a:gd name="f0" fmla="val 629"/>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FFFF"/>
                </a:solidFill>
                <a:ln w="12701" cap="flat">
                  <a:solidFill>
                    <a:srgbClr val="818181"/>
                  </a:solidFill>
                  <a:prstDash val="solid"/>
                  <a:miter/>
                </a:ln>
              </p:spPr>
              <p:txBody>
                <a:bodyPr vert="horz" wrap="square" lIns="107999"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800" b="0" i="0" u="none" strike="noStrike" kern="1200" cap="none" spc="0" baseline="0">
                    <a:solidFill>
                      <a:srgbClr val="211F26"/>
                    </a:solidFill>
                    <a:uFillTx/>
                    <a:latin typeface="Calibri" pitchFamily="34"/>
                    <a:cs typeface="Calibri" pitchFamily="34"/>
                  </a:endParaRPr>
                </a:p>
              </p:txBody>
            </p:sp>
            <p:sp>
              <p:nvSpPr>
                <p:cNvPr id="89" name="Rechthoek 145">
                  <a:extLst>
                    <a:ext uri="{FF2B5EF4-FFF2-40B4-BE49-F238E27FC236}">
                      <a16:creationId xmlns:a16="http://schemas.microsoft.com/office/drawing/2014/main" id="{D16AF127-381B-F2A5-2A31-53D2B565ACDE}"/>
                    </a:ext>
                  </a:extLst>
                </p:cNvPr>
                <p:cNvSpPr/>
                <p:nvPr/>
              </p:nvSpPr>
              <p:spPr>
                <a:xfrm>
                  <a:off x="-2382167" y="3559228"/>
                  <a:ext cx="117582" cy="16011"/>
                </a:xfrm>
                <a:prstGeom prst="rect">
                  <a:avLst/>
                </a:prstGeom>
                <a:solidFill>
                  <a:srgbClr val="D1D1D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90" name="Rechthoek 146">
                  <a:extLst>
                    <a:ext uri="{FF2B5EF4-FFF2-40B4-BE49-F238E27FC236}">
                      <a16:creationId xmlns:a16="http://schemas.microsoft.com/office/drawing/2014/main" id="{5B8D1089-B30D-855E-161B-BD90A2A4A180}"/>
                    </a:ext>
                  </a:extLst>
                </p:cNvPr>
                <p:cNvSpPr/>
                <p:nvPr/>
              </p:nvSpPr>
              <p:spPr>
                <a:xfrm>
                  <a:off x="-2382158" y="3586349"/>
                  <a:ext cx="45756" cy="69997"/>
                </a:xfrm>
                <a:prstGeom prst="rect">
                  <a:avLst/>
                </a:prstGeom>
                <a:solidFill>
                  <a:srgbClr val="D1D1D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91" name="Rechthoek 147">
                  <a:extLst>
                    <a:ext uri="{FF2B5EF4-FFF2-40B4-BE49-F238E27FC236}">
                      <a16:creationId xmlns:a16="http://schemas.microsoft.com/office/drawing/2014/main" id="{B245C7F2-F031-2FC6-CDDC-282E370A1B2A}"/>
                    </a:ext>
                  </a:extLst>
                </p:cNvPr>
                <p:cNvSpPr/>
                <p:nvPr/>
              </p:nvSpPr>
              <p:spPr>
                <a:xfrm>
                  <a:off x="-2322210" y="3590355"/>
                  <a:ext cx="52111" cy="8220"/>
                </a:xfrm>
                <a:prstGeom prst="rect">
                  <a:avLst/>
                </a:prstGeom>
                <a:solidFill>
                  <a:srgbClr val="B2B2B2"/>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92" name="Rechthoek 148">
                  <a:extLst>
                    <a:ext uri="{FF2B5EF4-FFF2-40B4-BE49-F238E27FC236}">
                      <a16:creationId xmlns:a16="http://schemas.microsoft.com/office/drawing/2014/main" id="{9FABD729-35BD-1565-7CC6-EBF3A856287C}"/>
                    </a:ext>
                  </a:extLst>
                </p:cNvPr>
                <p:cNvSpPr/>
                <p:nvPr/>
              </p:nvSpPr>
              <p:spPr>
                <a:xfrm>
                  <a:off x="-2322210" y="3618408"/>
                  <a:ext cx="26746" cy="8220"/>
                </a:xfrm>
                <a:prstGeom prst="rect">
                  <a:avLst/>
                </a:prstGeom>
                <a:solidFill>
                  <a:srgbClr val="B2B2B2"/>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93" name="Rechthoek 149">
                  <a:extLst>
                    <a:ext uri="{FF2B5EF4-FFF2-40B4-BE49-F238E27FC236}">
                      <a16:creationId xmlns:a16="http://schemas.microsoft.com/office/drawing/2014/main" id="{0559CF10-48CE-C8D8-F39D-74424BC5A2A1}"/>
                    </a:ext>
                  </a:extLst>
                </p:cNvPr>
                <p:cNvSpPr/>
                <p:nvPr/>
              </p:nvSpPr>
              <p:spPr>
                <a:xfrm>
                  <a:off x="-2322210" y="3646462"/>
                  <a:ext cx="26746" cy="8220"/>
                </a:xfrm>
                <a:prstGeom prst="rect">
                  <a:avLst/>
                </a:prstGeom>
                <a:solidFill>
                  <a:srgbClr val="B2B2B2"/>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grpSp>
            <p:nvGrpSpPr>
              <p:cNvPr id="94" name="Groep 132">
                <a:extLst>
                  <a:ext uri="{FF2B5EF4-FFF2-40B4-BE49-F238E27FC236}">
                    <a16:creationId xmlns:a16="http://schemas.microsoft.com/office/drawing/2014/main" id="{9416064F-E32E-0941-431A-20D970F49528}"/>
                  </a:ext>
                </a:extLst>
              </p:cNvPr>
              <p:cNvGrpSpPr/>
              <p:nvPr/>
            </p:nvGrpSpPr>
            <p:grpSpPr>
              <a:xfrm>
                <a:off x="-2423425" y="3770784"/>
                <a:ext cx="166741" cy="218962"/>
                <a:chOff x="-2423425" y="3770784"/>
                <a:chExt cx="166741" cy="218962"/>
              </a:xfrm>
            </p:grpSpPr>
            <p:grpSp>
              <p:nvGrpSpPr>
                <p:cNvPr id="95" name="Groep 136">
                  <a:extLst>
                    <a:ext uri="{FF2B5EF4-FFF2-40B4-BE49-F238E27FC236}">
                      <a16:creationId xmlns:a16="http://schemas.microsoft.com/office/drawing/2014/main" id="{88DF9B9B-A40A-D259-DC3B-FC759AD6F11B}"/>
                    </a:ext>
                  </a:extLst>
                </p:cNvPr>
                <p:cNvGrpSpPr/>
                <p:nvPr/>
              </p:nvGrpSpPr>
              <p:grpSpPr>
                <a:xfrm>
                  <a:off x="-2400482" y="3792473"/>
                  <a:ext cx="143798" cy="121642"/>
                  <a:chOff x="-2400482" y="3792473"/>
                  <a:chExt cx="143798" cy="121642"/>
                </a:xfrm>
              </p:grpSpPr>
              <p:sp>
                <p:nvSpPr>
                  <p:cNvPr id="96" name="Rechthoek: afgeronde hoeken 138">
                    <a:extLst>
                      <a:ext uri="{FF2B5EF4-FFF2-40B4-BE49-F238E27FC236}">
                        <a16:creationId xmlns:a16="http://schemas.microsoft.com/office/drawing/2014/main" id="{F8EAAEBF-96E8-0D38-7AA8-91F71903DDAA}"/>
                      </a:ext>
                    </a:extLst>
                  </p:cNvPr>
                  <p:cNvSpPr/>
                  <p:nvPr/>
                </p:nvSpPr>
                <p:spPr>
                  <a:xfrm>
                    <a:off x="-2400482" y="3792473"/>
                    <a:ext cx="143798" cy="121642"/>
                  </a:xfrm>
                  <a:custGeom>
                    <a:avLst>
                      <a:gd name="f0" fmla="val 629"/>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FFFF"/>
                  </a:solidFill>
                  <a:ln w="12701" cap="flat">
                    <a:solidFill>
                      <a:srgbClr val="818181"/>
                    </a:solidFill>
                    <a:prstDash val="solid"/>
                    <a:miter/>
                  </a:ln>
                </p:spPr>
                <p:txBody>
                  <a:bodyPr vert="horz" wrap="square" lIns="107999"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800" b="0" i="0" u="none" strike="noStrike" kern="1200" cap="none" spc="0" baseline="0">
                      <a:solidFill>
                        <a:srgbClr val="211F26"/>
                      </a:solidFill>
                      <a:uFillTx/>
                      <a:latin typeface="Calibri" pitchFamily="34"/>
                      <a:cs typeface="Calibri" pitchFamily="34"/>
                    </a:endParaRPr>
                  </a:p>
                </p:txBody>
              </p:sp>
              <p:sp>
                <p:nvSpPr>
                  <p:cNvPr id="97" name="Rechthoek 139">
                    <a:extLst>
                      <a:ext uri="{FF2B5EF4-FFF2-40B4-BE49-F238E27FC236}">
                        <a16:creationId xmlns:a16="http://schemas.microsoft.com/office/drawing/2014/main" id="{DD125A34-E6C2-88F5-C4BC-6C564C03E511}"/>
                      </a:ext>
                    </a:extLst>
                  </p:cNvPr>
                  <p:cNvSpPr/>
                  <p:nvPr/>
                </p:nvSpPr>
                <p:spPr>
                  <a:xfrm>
                    <a:off x="-2380466" y="3809170"/>
                    <a:ext cx="108420" cy="14767"/>
                  </a:xfrm>
                  <a:prstGeom prst="rect">
                    <a:avLst/>
                  </a:prstGeom>
                  <a:solidFill>
                    <a:srgbClr val="D1D1D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98" name="Rechthoek 140">
                    <a:extLst>
                      <a:ext uri="{FF2B5EF4-FFF2-40B4-BE49-F238E27FC236}">
                        <a16:creationId xmlns:a16="http://schemas.microsoft.com/office/drawing/2014/main" id="{EE859455-7398-C708-8894-1781E83C8EB9}"/>
                      </a:ext>
                    </a:extLst>
                  </p:cNvPr>
                  <p:cNvSpPr/>
                  <p:nvPr/>
                </p:nvSpPr>
                <p:spPr>
                  <a:xfrm>
                    <a:off x="-2380466" y="3834179"/>
                    <a:ext cx="42190" cy="64538"/>
                  </a:xfrm>
                  <a:prstGeom prst="rect">
                    <a:avLst/>
                  </a:prstGeom>
                  <a:solidFill>
                    <a:srgbClr val="D1D1D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99" name="Rechthoek 141">
                    <a:extLst>
                      <a:ext uri="{FF2B5EF4-FFF2-40B4-BE49-F238E27FC236}">
                        <a16:creationId xmlns:a16="http://schemas.microsoft.com/office/drawing/2014/main" id="{7F5C93C8-E258-0DB8-1CB5-29D20A606FC4}"/>
                      </a:ext>
                    </a:extLst>
                  </p:cNvPr>
                  <p:cNvSpPr/>
                  <p:nvPr/>
                </p:nvSpPr>
                <p:spPr>
                  <a:xfrm>
                    <a:off x="-2325182" y="3837873"/>
                    <a:ext cx="48051" cy="7580"/>
                  </a:xfrm>
                  <a:prstGeom prst="rect">
                    <a:avLst/>
                  </a:prstGeom>
                  <a:solidFill>
                    <a:srgbClr val="B2B2B2"/>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100" name="Rechthoek 142">
                    <a:extLst>
                      <a:ext uri="{FF2B5EF4-FFF2-40B4-BE49-F238E27FC236}">
                        <a16:creationId xmlns:a16="http://schemas.microsoft.com/office/drawing/2014/main" id="{DA995311-A5F7-147F-89A6-6E5E21256561}"/>
                      </a:ext>
                    </a:extLst>
                  </p:cNvPr>
                  <p:cNvSpPr/>
                  <p:nvPr/>
                </p:nvSpPr>
                <p:spPr>
                  <a:xfrm>
                    <a:off x="-2325182" y="3863742"/>
                    <a:ext cx="24661" cy="7580"/>
                  </a:xfrm>
                  <a:prstGeom prst="rect">
                    <a:avLst/>
                  </a:prstGeom>
                  <a:solidFill>
                    <a:srgbClr val="B2B2B2"/>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101" name="Rechthoek 143">
                    <a:extLst>
                      <a:ext uri="{FF2B5EF4-FFF2-40B4-BE49-F238E27FC236}">
                        <a16:creationId xmlns:a16="http://schemas.microsoft.com/office/drawing/2014/main" id="{06783538-9199-BD41-FB6A-80CDC7B80DF7}"/>
                      </a:ext>
                    </a:extLst>
                  </p:cNvPr>
                  <p:cNvSpPr/>
                  <p:nvPr/>
                </p:nvSpPr>
                <p:spPr>
                  <a:xfrm>
                    <a:off x="-2325182" y="3889610"/>
                    <a:ext cx="24661" cy="7580"/>
                  </a:xfrm>
                  <a:prstGeom prst="rect">
                    <a:avLst/>
                  </a:prstGeom>
                  <a:solidFill>
                    <a:srgbClr val="B2B2B2"/>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sp>
              <p:nvSpPr>
                <p:cNvPr id="102" name="Boog 137">
                  <a:extLst>
                    <a:ext uri="{FF2B5EF4-FFF2-40B4-BE49-F238E27FC236}">
                      <a16:creationId xmlns:a16="http://schemas.microsoft.com/office/drawing/2014/main" id="{614436DD-E2A2-EB4C-71C3-176169D8476A}"/>
                    </a:ext>
                  </a:extLst>
                </p:cNvPr>
                <p:cNvSpPr/>
                <p:nvPr/>
              </p:nvSpPr>
              <p:spPr>
                <a:xfrm rot="17637085">
                  <a:off x="-2486866" y="3834225"/>
                  <a:ext cx="218962" cy="92080"/>
                </a:xfrm>
                <a:custGeom>
                  <a:avLst>
                    <a:gd name="f12" fmla="val 175"/>
                    <a:gd name="f13" fmla="val 292"/>
                  </a:avLst>
                  <a:gdLst>
                    <a:gd name="f2" fmla="val 10800000"/>
                    <a:gd name="f3" fmla="val 5400000"/>
                    <a:gd name="f4" fmla="val 16200000"/>
                    <a:gd name="f5" fmla="val 180"/>
                    <a:gd name="f6" fmla="val w"/>
                    <a:gd name="f7" fmla="val h"/>
                    <a:gd name="f8" fmla="val ss"/>
                    <a:gd name="f9" fmla="val 0"/>
                    <a:gd name="f10" fmla="*/ 5419351 1 1725033"/>
                    <a:gd name="f11" fmla="+- 0 0 1"/>
                    <a:gd name="f12" fmla="val 175"/>
                    <a:gd name="f13" fmla="val 292"/>
                    <a:gd name="f14" fmla="+- 0 0 -265"/>
                    <a:gd name="f15" fmla="+- 0 0 -234"/>
                    <a:gd name="f16" fmla="+- 0 0 -202"/>
                    <a:gd name="f17" fmla="abs f6"/>
                    <a:gd name="f18" fmla="abs f7"/>
                    <a:gd name="f19" fmla="abs f8"/>
                    <a:gd name="f20" fmla="val f9"/>
                    <a:gd name="f21" fmla="+- 0 0 f12"/>
                    <a:gd name="f22" fmla="+- 0 0 f13"/>
                    <a:gd name="f23" fmla="*/ f14 f2 1"/>
                    <a:gd name="f24" fmla="*/ f15 f2 1"/>
                    <a:gd name="f25" fmla="*/ f16 f2 1"/>
                    <a:gd name="f26" fmla="?: f17 f6 1"/>
                    <a:gd name="f27" fmla="?: f18 f7 1"/>
                    <a:gd name="f28" fmla="?: f19 f8 1"/>
                    <a:gd name="f29" fmla="*/ f21 f2 1"/>
                    <a:gd name="f30" fmla="*/ f22 f2 1"/>
                    <a:gd name="f31" fmla="*/ f23 1 f5"/>
                    <a:gd name="f32" fmla="*/ f24 1 f5"/>
                    <a:gd name="f33" fmla="*/ f25 1 f5"/>
                    <a:gd name="f34" fmla="*/ f26 1 21600"/>
                    <a:gd name="f35" fmla="*/ f27 1 21600"/>
                    <a:gd name="f36" fmla="*/ 21600 f26 1"/>
                    <a:gd name="f37" fmla="*/ 21600 f27 1"/>
                    <a:gd name="f38" fmla="*/ f29 1 f5"/>
                    <a:gd name="f39" fmla="*/ f30 1 f5"/>
                    <a:gd name="f40" fmla="+- f31 0 f3"/>
                    <a:gd name="f41" fmla="+- f32 0 f3"/>
                    <a:gd name="f42" fmla="+- f33 0 f3"/>
                    <a:gd name="f43" fmla="min f35 f34"/>
                    <a:gd name="f44" fmla="*/ f36 1 f28"/>
                    <a:gd name="f45" fmla="*/ f37 1 f28"/>
                    <a:gd name="f46" fmla="+- f38 0 f3"/>
                    <a:gd name="f47" fmla="+- f39 0 f3"/>
                    <a:gd name="f48" fmla="val f44"/>
                    <a:gd name="f49" fmla="val f45"/>
                    <a:gd name="f50" fmla="+- 0 0 f46"/>
                    <a:gd name="f51" fmla="+- 0 0 f47"/>
                    <a:gd name="f52" fmla="+- f49 0 f20"/>
                    <a:gd name="f53" fmla="+- f48 0 f20"/>
                    <a:gd name="f54" fmla="val f50"/>
                    <a:gd name="f55" fmla="val f51"/>
                    <a:gd name="f56" fmla="*/ f52 1 2"/>
                    <a:gd name="f57" fmla="*/ f53 1 2"/>
                    <a:gd name="f58" fmla="+- f55 0 f54"/>
                    <a:gd name="f59" fmla="+- f54 f3 0"/>
                    <a:gd name="f60" fmla="+- f55 f3 0"/>
                    <a:gd name="f61" fmla="+- 21600000 0 f54"/>
                    <a:gd name="f62" fmla="+- f3 0 f54"/>
                    <a:gd name="f63" fmla="+- 27000000 0 f54"/>
                    <a:gd name="f64" fmla="+- f2 0 f54"/>
                    <a:gd name="f65" fmla="+- 32400000 0 f54"/>
                    <a:gd name="f66" fmla="+- f4 0 f54"/>
                    <a:gd name="f67" fmla="+- 37800000 0 f54"/>
                    <a:gd name="f68" fmla="+- f20 f56 0"/>
                    <a:gd name="f69" fmla="+- f20 f57 0"/>
                    <a:gd name="f70" fmla="+- f58 21600000 0"/>
                    <a:gd name="f71" fmla="*/ f59 f10 1"/>
                    <a:gd name="f72" fmla="*/ f60 f10 1"/>
                    <a:gd name="f73" fmla="?: f62 f62 f63"/>
                    <a:gd name="f74" fmla="?: f64 f64 f65"/>
                    <a:gd name="f75" fmla="?: f66 f66 f67"/>
                    <a:gd name="f76" fmla="*/ f57 f43 1"/>
                    <a:gd name="f77" fmla="*/ f56 f43 1"/>
                    <a:gd name="f78" fmla="?: f58 f58 f70"/>
                    <a:gd name="f79" fmla="*/ f71 1 f2"/>
                    <a:gd name="f80" fmla="*/ f72 1 f2"/>
                    <a:gd name="f81" fmla="*/ f69 f43 1"/>
                    <a:gd name="f82" fmla="*/ f68 f43 1"/>
                    <a:gd name="f83" fmla="+- 0 0 f79"/>
                    <a:gd name="f84" fmla="+- 0 0 f80"/>
                    <a:gd name="f85" fmla="+- f78 0 f61"/>
                    <a:gd name="f86" fmla="+- f78 0 f73"/>
                    <a:gd name="f87" fmla="+- f78 0 f74"/>
                    <a:gd name="f88" fmla="+- f78 0 f75"/>
                    <a:gd name="f89" fmla="+- 0 0 f83"/>
                    <a:gd name="f90" fmla="+- 0 0 f84"/>
                    <a:gd name="f91" fmla="*/ f89 f2 1"/>
                    <a:gd name="f92" fmla="*/ f90 f2 1"/>
                    <a:gd name="f93" fmla="*/ f91 1 f10"/>
                    <a:gd name="f94" fmla="*/ f92 1 f10"/>
                    <a:gd name="f95" fmla="+- f93 0 f3"/>
                    <a:gd name="f96" fmla="+- f94 0 f3"/>
                    <a:gd name="f97" fmla="sin 1 f95"/>
                    <a:gd name="f98" fmla="cos 1 f95"/>
                    <a:gd name="f99" fmla="sin 1 f96"/>
                    <a:gd name="f100" fmla="cos 1 f96"/>
                    <a:gd name="f101" fmla="+- 0 0 f97"/>
                    <a:gd name="f102" fmla="+- 0 0 f98"/>
                    <a:gd name="f103" fmla="+- 0 0 f99"/>
                    <a:gd name="f104" fmla="+- 0 0 f100"/>
                    <a:gd name="f105" fmla="+- 0 0 f101"/>
                    <a:gd name="f106" fmla="+- 0 0 f102"/>
                    <a:gd name="f107" fmla="+- 0 0 f103"/>
                    <a:gd name="f108" fmla="+- 0 0 f104"/>
                    <a:gd name="f109" fmla="*/ f105 f57 1"/>
                    <a:gd name="f110" fmla="*/ f106 f56 1"/>
                    <a:gd name="f111" fmla="*/ f107 f57 1"/>
                    <a:gd name="f112" fmla="*/ f108 f56 1"/>
                    <a:gd name="f113" fmla="+- 0 0 f110"/>
                    <a:gd name="f114" fmla="+- 0 0 f109"/>
                    <a:gd name="f115" fmla="+- 0 0 f112"/>
                    <a:gd name="f116" fmla="+- 0 0 f111"/>
                    <a:gd name="f117" fmla="+- 0 0 f113"/>
                    <a:gd name="f118" fmla="+- 0 0 f114"/>
                    <a:gd name="f119" fmla="+- 0 0 f115"/>
                    <a:gd name="f120" fmla="+- 0 0 f116"/>
                    <a:gd name="f121" fmla="at2 f117 f118"/>
                    <a:gd name="f122" fmla="at2 f119 f120"/>
                    <a:gd name="f123" fmla="+- f121 f3 0"/>
                    <a:gd name="f124" fmla="+- f122 f3 0"/>
                    <a:gd name="f125" fmla="*/ f123 f10 1"/>
                    <a:gd name="f126" fmla="*/ f124 f10 1"/>
                    <a:gd name="f127" fmla="*/ f125 1 f2"/>
                    <a:gd name="f128" fmla="*/ f126 1 f2"/>
                    <a:gd name="f129" fmla="+- 0 0 f127"/>
                    <a:gd name="f130" fmla="+- 0 0 f128"/>
                    <a:gd name="f131" fmla="val f129"/>
                    <a:gd name="f132" fmla="val f130"/>
                    <a:gd name="f133" fmla="+- 0 0 f131"/>
                    <a:gd name="f134" fmla="+- 0 0 f132"/>
                    <a:gd name="f135" fmla="*/ f133 f2 1"/>
                    <a:gd name="f136" fmla="*/ f134 f2 1"/>
                    <a:gd name="f137" fmla="*/ f135 1 f10"/>
                    <a:gd name="f138" fmla="*/ f136 1 f10"/>
                    <a:gd name="f139" fmla="+- f137 0 f3"/>
                    <a:gd name="f140" fmla="+- f138 0 f3"/>
                    <a:gd name="f141" fmla="cos 1 f139"/>
                    <a:gd name="f142" fmla="sin 1 f139"/>
                    <a:gd name="f143" fmla="cos 1 f140"/>
                    <a:gd name="f144" fmla="sin 1 f140"/>
                    <a:gd name="f145" fmla="+- 0 0 f141"/>
                    <a:gd name="f146" fmla="+- 0 0 f142"/>
                    <a:gd name="f147" fmla="+- 0 0 f143"/>
                    <a:gd name="f148" fmla="+- 0 0 f144"/>
                    <a:gd name="f149" fmla="*/ f11 f145 1"/>
                    <a:gd name="f150" fmla="*/ f11 f146 1"/>
                    <a:gd name="f151" fmla="*/ f11 f147 1"/>
                    <a:gd name="f152" fmla="*/ f11 f148 1"/>
                    <a:gd name="f153" fmla="*/ f149 f57 1"/>
                    <a:gd name="f154" fmla="*/ f150 f56 1"/>
                    <a:gd name="f155" fmla="*/ f151 f57 1"/>
                    <a:gd name="f156" fmla="*/ f152 f56 1"/>
                    <a:gd name="f157" fmla="+- f69 f153 0"/>
                    <a:gd name="f158" fmla="+- f68 f154 0"/>
                    <a:gd name="f159" fmla="+- f69 f155 0"/>
                    <a:gd name="f160" fmla="+- f68 f156 0"/>
                    <a:gd name="f161" fmla="max f157 f159"/>
                    <a:gd name="f162" fmla="max f158 f160"/>
                    <a:gd name="f163" fmla="min f157 f159"/>
                    <a:gd name="f164" fmla="min f158 f160"/>
                    <a:gd name="f165" fmla="*/ f157 f43 1"/>
                    <a:gd name="f166" fmla="*/ f158 f43 1"/>
                    <a:gd name="f167" fmla="*/ f159 f43 1"/>
                    <a:gd name="f168" fmla="*/ f160 f43 1"/>
                    <a:gd name="f169" fmla="?: f85 f48 f161"/>
                    <a:gd name="f170" fmla="?: f86 f49 f162"/>
                    <a:gd name="f171" fmla="?: f87 f20 f163"/>
                    <a:gd name="f172" fmla="?: f88 f20 f164"/>
                    <a:gd name="f173" fmla="*/ f171 f43 1"/>
                    <a:gd name="f174" fmla="*/ f172 f43 1"/>
                    <a:gd name="f175" fmla="*/ f169 f43 1"/>
                    <a:gd name="f176" fmla="*/ f170 f43 1"/>
                  </a:gdLst>
                  <a:ahLst/>
                  <a:cxnLst>
                    <a:cxn ang="3cd4">
                      <a:pos x="hc" y="t"/>
                    </a:cxn>
                    <a:cxn ang="0">
                      <a:pos x="r" y="vc"/>
                    </a:cxn>
                    <a:cxn ang="cd4">
                      <a:pos x="hc" y="b"/>
                    </a:cxn>
                    <a:cxn ang="cd2">
                      <a:pos x="l" y="vc"/>
                    </a:cxn>
                    <a:cxn ang="f40">
                      <a:pos x="f165" y="f166"/>
                    </a:cxn>
                    <a:cxn ang="f41">
                      <a:pos x="f81" y="f82"/>
                    </a:cxn>
                    <a:cxn ang="f42">
                      <a:pos x="f167" y="f168"/>
                    </a:cxn>
                  </a:cxnLst>
                  <a:rect l="f173" t="f174" r="f175" b="f176"/>
                  <a:pathLst>
                    <a:path stroke="0">
                      <a:moveTo>
                        <a:pt x="f165" y="f166"/>
                      </a:moveTo>
                      <a:arcTo wR="f76" hR="f77" stAng="f54" swAng="f78"/>
                      <a:lnTo>
                        <a:pt x="f81" y="f82"/>
                      </a:lnTo>
                      <a:close/>
                    </a:path>
                    <a:path fill="none">
                      <a:moveTo>
                        <a:pt x="f165" y="f166"/>
                      </a:moveTo>
                      <a:arcTo wR="f76" hR="f77" stAng="f54" swAng="f78"/>
                    </a:path>
                  </a:pathLst>
                </a:custGeom>
                <a:noFill/>
                <a:ln w="19046" cap="flat">
                  <a:solidFill>
                    <a:srgbClr val="4D82B8"/>
                  </a:solidFill>
                  <a:prstDash val="solid"/>
                  <a:headEnd type="arrow"/>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2400" b="0" i="0" u="none" strike="noStrike" kern="1200" cap="none" spc="0" baseline="0">
                    <a:solidFill>
                      <a:srgbClr val="211F26"/>
                    </a:solidFill>
                    <a:uFillTx/>
                    <a:latin typeface="Calibri" pitchFamily="34"/>
                    <a:cs typeface="Calibri" pitchFamily="34"/>
                  </a:endParaRPr>
                </a:p>
              </p:txBody>
            </p:sp>
          </p:grpSp>
          <p:sp>
            <p:nvSpPr>
              <p:cNvPr id="103" name="Tekstvak 133">
                <a:extLst>
                  <a:ext uri="{FF2B5EF4-FFF2-40B4-BE49-F238E27FC236}">
                    <a16:creationId xmlns:a16="http://schemas.microsoft.com/office/drawing/2014/main" id="{8DB0AEE7-A4A3-5C2A-FFD6-AD99D09F7E32}"/>
                  </a:ext>
                </a:extLst>
              </p:cNvPr>
              <p:cNvSpPr txBox="1"/>
              <p:nvPr/>
            </p:nvSpPr>
            <p:spPr>
              <a:xfrm>
                <a:off x="-2245455" y="3541123"/>
                <a:ext cx="896112" cy="134709"/>
              </a:xfrm>
              <a:prstGeom prst="rect">
                <a:avLst/>
              </a:prstGeom>
              <a:noFill/>
              <a:ln>
                <a:noFill/>
              </a:ln>
            </p:spPr>
            <p:txBody>
              <a:bodyPr vert="horz" wrap="square" lIns="91440" tIns="45720" rIns="91440" bIns="45720" anchor="ctr" anchorCtr="0" compatLnSpc="1">
                <a:noAutofit/>
              </a:bodyPr>
              <a:lstStyle/>
              <a:p>
                <a:pPr marL="0" marR="0" lvl="0" indent="0" algn="l" defTabSz="1217514"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900" b="0" i="0" u="none" strike="noStrike" kern="1200" cap="none" spc="0" baseline="0">
                    <a:solidFill>
                      <a:srgbClr val="211F26"/>
                    </a:solidFill>
                    <a:uFillTx/>
                    <a:latin typeface="Calibri" pitchFamily="34"/>
                    <a:cs typeface="Calibri" pitchFamily="34"/>
                  </a:rPr>
                  <a:t>Layout</a:t>
                </a:r>
              </a:p>
            </p:txBody>
          </p:sp>
          <p:sp>
            <p:nvSpPr>
              <p:cNvPr id="104" name="Tekstvak 134">
                <a:extLst>
                  <a:ext uri="{FF2B5EF4-FFF2-40B4-BE49-F238E27FC236}">
                    <a16:creationId xmlns:a16="http://schemas.microsoft.com/office/drawing/2014/main" id="{1F8B1B1D-A279-4CA7-2647-BAE34A070016}"/>
                  </a:ext>
                </a:extLst>
              </p:cNvPr>
              <p:cNvSpPr txBox="1"/>
              <p:nvPr/>
            </p:nvSpPr>
            <p:spPr>
              <a:xfrm>
                <a:off x="-2258888" y="3793552"/>
                <a:ext cx="909544" cy="126415"/>
              </a:xfrm>
              <a:prstGeom prst="rect">
                <a:avLst/>
              </a:prstGeom>
              <a:noFill/>
              <a:ln>
                <a:noFill/>
              </a:ln>
            </p:spPr>
            <p:txBody>
              <a:bodyPr vert="horz" wrap="square" lIns="91440" tIns="45720" rIns="91440" bIns="45720" anchor="ctr" anchorCtr="0" compatLnSpc="1">
                <a:noAutofit/>
              </a:bodyPr>
              <a:lstStyle/>
              <a:p>
                <a:pPr marL="0" marR="0" lvl="0" indent="0" algn="l" defTabSz="1217514"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900" b="0" i="0" u="none" strike="noStrike" kern="1200" cap="none" spc="0" baseline="0">
                    <a:solidFill>
                      <a:srgbClr val="211F26"/>
                    </a:solidFill>
                    <a:uFillTx/>
                    <a:latin typeface="Calibri" pitchFamily="34"/>
                    <a:cs typeface="Calibri" pitchFamily="34"/>
                  </a:rPr>
                  <a:t>Reset slide</a:t>
                </a:r>
              </a:p>
            </p:txBody>
          </p:sp>
          <p:sp>
            <p:nvSpPr>
              <p:cNvPr id="105" name="Vrije vorm: vorm 135">
                <a:extLst>
                  <a:ext uri="{FF2B5EF4-FFF2-40B4-BE49-F238E27FC236}">
                    <a16:creationId xmlns:a16="http://schemas.microsoft.com/office/drawing/2014/main" id="{41C1138F-157B-C100-6ED6-FFA9B90C4AED}"/>
                  </a:ext>
                </a:extLst>
              </p:cNvPr>
              <p:cNvSpPr/>
              <p:nvPr/>
            </p:nvSpPr>
            <p:spPr>
              <a:xfrm>
                <a:off x="-1360389" y="3863714"/>
                <a:ext cx="97566" cy="179999"/>
              </a:xfrm>
              <a:custGeom>
                <a:avLst/>
                <a:gdLst>
                  <a:gd name="f0" fmla="val 10800000"/>
                  <a:gd name="f1" fmla="val 5400000"/>
                  <a:gd name="f2" fmla="val 180"/>
                  <a:gd name="f3" fmla="val w"/>
                  <a:gd name="f4" fmla="val h"/>
                  <a:gd name="f5" fmla="val 0"/>
                  <a:gd name="f6" fmla="val 880280"/>
                  <a:gd name="f7" fmla="val 1624084"/>
                  <a:gd name="f8" fmla="val 1262418"/>
                  <a:gd name="f9" fmla="val 313898"/>
                  <a:gd name="f10" fmla="val 996287"/>
                  <a:gd name="f11" fmla="val 620973"/>
                  <a:gd name="f12" fmla="val 839337"/>
                  <a:gd name="f13" fmla="val 1480782"/>
                  <a:gd name="f14" fmla="val 498144"/>
                  <a:gd name="f15" fmla="val 900753"/>
                  <a:gd name="f16" fmla="val 893929"/>
                  <a:gd name="f17" fmla="+- 0 0 -90"/>
                  <a:gd name="f18" fmla="*/ f3 1 880280"/>
                  <a:gd name="f19" fmla="*/ f4 1 1624084"/>
                  <a:gd name="f20" fmla="val f5"/>
                  <a:gd name="f21" fmla="val f6"/>
                  <a:gd name="f22" fmla="val f7"/>
                  <a:gd name="f23" fmla="*/ f17 f0 1"/>
                  <a:gd name="f24" fmla="+- f22 0 f20"/>
                  <a:gd name="f25" fmla="+- f21 0 f20"/>
                  <a:gd name="f26" fmla="*/ f23 1 f2"/>
                  <a:gd name="f27" fmla="*/ f25 1 880280"/>
                  <a:gd name="f28" fmla="*/ f24 1 1624084"/>
                  <a:gd name="f29" fmla="*/ 0 f25 1"/>
                  <a:gd name="f30" fmla="*/ 0 f24 1"/>
                  <a:gd name="f31" fmla="*/ 1262418 f24 1"/>
                  <a:gd name="f32" fmla="*/ 620973 f25 1"/>
                  <a:gd name="f33" fmla="*/ 1624084 f24 1"/>
                  <a:gd name="f34" fmla="*/ 839337 f25 1"/>
                  <a:gd name="f35" fmla="*/ 1480782 f24 1"/>
                  <a:gd name="f36" fmla="*/ 900753 f24 1"/>
                  <a:gd name="f37" fmla="*/ 880280 f25 1"/>
                  <a:gd name="f38" fmla="*/ 893929 f24 1"/>
                  <a:gd name="f39" fmla="*/ 313898 f25 1"/>
                  <a:gd name="f40" fmla="*/ 996287 f24 1"/>
                  <a:gd name="f41" fmla="*/ 498144 f25 1"/>
                  <a:gd name="f42" fmla="+- f26 0 f1"/>
                  <a:gd name="f43" fmla="*/ f29 1 880280"/>
                  <a:gd name="f44" fmla="*/ f30 1 1624084"/>
                  <a:gd name="f45" fmla="*/ f31 1 1624084"/>
                  <a:gd name="f46" fmla="*/ f32 1 880280"/>
                  <a:gd name="f47" fmla="*/ f33 1 1624084"/>
                  <a:gd name="f48" fmla="*/ f34 1 880280"/>
                  <a:gd name="f49" fmla="*/ f35 1 1624084"/>
                  <a:gd name="f50" fmla="*/ f36 1 1624084"/>
                  <a:gd name="f51" fmla="*/ f37 1 880280"/>
                  <a:gd name="f52" fmla="*/ f38 1 1624084"/>
                  <a:gd name="f53" fmla="*/ f39 1 880280"/>
                  <a:gd name="f54" fmla="*/ f40 1 1624084"/>
                  <a:gd name="f55" fmla="*/ f41 1 880280"/>
                  <a:gd name="f56" fmla="*/ f20 1 f27"/>
                  <a:gd name="f57" fmla="*/ f21 1 f27"/>
                  <a:gd name="f58" fmla="*/ f20 1 f28"/>
                  <a:gd name="f59" fmla="*/ f22 1 f28"/>
                  <a:gd name="f60" fmla="*/ f43 1 f27"/>
                  <a:gd name="f61" fmla="*/ f44 1 f28"/>
                  <a:gd name="f62" fmla="*/ f45 1 f28"/>
                  <a:gd name="f63" fmla="*/ f53 1 f27"/>
                  <a:gd name="f64" fmla="*/ f54 1 f28"/>
                  <a:gd name="f65" fmla="*/ f46 1 f27"/>
                  <a:gd name="f66" fmla="*/ f47 1 f28"/>
                  <a:gd name="f67" fmla="*/ f48 1 f27"/>
                  <a:gd name="f68" fmla="*/ f49 1 f28"/>
                  <a:gd name="f69" fmla="*/ f55 1 f27"/>
                  <a:gd name="f70" fmla="*/ f50 1 f28"/>
                  <a:gd name="f71" fmla="*/ f51 1 f27"/>
                  <a:gd name="f72" fmla="*/ f52 1 f28"/>
                  <a:gd name="f73" fmla="*/ f56 f18 1"/>
                  <a:gd name="f74" fmla="*/ f57 f18 1"/>
                  <a:gd name="f75" fmla="*/ f59 f19 1"/>
                  <a:gd name="f76" fmla="*/ f58 f19 1"/>
                  <a:gd name="f77" fmla="*/ f60 f18 1"/>
                  <a:gd name="f78" fmla="*/ f61 f19 1"/>
                  <a:gd name="f79" fmla="*/ f62 f19 1"/>
                  <a:gd name="f80" fmla="*/ f63 f18 1"/>
                  <a:gd name="f81" fmla="*/ f64 f19 1"/>
                  <a:gd name="f82" fmla="*/ f65 f18 1"/>
                  <a:gd name="f83" fmla="*/ f66 f19 1"/>
                  <a:gd name="f84" fmla="*/ f67 f18 1"/>
                  <a:gd name="f85" fmla="*/ f68 f19 1"/>
                  <a:gd name="f86" fmla="*/ f69 f18 1"/>
                  <a:gd name="f87" fmla="*/ f70 f19 1"/>
                  <a:gd name="f88" fmla="*/ f71 f18 1"/>
                  <a:gd name="f89" fmla="*/ f72 f19 1"/>
                </a:gdLst>
                <a:ahLst/>
                <a:cxnLst>
                  <a:cxn ang="3cd4">
                    <a:pos x="hc" y="t"/>
                  </a:cxn>
                  <a:cxn ang="0">
                    <a:pos x="r" y="vc"/>
                  </a:cxn>
                  <a:cxn ang="cd4">
                    <a:pos x="hc" y="b"/>
                  </a:cxn>
                  <a:cxn ang="cd2">
                    <a:pos x="l" y="vc"/>
                  </a:cxn>
                  <a:cxn ang="f42">
                    <a:pos x="f77" y="f78"/>
                  </a:cxn>
                  <a:cxn ang="f42">
                    <a:pos x="f77" y="f79"/>
                  </a:cxn>
                  <a:cxn ang="f42">
                    <a:pos x="f80" y="f81"/>
                  </a:cxn>
                  <a:cxn ang="f42">
                    <a:pos x="f82" y="f83"/>
                  </a:cxn>
                  <a:cxn ang="f42">
                    <a:pos x="f84" y="f85"/>
                  </a:cxn>
                  <a:cxn ang="f42">
                    <a:pos x="f86" y="f87"/>
                  </a:cxn>
                  <a:cxn ang="f42">
                    <a:pos x="f88" y="f89"/>
                  </a:cxn>
                  <a:cxn ang="f42">
                    <a:pos x="f77" y="f78"/>
                  </a:cxn>
                </a:cxnLst>
                <a:rect l="f73" t="f76" r="f74" b="f75"/>
                <a:pathLst>
                  <a:path w="880280" h="1624084">
                    <a:moveTo>
                      <a:pt x="f5" y="f5"/>
                    </a:moveTo>
                    <a:lnTo>
                      <a:pt x="f5" y="f8"/>
                    </a:lnTo>
                    <a:lnTo>
                      <a:pt x="f9" y="f10"/>
                    </a:lnTo>
                    <a:lnTo>
                      <a:pt x="f11" y="f7"/>
                    </a:lnTo>
                    <a:lnTo>
                      <a:pt x="f12" y="f13"/>
                    </a:lnTo>
                    <a:lnTo>
                      <a:pt x="f14" y="f15"/>
                    </a:lnTo>
                    <a:lnTo>
                      <a:pt x="f6" y="f16"/>
                    </a:lnTo>
                    <a:lnTo>
                      <a:pt x="f5" y="f5"/>
                    </a:lnTo>
                    <a:close/>
                  </a:path>
                </a:pathLst>
              </a:custGeom>
              <a:solidFill>
                <a:srgbClr val="FFFFFF"/>
              </a:solidFill>
              <a:ln w="12701" cap="flat">
                <a:solidFill>
                  <a:srgbClr val="000000"/>
                </a:solidFill>
                <a:prstDash val="solid"/>
                <a:miter/>
              </a:ln>
            </p:spPr>
            <p:txBody>
              <a:bodyPr vert="horz" wrap="square" lIns="179999" tIns="179999" rIns="179999" bIns="179999"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1600" b="0" i="0" u="none" strike="noStrike" kern="1200" cap="all" spc="0" baseline="0">
                  <a:solidFill>
                    <a:srgbClr val="FFFFFF"/>
                  </a:solidFill>
                  <a:uFillTx/>
                  <a:latin typeface="Calibri" pitchFamily="34"/>
                  <a:cs typeface="Calibri" pitchFamily="34"/>
                </a:endParaRPr>
              </a:p>
            </p:txBody>
          </p:sp>
        </p:grpSp>
        <p:grpSp>
          <p:nvGrpSpPr>
            <p:cNvPr id="106" name="Groep 91">
              <a:extLst>
                <a:ext uri="{FF2B5EF4-FFF2-40B4-BE49-F238E27FC236}">
                  <a16:creationId xmlns:a16="http://schemas.microsoft.com/office/drawing/2014/main" id="{CDC4F1FF-E273-EA72-3EF0-02A29E0DC0CB}"/>
                </a:ext>
              </a:extLst>
            </p:cNvPr>
            <p:cNvGrpSpPr/>
            <p:nvPr/>
          </p:nvGrpSpPr>
          <p:grpSpPr>
            <a:xfrm>
              <a:off x="-3786164" y="5680655"/>
              <a:ext cx="3693380" cy="959690"/>
              <a:chOff x="-3786164" y="5680655"/>
              <a:chExt cx="3693380" cy="959690"/>
            </a:xfrm>
          </p:grpSpPr>
          <p:sp>
            <p:nvSpPr>
              <p:cNvPr id="107" name="Rechthoek 119">
                <a:extLst>
                  <a:ext uri="{FF2B5EF4-FFF2-40B4-BE49-F238E27FC236}">
                    <a16:creationId xmlns:a16="http://schemas.microsoft.com/office/drawing/2014/main" id="{A455F7A7-C5DA-1DF0-4646-42C1C6FD39F4}"/>
                  </a:ext>
                </a:extLst>
              </p:cNvPr>
              <p:cNvSpPr/>
              <p:nvPr/>
            </p:nvSpPr>
            <p:spPr>
              <a:xfrm>
                <a:off x="-3786164" y="5812347"/>
                <a:ext cx="3593637" cy="827998"/>
              </a:xfrm>
              <a:prstGeom prst="rect">
                <a:avLst/>
              </a:prstGeom>
              <a:solidFill>
                <a:srgbClr val="ECECEC"/>
              </a:solidFill>
              <a:ln w="6345" cap="flat">
                <a:solidFill>
                  <a:srgbClr val="ECECEC"/>
                </a:solidFill>
                <a:prstDash val="solid"/>
                <a:miter/>
              </a:ln>
            </p:spPr>
            <p:txBody>
              <a:bodyPr vert="horz" wrap="square" lIns="179999" tIns="143999" rIns="179999" bIns="143999"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1" i="0" u="none" strike="noStrike" kern="1200" cap="all" spc="0" baseline="0">
                    <a:solidFill>
                      <a:srgbClr val="211F26"/>
                    </a:solidFill>
                    <a:uFillTx/>
                    <a:latin typeface="Calibri" pitchFamily="34"/>
                    <a:cs typeface="Calibri" pitchFamily="34"/>
                  </a:rPr>
                  <a:t>Want to know more?</a:t>
                </a:r>
                <a:br>
                  <a:rPr lang="en-GB" sz="1200" b="1" i="0" u="none" strike="noStrike" kern="1200" cap="all" spc="0" baseline="0">
                    <a:solidFill>
                      <a:srgbClr val="211F26"/>
                    </a:solidFill>
                    <a:uFillTx/>
                    <a:latin typeface="Calibri" pitchFamily="34"/>
                    <a:cs typeface="Calibri" pitchFamily="34"/>
                  </a:rPr>
                </a:br>
                <a:r>
                  <a:rPr lang="en-GB" sz="1200" b="0" i="0" u="none" strike="noStrike" kern="1200" cap="none" spc="0" baseline="0">
                    <a:solidFill>
                      <a:srgbClr val="211F26"/>
                    </a:solidFill>
                    <a:uFillTx/>
                    <a:latin typeface="Calibri" pitchFamily="34"/>
                    <a:cs typeface="Calibri" pitchFamily="34"/>
                  </a:rPr>
                  <a:t>Go to the tab</a:t>
                </a:r>
                <a:r>
                  <a:rPr lang="en-GB" sz="1200" b="1" i="0" u="none" strike="noStrike" kern="1200" cap="all" spc="0" baseline="0">
                    <a:solidFill>
                      <a:srgbClr val="211F26"/>
                    </a:solidFill>
                    <a:uFillTx/>
                    <a:latin typeface="Calibri" pitchFamily="34"/>
                    <a:cs typeface="Calibri" pitchFamily="34"/>
                  </a:rPr>
                  <a:t> 'SLIDEBUILDER’ </a:t>
                </a:r>
                <a:r>
                  <a:rPr lang="en-GB" sz="1200" b="0" i="0" u="none" strike="noStrike" kern="1200" cap="none" spc="0" baseline="0">
                    <a:solidFill>
                      <a:srgbClr val="211F26"/>
                    </a:solidFill>
                    <a:uFillTx/>
                    <a:latin typeface="Calibri" pitchFamily="34"/>
                    <a:cs typeface="Calibri" pitchFamily="34"/>
                  </a:rPr>
                  <a:t>and click</a:t>
                </a:r>
                <a:br>
                  <a:rPr lang="en-GB" sz="1200" b="0" i="0" u="none" strike="noStrike" kern="1200" cap="none" spc="0" baseline="0">
                    <a:solidFill>
                      <a:srgbClr val="211F26"/>
                    </a:solidFill>
                    <a:uFillTx/>
                    <a:latin typeface="Calibri" pitchFamily="34"/>
                    <a:cs typeface="Calibri" pitchFamily="34"/>
                  </a:rPr>
                </a:br>
                <a:r>
                  <a:rPr lang="en-GB" sz="1200" b="0" i="0" u="none" strike="noStrike" kern="1200" cap="none" spc="0" baseline="0">
                    <a:solidFill>
                      <a:srgbClr val="211F26"/>
                    </a:solidFill>
                    <a:uFillTx/>
                    <a:latin typeface="Calibri" pitchFamily="34"/>
                    <a:cs typeface="Calibri" pitchFamily="34"/>
                  </a:rPr>
                  <a:t>on the button </a:t>
                </a:r>
                <a:r>
                  <a:rPr lang="en-GB" sz="1200" b="1" i="0" u="none" strike="noStrike" kern="1200" cap="all" spc="0" baseline="0">
                    <a:solidFill>
                      <a:srgbClr val="211F26"/>
                    </a:solidFill>
                    <a:uFillTx/>
                    <a:latin typeface="Calibri" pitchFamily="34"/>
                    <a:cs typeface="Calibri" pitchFamily="34"/>
                  </a:rPr>
                  <a:t>‘Inspiration'</a:t>
                </a:r>
              </a:p>
            </p:txBody>
          </p:sp>
          <p:grpSp>
            <p:nvGrpSpPr>
              <p:cNvPr id="108" name="ICOON_info">
                <a:extLst>
                  <a:ext uri="{FF2B5EF4-FFF2-40B4-BE49-F238E27FC236}">
                    <a16:creationId xmlns:a16="http://schemas.microsoft.com/office/drawing/2014/main" id="{7EFA7B4E-651D-B388-FA2A-84266A30D9D7}"/>
                  </a:ext>
                </a:extLst>
              </p:cNvPr>
              <p:cNvGrpSpPr/>
              <p:nvPr/>
            </p:nvGrpSpPr>
            <p:grpSpPr>
              <a:xfrm>
                <a:off x="-376467" y="5680655"/>
                <a:ext cx="283683" cy="283683"/>
                <a:chOff x="-376467" y="5680655"/>
                <a:chExt cx="283683" cy="283683"/>
              </a:xfrm>
            </p:grpSpPr>
            <p:sp>
              <p:nvSpPr>
                <p:cNvPr id="109" name="Ovaal 127">
                  <a:extLst>
                    <a:ext uri="{FF2B5EF4-FFF2-40B4-BE49-F238E27FC236}">
                      <a16:creationId xmlns:a16="http://schemas.microsoft.com/office/drawing/2014/main" id="{7268555B-D813-0D79-6816-C8417A641817}"/>
                    </a:ext>
                  </a:extLst>
                </p:cNvPr>
                <p:cNvSpPr/>
                <p:nvPr/>
              </p:nvSpPr>
              <p:spPr>
                <a:xfrm>
                  <a:off x="-356433" y="5700113"/>
                  <a:ext cx="244748" cy="244748"/>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211F26"/>
                </a:solidFill>
                <a:ln>
                  <a:noFill/>
                  <a:prstDash val="solid"/>
                </a:ln>
              </p:spPr>
              <p:txBody>
                <a:bodyPr vert="horz" wrap="square" lIns="179999" tIns="179999" rIns="179999" bIns="179999"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1600" b="0" i="0" u="none" strike="noStrike" kern="1200" cap="all" spc="0" baseline="0">
                    <a:solidFill>
                      <a:srgbClr val="FFFFFF"/>
                    </a:solidFill>
                    <a:uFillTx/>
                    <a:latin typeface="Calibri" pitchFamily="34"/>
                    <a:cs typeface="Calibri" pitchFamily="34"/>
                  </a:endParaRPr>
                </a:p>
              </p:txBody>
            </p:sp>
            <p:sp>
              <p:nvSpPr>
                <p:cNvPr id="110" name="Graphic 163" descr="Informatie">
                  <a:extLst>
                    <a:ext uri="{FF2B5EF4-FFF2-40B4-BE49-F238E27FC236}">
                      <a16:creationId xmlns:a16="http://schemas.microsoft.com/office/drawing/2014/main" id="{2E51B1F4-5D10-2AFD-89C1-608741337D6F}"/>
                    </a:ext>
                  </a:extLst>
                </p:cNvPr>
                <p:cNvSpPr/>
                <p:nvPr/>
              </p:nvSpPr>
              <p:spPr>
                <a:xfrm>
                  <a:off x="-376467" y="5680655"/>
                  <a:ext cx="283683" cy="283683"/>
                </a:xfrm>
                <a:custGeom>
                  <a:avLst/>
                  <a:gdLst>
                    <a:gd name="f0" fmla="val 10800000"/>
                    <a:gd name="f1" fmla="val 5400000"/>
                    <a:gd name="f2" fmla="val 180"/>
                    <a:gd name="f3" fmla="val w"/>
                    <a:gd name="f4" fmla="val h"/>
                    <a:gd name="f5" fmla="val 0"/>
                    <a:gd name="f6" fmla="val 291719"/>
                    <a:gd name="f7" fmla="val 145860"/>
                    <a:gd name="f8" fmla="val 65253"/>
                    <a:gd name="f9" fmla="val 226467"/>
                    <a:gd name="f10" fmla="val 291720"/>
                    <a:gd name="f11" fmla="val 138183"/>
                    <a:gd name="f12" fmla="val 38384"/>
                    <a:gd name="f13" fmla="val 148931"/>
                    <a:gd name="f14" fmla="val 157375"/>
                    <a:gd name="f15" fmla="val 46829"/>
                    <a:gd name="f16" fmla="val 57576"/>
                    <a:gd name="f17" fmla="val 68324"/>
                    <a:gd name="f18" fmla="val 76768"/>
                    <a:gd name="f19" fmla="val 127435"/>
                    <a:gd name="f20" fmla="val 118991"/>
                    <a:gd name="f21" fmla="val 184244"/>
                    <a:gd name="f22" fmla="val 253336"/>
                    <a:gd name="f23" fmla="val 107476"/>
                    <a:gd name="f24" fmla="val 230305"/>
                    <a:gd name="f25" fmla="val 134345"/>
                    <a:gd name="f26" fmla="val 115153"/>
                    <a:gd name="f27" fmla="val 111314"/>
                    <a:gd name="f28" fmla="val 92122"/>
                    <a:gd name="f29" fmla="+- 0 0 -90"/>
                    <a:gd name="f30" fmla="*/ f3 1 291719"/>
                    <a:gd name="f31" fmla="*/ f4 1 291719"/>
                    <a:gd name="f32" fmla="val f5"/>
                    <a:gd name="f33" fmla="val f6"/>
                    <a:gd name="f34" fmla="*/ f29 f0 1"/>
                    <a:gd name="f35" fmla="+- f33 0 f32"/>
                    <a:gd name="f36" fmla="*/ f34 1 f2"/>
                    <a:gd name="f37" fmla="*/ f35 1 291719"/>
                    <a:gd name="f38" fmla="*/ 145860 f35 1"/>
                    <a:gd name="f39" fmla="*/ 0 f35 1"/>
                    <a:gd name="f40" fmla="*/ 291720 f35 1"/>
                    <a:gd name="f41" fmla="*/ 138183 f35 1"/>
                    <a:gd name="f42" fmla="*/ 38384 f35 1"/>
                    <a:gd name="f43" fmla="*/ 157375 f35 1"/>
                    <a:gd name="f44" fmla="*/ 57576 f35 1"/>
                    <a:gd name="f45" fmla="*/ 76768 f35 1"/>
                    <a:gd name="f46" fmla="*/ 118991 f35 1"/>
                    <a:gd name="f47" fmla="*/ 184244 f35 1"/>
                    <a:gd name="f48" fmla="*/ 253336 f35 1"/>
                    <a:gd name="f49" fmla="*/ 107476 f35 1"/>
                    <a:gd name="f50" fmla="*/ 230305 f35 1"/>
                    <a:gd name="f51" fmla="*/ 134345 f35 1"/>
                    <a:gd name="f52" fmla="*/ 115153 f35 1"/>
                    <a:gd name="f53" fmla="*/ 111314 f35 1"/>
                    <a:gd name="f54" fmla="*/ 92122 f35 1"/>
                    <a:gd name="f55" fmla="+- f36 0 f1"/>
                    <a:gd name="f56" fmla="*/ f38 1 291719"/>
                    <a:gd name="f57" fmla="*/ f39 1 291719"/>
                    <a:gd name="f58" fmla="*/ f40 1 291719"/>
                    <a:gd name="f59" fmla="*/ f41 1 291719"/>
                    <a:gd name="f60" fmla="*/ f42 1 291719"/>
                    <a:gd name="f61" fmla="*/ f43 1 291719"/>
                    <a:gd name="f62" fmla="*/ f44 1 291719"/>
                    <a:gd name="f63" fmla="*/ f45 1 291719"/>
                    <a:gd name="f64" fmla="*/ f46 1 291719"/>
                    <a:gd name="f65" fmla="*/ f47 1 291719"/>
                    <a:gd name="f66" fmla="*/ f48 1 291719"/>
                    <a:gd name="f67" fmla="*/ f49 1 291719"/>
                    <a:gd name="f68" fmla="*/ f50 1 291719"/>
                    <a:gd name="f69" fmla="*/ f51 1 291719"/>
                    <a:gd name="f70" fmla="*/ f52 1 291719"/>
                    <a:gd name="f71" fmla="*/ f53 1 291719"/>
                    <a:gd name="f72" fmla="*/ f54 1 291719"/>
                    <a:gd name="f73" fmla="*/ f32 1 f37"/>
                    <a:gd name="f74" fmla="*/ f33 1 f37"/>
                    <a:gd name="f75" fmla="*/ f56 1 f37"/>
                    <a:gd name="f76" fmla="*/ f57 1 f37"/>
                    <a:gd name="f77" fmla="*/ f58 1 f37"/>
                    <a:gd name="f78" fmla="*/ f59 1 f37"/>
                    <a:gd name="f79" fmla="*/ f60 1 f37"/>
                    <a:gd name="f80" fmla="*/ f61 1 f37"/>
                    <a:gd name="f81" fmla="*/ f62 1 f37"/>
                    <a:gd name="f82" fmla="*/ f63 1 f37"/>
                    <a:gd name="f83" fmla="*/ f64 1 f37"/>
                    <a:gd name="f84" fmla="*/ f65 1 f37"/>
                    <a:gd name="f85" fmla="*/ f66 1 f37"/>
                    <a:gd name="f86" fmla="*/ f67 1 f37"/>
                    <a:gd name="f87" fmla="*/ f68 1 f37"/>
                    <a:gd name="f88" fmla="*/ f69 1 f37"/>
                    <a:gd name="f89" fmla="*/ f70 1 f37"/>
                    <a:gd name="f90" fmla="*/ f71 1 f37"/>
                    <a:gd name="f91" fmla="*/ f72 1 f37"/>
                    <a:gd name="f92" fmla="*/ f73 f30 1"/>
                    <a:gd name="f93" fmla="*/ f74 f30 1"/>
                    <a:gd name="f94" fmla="*/ f74 f31 1"/>
                    <a:gd name="f95" fmla="*/ f73 f31 1"/>
                    <a:gd name="f96" fmla="*/ f75 f30 1"/>
                    <a:gd name="f97" fmla="*/ f76 f31 1"/>
                    <a:gd name="f98" fmla="*/ f76 f30 1"/>
                    <a:gd name="f99" fmla="*/ f75 f31 1"/>
                    <a:gd name="f100" fmla="*/ f77 f31 1"/>
                    <a:gd name="f101" fmla="*/ f77 f30 1"/>
                    <a:gd name="f102" fmla="*/ f78 f30 1"/>
                    <a:gd name="f103" fmla="*/ f79 f31 1"/>
                    <a:gd name="f104" fmla="*/ f80 f30 1"/>
                    <a:gd name="f105" fmla="*/ f81 f31 1"/>
                    <a:gd name="f106" fmla="*/ f82 f31 1"/>
                    <a:gd name="f107" fmla="*/ f83 f30 1"/>
                    <a:gd name="f108" fmla="*/ f84 f30 1"/>
                    <a:gd name="f109" fmla="*/ f85 f31 1"/>
                    <a:gd name="f110" fmla="*/ f86 f30 1"/>
                    <a:gd name="f111" fmla="*/ f87 f31 1"/>
                    <a:gd name="f112" fmla="*/ f88 f30 1"/>
                    <a:gd name="f113" fmla="*/ f89 f31 1"/>
                    <a:gd name="f114" fmla="*/ f90 f30 1"/>
                    <a:gd name="f115" fmla="*/ f91 f31 1"/>
                  </a:gdLst>
                  <a:ahLst/>
                  <a:cxnLst>
                    <a:cxn ang="3cd4">
                      <a:pos x="hc" y="t"/>
                    </a:cxn>
                    <a:cxn ang="0">
                      <a:pos x="r" y="vc"/>
                    </a:cxn>
                    <a:cxn ang="cd4">
                      <a:pos x="hc" y="b"/>
                    </a:cxn>
                    <a:cxn ang="cd2">
                      <a:pos x="l" y="vc"/>
                    </a:cxn>
                    <a:cxn ang="f55">
                      <a:pos x="f96" y="f97"/>
                    </a:cxn>
                    <a:cxn ang="f55">
                      <a:pos x="f98" y="f99"/>
                    </a:cxn>
                    <a:cxn ang="f55">
                      <a:pos x="f96" y="f100"/>
                    </a:cxn>
                    <a:cxn ang="f55">
                      <a:pos x="f101" y="f99"/>
                    </a:cxn>
                    <a:cxn ang="f55">
                      <a:pos x="f96" y="f97"/>
                    </a:cxn>
                    <a:cxn ang="f55">
                      <a:pos x="f102" y="f103"/>
                    </a:cxn>
                    <a:cxn ang="f55">
                      <a:pos x="f104" y="f105"/>
                    </a:cxn>
                    <a:cxn ang="f55">
                      <a:pos x="f102" y="f106"/>
                    </a:cxn>
                    <a:cxn ang="f55">
                      <a:pos x="f107" y="f105"/>
                    </a:cxn>
                    <a:cxn ang="f55">
                      <a:pos x="f102" y="f103"/>
                    </a:cxn>
                    <a:cxn ang="f55">
                      <a:pos x="f108" y="f109"/>
                    </a:cxn>
                    <a:cxn ang="f55">
                      <a:pos x="f110" y="f109"/>
                    </a:cxn>
                    <a:cxn ang="f55">
                      <a:pos x="f110" y="f111"/>
                    </a:cxn>
                    <a:cxn ang="f55">
                      <a:pos x="f112" y="f111"/>
                    </a:cxn>
                    <a:cxn ang="f55">
                      <a:pos x="f112" y="f113"/>
                    </a:cxn>
                    <a:cxn ang="f55">
                      <a:pos x="f114" y="f113"/>
                    </a:cxn>
                    <a:cxn ang="f55">
                      <a:pos x="f114" y="f115"/>
                    </a:cxn>
                    <a:cxn ang="f55">
                      <a:pos x="f104" y="f115"/>
                    </a:cxn>
                    <a:cxn ang="f55">
                      <a:pos x="f104" y="f113"/>
                    </a:cxn>
                    <a:cxn ang="f55">
                      <a:pos x="f104" y="f111"/>
                    </a:cxn>
                    <a:cxn ang="f55">
                      <a:pos x="f108" y="f111"/>
                    </a:cxn>
                    <a:cxn ang="f55">
                      <a:pos x="f108" y="f109"/>
                    </a:cxn>
                  </a:cxnLst>
                  <a:rect l="f92" t="f95" r="f93" b="f94"/>
                  <a:pathLst>
                    <a:path w="291719" h="291719">
                      <a:moveTo>
                        <a:pt x="f7" y="f5"/>
                      </a:moveTo>
                      <a:cubicBezTo>
                        <a:pt x="f8" y="f5"/>
                        <a:pt x="f5" y="f8"/>
                        <a:pt x="f5" y="f7"/>
                      </a:cubicBezTo>
                      <a:cubicBezTo>
                        <a:pt x="f5" y="f9"/>
                        <a:pt x="f8" y="f10"/>
                        <a:pt x="f7" y="f10"/>
                      </a:cubicBezTo>
                      <a:cubicBezTo>
                        <a:pt x="f9" y="f10"/>
                        <a:pt x="f10" y="f9"/>
                        <a:pt x="f10" y="f7"/>
                      </a:cubicBezTo>
                      <a:cubicBezTo>
                        <a:pt x="f10" y="f8"/>
                        <a:pt x="f9" y="f5"/>
                        <a:pt x="f7" y="f5"/>
                      </a:cubicBezTo>
                      <a:close/>
                      <a:moveTo>
                        <a:pt x="f11" y="f12"/>
                      </a:moveTo>
                      <a:cubicBezTo>
                        <a:pt x="f13" y="f12"/>
                        <a:pt x="f14" y="f15"/>
                        <a:pt x="f14" y="f16"/>
                      </a:cubicBezTo>
                      <a:cubicBezTo>
                        <a:pt x="f14" y="f17"/>
                        <a:pt x="f13" y="f18"/>
                        <a:pt x="f11" y="f18"/>
                      </a:cubicBezTo>
                      <a:cubicBezTo>
                        <a:pt x="f19" y="f18"/>
                        <a:pt x="f20" y="f17"/>
                        <a:pt x="f20" y="f16"/>
                      </a:cubicBezTo>
                      <a:cubicBezTo>
                        <a:pt x="f20" y="f15"/>
                        <a:pt x="f19" y="f12"/>
                        <a:pt x="f11" y="f12"/>
                      </a:cubicBezTo>
                      <a:close/>
                      <a:moveTo>
                        <a:pt x="f21" y="f22"/>
                      </a:moveTo>
                      <a:lnTo>
                        <a:pt x="f23" y="f22"/>
                      </a:lnTo>
                      <a:lnTo>
                        <a:pt x="f23" y="f24"/>
                      </a:lnTo>
                      <a:lnTo>
                        <a:pt x="f25" y="f24"/>
                      </a:lnTo>
                      <a:lnTo>
                        <a:pt x="f25" y="f26"/>
                      </a:lnTo>
                      <a:lnTo>
                        <a:pt x="f27" y="f26"/>
                      </a:lnTo>
                      <a:lnTo>
                        <a:pt x="f27" y="f28"/>
                      </a:lnTo>
                      <a:lnTo>
                        <a:pt x="f14" y="f28"/>
                      </a:lnTo>
                      <a:lnTo>
                        <a:pt x="f14" y="f26"/>
                      </a:lnTo>
                      <a:lnTo>
                        <a:pt x="f14" y="f24"/>
                      </a:lnTo>
                      <a:lnTo>
                        <a:pt x="f21" y="f24"/>
                      </a:lnTo>
                      <a:lnTo>
                        <a:pt x="f21" y="f22"/>
                      </a:lnTo>
                      <a:close/>
                    </a:path>
                  </a:pathLst>
                </a:custGeom>
                <a:solidFill>
                  <a:srgbClr val="1FF524"/>
                </a:solidFill>
                <a:ln>
                  <a:noFill/>
                  <a:prstDash val="soli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2000" b="0" i="0" u="none" strike="noStrike" kern="1200" cap="none" spc="0" baseline="0">
                    <a:solidFill>
                      <a:srgbClr val="211F26"/>
                    </a:solidFill>
                    <a:uFillTx/>
                    <a:latin typeface="Calibri" pitchFamily="34"/>
                    <a:cs typeface="Calibri" pitchFamily="34"/>
                  </a:endParaRPr>
                </a:p>
              </p:txBody>
            </p:sp>
          </p:grpSp>
          <p:grpSp>
            <p:nvGrpSpPr>
              <p:cNvPr id="111" name="Groep 121">
                <a:extLst>
                  <a:ext uri="{FF2B5EF4-FFF2-40B4-BE49-F238E27FC236}">
                    <a16:creationId xmlns:a16="http://schemas.microsoft.com/office/drawing/2014/main" id="{503A4A21-2649-5883-3500-C2156DEA42BC}"/>
                  </a:ext>
                </a:extLst>
              </p:cNvPr>
              <p:cNvGrpSpPr/>
              <p:nvPr/>
            </p:nvGrpSpPr>
            <p:grpSpPr>
              <a:xfrm>
                <a:off x="-938165" y="5938003"/>
                <a:ext cx="627799" cy="576684"/>
                <a:chOff x="-938165" y="5938003"/>
                <a:chExt cx="627799" cy="576684"/>
              </a:xfrm>
            </p:grpSpPr>
            <p:grpSp>
              <p:nvGrpSpPr>
                <p:cNvPr id="112" name="Inspireren">
                  <a:extLst>
                    <a:ext uri="{FF2B5EF4-FFF2-40B4-BE49-F238E27FC236}">
                      <a16:creationId xmlns:a16="http://schemas.microsoft.com/office/drawing/2014/main" id="{9EEFA84E-0864-9F48-C99B-89330FBBBF8A}"/>
                    </a:ext>
                  </a:extLst>
                </p:cNvPr>
                <p:cNvGrpSpPr/>
                <p:nvPr/>
              </p:nvGrpSpPr>
              <p:grpSpPr>
                <a:xfrm>
                  <a:off x="-715847" y="5938003"/>
                  <a:ext cx="169776" cy="242380"/>
                  <a:chOff x="-715847" y="5938003"/>
                  <a:chExt cx="169776" cy="242380"/>
                </a:xfrm>
              </p:grpSpPr>
              <p:sp>
                <p:nvSpPr>
                  <p:cNvPr id="113" name="Freeform 12">
                    <a:extLst>
                      <a:ext uri="{FF2B5EF4-FFF2-40B4-BE49-F238E27FC236}">
                        <a16:creationId xmlns:a16="http://schemas.microsoft.com/office/drawing/2014/main" id="{1EB8E9D9-6B0A-CE61-5DD4-8E998EBB12F9}"/>
                      </a:ext>
                    </a:extLst>
                  </p:cNvPr>
                  <p:cNvSpPr/>
                  <p:nvPr/>
                </p:nvSpPr>
                <p:spPr>
                  <a:xfrm>
                    <a:off x="-665646" y="6024826"/>
                    <a:ext cx="68726" cy="62051"/>
                  </a:xfrm>
                  <a:custGeom>
                    <a:avLst/>
                    <a:gdLst>
                      <a:gd name="f0" fmla="val 10800000"/>
                      <a:gd name="f1" fmla="val 5400000"/>
                      <a:gd name="f2" fmla="val 180"/>
                      <a:gd name="f3" fmla="val w"/>
                      <a:gd name="f4" fmla="val h"/>
                      <a:gd name="f5" fmla="val 0"/>
                      <a:gd name="f6" fmla="val 319"/>
                      <a:gd name="f7" fmla="val 288"/>
                      <a:gd name="f8" fmla="val 220"/>
                      <a:gd name="f9" fmla="val 107"/>
                      <a:gd name="f10" fmla="+- 0 0 -90"/>
                      <a:gd name="f11" fmla="*/ f3 1 319"/>
                      <a:gd name="f12" fmla="*/ f4 1 288"/>
                      <a:gd name="f13" fmla="val f5"/>
                      <a:gd name="f14" fmla="val f6"/>
                      <a:gd name="f15" fmla="val f7"/>
                      <a:gd name="f16" fmla="*/ f10 f0 1"/>
                      <a:gd name="f17" fmla="+- f15 0 f13"/>
                      <a:gd name="f18" fmla="+- f14 0 f13"/>
                      <a:gd name="f19" fmla="*/ f16 1 f2"/>
                      <a:gd name="f20" fmla="*/ f18 1 319"/>
                      <a:gd name="f21" fmla="*/ f17 1 288"/>
                      <a:gd name="f22" fmla="*/ 220 f18 1"/>
                      <a:gd name="f23" fmla="*/ 288 f17 1"/>
                      <a:gd name="f24" fmla="*/ 107 f18 1"/>
                      <a:gd name="f25" fmla="*/ 0 f18 1"/>
                      <a:gd name="f26" fmla="*/ 0 f17 1"/>
                      <a:gd name="f27" fmla="*/ 319 f18 1"/>
                      <a:gd name="f28" fmla="+- f19 0 f1"/>
                      <a:gd name="f29" fmla="*/ f22 1 319"/>
                      <a:gd name="f30" fmla="*/ f23 1 288"/>
                      <a:gd name="f31" fmla="*/ f24 1 319"/>
                      <a:gd name="f32" fmla="*/ f25 1 319"/>
                      <a:gd name="f33" fmla="*/ f26 1 288"/>
                      <a:gd name="f34" fmla="*/ f27 1 319"/>
                      <a:gd name="f35" fmla="*/ 0 1 f20"/>
                      <a:gd name="f36" fmla="*/ f14 1 f20"/>
                      <a:gd name="f37" fmla="*/ 0 1 f21"/>
                      <a:gd name="f38" fmla="*/ f15 1 f21"/>
                      <a:gd name="f39" fmla="*/ f29 1 f20"/>
                      <a:gd name="f40" fmla="*/ f30 1 f21"/>
                      <a:gd name="f41" fmla="*/ f31 1 f20"/>
                      <a:gd name="f42" fmla="*/ f32 1 f20"/>
                      <a:gd name="f43" fmla="*/ f33 1 f21"/>
                      <a:gd name="f44" fmla="*/ f34 1 f20"/>
                      <a:gd name="f45" fmla="*/ f35 f11 1"/>
                      <a:gd name="f46" fmla="*/ f36 f11 1"/>
                      <a:gd name="f47" fmla="*/ f38 f12 1"/>
                      <a:gd name="f48" fmla="*/ f37 f12 1"/>
                      <a:gd name="f49" fmla="*/ f39 f11 1"/>
                      <a:gd name="f50" fmla="*/ f40 f12 1"/>
                      <a:gd name="f51" fmla="*/ f41 f11 1"/>
                      <a:gd name="f52" fmla="*/ f42 f11 1"/>
                      <a:gd name="f53" fmla="*/ f43 f12 1"/>
                      <a:gd name="f54" fmla="*/ f44 f11 1"/>
                    </a:gdLst>
                    <a:ahLst/>
                    <a:cxnLst>
                      <a:cxn ang="3cd4">
                        <a:pos x="hc" y="t"/>
                      </a:cxn>
                      <a:cxn ang="0">
                        <a:pos x="r" y="vc"/>
                      </a:cxn>
                      <a:cxn ang="cd4">
                        <a:pos x="hc" y="b"/>
                      </a:cxn>
                      <a:cxn ang="cd2">
                        <a:pos x="l" y="vc"/>
                      </a:cxn>
                      <a:cxn ang="f28">
                        <a:pos x="f49" y="f50"/>
                      </a:cxn>
                      <a:cxn ang="f28">
                        <a:pos x="f51" y="f50"/>
                      </a:cxn>
                      <a:cxn ang="f28">
                        <a:pos x="f52" y="f53"/>
                      </a:cxn>
                      <a:cxn ang="f28">
                        <a:pos x="f54" y="f53"/>
                      </a:cxn>
                      <a:cxn ang="f28">
                        <a:pos x="f49" y="f50"/>
                      </a:cxn>
                    </a:cxnLst>
                    <a:rect l="f45" t="f48" r="f46" b="f47"/>
                    <a:pathLst>
                      <a:path w="319" h="288">
                        <a:moveTo>
                          <a:pt x="f8" y="f7"/>
                        </a:moveTo>
                        <a:lnTo>
                          <a:pt x="f9" y="f7"/>
                        </a:lnTo>
                        <a:lnTo>
                          <a:pt x="f5" y="f5"/>
                        </a:lnTo>
                        <a:lnTo>
                          <a:pt x="f6" y="f5"/>
                        </a:lnTo>
                        <a:lnTo>
                          <a:pt x="f8" y="f7"/>
                        </a:lnTo>
                        <a:close/>
                      </a:path>
                    </a:pathLst>
                  </a:custGeom>
                  <a:solidFill>
                    <a:srgbClr val="1FF524"/>
                  </a:solidFill>
                  <a:ln>
                    <a:noFill/>
                    <a:prstDash val="solid"/>
                  </a:ln>
                </p:spPr>
                <p:txBody>
                  <a:bodyPr vert="horz" wrap="square" lIns="91440" tIns="45720" rIns="91440" bIns="45720" anchor="t"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300" b="0" i="0" u="none" strike="noStrike" kern="0" cap="none" spc="0" baseline="0">
                      <a:solidFill>
                        <a:srgbClr val="211F26"/>
                      </a:solidFill>
                      <a:uFillTx/>
                      <a:latin typeface="Arial"/>
                    </a:endParaRPr>
                  </a:p>
                </p:txBody>
              </p:sp>
              <p:sp>
                <p:nvSpPr>
                  <p:cNvPr id="114" name="Freeform 13">
                    <a:extLst>
                      <a:ext uri="{FF2B5EF4-FFF2-40B4-BE49-F238E27FC236}">
                        <a16:creationId xmlns:a16="http://schemas.microsoft.com/office/drawing/2014/main" id="{7397217E-A1D2-65E1-94A6-74FFBBF126BB}"/>
                      </a:ext>
                    </a:extLst>
                  </p:cNvPr>
                  <p:cNvSpPr/>
                  <p:nvPr/>
                </p:nvSpPr>
                <p:spPr>
                  <a:xfrm>
                    <a:off x="-661120" y="6156252"/>
                    <a:ext cx="60761" cy="24131"/>
                  </a:xfrm>
                  <a:custGeom>
                    <a:avLst/>
                    <a:gdLst>
                      <a:gd name="f0" fmla="val 10800000"/>
                      <a:gd name="f1" fmla="val 5400000"/>
                      <a:gd name="f2" fmla="val 180"/>
                      <a:gd name="f3" fmla="val w"/>
                      <a:gd name="f4" fmla="val h"/>
                      <a:gd name="f5" fmla="val 0"/>
                      <a:gd name="f6" fmla="val 251"/>
                      <a:gd name="f7" fmla="val 100"/>
                      <a:gd name="f8" fmla="val 229"/>
                      <a:gd name="f9" fmla="val 70"/>
                      <a:gd name="f10" fmla="val 69"/>
                      <a:gd name="f11" fmla="val 22"/>
                      <a:gd name="f12" fmla="val 27"/>
                      <a:gd name="f13" fmla="val 87"/>
                      <a:gd name="f14" fmla="val 44"/>
                      <a:gd name="f15" fmla="val 63"/>
                      <a:gd name="f16" fmla="val 188"/>
                      <a:gd name="f17" fmla="val 207"/>
                      <a:gd name="f18" fmla="val 223"/>
                      <a:gd name="f19" fmla="val 88"/>
                      <a:gd name="f20" fmla="val 71"/>
                      <a:gd name="f21" fmla="+- 0 0 -90"/>
                      <a:gd name="f22" fmla="*/ f3 1 251"/>
                      <a:gd name="f23" fmla="*/ f4 1 100"/>
                      <a:gd name="f24" fmla="val f5"/>
                      <a:gd name="f25" fmla="val f6"/>
                      <a:gd name="f26" fmla="val f7"/>
                      <a:gd name="f27" fmla="*/ f21 f0 1"/>
                      <a:gd name="f28" fmla="+- f26 0 f24"/>
                      <a:gd name="f29" fmla="+- f25 0 f24"/>
                      <a:gd name="f30" fmla="*/ f27 1 f2"/>
                      <a:gd name="f31" fmla="*/ f29 1 251"/>
                      <a:gd name="f32" fmla="*/ f28 1 100"/>
                      <a:gd name="f33" fmla="*/ 229 f29 1"/>
                      <a:gd name="f34" fmla="*/ 70 f28 1"/>
                      <a:gd name="f35" fmla="*/ 69 f28 1"/>
                      <a:gd name="f36" fmla="*/ 251 f29 1"/>
                      <a:gd name="f37" fmla="*/ 0 f28 1"/>
                      <a:gd name="f38" fmla="*/ 0 f29 1"/>
                      <a:gd name="f39" fmla="*/ 22 f29 1"/>
                      <a:gd name="f40" fmla="*/ 63 f29 1"/>
                      <a:gd name="f41" fmla="*/ 100 f28 1"/>
                      <a:gd name="f42" fmla="*/ 188 f29 1"/>
                      <a:gd name="f43" fmla="*/ 71 f28 1"/>
                      <a:gd name="f44" fmla="+- f30 0 f1"/>
                      <a:gd name="f45" fmla="*/ f33 1 251"/>
                      <a:gd name="f46" fmla="*/ f34 1 100"/>
                      <a:gd name="f47" fmla="*/ f35 1 100"/>
                      <a:gd name="f48" fmla="*/ f36 1 251"/>
                      <a:gd name="f49" fmla="*/ f37 1 100"/>
                      <a:gd name="f50" fmla="*/ f38 1 251"/>
                      <a:gd name="f51" fmla="*/ f39 1 251"/>
                      <a:gd name="f52" fmla="*/ f40 1 251"/>
                      <a:gd name="f53" fmla="*/ f41 1 100"/>
                      <a:gd name="f54" fmla="*/ f42 1 251"/>
                      <a:gd name="f55" fmla="*/ f43 1 100"/>
                      <a:gd name="f56" fmla="*/ 0 1 f31"/>
                      <a:gd name="f57" fmla="*/ f25 1 f31"/>
                      <a:gd name="f58" fmla="*/ 0 1 f32"/>
                      <a:gd name="f59" fmla="*/ f26 1 f32"/>
                      <a:gd name="f60" fmla="*/ f45 1 f31"/>
                      <a:gd name="f61" fmla="*/ f46 1 f32"/>
                      <a:gd name="f62" fmla="*/ f47 1 f32"/>
                      <a:gd name="f63" fmla="*/ f48 1 f31"/>
                      <a:gd name="f64" fmla="*/ f49 1 f32"/>
                      <a:gd name="f65" fmla="*/ f50 1 f31"/>
                      <a:gd name="f66" fmla="*/ f51 1 f31"/>
                      <a:gd name="f67" fmla="*/ f52 1 f31"/>
                      <a:gd name="f68" fmla="*/ f53 1 f32"/>
                      <a:gd name="f69" fmla="*/ f54 1 f31"/>
                      <a:gd name="f70" fmla="*/ f55 1 f32"/>
                      <a:gd name="f71" fmla="*/ f56 f22 1"/>
                      <a:gd name="f72" fmla="*/ f57 f22 1"/>
                      <a:gd name="f73" fmla="*/ f59 f23 1"/>
                      <a:gd name="f74" fmla="*/ f58 f23 1"/>
                      <a:gd name="f75" fmla="*/ f60 f22 1"/>
                      <a:gd name="f76" fmla="*/ f61 f23 1"/>
                      <a:gd name="f77" fmla="*/ f62 f23 1"/>
                      <a:gd name="f78" fmla="*/ f63 f22 1"/>
                      <a:gd name="f79" fmla="*/ f64 f23 1"/>
                      <a:gd name="f80" fmla="*/ f65 f22 1"/>
                      <a:gd name="f81" fmla="*/ f66 f22 1"/>
                      <a:gd name="f82" fmla="*/ f67 f22 1"/>
                      <a:gd name="f83" fmla="*/ f68 f23 1"/>
                      <a:gd name="f84" fmla="*/ f69 f22 1"/>
                      <a:gd name="f85" fmla="*/ f70 f23 1"/>
                    </a:gdLst>
                    <a:ahLst/>
                    <a:cxnLst>
                      <a:cxn ang="3cd4">
                        <a:pos x="hc" y="t"/>
                      </a:cxn>
                      <a:cxn ang="0">
                        <a:pos x="r" y="vc"/>
                      </a:cxn>
                      <a:cxn ang="cd4">
                        <a:pos x="hc" y="b"/>
                      </a:cxn>
                      <a:cxn ang="cd2">
                        <a:pos x="l" y="vc"/>
                      </a:cxn>
                      <a:cxn ang="f44">
                        <a:pos x="f75" y="f76"/>
                      </a:cxn>
                      <a:cxn ang="f44">
                        <a:pos x="f75" y="f77"/>
                      </a:cxn>
                      <a:cxn ang="f44">
                        <a:pos x="f78" y="f79"/>
                      </a:cxn>
                      <a:cxn ang="f44">
                        <a:pos x="f80" y="f79"/>
                      </a:cxn>
                      <a:cxn ang="f44">
                        <a:pos x="f81" y="f77"/>
                      </a:cxn>
                      <a:cxn ang="f44">
                        <a:pos x="f82" y="f83"/>
                      </a:cxn>
                      <a:cxn ang="f44">
                        <a:pos x="f84" y="f83"/>
                      </a:cxn>
                      <a:cxn ang="f44">
                        <a:pos x="f75" y="f85"/>
                      </a:cxn>
                      <a:cxn ang="f44">
                        <a:pos x="f75" y="f85"/>
                      </a:cxn>
                      <a:cxn ang="f44">
                        <a:pos x="f75" y="f76"/>
                      </a:cxn>
                    </a:cxnLst>
                    <a:rect l="f71" t="f74" r="f72" b="f73"/>
                    <a:pathLst>
                      <a:path w="251" h="100">
                        <a:moveTo>
                          <a:pt x="f8" y="f9"/>
                        </a:moveTo>
                        <a:cubicBezTo>
                          <a:pt x="f8" y="f9"/>
                          <a:pt x="f8" y="f10"/>
                          <a:pt x="f8" y="f10"/>
                        </a:cubicBezTo>
                        <a:cubicBezTo>
                          <a:pt x="f6" y="f5"/>
                          <a:pt x="f6" y="f5"/>
                          <a:pt x="f6" y="f5"/>
                        </a:cubicBezTo>
                        <a:cubicBezTo>
                          <a:pt x="f5" y="f5"/>
                          <a:pt x="f5" y="f5"/>
                          <a:pt x="f5" y="f5"/>
                        </a:cubicBezTo>
                        <a:cubicBezTo>
                          <a:pt x="f11" y="f10"/>
                          <a:pt x="f11" y="f10"/>
                          <a:pt x="f11" y="f10"/>
                        </a:cubicBezTo>
                        <a:cubicBezTo>
                          <a:pt x="f12" y="f13"/>
                          <a:pt x="f14" y="f7"/>
                          <a:pt x="f15" y="f7"/>
                        </a:cubicBezTo>
                        <a:cubicBezTo>
                          <a:pt x="f16" y="f7"/>
                          <a:pt x="f16" y="f7"/>
                          <a:pt x="f16" y="f7"/>
                        </a:cubicBezTo>
                        <a:cubicBezTo>
                          <a:pt x="f17" y="f7"/>
                          <a:pt x="f18" y="f19"/>
                          <a:pt x="f8" y="f20"/>
                        </a:cubicBezTo>
                        <a:cubicBezTo>
                          <a:pt x="f8" y="f20"/>
                          <a:pt x="f8" y="f20"/>
                          <a:pt x="f8" y="f20"/>
                        </a:cubicBezTo>
                        <a:lnTo>
                          <a:pt x="f8" y="f9"/>
                        </a:lnTo>
                        <a:close/>
                      </a:path>
                    </a:pathLst>
                  </a:custGeom>
                  <a:gradFill>
                    <a:gsLst>
                      <a:gs pos="0">
                        <a:srgbClr val="9D9FA1"/>
                      </a:gs>
                      <a:gs pos="100000">
                        <a:srgbClr val="211F26"/>
                      </a:gs>
                    </a:gsLst>
                    <a:lin ang="2700000"/>
                  </a:gradFill>
                  <a:ln>
                    <a:noFill/>
                    <a:prstDash val="solid"/>
                  </a:ln>
                </p:spPr>
                <p:txBody>
                  <a:bodyPr vert="horz" wrap="square" lIns="91440" tIns="45720" rIns="91440" bIns="45720" anchor="t"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300" b="0" i="0" u="none" strike="noStrike" kern="0" cap="none" spc="0" baseline="0">
                      <a:solidFill>
                        <a:srgbClr val="211F26"/>
                      </a:solidFill>
                      <a:uFillTx/>
                      <a:latin typeface="Arial"/>
                    </a:endParaRPr>
                  </a:p>
                </p:txBody>
              </p:sp>
              <p:sp>
                <p:nvSpPr>
                  <p:cNvPr id="115" name="Freeform 14">
                    <a:extLst>
                      <a:ext uri="{FF2B5EF4-FFF2-40B4-BE49-F238E27FC236}">
                        <a16:creationId xmlns:a16="http://schemas.microsoft.com/office/drawing/2014/main" id="{E7E13F17-3F62-04F5-8170-EAF3D99C32DA}"/>
                      </a:ext>
                    </a:extLst>
                  </p:cNvPr>
                  <p:cNvSpPr/>
                  <p:nvPr/>
                </p:nvSpPr>
                <p:spPr>
                  <a:xfrm>
                    <a:off x="-715847" y="5938003"/>
                    <a:ext cx="169776" cy="208126"/>
                  </a:xfrm>
                  <a:custGeom>
                    <a:avLst/>
                    <a:gdLst>
                      <a:gd name="f0" fmla="val 10800000"/>
                      <a:gd name="f1" fmla="val 5400000"/>
                      <a:gd name="f2" fmla="val 180"/>
                      <a:gd name="f3" fmla="val w"/>
                      <a:gd name="f4" fmla="val h"/>
                      <a:gd name="f5" fmla="val 0"/>
                      <a:gd name="f6" fmla="val 702"/>
                      <a:gd name="f7" fmla="val 860"/>
                      <a:gd name="f8" fmla="val 351"/>
                      <a:gd name="f9" fmla="val 157"/>
                      <a:gd name="f10" fmla="val 463"/>
                      <a:gd name="f11" fmla="val 52"/>
                      <a:gd name="f12" fmla="val 562"/>
                      <a:gd name="f13" fmla="val 134"/>
                      <a:gd name="f14" fmla="val 627"/>
                      <a:gd name="f15" fmla="val 165"/>
                      <a:gd name="f16" fmla="val 718"/>
                      <a:gd name="f17" fmla="val 266"/>
                      <a:gd name="f18" fmla="val 434"/>
                      <a:gd name="f19" fmla="val 419"/>
                      <a:gd name="f20" fmla="val 760"/>
                      <a:gd name="f21" fmla="val 284"/>
                      <a:gd name="f22" fmla="val 179"/>
                      <a:gd name="f23" fmla="val 212"/>
                      <a:gd name="f24" fmla="val 216"/>
                      <a:gd name="f25" fmla="val 488"/>
                      <a:gd name="f26" fmla="val 491"/>
                      <a:gd name="f27" fmla="val 570"/>
                      <a:gd name="f28" fmla="val 625"/>
                      <a:gd name="f29" fmla="val 651"/>
                      <a:gd name="f30" fmla="val 560"/>
                      <a:gd name="f31" fmla="val 461"/>
                      <a:gd name="f32" fmla="val 545"/>
                      <a:gd name="f33" fmla="val 587"/>
                      <a:gd name="f34" fmla="val 438"/>
                      <a:gd name="f35" fmla="val 568"/>
                      <a:gd name="f36" fmla="val 490"/>
                      <a:gd name="f37" fmla="val 531"/>
                      <a:gd name="f38" fmla="val 534"/>
                      <a:gd name="f39" fmla="val 485"/>
                      <a:gd name="f40" fmla="val 563"/>
                      <a:gd name="f41" fmla="val 454"/>
                      <a:gd name="f42" fmla="val 658"/>
                      <a:gd name="f43" fmla="val 250"/>
                      <a:gd name="f44" fmla="val 219"/>
                      <a:gd name="f45" fmla="val 565"/>
                      <a:gd name="f46" fmla="val 172"/>
                      <a:gd name="f47" fmla="val 536"/>
                      <a:gd name="f48" fmla="val 135"/>
                      <a:gd name="f49" fmla="val 115"/>
                      <a:gd name="f50" fmla="val 439"/>
                      <a:gd name="f51" fmla="val 105"/>
                      <a:gd name="f52" fmla="val 411"/>
                      <a:gd name="f53" fmla="val 99"/>
                      <a:gd name="f54" fmla="val 382"/>
                      <a:gd name="f55" fmla="val 603"/>
                      <a:gd name="f56" fmla="val 381"/>
                      <a:gd name="f57" fmla="val 597"/>
                      <a:gd name="f58" fmla="+- 0 0 -90"/>
                      <a:gd name="f59" fmla="*/ f3 1 702"/>
                      <a:gd name="f60" fmla="*/ f4 1 860"/>
                      <a:gd name="f61" fmla="val f5"/>
                      <a:gd name="f62" fmla="val f6"/>
                      <a:gd name="f63" fmla="val f7"/>
                      <a:gd name="f64" fmla="*/ f58 f0 1"/>
                      <a:gd name="f65" fmla="+- f63 0 f61"/>
                      <a:gd name="f66" fmla="+- f62 0 f61"/>
                      <a:gd name="f67" fmla="*/ f64 1 f2"/>
                      <a:gd name="f68" fmla="*/ f66 1 702"/>
                      <a:gd name="f69" fmla="*/ f65 1 860"/>
                      <a:gd name="f70" fmla="*/ 351 f66 1"/>
                      <a:gd name="f71" fmla="*/ 0 f65 1"/>
                      <a:gd name="f72" fmla="*/ 0 f66 1"/>
                      <a:gd name="f73" fmla="*/ 351 f65 1"/>
                      <a:gd name="f74" fmla="*/ 134 f66 1"/>
                      <a:gd name="f75" fmla="*/ 627 f65 1"/>
                      <a:gd name="f76" fmla="*/ 165 f66 1"/>
                      <a:gd name="f77" fmla="*/ 718 f65 1"/>
                      <a:gd name="f78" fmla="*/ 266 f66 1"/>
                      <a:gd name="f79" fmla="*/ 434 f66 1"/>
                      <a:gd name="f80" fmla="*/ 419 f66 1"/>
                      <a:gd name="f81" fmla="*/ 760 f65 1"/>
                      <a:gd name="f82" fmla="*/ 284 f66 1"/>
                      <a:gd name="f83" fmla="*/ 179 f66 1"/>
                      <a:gd name="f84" fmla="*/ 212 f66 1"/>
                      <a:gd name="f85" fmla="*/ 860 f65 1"/>
                      <a:gd name="f86" fmla="*/ 216 f66 1"/>
                      <a:gd name="f87" fmla="*/ 488 f66 1"/>
                      <a:gd name="f88" fmla="*/ 491 f66 1"/>
                      <a:gd name="f89" fmla="*/ 570 f66 1"/>
                      <a:gd name="f90" fmla="*/ 625 f65 1"/>
                      <a:gd name="f91" fmla="*/ 702 f66 1"/>
                      <a:gd name="f92" fmla="*/ 587 f66 1"/>
                      <a:gd name="f93" fmla="*/ 438 f65 1"/>
                      <a:gd name="f94" fmla="*/ 485 f66 1"/>
                      <a:gd name="f95" fmla="*/ 563 f65 1"/>
                      <a:gd name="f96" fmla="*/ 454 f66 1"/>
                      <a:gd name="f97" fmla="*/ 658 f65 1"/>
                      <a:gd name="f98" fmla="*/ 250 f66 1"/>
                      <a:gd name="f99" fmla="*/ 219 f66 1"/>
                      <a:gd name="f100" fmla="*/ 565 f65 1"/>
                      <a:gd name="f101" fmla="*/ 115 f66 1"/>
                      <a:gd name="f102" fmla="*/ 439 f65 1"/>
                      <a:gd name="f103" fmla="*/ 99 f66 1"/>
                      <a:gd name="f104" fmla="*/ 99 f65 1"/>
                      <a:gd name="f105" fmla="*/ 603 f66 1"/>
                      <a:gd name="f106" fmla="+- f67 0 f1"/>
                      <a:gd name="f107" fmla="*/ f70 1 702"/>
                      <a:gd name="f108" fmla="*/ f71 1 860"/>
                      <a:gd name="f109" fmla="*/ f72 1 702"/>
                      <a:gd name="f110" fmla="*/ f73 1 860"/>
                      <a:gd name="f111" fmla="*/ f74 1 702"/>
                      <a:gd name="f112" fmla="*/ f75 1 860"/>
                      <a:gd name="f113" fmla="*/ f76 1 702"/>
                      <a:gd name="f114" fmla="*/ f77 1 860"/>
                      <a:gd name="f115" fmla="*/ f78 1 702"/>
                      <a:gd name="f116" fmla="*/ f79 1 702"/>
                      <a:gd name="f117" fmla="*/ f80 1 702"/>
                      <a:gd name="f118" fmla="*/ f81 1 860"/>
                      <a:gd name="f119" fmla="*/ f82 1 702"/>
                      <a:gd name="f120" fmla="*/ f83 1 702"/>
                      <a:gd name="f121" fmla="*/ f84 1 702"/>
                      <a:gd name="f122" fmla="*/ f85 1 860"/>
                      <a:gd name="f123" fmla="*/ f86 1 702"/>
                      <a:gd name="f124" fmla="*/ f87 1 702"/>
                      <a:gd name="f125" fmla="*/ f88 1 702"/>
                      <a:gd name="f126" fmla="*/ f89 1 702"/>
                      <a:gd name="f127" fmla="*/ f90 1 860"/>
                      <a:gd name="f128" fmla="*/ f91 1 702"/>
                      <a:gd name="f129" fmla="*/ f92 1 702"/>
                      <a:gd name="f130" fmla="*/ f93 1 860"/>
                      <a:gd name="f131" fmla="*/ f94 1 702"/>
                      <a:gd name="f132" fmla="*/ f95 1 860"/>
                      <a:gd name="f133" fmla="*/ f96 1 702"/>
                      <a:gd name="f134" fmla="*/ f97 1 860"/>
                      <a:gd name="f135" fmla="*/ f98 1 702"/>
                      <a:gd name="f136" fmla="*/ f99 1 702"/>
                      <a:gd name="f137" fmla="*/ f100 1 860"/>
                      <a:gd name="f138" fmla="*/ f101 1 702"/>
                      <a:gd name="f139" fmla="*/ f102 1 860"/>
                      <a:gd name="f140" fmla="*/ f103 1 702"/>
                      <a:gd name="f141" fmla="*/ f104 1 860"/>
                      <a:gd name="f142" fmla="*/ f105 1 702"/>
                      <a:gd name="f143" fmla="*/ 0 1 f68"/>
                      <a:gd name="f144" fmla="*/ f62 1 f68"/>
                      <a:gd name="f145" fmla="*/ 0 1 f69"/>
                      <a:gd name="f146" fmla="*/ f63 1 f69"/>
                      <a:gd name="f147" fmla="*/ f107 1 f68"/>
                      <a:gd name="f148" fmla="*/ f108 1 f69"/>
                      <a:gd name="f149" fmla="*/ f109 1 f68"/>
                      <a:gd name="f150" fmla="*/ f110 1 f69"/>
                      <a:gd name="f151" fmla="*/ f111 1 f68"/>
                      <a:gd name="f152" fmla="*/ f112 1 f69"/>
                      <a:gd name="f153" fmla="*/ f113 1 f68"/>
                      <a:gd name="f154" fmla="*/ f114 1 f69"/>
                      <a:gd name="f155" fmla="*/ f115 1 f68"/>
                      <a:gd name="f156" fmla="*/ f116 1 f68"/>
                      <a:gd name="f157" fmla="*/ f117 1 f68"/>
                      <a:gd name="f158" fmla="*/ f118 1 f69"/>
                      <a:gd name="f159" fmla="*/ f119 1 f68"/>
                      <a:gd name="f160" fmla="*/ f120 1 f68"/>
                      <a:gd name="f161" fmla="*/ f121 1 f68"/>
                      <a:gd name="f162" fmla="*/ f122 1 f69"/>
                      <a:gd name="f163" fmla="*/ f123 1 f68"/>
                      <a:gd name="f164" fmla="*/ f124 1 f68"/>
                      <a:gd name="f165" fmla="*/ f125 1 f68"/>
                      <a:gd name="f166" fmla="*/ f126 1 f68"/>
                      <a:gd name="f167" fmla="*/ f127 1 f69"/>
                      <a:gd name="f168" fmla="*/ f128 1 f68"/>
                      <a:gd name="f169" fmla="*/ f129 1 f68"/>
                      <a:gd name="f170" fmla="*/ f130 1 f69"/>
                      <a:gd name="f171" fmla="*/ f131 1 f68"/>
                      <a:gd name="f172" fmla="*/ f132 1 f69"/>
                      <a:gd name="f173" fmla="*/ f133 1 f68"/>
                      <a:gd name="f174" fmla="*/ f134 1 f69"/>
                      <a:gd name="f175" fmla="*/ f135 1 f68"/>
                      <a:gd name="f176" fmla="*/ f136 1 f68"/>
                      <a:gd name="f177" fmla="*/ f137 1 f69"/>
                      <a:gd name="f178" fmla="*/ f138 1 f68"/>
                      <a:gd name="f179" fmla="*/ f139 1 f69"/>
                      <a:gd name="f180" fmla="*/ f140 1 f68"/>
                      <a:gd name="f181" fmla="*/ f141 1 f69"/>
                      <a:gd name="f182" fmla="*/ f142 1 f68"/>
                      <a:gd name="f183" fmla="*/ f143 f59 1"/>
                      <a:gd name="f184" fmla="*/ f144 f59 1"/>
                      <a:gd name="f185" fmla="*/ f146 f60 1"/>
                      <a:gd name="f186" fmla="*/ f145 f60 1"/>
                      <a:gd name="f187" fmla="*/ f147 f59 1"/>
                      <a:gd name="f188" fmla="*/ f148 f60 1"/>
                      <a:gd name="f189" fmla="*/ f149 f59 1"/>
                      <a:gd name="f190" fmla="*/ f150 f60 1"/>
                      <a:gd name="f191" fmla="*/ f151 f59 1"/>
                      <a:gd name="f192" fmla="*/ f152 f60 1"/>
                      <a:gd name="f193" fmla="*/ f153 f59 1"/>
                      <a:gd name="f194" fmla="*/ f154 f60 1"/>
                      <a:gd name="f195" fmla="*/ f155 f59 1"/>
                      <a:gd name="f196" fmla="*/ f156 f59 1"/>
                      <a:gd name="f197" fmla="*/ f157 f59 1"/>
                      <a:gd name="f198" fmla="*/ f158 f60 1"/>
                      <a:gd name="f199" fmla="*/ f159 f59 1"/>
                      <a:gd name="f200" fmla="*/ f160 f59 1"/>
                      <a:gd name="f201" fmla="*/ f161 f59 1"/>
                      <a:gd name="f202" fmla="*/ f162 f60 1"/>
                      <a:gd name="f203" fmla="*/ f163 f59 1"/>
                      <a:gd name="f204" fmla="*/ f164 f59 1"/>
                      <a:gd name="f205" fmla="*/ f165 f59 1"/>
                      <a:gd name="f206" fmla="*/ f166 f59 1"/>
                      <a:gd name="f207" fmla="*/ f167 f60 1"/>
                      <a:gd name="f208" fmla="*/ f168 f59 1"/>
                      <a:gd name="f209" fmla="*/ f169 f59 1"/>
                      <a:gd name="f210" fmla="*/ f170 f60 1"/>
                      <a:gd name="f211" fmla="*/ f171 f59 1"/>
                      <a:gd name="f212" fmla="*/ f172 f60 1"/>
                      <a:gd name="f213" fmla="*/ f173 f59 1"/>
                      <a:gd name="f214" fmla="*/ f174 f60 1"/>
                      <a:gd name="f215" fmla="*/ f175 f59 1"/>
                      <a:gd name="f216" fmla="*/ f176 f59 1"/>
                      <a:gd name="f217" fmla="*/ f177 f60 1"/>
                      <a:gd name="f218" fmla="*/ f178 f59 1"/>
                      <a:gd name="f219" fmla="*/ f179 f60 1"/>
                      <a:gd name="f220" fmla="*/ f180 f59 1"/>
                      <a:gd name="f221" fmla="*/ f181 f60 1"/>
                      <a:gd name="f222" fmla="*/ f182 f59 1"/>
                    </a:gdLst>
                    <a:ahLst/>
                    <a:cxnLst>
                      <a:cxn ang="3cd4">
                        <a:pos x="hc" y="t"/>
                      </a:cxn>
                      <a:cxn ang="0">
                        <a:pos x="r" y="vc"/>
                      </a:cxn>
                      <a:cxn ang="cd4">
                        <a:pos x="hc" y="b"/>
                      </a:cxn>
                      <a:cxn ang="cd2">
                        <a:pos x="l" y="vc"/>
                      </a:cxn>
                      <a:cxn ang="f106">
                        <a:pos x="f187" y="f188"/>
                      </a:cxn>
                      <a:cxn ang="f106">
                        <a:pos x="f189" y="f190"/>
                      </a:cxn>
                      <a:cxn ang="f106">
                        <a:pos x="f191" y="f192"/>
                      </a:cxn>
                      <a:cxn ang="f106">
                        <a:pos x="f193" y="f194"/>
                      </a:cxn>
                      <a:cxn ang="f106">
                        <a:pos x="f195" y="f194"/>
                      </a:cxn>
                      <a:cxn ang="f106">
                        <a:pos x="f195" y="f194"/>
                      </a:cxn>
                      <a:cxn ang="f106">
                        <a:pos x="f196" y="f194"/>
                      </a:cxn>
                      <a:cxn ang="f106">
                        <a:pos x="f197" y="f198"/>
                      </a:cxn>
                      <a:cxn ang="f106">
                        <a:pos x="f199" y="f198"/>
                      </a:cxn>
                      <a:cxn ang="f106">
                        <a:pos x="f199" y="f198"/>
                      </a:cxn>
                      <a:cxn ang="f106">
                        <a:pos x="f200" y="f198"/>
                      </a:cxn>
                      <a:cxn ang="f106">
                        <a:pos x="f201" y="f202"/>
                      </a:cxn>
                      <a:cxn ang="f106">
                        <a:pos x="f201" y="f202"/>
                      </a:cxn>
                      <a:cxn ang="f106">
                        <a:pos x="f203" y="f202"/>
                      </a:cxn>
                      <a:cxn ang="f106">
                        <a:pos x="f204" y="f202"/>
                      </a:cxn>
                      <a:cxn ang="f106">
                        <a:pos x="f205" y="f202"/>
                      </a:cxn>
                      <a:cxn ang="f106">
                        <a:pos x="f206" y="f207"/>
                      </a:cxn>
                      <a:cxn ang="f106">
                        <a:pos x="f208" y="f190"/>
                      </a:cxn>
                      <a:cxn ang="f106">
                        <a:pos x="f187" y="f188"/>
                      </a:cxn>
                      <a:cxn ang="f106">
                        <a:pos x="f209" y="f210"/>
                      </a:cxn>
                      <a:cxn ang="f106">
                        <a:pos x="f211" y="f212"/>
                      </a:cxn>
                      <a:cxn ang="f106">
                        <a:pos x="f213" y="f214"/>
                      </a:cxn>
                      <a:cxn ang="f106">
                        <a:pos x="f215" y="f214"/>
                      </a:cxn>
                      <a:cxn ang="f106">
                        <a:pos x="f216" y="f217"/>
                      </a:cxn>
                      <a:cxn ang="f106">
                        <a:pos x="f218" y="f219"/>
                      </a:cxn>
                      <a:cxn ang="f106">
                        <a:pos x="f220" y="f190"/>
                      </a:cxn>
                      <a:cxn ang="f106">
                        <a:pos x="f187" y="f221"/>
                      </a:cxn>
                      <a:cxn ang="f106">
                        <a:pos x="f222" y="f190"/>
                      </a:cxn>
                      <a:cxn ang="f106">
                        <a:pos x="f209" y="f210"/>
                      </a:cxn>
                    </a:cxnLst>
                    <a:rect l="f183" t="f186" r="f184" b="f185"/>
                    <a:pathLst>
                      <a:path w="702" h="860">
                        <a:moveTo>
                          <a:pt x="f8" y="f5"/>
                        </a:moveTo>
                        <a:cubicBezTo>
                          <a:pt x="f9" y="f5"/>
                          <a:pt x="f5" y="f9"/>
                          <a:pt x="f5" y="f8"/>
                        </a:cubicBezTo>
                        <a:cubicBezTo>
                          <a:pt x="f5" y="f10"/>
                          <a:pt x="f11" y="f12"/>
                          <a:pt x="f13" y="f14"/>
                        </a:cubicBezTo>
                        <a:cubicBezTo>
                          <a:pt x="f15" y="f16"/>
                          <a:pt x="f15" y="f16"/>
                          <a:pt x="f15" y="f16"/>
                        </a:cubicBezTo>
                        <a:cubicBezTo>
                          <a:pt x="f17" y="f16"/>
                          <a:pt x="f17" y="f16"/>
                          <a:pt x="f17" y="f16"/>
                        </a:cubicBezTo>
                        <a:cubicBezTo>
                          <a:pt x="f17" y="f16"/>
                          <a:pt x="f17" y="f16"/>
                          <a:pt x="f17" y="f16"/>
                        </a:cubicBezTo>
                        <a:cubicBezTo>
                          <a:pt x="f18" y="f16"/>
                          <a:pt x="f18" y="f16"/>
                          <a:pt x="f18" y="f16"/>
                        </a:cubicBezTo>
                        <a:cubicBezTo>
                          <a:pt x="f19" y="f20"/>
                          <a:pt x="f19" y="f20"/>
                          <a:pt x="f19" y="f20"/>
                        </a:cubicBezTo>
                        <a:cubicBezTo>
                          <a:pt x="f21" y="f20"/>
                          <a:pt x="f21" y="f20"/>
                          <a:pt x="f21" y="f20"/>
                        </a:cubicBezTo>
                        <a:cubicBezTo>
                          <a:pt x="f21" y="f20"/>
                          <a:pt x="f21" y="f20"/>
                          <a:pt x="f21" y="f20"/>
                        </a:cubicBezTo>
                        <a:cubicBezTo>
                          <a:pt x="f22" y="f20"/>
                          <a:pt x="f22" y="f20"/>
                          <a:pt x="f22" y="f20"/>
                        </a:cubicBezTo>
                        <a:cubicBezTo>
                          <a:pt x="f23" y="f7"/>
                          <a:pt x="f23" y="f7"/>
                          <a:pt x="f23" y="f7"/>
                        </a:cubicBezTo>
                        <a:cubicBezTo>
                          <a:pt x="f23" y="f7"/>
                          <a:pt x="f23" y="f7"/>
                          <a:pt x="f23" y="f7"/>
                        </a:cubicBezTo>
                        <a:cubicBezTo>
                          <a:pt x="f24" y="f7"/>
                          <a:pt x="f24" y="f7"/>
                          <a:pt x="f24" y="f7"/>
                        </a:cubicBezTo>
                        <a:cubicBezTo>
                          <a:pt x="f25" y="f7"/>
                          <a:pt x="f25" y="f7"/>
                          <a:pt x="f25" y="f7"/>
                        </a:cubicBezTo>
                        <a:cubicBezTo>
                          <a:pt x="f26" y="f7"/>
                          <a:pt x="f26" y="f7"/>
                          <a:pt x="f26" y="f7"/>
                        </a:cubicBezTo>
                        <a:cubicBezTo>
                          <a:pt x="f27" y="f28"/>
                          <a:pt x="f27" y="f28"/>
                          <a:pt x="f27" y="f28"/>
                        </a:cubicBezTo>
                        <a:cubicBezTo>
                          <a:pt x="f29" y="f30"/>
                          <a:pt x="f6" y="f31"/>
                          <a:pt x="f6" y="f8"/>
                        </a:cubicBezTo>
                        <a:cubicBezTo>
                          <a:pt x="f6" y="f9"/>
                          <a:pt x="f32" y="f5"/>
                          <a:pt x="f8" y="f5"/>
                        </a:cubicBezTo>
                        <a:close/>
                        <a:moveTo>
                          <a:pt x="f33" y="f34"/>
                        </a:moveTo>
                        <a:cubicBezTo>
                          <a:pt x="f35" y="f36"/>
                          <a:pt x="f37" y="f38"/>
                          <a:pt x="f39" y="f40"/>
                        </a:cubicBezTo>
                        <a:cubicBezTo>
                          <a:pt x="f41" y="f42"/>
                          <a:pt x="f41" y="f42"/>
                          <a:pt x="f41" y="f42"/>
                        </a:cubicBezTo>
                        <a:cubicBezTo>
                          <a:pt x="f43" y="f42"/>
                          <a:pt x="f43" y="f42"/>
                          <a:pt x="f43" y="f42"/>
                        </a:cubicBezTo>
                        <a:cubicBezTo>
                          <a:pt x="f44" y="f45"/>
                          <a:pt x="f44" y="f45"/>
                          <a:pt x="f44" y="f45"/>
                        </a:cubicBezTo>
                        <a:cubicBezTo>
                          <a:pt x="f46" y="f47"/>
                          <a:pt x="f48" y="f26"/>
                          <a:pt x="f49" y="f50"/>
                        </a:cubicBezTo>
                        <a:cubicBezTo>
                          <a:pt x="f51" y="f52"/>
                          <a:pt x="f53" y="f54"/>
                          <a:pt x="f53" y="f8"/>
                        </a:cubicBezTo>
                        <a:cubicBezTo>
                          <a:pt x="f53" y="f23"/>
                          <a:pt x="f23" y="f53"/>
                          <a:pt x="f8" y="f53"/>
                        </a:cubicBezTo>
                        <a:cubicBezTo>
                          <a:pt x="f36" y="f53"/>
                          <a:pt x="f55" y="f23"/>
                          <a:pt x="f55" y="f8"/>
                        </a:cubicBezTo>
                        <a:cubicBezTo>
                          <a:pt x="f55" y="f56"/>
                          <a:pt x="f57" y="f52"/>
                          <a:pt x="f33" y="f34"/>
                        </a:cubicBezTo>
                        <a:close/>
                      </a:path>
                    </a:pathLst>
                  </a:custGeom>
                  <a:gradFill>
                    <a:gsLst>
                      <a:gs pos="0">
                        <a:srgbClr val="9D9FA1"/>
                      </a:gs>
                      <a:gs pos="100000">
                        <a:srgbClr val="211F26"/>
                      </a:gs>
                    </a:gsLst>
                    <a:lin ang="2700000"/>
                  </a:gradFill>
                  <a:ln>
                    <a:noFill/>
                    <a:prstDash val="solid"/>
                  </a:ln>
                </p:spPr>
                <p:txBody>
                  <a:bodyPr vert="horz" wrap="square" lIns="91440" tIns="45720" rIns="91440" bIns="45720" anchor="t"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300" b="0" i="0" u="none" strike="noStrike" kern="0" cap="none" spc="0" baseline="0">
                      <a:solidFill>
                        <a:srgbClr val="211F26"/>
                      </a:solidFill>
                      <a:uFillTx/>
                      <a:latin typeface="Arial"/>
                    </a:endParaRPr>
                  </a:p>
                </p:txBody>
              </p:sp>
            </p:grpSp>
            <p:sp>
              <p:nvSpPr>
                <p:cNvPr id="116" name="Tekstvak 123">
                  <a:extLst>
                    <a:ext uri="{FF2B5EF4-FFF2-40B4-BE49-F238E27FC236}">
                      <a16:creationId xmlns:a16="http://schemas.microsoft.com/office/drawing/2014/main" id="{5DA39AEF-0D44-5AAF-A754-F26146035032}"/>
                    </a:ext>
                  </a:extLst>
                </p:cNvPr>
                <p:cNvSpPr txBox="1"/>
                <p:nvPr/>
              </p:nvSpPr>
              <p:spPr>
                <a:xfrm>
                  <a:off x="-938165" y="6192453"/>
                  <a:ext cx="627799" cy="322234"/>
                </a:xfrm>
                <a:prstGeom prst="rect">
                  <a:avLst/>
                </a:prstGeom>
                <a:noFill/>
                <a:ln>
                  <a:noFill/>
                </a:ln>
              </p:spPr>
              <p:txBody>
                <a:bodyPr vert="horz" wrap="square" lIns="0" tIns="0" rIns="0" bIns="0"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000" b="0" i="0" u="none" strike="noStrike" kern="0" cap="none" spc="0" baseline="0">
                      <a:solidFill>
                        <a:srgbClr val="211F26"/>
                      </a:solidFill>
                      <a:uFillTx/>
                      <a:latin typeface="Calibri" pitchFamily="34"/>
                      <a:cs typeface="Calibri" pitchFamily="34"/>
                    </a:rPr>
                    <a:t>Inspiration</a:t>
                  </a:r>
                </a:p>
              </p:txBody>
            </p:sp>
          </p:grpSp>
        </p:grpSp>
        <p:grpSp>
          <p:nvGrpSpPr>
            <p:cNvPr id="117" name="Groep 92">
              <a:extLst>
                <a:ext uri="{FF2B5EF4-FFF2-40B4-BE49-F238E27FC236}">
                  <a16:creationId xmlns:a16="http://schemas.microsoft.com/office/drawing/2014/main" id="{15EBE7DB-53D6-4D32-C71A-A68132AB39E6}"/>
                </a:ext>
              </a:extLst>
            </p:cNvPr>
            <p:cNvGrpSpPr/>
            <p:nvPr/>
          </p:nvGrpSpPr>
          <p:grpSpPr>
            <a:xfrm>
              <a:off x="-3426805" y="5129582"/>
              <a:ext cx="514285" cy="506541"/>
              <a:chOff x="-3426805" y="5129582"/>
              <a:chExt cx="514285" cy="506541"/>
            </a:xfrm>
          </p:grpSpPr>
          <p:grpSp>
            <p:nvGrpSpPr>
              <p:cNvPr id="118" name="Groep 103">
                <a:extLst>
                  <a:ext uri="{FF2B5EF4-FFF2-40B4-BE49-F238E27FC236}">
                    <a16:creationId xmlns:a16="http://schemas.microsoft.com/office/drawing/2014/main" id="{5B9B5DA6-4C46-B0CE-D517-15D38BBCE981}"/>
                  </a:ext>
                </a:extLst>
              </p:cNvPr>
              <p:cNvGrpSpPr/>
              <p:nvPr/>
            </p:nvGrpSpPr>
            <p:grpSpPr>
              <a:xfrm>
                <a:off x="-3321695" y="5129582"/>
                <a:ext cx="319089" cy="306324"/>
                <a:chOff x="-3321695" y="5129582"/>
                <a:chExt cx="319089" cy="306324"/>
              </a:xfrm>
            </p:grpSpPr>
            <p:grpSp>
              <p:nvGrpSpPr>
                <p:cNvPr id="119" name="Groep 106">
                  <a:extLst>
                    <a:ext uri="{FF2B5EF4-FFF2-40B4-BE49-F238E27FC236}">
                      <a16:creationId xmlns:a16="http://schemas.microsoft.com/office/drawing/2014/main" id="{33C9484F-1C94-5FFC-6E62-E6A339073BD8}"/>
                    </a:ext>
                  </a:extLst>
                </p:cNvPr>
                <p:cNvGrpSpPr/>
                <p:nvPr/>
              </p:nvGrpSpPr>
              <p:grpSpPr>
                <a:xfrm>
                  <a:off x="-3321695" y="5129582"/>
                  <a:ext cx="282064" cy="270561"/>
                  <a:chOff x="-3321695" y="5129582"/>
                  <a:chExt cx="282064" cy="270561"/>
                </a:xfrm>
              </p:grpSpPr>
              <p:grpSp>
                <p:nvGrpSpPr>
                  <p:cNvPr id="120" name="Groep 113">
                    <a:extLst>
                      <a:ext uri="{FF2B5EF4-FFF2-40B4-BE49-F238E27FC236}">
                        <a16:creationId xmlns:a16="http://schemas.microsoft.com/office/drawing/2014/main" id="{DAFF983E-2B5D-5E48-9C62-499A2280D398}"/>
                      </a:ext>
                    </a:extLst>
                  </p:cNvPr>
                  <p:cNvGrpSpPr/>
                  <p:nvPr/>
                </p:nvGrpSpPr>
                <p:grpSpPr>
                  <a:xfrm>
                    <a:off x="-3321695" y="5129582"/>
                    <a:ext cx="282064" cy="270561"/>
                    <a:chOff x="-3321695" y="5129582"/>
                    <a:chExt cx="282064" cy="270561"/>
                  </a:xfrm>
                </p:grpSpPr>
                <p:sp>
                  <p:nvSpPr>
                    <p:cNvPr id="121" name="Rechthoek 116">
                      <a:extLst>
                        <a:ext uri="{FF2B5EF4-FFF2-40B4-BE49-F238E27FC236}">
                          <a16:creationId xmlns:a16="http://schemas.microsoft.com/office/drawing/2014/main" id="{7CF944C6-5A9F-D16F-0FC1-E69BF9C34EF0}"/>
                        </a:ext>
                      </a:extLst>
                    </p:cNvPr>
                    <p:cNvSpPr/>
                    <p:nvPr/>
                  </p:nvSpPr>
                  <p:spPr>
                    <a:xfrm>
                      <a:off x="-3321695" y="5129582"/>
                      <a:ext cx="282064" cy="270561"/>
                    </a:xfrm>
                    <a:prstGeom prst="rect">
                      <a:avLst/>
                    </a:prstGeom>
                    <a:noFill/>
                    <a:ln w="12701" cap="flat">
                      <a:solidFill>
                        <a:srgbClr val="818181"/>
                      </a:solidFill>
                      <a:custDash>
                        <a:ds d="300000" sp="300000"/>
                      </a:custDash>
                      <a:miter/>
                    </a:ln>
                  </p:spPr>
                  <p:txBody>
                    <a:bodyPr vert="horz" wrap="square" lIns="107999"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800" b="0" i="0" u="none" strike="noStrike" kern="1200" cap="none" spc="0" baseline="0">
                        <a:solidFill>
                          <a:srgbClr val="211F26"/>
                        </a:solidFill>
                        <a:uFillTx/>
                        <a:latin typeface="Calibri" pitchFamily="34"/>
                        <a:cs typeface="Calibri" pitchFamily="34"/>
                      </a:endParaRPr>
                    </a:p>
                  </p:txBody>
                </p:sp>
                <p:sp>
                  <p:nvSpPr>
                    <p:cNvPr id="122" name="Rechthoek 117">
                      <a:extLst>
                        <a:ext uri="{FF2B5EF4-FFF2-40B4-BE49-F238E27FC236}">
                          <a16:creationId xmlns:a16="http://schemas.microsoft.com/office/drawing/2014/main" id="{D34CCB90-1364-4CF3-FBCE-E1E7127DB395}"/>
                        </a:ext>
                      </a:extLst>
                    </p:cNvPr>
                    <p:cNvSpPr/>
                    <p:nvPr/>
                  </p:nvSpPr>
                  <p:spPr>
                    <a:xfrm>
                      <a:off x="-3321695" y="5129582"/>
                      <a:ext cx="166237" cy="163814"/>
                    </a:xfrm>
                    <a:prstGeom prst="rect">
                      <a:avLst/>
                    </a:prstGeom>
                    <a:solidFill>
                      <a:srgbClr val="FFFFFF"/>
                    </a:solidFill>
                    <a:ln w="12701" cap="flat">
                      <a:solidFill>
                        <a:srgbClr val="818181"/>
                      </a:solidFill>
                      <a:prstDash val="solid"/>
                      <a:miter/>
                    </a:ln>
                  </p:spPr>
                  <p:txBody>
                    <a:bodyPr vert="horz" wrap="square" lIns="107999"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800" b="0" i="0" u="none" strike="noStrike" kern="1200" cap="none" spc="0" baseline="0">
                        <a:solidFill>
                          <a:srgbClr val="211F26"/>
                        </a:solidFill>
                        <a:uFillTx/>
                        <a:latin typeface="Calibri" pitchFamily="34"/>
                        <a:cs typeface="Calibri" pitchFamily="34"/>
                      </a:endParaRPr>
                    </a:p>
                  </p:txBody>
                </p:sp>
                <p:sp>
                  <p:nvSpPr>
                    <p:cNvPr id="123" name="Ovaal 118">
                      <a:extLst>
                        <a:ext uri="{FF2B5EF4-FFF2-40B4-BE49-F238E27FC236}">
                          <a16:creationId xmlns:a16="http://schemas.microsoft.com/office/drawing/2014/main" id="{6FA4782A-BCBF-5A01-6B0A-8525B54EF169}"/>
                        </a:ext>
                      </a:extLst>
                    </p:cNvPr>
                    <p:cNvSpPr/>
                    <p:nvPr/>
                  </p:nvSpPr>
                  <p:spPr>
                    <a:xfrm>
                      <a:off x="-3220425" y="5150275"/>
                      <a:ext cx="45866" cy="45866"/>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ECC679"/>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pic>
                <p:nvPicPr>
                  <p:cNvPr id="124" name="Afbeelding 114">
                    <a:extLst>
                      <a:ext uri="{FF2B5EF4-FFF2-40B4-BE49-F238E27FC236}">
                        <a16:creationId xmlns:a16="http://schemas.microsoft.com/office/drawing/2014/main" id="{58498954-9AC6-C5B9-E6A1-9016A140FF18}"/>
                      </a:ext>
                    </a:extLst>
                  </p:cNvPr>
                  <p:cNvPicPr>
                    <a:picLocks noChangeAspect="1"/>
                  </p:cNvPicPr>
                  <p:nvPr/>
                </p:nvPicPr>
                <p:blipFill>
                  <a:blip r:embed="rId5"/>
                  <a:stretch>
                    <a:fillRect/>
                  </a:stretch>
                </p:blipFill>
                <p:spPr>
                  <a:xfrm>
                    <a:off x="-3313822" y="5196224"/>
                    <a:ext cx="110157" cy="89099"/>
                  </a:xfrm>
                  <a:prstGeom prst="rect">
                    <a:avLst/>
                  </a:prstGeom>
                  <a:noFill/>
                  <a:ln>
                    <a:noFill/>
                  </a:ln>
                </p:spPr>
              </p:pic>
              <p:pic>
                <p:nvPicPr>
                  <p:cNvPr id="125" name="Afbeelding 115">
                    <a:extLst>
                      <a:ext uri="{FF2B5EF4-FFF2-40B4-BE49-F238E27FC236}">
                        <a16:creationId xmlns:a16="http://schemas.microsoft.com/office/drawing/2014/main" id="{B9B7E63C-EA98-F299-185A-380A600457C7}"/>
                      </a:ext>
                    </a:extLst>
                  </p:cNvPr>
                  <p:cNvPicPr>
                    <a:picLocks noChangeAspect="1"/>
                  </p:cNvPicPr>
                  <p:nvPr/>
                </p:nvPicPr>
                <p:blipFill>
                  <a:blip r:embed="rId5"/>
                  <a:stretch>
                    <a:fillRect/>
                  </a:stretch>
                </p:blipFill>
                <p:spPr>
                  <a:xfrm flipH="1">
                    <a:off x="-3270424" y="5211650"/>
                    <a:ext cx="110157" cy="70801"/>
                  </a:xfrm>
                  <a:prstGeom prst="rect">
                    <a:avLst/>
                  </a:prstGeom>
                  <a:noFill/>
                  <a:ln>
                    <a:noFill/>
                  </a:ln>
                </p:spPr>
              </p:pic>
            </p:grpSp>
            <p:grpSp>
              <p:nvGrpSpPr>
                <p:cNvPr id="126" name="Groep 107">
                  <a:extLst>
                    <a:ext uri="{FF2B5EF4-FFF2-40B4-BE49-F238E27FC236}">
                      <a16:creationId xmlns:a16="http://schemas.microsoft.com/office/drawing/2014/main" id="{C11619AE-BAB8-F851-200A-5646BD62EFB8}"/>
                    </a:ext>
                  </a:extLst>
                </p:cNvPr>
                <p:cNvGrpSpPr/>
                <p:nvPr/>
              </p:nvGrpSpPr>
              <p:grpSpPr>
                <a:xfrm>
                  <a:off x="-3102203" y="5335871"/>
                  <a:ext cx="99597" cy="100035"/>
                  <a:chOff x="-3102203" y="5335871"/>
                  <a:chExt cx="99597" cy="100035"/>
                </a:xfrm>
              </p:grpSpPr>
              <p:sp>
                <p:nvSpPr>
                  <p:cNvPr id="127" name="Rechthoek 111">
                    <a:extLst>
                      <a:ext uri="{FF2B5EF4-FFF2-40B4-BE49-F238E27FC236}">
                        <a16:creationId xmlns:a16="http://schemas.microsoft.com/office/drawing/2014/main" id="{CFBA604E-0680-5574-A09C-9C345C860C15}"/>
                      </a:ext>
                    </a:extLst>
                  </p:cNvPr>
                  <p:cNvSpPr/>
                  <p:nvPr/>
                </p:nvSpPr>
                <p:spPr>
                  <a:xfrm>
                    <a:off x="-3102202" y="5335871"/>
                    <a:ext cx="99596" cy="19385"/>
                  </a:xfrm>
                  <a:prstGeom prst="rect">
                    <a:avLst/>
                  </a:prstGeom>
                  <a:solidFill>
                    <a:srgbClr val="81818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128" name="Rechthoek 112">
                    <a:extLst>
                      <a:ext uri="{FF2B5EF4-FFF2-40B4-BE49-F238E27FC236}">
                        <a16:creationId xmlns:a16="http://schemas.microsoft.com/office/drawing/2014/main" id="{64120488-00DC-8FA8-F009-2A14F611DDA6}"/>
                      </a:ext>
                    </a:extLst>
                  </p:cNvPr>
                  <p:cNvSpPr/>
                  <p:nvPr/>
                </p:nvSpPr>
                <p:spPr>
                  <a:xfrm rot="5400013">
                    <a:off x="-3142308" y="5376415"/>
                    <a:ext cx="99596" cy="19385"/>
                  </a:xfrm>
                  <a:prstGeom prst="rect">
                    <a:avLst/>
                  </a:prstGeom>
                  <a:solidFill>
                    <a:srgbClr val="81818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grpSp>
              <p:nvGrpSpPr>
                <p:cNvPr id="129" name="Groep 108">
                  <a:extLst>
                    <a:ext uri="{FF2B5EF4-FFF2-40B4-BE49-F238E27FC236}">
                      <a16:creationId xmlns:a16="http://schemas.microsoft.com/office/drawing/2014/main" id="{0BDCFF40-DDB5-25D6-CBB0-4D5DE6D41EEF}"/>
                    </a:ext>
                  </a:extLst>
                </p:cNvPr>
                <p:cNvGrpSpPr/>
                <p:nvPr/>
              </p:nvGrpSpPr>
              <p:grpSpPr>
                <a:xfrm>
                  <a:off x="-3130969" y="5308806"/>
                  <a:ext cx="99597" cy="100024"/>
                  <a:chOff x="-3130969" y="5308806"/>
                  <a:chExt cx="99597" cy="100024"/>
                </a:xfrm>
              </p:grpSpPr>
              <p:sp>
                <p:nvSpPr>
                  <p:cNvPr id="130" name="Rechthoek 109">
                    <a:extLst>
                      <a:ext uri="{FF2B5EF4-FFF2-40B4-BE49-F238E27FC236}">
                        <a16:creationId xmlns:a16="http://schemas.microsoft.com/office/drawing/2014/main" id="{EA2BD119-7D9B-6A1F-4D16-8120A5865776}"/>
                      </a:ext>
                    </a:extLst>
                  </p:cNvPr>
                  <p:cNvSpPr/>
                  <p:nvPr/>
                </p:nvSpPr>
                <p:spPr>
                  <a:xfrm rot="10799991">
                    <a:off x="-3130969" y="5389445"/>
                    <a:ext cx="99596" cy="19385"/>
                  </a:xfrm>
                  <a:prstGeom prst="rect">
                    <a:avLst/>
                  </a:prstGeom>
                  <a:solidFill>
                    <a:srgbClr val="81818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131" name="Rechthoek 110">
                    <a:extLst>
                      <a:ext uri="{FF2B5EF4-FFF2-40B4-BE49-F238E27FC236}">
                        <a16:creationId xmlns:a16="http://schemas.microsoft.com/office/drawing/2014/main" id="{EBB02E95-6189-CF2C-3611-E60A77790C4D}"/>
                      </a:ext>
                    </a:extLst>
                  </p:cNvPr>
                  <p:cNvSpPr/>
                  <p:nvPr/>
                </p:nvSpPr>
                <p:spPr>
                  <a:xfrm rot="16200004">
                    <a:off x="-3090862" y="5348911"/>
                    <a:ext cx="99596" cy="19385"/>
                  </a:xfrm>
                  <a:prstGeom prst="rect">
                    <a:avLst/>
                  </a:prstGeom>
                  <a:solidFill>
                    <a:srgbClr val="81818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grpSp>
          <p:sp>
            <p:nvSpPr>
              <p:cNvPr id="132" name="Rechthoek 104">
                <a:extLst>
                  <a:ext uri="{FF2B5EF4-FFF2-40B4-BE49-F238E27FC236}">
                    <a16:creationId xmlns:a16="http://schemas.microsoft.com/office/drawing/2014/main" id="{1213F932-32F5-0FA1-ADCC-C27179C1EC61}"/>
                  </a:ext>
                </a:extLst>
              </p:cNvPr>
              <p:cNvSpPr/>
              <p:nvPr/>
            </p:nvSpPr>
            <p:spPr>
              <a:xfrm>
                <a:off x="-3426805" y="5461967"/>
                <a:ext cx="514285" cy="110084"/>
              </a:xfrm>
              <a:prstGeom prst="rect">
                <a:avLst/>
              </a:prstGeom>
              <a:noFill/>
              <a:ln>
                <a:noFill/>
                <a:prstDash val="solid"/>
              </a:ln>
            </p:spPr>
            <p:txBody>
              <a:bodyPr vert="horz" wrap="square" lIns="0" tIns="0" rIns="0" bIns="0"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900" b="0" i="0" u="none" strike="noStrike" kern="1200" cap="none" spc="0" baseline="0">
                    <a:solidFill>
                      <a:srgbClr val="211F26"/>
                    </a:solidFill>
                    <a:uFillTx/>
                    <a:latin typeface="Calibri" pitchFamily="34"/>
                    <a:cs typeface="Calibri" pitchFamily="34"/>
                  </a:rPr>
                  <a:t>Crop</a:t>
                </a:r>
              </a:p>
            </p:txBody>
          </p:sp>
          <p:sp>
            <p:nvSpPr>
              <p:cNvPr id="133" name="Gelijkbenige driehoek 105">
                <a:extLst>
                  <a:ext uri="{FF2B5EF4-FFF2-40B4-BE49-F238E27FC236}">
                    <a16:creationId xmlns:a16="http://schemas.microsoft.com/office/drawing/2014/main" id="{F7C19CE8-F4A8-9B60-1D1F-E01517F4F1F9}"/>
                  </a:ext>
                </a:extLst>
              </p:cNvPr>
              <p:cNvSpPr/>
              <p:nvPr/>
            </p:nvSpPr>
            <p:spPr>
              <a:xfrm rot="10799991">
                <a:off x="-3199339" y="5601193"/>
                <a:ext cx="59335" cy="34930"/>
              </a:xfrm>
              <a:custGeom>
                <a:avLst>
                  <a:gd name="f8" fmla="val 50000"/>
                </a:avLst>
                <a:gdLst>
                  <a:gd name="f1" fmla="val 10800000"/>
                  <a:gd name="f2" fmla="val 5400000"/>
                  <a:gd name="f3" fmla="val 180"/>
                  <a:gd name="f4" fmla="val w"/>
                  <a:gd name="f5" fmla="val h"/>
                  <a:gd name="f6" fmla="val ss"/>
                  <a:gd name="f7" fmla="val 0"/>
                  <a:gd name="f8" fmla="val 50000"/>
                  <a:gd name="f9" fmla="+- 0 0 -360"/>
                  <a:gd name="f10" fmla="+- 0 0 -270"/>
                  <a:gd name="f11" fmla="+- 0 0 -180"/>
                  <a:gd name="f12" fmla="+- 0 0 -90"/>
                  <a:gd name="f13" fmla="abs f4"/>
                  <a:gd name="f14" fmla="abs f5"/>
                  <a:gd name="f15" fmla="abs f6"/>
                  <a:gd name="f16" fmla="val f7"/>
                  <a:gd name="f17" fmla="val f8"/>
                  <a:gd name="f18" fmla="*/ f9 f1 1"/>
                  <a:gd name="f19" fmla="*/ f10 f1 1"/>
                  <a:gd name="f20" fmla="*/ f11 f1 1"/>
                  <a:gd name="f21" fmla="*/ f12 f1 1"/>
                  <a:gd name="f22" fmla="?: f13 f4 1"/>
                  <a:gd name="f23" fmla="?: f14 f5 1"/>
                  <a:gd name="f24" fmla="?: f15 f6 1"/>
                  <a:gd name="f25" fmla="*/ f18 1 f3"/>
                  <a:gd name="f26" fmla="*/ f19 1 f3"/>
                  <a:gd name="f27" fmla="*/ f20 1 f3"/>
                  <a:gd name="f28" fmla="*/ f21 1 f3"/>
                  <a:gd name="f29" fmla="*/ f22 1 21600"/>
                  <a:gd name="f30" fmla="*/ f23 1 21600"/>
                  <a:gd name="f31" fmla="*/ 21600 f22 1"/>
                  <a:gd name="f32" fmla="*/ 21600 f23 1"/>
                  <a:gd name="f33" fmla="+- f25 0 f2"/>
                  <a:gd name="f34" fmla="+- f26 0 f2"/>
                  <a:gd name="f35" fmla="+- f27 0 f2"/>
                  <a:gd name="f36" fmla="+- f28 0 f2"/>
                  <a:gd name="f37" fmla="min f30 f29"/>
                  <a:gd name="f38" fmla="*/ f31 1 f24"/>
                  <a:gd name="f39" fmla="*/ f32 1 f24"/>
                  <a:gd name="f40" fmla="val f38"/>
                  <a:gd name="f41" fmla="val f39"/>
                  <a:gd name="f42" fmla="*/ f16 f37 1"/>
                  <a:gd name="f43" fmla="+- f41 0 f16"/>
                  <a:gd name="f44" fmla="+- f40 0 f16"/>
                  <a:gd name="f45" fmla="*/ f41 f37 1"/>
                  <a:gd name="f46" fmla="*/ f40 f37 1"/>
                  <a:gd name="f47" fmla="*/ f43 1 2"/>
                  <a:gd name="f48" fmla="*/ f44 1 2"/>
                  <a:gd name="f49" fmla="*/ f44 f17 1"/>
                  <a:gd name="f50" fmla="+- f16 f47 0"/>
                  <a:gd name="f51" fmla="*/ f49 1 200000"/>
                  <a:gd name="f52" fmla="*/ f49 1 100000"/>
                  <a:gd name="f53" fmla="+- f51 f48 0"/>
                  <a:gd name="f54" fmla="*/ f51 f37 1"/>
                  <a:gd name="f55" fmla="*/ f50 f37 1"/>
                  <a:gd name="f56" fmla="*/ f52 f37 1"/>
                  <a:gd name="f57" fmla="*/ f53 f37 1"/>
                </a:gdLst>
                <a:ahLst/>
                <a:cxnLst>
                  <a:cxn ang="3cd4">
                    <a:pos x="hc" y="t"/>
                  </a:cxn>
                  <a:cxn ang="0">
                    <a:pos x="r" y="vc"/>
                  </a:cxn>
                  <a:cxn ang="cd4">
                    <a:pos x="hc" y="b"/>
                  </a:cxn>
                  <a:cxn ang="cd2">
                    <a:pos x="l" y="vc"/>
                  </a:cxn>
                  <a:cxn ang="f33">
                    <a:pos x="f56" y="f42"/>
                  </a:cxn>
                  <a:cxn ang="f34">
                    <a:pos x="f54" y="f55"/>
                  </a:cxn>
                  <a:cxn ang="f35">
                    <a:pos x="f42" y="f45"/>
                  </a:cxn>
                  <a:cxn ang="f35">
                    <a:pos x="f56" y="f45"/>
                  </a:cxn>
                  <a:cxn ang="f35">
                    <a:pos x="f46" y="f45"/>
                  </a:cxn>
                  <a:cxn ang="f36">
                    <a:pos x="f57" y="f55"/>
                  </a:cxn>
                </a:cxnLst>
                <a:rect l="f54" t="f55" r="f57" b="f45"/>
                <a:pathLst>
                  <a:path>
                    <a:moveTo>
                      <a:pt x="f42" y="f45"/>
                    </a:moveTo>
                    <a:lnTo>
                      <a:pt x="f56" y="f42"/>
                    </a:lnTo>
                    <a:lnTo>
                      <a:pt x="f46" y="f45"/>
                    </a:lnTo>
                    <a:close/>
                  </a:path>
                </a:pathLst>
              </a:custGeom>
              <a:solidFill>
                <a:srgbClr val="81818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sp>
          <p:nvSpPr>
            <p:cNvPr id="134" name="Ovaal 93">
              <a:extLst>
                <a:ext uri="{FF2B5EF4-FFF2-40B4-BE49-F238E27FC236}">
                  <a16:creationId xmlns:a16="http://schemas.microsoft.com/office/drawing/2014/main" id="{0989008B-D170-2A44-2024-BCB5AA83AC5A}"/>
                </a:ext>
              </a:extLst>
            </p:cNvPr>
            <p:cNvSpPr/>
            <p:nvPr/>
          </p:nvSpPr>
          <p:spPr>
            <a:xfrm>
              <a:off x="-3603586" y="1811179"/>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2</a:t>
              </a:r>
            </a:p>
          </p:txBody>
        </p:sp>
        <p:sp>
          <p:nvSpPr>
            <p:cNvPr id="135" name="Rechthoek 94">
              <a:extLst>
                <a:ext uri="{FF2B5EF4-FFF2-40B4-BE49-F238E27FC236}">
                  <a16:creationId xmlns:a16="http://schemas.microsoft.com/office/drawing/2014/main" id="{D76EF706-EC4A-972C-EAC6-1C4A992DBBB0}"/>
                </a:ext>
              </a:extLst>
            </p:cNvPr>
            <p:cNvSpPr/>
            <p:nvPr/>
          </p:nvSpPr>
          <p:spPr>
            <a:xfrm>
              <a:off x="-3319418" y="1811188"/>
              <a:ext cx="2944678" cy="326340"/>
            </a:xfrm>
            <a:prstGeom prst="rect">
              <a:avLst/>
            </a:prstGeom>
            <a:noFill/>
            <a:ln>
              <a:noFill/>
              <a:prstDash val="solid"/>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0" i="0" u="none" strike="noStrike" kern="0" cap="none" spc="0" baseline="0">
                  <a:solidFill>
                    <a:srgbClr val="000000"/>
                  </a:solidFill>
                  <a:uFillTx/>
                  <a:latin typeface="Calibri" pitchFamily="34"/>
                  <a:cs typeface="Calibri" pitchFamily="34"/>
                </a:rPr>
                <a:t>Select the preferred category and image</a:t>
              </a:r>
              <a:br>
                <a:rPr lang="en-GB" sz="1200" b="0" i="0" u="none" strike="noStrike" kern="0" cap="none" spc="0" baseline="0">
                  <a:solidFill>
                    <a:srgbClr val="000000"/>
                  </a:solidFill>
                  <a:uFillTx/>
                  <a:latin typeface="Calibri" pitchFamily="34"/>
                  <a:cs typeface="Calibri" pitchFamily="34"/>
                </a:rPr>
              </a:br>
              <a:r>
                <a:rPr lang="en-GB" sz="1200" b="0" i="0" u="none" strike="noStrike" kern="0" cap="none" spc="0" baseline="0">
                  <a:solidFill>
                    <a:srgbClr val="000000"/>
                  </a:solidFill>
                  <a:uFillTx/>
                  <a:latin typeface="Calibri" pitchFamily="34"/>
                  <a:cs typeface="Calibri" pitchFamily="34"/>
                </a:rPr>
                <a:t>and click on  </a:t>
              </a:r>
              <a:r>
                <a:rPr lang="en-GB" sz="1200" b="1" i="0" u="none" strike="noStrike" kern="0" cap="none" spc="0" baseline="0">
                  <a:solidFill>
                    <a:srgbClr val="000000"/>
                  </a:solidFill>
                  <a:uFillTx/>
                  <a:latin typeface="Calibri" pitchFamily="34"/>
                  <a:cs typeface="Calibri" pitchFamily="34"/>
                </a:rPr>
                <a:t>‘Insert’</a:t>
              </a:r>
              <a:r>
                <a:rPr lang="en-GB" sz="1200" b="0" i="0" u="none" strike="noStrike" kern="0" cap="none" spc="0" baseline="0">
                  <a:solidFill>
                    <a:srgbClr val="000000"/>
                  </a:solidFill>
                  <a:uFillTx/>
                  <a:latin typeface="Calibri" pitchFamily="34"/>
                  <a:cs typeface="Calibri" pitchFamily="34"/>
                </a:rPr>
                <a:t>.</a:t>
              </a:r>
            </a:p>
          </p:txBody>
        </p:sp>
        <p:sp>
          <p:nvSpPr>
            <p:cNvPr id="136" name="Rechthoek 95">
              <a:extLst>
                <a:ext uri="{FF2B5EF4-FFF2-40B4-BE49-F238E27FC236}">
                  <a16:creationId xmlns:a16="http://schemas.microsoft.com/office/drawing/2014/main" id="{1A8C7A04-B279-DF64-0F73-2B0208C84430}"/>
                </a:ext>
              </a:extLst>
            </p:cNvPr>
            <p:cNvSpPr/>
            <p:nvPr/>
          </p:nvSpPr>
          <p:spPr>
            <a:xfrm>
              <a:off x="-3319418" y="2245757"/>
              <a:ext cx="825502" cy="209553"/>
            </a:xfrm>
            <a:prstGeom prst="rect">
              <a:avLst/>
            </a:prstGeom>
            <a:solidFill>
              <a:srgbClr val="1FF524"/>
            </a:solidFill>
            <a:ln>
              <a:noFill/>
              <a:prstDash val="solid"/>
            </a:ln>
          </p:spPr>
          <p:txBody>
            <a:bodyPr vert="horz" wrap="square" lIns="0" tIns="0" rIns="0" bIns="0"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000" b="1" i="0" u="none" strike="noStrike" kern="1200" cap="none" spc="0" baseline="0">
                  <a:solidFill>
                    <a:srgbClr val="211F26"/>
                  </a:solidFill>
                  <a:uFillTx/>
                  <a:latin typeface="Calibri" pitchFamily="34"/>
                  <a:cs typeface="Calibri" pitchFamily="34"/>
                </a:rPr>
                <a:t>Insert</a:t>
              </a:r>
            </a:p>
          </p:txBody>
        </p:sp>
        <p:grpSp>
          <p:nvGrpSpPr>
            <p:cNvPr id="137" name="Groep 96">
              <a:extLst>
                <a:ext uri="{FF2B5EF4-FFF2-40B4-BE49-F238E27FC236}">
                  <a16:creationId xmlns:a16="http://schemas.microsoft.com/office/drawing/2014/main" id="{3C9CE076-6C30-BCB3-BACB-FBAB2FAC7BEB}"/>
                </a:ext>
              </a:extLst>
            </p:cNvPr>
            <p:cNvGrpSpPr/>
            <p:nvPr/>
          </p:nvGrpSpPr>
          <p:grpSpPr>
            <a:xfrm>
              <a:off x="-3365485" y="1226978"/>
              <a:ext cx="446940" cy="406486"/>
              <a:chOff x="-3365485" y="1226978"/>
              <a:chExt cx="446940" cy="406486"/>
            </a:xfrm>
          </p:grpSpPr>
          <p:grpSp>
            <p:nvGrpSpPr>
              <p:cNvPr id="138" name="Groep 97">
                <a:extLst>
                  <a:ext uri="{FF2B5EF4-FFF2-40B4-BE49-F238E27FC236}">
                    <a16:creationId xmlns:a16="http://schemas.microsoft.com/office/drawing/2014/main" id="{FC70E33F-060B-7E07-1674-4E84CA75CFA7}"/>
                  </a:ext>
                </a:extLst>
              </p:cNvPr>
              <p:cNvGrpSpPr/>
              <p:nvPr/>
            </p:nvGrpSpPr>
            <p:grpSpPr>
              <a:xfrm>
                <a:off x="-3285311" y="1226978"/>
                <a:ext cx="284168" cy="246686"/>
                <a:chOff x="-3285311" y="1226978"/>
                <a:chExt cx="284168" cy="246686"/>
              </a:xfrm>
            </p:grpSpPr>
            <p:sp>
              <p:nvSpPr>
                <p:cNvPr id="139" name="Vrije vorm: vorm 99">
                  <a:extLst>
                    <a:ext uri="{FF2B5EF4-FFF2-40B4-BE49-F238E27FC236}">
                      <a16:creationId xmlns:a16="http://schemas.microsoft.com/office/drawing/2014/main" id="{F9291218-C3AC-28BE-D04F-3333CEA57F24}"/>
                    </a:ext>
                  </a:extLst>
                </p:cNvPr>
                <p:cNvSpPr/>
                <p:nvPr/>
              </p:nvSpPr>
              <p:spPr>
                <a:xfrm>
                  <a:off x="-3236719" y="1287612"/>
                  <a:ext cx="47978" cy="47868"/>
                </a:xfrm>
                <a:custGeom>
                  <a:avLst/>
                  <a:gdLst>
                    <a:gd name="f0" fmla="val 10800000"/>
                    <a:gd name="f1" fmla="val 5400000"/>
                    <a:gd name="f2" fmla="val 180"/>
                    <a:gd name="f3" fmla="val w"/>
                    <a:gd name="f4" fmla="val h"/>
                    <a:gd name="f5" fmla="val 0"/>
                    <a:gd name="f6" fmla="val 371475"/>
                    <a:gd name="f7" fmla="val 369094"/>
                    <a:gd name="f8" fmla="val 188119"/>
                    <a:gd name="f9" fmla="val 288068"/>
                    <a:gd name="f10" fmla="val 88169"/>
                    <a:gd name="f11" fmla="val 7144"/>
                    <a:gd name="f12" fmla="+- 0 0 -90"/>
                    <a:gd name="f13" fmla="*/ f3 1 371475"/>
                    <a:gd name="f14" fmla="*/ f4 1 371475"/>
                    <a:gd name="f15" fmla="val f5"/>
                    <a:gd name="f16" fmla="val f6"/>
                    <a:gd name="f17" fmla="*/ f12 f0 1"/>
                    <a:gd name="f18" fmla="+- f16 0 f15"/>
                    <a:gd name="f19" fmla="*/ f17 1 f2"/>
                    <a:gd name="f20" fmla="*/ f18 1 371475"/>
                    <a:gd name="f21" fmla="*/ 369094 f18 1"/>
                    <a:gd name="f22" fmla="*/ 188119 f18 1"/>
                    <a:gd name="f23" fmla="*/ 7144 f18 1"/>
                    <a:gd name="f24" fmla="+- f19 0 f1"/>
                    <a:gd name="f25" fmla="*/ f21 1 371475"/>
                    <a:gd name="f26" fmla="*/ f22 1 371475"/>
                    <a:gd name="f27" fmla="*/ f23 1 371475"/>
                    <a:gd name="f28" fmla="*/ f15 1 f20"/>
                    <a:gd name="f29" fmla="*/ f16 1 f20"/>
                    <a:gd name="f30" fmla="*/ f25 1 f20"/>
                    <a:gd name="f31" fmla="*/ f26 1 f20"/>
                    <a:gd name="f32" fmla="*/ f27 1 f20"/>
                    <a:gd name="f33" fmla="*/ f28 f13 1"/>
                    <a:gd name="f34" fmla="*/ f29 f13 1"/>
                    <a:gd name="f35" fmla="*/ f29 f14 1"/>
                    <a:gd name="f36" fmla="*/ f28 f14 1"/>
                    <a:gd name="f37" fmla="*/ f30 f13 1"/>
                    <a:gd name="f38" fmla="*/ f31 f14 1"/>
                    <a:gd name="f39" fmla="*/ f31 f13 1"/>
                    <a:gd name="f40" fmla="*/ f30 f14 1"/>
                    <a:gd name="f41" fmla="*/ f32 f13 1"/>
                    <a:gd name="f42" fmla="*/ f32 f14 1"/>
                  </a:gdLst>
                  <a:ahLst/>
                  <a:cxnLst>
                    <a:cxn ang="3cd4">
                      <a:pos x="hc" y="t"/>
                    </a:cxn>
                    <a:cxn ang="0">
                      <a:pos x="r" y="vc"/>
                    </a:cxn>
                    <a:cxn ang="cd4">
                      <a:pos x="hc" y="b"/>
                    </a:cxn>
                    <a:cxn ang="cd2">
                      <a:pos x="l" y="vc"/>
                    </a:cxn>
                    <a:cxn ang="f24">
                      <a:pos x="f37" y="f38"/>
                    </a:cxn>
                    <a:cxn ang="f24">
                      <a:pos x="f39" y="f40"/>
                    </a:cxn>
                    <a:cxn ang="f24">
                      <a:pos x="f41" y="f38"/>
                    </a:cxn>
                    <a:cxn ang="f24">
                      <a:pos x="f39" y="f42"/>
                    </a:cxn>
                    <a:cxn ang="f24">
                      <a:pos x="f37" y="f38"/>
                    </a:cxn>
                  </a:cxnLst>
                  <a:rect l="f33" t="f36" r="f34" b="f35"/>
                  <a:pathLst>
                    <a:path w="371475" h="371475">
                      <a:moveTo>
                        <a:pt x="f7" y="f8"/>
                      </a:moveTo>
                      <a:cubicBezTo>
                        <a:pt x="f7" y="f9"/>
                        <a:pt x="f9" y="f7"/>
                        <a:pt x="f8" y="f7"/>
                      </a:cubicBezTo>
                      <a:cubicBezTo>
                        <a:pt x="f10" y="f7"/>
                        <a:pt x="f11" y="f9"/>
                        <a:pt x="f11" y="f8"/>
                      </a:cubicBezTo>
                      <a:cubicBezTo>
                        <a:pt x="f11" y="f10"/>
                        <a:pt x="f10" y="f11"/>
                        <a:pt x="f8" y="f11"/>
                      </a:cubicBezTo>
                      <a:cubicBezTo>
                        <a:pt x="f9" y="f11"/>
                        <a:pt x="f7" y="f10"/>
                        <a:pt x="f7" y="f8"/>
                      </a:cubicBezTo>
                      <a:close/>
                    </a:path>
                  </a:pathLst>
                </a:custGeom>
                <a:solidFill>
                  <a:srgbClr val="1FF524"/>
                </a:solidFill>
                <a:ln>
                  <a:noFill/>
                  <a:prstDash val="solid"/>
                </a:ln>
              </p:spPr>
              <p:txBody>
                <a:bodyPr vert="horz" wrap="square" lIns="91440" tIns="45720" rIns="91440" bIns="45720" anchor="ctr"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7200" b="0" i="0" u="none" strike="noStrike" kern="1200" cap="none" spc="0" baseline="0">
                    <a:solidFill>
                      <a:srgbClr val="211F26"/>
                    </a:solidFill>
                    <a:uFillTx/>
                    <a:latin typeface="Arial"/>
                  </a:endParaRPr>
                </a:p>
              </p:txBody>
            </p:sp>
            <p:grpSp>
              <p:nvGrpSpPr>
                <p:cNvPr id="140" name="Groep 100">
                  <a:extLst>
                    <a:ext uri="{FF2B5EF4-FFF2-40B4-BE49-F238E27FC236}">
                      <a16:creationId xmlns:a16="http://schemas.microsoft.com/office/drawing/2014/main" id="{028778D9-0AD6-D5AB-A581-44B548B3EFEC}"/>
                    </a:ext>
                  </a:extLst>
                </p:cNvPr>
                <p:cNvGrpSpPr/>
                <p:nvPr/>
              </p:nvGrpSpPr>
              <p:grpSpPr>
                <a:xfrm>
                  <a:off x="-3285311" y="1226978"/>
                  <a:ext cx="284168" cy="246686"/>
                  <a:chOff x="-3285311" y="1226978"/>
                  <a:chExt cx="284168" cy="246686"/>
                </a:xfrm>
              </p:grpSpPr>
              <p:sp>
                <p:nvSpPr>
                  <p:cNvPr id="141" name="Vrije vorm: vorm 101">
                    <a:extLst>
                      <a:ext uri="{FF2B5EF4-FFF2-40B4-BE49-F238E27FC236}">
                        <a16:creationId xmlns:a16="http://schemas.microsoft.com/office/drawing/2014/main" id="{2E361B72-DC85-18D3-0AB0-7697A707367C}"/>
                      </a:ext>
                    </a:extLst>
                  </p:cNvPr>
                  <p:cNvSpPr/>
                  <p:nvPr/>
                </p:nvSpPr>
                <p:spPr>
                  <a:xfrm>
                    <a:off x="-3285311" y="1226978"/>
                    <a:ext cx="284168" cy="246686"/>
                  </a:xfrm>
                  <a:custGeom>
                    <a:avLst/>
                    <a:gdLst>
                      <a:gd name="f0" fmla="val 10800000"/>
                      <a:gd name="f1" fmla="val 5400000"/>
                      <a:gd name="f2" fmla="val 180"/>
                      <a:gd name="f3" fmla="val w"/>
                      <a:gd name="f4" fmla="val h"/>
                      <a:gd name="f5" fmla="val 0"/>
                      <a:gd name="f6" fmla="val 2200275"/>
                      <a:gd name="f7" fmla="val 1914525"/>
                      <a:gd name="f8" fmla="val 7144"/>
                      <a:gd name="f9" fmla="val 245269"/>
                      <a:gd name="f10" fmla="val 432911"/>
                      <a:gd name="f11" fmla="val 1959769"/>
                      <a:gd name="f12" fmla="val 1674019"/>
                      <a:gd name="f13" fmla="val 350044"/>
                      <a:gd name="f14" fmla="val 1912144"/>
                      <a:gd name="f15" fmla="val 2197894"/>
                      <a:gd name="f16" fmla="+- 0 0 -90"/>
                      <a:gd name="f17" fmla="*/ f3 1 2200275"/>
                      <a:gd name="f18" fmla="*/ f4 1 1914525"/>
                      <a:gd name="f19" fmla="val f5"/>
                      <a:gd name="f20" fmla="val f6"/>
                      <a:gd name="f21" fmla="val f7"/>
                      <a:gd name="f22" fmla="*/ f16 f0 1"/>
                      <a:gd name="f23" fmla="+- f21 0 f19"/>
                      <a:gd name="f24" fmla="+- f20 0 f19"/>
                      <a:gd name="f25" fmla="*/ f22 1 f2"/>
                      <a:gd name="f26" fmla="*/ f24 1 2200275"/>
                      <a:gd name="f27" fmla="*/ f23 1 1914525"/>
                      <a:gd name="f28" fmla="*/ 7144 f24 1"/>
                      <a:gd name="f29" fmla="*/ 7144 f23 1"/>
                      <a:gd name="f30" fmla="*/ 245269 f23 1"/>
                      <a:gd name="f31" fmla="*/ 432911 f24 1"/>
                      <a:gd name="f32" fmla="*/ 1959769 f24 1"/>
                      <a:gd name="f33" fmla="*/ 1674019 f23 1"/>
                      <a:gd name="f34" fmla="*/ 245269 f24 1"/>
                      <a:gd name="f35" fmla="*/ 350044 f23 1"/>
                      <a:gd name="f36" fmla="*/ 1912144 f23 1"/>
                      <a:gd name="f37" fmla="*/ 2197894 f24 1"/>
                      <a:gd name="f38" fmla="+- f25 0 f1"/>
                      <a:gd name="f39" fmla="*/ f28 1 2200275"/>
                      <a:gd name="f40" fmla="*/ f29 1 1914525"/>
                      <a:gd name="f41" fmla="*/ f30 1 1914525"/>
                      <a:gd name="f42" fmla="*/ f31 1 2200275"/>
                      <a:gd name="f43" fmla="*/ f32 1 2200275"/>
                      <a:gd name="f44" fmla="*/ f33 1 1914525"/>
                      <a:gd name="f45" fmla="*/ f34 1 2200275"/>
                      <a:gd name="f46" fmla="*/ f35 1 1914525"/>
                      <a:gd name="f47" fmla="*/ f36 1 1914525"/>
                      <a:gd name="f48" fmla="*/ f37 1 2200275"/>
                      <a:gd name="f49" fmla="*/ f19 1 f26"/>
                      <a:gd name="f50" fmla="*/ f20 1 f26"/>
                      <a:gd name="f51" fmla="*/ f19 1 f27"/>
                      <a:gd name="f52" fmla="*/ f21 1 f27"/>
                      <a:gd name="f53" fmla="*/ f39 1 f26"/>
                      <a:gd name="f54" fmla="*/ f40 1 f27"/>
                      <a:gd name="f55" fmla="*/ f41 1 f27"/>
                      <a:gd name="f56" fmla="*/ f42 1 f26"/>
                      <a:gd name="f57" fmla="*/ f43 1 f26"/>
                      <a:gd name="f58" fmla="*/ f44 1 f27"/>
                      <a:gd name="f59" fmla="*/ f45 1 f26"/>
                      <a:gd name="f60" fmla="*/ f46 1 f27"/>
                      <a:gd name="f61" fmla="*/ f47 1 f27"/>
                      <a:gd name="f62" fmla="*/ f48 1 f26"/>
                      <a:gd name="f63" fmla="*/ f49 f17 1"/>
                      <a:gd name="f64" fmla="*/ f50 f17 1"/>
                      <a:gd name="f65" fmla="*/ f52 f18 1"/>
                      <a:gd name="f66" fmla="*/ f51 f18 1"/>
                      <a:gd name="f67" fmla="*/ f53 f17 1"/>
                      <a:gd name="f68" fmla="*/ f54 f18 1"/>
                      <a:gd name="f69" fmla="*/ f55 f18 1"/>
                      <a:gd name="f70" fmla="*/ f56 f17 1"/>
                      <a:gd name="f71" fmla="*/ f57 f17 1"/>
                      <a:gd name="f72" fmla="*/ f58 f18 1"/>
                      <a:gd name="f73" fmla="*/ f59 f17 1"/>
                      <a:gd name="f74" fmla="*/ f60 f18 1"/>
                      <a:gd name="f75" fmla="*/ f61 f18 1"/>
                      <a:gd name="f76" fmla="*/ f62 f17 1"/>
                    </a:gdLst>
                    <a:ahLst/>
                    <a:cxnLst>
                      <a:cxn ang="3cd4">
                        <a:pos x="hc" y="t"/>
                      </a:cxn>
                      <a:cxn ang="0">
                        <a:pos x="r" y="vc"/>
                      </a:cxn>
                      <a:cxn ang="cd4">
                        <a:pos x="hc" y="b"/>
                      </a:cxn>
                      <a:cxn ang="cd2">
                        <a:pos x="l" y="vc"/>
                      </a:cxn>
                      <a:cxn ang="f38">
                        <a:pos x="f67" y="f68"/>
                      </a:cxn>
                      <a:cxn ang="f38">
                        <a:pos x="f67" y="f69"/>
                      </a:cxn>
                      <a:cxn ang="f38">
                        <a:pos x="f70" y="f69"/>
                      </a:cxn>
                      <a:cxn ang="f38">
                        <a:pos x="f70" y="f69"/>
                      </a:cxn>
                      <a:cxn ang="f38">
                        <a:pos x="f71" y="f69"/>
                      </a:cxn>
                      <a:cxn ang="f38">
                        <a:pos x="f71" y="f72"/>
                      </a:cxn>
                      <a:cxn ang="f38">
                        <a:pos x="f73" y="f72"/>
                      </a:cxn>
                      <a:cxn ang="f38">
                        <a:pos x="f73" y="f74"/>
                      </a:cxn>
                      <a:cxn ang="f38">
                        <a:pos x="f67" y="f74"/>
                      </a:cxn>
                      <a:cxn ang="f38">
                        <a:pos x="f67" y="f75"/>
                      </a:cxn>
                      <a:cxn ang="f38">
                        <a:pos x="f76" y="f75"/>
                      </a:cxn>
                      <a:cxn ang="f38">
                        <a:pos x="f76" y="f68"/>
                      </a:cxn>
                    </a:cxnLst>
                    <a:rect l="f63" t="f66" r="f64" b="f65"/>
                    <a:pathLst>
                      <a:path w="2200275" h="1914525">
                        <a:moveTo>
                          <a:pt x="f8" y="f8"/>
                        </a:moveTo>
                        <a:lnTo>
                          <a:pt x="f8" y="f9"/>
                        </a:lnTo>
                        <a:lnTo>
                          <a:pt x="f10" y="f9"/>
                        </a:lnTo>
                        <a:lnTo>
                          <a:pt x="f10" y="f9"/>
                        </a:lnTo>
                        <a:lnTo>
                          <a:pt x="f11" y="f9"/>
                        </a:lnTo>
                        <a:lnTo>
                          <a:pt x="f11" y="f12"/>
                        </a:lnTo>
                        <a:lnTo>
                          <a:pt x="f9" y="f12"/>
                        </a:lnTo>
                        <a:lnTo>
                          <a:pt x="f9" y="f13"/>
                        </a:lnTo>
                        <a:lnTo>
                          <a:pt x="f8" y="f13"/>
                        </a:lnTo>
                        <a:lnTo>
                          <a:pt x="f8" y="f14"/>
                        </a:lnTo>
                        <a:lnTo>
                          <a:pt x="f15" y="f14"/>
                        </a:lnTo>
                        <a:lnTo>
                          <a:pt x="f15" y="f8"/>
                        </a:lnTo>
                        <a:close/>
                      </a:path>
                    </a:pathLst>
                  </a:custGeom>
                  <a:gradFill>
                    <a:gsLst>
                      <a:gs pos="0">
                        <a:srgbClr val="9D9FA1"/>
                      </a:gs>
                      <a:gs pos="100000">
                        <a:srgbClr val="211F26"/>
                      </a:gs>
                    </a:gsLst>
                    <a:lin ang="2700000"/>
                  </a:gradFill>
                  <a:ln>
                    <a:noFill/>
                    <a:prstDash val="solid"/>
                  </a:ln>
                </p:spPr>
                <p:txBody>
                  <a:bodyPr vert="horz" wrap="square" lIns="91440" tIns="45720" rIns="91440" bIns="45720" anchor="ctr"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7200" b="0" i="0" u="none" strike="noStrike" kern="1200" cap="none" spc="0" baseline="0">
                      <a:solidFill>
                        <a:srgbClr val="211F26"/>
                      </a:solidFill>
                      <a:uFillTx/>
                      <a:latin typeface="Arial"/>
                    </a:endParaRPr>
                  </a:p>
                </p:txBody>
              </p:sp>
              <p:sp>
                <p:nvSpPr>
                  <p:cNvPr id="142" name="Vrije vorm: vorm 102">
                    <a:extLst>
                      <a:ext uri="{FF2B5EF4-FFF2-40B4-BE49-F238E27FC236}">
                        <a16:creationId xmlns:a16="http://schemas.microsoft.com/office/drawing/2014/main" id="{AC87176E-5336-C7FA-62AA-314894A7D171}"/>
                      </a:ext>
                    </a:extLst>
                  </p:cNvPr>
                  <p:cNvSpPr/>
                  <p:nvPr/>
                </p:nvSpPr>
                <p:spPr>
                  <a:xfrm>
                    <a:off x="-3236847" y="1303321"/>
                    <a:ext cx="185751" cy="114144"/>
                  </a:xfrm>
                  <a:custGeom>
                    <a:avLst/>
                    <a:gdLst>
                      <a:gd name="f0" fmla="val 10800000"/>
                      <a:gd name="f1" fmla="val 5400000"/>
                      <a:gd name="f2" fmla="val 180"/>
                      <a:gd name="f3" fmla="val w"/>
                      <a:gd name="f4" fmla="val h"/>
                      <a:gd name="f5" fmla="val 0"/>
                      <a:gd name="f6" fmla="val 1438275"/>
                      <a:gd name="f7" fmla="val 885825"/>
                      <a:gd name="f8" fmla="val 1070134"/>
                      <a:gd name="f9" fmla="val 7144"/>
                      <a:gd name="f10" fmla="val 801529"/>
                      <a:gd name="f11" fmla="val 275749"/>
                      <a:gd name="f12" fmla="val 662464"/>
                      <a:gd name="f13" fmla="val 137636"/>
                      <a:gd name="f14" fmla="val 784384"/>
                      <a:gd name="f15" fmla="val 108109"/>
                      <a:gd name="f16" fmla="val 885349"/>
                      <a:gd name="f17" fmla="val 338614"/>
                      <a:gd name="f18" fmla="val 928211"/>
                      <a:gd name="f19" fmla="val 605314"/>
                      <a:gd name="f20" fmla="val 1029176"/>
                      <a:gd name="f21" fmla="val 503396"/>
                      <a:gd name="f22" fmla="val 902494"/>
                      <a:gd name="f23" fmla="val 376714"/>
                      <a:gd name="f24" fmla="val 209074"/>
                      <a:gd name="f25" fmla="val 1337786"/>
                      <a:gd name="f26" fmla="val 480536"/>
                      <a:gd name="f27" fmla="val 1438751"/>
                      <a:gd name="f28" fmla="val 378619"/>
                      <a:gd name="f29" fmla="+- 0 0 -90"/>
                      <a:gd name="f30" fmla="*/ f3 1 1438275"/>
                      <a:gd name="f31" fmla="*/ f4 1 885825"/>
                      <a:gd name="f32" fmla="val f5"/>
                      <a:gd name="f33" fmla="val f6"/>
                      <a:gd name="f34" fmla="val f7"/>
                      <a:gd name="f35" fmla="*/ f29 f0 1"/>
                      <a:gd name="f36" fmla="+- f34 0 f32"/>
                      <a:gd name="f37" fmla="+- f33 0 f32"/>
                      <a:gd name="f38" fmla="*/ f35 1 f2"/>
                      <a:gd name="f39" fmla="*/ f37 1 1438275"/>
                      <a:gd name="f40" fmla="*/ f36 1 885825"/>
                      <a:gd name="f41" fmla="*/ 1070134 f37 1"/>
                      <a:gd name="f42" fmla="*/ 7144 f36 1"/>
                      <a:gd name="f43" fmla="*/ 801529 f37 1"/>
                      <a:gd name="f44" fmla="*/ 275749 f36 1"/>
                      <a:gd name="f45" fmla="*/ 662464 f37 1"/>
                      <a:gd name="f46" fmla="*/ 137636 f36 1"/>
                      <a:gd name="f47" fmla="*/ 7144 f37 1"/>
                      <a:gd name="f48" fmla="*/ 784384 f36 1"/>
                      <a:gd name="f49" fmla="*/ 108109 f37 1"/>
                      <a:gd name="f50" fmla="*/ 885349 f36 1"/>
                      <a:gd name="f51" fmla="*/ 338614 f36 1"/>
                      <a:gd name="f52" fmla="*/ 928211 f37 1"/>
                      <a:gd name="f53" fmla="*/ 605314 f36 1"/>
                      <a:gd name="f54" fmla="*/ 1029176 f37 1"/>
                      <a:gd name="f55" fmla="*/ 503396 f36 1"/>
                      <a:gd name="f56" fmla="*/ 902494 f37 1"/>
                      <a:gd name="f57" fmla="*/ 376714 f36 1"/>
                      <a:gd name="f58" fmla="*/ 209074 f36 1"/>
                      <a:gd name="f59" fmla="*/ 1337786 f37 1"/>
                      <a:gd name="f60" fmla="*/ 480536 f36 1"/>
                      <a:gd name="f61" fmla="*/ 1438751 f37 1"/>
                      <a:gd name="f62" fmla="*/ 378619 f36 1"/>
                      <a:gd name="f63" fmla="+- f38 0 f1"/>
                      <a:gd name="f64" fmla="*/ f41 1 1438275"/>
                      <a:gd name="f65" fmla="*/ f42 1 885825"/>
                      <a:gd name="f66" fmla="*/ f43 1 1438275"/>
                      <a:gd name="f67" fmla="*/ f44 1 885825"/>
                      <a:gd name="f68" fmla="*/ f45 1 1438275"/>
                      <a:gd name="f69" fmla="*/ f46 1 885825"/>
                      <a:gd name="f70" fmla="*/ f47 1 1438275"/>
                      <a:gd name="f71" fmla="*/ f48 1 885825"/>
                      <a:gd name="f72" fmla="*/ f49 1 1438275"/>
                      <a:gd name="f73" fmla="*/ f50 1 885825"/>
                      <a:gd name="f74" fmla="*/ f51 1 885825"/>
                      <a:gd name="f75" fmla="*/ f52 1 1438275"/>
                      <a:gd name="f76" fmla="*/ f53 1 885825"/>
                      <a:gd name="f77" fmla="*/ f54 1 1438275"/>
                      <a:gd name="f78" fmla="*/ f55 1 885825"/>
                      <a:gd name="f79" fmla="*/ f56 1 1438275"/>
                      <a:gd name="f80" fmla="*/ f57 1 885825"/>
                      <a:gd name="f81" fmla="*/ f58 1 885825"/>
                      <a:gd name="f82" fmla="*/ f59 1 1438275"/>
                      <a:gd name="f83" fmla="*/ f60 1 885825"/>
                      <a:gd name="f84" fmla="*/ f61 1 1438275"/>
                      <a:gd name="f85" fmla="*/ f62 1 885825"/>
                      <a:gd name="f86" fmla="*/ f32 1 f39"/>
                      <a:gd name="f87" fmla="*/ f33 1 f39"/>
                      <a:gd name="f88" fmla="*/ f32 1 f40"/>
                      <a:gd name="f89" fmla="*/ f34 1 f40"/>
                      <a:gd name="f90" fmla="*/ f64 1 f39"/>
                      <a:gd name="f91" fmla="*/ f65 1 f40"/>
                      <a:gd name="f92" fmla="*/ f66 1 f39"/>
                      <a:gd name="f93" fmla="*/ f67 1 f40"/>
                      <a:gd name="f94" fmla="*/ f68 1 f39"/>
                      <a:gd name="f95" fmla="*/ f69 1 f40"/>
                      <a:gd name="f96" fmla="*/ f70 1 f39"/>
                      <a:gd name="f97" fmla="*/ f71 1 f40"/>
                      <a:gd name="f98" fmla="*/ f72 1 f39"/>
                      <a:gd name="f99" fmla="*/ f73 1 f40"/>
                      <a:gd name="f100" fmla="*/ f74 1 f40"/>
                      <a:gd name="f101" fmla="*/ f75 1 f39"/>
                      <a:gd name="f102" fmla="*/ f76 1 f40"/>
                      <a:gd name="f103" fmla="*/ f77 1 f39"/>
                      <a:gd name="f104" fmla="*/ f78 1 f40"/>
                      <a:gd name="f105" fmla="*/ f79 1 f39"/>
                      <a:gd name="f106" fmla="*/ f80 1 f40"/>
                      <a:gd name="f107" fmla="*/ f81 1 f40"/>
                      <a:gd name="f108" fmla="*/ f82 1 f39"/>
                      <a:gd name="f109" fmla="*/ f83 1 f40"/>
                      <a:gd name="f110" fmla="*/ f84 1 f39"/>
                      <a:gd name="f111" fmla="*/ f85 1 f40"/>
                      <a:gd name="f112" fmla="*/ f86 f30 1"/>
                      <a:gd name="f113" fmla="*/ f87 f30 1"/>
                      <a:gd name="f114" fmla="*/ f89 f31 1"/>
                      <a:gd name="f115" fmla="*/ f88 f31 1"/>
                      <a:gd name="f116" fmla="*/ f90 f30 1"/>
                      <a:gd name="f117" fmla="*/ f91 f31 1"/>
                      <a:gd name="f118" fmla="*/ f92 f30 1"/>
                      <a:gd name="f119" fmla="*/ f93 f31 1"/>
                      <a:gd name="f120" fmla="*/ f94 f30 1"/>
                      <a:gd name="f121" fmla="*/ f95 f31 1"/>
                      <a:gd name="f122" fmla="*/ f96 f30 1"/>
                      <a:gd name="f123" fmla="*/ f97 f31 1"/>
                      <a:gd name="f124" fmla="*/ f98 f30 1"/>
                      <a:gd name="f125" fmla="*/ f99 f31 1"/>
                      <a:gd name="f126" fmla="*/ f100 f31 1"/>
                      <a:gd name="f127" fmla="*/ f101 f30 1"/>
                      <a:gd name="f128" fmla="*/ f102 f31 1"/>
                      <a:gd name="f129" fmla="*/ f103 f30 1"/>
                      <a:gd name="f130" fmla="*/ f104 f31 1"/>
                      <a:gd name="f131" fmla="*/ f105 f30 1"/>
                      <a:gd name="f132" fmla="*/ f106 f31 1"/>
                      <a:gd name="f133" fmla="*/ f107 f31 1"/>
                      <a:gd name="f134" fmla="*/ f108 f30 1"/>
                      <a:gd name="f135" fmla="*/ f109 f31 1"/>
                      <a:gd name="f136" fmla="*/ f110 f30 1"/>
                      <a:gd name="f137" fmla="*/ f111 f31 1"/>
                    </a:gdLst>
                    <a:ahLst/>
                    <a:cxnLst>
                      <a:cxn ang="3cd4">
                        <a:pos x="hc" y="t"/>
                      </a:cxn>
                      <a:cxn ang="0">
                        <a:pos x="r" y="vc"/>
                      </a:cxn>
                      <a:cxn ang="cd4">
                        <a:pos x="hc" y="b"/>
                      </a:cxn>
                      <a:cxn ang="cd2">
                        <a:pos x="l" y="vc"/>
                      </a:cxn>
                      <a:cxn ang="f63">
                        <a:pos x="f116" y="f117"/>
                      </a:cxn>
                      <a:cxn ang="f63">
                        <a:pos x="f118" y="f119"/>
                      </a:cxn>
                      <a:cxn ang="f63">
                        <a:pos x="f120" y="f121"/>
                      </a:cxn>
                      <a:cxn ang="f63">
                        <a:pos x="f122" y="f123"/>
                      </a:cxn>
                      <a:cxn ang="f63">
                        <a:pos x="f124" y="f125"/>
                      </a:cxn>
                      <a:cxn ang="f63">
                        <a:pos x="f120" y="f126"/>
                      </a:cxn>
                      <a:cxn ang="f63">
                        <a:pos x="f127" y="f128"/>
                      </a:cxn>
                      <a:cxn ang="f63">
                        <a:pos x="f129" y="f130"/>
                      </a:cxn>
                      <a:cxn ang="f63">
                        <a:pos x="f131" y="f132"/>
                      </a:cxn>
                      <a:cxn ang="f63">
                        <a:pos x="f116" y="f133"/>
                      </a:cxn>
                      <a:cxn ang="f63">
                        <a:pos x="f134" y="f135"/>
                      </a:cxn>
                      <a:cxn ang="f63">
                        <a:pos x="f136" y="f137"/>
                      </a:cxn>
                    </a:cxnLst>
                    <a:rect l="f112" t="f115" r="f113" b="f114"/>
                    <a:pathLst>
                      <a:path w="1438275" h="885825">
                        <a:moveTo>
                          <a:pt x="f8" y="f9"/>
                        </a:moveTo>
                        <a:lnTo>
                          <a:pt x="f10" y="f11"/>
                        </a:lnTo>
                        <a:lnTo>
                          <a:pt x="f12" y="f13"/>
                        </a:lnTo>
                        <a:lnTo>
                          <a:pt x="f9" y="f14"/>
                        </a:lnTo>
                        <a:lnTo>
                          <a:pt x="f15" y="f16"/>
                        </a:lnTo>
                        <a:lnTo>
                          <a:pt x="f12" y="f17"/>
                        </a:lnTo>
                        <a:lnTo>
                          <a:pt x="f18" y="f19"/>
                        </a:lnTo>
                        <a:lnTo>
                          <a:pt x="f20" y="f21"/>
                        </a:lnTo>
                        <a:lnTo>
                          <a:pt x="f22" y="f23"/>
                        </a:lnTo>
                        <a:lnTo>
                          <a:pt x="f8" y="f24"/>
                        </a:lnTo>
                        <a:lnTo>
                          <a:pt x="f25" y="f26"/>
                        </a:lnTo>
                        <a:lnTo>
                          <a:pt x="f27" y="f28"/>
                        </a:lnTo>
                        <a:close/>
                      </a:path>
                    </a:pathLst>
                  </a:custGeom>
                  <a:gradFill>
                    <a:gsLst>
                      <a:gs pos="0">
                        <a:srgbClr val="9D9FA1"/>
                      </a:gs>
                      <a:gs pos="100000">
                        <a:srgbClr val="211F26"/>
                      </a:gs>
                    </a:gsLst>
                    <a:lin ang="2700000"/>
                  </a:gradFill>
                  <a:ln>
                    <a:noFill/>
                    <a:prstDash val="solid"/>
                  </a:ln>
                </p:spPr>
                <p:txBody>
                  <a:bodyPr vert="horz" wrap="square" lIns="91440" tIns="45720" rIns="91440" bIns="45720" anchor="ctr"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7200" b="0" i="0" u="none" strike="noStrike" kern="1200" cap="none" spc="0" baseline="0">
                      <a:solidFill>
                        <a:srgbClr val="211F26"/>
                      </a:solidFill>
                      <a:uFillTx/>
                      <a:latin typeface="Arial"/>
                    </a:endParaRPr>
                  </a:p>
                </p:txBody>
              </p:sp>
            </p:grpSp>
          </p:grpSp>
          <p:sp>
            <p:nvSpPr>
              <p:cNvPr id="143" name="Tekstvak 98">
                <a:extLst>
                  <a:ext uri="{FF2B5EF4-FFF2-40B4-BE49-F238E27FC236}">
                    <a16:creationId xmlns:a16="http://schemas.microsoft.com/office/drawing/2014/main" id="{313852E6-CF50-7F25-099A-0AAA7D77B2C3}"/>
                  </a:ext>
                </a:extLst>
              </p:cNvPr>
              <p:cNvSpPr txBox="1"/>
              <p:nvPr/>
            </p:nvSpPr>
            <p:spPr>
              <a:xfrm>
                <a:off x="-3365485" y="1489959"/>
                <a:ext cx="446940" cy="143505"/>
              </a:xfrm>
              <a:prstGeom prst="rect">
                <a:avLst/>
              </a:prstGeom>
              <a:noFill/>
              <a:ln>
                <a:noFill/>
              </a:ln>
            </p:spPr>
            <p:txBody>
              <a:bodyPr vert="horz" wrap="square" lIns="0" tIns="18004" rIns="0" bIns="0" anchor="t"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000" b="0" i="0" u="none" strike="noStrike" kern="0" cap="none" spc="0" baseline="0">
                    <a:solidFill>
                      <a:srgbClr val="211F26"/>
                    </a:solidFill>
                    <a:uFillTx/>
                    <a:latin typeface="Calibri" pitchFamily="34"/>
                    <a:cs typeface="Calibri" pitchFamily="34"/>
                  </a:rPr>
                  <a:t>Images</a:t>
                </a:r>
              </a:p>
            </p:txBody>
          </p:sp>
        </p:grpSp>
      </p:grpSp>
    </p:spTree>
    <p:extLst>
      <p:ext uri="{BB962C8B-B14F-4D97-AF65-F5344CB8AC3E}">
        <p14:creationId xmlns:p14="http://schemas.microsoft.com/office/powerpoint/2010/main" val="4084910911"/>
      </p:ext>
    </p:extLst>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Image (L) + text | blue mode">
    <p:bg>
      <p:bgPr>
        <a:solidFill>
          <a:srgbClr val="00A6D6"/>
        </a:solidFill>
        <a:effectLst/>
      </p:bgPr>
    </p:bg>
    <p:spTree>
      <p:nvGrpSpPr>
        <p:cNvPr id="1" name=""/>
        <p:cNvGrpSpPr/>
        <p:nvPr/>
      </p:nvGrpSpPr>
      <p:grpSpPr>
        <a:xfrm>
          <a:off x="0" y="0"/>
          <a:ext cx="0" cy="0"/>
          <a:chOff x="0" y="0"/>
          <a:chExt cx="0" cy="0"/>
        </a:xfrm>
      </p:grpSpPr>
      <p:sp>
        <p:nvSpPr>
          <p:cNvPr id="2" name="Tijdelijke aanduiding voor tekst 18">
            <a:extLst>
              <a:ext uri="{FF2B5EF4-FFF2-40B4-BE49-F238E27FC236}">
                <a16:creationId xmlns:a16="http://schemas.microsoft.com/office/drawing/2014/main" id="{CA381B74-817B-0613-F024-E2DF4D2A9C5A}"/>
              </a:ext>
            </a:extLst>
          </p:cNvPr>
          <p:cNvSpPr txBox="1">
            <a:spLocks noGrp="1" noMove="1" noResize="1"/>
          </p:cNvSpPr>
          <p:nvPr>
            <p:ph type="body" idx="4294967295"/>
          </p:nvPr>
        </p:nvSpPr>
        <p:spPr>
          <a:xfrm>
            <a:off x="720364" y="6216740"/>
            <a:ext cx="961198" cy="381597"/>
          </a:xfrm>
          <a:blipFill>
            <a:blip r:embed="rId2">
              <a:extLst>
                <a:ext uri="{96DAC541-7B7A-43D3-8B79-37D633B846F1}">
                  <asvg:svgBlip xmlns:asvg="http://schemas.microsoft.com/office/drawing/2016/SVG/main" r:embed="rId3"/>
                </a:ext>
              </a:extLst>
            </a:blip>
            <a:stretch>
              <a:fillRect/>
            </a:stretch>
          </a:blipFill>
        </p:spPr>
        <p:txBody>
          <a:bodyPr/>
          <a:lstStyle>
            <a:lvl1pPr marL="0" indent="0">
              <a:buNone/>
              <a:defRPr sz="100"/>
            </a:lvl1pPr>
          </a:lstStyle>
          <a:p>
            <a:pPr lvl="0"/>
            <a:r>
              <a:rPr lang="en-GB"/>
              <a:t> </a:t>
            </a:r>
          </a:p>
        </p:txBody>
      </p:sp>
      <p:grpSp>
        <p:nvGrpSpPr>
          <p:cNvPr id="3" name="INSTRUCTION">
            <a:extLst>
              <a:ext uri="{FF2B5EF4-FFF2-40B4-BE49-F238E27FC236}">
                <a16:creationId xmlns:a16="http://schemas.microsoft.com/office/drawing/2014/main" id="{056087FE-F5D2-7727-11ED-D671351FCF5B}"/>
              </a:ext>
            </a:extLst>
          </p:cNvPr>
          <p:cNvGrpSpPr/>
          <p:nvPr/>
        </p:nvGrpSpPr>
        <p:grpSpPr>
          <a:xfrm>
            <a:off x="12377592" y="0"/>
            <a:ext cx="3693389" cy="5359343"/>
            <a:chOff x="12377592" y="0"/>
            <a:chExt cx="3693389" cy="5359343"/>
          </a:xfrm>
        </p:grpSpPr>
        <p:sp>
          <p:nvSpPr>
            <p:cNvPr id="4" name="Rechthoek 6">
              <a:extLst>
                <a:ext uri="{FF2B5EF4-FFF2-40B4-BE49-F238E27FC236}">
                  <a16:creationId xmlns:a16="http://schemas.microsoft.com/office/drawing/2014/main" id="{8DDE9FA0-94DE-3AC0-E83B-98A9DC9E7FB0}"/>
                </a:ext>
              </a:extLst>
            </p:cNvPr>
            <p:cNvSpPr/>
            <p:nvPr/>
          </p:nvSpPr>
          <p:spPr>
            <a:xfrm>
              <a:off x="12377867" y="0"/>
              <a:ext cx="3593089" cy="4641338"/>
            </a:xfrm>
            <a:prstGeom prst="rect">
              <a:avLst/>
            </a:prstGeom>
            <a:solidFill>
              <a:srgbClr val="FFFFFF"/>
            </a:solidFill>
            <a:ln w="6345" cap="flat">
              <a:solidFill>
                <a:srgbClr val="ECECEC"/>
              </a:solidFill>
              <a:prstDash val="solid"/>
              <a:miter/>
            </a:ln>
          </p:spPr>
          <p:txBody>
            <a:bodyPr vert="horz" wrap="square" lIns="179999" tIns="143999" rIns="179999" bIns="143999"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400" b="1" i="0" u="none" strike="noStrike" kern="1200" cap="all" spc="0" baseline="0">
                  <a:solidFill>
                    <a:srgbClr val="00A6D6"/>
                  </a:solidFill>
                  <a:uFillTx/>
                  <a:latin typeface="Calibri" pitchFamily="34"/>
                  <a:cs typeface="Calibri" pitchFamily="34"/>
                </a:rPr>
                <a:t>Choosing text levels</a:t>
              </a:r>
            </a:p>
          </p:txBody>
        </p:sp>
        <p:sp>
          <p:nvSpPr>
            <p:cNvPr id="5" name="Rechthoek 9">
              <a:extLst>
                <a:ext uri="{FF2B5EF4-FFF2-40B4-BE49-F238E27FC236}">
                  <a16:creationId xmlns:a16="http://schemas.microsoft.com/office/drawing/2014/main" id="{4D4FCCF1-1398-D6E2-02A0-F305D584E86E}"/>
                </a:ext>
              </a:extLst>
            </p:cNvPr>
            <p:cNvSpPr/>
            <p:nvPr/>
          </p:nvSpPr>
          <p:spPr>
            <a:xfrm>
              <a:off x="12377867" y="1707404"/>
              <a:ext cx="3593089" cy="2836020"/>
            </a:xfrm>
            <a:prstGeom prst="rect">
              <a:avLst/>
            </a:prstGeom>
            <a:solidFill>
              <a:srgbClr val="00A6D6"/>
            </a:solidFill>
            <a:ln w="6345" cap="flat">
              <a:solidFill>
                <a:srgbClr val="ECECEC"/>
              </a:solidFill>
              <a:prstDash val="solid"/>
              <a:miter/>
            </a:ln>
          </p:spPr>
          <p:txBody>
            <a:bodyPr vert="horz" wrap="square" lIns="179999" tIns="143999" rIns="179999" bIns="143999"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400" b="1" i="0" u="none" strike="noStrike" kern="1200" cap="all" spc="0" baseline="0">
                  <a:solidFill>
                    <a:srgbClr val="00A6D6"/>
                  </a:solidFill>
                  <a:uFillTx/>
                  <a:latin typeface="Calibri" pitchFamily="34"/>
                  <a:cs typeface="Calibri" pitchFamily="34"/>
                </a:rPr>
                <a:t> </a:t>
              </a:r>
            </a:p>
          </p:txBody>
        </p:sp>
        <p:sp>
          <p:nvSpPr>
            <p:cNvPr id="6" name="Ovaal 10">
              <a:extLst>
                <a:ext uri="{FF2B5EF4-FFF2-40B4-BE49-F238E27FC236}">
                  <a16:creationId xmlns:a16="http://schemas.microsoft.com/office/drawing/2014/main" id="{53C8D7AE-9F2D-0B45-3C64-54AD4F6F46E4}"/>
                </a:ext>
              </a:extLst>
            </p:cNvPr>
            <p:cNvSpPr/>
            <p:nvPr/>
          </p:nvSpPr>
          <p:spPr>
            <a:xfrm>
              <a:off x="12559850" y="1837486"/>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FFFF"/>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00A6D6"/>
                  </a:solidFill>
                  <a:uFillTx/>
                  <a:latin typeface="Calibri" pitchFamily="34"/>
                  <a:cs typeface="Calibri" pitchFamily="34"/>
                </a:rPr>
                <a:t>1</a:t>
              </a:r>
            </a:p>
          </p:txBody>
        </p:sp>
        <p:sp>
          <p:nvSpPr>
            <p:cNvPr id="7" name="Rechthoek 11">
              <a:extLst>
                <a:ext uri="{FF2B5EF4-FFF2-40B4-BE49-F238E27FC236}">
                  <a16:creationId xmlns:a16="http://schemas.microsoft.com/office/drawing/2014/main" id="{252FBF6D-BAF1-50F9-6DF1-57DA37DC56DF}"/>
                </a:ext>
              </a:extLst>
            </p:cNvPr>
            <p:cNvSpPr/>
            <p:nvPr/>
          </p:nvSpPr>
          <p:spPr>
            <a:xfrm>
              <a:off x="12844613" y="1837486"/>
              <a:ext cx="2949223" cy="179999"/>
            </a:xfrm>
            <a:prstGeom prst="rect">
              <a:avLst/>
            </a:prstGeom>
            <a:noFill/>
            <a:ln>
              <a:noFill/>
              <a:prstDash val="solid"/>
            </a:ln>
          </p:spPr>
          <p:txBody>
            <a:bodyPr vert="horz" wrap="square" lIns="0" tIns="0" rIns="0" bIns="0" anchor="ctr" anchorCtr="0" compatLnSpc="1">
              <a:noAutofit/>
            </a:bodyPr>
            <a:lstStyle/>
            <a:p>
              <a:pPr marL="357192" marR="0" lvl="0" indent="-357192" algn="l" defTabSz="914400" rtl="0" fontAlgn="auto" hangingPunct="1">
                <a:lnSpc>
                  <a:spcPct val="100000"/>
                </a:lnSpc>
                <a:spcBef>
                  <a:spcPts val="600"/>
                </a:spcBef>
                <a:spcAft>
                  <a:spcPts val="600"/>
                </a:spcAft>
                <a:buClr>
                  <a:srgbClr val="FFFFFF"/>
                </a:buClr>
                <a:buSzPct val="100000"/>
                <a:buFont typeface="Calibri" pitchFamily="34"/>
                <a:buChar char="•"/>
                <a:tabLst/>
                <a:defRPr sz="1800" b="0" i="0" u="none" strike="noStrike" kern="0" cap="none" spc="0" baseline="0">
                  <a:solidFill>
                    <a:srgbClr val="000000"/>
                  </a:solidFill>
                  <a:uFillTx/>
                </a:defRPr>
              </a:pPr>
              <a:r>
                <a:rPr lang="en-GB" sz="1400" b="0" i="0" u="none" strike="noStrike" kern="0" cap="none" spc="0" baseline="0">
                  <a:solidFill>
                    <a:srgbClr val="FFFFFF"/>
                  </a:solidFill>
                  <a:uFillTx/>
                  <a:latin typeface="Arial"/>
                  <a:cs typeface="Calibri" pitchFamily="34"/>
                </a:rPr>
                <a:t>Bullet</a:t>
              </a:r>
            </a:p>
          </p:txBody>
        </p:sp>
        <p:sp>
          <p:nvSpPr>
            <p:cNvPr id="8" name="Ovaal 12">
              <a:extLst>
                <a:ext uri="{FF2B5EF4-FFF2-40B4-BE49-F238E27FC236}">
                  <a16:creationId xmlns:a16="http://schemas.microsoft.com/office/drawing/2014/main" id="{A31409B0-6B0D-6B86-D380-A54E05EEC810}"/>
                </a:ext>
              </a:extLst>
            </p:cNvPr>
            <p:cNvSpPr/>
            <p:nvPr/>
          </p:nvSpPr>
          <p:spPr>
            <a:xfrm>
              <a:off x="12559850" y="2128768"/>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FFFF"/>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00A6D6"/>
                  </a:solidFill>
                  <a:uFillTx/>
                  <a:latin typeface="Calibri" pitchFamily="34"/>
                  <a:cs typeface="Calibri" pitchFamily="34"/>
                </a:rPr>
                <a:t>2</a:t>
              </a:r>
            </a:p>
          </p:txBody>
        </p:sp>
        <p:sp>
          <p:nvSpPr>
            <p:cNvPr id="9" name="Rechthoek 13">
              <a:extLst>
                <a:ext uri="{FF2B5EF4-FFF2-40B4-BE49-F238E27FC236}">
                  <a16:creationId xmlns:a16="http://schemas.microsoft.com/office/drawing/2014/main" id="{6A05B117-9409-3E6B-115E-F6332417BF30}"/>
                </a:ext>
              </a:extLst>
            </p:cNvPr>
            <p:cNvSpPr/>
            <p:nvPr/>
          </p:nvSpPr>
          <p:spPr>
            <a:xfrm>
              <a:off x="12559850" y="1196117"/>
              <a:ext cx="3229048" cy="459229"/>
            </a:xfrm>
            <a:prstGeom prst="rect">
              <a:avLst/>
            </a:prstGeom>
            <a:noFill/>
            <a:ln>
              <a:noFill/>
              <a:prstDash val="solid"/>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0" i="0" u="none" strike="noStrike" kern="0" cap="none" spc="0" baseline="0">
                  <a:solidFill>
                    <a:srgbClr val="000000"/>
                  </a:solidFill>
                  <a:uFillTx/>
                  <a:latin typeface="Calibri" pitchFamily="34"/>
                  <a:cs typeface="Calibri" pitchFamily="34"/>
                </a:rPr>
                <a:t>Under the tab </a:t>
              </a:r>
              <a:r>
                <a:rPr lang="en-GB" sz="1200" b="1" i="0" u="none" strike="noStrike" kern="0" cap="none" spc="0" baseline="0">
                  <a:solidFill>
                    <a:srgbClr val="000000"/>
                  </a:solidFill>
                  <a:uFillTx/>
                  <a:latin typeface="Calibri" pitchFamily="34"/>
                  <a:cs typeface="Calibri" pitchFamily="34"/>
                </a:rPr>
                <a:t>‘Home’</a:t>
              </a:r>
              <a:r>
                <a:rPr lang="en-GB" sz="1200" b="0" i="0" u="none" strike="noStrike" kern="0" cap="none" spc="0" baseline="0">
                  <a:solidFill>
                    <a:srgbClr val="000000"/>
                  </a:solidFill>
                  <a:uFillTx/>
                  <a:latin typeface="Calibri" pitchFamily="34"/>
                  <a:cs typeface="Calibri" pitchFamily="34"/>
                </a:rPr>
                <a:t>, use the </a:t>
              </a:r>
              <a:r>
                <a:rPr lang="en-GB" sz="1200" b="1" i="0" u="none" strike="noStrike" kern="0" cap="none" spc="0" baseline="0">
                  <a:solidFill>
                    <a:srgbClr val="000000"/>
                  </a:solidFill>
                  <a:uFillTx/>
                  <a:latin typeface="Calibri" pitchFamily="34"/>
                  <a:cs typeface="Calibri" pitchFamily="34"/>
                </a:rPr>
                <a:t>list level-buttons</a:t>
              </a:r>
              <a:r>
                <a:rPr lang="en-GB" sz="1200" b="0" i="0" u="none" strike="noStrike" kern="0" cap="none" spc="0" baseline="0">
                  <a:solidFill>
                    <a:srgbClr val="000000"/>
                  </a:solidFill>
                  <a:uFillTx/>
                  <a:latin typeface="Calibri" pitchFamily="34"/>
                  <a:cs typeface="Calibri" pitchFamily="34"/>
                </a:rPr>
                <a:t> to choose a text level. </a:t>
              </a:r>
              <a:br>
                <a:rPr lang="en-GB" sz="1200" b="0" i="0" u="none" strike="noStrike" kern="0" cap="none" spc="0" baseline="0">
                  <a:solidFill>
                    <a:srgbClr val="000000"/>
                  </a:solidFill>
                  <a:uFillTx/>
                  <a:latin typeface="Calibri" pitchFamily="34"/>
                  <a:cs typeface="Calibri" pitchFamily="34"/>
                </a:rPr>
              </a:br>
              <a:r>
                <a:rPr lang="en-GB" sz="1200" b="0" i="0" u="none" strike="noStrike" kern="0" cap="none" spc="0" baseline="0">
                  <a:solidFill>
                    <a:srgbClr val="000000"/>
                  </a:solidFill>
                  <a:uFillTx/>
                  <a:latin typeface="Calibri" pitchFamily="34"/>
                  <a:cs typeface="Calibri" pitchFamily="34"/>
                </a:rPr>
                <a:t>Choose from:</a:t>
              </a:r>
            </a:p>
          </p:txBody>
        </p:sp>
        <p:sp>
          <p:nvSpPr>
            <p:cNvPr id="10" name="Rechthoek 14">
              <a:extLst>
                <a:ext uri="{FF2B5EF4-FFF2-40B4-BE49-F238E27FC236}">
                  <a16:creationId xmlns:a16="http://schemas.microsoft.com/office/drawing/2014/main" id="{17BB0E89-7DD9-549F-42FD-019434485011}"/>
                </a:ext>
              </a:extLst>
            </p:cNvPr>
            <p:cNvSpPr/>
            <p:nvPr/>
          </p:nvSpPr>
          <p:spPr>
            <a:xfrm>
              <a:off x="12844613" y="2128869"/>
              <a:ext cx="2949223" cy="179999"/>
            </a:xfrm>
            <a:prstGeom prst="rect">
              <a:avLst/>
            </a:prstGeom>
            <a:noFill/>
            <a:ln>
              <a:noFill/>
              <a:prstDash val="solid"/>
            </a:ln>
          </p:spPr>
          <p:txBody>
            <a:bodyPr vert="horz" wrap="square" lIns="0" tIns="0" rIns="0" bIns="0" anchor="ctr" anchorCtr="0" compatLnSpc="1">
              <a:noAutofit/>
            </a:bodyPr>
            <a:lstStyle/>
            <a:p>
              <a:pPr marL="715966" marR="0" lvl="0" indent="-358773" algn="l" defTabSz="914400" rtl="0" fontAlgn="auto" hangingPunct="1">
                <a:lnSpc>
                  <a:spcPct val="100000"/>
                </a:lnSpc>
                <a:spcBef>
                  <a:spcPts val="600"/>
                </a:spcBef>
                <a:spcAft>
                  <a:spcPts val="600"/>
                </a:spcAft>
                <a:buClr>
                  <a:srgbClr val="FFFFFF"/>
                </a:buClr>
                <a:buSzPct val="100000"/>
                <a:buFont typeface="Calibri" pitchFamily="34"/>
                <a:buChar char="•"/>
                <a:tabLst/>
                <a:defRPr sz="1800" b="0" i="0" u="none" strike="noStrike" kern="0" cap="none" spc="0" baseline="0">
                  <a:solidFill>
                    <a:srgbClr val="000000"/>
                  </a:solidFill>
                  <a:uFillTx/>
                </a:defRPr>
              </a:pPr>
              <a:r>
                <a:rPr lang="en-GB" sz="1400" b="0" i="0" u="none" strike="noStrike" kern="0" cap="none" spc="0" baseline="0">
                  <a:solidFill>
                    <a:srgbClr val="FFFFFF"/>
                  </a:solidFill>
                  <a:uFillTx/>
                  <a:latin typeface="Arial"/>
                  <a:cs typeface="Calibri" pitchFamily="34"/>
                </a:rPr>
                <a:t>Sub-bullet </a:t>
              </a:r>
            </a:p>
          </p:txBody>
        </p:sp>
        <p:sp>
          <p:nvSpPr>
            <p:cNvPr id="11" name="Ovaal 15">
              <a:extLst>
                <a:ext uri="{FF2B5EF4-FFF2-40B4-BE49-F238E27FC236}">
                  <a16:creationId xmlns:a16="http://schemas.microsoft.com/office/drawing/2014/main" id="{3C82DCC1-39BD-AB99-E05F-582D5EBFF50A}"/>
                </a:ext>
              </a:extLst>
            </p:cNvPr>
            <p:cNvSpPr/>
            <p:nvPr/>
          </p:nvSpPr>
          <p:spPr>
            <a:xfrm>
              <a:off x="12559850" y="2420051"/>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FFFF"/>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00A6D6"/>
                  </a:solidFill>
                  <a:uFillTx/>
                  <a:latin typeface="Calibri" pitchFamily="34"/>
                  <a:cs typeface="Calibri" pitchFamily="34"/>
                </a:rPr>
                <a:t>3</a:t>
              </a:r>
            </a:p>
          </p:txBody>
        </p:sp>
        <p:sp>
          <p:nvSpPr>
            <p:cNvPr id="12" name="Rechthoek 16">
              <a:extLst>
                <a:ext uri="{FF2B5EF4-FFF2-40B4-BE49-F238E27FC236}">
                  <a16:creationId xmlns:a16="http://schemas.microsoft.com/office/drawing/2014/main" id="{EB171673-E6A2-CA38-8416-85A94A48A08F}"/>
                </a:ext>
              </a:extLst>
            </p:cNvPr>
            <p:cNvSpPr/>
            <p:nvPr/>
          </p:nvSpPr>
          <p:spPr>
            <a:xfrm>
              <a:off x="12844613" y="2420261"/>
              <a:ext cx="2949223" cy="179999"/>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600"/>
                </a:spcBef>
                <a:spcAft>
                  <a:spcPts val="600"/>
                </a:spcAft>
                <a:buNone/>
                <a:tabLst/>
                <a:defRPr sz="1800" b="0" i="0" u="none" strike="noStrike" kern="0" cap="none" spc="0" baseline="0">
                  <a:solidFill>
                    <a:srgbClr val="000000"/>
                  </a:solidFill>
                  <a:uFillTx/>
                </a:defRPr>
              </a:pPr>
              <a:r>
                <a:rPr lang="en-GB" sz="1400" b="0" i="0" u="none" strike="noStrike" kern="0" cap="none" spc="0" baseline="0">
                  <a:solidFill>
                    <a:srgbClr val="FFFFFF"/>
                  </a:solidFill>
                  <a:uFillTx/>
                  <a:latin typeface="Arial"/>
                  <a:cs typeface="Calibri" pitchFamily="34"/>
                </a:rPr>
                <a:t>Default text</a:t>
              </a:r>
            </a:p>
          </p:txBody>
        </p:sp>
        <p:sp>
          <p:nvSpPr>
            <p:cNvPr id="13" name="Ovaal 17">
              <a:extLst>
                <a:ext uri="{FF2B5EF4-FFF2-40B4-BE49-F238E27FC236}">
                  <a16:creationId xmlns:a16="http://schemas.microsoft.com/office/drawing/2014/main" id="{FB24778F-AC78-CEE6-09E4-3E45CCA08095}"/>
                </a:ext>
              </a:extLst>
            </p:cNvPr>
            <p:cNvSpPr/>
            <p:nvPr/>
          </p:nvSpPr>
          <p:spPr>
            <a:xfrm>
              <a:off x="12559850" y="2711333"/>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FFFF"/>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00A6D6"/>
                  </a:solidFill>
                  <a:uFillTx/>
                  <a:latin typeface="Calibri" pitchFamily="34"/>
                  <a:cs typeface="Calibri" pitchFamily="34"/>
                </a:rPr>
                <a:t>4</a:t>
              </a:r>
            </a:p>
          </p:txBody>
        </p:sp>
        <p:sp>
          <p:nvSpPr>
            <p:cNvPr id="14" name="Rechthoek 20">
              <a:extLst>
                <a:ext uri="{FF2B5EF4-FFF2-40B4-BE49-F238E27FC236}">
                  <a16:creationId xmlns:a16="http://schemas.microsoft.com/office/drawing/2014/main" id="{AE0CEAF2-CC34-BEB7-2164-8B3F91A9F2A2}"/>
                </a:ext>
              </a:extLst>
            </p:cNvPr>
            <p:cNvSpPr/>
            <p:nvPr/>
          </p:nvSpPr>
          <p:spPr>
            <a:xfrm>
              <a:off x="12844613" y="2711653"/>
              <a:ext cx="2949223" cy="179999"/>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600"/>
                </a:spcBef>
                <a:spcAft>
                  <a:spcPts val="600"/>
                </a:spcAft>
                <a:buNone/>
                <a:tabLst/>
                <a:defRPr sz="1800" b="0" i="0" u="none" strike="noStrike" kern="0" cap="none" spc="0" baseline="0">
                  <a:solidFill>
                    <a:srgbClr val="000000"/>
                  </a:solidFill>
                  <a:uFillTx/>
                </a:defRPr>
              </a:pPr>
              <a:r>
                <a:rPr lang="en-GB" sz="2400" b="1" i="0" u="none" strike="noStrike" kern="0" cap="none" spc="0" baseline="0">
                  <a:solidFill>
                    <a:srgbClr val="000000"/>
                  </a:solidFill>
                  <a:uFillTx/>
                  <a:latin typeface="Arial"/>
                  <a:cs typeface="Calibri" pitchFamily="34"/>
                </a:rPr>
                <a:t>Title/Quote</a:t>
              </a:r>
            </a:p>
          </p:txBody>
        </p:sp>
        <p:sp>
          <p:nvSpPr>
            <p:cNvPr id="15" name="Ovaal 21">
              <a:extLst>
                <a:ext uri="{FF2B5EF4-FFF2-40B4-BE49-F238E27FC236}">
                  <a16:creationId xmlns:a16="http://schemas.microsoft.com/office/drawing/2014/main" id="{B3EE05D7-2B75-0BB6-9EB2-446FD9CBCF8A}"/>
                </a:ext>
              </a:extLst>
            </p:cNvPr>
            <p:cNvSpPr/>
            <p:nvPr/>
          </p:nvSpPr>
          <p:spPr>
            <a:xfrm>
              <a:off x="12559850" y="3002624"/>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FFFF"/>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00A6D6"/>
                  </a:solidFill>
                  <a:uFillTx/>
                  <a:latin typeface="Calibri" pitchFamily="34"/>
                  <a:cs typeface="Calibri" pitchFamily="34"/>
                </a:rPr>
                <a:t>5</a:t>
              </a:r>
            </a:p>
          </p:txBody>
        </p:sp>
        <p:sp>
          <p:nvSpPr>
            <p:cNvPr id="16" name="Rechthoek 22">
              <a:extLst>
                <a:ext uri="{FF2B5EF4-FFF2-40B4-BE49-F238E27FC236}">
                  <a16:creationId xmlns:a16="http://schemas.microsoft.com/office/drawing/2014/main" id="{5BB20F57-DDCE-625E-C4DF-1F44274DF751}"/>
                </a:ext>
              </a:extLst>
            </p:cNvPr>
            <p:cNvSpPr/>
            <p:nvPr/>
          </p:nvSpPr>
          <p:spPr>
            <a:xfrm>
              <a:off x="12844613" y="3003035"/>
              <a:ext cx="2949223" cy="179999"/>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600"/>
                </a:spcBef>
                <a:spcAft>
                  <a:spcPts val="600"/>
                </a:spcAft>
                <a:buNone/>
                <a:tabLst/>
                <a:defRPr sz="1800" b="0" i="0" u="none" strike="noStrike" kern="0" cap="none" spc="0" baseline="0">
                  <a:solidFill>
                    <a:srgbClr val="000000"/>
                  </a:solidFill>
                  <a:uFillTx/>
                </a:defRPr>
              </a:pPr>
              <a:r>
                <a:rPr lang="en-GB" sz="1800" b="0" i="0" u="none" strike="noStrike" kern="0" cap="none" spc="0" baseline="0">
                  <a:solidFill>
                    <a:srgbClr val="000000"/>
                  </a:solidFill>
                  <a:uFillTx/>
                  <a:latin typeface="Arial"/>
                  <a:cs typeface="Calibri" pitchFamily="34"/>
                </a:rPr>
                <a:t>Subtitle</a:t>
              </a:r>
            </a:p>
          </p:txBody>
        </p:sp>
        <p:sp>
          <p:nvSpPr>
            <p:cNvPr id="17" name="Ovaal 23">
              <a:extLst>
                <a:ext uri="{FF2B5EF4-FFF2-40B4-BE49-F238E27FC236}">
                  <a16:creationId xmlns:a16="http://schemas.microsoft.com/office/drawing/2014/main" id="{A43B792F-9426-18A2-6FAA-3EEA9259EE0F}"/>
                </a:ext>
              </a:extLst>
            </p:cNvPr>
            <p:cNvSpPr/>
            <p:nvPr/>
          </p:nvSpPr>
          <p:spPr>
            <a:xfrm>
              <a:off x="12559850" y="3293906"/>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FFFF"/>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00A6D6"/>
                  </a:solidFill>
                  <a:uFillTx/>
                  <a:latin typeface="Calibri" pitchFamily="34"/>
                  <a:cs typeface="Calibri" pitchFamily="34"/>
                </a:rPr>
                <a:t>6</a:t>
              </a:r>
            </a:p>
          </p:txBody>
        </p:sp>
        <p:sp>
          <p:nvSpPr>
            <p:cNvPr id="18" name="Rechthoek 24">
              <a:extLst>
                <a:ext uri="{FF2B5EF4-FFF2-40B4-BE49-F238E27FC236}">
                  <a16:creationId xmlns:a16="http://schemas.microsoft.com/office/drawing/2014/main" id="{ECE1B4CA-3899-1E60-60BA-8D2F0FB53A07}"/>
                </a:ext>
              </a:extLst>
            </p:cNvPr>
            <p:cNvSpPr/>
            <p:nvPr/>
          </p:nvSpPr>
          <p:spPr>
            <a:xfrm>
              <a:off x="12844613" y="3585819"/>
              <a:ext cx="2949223" cy="179999"/>
            </a:xfrm>
            <a:prstGeom prst="rect">
              <a:avLst/>
            </a:prstGeom>
            <a:noFill/>
            <a:ln>
              <a:noFill/>
              <a:prstDash val="solid"/>
            </a:ln>
          </p:spPr>
          <p:txBody>
            <a:bodyPr vert="horz" wrap="square" lIns="0" tIns="0" rIns="0" bIns="0" anchor="ctr" anchorCtr="0" compatLnSpc="1">
              <a:noAutofit/>
            </a:bodyPr>
            <a:lstStyle/>
            <a:p>
              <a:pPr marL="357192" marR="0" lvl="0" indent="-357192" algn="l" defTabSz="914400" rtl="0" fontAlgn="auto" hangingPunct="1">
                <a:lnSpc>
                  <a:spcPct val="100000"/>
                </a:lnSpc>
                <a:spcBef>
                  <a:spcPts val="600"/>
                </a:spcBef>
                <a:spcAft>
                  <a:spcPts val="600"/>
                </a:spcAft>
                <a:buClr>
                  <a:srgbClr val="FFFFFF"/>
                </a:buClr>
                <a:buSzPct val="100000"/>
                <a:buFont typeface="Arial"/>
                <a:buAutoNum type="arabicPeriod"/>
                <a:tabLst/>
                <a:defRPr sz="1800" b="0" i="0" u="none" strike="noStrike" kern="0" cap="none" spc="0" baseline="0">
                  <a:solidFill>
                    <a:srgbClr val="000000"/>
                  </a:solidFill>
                  <a:uFillTx/>
                </a:defRPr>
              </a:pPr>
              <a:r>
                <a:rPr lang="en-GB" sz="1400" b="0" i="0" u="none" strike="noStrike" kern="0" cap="none" spc="0" baseline="0">
                  <a:solidFill>
                    <a:srgbClr val="FFFFFF"/>
                  </a:solidFill>
                  <a:uFillTx/>
                  <a:latin typeface="Arial"/>
                  <a:cs typeface="Calibri" pitchFamily="34"/>
                </a:rPr>
                <a:t>Numerical bullet</a:t>
              </a:r>
            </a:p>
          </p:txBody>
        </p:sp>
        <p:sp>
          <p:nvSpPr>
            <p:cNvPr id="19" name="Ovaal 25">
              <a:extLst>
                <a:ext uri="{FF2B5EF4-FFF2-40B4-BE49-F238E27FC236}">
                  <a16:creationId xmlns:a16="http://schemas.microsoft.com/office/drawing/2014/main" id="{75F65C2C-51F8-49AD-64F3-180EDAC92013}"/>
                </a:ext>
              </a:extLst>
            </p:cNvPr>
            <p:cNvSpPr/>
            <p:nvPr/>
          </p:nvSpPr>
          <p:spPr>
            <a:xfrm>
              <a:off x="12559850" y="3585188"/>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FFFF"/>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00A6D6"/>
                  </a:solidFill>
                  <a:uFillTx/>
                  <a:latin typeface="Calibri" pitchFamily="34"/>
                  <a:cs typeface="Calibri" pitchFamily="34"/>
                </a:rPr>
                <a:t>7</a:t>
              </a:r>
            </a:p>
          </p:txBody>
        </p:sp>
        <p:sp>
          <p:nvSpPr>
            <p:cNvPr id="20" name="Rechthoek 26">
              <a:extLst>
                <a:ext uri="{FF2B5EF4-FFF2-40B4-BE49-F238E27FC236}">
                  <a16:creationId xmlns:a16="http://schemas.microsoft.com/office/drawing/2014/main" id="{39C623A1-6468-9A89-FD11-7EECCE5BF68D}"/>
                </a:ext>
              </a:extLst>
            </p:cNvPr>
            <p:cNvSpPr/>
            <p:nvPr/>
          </p:nvSpPr>
          <p:spPr>
            <a:xfrm>
              <a:off x="12838203" y="3877211"/>
              <a:ext cx="2949223" cy="179999"/>
            </a:xfrm>
            <a:prstGeom prst="rect">
              <a:avLst/>
            </a:prstGeom>
            <a:noFill/>
            <a:ln>
              <a:noFill/>
              <a:prstDash val="solid"/>
            </a:ln>
          </p:spPr>
          <p:txBody>
            <a:bodyPr vert="horz" wrap="square" lIns="0" tIns="0" rIns="0" bIns="0" anchor="ctr" anchorCtr="0" compatLnSpc="1">
              <a:noAutofit/>
            </a:bodyPr>
            <a:lstStyle/>
            <a:p>
              <a:pPr marL="342900" marR="0" lvl="0" indent="-342900" algn="l" defTabSz="914400" rtl="0" fontAlgn="auto" hangingPunct="1">
                <a:lnSpc>
                  <a:spcPct val="100000"/>
                </a:lnSpc>
                <a:spcBef>
                  <a:spcPts val="600"/>
                </a:spcBef>
                <a:spcAft>
                  <a:spcPts val="600"/>
                </a:spcAft>
                <a:buClr>
                  <a:srgbClr val="FFFFFF"/>
                </a:buClr>
                <a:buSzPct val="100000"/>
                <a:buFont typeface="Arial"/>
                <a:buAutoNum type="alphaLcPeriod"/>
                <a:tabLst/>
                <a:defRPr sz="1800" b="0" i="0" u="none" strike="noStrike" kern="0" cap="none" spc="0" baseline="0">
                  <a:solidFill>
                    <a:srgbClr val="000000"/>
                  </a:solidFill>
                  <a:uFillTx/>
                </a:defRPr>
              </a:pPr>
              <a:r>
                <a:rPr lang="en-GB" sz="1400" b="0" i="0" u="none" strike="noStrike" kern="0" cap="none" spc="0" baseline="0">
                  <a:solidFill>
                    <a:srgbClr val="FFFFFF"/>
                  </a:solidFill>
                  <a:uFillTx/>
                  <a:latin typeface="Arial"/>
                  <a:cs typeface="Calibri" pitchFamily="34"/>
                </a:rPr>
                <a:t>Alphabetical bullet</a:t>
              </a:r>
            </a:p>
          </p:txBody>
        </p:sp>
        <p:sp>
          <p:nvSpPr>
            <p:cNvPr id="21" name="Ovaal 27">
              <a:extLst>
                <a:ext uri="{FF2B5EF4-FFF2-40B4-BE49-F238E27FC236}">
                  <a16:creationId xmlns:a16="http://schemas.microsoft.com/office/drawing/2014/main" id="{0166FCEA-8B86-CD0B-3982-DC5ACBF302F6}"/>
                </a:ext>
              </a:extLst>
            </p:cNvPr>
            <p:cNvSpPr/>
            <p:nvPr/>
          </p:nvSpPr>
          <p:spPr>
            <a:xfrm>
              <a:off x="12559850" y="3876470"/>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FFFF"/>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00A6D6"/>
                  </a:solidFill>
                  <a:uFillTx/>
                  <a:latin typeface="Calibri" pitchFamily="34"/>
                  <a:cs typeface="Calibri" pitchFamily="34"/>
                </a:rPr>
                <a:t>8</a:t>
              </a:r>
            </a:p>
          </p:txBody>
        </p:sp>
        <p:sp>
          <p:nvSpPr>
            <p:cNvPr id="22" name="Rechthoek 28">
              <a:extLst>
                <a:ext uri="{FF2B5EF4-FFF2-40B4-BE49-F238E27FC236}">
                  <a16:creationId xmlns:a16="http://schemas.microsoft.com/office/drawing/2014/main" id="{7C9D3C3F-4356-E4BD-6225-8D01A1806E41}"/>
                </a:ext>
              </a:extLst>
            </p:cNvPr>
            <p:cNvSpPr/>
            <p:nvPr/>
          </p:nvSpPr>
          <p:spPr>
            <a:xfrm>
              <a:off x="12844613" y="4168594"/>
              <a:ext cx="2949223" cy="179999"/>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600"/>
                </a:spcBef>
                <a:spcAft>
                  <a:spcPts val="600"/>
                </a:spcAft>
                <a:buNone/>
                <a:tabLst/>
                <a:defRPr sz="1800" b="0" i="0" u="none" strike="noStrike" kern="0" cap="none" spc="0" baseline="0">
                  <a:solidFill>
                    <a:srgbClr val="000000"/>
                  </a:solidFill>
                  <a:uFillTx/>
                </a:defRPr>
              </a:pPr>
              <a:r>
                <a:rPr lang="en-GB" sz="1200" b="0" i="1" u="none" strike="noStrike" kern="0" cap="none" spc="0" baseline="0">
                  <a:solidFill>
                    <a:srgbClr val="FFFFFF"/>
                  </a:solidFill>
                  <a:uFillTx/>
                  <a:latin typeface="Arial"/>
                  <a:cs typeface="Calibri" pitchFamily="34"/>
                </a:rPr>
                <a:t>Source</a:t>
              </a:r>
            </a:p>
          </p:txBody>
        </p:sp>
        <p:sp>
          <p:nvSpPr>
            <p:cNvPr id="23" name="Ovaal 29">
              <a:extLst>
                <a:ext uri="{FF2B5EF4-FFF2-40B4-BE49-F238E27FC236}">
                  <a16:creationId xmlns:a16="http://schemas.microsoft.com/office/drawing/2014/main" id="{4DEEDB8B-6288-09DD-5F2D-9460F4921BB8}"/>
                </a:ext>
              </a:extLst>
            </p:cNvPr>
            <p:cNvSpPr/>
            <p:nvPr/>
          </p:nvSpPr>
          <p:spPr>
            <a:xfrm>
              <a:off x="12559850" y="4168594"/>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FFFF"/>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00A6D6"/>
                  </a:solidFill>
                  <a:uFillTx/>
                  <a:latin typeface="Calibri" pitchFamily="34"/>
                  <a:cs typeface="Calibri" pitchFamily="34"/>
                </a:rPr>
                <a:t>9</a:t>
              </a:r>
            </a:p>
          </p:txBody>
        </p:sp>
        <p:sp>
          <p:nvSpPr>
            <p:cNvPr id="24" name="Rechthoek 30">
              <a:extLst>
                <a:ext uri="{FF2B5EF4-FFF2-40B4-BE49-F238E27FC236}">
                  <a16:creationId xmlns:a16="http://schemas.microsoft.com/office/drawing/2014/main" id="{E27F248F-8B0F-E12C-74C7-3E630F6E329A}"/>
                </a:ext>
              </a:extLst>
            </p:cNvPr>
            <p:cNvSpPr/>
            <p:nvPr/>
          </p:nvSpPr>
          <p:spPr>
            <a:xfrm>
              <a:off x="12844613" y="3294427"/>
              <a:ext cx="2949223" cy="179999"/>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600"/>
                </a:spcBef>
                <a:spcAft>
                  <a:spcPts val="600"/>
                </a:spcAft>
                <a:buNone/>
                <a:tabLst/>
                <a:defRPr sz="1800" b="0" i="0" u="none" strike="noStrike" kern="0" cap="none" spc="0" baseline="0">
                  <a:solidFill>
                    <a:srgbClr val="000000"/>
                  </a:solidFill>
                  <a:uFillTx/>
                </a:defRPr>
              </a:pPr>
              <a:r>
                <a:rPr lang="en-GB" sz="1400" b="0" i="0" u="none" strike="noStrike" kern="0" cap="none" spc="0" baseline="0">
                  <a:solidFill>
                    <a:srgbClr val="FFFFFF"/>
                  </a:solidFill>
                  <a:uFillTx/>
                  <a:latin typeface="Arial"/>
                  <a:cs typeface="Calibri" pitchFamily="34"/>
                </a:rPr>
                <a:t>Default text</a:t>
              </a:r>
            </a:p>
          </p:txBody>
        </p:sp>
        <p:sp>
          <p:nvSpPr>
            <p:cNvPr id="25" name="Rechthoek 31">
              <a:extLst>
                <a:ext uri="{FF2B5EF4-FFF2-40B4-BE49-F238E27FC236}">
                  <a16:creationId xmlns:a16="http://schemas.microsoft.com/office/drawing/2014/main" id="{41C8A2A1-9CD0-FFBA-CA61-4B3DBB71AEFD}"/>
                </a:ext>
              </a:extLst>
            </p:cNvPr>
            <p:cNvSpPr/>
            <p:nvPr/>
          </p:nvSpPr>
          <p:spPr>
            <a:xfrm>
              <a:off x="12377592" y="4531345"/>
              <a:ext cx="3593637" cy="827998"/>
            </a:xfrm>
            <a:prstGeom prst="rect">
              <a:avLst/>
            </a:prstGeom>
            <a:solidFill>
              <a:srgbClr val="ECECEC"/>
            </a:solidFill>
            <a:ln w="6345" cap="flat">
              <a:solidFill>
                <a:srgbClr val="ECECEC"/>
              </a:solidFill>
              <a:prstDash val="solid"/>
              <a:miter/>
            </a:ln>
          </p:spPr>
          <p:txBody>
            <a:bodyPr vert="horz" wrap="square" lIns="179999" tIns="143999" rIns="179999" bIns="143999"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1" i="0" u="none" strike="noStrike" kern="1200" cap="all" spc="0" baseline="0">
                  <a:solidFill>
                    <a:srgbClr val="211F26"/>
                  </a:solidFill>
                  <a:uFillTx/>
                  <a:latin typeface="Calibri" pitchFamily="34"/>
                  <a:cs typeface="Calibri" pitchFamily="34"/>
                </a:rPr>
                <a:t>Want to know more?</a:t>
              </a:r>
              <a:br>
                <a:rPr lang="en-GB" sz="1200" b="1" i="0" u="none" strike="noStrike" kern="1200" cap="all" spc="0" baseline="0">
                  <a:solidFill>
                    <a:srgbClr val="211F26"/>
                  </a:solidFill>
                  <a:uFillTx/>
                  <a:latin typeface="Calibri" pitchFamily="34"/>
                  <a:cs typeface="Calibri" pitchFamily="34"/>
                </a:rPr>
              </a:br>
              <a:r>
                <a:rPr lang="en-GB" sz="1200" b="0" i="0" u="none" strike="noStrike" kern="1200" cap="none" spc="0" baseline="0">
                  <a:solidFill>
                    <a:srgbClr val="211F26"/>
                  </a:solidFill>
                  <a:uFillTx/>
                  <a:latin typeface="Calibri" pitchFamily="34"/>
                  <a:cs typeface="Calibri" pitchFamily="34"/>
                </a:rPr>
                <a:t>Go to the tab</a:t>
              </a:r>
              <a:r>
                <a:rPr lang="en-GB" sz="1200" b="1" i="0" u="none" strike="noStrike" kern="1200" cap="all" spc="0" baseline="0">
                  <a:solidFill>
                    <a:srgbClr val="211F26"/>
                  </a:solidFill>
                  <a:uFillTx/>
                  <a:latin typeface="Calibri" pitchFamily="34"/>
                  <a:cs typeface="Calibri" pitchFamily="34"/>
                </a:rPr>
                <a:t> 'SLIDEBUILDER’ </a:t>
              </a:r>
              <a:r>
                <a:rPr lang="en-GB" sz="1200" b="0" i="0" u="none" strike="noStrike" kern="1200" cap="none" spc="0" baseline="0">
                  <a:solidFill>
                    <a:srgbClr val="211F26"/>
                  </a:solidFill>
                  <a:uFillTx/>
                  <a:latin typeface="Calibri" pitchFamily="34"/>
                  <a:cs typeface="Calibri" pitchFamily="34"/>
                </a:rPr>
                <a:t>and click</a:t>
              </a:r>
              <a:br>
                <a:rPr lang="en-GB" sz="1200" b="0" i="0" u="none" strike="noStrike" kern="1200" cap="none" spc="0" baseline="0">
                  <a:solidFill>
                    <a:srgbClr val="211F26"/>
                  </a:solidFill>
                  <a:uFillTx/>
                  <a:latin typeface="Calibri" pitchFamily="34"/>
                  <a:cs typeface="Calibri" pitchFamily="34"/>
                </a:rPr>
              </a:br>
              <a:r>
                <a:rPr lang="en-GB" sz="1200" b="0" i="0" u="none" strike="noStrike" kern="1200" cap="none" spc="0" baseline="0">
                  <a:solidFill>
                    <a:srgbClr val="211F26"/>
                  </a:solidFill>
                  <a:uFillTx/>
                  <a:latin typeface="Calibri" pitchFamily="34"/>
                  <a:cs typeface="Calibri" pitchFamily="34"/>
                </a:rPr>
                <a:t>on the button </a:t>
              </a:r>
              <a:r>
                <a:rPr lang="en-GB" sz="1200" b="1" i="0" u="none" strike="noStrike" kern="1200" cap="all" spc="0" baseline="0">
                  <a:solidFill>
                    <a:srgbClr val="211F26"/>
                  </a:solidFill>
                  <a:uFillTx/>
                  <a:latin typeface="Calibri" pitchFamily="34"/>
                  <a:cs typeface="Calibri" pitchFamily="34"/>
                </a:rPr>
                <a:t>‘Inspiration'</a:t>
              </a:r>
            </a:p>
          </p:txBody>
        </p:sp>
        <p:grpSp>
          <p:nvGrpSpPr>
            <p:cNvPr id="26" name="ICOON_info">
              <a:extLst>
                <a:ext uri="{FF2B5EF4-FFF2-40B4-BE49-F238E27FC236}">
                  <a16:creationId xmlns:a16="http://schemas.microsoft.com/office/drawing/2014/main" id="{D20B114A-7D59-D435-32D0-F5A8D98411B5}"/>
                </a:ext>
              </a:extLst>
            </p:cNvPr>
            <p:cNvGrpSpPr/>
            <p:nvPr/>
          </p:nvGrpSpPr>
          <p:grpSpPr>
            <a:xfrm>
              <a:off x="15787298" y="4400184"/>
              <a:ext cx="283683" cy="283683"/>
              <a:chOff x="15787298" y="4400184"/>
              <a:chExt cx="283683" cy="283683"/>
            </a:xfrm>
          </p:grpSpPr>
          <p:sp>
            <p:nvSpPr>
              <p:cNvPr id="27" name="Ovaal 80">
                <a:extLst>
                  <a:ext uri="{FF2B5EF4-FFF2-40B4-BE49-F238E27FC236}">
                    <a16:creationId xmlns:a16="http://schemas.microsoft.com/office/drawing/2014/main" id="{F019376A-AA60-536B-D6EC-FFF333DA653C}"/>
                  </a:ext>
                </a:extLst>
              </p:cNvPr>
              <p:cNvSpPr/>
              <p:nvPr/>
            </p:nvSpPr>
            <p:spPr>
              <a:xfrm>
                <a:off x="15807324" y="4419651"/>
                <a:ext cx="244748" cy="244748"/>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211F26"/>
              </a:solidFill>
              <a:ln>
                <a:noFill/>
                <a:prstDash val="solid"/>
              </a:ln>
            </p:spPr>
            <p:txBody>
              <a:bodyPr vert="horz" wrap="square" lIns="179999" tIns="179999" rIns="179999" bIns="179999"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1600" b="0" i="0" u="none" strike="noStrike" kern="1200" cap="all" spc="0" baseline="0">
                  <a:solidFill>
                    <a:srgbClr val="FFFFFF"/>
                  </a:solidFill>
                  <a:uFillTx/>
                  <a:latin typeface="Calibri" pitchFamily="34"/>
                  <a:cs typeface="Calibri" pitchFamily="34"/>
                </a:endParaRPr>
              </a:p>
            </p:txBody>
          </p:sp>
          <p:sp>
            <p:nvSpPr>
              <p:cNvPr id="28" name="Graphic 163" descr="Informatie">
                <a:extLst>
                  <a:ext uri="{FF2B5EF4-FFF2-40B4-BE49-F238E27FC236}">
                    <a16:creationId xmlns:a16="http://schemas.microsoft.com/office/drawing/2014/main" id="{629B545E-7555-4B3E-1B87-2007A501B26E}"/>
                  </a:ext>
                </a:extLst>
              </p:cNvPr>
              <p:cNvSpPr/>
              <p:nvPr/>
            </p:nvSpPr>
            <p:spPr>
              <a:xfrm>
                <a:off x="15787298" y="4400184"/>
                <a:ext cx="283683" cy="283683"/>
              </a:xfrm>
              <a:custGeom>
                <a:avLst/>
                <a:gdLst>
                  <a:gd name="f0" fmla="val 10800000"/>
                  <a:gd name="f1" fmla="val 5400000"/>
                  <a:gd name="f2" fmla="val 180"/>
                  <a:gd name="f3" fmla="val w"/>
                  <a:gd name="f4" fmla="val h"/>
                  <a:gd name="f5" fmla="val 0"/>
                  <a:gd name="f6" fmla="val 291719"/>
                  <a:gd name="f7" fmla="val 145860"/>
                  <a:gd name="f8" fmla="val 65253"/>
                  <a:gd name="f9" fmla="val 226467"/>
                  <a:gd name="f10" fmla="val 291720"/>
                  <a:gd name="f11" fmla="val 138183"/>
                  <a:gd name="f12" fmla="val 38384"/>
                  <a:gd name="f13" fmla="val 148931"/>
                  <a:gd name="f14" fmla="val 157375"/>
                  <a:gd name="f15" fmla="val 46829"/>
                  <a:gd name="f16" fmla="val 57576"/>
                  <a:gd name="f17" fmla="val 68324"/>
                  <a:gd name="f18" fmla="val 76768"/>
                  <a:gd name="f19" fmla="val 127435"/>
                  <a:gd name="f20" fmla="val 118991"/>
                  <a:gd name="f21" fmla="val 184244"/>
                  <a:gd name="f22" fmla="val 253336"/>
                  <a:gd name="f23" fmla="val 107476"/>
                  <a:gd name="f24" fmla="val 230305"/>
                  <a:gd name="f25" fmla="val 134345"/>
                  <a:gd name="f26" fmla="val 115153"/>
                  <a:gd name="f27" fmla="val 111314"/>
                  <a:gd name="f28" fmla="val 92122"/>
                  <a:gd name="f29" fmla="+- 0 0 -90"/>
                  <a:gd name="f30" fmla="*/ f3 1 291719"/>
                  <a:gd name="f31" fmla="*/ f4 1 291719"/>
                  <a:gd name="f32" fmla="val f5"/>
                  <a:gd name="f33" fmla="val f6"/>
                  <a:gd name="f34" fmla="*/ f29 f0 1"/>
                  <a:gd name="f35" fmla="+- f33 0 f32"/>
                  <a:gd name="f36" fmla="*/ f34 1 f2"/>
                  <a:gd name="f37" fmla="*/ f35 1 291719"/>
                  <a:gd name="f38" fmla="*/ 145860 f35 1"/>
                  <a:gd name="f39" fmla="*/ 0 f35 1"/>
                  <a:gd name="f40" fmla="*/ 291720 f35 1"/>
                  <a:gd name="f41" fmla="*/ 138183 f35 1"/>
                  <a:gd name="f42" fmla="*/ 38384 f35 1"/>
                  <a:gd name="f43" fmla="*/ 157375 f35 1"/>
                  <a:gd name="f44" fmla="*/ 57576 f35 1"/>
                  <a:gd name="f45" fmla="*/ 76768 f35 1"/>
                  <a:gd name="f46" fmla="*/ 118991 f35 1"/>
                  <a:gd name="f47" fmla="*/ 184244 f35 1"/>
                  <a:gd name="f48" fmla="*/ 253336 f35 1"/>
                  <a:gd name="f49" fmla="*/ 107476 f35 1"/>
                  <a:gd name="f50" fmla="*/ 230305 f35 1"/>
                  <a:gd name="f51" fmla="*/ 134345 f35 1"/>
                  <a:gd name="f52" fmla="*/ 115153 f35 1"/>
                  <a:gd name="f53" fmla="*/ 111314 f35 1"/>
                  <a:gd name="f54" fmla="*/ 92122 f35 1"/>
                  <a:gd name="f55" fmla="+- f36 0 f1"/>
                  <a:gd name="f56" fmla="*/ f38 1 291719"/>
                  <a:gd name="f57" fmla="*/ f39 1 291719"/>
                  <a:gd name="f58" fmla="*/ f40 1 291719"/>
                  <a:gd name="f59" fmla="*/ f41 1 291719"/>
                  <a:gd name="f60" fmla="*/ f42 1 291719"/>
                  <a:gd name="f61" fmla="*/ f43 1 291719"/>
                  <a:gd name="f62" fmla="*/ f44 1 291719"/>
                  <a:gd name="f63" fmla="*/ f45 1 291719"/>
                  <a:gd name="f64" fmla="*/ f46 1 291719"/>
                  <a:gd name="f65" fmla="*/ f47 1 291719"/>
                  <a:gd name="f66" fmla="*/ f48 1 291719"/>
                  <a:gd name="f67" fmla="*/ f49 1 291719"/>
                  <a:gd name="f68" fmla="*/ f50 1 291719"/>
                  <a:gd name="f69" fmla="*/ f51 1 291719"/>
                  <a:gd name="f70" fmla="*/ f52 1 291719"/>
                  <a:gd name="f71" fmla="*/ f53 1 291719"/>
                  <a:gd name="f72" fmla="*/ f54 1 291719"/>
                  <a:gd name="f73" fmla="*/ f32 1 f37"/>
                  <a:gd name="f74" fmla="*/ f33 1 f37"/>
                  <a:gd name="f75" fmla="*/ f56 1 f37"/>
                  <a:gd name="f76" fmla="*/ f57 1 f37"/>
                  <a:gd name="f77" fmla="*/ f58 1 f37"/>
                  <a:gd name="f78" fmla="*/ f59 1 f37"/>
                  <a:gd name="f79" fmla="*/ f60 1 f37"/>
                  <a:gd name="f80" fmla="*/ f61 1 f37"/>
                  <a:gd name="f81" fmla="*/ f62 1 f37"/>
                  <a:gd name="f82" fmla="*/ f63 1 f37"/>
                  <a:gd name="f83" fmla="*/ f64 1 f37"/>
                  <a:gd name="f84" fmla="*/ f65 1 f37"/>
                  <a:gd name="f85" fmla="*/ f66 1 f37"/>
                  <a:gd name="f86" fmla="*/ f67 1 f37"/>
                  <a:gd name="f87" fmla="*/ f68 1 f37"/>
                  <a:gd name="f88" fmla="*/ f69 1 f37"/>
                  <a:gd name="f89" fmla="*/ f70 1 f37"/>
                  <a:gd name="f90" fmla="*/ f71 1 f37"/>
                  <a:gd name="f91" fmla="*/ f72 1 f37"/>
                  <a:gd name="f92" fmla="*/ f73 f30 1"/>
                  <a:gd name="f93" fmla="*/ f74 f30 1"/>
                  <a:gd name="f94" fmla="*/ f74 f31 1"/>
                  <a:gd name="f95" fmla="*/ f73 f31 1"/>
                  <a:gd name="f96" fmla="*/ f75 f30 1"/>
                  <a:gd name="f97" fmla="*/ f76 f31 1"/>
                  <a:gd name="f98" fmla="*/ f76 f30 1"/>
                  <a:gd name="f99" fmla="*/ f75 f31 1"/>
                  <a:gd name="f100" fmla="*/ f77 f31 1"/>
                  <a:gd name="f101" fmla="*/ f77 f30 1"/>
                  <a:gd name="f102" fmla="*/ f78 f30 1"/>
                  <a:gd name="f103" fmla="*/ f79 f31 1"/>
                  <a:gd name="f104" fmla="*/ f80 f30 1"/>
                  <a:gd name="f105" fmla="*/ f81 f31 1"/>
                  <a:gd name="f106" fmla="*/ f82 f31 1"/>
                  <a:gd name="f107" fmla="*/ f83 f30 1"/>
                  <a:gd name="f108" fmla="*/ f84 f30 1"/>
                  <a:gd name="f109" fmla="*/ f85 f31 1"/>
                  <a:gd name="f110" fmla="*/ f86 f30 1"/>
                  <a:gd name="f111" fmla="*/ f87 f31 1"/>
                  <a:gd name="f112" fmla="*/ f88 f30 1"/>
                  <a:gd name="f113" fmla="*/ f89 f31 1"/>
                  <a:gd name="f114" fmla="*/ f90 f30 1"/>
                  <a:gd name="f115" fmla="*/ f91 f31 1"/>
                </a:gdLst>
                <a:ahLst/>
                <a:cxnLst>
                  <a:cxn ang="3cd4">
                    <a:pos x="hc" y="t"/>
                  </a:cxn>
                  <a:cxn ang="0">
                    <a:pos x="r" y="vc"/>
                  </a:cxn>
                  <a:cxn ang="cd4">
                    <a:pos x="hc" y="b"/>
                  </a:cxn>
                  <a:cxn ang="cd2">
                    <a:pos x="l" y="vc"/>
                  </a:cxn>
                  <a:cxn ang="f55">
                    <a:pos x="f96" y="f97"/>
                  </a:cxn>
                  <a:cxn ang="f55">
                    <a:pos x="f98" y="f99"/>
                  </a:cxn>
                  <a:cxn ang="f55">
                    <a:pos x="f96" y="f100"/>
                  </a:cxn>
                  <a:cxn ang="f55">
                    <a:pos x="f101" y="f99"/>
                  </a:cxn>
                  <a:cxn ang="f55">
                    <a:pos x="f96" y="f97"/>
                  </a:cxn>
                  <a:cxn ang="f55">
                    <a:pos x="f102" y="f103"/>
                  </a:cxn>
                  <a:cxn ang="f55">
                    <a:pos x="f104" y="f105"/>
                  </a:cxn>
                  <a:cxn ang="f55">
                    <a:pos x="f102" y="f106"/>
                  </a:cxn>
                  <a:cxn ang="f55">
                    <a:pos x="f107" y="f105"/>
                  </a:cxn>
                  <a:cxn ang="f55">
                    <a:pos x="f102" y="f103"/>
                  </a:cxn>
                  <a:cxn ang="f55">
                    <a:pos x="f108" y="f109"/>
                  </a:cxn>
                  <a:cxn ang="f55">
                    <a:pos x="f110" y="f109"/>
                  </a:cxn>
                  <a:cxn ang="f55">
                    <a:pos x="f110" y="f111"/>
                  </a:cxn>
                  <a:cxn ang="f55">
                    <a:pos x="f112" y="f111"/>
                  </a:cxn>
                  <a:cxn ang="f55">
                    <a:pos x="f112" y="f113"/>
                  </a:cxn>
                  <a:cxn ang="f55">
                    <a:pos x="f114" y="f113"/>
                  </a:cxn>
                  <a:cxn ang="f55">
                    <a:pos x="f114" y="f115"/>
                  </a:cxn>
                  <a:cxn ang="f55">
                    <a:pos x="f104" y="f115"/>
                  </a:cxn>
                  <a:cxn ang="f55">
                    <a:pos x="f104" y="f113"/>
                  </a:cxn>
                  <a:cxn ang="f55">
                    <a:pos x="f104" y="f111"/>
                  </a:cxn>
                  <a:cxn ang="f55">
                    <a:pos x="f108" y="f111"/>
                  </a:cxn>
                  <a:cxn ang="f55">
                    <a:pos x="f108" y="f109"/>
                  </a:cxn>
                </a:cxnLst>
                <a:rect l="f92" t="f95" r="f93" b="f94"/>
                <a:pathLst>
                  <a:path w="291719" h="291719">
                    <a:moveTo>
                      <a:pt x="f7" y="f5"/>
                    </a:moveTo>
                    <a:cubicBezTo>
                      <a:pt x="f8" y="f5"/>
                      <a:pt x="f5" y="f8"/>
                      <a:pt x="f5" y="f7"/>
                    </a:cubicBezTo>
                    <a:cubicBezTo>
                      <a:pt x="f5" y="f9"/>
                      <a:pt x="f8" y="f10"/>
                      <a:pt x="f7" y="f10"/>
                    </a:cubicBezTo>
                    <a:cubicBezTo>
                      <a:pt x="f9" y="f10"/>
                      <a:pt x="f10" y="f9"/>
                      <a:pt x="f10" y="f7"/>
                    </a:cubicBezTo>
                    <a:cubicBezTo>
                      <a:pt x="f10" y="f8"/>
                      <a:pt x="f9" y="f5"/>
                      <a:pt x="f7" y="f5"/>
                    </a:cubicBezTo>
                    <a:close/>
                    <a:moveTo>
                      <a:pt x="f11" y="f12"/>
                    </a:moveTo>
                    <a:cubicBezTo>
                      <a:pt x="f13" y="f12"/>
                      <a:pt x="f14" y="f15"/>
                      <a:pt x="f14" y="f16"/>
                    </a:cubicBezTo>
                    <a:cubicBezTo>
                      <a:pt x="f14" y="f17"/>
                      <a:pt x="f13" y="f18"/>
                      <a:pt x="f11" y="f18"/>
                    </a:cubicBezTo>
                    <a:cubicBezTo>
                      <a:pt x="f19" y="f18"/>
                      <a:pt x="f20" y="f17"/>
                      <a:pt x="f20" y="f16"/>
                    </a:cubicBezTo>
                    <a:cubicBezTo>
                      <a:pt x="f20" y="f15"/>
                      <a:pt x="f19" y="f12"/>
                      <a:pt x="f11" y="f12"/>
                    </a:cubicBezTo>
                    <a:close/>
                    <a:moveTo>
                      <a:pt x="f21" y="f22"/>
                    </a:moveTo>
                    <a:lnTo>
                      <a:pt x="f23" y="f22"/>
                    </a:lnTo>
                    <a:lnTo>
                      <a:pt x="f23" y="f24"/>
                    </a:lnTo>
                    <a:lnTo>
                      <a:pt x="f25" y="f24"/>
                    </a:lnTo>
                    <a:lnTo>
                      <a:pt x="f25" y="f26"/>
                    </a:lnTo>
                    <a:lnTo>
                      <a:pt x="f27" y="f26"/>
                    </a:lnTo>
                    <a:lnTo>
                      <a:pt x="f27" y="f28"/>
                    </a:lnTo>
                    <a:lnTo>
                      <a:pt x="f14" y="f28"/>
                    </a:lnTo>
                    <a:lnTo>
                      <a:pt x="f14" y="f26"/>
                    </a:lnTo>
                    <a:lnTo>
                      <a:pt x="f14" y="f24"/>
                    </a:lnTo>
                    <a:lnTo>
                      <a:pt x="f21" y="f24"/>
                    </a:lnTo>
                    <a:lnTo>
                      <a:pt x="f21" y="f22"/>
                    </a:lnTo>
                    <a:close/>
                  </a:path>
                </a:pathLst>
              </a:custGeom>
              <a:solidFill>
                <a:srgbClr val="1FF524"/>
              </a:solidFill>
              <a:ln>
                <a:noFill/>
                <a:prstDash val="soli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2000" b="0" i="0" u="none" strike="noStrike" kern="1200" cap="none" spc="0" baseline="0">
                  <a:solidFill>
                    <a:srgbClr val="211F26"/>
                  </a:solidFill>
                  <a:uFillTx/>
                  <a:latin typeface="Calibri" pitchFamily="34"/>
                  <a:cs typeface="Calibri" pitchFamily="34"/>
                </a:endParaRPr>
              </a:p>
            </p:txBody>
          </p:sp>
        </p:grpSp>
        <p:grpSp>
          <p:nvGrpSpPr>
            <p:cNvPr id="29" name="VOORBEELD">
              <a:extLst>
                <a:ext uri="{FF2B5EF4-FFF2-40B4-BE49-F238E27FC236}">
                  <a16:creationId xmlns:a16="http://schemas.microsoft.com/office/drawing/2014/main" id="{5C74E0CB-69D6-8E2C-ADB4-DF1FD1E00717}"/>
                </a:ext>
              </a:extLst>
            </p:cNvPr>
            <p:cNvGrpSpPr/>
            <p:nvPr/>
          </p:nvGrpSpPr>
          <p:grpSpPr>
            <a:xfrm>
              <a:off x="12558863" y="458672"/>
              <a:ext cx="3234315" cy="558871"/>
              <a:chOff x="12558863" y="458672"/>
              <a:chExt cx="3234315" cy="558871"/>
            </a:xfrm>
          </p:grpSpPr>
          <p:sp>
            <p:nvSpPr>
              <p:cNvPr id="30" name="Rechthoek 40">
                <a:extLst>
                  <a:ext uri="{FF2B5EF4-FFF2-40B4-BE49-F238E27FC236}">
                    <a16:creationId xmlns:a16="http://schemas.microsoft.com/office/drawing/2014/main" id="{5A75B120-5CEC-F8B0-FAE3-E8AC669FCCE1}"/>
                  </a:ext>
                </a:extLst>
              </p:cNvPr>
              <p:cNvSpPr/>
              <p:nvPr/>
            </p:nvSpPr>
            <p:spPr>
              <a:xfrm>
                <a:off x="12559850" y="458672"/>
                <a:ext cx="393457" cy="184059"/>
              </a:xfrm>
              <a:prstGeom prst="rect">
                <a:avLst/>
              </a:prstGeom>
              <a:solidFill>
                <a:srgbClr val="F8F8F8"/>
              </a:solidFill>
              <a:ln>
                <a:noFill/>
                <a:prstDash val="solid"/>
              </a:ln>
            </p:spPr>
            <p:txBody>
              <a:bodyPr vert="horz" wrap="square" lIns="0" tIns="18004" rIns="0" bIns="0" anchor="t"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900" b="1" i="0" u="none" strike="noStrike" kern="1200" cap="none" spc="0" baseline="0">
                    <a:solidFill>
                      <a:srgbClr val="211F26"/>
                    </a:solidFill>
                    <a:uFillTx/>
                    <a:latin typeface="Calibri" pitchFamily="34"/>
                    <a:cs typeface="Calibri" pitchFamily="34"/>
                  </a:rPr>
                  <a:t>Home</a:t>
                </a:r>
              </a:p>
            </p:txBody>
          </p:sp>
          <p:sp>
            <p:nvSpPr>
              <p:cNvPr id="31" name="Rechthoek 41">
                <a:extLst>
                  <a:ext uri="{FF2B5EF4-FFF2-40B4-BE49-F238E27FC236}">
                    <a16:creationId xmlns:a16="http://schemas.microsoft.com/office/drawing/2014/main" id="{90A133E1-9FD7-63E1-9BC0-91E1E6267176}"/>
                  </a:ext>
                </a:extLst>
              </p:cNvPr>
              <p:cNvSpPr/>
              <p:nvPr/>
            </p:nvSpPr>
            <p:spPr>
              <a:xfrm>
                <a:off x="12564843" y="621343"/>
                <a:ext cx="383782" cy="27166"/>
              </a:xfrm>
              <a:prstGeom prst="rect">
                <a:avLst/>
              </a:prstGeom>
              <a:solidFill>
                <a:srgbClr val="B74629"/>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nvGrpSpPr>
              <p:cNvPr id="32" name="Groep 42">
                <a:extLst>
                  <a:ext uri="{FF2B5EF4-FFF2-40B4-BE49-F238E27FC236}">
                    <a16:creationId xmlns:a16="http://schemas.microsoft.com/office/drawing/2014/main" id="{354A4AE1-8A58-6678-B3FD-A922C1F537AF}"/>
                  </a:ext>
                </a:extLst>
              </p:cNvPr>
              <p:cNvGrpSpPr/>
              <p:nvPr/>
            </p:nvGrpSpPr>
            <p:grpSpPr>
              <a:xfrm>
                <a:off x="12777789" y="830869"/>
                <a:ext cx="139418" cy="109563"/>
                <a:chOff x="12777789" y="830869"/>
                <a:chExt cx="139418" cy="109563"/>
              </a:xfrm>
            </p:grpSpPr>
            <p:grpSp>
              <p:nvGrpSpPr>
                <p:cNvPr id="33" name="Groep 73">
                  <a:extLst>
                    <a:ext uri="{FF2B5EF4-FFF2-40B4-BE49-F238E27FC236}">
                      <a16:creationId xmlns:a16="http://schemas.microsoft.com/office/drawing/2014/main" id="{AACD907B-6D45-5DE8-EC78-D6D0B62EC4A9}"/>
                    </a:ext>
                  </a:extLst>
                </p:cNvPr>
                <p:cNvGrpSpPr/>
                <p:nvPr/>
              </p:nvGrpSpPr>
              <p:grpSpPr>
                <a:xfrm>
                  <a:off x="12777789" y="830869"/>
                  <a:ext cx="139418" cy="109563"/>
                  <a:chOff x="12777789" y="830869"/>
                  <a:chExt cx="139418" cy="109563"/>
                </a:xfrm>
              </p:grpSpPr>
              <p:cxnSp>
                <p:nvCxnSpPr>
                  <p:cNvPr id="34" name="Rechte verbindingslijn 75">
                    <a:extLst>
                      <a:ext uri="{FF2B5EF4-FFF2-40B4-BE49-F238E27FC236}">
                        <a16:creationId xmlns:a16="http://schemas.microsoft.com/office/drawing/2014/main" id="{A8652678-957F-BFF1-89BA-4680CA9B8822}"/>
                      </a:ext>
                    </a:extLst>
                  </p:cNvPr>
                  <p:cNvCxnSpPr/>
                  <p:nvPr/>
                </p:nvCxnSpPr>
                <p:spPr>
                  <a:xfrm>
                    <a:off x="12777789" y="830869"/>
                    <a:ext cx="139418" cy="0"/>
                  </a:xfrm>
                  <a:prstGeom prst="straightConnector1">
                    <a:avLst/>
                  </a:prstGeom>
                  <a:noFill/>
                  <a:ln w="12701" cap="flat">
                    <a:solidFill>
                      <a:srgbClr val="9D9FA1"/>
                    </a:solidFill>
                    <a:prstDash val="solid"/>
                  </a:ln>
                </p:spPr>
              </p:cxnSp>
              <p:cxnSp>
                <p:nvCxnSpPr>
                  <p:cNvPr id="35" name="Rechte verbindingslijn 76">
                    <a:extLst>
                      <a:ext uri="{FF2B5EF4-FFF2-40B4-BE49-F238E27FC236}">
                        <a16:creationId xmlns:a16="http://schemas.microsoft.com/office/drawing/2014/main" id="{488B6454-B70A-E564-F0C8-DC508E98766B}"/>
                      </a:ext>
                    </a:extLst>
                  </p:cNvPr>
                  <p:cNvCxnSpPr/>
                  <p:nvPr/>
                </p:nvCxnSpPr>
                <p:spPr>
                  <a:xfrm>
                    <a:off x="12777789" y="940432"/>
                    <a:ext cx="139418" cy="0"/>
                  </a:xfrm>
                  <a:prstGeom prst="straightConnector1">
                    <a:avLst/>
                  </a:prstGeom>
                  <a:noFill/>
                  <a:ln w="12701" cap="flat">
                    <a:solidFill>
                      <a:srgbClr val="9D9FA1"/>
                    </a:solidFill>
                    <a:prstDash val="solid"/>
                  </a:ln>
                </p:spPr>
              </p:cxnSp>
              <p:cxnSp>
                <p:nvCxnSpPr>
                  <p:cNvPr id="36" name="Rechte verbindingslijn 77">
                    <a:extLst>
                      <a:ext uri="{FF2B5EF4-FFF2-40B4-BE49-F238E27FC236}">
                        <a16:creationId xmlns:a16="http://schemas.microsoft.com/office/drawing/2014/main" id="{3748E117-4B98-7DC1-49DC-2724725345A9}"/>
                      </a:ext>
                    </a:extLst>
                  </p:cNvPr>
                  <p:cNvCxnSpPr/>
                  <p:nvPr/>
                </p:nvCxnSpPr>
                <p:spPr>
                  <a:xfrm>
                    <a:off x="12854443" y="913046"/>
                    <a:ext cx="62764" cy="0"/>
                  </a:xfrm>
                  <a:prstGeom prst="straightConnector1">
                    <a:avLst/>
                  </a:prstGeom>
                  <a:noFill/>
                  <a:ln w="12701" cap="flat">
                    <a:solidFill>
                      <a:srgbClr val="9D9FA1"/>
                    </a:solidFill>
                    <a:prstDash val="solid"/>
                  </a:ln>
                </p:spPr>
              </p:cxnSp>
              <p:cxnSp>
                <p:nvCxnSpPr>
                  <p:cNvPr id="37" name="Rechte verbindingslijn 78">
                    <a:extLst>
                      <a:ext uri="{FF2B5EF4-FFF2-40B4-BE49-F238E27FC236}">
                        <a16:creationId xmlns:a16="http://schemas.microsoft.com/office/drawing/2014/main" id="{ADC9D40E-61EB-FC53-4753-4964E2C09588}"/>
                      </a:ext>
                    </a:extLst>
                  </p:cNvPr>
                  <p:cNvCxnSpPr/>
                  <p:nvPr/>
                </p:nvCxnSpPr>
                <p:spPr>
                  <a:xfrm>
                    <a:off x="12854443" y="885651"/>
                    <a:ext cx="62764" cy="0"/>
                  </a:xfrm>
                  <a:prstGeom prst="straightConnector1">
                    <a:avLst/>
                  </a:prstGeom>
                  <a:noFill/>
                  <a:ln w="12701" cap="flat">
                    <a:solidFill>
                      <a:srgbClr val="9D9FA1"/>
                    </a:solidFill>
                    <a:prstDash val="solid"/>
                  </a:ln>
                </p:spPr>
              </p:cxnSp>
              <p:cxnSp>
                <p:nvCxnSpPr>
                  <p:cNvPr id="38" name="Rechte verbindingslijn 79">
                    <a:extLst>
                      <a:ext uri="{FF2B5EF4-FFF2-40B4-BE49-F238E27FC236}">
                        <a16:creationId xmlns:a16="http://schemas.microsoft.com/office/drawing/2014/main" id="{C598B23C-2FE3-1E0A-6098-78AFC1A9B44A}"/>
                      </a:ext>
                    </a:extLst>
                  </p:cNvPr>
                  <p:cNvCxnSpPr/>
                  <p:nvPr/>
                </p:nvCxnSpPr>
                <p:spPr>
                  <a:xfrm>
                    <a:off x="12854443" y="858264"/>
                    <a:ext cx="62764" cy="0"/>
                  </a:xfrm>
                  <a:prstGeom prst="straightConnector1">
                    <a:avLst/>
                  </a:prstGeom>
                  <a:noFill/>
                  <a:ln w="12701" cap="flat">
                    <a:solidFill>
                      <a:srgbClr val="9D9FA1"/>
                    </a:solidFill>
                    <a:prstDash val="solid"/>
                  </a:ln>
                </p:spPr>
              </p:cxnSp>
            </p:grpSp>
            <p:sp>
              <p:nvSpPr>
                <p:cNvPr id="39" name="Pijl: rechts 74">
                  <a:extLst>
                    <a:ext uri="{FF2B5EF4-FFF2-40B4-BE49-F238E27FC236}">
                      <a16:creationId xmlns:a16="http://schemas.microsoft.com/office/drawing/2014/main" id="{F7B07C1F-086B-F96C-3EC2-A1E91A790E30}"/>
                    </a:ext>
                  </a:extLst>
                </p:cNvPr>
                <p:cNvSpPr/>
                <p:nvPr/>
              </p:nvSpPr>
              <p:spPr>
                <a:xfrm>
                  <a:off x="12777789" y="857039"/>
                  <a:ext cx="58411" cy="56116"/>
                </a:xfrm>
                <a:custGeom>
                  <a:avLst>
                    <a:gd name="f0" fmla="val 8396"/>
                    <a:gd name="f1" fmla="val 8064"/>
                  </a:avLst>
                  <a:gdLst>
                    <a:gd name="f2" fmla="val 10800000"/>
                    <a:gd name="f3" fmla="val 5400000"/>
                    <a:gd name="f4" fmla="val 180"/>
                    <a:gd name="f5" fmla="val w"/>
                    <a:gd name="f6" fmla="val h"/>
                    <a:gd name="f7" fmla="val 0"/>
                    <a:gd name="f8" fmla="val 21600"/>
                    <a:gd name="f9" fmla="val 10800"/>
                    <a:gd name="f10" fmla="+- 0 0 0"/>
                    <a:gd name="f11" fmla="+- 0 0 180"/>
                    <a:gd name="f12" fmla="*/ f5 1 21600"/>
                    <a:gd name="f13" fmla="*/ f6 1 21600"/>
                    <a:gd name="f14" fmla="pin 0 f0 21600"/>
                    <a:gd name="f15" fmla="pin 0 f1 10800"/>
                    <a:gd name="f16" fmla="*/ f10 f2 1"/>
                    <a:gd name="f17" fmla="*/ f11 f2 1"/>
                    <a:gd name="f18" fmla="val f15"/>
                    <a:gd name="f19" fmla="val f14"/>
                    <a:gd name="f20" fmla="+- 21600 0 f15"/>
                    <a:gd name="f21" fmla="*/ f14 f12 1"/>
                    <a:gd name="f22" fmla="*/ f15 f13 1"/>
                    <a:gd name="f23" fmla="*/ 0 f12 1"/>
                    <a:gd name="f24" fmla="*/ 0 f13 1"/>
                    <a:gd name="f25" fmla="*/ f16 1 f4"/>
                    <a:gd name="f26" fmla="*/ 21600 f13 1"/>
                    <a:gd name="f27" fmla="*/ f17 1 f4"/>
                    <a:gd name="f28" fmla="+- 21600 0 f19"/>
                    <a:gd name="f29" fmla="*/ f20 f13 1"/>
                    <a:gd name="f30" fmla="*/ f18 f13 1"/>
                    <a:gd name="f31" fmla="*/ f19 f12 1"/>
                    <a:gd name="f32" fmla="+- f25 0 f3"/>
                    <a:gd name="f33" fmla="+- f27 0 f3"/>
                    <a:gd name="f34" fmla="*/ f28 f18 1"/>
                    <a:gd name="f35" fmla="*/ f34 1 10800"/>
                    <a:gd name="f36" fmla="+- f19 f35 0"/>
                    <a:gd name="f37" fmla="*/ f36 f12 1"/>
                  </a:gdLst>
                  <a:ahLst>
                    <a:ahXY gdRefX="f0" minX="f7" maxX="f8" gdRefY="f1" minY="f7" maxY="f9">
                      <a:pos x="f21" y="f22"/>
                    </a:ahXY>
                  </a:ahLst>
                  <a:cxnLst>
                    <a:cxn ang="3cd4">
                      <a:pos x="hc" y="t"/>
                    </a:cxn>
                    <a:cxn ang="0">
                      <a:pos x="r" y="vc"/>
                    </a:cxn>
                    <a:cxn ang="cd4">
                      <a:pos x="hc" y="b"/>
                    </a:cxn>
                    <a:cxn ang="cd2">
                      <a:pos x="l" y="vc"/>
                    </a:cxn>
                    <a:cxn ang="f32">
                      <a:pos x="f31" y="f24"/>
                    </a:cxn>
                    <a:cxn ang="f33">
                      <a:pos x="f31" y="f26"/>
                    </a:cxn>
                  </a:cxnLst>
                  <a:rect l="f23" t="f30" r="f37" b="f29"/>
                  <a:pathLst>
                    <a:path w="21600" h="21600">
                      <a:moveTo>
                        <a:pt x="f7" y="f18"/>
                      </a:moveTo>
                      <a:lnTo>
                        <a:pt x="f19" y="f18"/>
                      </a:lnTo>
                      <a:lnTo>
                        <a:pt x="f19" y="f7"/>
                      </a:lnTo>
                      <a:lnTo>
                        <a:pt x="f8" y="f9"/>
                      </a:lnTo>
                      <a:lnTo>
                        <a:pt x="f19" y="f8"/>
                      </a:lnTo>
                      <a:lnTo>
                        <a:pt x="f19" y="f20"/>
                      </a:lnTo>
                      <a:lnTo>
                        <a:pt x="f7" y="f20"/>
                      </a:lnTo>
                      <a:close/>
                    </a:path>
                  </a:pathLst>
                </a:custGeom>
                <a:solidFill>
                  <a:srgbClr val="4A7DB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grpSp>
            <p:nvGrpSpPr>
              <p:cNvPr id="40" name="Groep 43">
                <a:extLst>
                  <a:ext uri="{FF2B5EF4-FFF2-40B4-BE49-F238E27FC236}">
                    <a16:creationId xmlns:a16="http://schemas.microsoft.com/office/drawing/2014/main" id="{DA3F2218-4E43-ECAA-1164-1D0B413898A4}"/>
                  </a:ext>
                </a:extLst>
              </p:cNvPr>
              <p:cNvGrpSpPr/>
              <p:nvPr/>
            </p:nvGrpSpPr>
            <p:grpSpPr>
              <a:xfrm>
                <a:off x="12558863" y="830869"/>
                <a:ext cx="139418" cy="109563"/>
                <a:chOff x="12558863" y="830869"/>
                <a:chExt cx="139418" cy="109563"/>
              </a:xfrm>
            </p:grpSpPr>
            <p:grpSp>
              <p:nvGrpSpPr>
                <p:cNvPr id="41" name="Groep 66">
                  <a:extLst>
                    <a:ext uri="{FF2B5EF4-FFF2-40B4-BE49-F238E27FC236}">
                      <a16:creationId xmlns:a16="http://schemas.microsoft.com/office/drawing/2014/main" id="{173EC214-0584-63D3-AE28-CA29F0A5C910}"/>
                    </a:ext>
                  </a:extLst>
                </p:cNvPr>
                <p:cNvGrpSpPr/>
                <p:nvPr/>
              </p:nvGrpSpPr>
              <p:grpSpPr>
                <a:xfrm>
                  <a:off x="12558863" y="830869"/>
                  <a:ext cx="139418" cy="109563"/>
                  <a:chOff x="12558863" y="830869"/>
                  <a:chExt cx="139418" cy="109563"/>
                </a:xfrm>
              </p:grpSpPr>
              <p:cxnSp>
                <p:nvCxnSpPr>
                  <p:cNvPr id="42" name="Rechte verbindingslijn 68">
                    <a:extLst>
                      <a:ext uri="{FF2B5EF4-FFF2-40B4-BE49-F238E27FC236}">
                        <a16:creationId xmlns:a16="http://schemas.microsoft.com/office/drawing/2014/main" id="{BF07DB1A-1C13-B6A8-6E15-FA0026D10662}"/>
                      </a:ext>
                    </a:extLst>
                  </p:cNvPr>
                  <p:cNvCxnSpPr/>
                  <p:nvPr/>
                </p:nvCxnSpPr>
                <p:spPr>
                  <a:xfrm>
                    <a:off x="12558863" y="830869"/>
                    <a:ext cx="139418" cy="0"/>
                  </a:xfrm>
                  <a:prstGeom prst="straightConnector1">
                    <a:avLst/>
                  </a:prstGeom>
                  <a:noFill/>
                  <a:ln w="12701" cap="flat">
                    <a:solidFill>
                      <a:srgbClr val="9D9FA1"/>
                    </a:solidFill>
                    <a:prstDash val="solid"/>
                  </a:ln>
                </p:spPr>
              </p:cxnSp>
              <p:cxnSp>
                <p:nvCxnSpPr>
                  <p:cNvPr id="43" name="Rechte verbindingslijn 69">
                    <a:extLst>
                      <a:ext uri="{FF2B5EF4-FFF2-40B4-BE49-F238E27FC236}">
                        <a16:creationId xmlns:a16="http://schemas.microsoft.com/office/drawing/2014/main" id="{D8FD18F6-8EF0-A738-69ED-B3AE5ACEC465}"/>
                      </a:ext>
                    </a:extLst>
                  </p:cNvPr>
                  <p:cNvCxnSpPr/>
                  <p:nvPr/>
                </p:nvCxnSpPr>
                <p:spPr>
                  <a:xfrm>
                    <a:off x="12558863" y="940432"/>
                    <a:ext cx="139418" cy="0"/>
                  </a:xfrm>
                  <a:prstGeom prst="straightConnector1">
                    <a:avLst/>
                  </a:prstGeom>
                  <a:noFill/>
                  <a:ln w="12701" cap="flat">
                    <a:solidFill>
                      <a:srgbClr val="9D9FA1"/>
                    </a:solidFill>
                    <a:prstDash val="solid"/>
                  </a:ln>
                </p:spPr>
              </p:cxnSp>
              <p:cxnSp>
                <p:nvCxnSpPr>
                  <p:cNvPr id="44" name="Rechte verbindingslijn 70">
                    <a:extLst>
                      <a:ext uri="{FF2B5EF4-FFF2-40B4-BE49-F238E27FC236}">
                        <a16:creationId xmlns:a16="http://schemas.microsoft.com/office/drawing/2014/main" id="{9D9BE1F8-1ED0-6C52-8083-B73271264BAC}"/>
                      </a:ext>
                    </a:extLst>
                  </p:cNvPr>
                  <p:cNvCxnSpPr/>
                  <p:nvPr/>
                </p:nvCxnSpPr>
                <p:spPr>
                  <a:xfrm>
                    <a:off x="12635517" y="913046"/>
                    <a:ext cx="62764" cy="0"/>
                  </a:xfrm>
                  <a:prstGeom prst="straightConnector1">
                    <a:avLst/>
                  </a:prstGeom>
                  <a:noFill/>
                  <a:ln w="12701" cap="flat">
                    <a:solidFill>
                      <a:srgbClr val="9D9FA1"/>
                    </a:solidFill>
                    <a:prstDash val="solid"/>
                  </a:ln>
                </p:spPr>
              </p:cxnSp>
              <p:cxnSp>
                <p:nvCxnSpPr>
                  <p:cNvPr id="45" name="Rechte verbindingslijn 71">
                    <a:extLst>
                      <a:ext uri="{FF2B5EF4-FFF2-40B4-BE49-F238E27FC236}">
                        <a16:creationId xmlns:a16="http://schemas.microsoft.com/office/drawing/2014/main" id="{8535A581-B42B-8EC2-639D-FC723CED5E45}"/>
                      </a:ext>
                    </a:extLst>
                  </p:cNvPr>
                  <p:cNvCxnSpPr/>
                  <p:nvPr/>
                </p:nvCxnSpPr>
                <p:spPr>
                  <a:xfrm>
                    <a:off x="12635517" y="885651"/>
                    <a:ext cx="62764" cy="0"/>
                  </a:xfrm>
                  <a:prstGeom prst="straightConnector1">
                    <a:avLst/>
                  </a:prstGeom>
                  <a:noFill/>
                  <a:ln w="12701" cap="flat">
                    <a:solidFill>
                      <a:srgbClr val="9D9FA1"/>
                    </a:solidFill>
                    <a:prstDash val="solid"/>
                  </a:ln>
                </p:spPr>
              </p:cxnSp>
              <p:cxnSp>
                <p:nvCxnSpPr>
                  <p:cNvPr id="46" name="Rechte verbindingslijn 72">
                    <a:extLst>
                      <a:ext uri="{FF2B5EF4-FFF2-40B4-BE49-F238E27FC236}">
                        <a16:creationId xmlns:a16="http://schemas.microsoft.com/office/drawing/2014/main" id="{95A730F0-8CAA-3775-CC3A-1CE39C9BB6FA}"/>
                      </a:ext>
                    </a:extLst>
                  </p:cNvPr>
                  <p:cNvCxnSpPr/>
                  <p:nvPr/>
                </p:nvCxnSpPr>
                <p:spPr>
                  <a:xfrm>
                    <a:off x="12635517" y="858264"/>
                    <a:ext cx="62764" cy="0"/>
                  </a:xfrm>
                  <a:prstGeom prst="straightConnector1">
                    <a:avLst/>
                  </a:prstGeom>
                  <a:noFill/>
                  <a:ln w="12701" cap="flat">
                    <a:solidFill>
                      <a:srgbClr val="9D9FA1"/>
                    </a:solidFill>
                    <a:prstDash val="solid"/>
                  </a:ln>
                </p:spPr>
              </p:cxnSp>
            </p:grpSp>
            <p:sp>
              <p:nvSpPr>
                <p:cNvPr id="47" name="Pijl: rechts 67">
                  <a:extLst>
                    <a:ext uri="{FF2B5EF4-FFF2-40B4-BE49-F238E27FC236}">
                      <a16:creationId xmlns:a16="http://schemas.microsoft.com/office/drawing/2014/main" id="{8E1070EE-870E-F9DA-5805-5F4200BDA954}"/>
                    </a:ext>
                  </a:extLst>
                </p:cNvPr>
                <p:cNvSpPr/>
                <p:nvPr/>
              </p:nvSpPr>
              <p:spPr>
                <a:xfrm flipH="1">
                  <a:off x="12558863" y="857039"/>
                  <a:ext cx="58411" cy="56116"/>
                </a:xfrm>
                <a:custGeom>
                  <a:avLst>
                    <a:gd name="f0" fmla="val 8396"/>
                    <a:gd name="f1" fmla="val 8064"/>
                  </a:avLst>
                  <a:gdLst>
                    <a:gd name="f2" fmla="val 10800000"/>
                    <a:gd name="f3" fmla="val 5400000"/>
                    <a:gd name="f4" fmla="val 180"/>
                    <a:gd name="f5" fmla="val w"/>
                    <a:gd name="f6" fmla="val h"/>
                    <a:gd name="f7" fmla="val 0"/>
                    <a:gd name="f8" fmla="val 21600"/>
                    <a:gd name="f9" fmla="val 10800"/>
                    <a:gd name="f10" fmla="+- 0 0 0"/>
                    <a:gd name="f11" fmla="+- 0 0 180"/>
                    <a:gd name="f12" fmla="*/ f5 1 21600"/>
                    <a:gd name="f13" fmla="*/ f6 1 21600"/>
                    <a:gd name="f14" fmla="pin 0 f0 21600"/>
                    <a:gd name="f15" fmla="pin 0 f1 10800"/>
                    <a:gd name="f16" fmla="*/ f10 f2 1"/>
                    <a:gd name="f17" fmla="*/ f11 f2 1"/>
                    <a:gd name="f18" fmla="val f15"/>
                    <a:gd name="f19" fmla="val f14"/>
                    <a:gd name="f20" fmla="+- 21600 0 f15"/>
                    <a:gd name="f21" fmla="*/ f14 f12 1"/>
                    <a:gd name="f22" fmla="*/ f15 f13 1"/>
                    <a:gd name="f23" fmla="*/ 0 f12 1"/>
                    <a:gd name="f24" fmla="*/ 0 f13 1"/>
                    <a:gd name="f25" fmla="*/ f16 1 f4"/>
                    <a:gd name="f26" fmla="*/ 21600 f13 1"/>
                    <a:gd name="f27" fmla="*/ f17 1 f4"/>
                    <a:gd name="f28" fmla="+- 21600 0 f19"/>
                    <a:gd name="f29" fmla="*/ f20 f13 1"/>
                    <a:gd name="f30" fmla="*/ f18 f13 1"/>
                    <a:gd name="f31" fmla="*/ f19 f12 1"/>
                    <a:gd name="f32" fmla="+- f25 0 f3"/>
                    <a:gd name="f33" fmla="+- f27 0 f3"/>
                    <a:gd name="f34" fmla="*/ f28 f18 1"/>
                    <a:gd name="f35" fmla="*/ f34 1 10800"/>
                    <a:gd name="f36" fmla="+- f19 f35 0"/>
                    <a:gd name="f37" fmla="*/ f36 f12 1"/>
                  </a:gdLst>
                  <a:ahLst>
                    <a:ahXY gdRefX="f0" minX="f7" maxX="f8" gdRefY="f1" minY="f7" maxY="f9">
                      <a:pos x="f21" y="f22"/>
                    </a:ahXY>
                  </a:ahLst>
                  <a:cxnLst>
                    <a:cxn ang="3cd4">
                      <a:pos x="hc" y="t"/>
                    </a:cxn>
                    <a:cxn ang="0">
                      <a:pos x="r" y="vc"/>
                    </a:cxn>
                    <a:cxn ang="cd4">
                      <a:pos x="hc" y="b"/>
                    </a:cxn>
                    <a:cxn ang="cd2">
                      <a:pos x="l" y="vc"/>
                    </a:cxn>
                    <a:cxn ang="f32">
                      <a:pos x="f31" y="f24"/>
                    </a:cxn>
                    <a:cxn ang="f33">
                      <a:pos x="f31" y="f26"/>
                    </a:cxn>
                  </a:cxnLst>
                  <a:rect l="f23" t="f30" r="f37" b="f29"/>
                  <a:pathLst>
                    <a:path w="21600" h="21600">
                      <a:moveTo>
                        <a:pt x="f7" y="f18"/>
                      </a:moveTo>
                      <a:lnTo>
                        <a:pt x="f19" y="f18"/>
                      </a:lnTo>
                      <a:lnTo>
                        <a:pt x="f19" y="f7"/>
                      </a:lnTo>
                      <a:lnTo>
                        <a:pt x="f8" y="f9"/>
                      </a:lnTo>
                      <a:lnTo>
                        <a:pt x="f19" y="f8"/>
                      </a:lnTo>
                      <a:lnTo>
                        <a:pt x="f19" y="f20"/>
                      </a:lnTo>
                      <a:lnTo>
                        <a:pt x="f7" y="f20"/>
                      </a:lnTo>
                      <a:close/>
                    </a:path>
                  </a:pathLst>
                </a:custGeom>
                <a:solidFill>
                  <a:srgbClr val="4A7DB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cxnSp>
            <p:nvCxnSpPr>
              <p:cNvPr id="48" name="Rechte verbindingslijn 44">
                <a:extLst>
                  <a:ext uri="{FF2B5EF4-FFF2-40B4-BE49-F238E27FC236}">
                    <a16:creationId xmlns:a16="http://schemas.microsoft.com/office/drawing/2014/main" id="{7DF0E371-9516-5D4D-0C0B-6362FC1D288A}"/>
                  </a:ext>
                </a:extLst>
              </p:cNvPr>
              <p:cNvCxnSpPr/>
              <p:nvPr/>
            </p:nvCxnSpPr>
            <p:spPr>
              <a:xfrm flipV="1">
                <a:off x="12704079" y="588169"/>
                <a:ext cx="547680" cy="219072"/>
              </a:xfrm>
              <a:prstGeom prst="straightConnector1">
                <a:avLst/>
              </a:prstGeom>
              <a:noFill/>
              <a:ln w="19046" cap="rnd">
                <a:solidFill>
                  <a:srgbClr val="00A6D6"/>
                </a:solidFill>
                <a:prstDash val="solid"/>
                <a:headEnd type="arrow"/>
              </a:ln>
            </p:spPr>
          </p:cxnSp>
          <p:cxnSp>
            <p:nvCxnSpPr>
              <p:cNvPr id="49" name="Rechte verbindingslijn 45">
                <a:extLst>
                  <a:ext uri="{FF2B5EF4-FFF2-40B4-BE49-F238E27FC236}">
                    <a16:creationId xmlns:a16="http://schemas.microsoft.com/office/drawing/2014/main" id="{A0FFE9F8-72E3-936A-F990-7411F2654B27}"/>
                  </a:ext>
                </a:extLst>
              </p:cNvPr>
              <p:cNvCxnSpPr/>
              <p:nvPr/>
            </p:nvCxnSpPr>
            <p:spPr>
              <a:xfrm>
                <a:off x="12939820" y="828675"/>
                <a:ext cx="319089" cy="0"/>
              </a:xfrm>
              <a:prstGeom prst="straightConnector1">
                <a:avLst/>
              </a:prstGeom>
              <a:noFill/>
              <a:ln w="19046" cap="rnd">
                <a:solidFill>
                  <a:srgbClr val="00A6D6"/>
                </a:solidFill>
                <a:prstDash val="solid"/>
                <a:headEnd type="arrow"/>
              </a:ln>
            </p:spPr>
          </p:cxnSp>
          <p:sp>
            <p:nvSpPr>
              <p:cNvPr id="50" name="Rechthoek 46">
                <a:extLst>
                  <a:ext uri="{FF2B5EF4-FFF2-40B4-BE49-F238E27FC236}">
                    <a16:creationId xmlns:a16="http://schemas.microsoft.com/office/drawing/2014/main" id="{EA912C85-A896-780B-2C9D-685D267BC1DB}"/>
                  </a:ext>
                </a:extLst>
              </p:cNvPr>
              <p:cNvSpPr/>
              <p:nvPr/>
            </p:nvSpPr>
            <p:spPr>
              <a:xfrm>
                <a:off x="13604132" y="512182"/>
                <a:ext cx="2189046" cy="151086"/>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100" b="0" i="0" u="none" strike="noStrike" kern="0" cap="none" spc="0" baseline="0">
                    <a:solidFill>
                      <a:srgbClr val="000000"/>
                    </a:solidFill>
                    <a:uFillTx/>
                    <a:latin typeface="Calibri" pitchFamily="34"/>
                    <a:cs typeface="Calibri" pitchFamily="34"/>
                  </a:rPr>
                  <a:t>Text level down</a:t>
                </a:r>
              </a:p>
            </p:txBody>
          </p:sp>
          <p:sp>
            <p:nvSpPr>
              <p:cNvPr id="51" name="Rechthoek 47">
                <a:extLst>
                  <a:ext uri="{FF2B5EF4-FFF2-40B4-BE49-F238E27FC236}">
                    <a16:creationId xmlns:a16="http://schemas.microsoft.com/office/drawing/2014/main" id="{BAB16E8B-97DC-1766-8AEA-CA3AC42F66E2}"/>
                  </a:ext>
                </a:extLst>
              </p:cNvPr>
              <p:cNvSpPr/>
              <p:nvPr/>
            </p:nvSpPr>
            <p:spPr>
              <a:xfrm>
                <a:off x="13604132" y="819558"/>
                <a:ext cx="2189046" cy="142198"/>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100" b="0" i="0" u="none" strike="noStrike" kern="0" cap="none" spc="0" baseline="0">
                    <a:solidFill>
                      <a:srgbClr val="000000"/>
                    </a:solidFill>
                    <a:uFillTx/>
                    <a:latin typeface="Calibri" pitchFamily="34"/>
                    <a:cs typeface="Calibri" pitchFamily="34"/>
                  </a:rPr>
                  <a:t>Text level up</a:t>
                </a:r>
              </a:p>
            </p:txBody>
          </p:sp>
          <p:grpSp>
            <p:nvGrpSpPr>
              <p:cNvPr id="52" name="Groep 48">
                <a:extLst>
                  <a:ext uri="{FF2B5EF4-FFF2-40B4-BE49-F238E27FC236}">
                    <a16:creationId xmlns:a16="http://schemas.microsoft.com/office/drawing/2014/main" id="{93B4787D-3B8A-4B1C-475E-A5535DE4D0A8}"/>
                  </a:ext>
                </a:extLst>
              </p:cNvPr>
              <p:cNvGrpSpPr/>
              <p:nvPr/>
            </p:nvGrpSpPr>
            <p:grpSpPr>
              <a:xfrm>
                <a:off x="13247269" y="769165"/>
                <a:ext cx="268742" cy="248378"/>
                <a:chOff x="13247269" y="769165"/>
                <a:chExt cx="268742" cy="248378"/>
              </a:xfrm>
            </p:grpSpPr>
            <p:sp>
              <p:nvSpPr>
                <p:cNvPr id="53" name="Rechthoek 58">
                  <a:extLst>
                    <a:ext uri="{FF2B5EF4-FFF2-40B4-BE49-F238E27FC236}">
                      <a16:creationId xmlns:a16="http://schemas.microsoft.com/office/drawing/2014/main" id="{63F6B410-EE18-58B5-D1D2-4E529B95D829}"/>
                    </a:ext>
                  </a:extLst>
                </p:cNvPr>
                <p:cNvSpPr/>
                <p:nvPr/>
              </p:nvSpPr>
              <p:spPr>
                <a:xfrm>
                  <a:off x="13247269" y="769165"/>
                  <a:ext cx="268742" cy="248378"/>
                </a:xfrm>
                <a:prstGeom prst="rect">
                  <a:avLst/>
                </a:prstGeom>
                <a:solidFill>
                  <a:srgbClr val="FFFFFF"/>
                </a:solidFill>
                <a:ln w="3172" cap="flat">
                  <a:solidFill>
                    <a:srgbClr val="DADADA"/>
                  </a:solidFill>
                  <a:prstDash val="solid"/>
                  <a:miter/>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50" b="0" i="0" u="none" strike="noStrike" kern="1200" cap="none" spc="0" baseline="0">
                    <a:solidFill>
                      <a:srgbClr val="211F26"/>
                    </a:solidFill>
                    <a:uFillTx/>
                    <a:latin typeface="Calibri" pitchFamily="34"/>
                    <a:cs typeface="Calibri" pitchFamily="34"/>
                  </a:endParaRPr>
                </a:p>
              </p:txBody>
            </p:sp>
            <p:grpSp>
              <p:nvGrpSpPr>
                <p:cNvPr id="54" name="Groep 59">
                  <a:extLst>
                    <a:ext uri="{FF2B5EF4-FFF2-40B4-BE49-F238E27FC236}">
                      <a16:creationId xmlns:a16="http://schemas.microsoft.com/office/drawing/2014/main" id="{DF900197-6F9E-78AE-6725-575E5BAB169F}"/>
                    </a:ext>
                  </a:extLst>
                </p:cNvPr>
                <p:cNvGrpSpPr/>
                <p:nvPr/>
              </p:nvGrpSpPr>
              <p:grpSpPr>
                <a:xfrm>
                  <a:off x="13297287" y="827074"/>
                  <a:ext cx="168697" cy="132570"/>
                  <a:chOff x="13297287" y="827074"/>
                  <a:chExt cx="168697" cy="132570"/>
                </a:xfrm>
              </p:grpSpPr>
              <p:cxnSp>
                <p:nvCxnSpPr>
                  <p:cNvPr id="55" name="Rechte verbindingslijn 61">
                    <a:extLst>
                      <a:ext uri="{FF2B5EF4-FFF2-40B4-BE49-F238E27FC236}">
                        <a16:creationId xmlns:a16="http://schemas.microsoft.com/office/drawing/2014/main" id="{8CFAB356-C844-3DFD-C8DF-4CE20D0DFDB6}"/>
                      </a:ext>
                    </a:extLst>
                  </p:cNvPr>
                  <p:cNvCxnSpPr/>
                  <p:nvPr/>
                </p:nvCxnSpPr>
                <p:spPr>
                  <a:xfrm>
                    <a:off x="13297287" y="827074"/>
                    <a:ext cx="168697" cy="0"/>
                  </a:xfrm>
                  <a:prstGeom prst="straightConnector1">
                    <a:avLst/>
                  </a:prstGeom>
                  <a:noFill/>
                  <a:ln w="12701" cap="flat">
                    <a:solidFill>
                      <a:srgbClr val="9D9FA1"/>
                    </a:solidFill>
                    <a:prstDash val="solid"/>
                  </a:ln>
                </p:spPr>
              </p:cxnSp>
              <p:cxnSp>
                <p:nvCxnSpPr>
                  <p:cNvPr id="56" name="Rechte verbindingslijn 62">
                    <a:extLst>
                      <a:ext uri="{FF2B5EF4-FFF2-40B4-BE49-F238E27FC236}">
                        <a16:creationId xmlns:a16="http://schemas.microsoft.com/office/drawing/2014/main" id="{F9566528-1C53-B77B-2E07-667611497735}"/>
                      </a:ext>
                    </a:extLst>
                  </p:cNvPr>
                  <p:cNvCxnSpPr/>
                  <p:nvPr/>
                </p:nvCxnSpPr>
                <p:spPr>
                  <a:xfrm>
                    <a:off x="13297287" y="959644"/>
                    <a:ext cx="168697" cy="0"/>
                  </a:xfrm>
                  <a:prstGeom prst="straightConnector1">
                    <a:avLst/>
                  </a:prstGeom>
                  <a:noFill/>
                  <a:ln w="12701" cap="flat">
                    <a:solidFill>
                      <a:srgbClr val="9D9FA1"/>
                    </a:solidFill>
                    <a:prstDash val="solid"/>
                  </a:ln>
                </p:spPr>
              </p:cxnSp>
              <p:cxnSp>
                <p:nvCxnSpPr>
                  <p:cNvPr id="57" name="Rechte verbindingslijn 63">
                    <a:extLst>
                      <a:ext uri="{FF2B5EF4-FFF2-40B4-BE49-F238E27FC236}">
                        <a16:creationId xmlns:a16="http://schemas.microsoft.com/office/drawing/2014/main" id="{6A2A26E4-F5C2-4271-0160-A3CDEFA982D8}"/>
                      </a:ext>
                    </a:extLst>
                  </p:cNvPr>
                  <p:cNvCxnSpPr/>
                  <p:nvPr/>
                </p:nvCxnSpPr>
                <p:spPr>
                  <a:xfrm>
                    <a:off x="13390043" y="926506"/>
                    <a:ext cx="75941" cy="0"/>
                  </a:xfrm>
                  <a:prstGeom prst="straightConnector1">
                    <a:avLst/>
                  </a:prstGeom>
                  <a:noFill/>
                  <a:ln w="12701" cap="flat">
                    <a:solidFill>
                      <a:srgbClr val="9D9FA1"/>
                    </a:solidFill>
                    <a:prstDash val="solid"/>
                  </a:ln>
                </p:spPr>
              </p:cxnSp>
              <p:cxnSp>
                <p:nvCxnSpPr>
                  <p:cNvPr id="58" name="Rechte verbindingslijn 64">
                    <a:extLst>
                      <a:ext uri="{FF2B5EF4-FFF2-40B4-BE49-F238E27FC236}">
                        <a16:creationId xmlns:a16="http://schemas.microsoft.com/office/drawing/2014/main" id="{587B0046-02D6-AC62-5AE3-F3E581A887B8}"/>
                      </a:ext>
                    </a:extLst>
                  </p:cNvPr>
                  <p:cNvCxnSpPr/>
                  <p:nvPr/>
                </p:nvCxnSpPr>
                <p:spPr>
                  <a:xfrm>
                    <a:off x="13390043" y="893359"/>
                    <a:ext cx="75941" cy="0"/>
                  </a:xfrm>
                  <a:prstGeom prst="straightConnector1">
                    <a:avLst/>
                  </a:prstGeom>
                  <a:noFill/>
                  <a:ln w="12701" cap="flat">
                    <a:solidFill>
                      <a:srgbClr val="9D9FA1"/>
                    </a:solidFill>
                    <a:prstDash val="solid"/>
                  </a:ln>
                </p:spPr>
              </p:cxnSp>
              <p:cxnSp>
                <p:nvCxnSpPr>
                  <p:cNvPr id="59" name="Rechte verbindingslijn 65">
                    <a:extLst>
                      <a:ext uri="{FF2B5EF4-FFF2-40B4-BE49-F238E27FC236}">
                        <a16:creationId xmlns:a16="http://schemas.microsoft.com/office/drawing/2014/main" id="{88042156-4526-E40B-63B8-9EC51EDF4EE4}"/>
                      </a:ext>
                    </a:extLst>
                  </p:cNvPr>
                  <p:cNvCxnSpPr/>
                  <p:nvPr/>
                </p:nvCxnSpPr>
                <p:spPr>
                  <a:xfrm>
                    <a:off x="13390043" y="860212"/>
                    <a:ext cx="75941" cy="0"/>
                  </a:xfrm>
                  <a:prstGeom prst="straightConnector1">
                    <a:avLst/>
                  </a:prstGeom>
                  <a:noFill/>
                  <a:ln w="12701" cap="flat">
                    <a:solidFill>
                      <a:srgbClr val="9D9FA1"/>
                    </a:solidFill>
                    <a:prstDash val="solid"/>
                  </a:ln>
                </p:spPr>
              </p:cxnSp>
            </p:grpSp>
            <p:sp>
              <p:nvSpPr>
                <p:cNvPr id="60" name="Pijl: rechts 60">
                  <a:extLst>
                    <a:ext uri="{FF2B5EF4-FFF2-40B4-BE49-F238E27FC236}">
                      <a16:creationId xmlns:a16="http://schemas.microsoft.com/office/drawing/2014/main" id="{E4950317-12A5-9225-E291-562E5D19724F}"/>
                    </a:ext>
                  </a:extLst>
                </p:cNvPr>
                <p:cNvSpPr/>
                <p:nvPr/>
              </p:nvSpPr>
              <p:spPr>
                <a:xfrm>
                  <a:off x="13297287" y="858740"/>
                  <a:ext cx="70673" cy="67903"/>
                </a:xfrm>
                <a:custGeom>
                  <a:avLst>
                    <a:gd name="f0" fmla="val 8396"/>
                    <a:gd name="f1" fmla="val 8064"/>
                  </a:avLst>
                  <a:gdLst>
                    <a:gd name="f2" fmla="val 10800000"/>
                    <a:gd name="f3" fmla="val 5400000"/>
                    <a:gd name="f4" fmla="val 180"/>
                    <a:gd name="f5" fmla="val w"/>
                    <a:gd name="f6" fmla="val h"/>
                    <a:gd name="f7" fmla="val 0"/>
                    <a:gd name="f8" fmla="val 21600"/>
                    <a:gd name="f9" fmla="val 10800"/>
                    <a:gd name="f10" fmla="+- 0 0 0"/>
                    <a:gd name="f11" fmla="+- 0 0 180"/>
                    <a:gd name="f12" fmla="*/ f5 1 21600"/>
                    <a:gd name="f13" fmla="*/ f6 1 21600"/>
                    <a:gd name="f14" fmla="pin 0 f0 21600"/>
                    <a:gd name="f15" fmla="pin 0 f1 10800"/>
                    <a:gd name="f16" fmla="*/ f10 f2 1"/>
                    <a:gd name="f17" fmla="*/ f11 f2 1"/>
                    <a:gd name="f18" fmla="val f15"/>
                    <a:gd name="f19" fmla="val f14"/>
                    <a:gd name="f20" fmla="+- 21600 0 f15"/>
                    <a:gd name="f21" fmla="*/ f14 f12 1"/>
                    <a:gd name="f22" fmla="*/ f15 f13 1"/>
                    <a:gd name="f23" fmla="*/ 0 f12 1"/>
                    <a:gd name="f24" fmla="*/ 0 f13 1"/>
                    <a:gd name="f25" fmla="*/ f16 1 f4"/>
                    <a:gd name="f26" fmla="*/ 21600 f13 1"/>
                    <a:gd name="f27" fmla="*/ f17 1 f4"/>
                    <a:gd name="f28" fmla="+- 21600 0 f19"/>
                    <a:gd name="f29" fmla="*/ f20 f13 1"/>
                    <a:gd name="f30" fmla="*/ f18 f13 1"/>
                    <a:gd name="f31" fmla="*/ f19 f12 1"/>
                    <a:gd name="f32" fmla="+- f25 0 f3"/>
                    <a:gd name="f33" fmla="+- f27 0 f3"/>
                    <a:gd name="f34" fmla="*/ f28 f18 1"/>
                    <a:gd name="f35" fmla="*/ f34 1 10800"/>
                    <a:gd name="f36" fmla="+- f19 f35 0"/>
                    <a:gd name="f37" fmla="*/ f36 f12 1"/>
                  </a:gdLst>
                  <a:ahLst>
                    <a:ahXY gdRefX="f0" minX="f7" maxX="f8" gdRefY="f1" minY="f7" maxY="f9">
                      <a:pos x="f21" y="f22"/>
                    </a:ahXY>
                  </a:ahLst>
                  <a:cxnLst>
                    <a:cxn ang="3cd4">
                      <a:pos x="hc" y="t"/>
                    </a:cxn>
                    <a:cxn ang="0">
                      <a:pos x="r" y="vc"/>
                    </a:cxn>
                    <a:cxn ang="cd4">
                      <a:pos x="hc" y="b"/>
                    </a:cxn>
                    <a:cxn ang="cd2">
                      <a:pos x="l" y="vc"/>
                    </a:cxn>
                    <a:cxn ang="f32">
                      <a:pos x="f31" y="f24"/>
                    </a:cxn>
                    <a:cxn ang="f33">
                      <a:pos x="f31" y="f26"/>
                    </a:cxn>
                  </a:cxnLst>
                  <a:rect l="f23" t="f30" r="f37" b="f29"/>
                  <a:pathLst>
                    <a:path w="21600" h="21600">
                      <a:moveTo>
                        <a:pt x="f7" y="f18"/>
                      </a:moveTo>
                      <a:lnTo>
                        <a:pt x="f19" y="f18"/>
                      </a:lnTo>
                      <a:lnTo>
                        <a:pt x="f19" y="f7"/>
                      </a:lnTo>
                      <a:lnTo>
                        <a:pt x="f8" y="f9"/>
                      </a:lnTo>
                      <a:lnTo>
                        <a:pt x="f19" y="f8"/>
                      </a:lnTo>
                      <a:lnTo>
                        <a:pt x="f19" y="f20"/>
                      </a:lnTo>
                      <a:lnTo>
                        <a:pt x="f7" y="f20"/>
                      </a:lnTo>
                      <a:close/>
                    </a:path>
                  </a:pathLst>
                </a:custGeom>
                <a:solidFill>
                  <a:srgbClr val="4A7DB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grpSp>
            <p:nvGrpSpPr>
              <p:cNvPr id="61" name="Groep 49">
                <a:extLst>
                  <a:ext uri="{FF2B5EF4-FFF2-40B4-BE49-F238E27FC236}">
                    <a16:creationId xmlns:a16="http://schemas.microsoft.com/office/drawing/2014/main" id="{FA5D2F88-64EC-18ED-3F32-548782E7D896}"/>
                  </a:ext>
                </a:extLst>
              </p:cNvPr>
              <p:cNvGrpSpPr/>
              <p:nvPr/>
            </p:nvGrpSpPr>
            <p:grpSpPr>
              <a:xfrm>
                <a:off x="13247269" y="460171"/>
                <a:ext cx="268742" cy="248378"/>
                <a:chOff x="13247269" y="460171"/>
                <a:chExt cx="268742" cy="248378"/>
              </a:xfrm>
            </p:grpSpPr>
            <p:sp>
              <p:nvSpPr>
                <p:cNvPr id="62" name="Rechthoek 50">
                  <a:extLst>
                    <a:ext uri="{FF2B5EF4-FFF2-40B4-BE49-F238E27FC236}">
                      <a16:creationId xmlns:a16="http://schemas.microsoft.com/office/drawing/2014/main" id="{D7CB0909-8A7B-4D5F-E559-9AAAA7F94B81}"/>
                    </a:ext>
                  </a:extLst>
                </p:cNvPr>
                <p:cNvSpPr/>
                <p:nvPr/>
              </p:nvSpPr>
              <p:spPr>
                <a:xfrm>
                  <a:off x="13247269" y="460171"/>
                  <a:ext cx="268742" cy="248378"/>
                </a:xfrm>
                <a:prstGeom prst="rect">
                  <a:avLst/>
                </a:prstGeom>
                <a:solidFill>
                  <a:srgbClr val="FFFFFF"/>
                </a:solidFill>
                <a:ln w="3172" cap="flat">
                  <a:solidFill>
                    <a:srgbClr val="DADADA"/>
                  </a:solidFill>
                  <a:prstDash val="solid"/>
                  <a:miter/>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50" b="0" i="0" u="none" strike="noStrike" kern="1200" cap="none" spc="0" baseline="0">
                    <a:solidFill>
                      <a:srgbClr val="211F26"/>
                    </a:solidFill>
                    <a:uFillTx/>
                    <a:latin typeface="Calibri" pitchFamily="34"/>
                    <a:cs typeface="Calibri" pitchFamily="34"/>
                  </a:endParaRPr>
                </a:p>
              </p:txBody>
            </p:sp>
            <p:grpSp>
              <p:nvGrpSpPr>
                <p:cNvPr id="63" name="Groep 51">
                  <a:extLst>
                    <a:ext uri="{FF2B5EF4-FFF2-40B4-BE49-F238E27FC236}">
                      <a16:creationId xmlns:a16="http://schemas.microsoft.com/office/drawing/2014/main" id="{DA9F14DC-4B84-D3F6-AFE8-21D045C650C3}"/>
                    </a:ext>
                  </a:extLst>
                </p:cNvPr>
                <p:cNvGrpSpPr/>
                <p:nvPr/>
              </p:nvGrpSpPr>
              <p:grpSpPr>
                <a:xfrm>
                  <a:off x="13297287" y="518071"/>
                  <a:ext cx="168697" cy="132579"/>
                  <a:chOff x="13297287" y="518071"/>
                  <a:chExt cx="168697" cy="132579"/>
                </a:xfrm>
              </p:grpSpPr>
              <p:cxnSp>
                <p:nvCxnSpPr>
                  <p:cNvPr id="64" name="Rechte verbindingslijn 53">
                    <a:extLst>
                      <a:ext uri="{FF2B5EF4-FFF2-40B4-BE49-F238E27FC236}">
                        <a16:creationId xmlns:a16="http://schemas.microsoft.com/office/drawing/2014/main" id="{0D7509FF-8CF7-962A-C54F-7F876D8AA8F7}"/>
                      </a:ext>
                    </a:extLst>
                  </p:cNvPr>
                  <p:cNvCxnSpPr/>
                  <p:nvPr/>
                </p:nvCxnSpPr>
                <p:spPr>
                  <a:xfrm>
                    <a:off x="13297287" y="518071"/>
                    <a:ext cx="168697" cy="0"/>
                  </a:xfrm>
                  <a:prstGeom prst="straightConnector1">
                    <a:avLst/>
                  </a:prstGeom>
                  <a:noFill/>
                  <a:ln w="12701" cap="flat">
                    <a:solidFill>
                      <a:srgbClr val="9D9FA1"/>
                    </a:solidFill>
                    <a:prstDash val="solid"/>
                  </a:ln>
                </p:spPr>
              </p:cxnSp>
              <p:cxnSp>
                <p:nvCxnSpPr>
                  <p:cNvPr id="65" name="Rechte verbindingslijn 54">
                    <a:extLst>
                      <a:ext uri="{FF2B5EF4-FFF2-40B4-BE49-F238E27FC236}">
                        <a16:creationId xmlns:a16="http://schemas.microsoft.com/office/drawing/2014/main" id="{C0F34AB2-F6E8-B872-B699-94F0937A3011}"/>
                      </a:ext>
                    </a:extLst>
                  </p:cNvPr>
                  <p:cNvCxnSpPr/>
                  <p:nvPr/>
                </p:nvCxnSpPr>
                <p:spPr>
                  <a:xfrm>
                    <a:off x="13297287" y="650650"/>
                    <a:ext cx="168697" cy="0"/>
                  </a:xfrm>
                  <a:prstGeom prst="straightConnector1">
                    <a:avLst/>
                  </a:prstGeom>
                  <a:noFill/>
                  <a:ln w="12701" cap="flat">
                    <a:solidFill>
                      <a:srgbClr val="9D9FA1"/>
                    </a:solidFill>
                    <a:prstDash val="solid"/>
                  </a:ln>
                </p:spPr>
              </p:cxnSp>
              <p:cxnSp>
                <p:nvCxnSpPr>
                  <p:cNvPr id="66" name="Rechte verbindingslijn 55">
                    <a:extLst>
                      <a:ext uri="{FF2B5EF4-FFF2-40B4-BE49-F238E27FC236}">
                        <a16:creationId xmlns:a16="http://schemas.microsoft.com/office/drawing/2014/main" id="{074534A3-95F4-80DD-9E1E-837E6E32F9C9}"/>
                      </a:ext>
                    </a:extLst>
                  </p:cNvPr>
                  <p:cNvCxnSpPr/>
                  <p:nvPr/>
                </p:nvCxnSpPr>
                <p:spPr>
                  <a:xfrm>
                    <a:off x="13390043" y="617503"/>
                    <a:ext cx="75941" cy="0"/>
                  </a:xfrm>
                  <a:prstGeom prst="straightConnector1">
                    <a:avLst/>
                  </a:prstGeom>
                  <a:noFill/>
                  <a:ln w="12701" cap="flat">
                    <a:solidFill>
                      <a:srgbClr val="9D9FA1"/>
                    </a:solidFill>
                    <a:prstDash val="solid"/>
                  </a:ln>
                </p:spPr>
              </p:cxnSp>
              <p:cxnSp>
                <p:nvCxnSpPr>
                  <p:cNvPr id="67" name="Rechte verbindingslijn 56">
                    <a:extLst>
                      <a:ext uri="{FF2B5EF4-FFF2-40B4-BE49-F238E27FC236}">
                        <a16:creationId xmlns:a16="http://schemas.microsoft.com/office/drawing/2014/main" id="{7BF703B0-E876-E29D-072A-149191742B8B}"/>
                      </a:ext>
                    </a:extLst>
                  </p:cNvPr>
                  <p:cNvCxnSpPr/>
                  <p:nvPr/>
                </p:nvCxnSpPr>
                <p:spPr>
                  <a:xfrm>
                    <a:off x="13390043" y="584365"/>
                    <a:ext cx="75941" cy="0"/>
                  </a:xfrm>
                  <a:prstGeom prst="straightConnector1">
                    <a:avLst/>
                  </a:prstGeom>
                  <a:noFill/>
                  <a:ln w="12701" cap="flat">
                    <a:solidFill>
                      <a:srgbClr val="9D9FA1"/>
                    </a:solidFill>
                    <a:prstDash val="solid"/>
                  </a:ln>
                </p:spPr>
              </p:cxnSp>
              <p:cxnSp>
                <p:nvCxnSpPr>
                  <p:cNvPr id="68" name="Rechte verbindingslijn 57">
                    <a:extLst>
                      <a:ext uri="{FF2B5EF4-FFF2-40B4-BE49-F238E27FC236}">
                        <a16:creationId xmlns:a16="http://schemas.microsoft.com/office/drawing/2014/main" id="{58DE5E08-9BD5-E0B9-1725-6D48773DB089}"/>
                      </a:ext>
                    </a:extLst>
                  </p:cNvPr>
                  <p:cNvCxnSpPr/>
                  <p:nvPr/>
                </p:nvCxnSpPr>
                <p:spPr>
                  <a:xfrm>
                    <a:off x="13390043" y="551218"/>
                    <a:ext cx="75941" cy="0"/>
                  </a:xfrm>
                  <a:prstGeom prst="straightConnector1">
                    <a:avLst/>
                  </a:prstGeom>
                  <a:noFill/>
                  <a:ln w="12701" cap="flat">
                    <a:solidFill>
                      <a:srgbClr val="9D9FA1"/>
                    </a:solidFill>
                    <a:prstDash val="solid"/>
                  </a:ln>
                </p:spPr>
              </p:cxnSp>
            </p:grpSp>
            <p:sp>
              <p:nvSpPr>
                <p:cNvPr id="69" name="Pijl: rechts 52">
                  <a:extLst>
                    <a:ext uri="{FF2B5EF4-FFF2-40B4-BE49-F238E27FC236}">
                      <a16:creationId xmlns:a16="http://schemas.microsoft.com/office/drawing/2014/main" id="{725AAC6B-3094-A92F-A3AC-CC7B352283C7}"/>
                    </a:ext>
                  </a:extLst>
                </p:cNvPr>
                <p:cNvSpPr/>
                <p:nvPr/>
              </p:nvSpPr>
              <p:spPr>
                <a:xfrm flipH="1">
                  <a:off x="13297287" y="549737"/>
                  <a:ext cx="70673" cy="67903"/>
                </a:xfrm>
                <a:custGeom>
                  <a:avLst>
                    <a:gd name="f0" fmla="val 8396"/>
                    <a:gd name="f1" fmla="val 8064"/>
                  </a:avLst>
                  <a:gdLst>
                    <a:gd name="f2" fmla="val 10800000"/>
                    <a:gd name="f3" fmla="val 5400000"/>
                    <a:gd name="f4" fmla="val 180"/>
                    <a:gd name="f5" fmla="val w"/>
                    <a:gd name="f6" fmla="val h"/>
                    <a:gd name="f7" fmla="val 0"/>
                    <a:gd name="f8" fmla="val 21600"/>
                    <a:gd name="f9" fmla="val 10800"/>
                    <a:gd name="f10" fmla="+- 0 0 0"/>
                    <a:gd name="f11" fmla="+- 0 0 180"/>
                    <a:gd name="f12" fmla="*/ f5 1 21600"/>
                    <a:gd name="f13" fmla="*/ f6 1 21600"/>
                    <a:gd name="f14" fmla="pin 0 f0 21600"/>
                    <a:gd name="f15" fmla="pin 0 f1 10800"/>
                    <a:gd name="f16" fmla="*/ f10 f2 1"/>
                    <a:gd name="f17" fmla="*/ f11 f2 1"/>
                    <a:gd name="f18" fmla="val f15"/>
                    <a:gd name="f19" fmla="val f14"/>
                    <a:gd name="f20" fmla="+- 21600 0 f15"/>
                    <a:gd name="f21" fmla="*/ f14 f12 1"/>
                    <a:gd name="f22" fmla="*/ f15 f13 1"/>
                    <a:gd name="f23" fmla="*/ 0 f12 1"/>
                    <a:gd name="f24" fmla="*/ 0 f13 1"/>
                    <a:gd name="f25" fmla="*/ f16 1 f4"/>
                    <a:gd name="f26" fmla="*/ 21600 f13 1"/>
                    <a:gd name="f27" fmla="*/ f17 1 f4"/>
                    <a:gd name="f28" fmla="+- 21600 0 f19"/>
                    <a:gd name="f29" fmla="*/ f20 f13 1"/>
                    <a:gd name="f30" fmla="*/ f18 f13 1"/>
                    <a:gd name="f31" fmla="*/ f19 f12 1"/>
                    <a:gd name="f32" fmla="+- f25 0 f3"/>
                    <a:gd name="f33" fmla="+- f27 0 f3"/>
                    <a:gd name="f34" fmla="*/ f28 f18 1"/>
                    <a:gd name="f35" fmla="*/ f34 1 10800"/>
                    <a:gd name="f36" fmla="+- f19 f35 0"/>
                    <a:gd name="f37" fmla="*/ f36 f12 1"/>
                  </a:gdLst>
                  <a:ahLst>
                    <a:ahXY gdRefX="f0" minX="f7" maxX="f8" gdRefY="f1" minY="f7" maxY="f9">
                      <a:pos x="f21" y="f22"/>
                    </a:ahXY>
                  </a:ahLst>
                  <a:cxnLst>
                    <a:cxn ang="3cd4">
                      <a:pos x="hc" y="t"/>
                    </a:cxn>
                    <a:cxn ang="0">
                      <a:pos x="r" y="vc"/>
                    </a:cxn>
                    <a:cxn ang="cd4">
                      <a:pos x="hc" y="b"/>
                    </a:cxn>
                    <a:cxn ang="cd2">
                      <a:pos x="l" y="vc"/>
                    </a:cxn>
                    <a:cxn ang="f32">
                      <a:pos x="f31" y="f24"/>
                    </a:cxn>
                    <a:cxn ang="f33">
                      <a:pos x="f31" y="f26"/>
                    </a:cxn>
                  </a:cxnLst>
                  <a:rect l="f23" t="f30" r="f37" b="f29"/>
                  <a:pathLst>
                    <a:path w="21600" h="21600">
                      <a:moveTo>
                        <a:pt x="f7" y="f18"/>
                      </a:moveTo>
                      <a:lnTo>
                        <a:pt x="f19" y="f18"/>
                      </a:lnTo>
                      <a:lnTo>
                        <a:pt x="f19" y="f7"/>
                      </a:lnTo>
                      <a:lnTo>
                        <a:pt x="f8" y="f9"/>
                      </a:lnTo>
                      <a:lnTo>
                        <a:pt x="f19" y="f8"/>
                      </a:lnTo>
                      <a:lnTo>
                        <a:pt x="f19" y="f20"/>
                      </a:lnTo>
                      <a:lnTo>
                        <a:pt x="f7" y="f20"/>
                      </a:lnTo>
                      <a:close/>
                    </a:path>
                  </a:pathLst>
                </a:custGeom>
                <a:solidFill>
                  <a:srgbClr val="4A7DB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grpSp>
        <p:grpSp>
          <p:nvGrpSpPr>
            <p:cNvPr id="70" name="Groep 34">
              <a:extLst>
                <a:ext uri="{FF2B5EF4-FFF2-40B4-BE49-F238E27FC236}">
                  <a16:creationId xmlns:a16="http://schemas.microsoft.com/office/drawing/2014/main" id="{590A85EC-D814-32A4-B199-0AA37CA7ABEC}"/>
                </a:ext>
              </a:extLst>
            </p:cNvPr>
            <p:cNvGrpSpPr/>
            <p:nvPr/>
          </p:nvGrpSpPr>
          <p:grpSpPr>
            <a:xfrm>
              <a:off x="15225601" y="4663037"/>
              <a:ext cx="627799" cy="576684"/>
              <a:chOff x="15225601" y="4663037"/>
              <a:chExt cx="627799" cy="576684"/>
            </a:xfrm>
          </p:grpSpPr>
          <p:grpSp>
            <p:nvGrpSpPr>
              <p:cNvPr id="71" name="Inspireren">
                <a:extLst>
                  <a:ext uri="{FF2B5EF4-FFF2-40B4-BE49-F238E27FC236}">
                    <a16:creationId xmlns:a16="http://schemas.microsoft.com/office/drawing/2014/main" id="{D2D3ABB3-8795-99A4-318E-A977A600B415}"/>
                  </a:ext>
                </a:extLst>
              </p:cNvPr>
              <p:cNvGrpSpPr/>
              <p:nvPr/>
            </p:nvGrpSpPr>
            <p:grpSpPr>
              <a:xfrm>
                <a:off x="15447919" y="4663037"/>
                <a:ext cx="169776" cy="242380"/>
                <a:chOff x="15447919" y="4663037"/>
                <a:chExt cx="169776" cy="242380"/>
              </a:xfrm>
            </p:grpSpPr>
            <p:sp>
              <p:nvSpPr>
                <p:cNvPr id="72" name="Freeform 12">
                  <a:extLst>
                    <a:ext uri="{FF2B5EF4-FFF2-40B4-BE49-F238E27FC236}">
                      <a16:creationId xmlns:a16="http://schemas.microsoft.com/office/drawing/2014/main" id="{0F4E99E9-ADB6-4107-EC5A-19CA484B2610}"/>
                    </a:ext>
                  </a:extLst>
                </p:cNvPr>
                <p:cNvSpPr/>
                <p:nvPr/>
              </p:nvSpPr>
              <p:spPr>
                <a:xfrm>
                  <a:off x="15498119" y="4749869"/>
                  <a:ext cx="68726" cy="62051"/>
                </a:xfrm>
                <a:custGeom>
                  <a:avLst/>
                  <a:gdLst>
                    <a:gd name="f0" fmla="val 10800000"/>
                    <a:gd name="f1" fmla="val 5400000"/>
                    <a:gd name="f2" fmla="val 180"/>
                    <a:gd name="f3" fmla="val w"/>
                    <a:gd name="f4" fmla="val h"/>
                    <a:gd name="f5" fmla="val 0"/>
                    <a:gd name="f6" fmla="val 319"/>
                    <a:gd name="f7" fmla="val 288"/>
                    <a:gd name="f8" fmla="val 220"/>
                    <a:gd name="f9" fmla="val 107"/>
                    <a:gd name="f10" fmla="+- 0 0 -90"/>
                    <a:gd name="f11" fmla="*/ f3 1 319"/>
                    <a:gd name="f12" fmla="*/ f4 1 288"/>
                    <a:gd name="f13" fmla="val f5"/>
                    <a:gd name="f14" fmla="val f6"/>
                    <a:gd name="f15" fmla="val f7"/>
                    <a:gd name="f16" fmla="*/ f10 f0 1"/>
                    <a:gd name="f17" fmla="+- f15 0 f13"/>
                    <a:gd name="f18" fmla="+- f14 0 f13"/>
                    <a:gd name="f19" fmla="*/ f16 1 f2"/>
                    <a:gd name="f20" fmla="*/ f18 1 319"/>
                    <a:gd name="f21" fmla="*/ f17 1 288"/>
                    <a:gd name="f22" fmla="*/ 220 f18 1"/>
                    <a:gd name="f23" fmla="*/ 288 f17 1"/>
                    <a:gd name="f24" fmla="*/ 107 f18 1"/>
                    <a:gd name="f25" fmla="*/ 0 f18 1"/>
                    <a:gd name="f26" fmla="*/ 0 f17 1"/>
                    <a:gd name="f27" fmla="*/ 319 f18 1"/>
                    <a:gd name="f28" fmla="+- f19 0 f1"/>
                    <a:gd name="f29" fmla="*/ f22 1 319"/>
                    <a:gd name="f30" fmla="*/ f23 1 288"/>
                    <a:gd name="f31" fmla="*/ f24 1 319"/>
                    <a:gd name="f32" fmla="*/ f25 1 319"/>
                    <a:gd name="f33" fmla="*/ f26 1 288"/>
                    <a:gd name="f34" fmla="*/ f27 1 319"/>
                    <a:gd name="f35" fmla="*/ 0 1 f20"/>
                    <a:gd name="f36" fmla="*/ f14 1 f20"/>
                    <a:gd name="f37" fmla="*/ 0 1 f21"/>
                    <a:gd name="f38" fmla="*/ f15 1 f21"/>
                    <a:gd name="f39" fmla="*/ f29 1 f20"/>
                    <a:gd name="f40" fmla="*/ f30 1 f21"/>
                    <a:gd name="f41" fmla="*/ f31 1 f20"/>
                    <a:gd name="f42" fmla="*/ f32 1 f20"/>
                    <a:gd name="f43" fmla="*/ f33 1 f21"/>
                    <a:gd name="f44" fmla="*/ f34 1 f20"/>
                    <a:gd name="f45" fmla="*/ f35 f11 1"/>
                    <a:gd name="f46" fmla="*/ f36 f11 1"/>
                    <a:gd name="f47" fmla="*/ f38 f12 1"/>
                    <a:gd name="f48" fmla="*/ f37 f12 1"/>
                    <a:gd name="f49" fmla="*/ f39 f11 1"/>
                    <a:gd name="f50" fmla="*/ f40 f12 1"/>
                    <a:gd name="f51" fmla="*/ f41 f11 1"/>
                    <a:gd name="f52" fmla="*/ f42 f11 1"/>
                    <a:gd name="f53" fmla="*/ f43 f12 1"/>
                    <a:gd name="f54" fmla="*/ f44 f11 1"/>
                  </a:gdLst>
                  <a:ahLst/>
                  <a:cxnLst>
                    <a:cxn ang="3cd4">
                      <a:pos x="hc" y="t"/>
                    </a:cxn>
                    <a:cxn ang="0">
                      <a:pos x="r" y="vc"/>
                    </a:cxn>
                    <a:cxn ang="cd4">
                      <a:pos x="hc" y="b"/>
                    </a:cxn>
                    <a:cxn ang="cd2">
                      <a:pos x="l" y="vc"/>
                    </a:cxn>
                    <a:cxn ang="f28">
                      <a:pos x="f49" y="f50"/>
                    </a:cxn>
                    <a:cxn ang="f28">
                      <a:pos x="f51" y="f50"/>
                    </a:cxn>
                    <a:cxn ang="f28">
                      <a:pos x="f52" y="f53"/>
                    </a:cxn>
                    <a:cxn ang="f28">
                      <a:pos x="f54" y="f53"/>
                    </a:cxn>
                    <a:cxn ang="f28">
                      <a:pos x="f49" y="f50"/>
                    </a:cxn>
                  </a:cxnLst>
                  <a:rect l="f45" t="f48" r="f46" b="f47"/>
                  <a:pathLst>
                    <a:path w="319" h="288">
                      <a:moveTo>
                        <a:pt x="f8" y="f7"/>
                      </a:moveTo>
                      <a:lnTo>
                        <a:pt x="f9" y="f7"/>
                      </a:lnTo>
                      <a:lnTo>
                        <a:pt x="f5" y="f5"/>
                      </a:lnTo>
                      <a:lnTo>
                        <a:pt x="f6" y="f5"/>
                      </a:lnTo>
                      <a:lnTo>
                        <a:pt x="f8" y="f7"/>
                      </a:lnTo>
                      <a:close/>
                    </a:path>
                  </a:pathLst>
                </a:custGeom>
                <a:solidFill>
                  <a:srgbClr val="1FF524"/>
                </a:solidFill>
                <a:ln>
                  <a:noFill/>
                  <a:prstDash val="solid"/>
                </a:ln>
              </p:spPr>
              <p:txBody>
                <a:bodyPr vert="horz" wrap="square" lIns="91440" tIns="45720" rIns="91440" bIns="45720" anchor="t"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300" b="0" i="0" u="none" strike="noStrike" kern="0" cap="none" spc="0" baseline="0">
                    <a:solidFill>
                      <a:srgbClr val="211F26"/>
                    </a:solidFill>
                    <a:uFillTx/>
                    <a:latin typeface="Arial"/>
                  </a:endParaRPr>
                </a:p>
              </p:txBody>
            </p:sp>
            <p:sp>
              <p:nvSpPr>
                <p:cNvPr id="73" name="Freeform 13">
                  <a:extLst>
                    <a:ext uri="{FF2B5EF4-FFF2-40B4-BE49-F238E27FC236}">
                      <a16:creationId xmlns:a16="http://schemas.microsoft.com/office/drawing/2014/main" id="{C4843D16-13AC-6FCA-66E9-BB6588BB8AEF}"/>
                    </a:ext>
                  </a:extLst>
                </p:cNvPr>
                <p:cNvSpPr/>
                <p:nvPr/>
              </p:nvSpPr>
              <p:spPr>
                <a:xfrm>
                  <a:off x="15502637" y="4881286"/>
                  <a:ext cx="60761" cy="24131"/>
                </a:xfrm>
                <a:custGeom>
                  <a:avLst/>
                  <a:gdLst>
                    <a:gd name="f0" fmla="val 10800000"/>
                    <a:gd name="f1" fmla="val 5400000"/>
                    <a:gd name="f2" fmla="val 180"/>
                    <a:gd name="f3" fmla="val w"/>
                    <a:gd name="f4" fmla="val h"/>
                    <a:gd name="f5" fmla="val 0"/>
                    <a:gd name="f6" fmla="val 251"/>
                    <a:gd name="f7" fmla="val 100"/>
                    <a:gd name="f8" fmla="val 229"/>
                    <a:gd name="f9" fmla="val 70"/>
                    <a:gd name="f10" fmla="val 69"/>
                    <a:gd name="f11" fmla="val 22"/>
                    <a:gd name="f12" fmla="val 27"/>
                    <a:gd name="f13" fmla="val 87"/>
                    <a:gd name="f14" fmla="val 44"/>
                    <a:gd name="f15" fmla="val 63"/>
                    <a:gd name="f16" fmla="val 188"/>
                    <a:gd name="f17" fmla="val 207"/>
                    <a:gd name="f18" fmla="val 223"/>
                    <a:gd name="f19" fmla="val 88"/>
                    <a:gd name="f20" fmla="val 71"/>
                    <a:gd name="f21" fmla="+- 0 0 -90"/>
                    <a:gd name="f22" fmla="*/ f3 1 251"/>
                    <a:gd name="f23" fmla="*/ f4 1 100"/>
                    <a:gd name="f24" fmla="val f5"/>
                    <a:gd name="f25" fmla="val f6"/>
                    <a:gd name="f26" fmla="val f7"/>
                    <a:gd name="f27" fmla="*/ f21 f0 1"/>
                    <a:gd name="f28" fmla="+- f26 0 f24"/>
                    <a:gd name="f29" fmla="+- f25 0 f24"/>
                    <a:gd name="f30" fmla="*/ f27 1 f2"/>
                    <a:gd name="f31" fmla="*/ f29 1 251"/>
                    <a:gd name="f32" fmla="*/ f28 1 100"/>
                    <a:gd name="f33" fmla="*/ 229 f29 1"/>
                    <a:gd name="f34" fmla="*/ 70 f28 1"/>
                    <a:gd name="f35" fmla="*/ 69 f28 1"/>
                    <a:gd name="f36" fmla="*/ 251 f29 1"/>
                    <a:gd name="f37" fmla="*/ 0 f28 1"/>
                    <a:gd name="f38" fmla="*/ 0 f29 1"/>
                    <a:gd name="f39" fmla="*/ 22 f29 1"/>
                    <a:gd name="f40" fmla="*/ 63 f29 1"/>
                    <a:gd name="f41" fmla="*/ 100 f28 1"/>
                    <a:gd name="f42" fmla="*/ 188 f29 1"/>
                    <a:gd name="f43" fmla="*/ 71 f28 1"/>
                    <a:gd name="f44" fmla="+- f30 0 f1"/>
                    <a:gd name="f45" fmla="*/ f33 1 251"/>
                    <a:gd name="f46" fmla="*/ f34 1 100"/>
                    <a:gd name="f47" fmla="*/ f35 1 100"/>
                    <a:gd name="f48" fmla="*/ f36 1 251"/>
                    <a:gd name="f49" fmla="*/ f37 1 100"/>
                    <a:gd name="f50" fmla="*/ f38 1 251"/>
                    <a:gd name="f51" fmla="*/ f39 1 251"/>
                    <a:gd name="f52" fmla="*/ f40 1 251"/>
                    <a:gd name="f53" fmla="*/ f41 1 100"/>
                    <a:gd name="f54" fmla="*/ f42 1 251"/>
                    <a:gd name="f55" fmla="*/ f43 1 100"/>
                    <a:gd name="f56" fmla="*/ 0 1 f31"/>
                    <a:gd name="f57" fmla="*/ f25 1 f31"/>
                    <a:gd name="f58" fmla="*/ 0 1 f32"/>
                    <a:gd name="f59" fmla="*/ f26 1 f32"/>
                    <a:gd name="f60" fmla="*/ f45 1 f31"/>
                    <a:gd name="f61" fmla="*/ f46 1 f32"/>
                    <a:gd name="f62" fmla="*/ f47 1 f32"/>
                    <a:gd name="f63" fmla="*/ f48 1 f31"/>
                    <a:gd name="f64" fmla="*/ f49 1 f32"/>
                    <a:gd name="f65" fmla="*/ f50 1 f31"/>
                    <a:gd name="f66" fmla="*/ f51 1 f31"/>
                    <a:gd name="f67" fmla="*/ f52 1 f31"/>
                    <a:gd name="f68" fmla="*/ f53 1 f32"/>
                    <a:gd name="f69" fmla="*/ f54 1 f31"/>
                    <a:gd name="f70" fmla="*/ f55 1 f32"/>
                    <a:gd name="f71" fmla="*/ f56 f22 1"/>
                    <a:gd name="f72" fmla="*/ f57 f22 1"/>
                    <a:gd name="f73" fmla="*/ f59 f23 1"/>
                    <a:gd name="f74" fmla="*/ f58 f23 1"/>
                    <a:gd name="f75" fmla="*/ f60 f22 1"/>
                    <a:gd name="f76" fmla="*/ f61 f23 1"/>
                    <a:gd name="f77" fmla="*/ f62 f23 1"/>
                    <a:gd name="f78" fmla="*/ f63 f22 1"/>
                    <a:gd name="f79" fmla="*/ f64 f23 1"/>
                    <a:gd name="f80" fmla="*/ f65 f22 1"/>
                    <a:gd name="f81" fmla="*/ f66 f22 1"/>
                    <a:gd name="f82" fmla="*/ f67 f22 1"/>
                    <a:gd name="f83" fmla="*/ f68 f23 1"/>
                    <a:gd name="f84" fmla="*/ f69 f22 1"/>
                    <a:gd name="f85" fmla="*/ f70 f23 1"/>
                  </a:gdLst>
                  <a:ahLst/>
                  <a:cxnLst>
                    <a:cxn ang="3cd4">
                      <a:pos x="hc" y="t"/>
                    </a:cxn>
                    <a:cxn ang="0">
                      <a:pos x="r" y="vc"/>
                    </a:cxn>
                    <a:cxn ang="cd4">
                      <a:pos x="hc" y="b"/>
                    </a:cxn>
                    <a:cxn ang="cd2">
                      <a:pos x="l" y="vc"/>
                    </a:cxn>
                    <a:cxn ang="f44">
                      <a:pos x="f75" y="f76"/>
                    </a:cxn>
                    <a:cxn ang="f44">
                      <a:pos x="f75" y="f77"/>
                    </a:cxn>
                    <a:cxn ang="f44">
                      <a:pos x="f78" y="f79"/>
                    </a:cxn>
                    <a:cxn ang="f44">
                      <a:pos x="f80" y="f79"/>
                    </a:cxn>
                    <a:cxn ang="f44">
                      <a:pos x="f81" y="f77"/>
                    </a:cxn>
                    <a:cxn ang="f44">
                      <a:pos x="f82" y="f83"/>
                    </a:cxn>
                    <a:cxn ang="f44">
                      <a:pos x="f84" y="f83"/>
                    </a:cxn>
                    <a:cxn ang="f44">
                      <a:pos x="f75" y="f85"/>
                    </a:cxn>
                    <a:cxn ang="f44">
                      <a:pos x="f75" y="f85"/>
                    </a:cxn>
                    <a:cxn ang="f44">
                      <a:pos x="f75" y="f76"/>
                    </a:cxn>
                  </a:cxnLst>
                  <a:rect l="f71" t="f74" r="f72" b="f73"/>
                  <a:pathLst>
                    <a:path w="251" h="100">
                      <a:moveTo>
                        <a:pt x="f8" y="f9"/>
                      </a:moveTo>
                      <a:cubicBezTo>
                        <a:pt x="f8" y="f9"/>
                        <a:pt x="f8" y="f10"/>
                        <a:pt x="f8" y="f10"/>
                      </a:cubicBezTo>
                      <a:cubicBezTo>
                        <a:pt x="f6" y="f5"/>
                        <a:pt x="f6" y="f5"/>
                        <a:pt x="f6" y="f5"/>
                      </a:cubicBezTo>
                      <a:cubicBezTo>
                        <a:pt x="f5" y="f5"/>
                        <a:pt x="f5" y="f5"/>
                        <a:pt x="f5" y="f5"/>
                      </a:cubicBezTo>
                      <a:cubicBezTo>
                        <a:pt x="f11" y="f10"/>
                        <a:pt x="f11" y="f10"/>
                        <a:pt x="f11" y="f10"/>
                      </a:cubicBezTo>
                      <a:cubicBezTo>
                        <a:pt x="f12" y="f13"/>
                        <a:pt x="f14" y="f7"/>
                        <a:pt x="f15" y="f7"/>
                      </a:cubicBezTo>
                      <a:cubicBezTo>
                        <a:pt x="f16" y="f7"/>
                        <a:pt x="f16" y="f7"/>
                        <a:pt x="f16" y="f7"/>
                      </a:cubicBezTo>
                      <a:cubicBezTo>
                        <a:pt x="f17" y="f7"/>
                        <a:pt x="f18" y="f19"/>
                        <a:pt x="f8" y="f20"/>
                      </a:cubicBezTo>
                      <a:cubicBezTo>
                        <a:pt x="f8" y="f20"/>
                        <a:pt x="f8" y="f20"/>
                        <a:pt x="f8" y="f20"/>
                      </a:cubicBezTo>
                      <a:lnTo>
                        <a:pt x="f8" y="f9"/>
                      </a:lnTo>
                      <a:close/>
                    </a:path>
                  </a:pathLst>
                </a:custGeom>
                <a:gradFill>
                  <a:gsLst>
                    <a:gs pos="0">
                      <a:srgbClr val="9D9FA1"/>
                    </a:gs>
                    <a:gs pos="100000">
                      <a:srgbClr val="211F26"/>
                    </a:gs>
                  </a:gsLst>
                  <a:lin ang="2700000"/>
                </a:gradFill>
                <a:ln>
                  <a:noFill/>
                  <a:prstDash val="solid"/>
                </a:ln>
              </p:spPr>
              <p:txBody>
                <a:bodyPr vert="horz" wrap="square" lIns="91440" tIns="45720" rIns="91440" bIns="45720" anchor="t"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300" b="0" i="0" u="none" strike="noStrike" kern="0" cap="none" spc="0" baseline="0">
                    <a:solidFill>
                      <a:srgbClr val="211F26"/>
                    </a:solidFill>
                    <a:uFillTx/>
                    <a:latin typeface="Arial"/>
                  </a:endParaRPr>
                </a:p>
              </p:txBody>
            </p:sp>
            <p:sp>
              <p:nvSpPr>
                <p:cNvPr id="74" name="Freeform 14">
                  <a:extLst>
                    <a:ext uri="{FF2B5EF4-FFF2-40B4-BE49-F238E27FC236}">
                      <a16:creationId xmlns:a16="http://schemas.microsoft.com/office/drawing/2014/main" id="{9CB412B4-9B58-8EE1-F020-68597A49C7E6}"/>
                    </a:ext>
                  </a:extLst>
                </p:cNvPr>
                <p:cNvSpPr/>
                <p:nvPr/>
              </p:nvSpPr>
              <p:spPr>
                <a:xfrm>
                  <a:off x="15447919" y="4663037"/>
                  <a:ext cx="169776" cy="208126"/>
                </a:xfrm>
                <a:custGeom>
                  <a:avLst/>
                  <a:gdLst>
                    <a:gd name="f0" fmla="val 10800000"/>
                    <a:gd name="f1" fmla="val 5400000"/>
                    <a:gd name="f2" fmla="val 180"/>
                    <a:gd name="f3" fmla="val w"/>
                    <a:gd name="f4" fmla="val h"/>
                    <a:gd name="f5" fmla="val 0"/>
                    <a:gd name="f6" fmla="val 702"/>
                    <a:gd name="f7" fmla="val 860"/>
                    <a:gd name="f8" fmla="val 351"/>
                    <a:gd name="f9" fmla="val 157"/>
                    <a:gd name="f10" fmla="val 463"/>
                    <a:gd name="f11" fmla="val 52"/>
                    <a:gd name="f12" fmla="val 562"/>
                    <a:gd name="f13" fmla="val 134"/>
                    <a:gd name="f14" fmla="val 627"/>
                    <a:gd name="f15" fmla="val 165"/>
                    <a:gd name="f16" fmla="val 718"/>
                    <a:gd name="f17" fmla="val 266"/>
                    <a:gd name="f18" fmla="val 434"/>
                    <a:gd name="f19" fmla="val 419"/>
                    <a:gd name="f20" fmla="val 760"/>
                    <a:gd name="f21" fmla="val 284"/>
                    <a:gd name="f22" fmla="val 179"/>
                    <a:gd name="f23" fmla="val 212"/>
                    <a:gd name="f24" fmla="val 216"/>
                    <a:gd name="f25" fmla="val 488"/>
                    <a:gd name="f26" fmla="val 491"/>
                    <a:gd name="f27" fmla="val 570"/>
                    <a:gd name="f28" fmla="val 625"/>
                    <a:gd name="f29" fmla="val 651"/>
                    <a:gd name="f30" fmla="val 560"/>
                    <a:gd name="f31" fmla="val 461"/>
                    <a:gd name="f32" fmla="val 545"/>
                    <a:gd name="f33" fmla="val 587"/>
                    <a:gd name="f34" fmla="val 438"/>
                    <a:gd name="f35" fmla="val 568"/>
                    <a:gd name="f36" fmla="val 490"/>
                    <a:gd name="f37" fmla="val 531"/>
                    <a:gd name="f38" fmla="val 534"/>
                    <a:gd name="f39" fmla="val 485"/>
                    <a:gd name="f40" fmla="val 563"/>
                    <a:gd name="f41" fmla="val 454"/>
                    <a:gd name="f42" fmla="val 658"/>
                    <a:gd name="f43" fmla="val 250"/>
                    <a:gd name="f44" fmla="val 219"/>
                    <a:gd name="f45" fmla="val 565"/>
                    <a:gd name="f46" fmla="val 172"/>
                    <a:gd name="f47" fmla="val 536"/>
                    <a:gd name="f48" fmla="val 135"/>
                    <a:gd name="f49" fmla="val 115"/>
                    <a:gd name="f50" fmla="val 439"/>
                    <a:gd name="f51" fmla="val 105"/>
                    <a:gd name="f52" fmla="val 411"/>
                    <a:gd name="f53" fmla="val 99"/>
                    <a:gd name="f54" fmla="val 382"/>
                    <a:gd name="f55" fmla="val 603"/>
                    <a:gd name="f56" fmla="val 381"/>
                    <a:gd name="f57" fmla="val 597"/>
                    <a:gd name="f58" fmla="+- 0 0 -90"/>
                    <a:gd name="f59" fmla="*/ f3 1 702"/>
                    <a:gd name="f60" fmla="*/ f4 1 860"/>
                    <a:gd name="f61" fmla="val f5"/>
                    <a:gd name="f62" fmla="val f6"/>
                    <a:gd name="f63" fmla="val f7"/>
                    <a:gd name="f64" fmla="*/ f58 f0 1"/>
                    <a:gd name="f65" fmla="+- f63 0 f61"/>
                    <a:gd name="f66" fmla="+- f62 0 f61"/>
                    <a:gd name="f67" fmla="*/ f64 1 f2"/>
                    <a:gd name="f68" fmla="*/ f66 1 702"/>
                    <a:gd name="f69" fmla="*/ f65 1 860"/>
                    <a:gd name="f70" fmla="*/ 351 f66 1"/>
                    <a:gd name="f71" fmla="*/ 0 f65 1"/>
                    <a:gd name="f72" fmla="*/ 0 f66 1"/>
                    <a:gd name="f73" fmla="*/ 351 f65 1"/>
                    <a:gd name="f74" fmla="*/ 134 f66 1"/>
                    <a:gd name="f75" fmla="*/ 627 f65 1"/>
                    <a:gd name="f76" fmla="*/ 165 f66 1"/>
                    <a:gd name="f77" fmla="*/ 718 f65 1"/>
                    <a:gd name="f78" fmla="*/ 266 f66 1"/>
                    <a:gd name="f79" fmla="*/ 434 f66 1"/>
                    <a:gd name="f80" fmla="*/ 419 f66 1"/>
                    <a:gd name="f81" fmla="*/ 760 f65 1"/>
                    <a:gd name="f82" fmla="*/ 284 f66 1"/>
                    <a:gd name="f83" fmla="*/ 179 f66 1"/>
                    <a:gd name="f84" fmla="*/ 212 f66 1"/>
                    <a:gd name="f85" fmla="*/ 860 f65 1"/>
                    <a:gd name="f86" fmla="*/ 216 f66 1"/>
                    <a:gd name="f87" fmla="*/ 488 f66 1"/>
                    <a:gd name="f88" fmla="*/ 491 f66 1"/>
                    <a:gd name="f89" fmla="*/ 570 f66 1"/>
                    <a:gd name="f90" fmla="*/ 625 f65 1"/>
                    <a:gd name="f91" fmla="*/ 702 f66 1"/>
                    <a:gd name="f92" fmla="*/ 587 f66 1"/>
                    <a:gd name="f93" fmla="*/ 438 f65 1"/>
                    <a:gd name="f94" fmla="*/ 485 f66 1"/>
                    <a:gd name="f95" fmla="*/ 563 f65 1"/>
                    <a:gd name="f96" fmla="*/ 454 f66 1"/>
                    <a:gd name="f97" fmla="*/ 658 f65 1"/>
                    <a:gd name="f98" fmla="*/ 250 f66 1"/>
                    <a:gd name="f99" fmla="*/ 219 f66 1"/>
                    <a:gd name="f100" fmla="*/ 565 f65 1"/>
                    <a:gd name="f101" fmla="*/ 115 f66 1"/>
                    <a:gd name="f102" fmla="*/ 439 f65 1"/>
                    <a:gd name="f103" fmla="*/ 99 f66 1"/>
                    <a:gd name="f104" fmla="*/ 99 f65 1"/>
                    <a:gd name="f105" fmla="*/ 603 f66 1"/>
                    <a:gd name="f106" fmla="+- f67 0 f1"/>
                    <a:gd name="f107" fmla="*/ f70 1 702"/>
                    <a:gd name="f108" fmla="*/ f71 1 860"/>
                    <a:gd name="f109" fmla="*/ f72 1 702"/>
                    <a:gd name="f110" fmla="*/ f73 1 860"/>
                    <a:gd name="f111" fmla="*/ f74 1 702"/>
                    <a:gd name="f112" fmla="*/ f75 1 860"/>
                    <a:gd name="f113" fmla="*/ f76 1 702"/>
                    <a:gd name="f114" fmla="*/ f77 1 860"/>
                    <a:gd name="f115" fmla="*/ f78 1 702"/>
                    <a:gd name="f116" fmla="*/ f79 1 702"/>
                    <a:gd name="f117" fmla="*/ f80 1 702"/>
                    <a:gd name="f118" fmla="*/ f81 1 860"/>
                    <a:gd name="f119" fmla="*/ f82 1 702"/>
                    <a:gd name="f120" fmla="*/ f83 1 702"/>
                    <a:gd name="f121" fmla="*/ f84 1 702"/>
                    <a:gd name="f122" fmla="*/ f85 1 860"/>
                    <a:gd name="f123" fmla="*/ f86 1 702"/>
                    <a:gd name="f124" fmla="*/ f87 1 702"/>
                    <a:gd name="f125" fmla="*/ f88 1 702"/>
                    <a:gd name="f126" fmla="*/ f89 1 702"/>
                    <a:gd name="f127" fmla="*/ f90 1 860"/>
                    <a:gd name="f128" fmla="*/ f91 1 702"/>
                    <a:gd name="f129" fmla="*/ f92 1 702"/>
                    <a:gd name="f130" fmla="*/ f93 1 860"/>
                    <a:gd name="f131" fmla="*/ f94 1 702"/>
                    <a:gd name="f132" fmla="*/ f95 1 860"/>
                    <a:gd name="f133" fmla="*/ f96 1 702"/>
                    <a:gd name="f134" fmla="*/ f97 1 860"/>
                    <a:gd name="f135" fmla="*/ f98 1 702"/>
                    <a:gd name="f136" fmla="*/ f99 1 702"/>
                    <a:gd name="f137" fmla="*/ f100 1 860"/>
                    <a:gd name="f138" fmla="*/ f101 1 702"/>
                    <a:gd name="f139" fmla="*/ f102 1 860"/>
                    <a:gd name="f140" fmla="*/ f103 1 702"/>
                    <a:gd name="f141" fmla="*/ f104 1 860"/>
                    <a:gd name="f142" fmla="*/ f105 1 702"/>
                    <a:gd name="f143" fmla="*/ 0 1 f68"/>
                    <a:gd name="f144" fmla="*/ f62 1 f68"/>
                    <a:gd name="f145" fmla="*/ 0 1 f69"/>
                    <a:gd name="f146" fmla="*/ f63 1 f69"/>
                    <a:gd name="f147" fmla="*/ f107 1 f68"/>
                    <a:gd name="f148" fmla="*/ f108 1 f69"/>
                    <a:gd name="f149" fmla="*/ f109 1 f68"/>
                    <a:gd name="f150" fmla="*/ f110 1 f69"/>
                    <a:gd name="f151" fmla="*/ f111 1 f68"/>
                    <a:gd name="f152" fmla="*/ f112 1 f69"/>
                    <a:gd name="f153" fmla="*/ f113 1 f68"/>
                    <a:gd name="f154" fmla="*/ f114 1 f69"/>
                    <a:gd name="f155" fmla="*/ f115 1 f68"/>
                    <a:gd name="f156" fmla="*/ f116 1 f68"/>
                    <a:gd name="f157" fmla="*/ f117 1 f68"/>
                    <a:gd name="f158" fmla="*/ f118 1 f69"/>
                    <a:gd name="f159" fmla="*/ f119 1 f68"/>
                    <a:gd name="f160" fmla="*/ f120 1 f68"/>
                    <a:gd name="f161" fmla="*/ f121 1 f68"/>
                    <a:gd name="f162" fmla="*/ f122 1 f69"/>
                    <a:gd name="f163" fmla="*/ f123 1 f68"/>
                    <a:gd name="f164" fmla="*/ f124 1 f68"/>
                    <a:gd name="f165" fmla="*/ f125 1 f68"/>
                    <a:gd name="f166" fmla="*/ f126 1 f68"/>
                    <a:gd name="f167" fmla="*/ f127 1 f69"/>
                    <a:gd name="f168" fmla="*/ f128 1 f68"/>
                    <a:gd name="f169" fmla="*/ f129 1 f68"/>
                    <a:gd name="f170" fmla="*/ f130 1 f69"/>
                    <a:gd name="f171" fmla="*/ f131 1 f68"/>
                    <a:gd name="f172" fmla="*/ f132 1 f69"/>
                    <a:gd name="f173" fmla="*/ f133 1 f68"/>
                    <a:gd name="f174" fmla="*/ f134 1 f69"/>
                    <a:gd name="f175" fmla="*/ f135 1 f68"/>
                    <a:gd name="f176" fmla="*/ f136 1 f68"/>
                    <a:gd name="f177" fmla="*/ f137 1 f69"/>
                    <a:gd name="f178" fmla="*/ f138 1 f68"/>
                    <a:gd name="f179" fmla="*/ f139 1 f69"/>
                    <a:gd name="f180" fmla="*/ f140 1 f68"/>
                    <a:gd name="f181" fmla="*/ f141 1 f69"/>
                    <a:gd name="f182" fmla="*/ f142 1 f68"/>
                    <a:gd name="f183" fmla="*/ f143 f59 1"/>
                    <a:gd name="f184" fmla="*/ f144 f59 1"/>
                    <a:gd name="f185" fmla="*/ f146 f60 1"/>
                    <a:gd name="f186" fmla="*/ f145 f60 1"/>
                    <a:gd name="f187" fmla="*/ f147 f59 1"/>
                    <a:gd name="f188" fmla="*/ f148 f60 1"/>
                    <a:gd name="f189" fmla="*/ f149 f59 1"/>
                    <a:gd name="f190" fmla="*/ f150 f60 1"/>
                    <a:gd name="f191" fmla="*/ f151 f59 1"/>
                    <a:gd name="f192" fmla="*/ f152 f60 1"/>
                    <a:gd name="f193" fmla="*/ f153 f59 1"/>
                    <a:gd name="f194" fmla="*/ f154 f60 1"/>
                    <a:gd name="f195" fmla="*/ f155 f59 1"/>
                    <a:gd name="f196" fmla="*/ f156 f59 1"/>
                    <a:gd name="f197" fmla="*/ f157 f59 1"/>
                    <a:gd name="f198" fmla="*/ f158 f60 1"/>
                    <a:gd name="f199" fmla="*/ f159 f59 1"/>
                    <a:gd name="f200" fmla="*/ f160 f59 1"/>
                    <a:gd name="f201" fmla="*/ f161 f59 1"/>
                    <a:gd name="f202" fmla="*/ f162 f60 1"/>
                    <a:gd name="f203" fmla="*/ f163 f59 1"/>
                    <a:gd name="f204" fmla="*/ f164 f59 1"/>
                    <a:gd name="f205" fmla="*/ f165 f59 1"/>
                    <a:gd name="f206" fmla="*/ f166 f59 1"/>
                    <a:gd name="f207" fmla="*/ f167 f60 1"/>
                    <a:gd name="f208" fmla="*/ f168 f59 1"/>
                    <a:gd name="f209" fmla="*/ f169 f59 1"/>
                    <a:gd name="f210" fmla="*/ f170 f60 1"/>
                    <a:gd name="f211" fmla="*/ f171 f59 1"/>
                    <a:gd name="f212" fmla="*/ f172 f60 1"/>
                    <a:gd name="f213" fmla="*/ f173 f59 1"/>
                    <a:gd name="f214" fmla="*/ f174 f60 1"/>
                    <a:gd name="f215" fmla="*/ f175 f59 1"/>
                    <a:gd name="f216" fmla="*/ f176 f59 1"/>
                    <a:gd name="f217" fmla="*/ f177 f60 1"/>
                    <a:gd name="f218" fmla="*/ f178 f59 1"/>
                    <a:gd name="f219" fmla="*/ f179 f60 1"/>
                    <a:gd name="f220" fmla="*/ f180 f59 1"/>
                    <a:gd name="f221" fmla="*/ f181 f60 1"/>
                    <a:gd name="f222" fmla="*/ f182 f59 1"/>
                  </a:gdLst>
                  <a:ahLst/>
                  <a:cxnLst>
                    <a:cxn ang="3cd4">
                      <a:pos x="hc" y="t"/>
                    </a:cxn>
                    <a:cxn ang="0">
                      <a:pos x="r" y="vc"/>
                    </a:cxn>
                    <a:cxn ang="cd4">
                      <a:pos x="hc" y="b"/>
                    </a:cxn>
                    <a:cxn ang="cd2">
                      <a:pos x="l" y="vc"/>
                    </a:cxn>
                    <a:cxn ang="f106">
                      <a:pos x="f187" y="f188"/>
                    </a:cxn>
                    <a:cxn ang="f106">
                      <a:pos x="f189" y="f190"/>
                    </a:cxn>
                    <a:cxn ang="f106">
                      <a:pos x="f191" y="f192"/>
                    </a:cxn>
                    <a:cxn ang="f106">
                      <a:pos x="f193" y="f194"/>
                    </a:cxn>
                    <a:cxn ang="f106">
                      <a:pos x="f195" y="f194"/>
                    </a:cxn>
                    <a:cxn ang="f106">
                      <a:pos x="f195" y="f194"/>
                    </a:cxn>
                    <a:cxn ang="f106">
                      <a:pos x="f196" y="f194"/>
                    </a:cxn>
                    <a:cxn ang="f106">
                      <a:pos x="f197" y="f198"/>
                    </a:cxn>
                    <a:cxn ang="f106">
                      <a:pos x="f199" y="f198"/>
                    </a:cxn>
                    <a:cxn ang="f106">
                      <a:pos x="f199" y="f198"/>
                    </a:cxn>
                    <a:cxn ang="f106">
                      <a:pos x="f200" y="f198"/>
                    </a:cxn>
                    <a:cxn ang="f106">
                      <a:pos x="f201" y="f202"/>
                    </a:cxn>
                    <a:cxn ang="f106">
                      <a:pos x="f201" y="f202"/>
                    </a:cxn>
                    <a:cxn ang="f106">
                      <a:pos x="f203" y="f202"/>
                    </a:cxn>
                    <a:cxn ang="f106">
                      <a:pos x="f204" y="f202"/>
                    </a:cxn>
                    <a:cxn ang="f106">
                      <a:pos x="f205" y="f202"/>
                    </a:cxn>
                    <a:cxn ang="f106">
                      <a:pos x="f206" y="f207"/>
                    </a:cxn>
                    <a:cxn ang="f106">
                      <a:pos x="f208" y="f190"/>
                    </a:cxn>
                    <a:cxn ang="f106">
                      <a:pos x="f187" y="f188"/>
                    </a:cxn>
                    <a:cxn ang="f106">
                      <a:pos x="f209" y="f210"/>
                    </a:cxn>
                    <a:cxn ang="f106">
                      <a:pos x="f211" y="f212"/>
                    </a:cxn>
                    <a:cxn ang="f106">
                      <a:pos x="f213" y="f214"/>
                    </a:cxn>
                    <a:cxn ang="f106">
                      <a:pos x="f215" y="f214"/>
                    </a:cxn>
                    <a:cxn ang="f106">
                      <a:pos x="f216" y="f217"/>
                    </a:cxn>
                    <a:cxn ang="f106">
                      <a:pos x="f218" y="f219"/>
                    </a:cxn>
                    <a:cxn ang="f106">
                      <a:pos x="f220" y="f190"/>
                    </a:cxn>
                    <a:cxn ang="f106">
                      <a:pos x="f187" y="f221"/>
                    </a:cxn>
                    <a:cxn ang="f106">
                      <a:pos x="f222" y="f190"/>
                    </a:cxn>
                    <a:cxn ang="f106">
                      <a:pos x="f209" y="f210"/>
                    </a:cxn>
                  </a:cxnLst>
                  <a:rect l="f183" t="f186" r="f184" b="f185"/>
                  <a:pathLst>
                    <a:path w="702" h="860">
                      <a:moveTo>
                        <a:pt x="f8" y="f5"/>
                      </a:moveTo>
                      <a:cubicBezTo>
                        <a:pt x="f9" y="f5"/>
                        <a:pt x="f5" y="f9"/>
                        <a:pt x="f5" y="f8"/>
                      </a:cubicBezTo>
                      <a:cubicBezTo>
                        <a:pt x="f5" y="f10"/>
                        <a:pt x="f11" y="f12"/>
                        <a:pt x="f13" y="f14"/>
                      </a:cubicBezTo>
                      <a:cubicBezTo>
                        <a:pt x="f15" y="f16"/>
                        <a:pt x="f15" y="f16"/>
                        <a:pt x="f15" y="f16"/>
                      </a:cubicBezTo>
                      <a:cubicBezTo>
                        <a:pt x="f17" y="f16"/>
                        <a:pt x="f17" y="f16"/>
                        <a:pt x="f17" y="f16"/>
                      </a:cubicBezTo>
                      <a:cubicBezTo>
                        <a:pt x="f17" y="f16"/>
                        <a:pt x="f17" y="f16"/>
                        <a:pt x="f17" y="f16"/>
                      </a:cubicBezTo>
                      <a:cubicBezTo>
                        <a:pt x="f18" y="f16"/>
                        <a:pt x="f18" y="f16"/>
                        <a:pt x="f18" y="f16"/>
                      </a:cubicBezTo>
                      <a:cubicBezTo>
                        <a:pt x="f19" y="f20"/>
                        <a:pt x="f19" y="f20"/>
                        <a:pt x="f19" y="f20"/>
                      </a:cubicBezTo>
                      <a:cubicBezTo>
                        <a:pt x="f21" y="f20"/>
                        <a:pt x="f21" y="f20"/>
                        <a:pt x="f21" y="f20"/>
                      </a:cubicBezTo>
                      <a:cubicBezTo>
                        <a:pt x="f21" y="f20"/>
                        <a:pt x="f21" y="f20"/>
                        <a:pt x="f21" y="f20"/>
                      </a:cubicBezTo>
                      <a:cubicBezTo>
                        <a:pt x="f22" y="f20"/>
                        <a:pt x="f22" y="f20"/>
                        <a:pt x="f22" y="f20"/>
                      </a:cubicBezTo>
                      <a:cubicBezTo>
                        <a:pt x="f23" y="f7"/>
                        <a:pt x="f23" y="f7"/>
                        <a:pt x="f23" y="f7"/>
                      </a:cubicBezTo>
                      <a:cubicBezTo>
                        <a:pt x="f23" y="f7"/>
                        <a:pt x="f23" y="f7"/>
                        <a:pt x="f23" y="f7"/>
                      </a:cubicBezTo>
                      <a:cubicBezTo>
                        <a:pt x="f24" y="f7"/>
                        <a:pt x="f24" y="f7"/>
                        <a:pt x="f24" y="f7"/>
                      </a:cubicBezTo>
                      <a:cubicBezTo>
                        <a:pt x="f25" y="f7"/>
                        <a:pt x="f25" y="f7"/>
                        <a:pt x="f25" y="f7"/>
                      </a:cubicBezTo>
                      <a:cubicBezTo>
                        <a:pt x="f26" y="f7"/>
                        <a:pt x="f26" y="f7"/>
                        <a:pt x="f26" y="f7"/>
                      </a:cubicBezTo>
                      <a:cubicBezTo>
                        <a:pt x="f27" y="f28"/>
                        <a:pt x="f27" y="f28"/>
                        <a:pt x="f27" y="f28"/>
                      </a:cubicBezTo>
                      <a:cubicBezTo>
                        <a:pt x="f29" y="f30"/>
                        <a:pt x="f6" y="f31"/>
                        <a:pt x="f6" y="f8"/>
                      </a:cubicBezTo>
                      <a:cubicBezTo>
                        <a:pt x="f6" y="f9"/>
                        <a:pt x="f32" y="f5"/>
                        <a:pt x="f8" y="f5"/>
                      </a:cubicBezTo>
                      <a:close/>
                      <a:moveTo>
                        <a:pt x="f33" y="f34"/>
                      </a:moveTo>
                      <a:cubicBezTo>
                        <a:pt x="f35" y="f36"/>
                        <a:pt x="f37" y="f38"/>
                        <a:pt x="f39" y="f40"/>
                      </a:cubicBezTo>
                      <a:cubicBezTo>
                        <a:pt x="f41" y="f42"/>
                        <a:pt x="f41" y="f42"/>
                        <a:pt x="f41" y="f42"/>
                      </a:cubicBezTo>
                      <a:cubicBezTo>
                        <a:pt x="f43" y="f42"/>
                        <a:pt x="f43" y="f42"/>
                        <a:pt x="f43" y="f42"/>
                      </a:cubicBezTo>
                      <a:cubicBezTo>
                        <a:pt x="f44" y="f45"/>
                        <a:pt x="f44" y="f45"/>
                        <a:pt x="f44" y="f45"/>
                      </a:cubicBezTo>
                      <a:cubicBezTo>
                        <a:pt x="f46" y="f47"/>
                        <a:pt x="f48" y="f26"/>
                        <a:pt x="f49" y="f50"/>
                      </a:cubicBezTo>
                      <a:cubicBezTo>
                        <a:pt x="f51" y="f52"/>
                        <a:pt x="f53" y="f54"/>
                        <a:pt x="f53" y="f8"/>
                      </a:cubicBezTo>
                      <a:cubicBezTo>
                        <a:pt x="f53" y="f23"/>
                        <a:pt x="f23" y="f53"/>
                        <a:pt x="f8" y="f53"/>
                      </a:cubicBezTo>
                      <a:cubicBezTo>
                        <a:pt x="f36" y="f53"/>
                        <a:pt x="f55" y="f23"/>
                        <a:pt x="f55" y="f8"/>
                      </a:cubicBezTo>
                      <a:cubicBezTo>
                        <a:pt x="f55" y="f56"/>
                        <a:pt x="f57" y="f52"/>
                        <a:pt x="f33" y="f34"/>
                      </a:cubicBezTo>
                      <a:close/>
                    </a:path>
                  </a:pathLst>
                </a:custGeom>
                <a:gradFill>
                  <a:gsLst>
                    <a:gs pos="0">
                      <a:srgbClr val="9D9FA1"/>
                    </a:gs>
                    <a:gs pos="100000">
                      <a:srgbClr val="211F26"/>
                    </a:gs>
                  </a:gsLst>
                  <a:lin ang="2700000"/>
                </a:gradFill>
                <a:ln>
                  <a:noFill/>
                  <a:prstDash val="solid"/>
                </a:ln>
              </p:spPr>
              <p:txBody>
                <a:bodyPr vert="horz" wrap="square" lIns="91440" tIns="45720" rIns="91440" bIns="45720" anchor="t"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300" b="0" i="0" u="none" strike="noStrike" kern="0" cap="none" spc="0" baseline="0">
                    <a:solidFill>
                      <a:srgbClr val="211F26"/>
                    </a:solidFill>
                    <a:uFillTx/>
                    <a:latin typeface="Arial"/>
                  </a:endParaRPr>
                </a:p>
              </p:txBody>
            </p:sp>
          </p:grpSp>
          <p:sp>
            <p:nvSpPr>
              <p:cNvPr id="75" name="Tekstvak 36">
                <a:extLst>
                  <a:ext uri="{FF2B5EF4-FFF2-40B4-BE49-F238E27FC236}">
                    <a16:creationId xmlns:a16="http://schemas.microsoft.com/office/drawing/2014/main" id="{637D3145-564F-80FA-876D-CB9E8B02B6E2}"/>
                  </a:ext>
                </a:extLst>
              </p:cNvPr>
              <p:cNvSpPr txBox="1"/>
              <p:nvPr/>
            </p:nvSpPr>
            <p:spPr>
              <a:xfrm>
                <a:off x="15225601" y="4917487"/>
                <a:ext cx="627799" cy="322234"/>
              </a:xfrm>
              <a:prstGeom prst="rect">
                <a:avLst/>
              </a:prstGeom>
              <a:noFill/>
              <a:ln>
                <a:noFill/>
              </a:ln>
            </p:spPr>
            <p:txBody>
              <a:bodyPr vert="horz" wrap="square" lIns="0" tIns="0" rIns="0" bIns="0"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000" b="0" i="0" u="none" strike="noStrike" kern="0" cap="none" spc="0" baseline="0">
                    <a:solidFill>
                      <a:srgbClr val="211F26"/>
                    </a:solidFill>
                    <a:uFillTx/>
                    <a:latin typeface="Calibri" pitchFamily="34"/>
                    <a:cs typeface="Calibri" pitchFamily="34"/>
                  </a:rPr>
                  <a:t>Inspiration</a:t>
                </a:r>
              </a:p>
            </p:txBody>
          </p:sp>
        </p:grpSp>
      </p:grpSp>
      <p:grpSp>
        <p:nvGrpSpPr>
          <p:cNvPr id="76" name="INSTRUCTION">
            <a:extLst>
              <a:ext uri="{FF2B5EF4-FFF2-40B4-BE49-F238E27FC236}">
                <a16:creationId xmlns:a16="http://schemas.microsoft.com/office/drawing/2014/main" id="{823184EC-8F08-FFF8-78D7-B59AFEF760FE}"/>
              </a:ext>
            </a:extLst>
          </p:cNvPr>
          <p:cNvGrpSpPr/>
          <p:nvPr/>
        </p:nvGrpSpPr>
        <p:grpSpPr>
          <a:xfrm>
            <a:off x="-3786164" y="0"/>
            <a:ext cx="3693380" cy="6640345"/>
            <a:chOff x="-3786164" y="0"/>
            <a:chExt cx="3693380" cy="6640345"/>
          </a:xfrm>
        </p:grpSpPr>
        <p:sp>
          <p:nvSpPr>
            <p:cNvPr id="77" name="Rechthoek 83">
              <a:extLst>
                <a:ext uri="{FF2B5EF4-FFF2-40B4-BE49-F238E27FC236}">
                  <a16:creationId xmlns:a16="http://schemas.microsoft.com/office/drawing/2014/main" id="{FF7C4BFB-2544-A03F-0967-F4602D999661}"/>
                </a:ext>
              </a:extLst>
            </p:cNvPr>
            <p:cNvSpPr/>
            <p:nvPr/>
          </p:nvSpPr>
          <p:spPr>
            <a:xfrm>
              <a:off x="-3786164" y="0"/>
              <a:ext cx="3593089" cy="5991724"/>
            </a:xfrm>
            <a:prstGeom prst="rect">
              <a:avLst/>
            </a:prstGeom>
            <a:solidFill>
              <a:srgbClr val="FFFFFF"/>
            </a:solidFill>
            <a:ln w="6345" cap="flat">
              <a:solidFill>
                <a:srgbClr val="ECECEC"/>
              </a:solidFill>
              <a:prstDash val="solid"/>
              <a:miter/>
            </a:ln>
          </p:spPr>
          <p:txBody>
            <a:bodyPr vert="horz" wrap="square" lIns="179999" tIns="143999" rIns="179999" bIns="143999"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400" b="1" i="0" u="none" strike="noStrike" kern="1200" cap="all" spc="0" baseline="0">
                  <a:solidFill>
                    <a:srgbClr val="00A6D6"/>
                  </a:solidFill>
                  <a:uFillTx/>
                  <a:latin typeface="Calibri" pitchFamily="34"/>
                  <a:cs typeface="Calibri" pitchFamily="34"/>
                </a:rPr>
                <a:t>Insert/edit an image</a:t>
              </a:r>
            </a:p>
          </p:txBody>
        </p:sp>
        <p:sp>
          <p:nvSpPr>
            <p:cNvPr id="78" name="Ovaal 84">
              <a:extLst>
                <a:ext uri="{FF2B5EF4-FFF2-40B4-BE49-F238E27FC236}">
                  <a16:creationId xmlns:a16="http://schemas.microsoft.com/office/drawing/2014/main" id="{10911085-F744-C61F-9D31-EB553FEAF1C4}"/>
                </a:ext>
              </a:extLst>
            </p:cNvPr>
            <p:cNvSpPr/>
            <p:nvPr/>
          </p:nvSpPr>
          <p:spPr>
            <a:xfrm>
              <a:off x="-3603586" y="465319"/>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1</a:t>
              </a:r>
            </a:p>
          </p:txBody>
        </p:sp>
        <p:sp>
          <p:nvSpPr>
            <p:cNvPr id="79" name="Rechthoek 85">
              <a:extLst>
                <a:ext uri="{FF2B5EF4-FFF2-40B4-BE49-F238E27FC236}">
                  <a16:creationId xmlns:a16="http://schemas.microsoft.com/office/drawing/2014/main" id="{C150B3A1-E9FB-BD4A-2DD9-C16E331C30EA}"/>
                </a:ext>
              </a:extLst>
            </p:cNvPr>
            <p:cNvSpPr/>
            <p:nvPr/>
          </p:nvSpPr>
          <p:spPr>
            <a:xfrm>
              <a:off x="-3319418" y="465319"/>
              <a:ext cx="2962701" cy="668152"/>
            </a:xfrm>
            <a:prstGeom prst="rect">
              <a:avLst/>
            </a:prstGeom>
            <a:noFill/>
            <a:ln>
              <a:noFill/>
              <a:prstDash val="solid"/>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0" i="0" u="none" strike="noStrike" kern="0" cap="none" spc="0" baseline="0">
                  <a:solidFill>
                    <a:srgbClr val="000000"/>
                  </a:solidFill>
                  <a:uFillTx/>
                  <a:latin typeface="Calibri" pitchFamily="34"/>
                  <a:cs typeface="Calibri" pitchFamily="34"/>
                </a:rPr>
                <a:t>If necessary, delete the existing image</a:t>
              </a:r>
              <a:br>
                <a:rPr lang="en-GB" sz="1200" b="0" i="0" u="none" strike="noStrike" kern="0" cap="none" spc="0" baseline="0">
                  <a:solidFill>
                    <a:srgbClr val="000000"/>
                  </a:solidFill>
                  <a:uFillTx/>
                  <a:latin typeface="Calibri" pitchFamily="34"/>
                  <a:cs typeface="Calibri" pitchFamily="34"/>
                </a:rPr>
              </a:br>
              <a:r>
                <a:rPr lang="en-GB" sz="1200" b="0" i="0" u="none" strike="noStrike" kern="0" cap="none" spc="0" baseline="0">
                  <a:solidFill>
                    <a:srgbClr val="000000"/>
                  </a:solidFill>
                  <a:uFillTx/>
                  <a:latin typeface="Calibri" pitchFamily="34"/>
                  <a:cs typeface="Calibri" pitchFamily="34"/>
                </a:rPr>
                <a:t>by using the </a:t>
              </a:r>
              <a:r>
                <a:rPr lang="en-GB" sz="1200" b="1" i="0" u="none" strike="noStrike" kern="0" cap="none" spc="0" baseline="0">
                  <a:solidFill>
                    <a:srgbClr val="000000"/>
                  </a:solidFill>
                  <a:uFillTx/>
                  <a:latin typeface="Calibri" pitchFamily="34"/>
                  <a:cs typeface="Calibri" pitchFamily="34"/>
                </a:rPr>
                <a:t>‘Backspace key’</a:t>
              </a:r>
              <a:r>
                <a:rPr lang="en-GB" sz="1200" b="0" i="0" u="none" strike="noStrike" kern="0" cap="none" spc="0" baseline="0">
                  <a:solidFill>
                    <a:srgbClr val="000000"/>
                  </a:solidFill>
                  <a:uFillTx/>
                  <a:latin typeface="Calibri" pitchFamily="34"/>
                  <a:cs typeface="Calibri" pitchFamily="34"/>
                </a:rPr>
                <a:t>. Select the placeholder, go to the tab </a:t>
              </a:r>
              <a:r>
                <a:rPr lang="en-GB" sz="1200" b="1" i="0" u="none" strike="noStrike" kern="0" cap="none" spc="0" baseline="0">
                  <a:solidFill>
                    <a:srgbClr val="000000"/>
                  </a:solidFill>
                  <a:uFillTx/>
                  <a:latin typeface="Calibri" pitchFamily="34"/>
                  <a:cs typeface="Calibri" pitchFamily="34"/>
                </a:rPr>
                <a:t>‘Slidebuilder’</a:t>
              </a:r>
              <a:r>
                <a:rPr lang="en-GB" sz="1200" b="0" i="0" u="none" strike="noStrike" kern="0" cap="none" spc="0" baseline="0">
                  <a:solidFill>
                    <a:srgbClr val="000000"/>
                  </a:solidFill>
                  <a:uFillTx/>
                  <a:latin typeface="Calibri" pitchFamily="34"/>
                  <a:cs typeface="Calibri" pitchFamily="34"/>
                </a:rPr>
                <a:t> and click on the button </a:t>
              </a:r>
              <a:r>
                <a:rPr lang="en-GB" sz="1200" b="1" i="0" u="none" strike="noStrike" kern="0" cap="none" spc="0" baseline="0">
                  <a:solidFill>
                    <a:srgbClr val="000000"/>
                  </a:solidFill>
                  <a:uFillTx/>
                  <a:latin typeface="Calibri" pitchFamily="34"/>
                  <a:cs typeface="Calibri" pitchFamily="34"/>
                </a:rPr>
                <a:t>‘Images’</a:t>
              </a:r>
              <a:r>
                <a:rPr lang="en-GB" sz="1200" b="0" i="0" u="none" strike="noStrike" kern="0" cap="none" spc="0" baseline="0">
                  <a:solidFill>
                    <a:srgbClr val="000000"/>
                  </a:solidFill>
                  <a:uFillTx/>
                  <a:latin typeface="Calibri" pitchFamily="34"/>
                  <a:cs typeface="Calibri" pitchFamily="34"/>
                </a:rPr>
                <a:t>.</a:t>
              </a:r>
            </a:p>
          </p:txBody>
        </p:sp>
        <p:sp>
          <p:nvSpPr>
            <p:cNvPr id="80" name="Ovaal 86">
              <a:extLst>
                <a:ext uri="{FF2B5EF4-FFF2-40B4-BE49-F238E27FC236}">
                  <a16:creationId xmlns:a16="http://schemas.microsoft.com/office/drawing/2014/main" id="{A2BE5F51-90BB-60AB-CBA4-A5CEFEF45839}"/>
                </a:ext>
              </a:extLst>
            </p:cNvPr>
            <p:cNvSpPr/>
            <p:nvPr/>
          </p:nvSpPr>
          <p:spPr>
            <a:xfrm>
              <a:off x="-3603586" y="2633938"/>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3</a:t>
              </a:r>
            </a:p>
          </p:txBody>
        </p:sp>
        <p:sp>
          <p:nvSpPr>
            <p:cNvPr id="81" name="Rechthoek 87">
              <a:extLst>
                <a:ext uri="{FF2B5EF4-FFF2-40B4-BE49-F238E27FC236}">
                  <a16:creationId xmlns:a16="http://schemas.microsoft.com/office/drawing/2014/main" id="{53ADF506-75CA-51F6-4F0A-6326B91E3ADF}"/>
                </a:ext>
              </a:extLst>
            </p:cNvPr>
            <p:cNvSpPr/>
            <p:nvPr/>
          </p:nvSpPr>
          <p:spPr>
            <a:xfrm>
              <a:off x="-3319418" y="2633938"/>
              <a:ext cx="3126342" cy="462796"/>
            </a:xfrm>
            <a:prstGeom prst="rect">
              <a:avLst/>
            </a:prstGeom>
            <a:noFill/>
            <a:ln>
              <a:noFill/>
              <a:prstDash val="solid"/>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0" i="0" u="none" strike="noStrike" kern="0" cap="none" spc="0" baseline="0">
                  <a:solidFill>
                    <a:srgbClr val="000000"/>
                  </a:solidFill>
                  <a:uFillTx/>
                  <a:latin typeface="Calibri" pitchFamily="34"/>
                  <a:cs typeface="Calibri" pitchFamily="34"/>
                </a:rPr>
                <a:t>Click with the right mouse button on the thumbnail display of the slide on the left side </a:t>
              </a:r>
              <a:br>
                <a:rPr lang="en-GB" sz="1200" b="0" i="0" u="none" strike="noStrike" kern="0" cap="none" spc="0" baseline="0">
                  <a:solidFill>
                    <a:srgbClr val="000000"/>
                  </a:solidFill>
                  <a:uFillTx/>
                  <a:latin typeface="Calibri" pitchFamily="34"/>
                  <a:cs typeface="Calibri" pitchFamily="34"/>
                </a:rPr>
              </a:br>
              <a:r>
                <a:rPr lang="en-GB" sz="1200" b="0" i="0" u="none" strike="noStrike" kern="0" cap="none" spc="0" baseline="0">
                  <a:solidFill>
                    <a:srgbClr val="000000"/>
                  </a:solidFill>
                  <a:uFillTx/>
                  <a:latin typeface="Calibri" pitchFamily="34"/>
                  <a:cs typeface="Calibri" pitchFamily="34"/>
                </a:rPr>
                <a:t>of the screen and choose </a:t>
              </a:r>
              <a:r>
                <a:rPr lang="en-GB" sz="1200" b="1" i="0" u="none" strike="noStrike" kern="0" cap="none" spc="0" baseline="0">
                  <a:solidFill>
                    <a:srgbClr val="000000"/>
                  </a:solidFill>
                  <a:uFillTx/>
                  <a:latin typeface="Calibri" pitchFamily="34"/>
                  <a:cs typeface="Calibri" pitchFamily="34"/>
                </a:rPr>
                <a:t>‘Reset slide’</a:t>
              </a:r>
              <a:r>
                <a:rPr lang="en-GB" sz="1200" b="0" i="0" u="none" strike="noStrike" kern="0" cap="none" spc="0" baseline="0">
                  <a:solidFill>
                    <a:srgbClr val="000000"/>
                  </a:solidFill>
                  <a:uFillTx/>
                  <a:latin typeface="Calibri" pitchFamily="34"/>
                  <a:cs typeface="Calibri" pitchFamily="34"/>
                </a:rPr>
                <a:t>.</a:t>
              </a:r>
            </a:p>
          </p:txBody>
        </p:sp>
        <p:sp>
          <p:nvSpPr>
            <p:cNvPr id="82" name="Ovaal 88">
              <a:extLst>
                <a:ext uri="{FF2B5EF4-FFF2-40B4-BE49-F238E27FC236}">
                  <a16:creationId xmlns:a16="http://schemas.microsoft.com/office/drawing/2014/main" id="{1CCB58B8-403A-BFD4-10E5-77446B344EB2}"/>
                </a:ext>
              </a:extLst>
            </p:cNvPr>
            <p:cNvSpPr/>
            <p:nvPr/>
          </p:nvSpPr>
          <p:spPr>
            <a:xfrm>
              <a:off x="-3603586" y="4226365"/>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4</a:t>
              </a:r>
            </a:p>
          </p:txBody>
        </p:sp>
        <p:sp>
          <p:nvSpPr>
            <p:cNvPr id="83" name="Rechthoek 89">
              <a:extLst>
                <a:ext uri="{FF2B5EF4-FFF2-40B4-BE49-F238E27FC236}">
                  <a16:creationId xmlns:a16="http://schemas.microsoft.com/office/drawing/2014/main" id="{C7234E7C-0D6C-F189-44E9-C421B13251E6}"/>
                </a:ext>
              </a:extLst>
            </p:cNvPr>
            <p:cNvSpPr/>
            <p:nvPr/>
          </p:nvSpPr>
          <p:spPr>
            <a:xfrm>
              <a:off x="-3319418" y="4226365"/>
              <a:ext cx="2944678" cy="820957"/>
            </a:xfrm>
            <a:prstGeom prst="rect">
              <a:avLst/>
            </a:prstGeom>
            <a:noFill/>
            <a:ln>
              <a:noFill/>
              <a:prstDash val="solid"/>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0" i="0" u="none" strike="noStrike" kern="0" cap="none" spc="0" baseline="0">
                  <a:solidFill>
                    <a:srgbClr val="000000"/>
                  </a:solidFill>
                  <a:uFillTx/>
                  <a:latin typeface="Calibri" pitchFamily="34"/>
                  <a:cs typeface="Calibri" pitchFamily="34"/>
                </a:rPr>
                <a:t>To scale or drag the image, go to the tab </a:t>
              </a:r>
              <a:r>
                <a:rPr lang="en-GB" sz="1200" b="1" i="0" u="none" strike="noStrike" kern="0" cap="none" spc="0" baseline="0">
                  <a:solidFill>
                    <a:srgbClr val="000000"/>
                  </a:solidFill>
                  <a:uFillTx/>
                  <a:latin typeface="Calibri" pitchFamily="34"/>
                  <a:cs typeface="Calibri" pitchFamily="34"/>
                </a:rPr>
                <a:t>‘Picture Tools - Format’</a:t>
              </a:r>
              <a:r>
                <a:rPr lang="en-GB" sz="1200" b="0" i="0" u="none" strike="noStrike" kern="0" cap="none" spc="0" baseline="0">
                  <a:solidFill>
                    <a:srgbClr val="000000"/>
                  </a:solidFill>
                  <a:uFillTx/>
                  <a:latin typeface="Calibri" pitchFamily="34"/>
                  <a:cs typeface="Calibri" pitchFamily="34"/>
                </a:rPr>
                <a:t> and click on</a:t>
              </a:r>
              <a:br>
                <a:rPr lang="en-GB" sz="1200" b="0" i="0" u="none" strike="noStrike" kern="0" cap="none" spc="0" baseline="0">
                  <a:solidFill>
                    <a:srgbClr val="000000"/>
                  </a:solidFill>
                  <a:uFillTx/>
                  <a:latin typeface="Calibri" pitchFamily="34"/>
                  <a:cs typeface="Calibri" pitchFamily="34"/>
                </a:rPr>
              </a:br>
              <a:r>
                <a:rPr lang="en-GB" sz="1200" b="0" i="0" u="none" strike="noStrike" kern="0" cap="none" spc="0" baseline="0">
                  <a:solidFill>
                    <a:srgbClr val="000000"/>
                  </a:solidFill>
                  <a:uFillTx/>
                  <a:latin typeface="Calibri" pitchFamily="34"/>
                  <a:cs typeface="Calibri" pitchFamily="34"/>
                </a:rPr>
                <a:t>the button </a:t>
              </a:r>
              <a:r>
                <a:rPr lang="en-GB" sz="1200" b="1" i="0" u="none" strike="noStrike" kern="0" cap="none" spc="0" baseline="0">
                  <a:solidFill>
                    <a:srgbClr val="000000"/>
                  </a:solidFill>
                  <a:uFillTx/>
                  <a:latin typeface="Calibri" pitchFamily="34"/>
                  <a:cs typeface="Calibri" pitchFamily="34"/>
                </a:rPr>
                <a:t>‘Crop’</a:t>
              </a:r>
              <a:r>
                <a:rPr lang="en-GB" sz="1200" b="0" i="0" u="none" strike="noStrike" kern="0" cap="none" spc="0" baseline="0">
                  <a:solidFill>
                    <a:srgbClr val="000000"/>
                  </a:solidFill>
                  <a:uFillTx/>
                  <a:latin typeface="Calibri" pitchFamily="34"/>
                  <a:cs typeface="Calibri" pitchFamily="34"/>
                </a:rPr>
                <a:t>. Scale the image itself with</a:t>
              </a:r>
              <a:br>
                <a:rPr lang="en-GB" sz="1200" b="0" i="0" u="none" strike="noStrike" kern="0" cap="none" spc="0" baseline="0">
                  <a:solidFill>
                    <a:srgbClr val="000000"/>
                  </a:solidFill>
                  <a:uFillTx/>
                  <a:latin typeface="Calibri" pitchFamily="34"/>
                  <a:cs typeface="Calibri" pitchFamily="34"/>
                </a:rPr>
              </a:br>
              <a:r>
                <a:rPr lang="en-GB" sz="1200" b="0" i="0" u="none" strike="noStrike" kern="0" cap="none" spc="0" baseline="0">
                  <a:solidFill>
                    <a:srgbClr val="000000"/>
                  </a:solidFill>
                  <a:uFillTx/>
                  <a:latin typeface="Calibri" pitchFamily="34"/>
                  <a:cs typeface="Calibri" pitchFamily="34"/>
                </a:rPr>
                <a:t>the spheres and scale the image frame with the brackets.</a:t>
              </a:r>
            </a:p>
          </p:txBody>
        </p:sp>
        <p:sp>
          <p:nvSpPr>
            <p:cNvPr id="84" name="Rechthoek 90">
              <a:extLst>
                <a:ext uri="{FF2B5EF4-FFF2-40B4-BE49-F238E27FC236}">
                  <a16:creationId xmlns:a16="http://schemas.microsoft.com/office/drawing/2014/main" id="{2F111C1E-4AC1-9A35-9DF0-FAE16BF576C2}"/>
                </a:ext>
              </a:extLst>
            </p:cNvPr>
            <p:cNvSpPr/>
            <p:nvPr/>
          </p:nvSpPr>
          <p:spPr>
            <a:xfrm>
              <a:off x="-3316839" y="3200262"/>
              <a:ext cx="1239213" cy="719916"/>
            </a:xfrm>
            <a:prstGeom prst="rect">
              <a:avLst/>
            </a:prstGeom>
            <a:blipFill>
              <a:blip r:embed="rId4">
                <a:alphaModFix/>
              </a:blip>
              <a:tile/>
            </a:blipFill>
            <a:ln w="12701" cap="flat">
              <a:solidFill>
                <a:srgbClr val="D3D3D3"/>
              </a:solidFill>
              <a:prstDash val="solid"/>
              <a:miter/>
            </a:ln>
          </p:spPr>
          <p:txBody>
            <a:bodyPr vert="horz" wrap="square" lIns="71999"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0" i="1" u="none" strike="noStrike" kern="1200" cap="none" spc="0" baseline="0">
                <a:solidFill>
                  <a:srgbClr val="211F26"/>
                </a:solidFill>
                <a:uFillTx/>
                <a:latin typeface="Calibri" pitchFamily="34"/>
                <a:cs typeface="Calibri" pitchFamily="34"/>
              </a:endParaRPr>
            </a:p>
          </p:txBody>
        </p:sp>
        <p:grpSp>
          <p:nvGrpSpPr>
            <p:cNvPr id="85" name="Groep 91">
              <a:extLst>
                <a:ext uri="{FF2B5EF4-FFF2-40B4-BE49-F238E27FC236}">
                  <a16:creationId xmlns:a16="http://schemas.microsoft.com/office/drawing/2014/main" id="{40022469-95D4-A37E-3F13-E2ACF38F107F}"/>
                </a:ext>
              </a:extLst>
            </p:cNvPr>
            <p:cNvGrpSpPr/>
            <p:nvPr/>
          </p:nvGrpSpPr>
          <p:grpSpPr>
            <a:xfrm>
              <a:off x="-2485814" y="3479785"/>
              <a:ext cx="1222991" cy="563928"/>
              <a:chOff x="-2485814" y="3479785"/>
              <a:chExt cx="1222991" cy="563928"/>
            </a:xfrm>
          </p:grpSpPr>
          <p:sp>
            <p:nvSpPr>
              <p:cNvPr id="86" name="Rechthoek 130">
                <a:extLst>
                  <a:ext uri="{FF2B5EF4-FFF2-40B4-BE49-F238E27FC236}">
                    <a16:creationId xmlns:a16="http://schemas.microsoft.com/office/drawing/2014/main" id="{6A691567-233F-2FE7-8F0D-CE407EF268D3}"/>
                  </a:ext>
                </a:extLst>
              </p:cNvPr>
              <p:cNvSpPr/>
              <p:nvPr/>
            </p:nvSpPr>
            <p:spPr>
              <a:xfrm>
                <a:off x="-2485814" y="3479785"/>
                <a:ext cx="1176476" cy="504849"/>
              </a:xfrm>
              <a:prstGeom prst="rect">
                <a:avLst/>
              </a:prstGeom>
              <a:solidFill>
                <a:srgbClr val="FFFFFF"/>
              </a:solidFill>
              <a:ln w="12701" cap="flat">
                <a:solidFill>
                  <a:srgbClr val="D1D1D1"/>
                </a:solidFill>
                <a:prstDash val="solid"/>
                <a:miter/>
              </a:ln>
            </p:spPr>
            <p:txBody>
              <a:bodyPr vert="horz" wrap="square" lIns="107999"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800" b="0" i="0" u="none" strike="noStrike" kern="1200" cap="none" spc="0" baseline="0">
                  <a:solidFill>
                    <a:srgbClr val="211F26"/>
                  </a:solidFill>
                  <a:uFillTx/>
                  <a:latin typeface="Calibri" pitchFamily="34"/>
                  <a:cs typeface="Calibri" pitchFamily="34"/>
                </a:endParaRPr>
              </a:p>
            </p:txBody>
          </p:sp>
          <p:sp>
            <p:nvSpPr>
              <p:cNvPr id="87" name="Rechthoek 131">
                <a:extLst>
                  <a:ext uri="{FF2B5EF4-FFF2-40B4-BE49-F238E27FC236}">
                    <a16:creationId xmlns:a16="http://schemas.microsoft.com/office/drawing/2014/main" id="{336D5831-DCF8-2B0E-E81A-969EF1127BA2}"/>
                  </a:ext>
                </a:extLst>
              </p:cNvPr>
              <p:cNvSpPr/>
              <p:nvPr/>
            </p:nvSpPr>
            <p:spPr>
              <a:xfrm>
                <a:off x="-2479587" y="3733412"/>
                <a:ext cx="1164003" cy="246705"/>
              </a:xfrm>
              <a:prstGeom prst="rect">
                <a:avLst/>
              </a:prstGeom>
              <a:solidFill>
                <a:srgbClr val="FCE4DC"/>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nvGrpSpPr>
              <p:cNvPr id="88" name="Groep 132">
                <a:extLst>
                  <a:ext uri="{FF2B5EF4-FFF2-40B4-BE49-F238E27FC236}">
                    <a16:creationId xmlns:a16="http://schemas.microsoft.com/office/drawing/2014/main" id="{A571FED4-2F5A-E5DD-CA8A-A6CFEA635D30}"/>
                  </a:ext>
                </a:extLst>
              </p:cNvPr>
              <p:cNvGrpSpPr/>
              <p:nvPr/>
            </p:nvGrpSpPr>
            <p:grpSpPr>
              <a:xfrm>
                <a:off x="-2403866" y="3541123"/>
                <a:ext cx="155950" cy="131920"/>
                <a:chOff x="-2403866" y="3541123"/>
                <a:chExt cx="155950" cy="131920"/>
              </a:xfrm>
            </p:grpSpPr>
            <p:sp>
              <p:nvSpPr>
                <p:cNvPr id="89" name="Rechthoek: afgeronde hoeken 145">
                  <a:extLst>
                    <a:ext uri="{FF2B5EF4-FFF2-40B4-BE49-F238E27FC236}">
                      <a16:creationId xmlns:a16="http://schemas.microsoft.com/office/drawing/2014/main" id="{00B55F89-D2E9-A24E-9AA4-3E4E582AF92B}"/>
                    </a:ext>
                  </a:extLst>
                </p:cNvPr>
                <p:cNvSpPr/>
                <p:nvPr/>
              </p:nvSpPr>
              <p:spPr>
                <a:xfrm>
                  <a:off x="-2403866" y="3541123"/>
                  <a:ext cx="155950" cy="131920"/>
                </a:xfrm>
                <a:custGeom>
                  <a:avLst>
                    <a:gd name="f0" fmla="val 629"/>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FFFF"/>
                </a:solidFill>
                <a:ln w="12701" cap="flat">
                  <a:solidFill>
                    <a:srgbClr val="818181"/>
                  </a:solidFill>
                  <a:prstDash val="solid"/>
                  <a:miter/>
                </a:ln>
              </p:spPr>
              <p:txBody>
                <a:bodyPr vert="horz" wrap="square" lIns="107999"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800" b="0" i="0" u="none" strike="noStrike" kern="1200" cap="none" spc="0" baseline="0">
                    <a:solidFill>
                      <a:srgbClr val="211F26"/>
                    </a:solidFill>
                    <a:uFillTx/>
                    <a:latin typeface="Calibri" pitchFamily="34"/>
                    <a:cs typeface="Calibri" pitchFamily="34"/>
                  </a:endParaRPr>
                </a:p>
              </p:txBody>
            </p:sp>
            <p:sp>
              <p:nvSpPr>
                <p:cNvPr id="90" name="Rechthoek 146">
                  <a:extLst>
                    <a:ext uri="{FF2B5EF4-FFF2-40B4-BE49-F238E27FC236}">
                      <a16:creationId xmlns:a16="http://schemas.microsoft.com/office/drawing/2014/main" id="{C852331A-A404-E256-170C-DB11D3D4804E}"/>
                    </a:ext>
                  </a:extLst>
                </p:cNvPr>
                <p:cNvSpPr/>
                <p:nvPr/>
              </p:nvSpPr>
              <p:spPr>
                <a:xfrm>
                  <a:off x="-2382167" y="3559228"/>
                  <a:ext cx="117582" cy="16011"/>
                </a:xfrm>
                <a:prstGeom prst="rect">
                  <a:avLst/>
                </a:prstGeom>
                <a:solidFill>
                  <a:srgbClr val="D1D1D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91" name="Rechthoek 147">
                  <a:extLst>
                    <a:ext uri="{FF2B5EF4-FFF2-40B4-BE49-F238E27FC236}">
                      <a16:creationId xmlns:a16="http://schemas.microsoft.com/office/drawing/2014/main" id="{8E25D847-DDB5-392E-533A-2843777AC947}"/>
                    </a:ext>
                  </a:extLst>
                </p:cNvPr>
                <p:cNvSpPr/>
                <p:nvPr/>
              </p:nvSpPr>
              <p:spPr>
                <a:xfrm>
                  <a:off x="-2382158" y="3586349"/>
                  <a:ext cx="45756" cy="69997"/>
                </a:xfrm>
                <a:prstGeom prst="rect">
                  <a:avLst/>
                </a:prstGeom>
                <a:solidFill>
                  <a:srgbClr val="D1D1D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92" name="Rechthoek 148">
                  <a:extLst>
                    <a:ext uri="{FF2B5EF4-FFF2-40B4-BE49-F238E27FC236}">
                      <a16:creationId xmlns:a16="http://schemas.microsoft.com/office/drawing/2014/main" id="{6697FBB8-2A54-6D79-2296-F1BE7861C87C}"/>
                    </a:ext>
                  </a:extLst>
                </p:cNvPr>
                <p:cNvSpPr/>
                <p:nvPr/>
              </p:nvSpPr>
              <p:spPr>
                <a:xfrm>
                  <a:off x="-2322210" y="3590355"/>
                  <a:ext cx="52111" cy="8220"/>
                </a:xfrm>
                <a:prstGeom prst="rect">
                  <a:avLst/>
                </a:prstGeom>
                <a:solidFill>
                  <a:srgbClr val="B2B2B2"/>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93" name="Rechthoek 149">
                  <a:extLst>
                    <a:ext uri="{FF2B5EF4-FFF2-40B4-BE49-F238E27FC236}">
                      <a16:creationId xmlns:a16="http://schemas.microsoft.com/office/drawing/2014/main" id="{E7532E56-E663-B462-B30A-91167A459524}"/>
                    </a:ext>
                  </a:extLst>
                </p:cNvPr>
                <p:cNvSpPr/>
                <p:nvPr/>
              </p:nvSpPr>
              <p:spPr>
                <a:xfrm>
                  <a:off x="-2322210" y="3618408"/>
                  <a:ext cx="26746" cy="8220"/>
                </a:xfrm>
                <a:prstGeom prst="rect">
                  <a:avLst/>
                </a:prstGeom>
                <a:solidFill>
                  <a:srgbClr val="B2B2B2"/>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94" name="Rechthoek 150">
                  <a:extLst>
                    <a:ext uri="{FF2B5EF4-FFF2-40B4-BE49-F238E27FC236}">
                      <a16:creationId xmlns:a16="http://schemas.microsoft.com/office/drawing/2014/main" id="{6475E41C-2B3C-12D5-8F01-E224DB1A6446}"/>
                    </a:ext>
                  </a:extLst>
                </p:cNvPr>
                <p:cNvSpPr/>
                <p:nvPr/>
              </p:nvSpPr>
              <p:spPr>
                <a:xfrm>
                  <a:off x="-2322210" y="3646462"/>
                  <a:ext cx="26746" cy="8220"/>
                </a:xfrm>
                <a:prstGeom prst="rect">
                  <a:avLst/>
                </a:prstGeom>
                <a:solidFill>
                  <a:srgbClr val="B2B2B2"/>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grpSp>
            <p:nvGrpSpPr>
              <p:cNvPr id="95" name="Groep 133">
                <a:extLst>
                  <a:ext uri="{FF2B5EF4-FFF2-40B4-BE49-F238E27FC236}">
                    <a16:creationId xmlns:a16="http://schemas.microsoft.com/office/drawing/2014/main" id="{A94576E7-F822-5E1E-E601-64F3C0E76131}"/>
                  </a:ext>
                </a:extLst>
              </p:cNvPr>
              <p:cNvGrpSpPr/>
              <p:nvPr/>
            </p:nvGrpSpPr>
            <p:grpSpPr>
              <a:xfrm>
                <a:off x="-2423425" y="3770784"/>
                <a:ext cx="166741" cy="218962"/>
                <a:chOff x="-2423425" y="3770784"/>
                <a:chExt cx="166741" cy="218962"/>
              </a:xfrm>
            </p:grpSpPr>
            <p:grpSp>
              <p:nvGrpSpPr>
                <p:cNvPr id="96" name="Groep 137">
                  <a:extLst>
                    <a:ext uri="{FF2B5EF4-FFF2-40B4-BE49-F238E27FC236}">
                      <a16:creationId xmlns:a16="http://schemas.microsoft.com/office/drawing/2014/main" id="{8B5C31DA-26B9-0DCA-C32A-FB12A6F158B1}"/>
                    </a:ext>
                  </a:extLst>
                </p:cNvPr>
                <p:cNvGrpSpPr/>
                <p:nvPr/>
              </p:nvGrpSpPr>
              <p:grpSpPr>
                <a:xfrm>
                  <a:off x="-2400482" y="3792473"/>
                  <a:ext cx="143798" cy="121642"/>
                  <a:chOff x="-2400482" y="3792473"/>
                  <a:chExt cx="143798" cy="121642"/>
                </a:xfrm>
              </p:grpSpPr>
              <p:sp>
                <p:nvSpPr>
                  <p:cNvPr id="97" name="Rechthoek: afgeronde hoeken 139">
                    <a:extLst>
                      <a:ext uri="{FF2B5EF4-FFF2-40B4-BE49-F238E27FC236}">
                        <a16:creationId xmlns:a16="http://schemas.microsoft.com/office/drawing/2014/main" id="{E2145031-7546-1D1E-1EC0-3834CE29A643}"/>
                      </a:ext>
                    </a:extLst>
                  </p:cNvPr>
                  <p:cNvSpPr/>
                  <p:nvPr/>
                </p:nvSpPr>
                <p:spPr>
                  <a:xfrm>
                    <a:off x="-2400482" y="3792473"/>
                    <a:ext cx="143798" cy="121642"/>
                  </a:xfrm>
                  <a:custGeom>
                    <a:avLst>
                      <a:gd name="f0" fmla="val 629"/>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FFFF"/>
                  </a:solidFill>
                  <a:ln w="12701" cap="flat">
                    <a:solidFill>
                      <a:srgbClr val="818181"/>
                    </a:solidFill>
                    <a:prstDash val="solid"/>
                    <a:miter/>
                  </a:ln>
                </p:spPr>
                <p:txBody>
                  <a:bodyPr vert="horz" wrap="square" lIns="107999"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800" b="0" i="0" u="none" strike="noStrike" kern="1200" cap="none" spc="0" baseline="0">
                      <a:solidFill>
                        <a:srgbClr val="211F26"/>
                      </a:solidFill>
                      <a:uFillTx/>
                      <a:latin typeface="Calibri" pitchFamily="34"/>
                      <a:cs typeface="Calibri" pitchFamily="34"/>
                    </a:endParaRPr>
                  </a:p>
                </p:txBody>
              </p:sp>
              <p:sp>
                <p:nvSpPr>
                  <p:cNvPr id="98" name="Rechthoek 140">
                    <a:extLst>
                      <a:ext uri="{FF2B5EF4-FFF2-40B4-BE49-F238E27FC236}">
                        <a16:creationId xmlns:a16="http://schemas.microsoft.com/office/drawing/2014/main" id="{F0DF89F3-CB61-A472-A3B9-755CC281B9A7}"/>
                      </a:ext>
                    </a:extLst>
                  </p:cNvPr>
                  <p:cNvSpPr/>
                  <p:nvPr/>
                </p:nvSpPr>
                <p:spPr>
                  <a:xfrm>
                    <a:off x="-2380466" y="3809170"/>
                    <a:ext cx="108420" cy="14767"/>
                  </a:xfrm>
                  <a:prstGeom prst="rect">
                    <a:avLst/>
                  </a:prstGeom>
                  <a:solidFill>
                    <a:srgbClr val="D1D1D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99" name="Rechthoek 141">
                    <a:extLst>
                      <a:ext uri="{FF2B5EF4-FFF2-40B4-BE49-F238E27FC236}">
                        <a16:creationId xmlns:a16="http://schemas.microsoft.com/office/drawing/2014/main" id="{1FE7E4EA-0FC8-FFF8-D7EC-A25B4BDF19C6}"/>
                      </a:ext>
                    </a:extLst>
                  </p:cNvPr>
                  <p:cNvSpPr/>
                  <p:nvPr/>
                </p:nvSpPr>
                <p:spPr>
                  <a:xfrm>
                    <a:off x="-2380466" y="3834179"/>
                    <a:ext cx="42190" cy="64538"/>
                  </a:xfrm>
                  <a:prstGeom prst="rect">
                    <a:avLst/>
                  </a:prstGeom>
                  <a:solidFill>
                    <a:srgbClr val="D1D1D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100" name="Rechthoek 142">
                    <a:extLst>
                      <a:ext uri="{FF2B5EF4-FFF2-40B4-BE49-F238E27FC236}">
                        <a16:creationId xmlns:a16="http://schemas.microsoft.com/office/drawing/2014/main" id="{CB6A9DA4-2DE0-7991-1F1F-D56C57E3097E}"/>
                      </a:ext>
                    </a:extLst>
                  </p:cNvPr>
                  <p:cNvSpPr/>
                  <p:nvPr/>
                </p:nvSpPr>
                <p:spPr>
                  <a:xfrm>
                    <a:off x="-2325182" y="3837873"/>
                    <a:ext cx="48051" cy="7580"/>
                  </a:xfrm>
                  <a:prstGeom prst="rect">
                    <a:avLst/>
                  </a:prstGeom>
                  <a:solidFill>
                    <a:srgbClr val="B2B2B2"/>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101" name="Rechthoek 143">
                    <a:extLst>
                      <a:ext uri="{FF2B5EF4-FFF2-40B4-BE49-F238E27FC236}">
                        <a16:creationId xmlns:a16="http://schemas.microsoft.com/office/drawing/2014/main" id="{48359C7E-636F-9300-BD13-237F8BFD3386}"/>
                      </a:ext>
                    </a:extLst>
                  </p:cNvPr>
                  <p:cNvSpPr/>
                  <p:nvPr/>
                </p:nvSpPr>
                <p:spPr>
                  <a:xfrm>
                    <a:off x="-2325182" y="3863742"/>
                    <a:ext cx="24661" cy="7580"/>
                  </a:xfrm>
                  <a:prstGeom prst="rect">
                    <a:avLst/>
                  </a:prstGeom>
                  <a:solidFill>
                    <a:srgbClr val="B2B2B2"/>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102" name="Rechthoek 144">
                    <a:extLst>
                      <a:ext uri="{FF2B5EF4-FFF2-40B4-BE49-F238E27FC236}">
                        <a16:creationId xmlns:a16="http://schemas.microsoft.com/office/drawing/2014/main" id="{6609EAF8-861D-45FB-926F-76692C185FAB}"/>
                      </a:ext>
                    </a:extLst>
                  </p:cNvPr>
                  <p:cNvSpPr/>
                  <p:nvPr/>
                </p:nvSpPr>
                <p:spPr>
                  <a:xfrm>
                    <a:off x="-2325182" y="3889610"/>
                    <a:ext cx="24661" cy="7580"/>
                  </a:xfrm>
                  <a:prstGeom prst="rect">
                    <a:avLst/>
                  </a:prstGeom>
                  <a:solidFill>
                    <a:srgbClr val="B2B2B2"/>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sp>
              <p:nvSpPr>
                <p:cNvPr id="103" name="Boog 138">
                  <a:extLst>
                    <a:ext uri="{FF2B5EF4-FFF2-40B4-BE49-F238E27FC236}">
                      <a16:creationId xmlns:a16="http://schemas.microsoft.com/office/drawing/2014/main" id="{CEF32F7C-208E-E7F1-9ACD-E211A4B02709}"/>
                    </a:ext>
                  </a:extLst>
                </p:cNvPr>
                <p:cNvSpPr/>
                <p:nvPr/>
              </p:nvSpPr>
              <p:spPr>
                <a:xfrm rot="17637085">
                  <a:off x="-2486866" y="3834225"/>
                  <a:ext cx="218962" cy="92080"/>
                </a:xfrm>
                <a:custGeom>
                  <a:avLst>
                    <a:gd name="f12" fmla="val 175"/>
                    <a:gd name="f13" fmla="val 292"/>
                  </a:avLst>
                  <a:gdLst>
                    <a:gd name="f2" fmla="val 10800000"/>
                    <a:gd name="f3" fmla="val 5400000"/>
                    <a:gd name="f4" fmla="val 16200000"/>
                    <a:gd name="f5" fmla="val 180"/>
                    <a:gd name="f6" fmla="val w"/>
                    <a:gd name="f7" fmla="val h"/>
                    <a:gd name="f8" fmla="val ss"/>
                    <a:gd name="f9" fmla="val 0"/>
                    <a:gd name="f10" fmla="*/ 5419351 1 1725033"/>
                    <a:gd name="f11" fmla="+- 0 0 1"/>
                    <a:gd name="f12" fmla="val 175"/>
                    <a:gd name="f13" fmla="val 292"/>
                    <a:gd name="f14" fmla="+- 0 0 -265"/>
                    <a:gd name="f15" fmla="+- 0 0 -234"/>
                    <a:gd name="f16" fmla="+- 0 0 -202"/>
                    <a:gd name="f17" fmla="abs f6"/>
                    <a:gd name="f18" fmla="abs f7"/>
                    <a:gd name="f19" fmla="abs f8"/>
                    <a:gd name="f20" fmla="val f9"/>
                    <a:gd name="f21" fmla="+- 0 0 f12"/>
                    <a:gd name="f22" fmla="+- 0 0 f13"/>
                    <a:gd name="f23" fmla="*/ f14 f2 1"/>
                    <a:gd name="f24" fmla="*/ f15 f2 1"/>
                    <a:gd name="f25" fmla="*/ f16 f2 1"/>
                    <a:gd name="f26" fmla="?: f17 f6 1"/>
                    <a:gd name="f27" fmla="?: f18 f7 1"/>
                    <a:gd name="f28" fmla="?: f19 f8 1"/>
                    <a:gd name="f29" fmla="*/ f21 f2 1"/>
                    <a:gd name="f30" fmla="*/ f22 f2 1"/>
                    <a:gd name="f31" fmla="*/ f23 1 f5"/>
                    <a:gd name="f32" fmla="*/ f24 1 f5"/>
                    <a:gd name="f33" fmla="*/ f25 1 f5"/>
                    <a:gd name="f34" fmla="*/ f26 1 21600"/>
                    <a:gd name="f35" fmla="*/ f27 1 21600"/>
                    <a:gd name="f36" fmla="*/ 21600 f26 1"/>
                    <a:gd name="f37" fmla="*/ 21600 f27 1"/>
                    <a:gd name="f38" fmla="*/ f29 1 f5"/>
                    <a:gd name="f39" fmla="*/ f30 1 f5"/>
                    <a:gd name="f40" fmla="+- f31 0 f3"/>
                    <a:gd name="f41" fmla="+- f32 0 f3"/>
                    <a:gd name="f42" fmla="+- f33 0 f3"/>
                    <a:gd name="f43" fmla="min f35 f34"/>
                    <a:gd name="f44" fmla="*/ f36 1 f28"/>
                    <a:gd name="f45" fmla="*/ f37 1 f28"/>
                    <a:gd name="f46" fmla="+- f38 0 f3"/>
                    <a:gd name="f47" fmla="+- f39 0 f3"/>
                    <a:gd name="f48" fmla="val f44"/>
                    <a:gd name="f49" fmla="val f45"/>
                    <a:gd name="f50" fmla="+- 0 0 f46"/>
                    <a:gd name="f51" fmla="+- 0 0 f47"/>
                    <a:gd name="f52" fmla="+- f49 0 f20"/>
                    <a:gd name="f53" fmla="+- f48 0 f20"/>
                    <a:gd name="f54" fmla="val f50"/>
                    <a:gd name="f55" fmla="val f51"/>
                    <a:gd name="f56" fmla="*/ f52 1 2"/>
                    <a:gd name="f57" fmla="*/ f53 1 2"/>
                    <a:gd name="f58" fmla="+- f55 0 f54"/>
                    <a:gd name="f59" fmla="+- f54 f3 0"/>
                    <a:gd name="f60" fmla="+- f55 f3 0"/>
                    <a:gd name="f61" fmla="+- 21600000 0 f54"/>
                    <a:gd name="f62" fmla="+- f3 0 f54"/>
                    <a:gd name="f63" fmla="+- 27000000 0 f54"/>
                    <a:gd name="f64" fmla="+- f2 0 f54"/>
                    <a:gd name="f65" fmla="+- 32400000 0 f54"/>
                    <a:gd name="f66" fmla="+- f4 0 f54"/>
                    <a:gd name="f67" fmla="+- 37800000 0 f54"/>
                    <a:gd name="f68" fmla="+- f20 f56 0"/>
                    <a:gd name="f69" fmla="+- f20 f57 0"/>
                    <a:gd name="f70" fmla="+- f58 21600000 0"/>
                    <a:gd name="f71" fmla="*/ f59 f10 1"/>
                    <a:gd name="f72" fmla="*/ f60 f10 1"/>
                    <a:gd name="f73" fmla="?: f62 f62 f63"/>
                    <a:gd name="f74" fmla="?: f64 f64 f65"/>
                    <a:gd name="f75" fmla="?: f66 f66 f67"/>
                    <a:gd name="f76" fmla="*/ f57 f43 1"/>
                    <a:gd name="f77" fmla="*/ f56 f43 1"/>
                    <a:gd name="f78" fmla="?: f58 f58 f70"/>
                    <a:gd name="f79" fmla="*/ f71 1 f2"/>
                    <a:gd name="f80" fmla="*/ f72 1 f2"/>
                    <a:gd name="f81" fmla="*/ f69 f43 1"/>
                    <a:gd name="f82" fmla="*/ f68 f43 1"/>
                    <a:gd name="f83" fmla="+- 0 0 f79"/>
                    <a:gd name="f84" fmla="+- 0 0 f80"/>
                    <a:gd name="f85" fmla="+- f78 0 f61"/>
                    <a:gd name="f86" fmla="+- f78 0 f73"/>
                    <a:gd name="f87" fmla="+- f78 0 f74"/>
                    <a:gd name="f88" fmla="+- f78 0 f75"/>
                    <a:gd name="f89" fmla="+- 0 0 f83"/>
                    <a:gd name="f90" fmla="+- 0 0 f84"/>
                    <a:gd name="f91" fmla="*/ f89 f2 1"/>
                    <a:gd name="f92" fmla="*/ f90 f2 1"/>
                    <a:gd name="f93" fmla="*/ f91 1 f10"/>
                    <a:gd name="f94" fmla="*/ f92 1 f10"/>
                    <a:gd name="f95" fmla="+- f93 0 f3"/>
                    <a:gd name="f96" fmla="+- f94 0 f3"/>
                    <a:gd name="f97" fmla="sin 1 f95"/>
                    <a:gd name="f98" fmla="cos 1 f95"/>
                    <a:gd name="f99" fmla="sin 1 f96"/>
                    <a:gd name="f100" fmla="cos 1 f96"/>
                    <a:gd name="f101" fmla="+- 0 0 f97"/>
                    <a:gd name="f102" fmla="+- 0 0 f98"/>
                    <a:gd name="f103" fmla="+- 0 0 f99"/>
                    <a:gd name="f104" fmla="+- 0 0 f100"/>
                    <a:gd name="f105" fmla="+- 0 0 f101"/>
                    <a:gd name="f106" fmla="+- 0 0 f102"/>
                    <a:gd name="f107" fmla="+- 0 0 f103"/>
                    <a:gd name="f108" fmla="+- 0 0 f104"/>
                    <a:gd name="f109" fmla="*/ f105 f57 1"/>
                    <a:gd name="f110" fmla="*/ f106 f56 1"/>
                    <a:gd name="f111" fmla="*/ f107 f57 1"/>
                    <a:gd name="f112" fmla="*/ f108 f56 1"/>
                    <a:gd name="f113" fmla="+- 0 0 f110"/>
                    <a:gd name="f114" fmla="+- 0 0 f109"/>
                    <a:gd name="f115" fmla="+- 0 0 f112"/>
                    <a:gd name="f116" fmla="+- 0 0 f111"/>
                    <a:gd name="f117" fmla="+- 0 0 f113"/>
                    <a:gd name="f118" fmla="+- 0 0 f114"/>
                    <a:gd name="f119" fmla="+- 0 0 f115"/>
                    <a:gd name="f120" fmla="+- 0 0 f116"/>
                    <a:gd name="f121" fmla="at2 f117 f118"/>
                    <a:gd name="f122" fmla="at2 f119 f120"/>
                    <a:gd name="f123" fmla="+- f121 f3 0"/>
                    <a:gd name="f124" fmla="+- f122 f3 0"/>
                    <a:gd name="f125" fmla="*/ f123 f10 1"/>
                    <a:gd name="f126" fmla="*/ f124 f10 1"/>
                    <a:gd name="f127" fmla="*/ f125 1 f2"/>
                    <a:gd name="f128" fmla="*/ f126 1 f2"/>
                    <a:gd name="f129" fmla="+- 0 0 f127"/>
                    <a:gd name="f130" fmla="+- 0 0 f128"/>
                    <a:gd name="f131" fmla="val f129"/>
                    <a:gd name="f132" fmla="val f130"/>
                    <a:gd name="f133" fmla="+- 0 0 f131"/>
                    <a:gd name="f134" fmla="+- 0 0 f132"/>
                    <a:gd name="f135" fmla="*/ f133 f2 1"/>
                    <a:gd name="f136" fmla="*/ f134 f2 1"/>
                    <a:gd name="f137" fmla="*/ f135 1 f10"/>
                    <a:gd name="f138" fmla="*/ f136 1 f10"/>
                    <a:gd name="f139" fmla="+- f137 0 f3"/>
                    <a:gd name="f140" fmla="+- f138 0 f3"/>
                    <a:gd name="f141" fmla="cos 1 f139"/>
                    <a:gd name="f142" fmla="sin 1 f139"/>
                    <a:gd name="f143" fmla="cos 1 f140"/>
                    <a:gd name="f144" fmla="sin 1 f140"/>
                    <a:gd name="f145" fmla="+- 0 0 f141"/>
                    <a:gd name="f146" fmla="+- 0 0 f142"/>
                    <a:gd name="f147" fmla="+- 0 0 f143"/>
                    <a:gd name="f148" fmla="+- 0 0 f144"/>
                    <a:gd name="f149" fmla="*/ f11 f145 1"/>
                    <a:gd name="f150" fmla="*/ f11 f146 1"/>
                    <a:gd name="f151" fmla="*/ f11 f147 1"/>
                    <a:gd name="f152" fmla="*/ f11 f148 1"/>
                    <a:gd name="f153" fmla="*/ f149 f57 1"/>
                    <a:gd name="f154" fmla="*/ f150 f56 1"/>
                    <a:gd name="f155" fmla="*/ f151 f57 1"/>
                    <a:gd name="f156" fmla="*/ f152 f56 1"/>
                    <a:gd name="f157" fmla="+- f69 f153 0"/>
                    <a:gd name="f158" fmla="+- f68 f154 0"/>
                    <a:gd name="f159" fmla="+- f69 f155 0"/>
                    <a:gd name="f160" fmla="+- f68 f156 0"/>
                    <a:gd name="f161" fmla="max f157 f159"/>
                    <a:gd name="f162" fmla="max f158 f160"/>
                    <a:gd name="f163" fmla="min f157 f159"/>
                    <a:gd name="f164" fmla="min f158 f160"/>
                    <a:gd name="f165" fmla="*/ f157 f43 1"/>
                    <a:gd name="f166" fmla="*/ f158 f43 1"/>
                    <a:gd name="f167" fmla="*/ f159 f43 1"/>
                    <a:gd name="f168" fmla="*/ f160 f43 1"/>
                    <a:gd name="f169" fmla="?: f85 f48 f161"/>
                    <a:gd name="f170" fmla="?: f86 f49 f162"/>
                    <a:gd name="f171" fmla="?: f87 f20 f163"/>
                    <a:gd name="f172" fmla="?: f88 f20 f164"/>
                    <a:gd name="f173" fmla="*/ f171 f43 1"/>
                    <a:gd name="f174" fmla="*/ f172 f43 1"/>
                    <a:gd name="f175" fmla="*/ f169 f43 1"/>
                    <a:gd name="f176" fmla="*/ f170 f43 1"/>
                  </a:gdLst>
                  <a:ahLst/>
                  <a:cxnLst>
                    <a:cxn ang="3cd4">
                      <a:pos x="hc" y="t"/>
                    </a:cxn>
                    <a:cxn ang="0">
                      <a:pos x="r" y="vc"/>
                    </a:cxn>
                    <a:cxn ang="cd4">
                      <a:pos x="hc" y="b"/>
                    </a:cxn>
                    <a:cxn ang="cd2">
                      <a:pos x="l" y="vc"/>
                    </a:cxn>
                    <a:cxn ang="f40">
                      <a:pos x="f165" y="f166"/>
                    </a:cxn>
                    <a:cxn ang="f41">
                      <a:pos x="f81" y="f82"/>
                    </a:cxn>
                    <a:cxn ang="f42">
                      <a:pos x="f167" y="f168"/>
                    </a:cxn>
                  </a:cxnLst>
                  <a:rect l="f173" t="f174" r="f175" b="f176"/>
                  <a:pathLst>
                    <a:path stroke="0">
                      <a:moveTo>
                        <a:pt x="f165" y="f166"/>
                      </a:moveTo>
                      <a:arcTo wR="f76" hR="f77" stAng="f54" swAng="f78"/>
                      <a:lnTo>
                        <a:pt x="f81" y="f82"/>
                      </a:lnTo>
                      <a:close/>
                    </a:path>
                    <a:path fill="none">
                      <a:moveTo>
                        <a:pt x="f165" y="f166"/>
                      </a:moveTo>
                      <a:arcTo wR="f76" hR="f77" stAng="f54" swAng="f78"/>
                    </a:path>
                  </a:pathLst>
                </a:custGeom>
                <a:noFill/>
                <a:ln w="19046" cap="flat">
                  <a:solidFill>
                    <a:srgbClr val="4D82B8"/>
                  </a:solidFill>
                  <a:prstDash val="solid"/>
                  <a:headEnd type="arrow"/>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2400" b="0" i="0" u="none" strike="noStrike" kern="1200" cap="none" spc="0" baseline="0">
                    <a:solidFill>
                      <a:srgbClr val="211F26"/>
                    </a:solidFill>
                    <a:uFillTx/>
                    <a:latin typeface="Calibri" pitchFamily="34"/>
                    <a:cs typeface="Calibri" pitchFamily="34"/>
                  </a:endParaRPr>
                </a:p>
              </p:txBody>
            </p:sp>
          </p:grpSp>
          <p:sp>
            <p:nvSpPr>
              <p:cNvPr id="104" name="Tekstvak 134">
                <a:extLst>
                  <a:ext uri="{FF2B5EF4-FFF2-40B4-BE49-F238E27FC236}">
                    <a16:creationId xmlns:a16="http://schemas.microsoft.com/office/drawing/2014/main" id="{499D0F81-6F8C-C153-7A62-8B72D7F314EC}"/>
                  </a:ext>
                </a:extLst>
              </p:cNvPr>
              <p:cNvSpPr txBox="1"/>
              <p:nvPr/>
            </p:nvSpPr>
            <p:spPr>
              <a:xfrm>
                <a:off x="-2245455" y="3541123"/>
                <a:ext cx="896112" cy="134709"/>
              </a:xfrm>
              <a:prstGeom prst="rect">
                <a:avLst/>
              </a:prstGeom>
              <a:noFill/>
              <a:ln>
                <a:noFill/>
              </a:ln>
            </p:spPr>
            <p:txBody>
              <a:bodyPr vert="horz" wrap="square" lIns="91440" tIns="45720" rIns="91440" bIns="45720" anchor="ctr" anchorCtr="0" compatLnSpc="1">
                <a:noAutofit/>
              </a:bodyPr>
              <a:lstStyle/>
              <a:p>
                <a:pPr marL="0" marR="0" lvl="0" indent="0" algn="l" defTabSz="1217514"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900" b="0" i="0" u="none" strike="noStrike" kern="1200" cap="none" spc="0" baseline="0">
                    <a:solidFill>
                      <a:srgbClr val="211F26"/>
                    </a:solidFill>
                    <a:uFillTx/>
                    <a:latin typeface="Calibri" pitchFamily="34"/>
                    <a:cs typeface="Calibri" pitchFamily="34"/>
                  </a:rPr>
                  <a:t>Layout</a:t>
                </a:r>
              </a:p>
            </p:txBody>
          </p:sp>
          <p:sp>
            <p:nvSpPr>
              <p:cNvPr id="105" name="Tekstvak 135">
                <a:extLst>
                  <a:ext uri="{FF2B5EF4-FFF2-40B4-BE49-F238E27FC236}">
                    <a16:creationId xmlns:a16="http://schemas.microsoft.com/office/drawing/2014/main" id="{C87CF27A-58E8-AFA8-3393-4285752A8538}"/>
                  </a:ext>
                </a:extLst>
              </p:cNvPr>
              <p:cNvSpPr txBox="1"/>
              <p:nvPr/>
            </p:nvSpPr>
            <p:spPr>
              <a:xfrm>
                <a:off x="-2258888" y="3793552"/>
                <a:ext cx="909544" cy="126415"/>
              </a:xfrm>
              <a:prstGeom prst="rect">
                <a:avLst/>
              </a:prstGeom>
              <a:noFill/>
              <a:ln>
                <a:noFill/>
              </a:ln>
            </p:spPr>
            <p:txBody>
              <a:bodyPr vert="horz" wrap="square" lIns="91440" tIns="45720" rIns="91440" bIns="45720" anchor="ctr" anchorCtr="0" compatLnSpc="1">
                <a:noAutofit/>
              </a:bodyPr>
              <a:lstStyle/>
              <a:p>
                <a:pPr marL="0" marR="0" lvl="0" indent="0" algn="l" defTabSz="1217514"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900" b="0" i="0" u="none" strike="noStrike" kern="1200" cap="none" spc="0" baseline="0">
                    <a:solidFill>
                      <a:srgbClr val="211F26"/>
                    </a:solidFill>
                    <a:uFillTx/>
                    <a:latin typeface="Calibri" pitchFamily="34"/>
                    <a:cs typeface="Calibri" pitchFamily="34"/>
                  </a:rPr>
                  <a:t>Reset slide</a:t>
                </a:r>
              </a:p>
            </p:txBody>
          </p:sp>
          <p:sp>
            <p:nvSpPr>
              <p:cNvPr id="106" name="Vrije vorm: vorm 136">
                <a:extLst>
                  <a:ext uri="{FF2B5EF4-FFF2-40B4-BE49-F238E27FC236}">
                    <a16:creationId xmlns:a16="http://schemas.microsoft.com/office/drawing/2014/main" id="{6008971F-1887-FEC5-7FEE-033476F36678}"/>
                  </a:ext>
                </a:extLst>
              </p:cNvPr>
              <p:cNvSpPr/>
              <p:nvPr/>
            </p:nvSpPr>
            <p:spPr>
              <a:xfrm>
                <a:off x="-1360389" y="3863714"/>
                <a:ext cx="97566" cy="179999"/>
              </a:xfrm>
              <a:custGeom>
                <a:avLst/>
                <a:gdLst>
                  <a:gd name="f0" fmla="val 10800000"/>
                  <a:gd name="f1" fmla="val 5400000"/>
                  <a:gd name="f2" fmla="val 180"/>
                  <a:gd name="f3" fmla="val w"/>
                  <a:gd name="f4" fmla="val h"/>
                  <a:gd name="f5" fmla="val 0"/>
                  <a:gd name="f6" fmla="val 880280"/>
                  <a:gd name="f7" fmla="val 1624084"/>
                  <a:gd name="f8" fmla="val 1262418"/>
                  <a:gd name="f9" fmla="val 313898"/>
                  <a:gd name="f10" fmla="val 996287"/>
                  <a:gd name="f11" fmla="val 620973"/>
                  <a:gd name="f12" fmla="val 839337"/>
                  <a:gd name="f13" fmla="val 1480782"/>
                  <a:gd name="f14" fmla="val 498144"/>
                  <a:gd name="f15" fmla="val 900753"/>
                  <a:gd name="f16" fmla="val 893929"/>
                  <a:gd name="f17" fmla="+- 0 0 -90"/>
                  <a:gd name="f18" fmla="*/ f3 1 880280"/>
                  <a:gd name="f19" fmla="*/ f4 1 1624084"/>
                  <a:gd name="f20" fmla="val f5"/>
                  <a:gd name="f21" fmla="val f6"/>
                  <a:gd name="f22" fmla="val f7"/>
                  <a:gd name="f23" fmla="*/ f17 f0 1"/>
                  <a:gd name="f24" fmla="+- f22 0 f20"/>
                  <a:gd name="f25" fmla="+- f21 0 f20"/>
                  <a:gd name="f26" fmla="*/ f23 1 f2"/>
                  <a:gd name="f27" fmla="*/ f25 1 880280"/>
                  <a:gd name="f28" fmla="*/ f24 1 1624084"/>
                  <a:gd name="f29" fmla="*/ 0 f25 1"/>
                  <a:gd name="f30" fmla="*/ 0 f24 1"/>
                  <a:gd name="f31" fmla="*/ 1262418 f24 1"/>
                  <a:gd name="f32" fmla="*/ 620973 f25 1"/>
                  <a:gd name="f33" fmla="*/ 1624084 f24 1"/>
                  <a:gd name="f34" fmla="*/ 839337 f25 1"/>
                  <a:gd name="f35" fmla="*/ 1480782 f24 1"/>
                  <a:gd name="f36" fmla="*/ 900753 f24 1"/>
                  <a:gd name="f37" fmla="*/ 880280 f25 1"/>
                  <a:gd name="f38" fmla="*/ 893929 f24 1"/>
                  <a:gd name="f39" fmla="*/ 313898 f25 1"/>
                  <a:gd name="f40" fmla="*/ 996287 f24 1"/>
                  <a:gd name="f41" fmla="*/ 498144 f25 1"/>
                  <a:gd name="f42" fmla="+- f26 0 f1"/>
                  <a:gd name="f43" fmla="*/ f29 1 880280"/>
                  <a:gd name="f44" fmla="*/ f30 1 1624084"/>
                  <a:gd name="f45" fmla="*/ f31 1 1624084"/>
                  <a:gd name="f46" fmla="*/ f32 1 880280"/>
                  <a:gd name="f47" fmla="*/ f33 1 1624084"/>
                  <a:gd name="f48" fmla="*/ f34 1 880280"/>
                  <a:gd name="f49" fmla="*/ f35 1 1624084"/>
                  <a:gd name="f50" fmla="*/ f36 1 1624084"/>
                  <a:gd name="f51" fmla="*/ f37 1 880280"/>
                  <a:gd name="f52" fmla="*/ f38 1 1624084"/>
                  <a:gd name="f53" fmla="*/ f39 1 880280"/>
                  <a:gd name="f54" fmla="*/ f40 1 1624084"/>
                  <a:gd name="f55" fmla="*/ f41 1 880280"/>
                  <a:gd name="f56" fmla="*/ f20 1 f27"/>
                  <a:gd name="f57" fmla="*/ f21 1 f27"/>
                  <a:gd name="f58" fmla="*/ f20 1 f28"/>
                  <a:gd name="f59" fmla="*/ f22 1 f28"/>
                  <a:gd name="f60" fmla="*/ f43 1 f27"/>
                  <a:gd name="f61" fmla="*/ f44 1 f28"/>
                  <a:gd name="f62" fmla="*/ f45 1 f28"/>
                  <a:gd name="f63" fmla="*/ f53 1 f27"/>
                  <a:gd name="f64" fmla="*/ f54 1 f28"/>
                  <a:gd name="f65" fmla="*/ f46 1 f27"/>
                  <a:gd name="f66" fmla="*/ f47 1 f28"/>
                  <a:gd name="f67" fmla="*/ f48 1 f27"/>
                  <a:gd name="f68" fmla="*/ f49 1 f28"/>
                  <a:gd name="f69" fmla="*/ f55 1 f27"/>
                  <a:gd name="f70" fmla="*/ f50 1 f28"/>
                  <a:gd name="f71" fmla="*/ f51 1 f27"/>
                  <a:gd name="f72" fmla="*/ f52 1 f28"/>
                  <a:gd name="f73" fmla="*/ f56 f18 1"/>
                  <a:gd name="f74" fmla="*/ f57 f18 1"/>
                  <a:gd name="f75" fmla="*/ f59 f19 1"/>
                  <a:gd name="f76" fmla="*/ f58 f19 1"/>
                  <a:gd name="f77" fmla="*/ f60 f18 1"/>
                  <a:gd name="f78" fmla="*/ f61 f19 1"/>
                  <a:gd name="f79" fmla="*/ f62 f19 1"/>
                  <a:gd name="f80" fmla="*/ f63 f18 1"/>
                  <a:gd name="f81" fmla="*/ f64 f19 1"/>
                  <a:gd name="f82" fmla="*/ f65 f18 1"/>
                  <a:gd name="f83" fmla="*/ f66 f19 1"/>
                  <a:gd name="f84" fmla="*/ f67 f18 1"/>
                  <a:gd name="f85" fmla="*/ f68 f19 1"/>
                  <a:gd name="f86" fmla="*/ f69 f18 1"/>
                  <a:gd name="f87" fmla="*/ f70 f19 1"/>
                  <a:gd name="f88" fmla="*/ f71 f18 1"/>
                  <a:gd name="f89" fmla="*/ f72 f19 1"/>
                </a:gdLst>
                <a:ahLst/>
                <a:cxnLst>
                  <a:cxn ang="3cd4">
                    <a:pos x="hc" y="t"/>
                  </a:cxn>
                  <a:cxn ang="0">
                    <a:pos x="r" y="vc"/>
                  </a:cxn>
                  <a:cxn ang="cd4">
                    <a:pos x="hc" y="b"/>
                  </a:cxn>
                  <a:cxn ang="cd2">
                    <a:pos x="l" y="vc"/>
                  </a:cxn>
                  <a:cxn ang="f42">
                    <a:pos x="f77" y="f78"/>
                  </a:cxn>
                  <a:cxn ang="f42">
                    <a:pos x="f77" y="f79"/>
                  </a:cxn>
                  <a:cxn ang="f42">
                    <a:pos x="f80" y="f81"/>
                  </a:cxn>
                  <a:cxn ang="f42">
                    <a:pos x="f82" y="f83"/>
                  </a:cxn>
                  <a:cxn ang="f42">
                    <a:pos x="f84" y="f85"/>
                  </a:cxn>
                  <a:cxn ang="f42">
                    <a:pos x="f86" y="f87"/>
                  </a:cxn>
                  <a:cxn ang="f42">
                    <a:pos x="f88" y="f89"/>
                  </a:cxn>
                  <a:cxn ang="f42">
                    <a:pos x="f77" y="f78"/>
                  </a:cxn>
                </a:cxnLst>
                <a:rect l="f73" t="f76" r="f74" b="f75"/>
                <a:pathLst>
                  <a:path w="880280" h="1624084">
                    <a:moveTo>
                      <a:pt x="f5" y="f5"/>
                    </a:moveTo>
                    <a:lnTo>
                      <a:pt x="f5" y="f8"/>
                    </a:lnTo>
                    <a:lnTo>
                      <a:pt x="f9" y="f10"/>
                    </a:lnTo>
                    <a:lnTo>
                      <a:pt x="f11" y="f7"/>
                    </a:lnTo>
                    <a:lnTo>
                      <a:pt x="f12" y="f13"/>
                    </a:lnTo>
                    <a:lnTo>
                      <a:pt x="f14" y="f15"/>
                    </a:lnTo>
                    <a:lnTo>
                      <a:pt x="f6" y="f16"/>
                    </a:lnTo>
                    <a:lnTo>
                      <a:pt x="f5" y="f5"/>
                    </a:lnTo>
                    <a:close/>
                  </a:path>
                </a:pathLst>
              </a:custGeom>
              <a:solidFill>
                <a:srgbClr val="FFFFFF"/>
              </a:solidFill>
              <a:ln w="12701" cap="flat">
                <a:solidFill>
                  <a:srgbClr val="000000"/>
                </a:solidFill>
                <a:prstDash val="solid"/>
                <a:miter/>
              </a:ln>
            </p:spPr>
            <p:txBody>
              <a:bodyPr vert="horz" wrap="square" lIns="179999" tIns="179999" rIns="179999" bIns="179999"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1600" b="0" i="0" u="none" strike="noStrike" kern="1200" cap="all" spc="0" baseline="0">
                  <a:solidFill>
                    <a:srgbClr val="FFFFFF"/>
                  </a:solidFill>
                  <a:uFillTx/>
                  <a:latin typeface="Calibri" pitchFamily="34"/>
                  <a:cs typeface="Calibri" pitchFamily="34"/>
                </a:endParaRPr>
              </a:p>
            </p:txBody>
          </p:sp>
        </p:grpSp>
        <p:grpSp>
          <p:nvGrpSpPr>
            <p:cNvPr id="107" name="Groep 92">
              <a:extLst>
                <a:ext uri="{FF2B5EF4-FFF2-40B4-BE49-F238E27FC236}">
                  <a16:creationId xmlns:a16="http://schemas.microsoft.com/office/drawing/2014/main" id="{4D2B1613-56D0-EE92-AEE9-E77590FCC850}"/>
                </a:ext>
              </a:extLst>
            </p:cNvPr>
            <p:cNvGrpSpPr/>
            <p:nvPr/>
          </p:nvGrpSpPr>
          <p:grpSpPr>
            <a:xfrm>
              <a:off x="-3786164" y="5680655"/>
              <a:ext cx="3693380" cy="959690"/>
              <a:chOff x="-3786164" y="5680655"/>
              <a:chExt cx="3693380" cy="959690"/>
            </a:xfrm>
          </p:grpSpPr>
          <p:sp>
            <p:nvSpPr>
              <p:cNvPr id="108" name="Rechthoek 120">
                <a:extLst>
                  <a:ext uri="{FF2B5EF4-FFF2-40B4-BE49-F238E27FC236}">
                    <a16:creationId xmlns:a16="http://schemas.microsoft.com/office/drawing/2014/main" id="{804826EC-A950-2498-6114-0F92F6ECBF13}"/>
                  </a:ext>
                </a:extLst>
              </p:cNvPr>
              <p:cNvSpPr/>
              <p:nvPr/>
            </p:nvSpPr>
            <p:spPr>
              <a:xfrm>
                <a:off x="-3786164" y="5812347"/>
                <a:ext cx="3593637" cy="827998"/>
              </a:xfrm>
              <a:prstGeom prst="rect">
                <a:avLst/>
              </a:prstGeom>
              <a:solidFill>
                <a:srgbClr val="ECECEC"/>
              </a:solidFill>
              <a:ln w="6345" cap="flat">
                <a:solidFill>
                  <a:srgbClr val="ECECEC"/>
                </a:solidFill>
                <a:prstDash val="solid"/>
                <a:miter/>
              </a:ln>
            </p:spPr>
            <p:txBody>
              <a:bodyPr vert="horz" wrap="square" lIns="179999" tIns="143999" rIns="179999" bIns="143999"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1" i="0" u="none" strike="noStrike" kern="1200" cap="all" spc="0" baseline="0">
                    <a:solidFill>
                      <a:srgbClr val="211F26"/>
                    </a:solidFill>
                    <a:uFillTx/>
                    <a:latin typeface="Calibri" pitchFamily="34"/>
                    <a:cs typeface="Calibri" pitchFamily="34"/>
                  </a:rPr>
                  <a:t>Want to know more?</a:t>
                </a:r>
                <a:br>
                  <a:rPr lang="en-GB" sz="1200" b="1" i="0" u="none" strike="noStrike" kern="1200" cap="all" spc="0" baseline="0">
                    <a:solidFill>
                      <a:srgbClr val="211F26"/>
                    </a:solidFill>
                    <a:uFillTx/>
                    <a:latin typeface="Calibri" pitchFamily="34"/>
                    <a:cs typeface="Calibri" pitchFamily="34"/>
                  </a:rPr>
                </a:br>
                <a:r>
                  <a:rPr lang="en-GB" sz="1200" b="0" i="0" u="none" strike="noStrike" kern="1200" cap="none" spc="0" baseline="0">
                    <a:solidFill>
                      <a:srgbClr val="211F26"/>
                    </a:solidFill>
                    <a:uFillTx/>
                    <a:latin typeface="Calibri" pitchFamily="34"/>
                    <a:cs typeface="Calibri" pitchFamily="34"/>
                  </a:rPr>
                  <a:t>Go to the tab</a:t>
                </a:r>
                <a:r>
                  <a:rPr lang="en-GB" sz="1200" b="1" i="0" u="none" strike="noStrike" kern="1200" cap="all" spc="0" baseline="0">
                    <a:solidFill>
                      <a:srgbClr val="211F26"/>
                    </a:solidFill>
                    <a:uFillTx/>
                    <a:latin typeface="Calibri" pitchFamily="34"/>
                    <a:cs typeface="Calibri" pitchFamily="34"/>
                  </a:rPr>
                  <a:t> 'SLIDEBUILDER’ </a:t>
                </a:r>
                <a:r>
                  <a:rPr lang="en-GB" sz="1200" b="0" i="0" u="none" strike="noStrike" kern="1200" cap="none" spc="0" baseline="0">
                    <a:solidFill>
                      <a:srgbClr val="211F26"/>
                    </a:solidFill>
                    <a:uFillTx/>
                    <a:latin typeface="Calibri" pitchFamily="34"/>
                    <a:cs typeface="Calibri" pitchFamily="34"/>
                  </a:rPr>
                  <a:t>and click</a:t>
                </a:r>
                <a:br>
                  <a:rPr lang="en-GB" sz="1200" b="0" i="0" u="none" strike="noStrike" kern="1200" cap="none" spc="0" baseline="0">
                    <a:solidFill>
                      <a:srgbClr val="211F26"/>
                    </a:solidFill>
                    <a:uFillTx/>
                    <a:latin typeface="Calibri" pitchFamily="34"/>
                    <a:cs typeface="Calibri" pitchFamily="34"/>
                  </a:rPr>
                </a:br>
                <a:r>
                  <a:rPr lang="en-GB" sz="1200" b="0" i="0" u="none" strike="noStrike" kern="1200" cap="none" spc="0" baseline="0">
                    <a:solidFill>
                      <a:srgbClr val="211F26"/>
                    </a:solidFill>
                    <a:uFillTx/>
                    <a:latin typeface="Calibri" pitchFamily="34"/>
                    <a:cs typeface="Calibri" pitchFamily="34"/>
                  </a:rPr>
                  <a:t>on the button </a:t>
                </a:r>
                <a:r>
                  <a:rPr lang="en-GB" sz="1200" b="1" i="0" u="none" strike="noStrike" kern="1200" cap="all" spc="0" baseline="0">
                    <a:solidFill>
                      <a:srgbClr val="211F26"/>
                    </a:solidFill>
                    <a:uFillTx/>
                    <a:latin typeface="Calibri" pitchFamily="34"/>
                    <a:cs typeface="Calibri" pitchFamily="34"/>
                  </a:rPr>
                  <a:t>‘Inspiration'</a:t>
                </a:r>
              </a:p>
            </p:txBody>
          </p:sp>
          <p:grpSp>
            <p:nvGrpSpPr>
              <p:cNvPr id="109" name="ICOON_info">
                <a:extLst>
                  <a:ext uri="{FF2B5EF4-FFF2-40B4-BE49-F238E27FC236}">
                    <a16:creationId xmlns:a16="http://schemas.microsoft.com/office/drawing/2014/main" id="{20DD8B20-8BAD-69FA-EB49-A50ECA532034}"/>
                  </a:ext>
                </a:extLst>
              </p:cNvPr>
              <p:cNvGrpSpPr/>
              <p:nvPr/>
            </p:nvGrpSpPr>
            <p:grpSpPr>
              <a:xfrm>
                <a:off x="-376467" y="5680655"/>
                <a:ext cx="283683" cy="283683"/>
                <a:chOff x="-376467" y="5680655"/>
                <a:chExt cx="283683" cy="283683"/>
              </a:xfrm>
            </p:grpSpPr>
            <p:sp>
              <p:nvSpPr>
                <p:cNvPr id="110" name="Ovaal 128">
                  <a:extLst>
                    <a:ext uri="{FF2B5EF4-FFF2-40B4-BE49-F238E27FC236}">
                      <a16:creationId xmlns:a16="http://schemas.microsoft.com/office/drawing/2014/main" id="{72334689-B749-4D4B-3373-6454A4A1EC9C}"/>
                    </a:ext>
                  </a:extLst>
                </p:cNvPr>
                <p:cNvSpPr/>
                <p:nvPr/>
              </p:nvSpPr>
              <p:spPr>
                <a:xfrm>
                  <a:off x="-356433" y="5700113"/>
                  <a:ext cx="244748" cy="244748"/>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211F26"/>
                </a:solidFill>
                <a:ln>
                  <a:noFill/>
                  <a:prstDash val="solid"/>
                </a:ln>
              </p:spPr>
              <p:txBody>
                <a:bodyPr vert="horz" wrap="square" lIns="179999" tIns="179999" rIns="179999" bIns="179999"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1600" b="0" i="0" u="none" strike="noStrike" kern="1200" cap="all" spc="0" baseline="0">
                    <a:solidFill>
                      <a:srgbClr val="FFFFFF"/>
                    </a:solidFill>
                    <a:uFillTx/>
                    <a:latin typeface="Calibri" pitchFamily="34"/>
                    <a:cs typeface="Calibri" pitchFamily="34"/>
                  </a:endParaRPr>
                </a:p>
              </p:txBody>
            </p:sp>
            <p:sp>
              <p:nvSpPr>
                <p:cNvPr id="111" name="Graphic 163" descr="Informatie">
                  <a:extLst>
                    <a:ext uri="{FF2B5EF4-FFF2-40B4-BE49-F238E27FC236}">
                      <a16:creationId xmlns:a16="http://schemas.microsoft.com/office/drawing/2014/main" id="{46BE2D75-2B65-1AEF-6741-85EA86B63250}"/>
                    </a:ext>
                  </a:extLst>
                </p:cNvPr>
                <p:cNvSpPr/>
                <p:nvPr/>
              </p:nvSpPr>
              <p:spPr>
                <a:xfrm>
                  <a:off x="-376467" y="5680655"/>
                  <a:ext cx="283683" cy="283683"/>
                </a:xfrm>
                <a:custGeom>
                  <a:avLst/>
                  <a:gdLst>
                    <a:gd name="f0" fmla="val 10800000"/>
                    <a:gd name="f1" fmla="val 5400000"/>
                    <a:gd name="f2" fmla="val 180"/>
                    <a:gd name="f3" fmla="val w"/>
                    <a:gd name="f4" fmla="val h"/>
                    <a:gd name="f5" fmla="val 0"/>
                    <a:gd name="f6" fmla="val 291719"/>
                    <a:gd name="f7" fmla="val 145860"/>
                    <a:gd name="f8" fmla="val 65253"/>
                    <a:gd name="f9" fmla="val 226467"/>
                    <a:gd name="f10" fmla="val 291720"/>
                    <a:gd name="f11" fmla="val 138183"/>
                    <a:gd name="f12" fmla="val 38384"/>
                    <a:gd name="f13" fmla="val 148931"/>
                    <a:gd name="f14" fmla="val 157375"/>
                    <a:gd name="f15" fmla="val 46829"/>
                    <a:gd name="f16" fmla="val 57576"/>
                    <a:gd name="f17" fmla="val 68324"/>
                    <a:gd name="f18" fmla="val 76768"/>
                    <a:gd name="f19" fmla="val 127435"/>
                    <a:gd name="f20" fmla="val 118991"/>
                    <a:gd name="f21" fmla="val 184244"/>
                    <a:gd name="f22" fmla="val 253336"/>
                    <a:gd name="f23" fmla="val 107476"/>
                    <a:gd name="f24" fmla="val 230305"/>
                    <a:gd name="f25" fmla="val 134345"/>
                    <a:gd name="f26" fmla="val 115153"/>
                    <a:gd name="f27" fmla="val 111314"/>
                    <a:gd name="f28" fmla="val 92122"/>
                    <a:gd name="f29" fmla="+- 0 0 -90"/>
                    <a:gd name="f30" fmla="*/ f3 1 291719"/>
                    <a:gd name="f31" fmla="*/ f4 1 291719"/>
                    <a:gd name="f32" fmla="val f5"/>
                    <a:gd name="f33" fmla="val f6"/>
                    <a:gd name="f34" fmla="*/ f29 f0 1"/>
                    <a:gd name="f35" fmla="+- f33 0 f32"/>
                    <a:gd name="f36" fmla="*/ f34 1 f2"/>
                    <a:gd name="f37" fmla="*/ f35 1 291719"/>
                    <a:gd name="f38" fmla="*/ 145860 f35 1"/>
                    <a:gd name="f39" fmla="*/ 0 f35 1"/>
                    <a:gd name="f40" fmla="*/ 291720 f35 1"/>
                    <a:gd name="f41" fmla="*/ 138183 f35 1"/>
                    <a:gd name="f42" fmla="*/ 38384 f35 1"/>
                    <a:gd name="f43" fmla="*/ 157375 f35 1"/>
                    <a:gd name="f44" fmla="*/ 57576 f35 1"/>
                    <a:gd name="f45" fmla="*/ 76768 f35 1"/>
                    <a:gd name="f46" fmla="*/ 118991 f35 1"/>
                    <a:gd name="f47" fmla="*/ 184244 f35 1"/>
                    <a:gd name="f48" fmla="*/ 253336 f35 1"/>
                    <a:gd name="f49" fmla="*/ 107476 f35 1"/>
                    <a:gd name="f50" fmla="*/ 230305 f35 1"/>
                    <a:gd name="f51" fmla="*/ 134345 f35 1"/>
                    <a:gd name="f52" fmla="*/ 115153 f35 1"/>
                    <a:gd name="f53" fmla="*/ 111314 f35 1"/>
                    <a:gd name="f54" fmla="*/ 92122 f35 1"/>
                    <a:gd name="f55" fmla="+- f36 0 f1"/>
                    <a:gd name="f56" fmla="*/ f38 1 291719"/>
                    <a:gd name="f57" fmla="*/ f39 1 291719"/>
                    <a:gd name="f58" fmla="*/ f40 1 291719"/>
                    <a:gd name="f59" fmla="*/ f41 1 291719"/>
                    <a:gd name="f60" fmla="*/ f42 1 291719"/>
                    <a:gd name="f61" fmla="*/ f43 1 291719"/>
                    <a:gd name="f62" fmla="*/ f44 1 291719"/>
                    <a:gd name="f63" fmla="*/ f45 1 291719"/>
                    <a:gd name="f64" fmla="*/ f46 1 291719"/>
                    <a:gd name="f65" fmla="*/ f47 1 291719"/>
                    <a:gd name="f66" fmla="*/ f48 1 291719"/>
                    <a:gd name="f67" fmla="*/ f49 1 291719"/>
                    <a:gd name="f68" fmla="*/ f50 1 291719"/>
                    <a:gd name="f69" fmla="*/ f51 1 291719"/>
                    <a:gd name="f70" fmla="*/ f52 1 291719"/>
                    <a:gd name="f71" fmla="*/ f53 1 291719"/>
                    <a:gd name="f72" fmla="*/ f54 1 291719"/>
                    <a:gd name="f73" fmla="*/ f32 1 f37"/>
                    <a:gd name="f74" fmla="*/ f33 1 f37"/>
                    <a:gd name="f75" fmla="*/ f56 1 f37"/>
                    <a:gd name="f76" fmla="*/ f57 1 f37"/>
                    <a:gd name="f77" fmla="*/ f58 1 f37"/>
                    <a:gd name="f78" fmla="*/ f59 1 f37"/>
                    <a:gd name="f79" fmla="*/ f60 1 f37"/>
                    <a:gd name="f80" fmla="*/ f61 1 f37"/>
                    <a:gd name="f81" fmla="*/ f62 1 f37"/>
                    <a:gd name="f82" fmla="*/ f63 1 f37"/>
                    <a:gd name="f83" fmla="*/ f64 1 f37"/>
                    <a:gd name="f84" fmla="*/ f65 1 f37"/>
                    <a:gd name="f85" fmla="*/ f66 1 f37"/>
                    <a:gd name="f86" fmla="*/ f67 1 f37"/>
                    <a:gd name="f87" fmla="*/ f68 1 f37"/>
                    <a:gd name="f88" fmla="*/ f69 1 f37"/>
                    <a:gd name="f89" fmla="*/ f70 1 f37"/>
                    <a:gd name="f90" fmla="*/ f71 1 f37"/>
                    <a:gd name="f91" fmla="*/ f72 1 f37"/>
                    <a:gd name="f92" fmla="*/ f73 f30 1"/>
                    <a:gd name="f93" fmla="*/ f74 f30 1"/>
                    <a:gd name="f94" fmla="*/ f74 f31 1"/>
                    <a:gd name="f95" fmla="*/ f73 f31 1"/>
                    <a:gd name="f96" fmla="*/ f75 f30 1"/>
                    <a:gd name="f97" fmla="*/ f76 f31 1"/>
                    <a:gd name="f98" fmla="*/ f76 f30 1"/>
                    <a:gd name="f99" fmla="*/ f75 f31 1"/>
                    <a:gd name="f100" fmla="*/ f77 f31 1"/>
                    <a:gd name="f101" fmla="*/ f77 f30 1"/>
                    <a:gd name="f102" fmla="*/ f78 f30 1"/>
                    <a:gd name="f103" fmla="*/ f79 f31 1"/>
                    <a:gd name="f104" fmla="*/ f80 f30 1"/>
                    <a:gd name="f105" fmla="*/ f81 f31 1"/>
                    <a:gd name="f106" fmla="*/ f82 f31 1"/>
                    <a:gd name="f107" fmla="*/ f83 f30 1"/>
                    <a:gd name="f108" fmla="*/ f84 f30 1"/>
                    <a:gd name="f109" fmla="*/ f85 f31 1"/>
                    <a:gd name="f110" fmla="*/ f86 f30 1"/>
                    <a:gd name="f111" fmla="*/ f87 f31 1"/>
                    <a:gd name="f112" fmla="*/ f88 f30 1"/>
                    <a:gd name="f113" fmla="*/ f89 f31 1"/>
                    <a:gd name="f114" fmla="*/ f90 f30 1"/>
                    <a:gd name="f115" fmla="*/ f91 f31 1"/>
                  </a:gdLst>
                  <a:ahLst/>
                  <a:cxnLst>
                    <a:cxn ang="3cd4">
                      <a:pos x="hc" y="t"/>
                    </a:cxn>
                    <a:cxn ang="0">
                      <a:pos x="r" y="vc"/>
                    </a:cxn>
                    <a:cxn ang="cd4">
                      <a:pos x="hc" y="b"/>
                    </a:cxn>
                    <a:cxn ang="cd2">
                      <a:pos x="l" y="vc"/>
                    </a:cxn>
                    <a:cxn ang="f55">
                      <a:pos x="f96" y="f97"/>
                    </a:cxn>
                    <a:cxn ang="f55">
                      <a:pos x="f98" y="f99"/>
                    </a:cxn>
                    <a:cxn ang="f55">
                      <a:pos x="f96" y="f100"/>
                    </a:cxn>
                    <a:cxn ang="f55">
                      <a:pos x="f101" y="f99"/>
                    </a:cxn>
                    <a:cxn ang="f55">
                      <a:pos x="f96" y="f97"/>
                    </a:cxn>
                    <a:cxn ang="f55">
                      <a:pos x="f102" y="f103"/>
                    </a:cxn>
                    <a:cxn ang="f55">
                      <a:pos x="f104" y="f105"/>
                    </a:cxn>
                    <a:cxn ang="f55">
                      <a:pos x="f102" y="f106"/>
                    </a:cxn>
                    <a:cxn ang="f55">
                      <a:pos x="f107" y="f105"/>
                    </a:cxn>
                    <a:cxn ang="f55">
                      <a:pos x="f102" y="f103"/>
                    </a:cxn>
                    <a:cxn ang="f55">
                      <a:pos x="f108" y="f109"/>
                    </a:cxn>
                    <a:cxn ang="f55">
                      <a:pos x="f110" y="f109"/>
                    </a:cxn>
                    <a:cxn ang="f55">
                      <a:pos x="f110" y="f111"/>
                    </a:cxn>
                    <a:cxn ang="f55">
                      <a:pos x="f112" y="f111"/>
                    </a:cxn>
                    <a:cxn ang="f55">
                      <a:pos x="f112" y="f113"/>
                    </a:cxn>
                    <a:cxn ang="f55">
                      <a:pos x="f114" y="f113"/>
                    </a:cxn>
                    <a:cxn ang="f55">
                      <a:pos x="f114" y="f115"/>
                    </a:cxn>
                    <a:cxn ang="f55">
                      <a:pos x="f104" y="f115"/>
                    </a:cxn>
                    <a:cxn ang="f55">
                      <a:pos x="f104" y="f113"/>
                    </a:cxn>
                    <a:cxn ang="f55">
                      <a:pos x="f104" y="f111"/>
                    </a:cxn>
                    <a:cxn ang="f55">
                      <a:pos x="f108" y="f111"/>
                    </a:cxn>
                    <a:cxn ang="f55">
                      <a:pos x="f108" y="f109"/>
                    </a:cxn>
                  </a:cxnLst>
                  <a:rect l="f92" t="f95" r="f93" b="f94"/>
                  <a:pathLst>
                    <a:path w="291719" h="291719">
                      <a:moveTo>
                        <a:pt x="f7" y="f5"/>
                      </a:moveTo>
                      <a:cubicBezTo>
                        <a:pt x="f8" y="f5"/>
                        <a:pt x="f5" y="f8"/>
                        <a:pt x="f5" y="f7"/>
                      </a:cubicBezTo>
                      <a:cubicBezTo>
                        <a:pt x="f5" y="f9"/>
                        <a:pt x="f8" y="f10"/>
                        <a:pt x="f7" y="f10"/>
                      </a:cubicBezTo>
                      <a:cubicBezTo>
                        <a:pt x="f9" y="f10"/>
                        <a:pt x="f10" y="f9"/>
                        <a:pt x="f10" y="f7"/>
                      </a:cubicBezTo>
                      <a:cubicBezTo>
                        <a:pt x="f10" y="f8"/>
                        <a:pt x="f9" y="f5"/>
                        <a:pt x="f7" y="f5"/>
                      </a:cubicBezTo>
                      <a:close/>
                      <a:moveTo>
                        <a:pt x="f11" y="f12"/>
                      </a:moveTo>
                      <a:cubicBezTo>
                        <a:pt x="f13" y="f12"/>
                        <a:pt x="f14" y="f15"/>
                        <a:pt x="f14" y="f16"/>
                      </a:cubicBezTo>
                      <a:cubicBezTo>
                        <a:pt x="f14" y="f17"/>
                        <a:pt x="f13" y="f18"/>
                        <a:pt x="f11" y="f18"/>
                      </a:cubicBezTo>
                      <a:cubicBezTo>
                        <a:pt x="f19" y="f18"/>
                        <a:pt x="f20" y="f17"/>
                        <a:pt x="f20" y="f16"/>
                      </a:cubicBezTo>
                      <a:cubicBezTo>
                        <a:pt x="f20" y="f15"/>
                        <a:pt x="f19" y="f12"/>
                        <a:pt x="f11" y="f12"/>
                      </a:cubicBezTo>
                      <a:close/>
                      <a:moveTo>
                        <a:pt x="f21" y="f22"/>
                      </a:moveTo>
                      <a:lnTo>
                        <a:pt x="f23" y="f22"/>
                      </a:lnTo>
                      <a:lnTo>
                        <a:pt x="f23" y="f24"/>
                      </a:lnTo>
                      <a:lnTo>
                        <a:pt x="f25" y="f24"/>
                      </a:lnTo>
                      <a:lnTo>
                        <a:pt x="f25" y="f26"/>
                      </a:lnTo>
                      <a:lnTo>
                        <a:pt x="f27" y="f26"/>
                      </a:lnTo>
                      <a:lnTo>
                        <a:pt x="f27" y="f28"/>
                      </a:lnTo>
                      <a:lnTo>
                        <a:pt x="f14" y="f28"/>
                      </a:lnTo>
                      <a:lnTo>
                        <a:pt x="f14" y="f26"/>
                      </a:lnTo>
                      <a:lnTo>
                        <a:pt x="f14" y="f24"/>
                      </a:lnTo>
                      <a:lnTo>
                        <a:pt x="f21" y="f24"/>
                      </a:lnTo>
                      <a:lnTo>
                        <a:pt x="f21" y="f22"/>
                      </a:lnTo>
                      <a:close/>
                    </a:path>
                  </a:pathLst>
                </a:custGeom>
                <a:solidFill>
                  <a:srgbClr val="1FF524"/>
                </a:solidFill>
                <a:ln>
                  <a:noFill/>
                  <a:prstDash val="soli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2000" b="0" i="0" u="none" strike="noStrike" kern="1200" cap="none" spc="0" baseline="0">
                    <a:solidFill>
                      <a:srgbClr val="211F26"/>
                    </a:solidFill>
                    <a:uFillTx/>
                    <a:latin typeface="Calibri" pitchFamily="34"/>
                    <a:cs typeface="Calibri" pitchFamily="34"/>
                  </a:endParaRPr>
                </a:p>
              </p:txBody>
            </p:sp>
          </p:grpSp>
          <p:grpSp>
            <p:nvGrpSpPr>
              <p:cNvPr id="112" name="Groep 122">
                <a:extLst>
                  <a:ext uri="{FF2B5EF4-FFF2-40B4-BE49-F238E27FC236}">
                    <a16:creationId xmlns:a16="http://schemas.microsoft.com/office/drawing/2014/main" id="{2B261068-4BAF-4028-CB65-E67B083D54FB}"/>
                  </a:ext>
                </a:extLst>
              </p:cNvPr>
              <p:cNvGrpSpPr/>
              <p:nvPr/>
            </p:nvGrpSpPr>
            <p:grpSpPr>
              <a:xfrm>
                <a:off x="-938165" y="5938003"/>
                <a:ext cx="627799" cy="576684"/>
                <a:chOff x="-938165" y="5938003"/>
                <a:chExt cx="627799" cy="576684"/>
              </a:xfrm>
            </p:grpSpPr>
            <p:grpSp>
              <p:nvGrpSpPr>
                <p:cNvPr id="113" name="Inspireren">
                  <a:extLst>
                    <a:ext uri="{FF2B5EF4-FFF2-40B4-BE49-F238E27FC236}">
                      <a16:creationId xmlns:a16="http://schemas.microsoft.com/office/drawing/2014/main" id="{6B2AC752-F4C5-FF14-D4FE-42EC6394A45F}"/>
                    </a:ext>
                  </a:extLst>
                </p:cNvPr>
                <p:cNvGrpSpPr/>
                <p:nvPr/>
              </p:nvGrpSpPr>
              <p:grpSpPr>
                <a:xfrm>
                  <a:off x="-715847" y="5938003"/>
                  <a:ext cx="169776" cy="242380"/>
                  <a:chOff x="-715847" y="5938003"/>
                  <a:chExt cx="169776" cy="242380"/>
                </a:xfrm>
              </p:grpSpPr>
              <p:sp>
                <p:nvSpPr>
                  <p:cNvPr id="114" name="Freeform 12">
                    <a:extLst>
                      <a:ext uri="{FF2B5EF4-FFF2-40B4-BE49-F238E27FC236}">
                        <a16:creationId xmlns:a16="http://schemas.microsoft.com/office/drawing/2014/main" id="{3AD4E7DC-51AF-2FA7-E76C-EC9E987FCB37}"/>
                      </a:ext>
                    </a:extLst>
                  </p:cNvPr>
                  <p:cNvSpPr/>
                  <p:nvPr/>
                </p:nvSpPr>
                <p:spPr>
                  <a:xfrm>
                    <a:off x="-665646" y="6024826"/>
                    <a:ext cx="68726" cy="62051"/>
                  </a:xfrm>
                  <a:custGeom>
                    <a:avLst/>
                    <a:gdLst>
                      <a:gd name="f0" fmla="val 10800000"/>
                      <a:gd name="f1" fmla="val 5400000"/>
                      <a:gd name="f2" fmla="val 180"/>
                      <a:gd name="f3" fmla="val w"/>
                      <a:gd name="f4" fmla="val h"/>
                      <a:gd name="f5" fmla="val 0"/>
                      <a:gd name="f6" fmla="val 319"/>
                      <a:gd name="f7" fmla="val 288"/>
                      <a:gd name="f8" fmla="val 220"/>
                      <a:gd name="f9" fmla="val 107"/>
                      <a:gd name="f10" fmla="+- 0 0 -90"/>
                      <a:gd name="f11" fmla="*/ f3 1 319"/>
                      <a:gd name="f12" fmla="*/ f4 1 288"/>
                      <a:gd name="f13" fmla="val f5"/>
                      <a:gd name="f14" fmla="val f6"/>
                      <a:gd name="f15" fmla="val f7"/>
                      <a:gd name="f16" fmla="*/ f10 f0 1"/>
                      <a:gd name="f17" fmla="+- f15 0 f13"/>
                      <a:gd name="f18" fmla="+- f14 0 f13"/>
                      <a:gd name="f19" fmla="*/ f16 1 f2"/>
                      <a:gd name="f20" fmla="*/ f18 1 319"/>
                      <a:gd name="f21" fmla="*/ f17 1 288"/>
                      <a:gd name="f22" fmla="*/ 220 f18 1"/>
                      <a:gd name="f23" fmla="*/ 288 f17 1"/>
                      <a:gd name="f24" fmla="*/ 107 f18 1"/>
                      <a:gd name="f25" fmla="*/ 0 f18 1"/>
                      <a:gd name="f26" fmla="*/ 0 f17 1"/>
                      <a:gd name="f27" fmla="*/ 319 f18 1"/>
                      <a:gd name="f28" fmla="+- f19 0 f1"/>
                      <a:gd name="f29" fmla="*/ f22 1 319"/>
                      <a:gd name="f30" fmla="*/ f23 1 288"/>
                      <a:gd name="f31" fmla="*/ f24 1 319"/>
                      <a:gd name="f32" fmla="*/ f25 1 319"/>
                      <a:gd name="f33" fmla="*/ f26 1 288"/>
                      <a:gd name="f34" fmla="*/ f27 1 319"/>
                      <a:gd name="f35" fmla="*/ 0 1 f20"/>
                      <a:gd name="f36" fmla="*/ f14 1 f20"/>
                      <a:gd name="f37" fmla="*/ 0 1 f21"/>
                      <a:gd name="f38" fmla="*/ f15 1 f21"/>
                      <a:gd name="f39" fmla="*/ f29 1 f20"/>
                      <a:gd name="f40" fmla="*/ f30 1 f21"/>
                      <a:gd name="f41" fmla="*/ f31 1 f20"/>
                      <a:gd name="f42" fmla="*/ f32 1 f20"/>
                      <a:gd name="f43" fmla="*/ f33 1 f21"/>
                      <a:gd name="f44" fmla="*/ f34 1 f20"/>
                      <a:gd name="f45" fmla="*/ f35 f11 1"/>
                      <a:gd name="f46" fmla="*/ f36 f11 1"/>
                      <a:gd name="f47" fmla="*/ f38 f12 1"/>
                      <a:gd name="f48" fmla="*/ f37 f12 1"/>
                      <a:gd name="f49" fmla="*/ f39 f11 1"/>
                      <a:gd name="f50" fmla="*/ f40 f12 1"/>
                      <a:gd name="f51" fmla="*/ f41 f11 1"/>
                      <a:gd name="f52" fmla="*/ f42 f11 1"/>
                      <a:gd name="f53" fmla="*/ f43 f12 1"/>
                      <a:gd name="f54" fmla="*/ f44 f11 1"/>
                    </a:gdLst>
                    <a:ahLst/>
                    <a:cxnLst>
                      <a:cxn ang="3cd4">
                        <a:pos x="hc" y="t"/>
                      </a:cxn>
                      <a:cxn ang="0">
                        <a:pos x="r" y="vc"/>
                      </a:cxn>
                      <a:cxn ang="cd4">
                        <a:pos x="hc" y="b"/>
                      </a:cxn>
                      <a:cxn ang="cd2">
                        <a:pos x="l" y="vc"/>
                      </a:cxn>
                      <a:cxn ang="f28">
                        <a:pos x="f49" y="f50"/>
                      </a:cxn>
                      <a:cxn ang="f28">
                        <a:pos x="f51" y="f50"/>
                      </a:cxn>
                      <a:cxn ang="f28">
                        <a:pos x="f52" y="f53"/>
                      </a:cxn>
                      <a:cxn ang="f28">
                        <a:pos x="f54" y="f53"/>
                      </a:cxn>
                      <a:cxn ang="f28">
                        <a:pos x="f49" y="f50"/>
                      </a:cxn>
                    </a:cxnLst>
                    <a:rect l="f45" t="f48" r="f46" b="f47"/>
                    <a:pathLst>
                      <a:path w="319" h="288">
                        <a:moveTo>
                          <a:pt x="f8" y="f7"/>
                        </a:moveTo>
                        <a:lnTo>
                          <a:pt x="f9" y="f7"/>
                        </a:lnTo>
                        <a:lnTo>
                          <a:pt x="f5" y="f5"/>
                        </a:lnTo>
                        <a:lnTo>
                          <a:pt x="f6" y="f5"/>
                        </a:lnTo>
                        <a:lnTo>
                          <a:pt x="f8" y="f7"/>
                        </a:lnTo>
                        <a:close/>
                      </a:path>
                    </a:pathLst>
                  </a:custGeom>
                  <a:solidFill>
                    <a:srgbClr val="1FF524"/>
                  </a:solidFill>
                  <a:ln>
                    <a:noFill/>
                    <a:prstDash val="solid"/>
                  </a:ln>
                </p:spPr>
                <p:txBody>
                  <a:bodyPr vert="horz" wrap="square" lIns="91440" tIns="45720" rIns="91440" bIns="45720" anchor="t"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300" b="0" i="0" u="none" strike="noStrike" kern="0" cap="none" spc="0" baseline="0">
                      <a:solidFill>
                        <a:srgbClr val="211F26"/>
                      </a:solidFill>
                      <a:uFillTx/>
                      <a:latin typeface="Arial"/>
                    </a:endParaRPr>
                  </a:p>
                </p:txBody>
              </p:sp>
              <p:sp>
                <p:nvSpPr>
                  <p:cNvPr id="115" name="Freeform 13">
                    <a:extLst>
                      <a:ext uri="{FF2B5EF4-FFF2-40B4-BE49-F238E27FC236}">
                        <a16:creationId xmlns:a16="http://schemas.microsoft.com/office/drawing/2014/main" id="{FE826657-0F48-8C9B-6BE4-DCD3FA119729}"/>
                      </a:ext>
                    </a:extLst>
                  </p:cNvPr>
                  <p:cNvSpPr/>
                  <p:nvPr/>
                </p:nvSpPr>
                <p:spPr>
                  <a:xfrm>
                    <a:off x="-661120" y="6156252"/>
                    <a:ext cx="60761" cy="24131"/>
                  </a:xfrm>
                  <a:custGeom>
                    <a:avLst/>
                    <a:gdLst>
                      <a:gd name="f0" fmla="val 10800000"/>
                      <a:gd name="f1" fmla="val 5400000"/>
                      <a:gd name="f2" fmla="val 180"/>
                      <a:gd name="f3" fmla="val w"/>
                      <a:gd name="f4" fmla="val h"/>
                      <a:gd name="f5" fmla="val 0"/>
                      <a:gd name="f6" fmla="val 251"/>
                      <a:gd name="f7" fmla="val 100"/>
                      <a:gd name="f8" fmla="val 229"/>
                      <a:gd name="f9" fmla="val 70"/>
                      <a:gd name="f10" fmla="val 69"/>
                      <a:gd name="f11" fmla="val 22"/>
                      <a:gd name="f12" fmla="val 27"/>
                      <a:gd name="f13" fmla="val 87"/>
                      <a:gd name="f14" fmla="val 44"/>
                      <a:gd name="f15" fmla="val 63"/>
                      <a:gd name="f16" fmla="val 188"/>
                      <a:gd name="f17" fmla="val 207"/>
                      <a:gd name="f18" fmla="val 223"/>
                      <a:gd name="f19" fmla="val 88"/>
                      <a:gd name="f20" fmla="val 71"/>
                      <a:gd name="f21" fmla="+- 0 0 -90"/>
                      <a:gd name="f22" fmla="*/ f3 1 251"/>
                      <a:gd name="f23" fmla="*/ f4 1 100"/>
                      <a:gd name="f24" fmla="val f5"/>
                      <a:gd name="f25" fmla="val f6"/>
                      <a:gd name="f26" fmla="val f7"/>
                      <a:gd name="f27" fmla="*/ f21 f0 1"/>
                      <a:gd name="f28" fmla="+- f26 0 f24"/>
                      <a:gd name="f29" fmla="+- f25 0 f24"/>
                      <a:gd name="f30" fmla="*/ f27 1 f2"/>
                      <a:gd name="f31" fmla="*/ f29 1 251"/>
                      <a:gd name="f32" fmla="*/ f28 1 100"/>
                      <a:gd name="f33" fmla="*/ 229 f29 1"/>
                      <a:gd name="f34" fmla="*/ 70 f28 1"/>
                      <a:gd name="f35" fmla="*/ 69 f28 1"/>
                      <a:gd name="f36" fmla="*/ 251 f29 1"/>
                      <a:gd name="f37" fmla="*/ 0 f28 1"/>
                      <a:gd name="f38" fmla="*/ 0 f29 1"/>
                      <a:gd name="f39" fmla="*/ 22 f29 1"/>
                      <a:gd name="f40" fmla="*/ 63 f29 1"/>
                      <a:gd name="f41" fmla="*/ 100 f28 1"/>
                      <a:gd name="f42" fmla="*/ 188 f29 1"/>
                      <a:gd name="f43" fmla="*/ 71 f28 1"/>
                      <a:gd name="f44" fmla="+- f30 0 f1"/>
                      <a:gd name="f45" fmla="*/ f33 1 251"/>
                      <a:gd name="f46" fmla="*/ f34 1 100"/>
                      <a:gd name="f47" fmla="*/ f35 1 100"/>
                      <a:gd name="f48" fmla="*/ f36 1 251"/>
                      <a:gd name="f49" fmla="*/ f37 1 100"/>
                      <a:gd name="f50" fmla="*/ f38 1 251"/>
                      <a:gd name="f51" fmla="*/ f39 1 251"/>
                      <a:gd name="f52" fmla="*/ f40 1 251"/>
                      <a:gd name="f53" fmla="*/ f41 1 100"/>
                      <a:gd name="f54" fmla="*/ f42 1 251"/>
                      <a:gd name="f55" fmla="*/ f43 1 100"/>
                      <a:gd name="f56" fmla="*/ 0 1 f31"/>
                      <a:gd name="f57" fmla="*/ f25 1 f31"/>
                      <a:gd name="f58" fmla="*/ 0 1 f32"/>
                      <a:gd name="f59" fmla="*/ f26 1 f32"/>
                      <a:gd name="f60" fmla="*/ f45 1 f31"/>
                      <a:gd name="f61" fmla="*/ f46 1 f32"/>
                      <a:gd name="f62" fmla="*/ f47 1 f32"/>
                      <a:gd name="f63" fmla="*/ f48 1 f31"/>
                      <a:gd name="f64" fmla="*/ f49 1 f32"/>
                      <a:gd name="f65" fmla="*/ f50 1 f31"/>
                      <a:gd name="f66" fmla="*/ f51 1 f31"/>
                      <a:gd name="f67" fmla="*/ f52 1 f31"/>
                      <a:gd name="f68" fmla="*/ f53 1 f32"/>
                      <a:gd name="f69" fmla="*/ f54 1 f31"/>
                      <a:gd name="f70" fmla="*/ f55 1 f32"/>
                      <a:gd name="f71" fmla="*/ f56 f22 1"/>
                      <a:gd name="f72" fmla="*/ f57 f22 1"/>
                      <a:gd name="f73" fmla="*/ f59 f23 1"/>
                      <a:gd name="f74" fmla="*/ f58 f23 1"/>
                      <a:gd name="f75" fmla="*/ f60 f22 1"/>
                      <a:gd name="f76" fmla="*/ f61 f23 1"/>
                      <a:gd name="f77" fmla="*/ f62 f23 1"/>
                      <a:gd name="f78" fmla="*/ f63 f22 1"/>
                      <a:gd name="f79" fmla="*/ f64 f23 1"/>
                      <a:gd name="f80" fmla="*/ f65 f22 1"/>
                      <a:gd name="f81" fmla="*/ f66 f22 1"/>
                      <a:gd name="f82" fmla="*/ f67 f22 1"/>
                      <a:gd name="f83" fmla="*/ f68 f23 1"/>
                      <a:gd name="f84" fmla="*/ f69 f22 1"/>
                      <a:gd name="f85" fmla="*/ f70 f23 1"/>
                    </a:gdLst>
                    <a:ahLst/>
                    <a:cxnLst>
                      <a:cxn ang="3cd4">
                        <a:pos x="hc" y="t"/>
                      </a:cxn>
                      <a:cxn ang="0">
                        <a:pos x="r" y="vc"/>
                      </a:cxn>
                      <a:cxn ang="cd4">
                        <a:pos x="hc" y="b"/>
                      </a:cxn>
                      <a:cxn ang="cd2">
                        <a:pos x="l" y="vc"/>
                      </a:cxn>
                      <a:cxn ang="f44">
                        <a:pos x="f75" y="f76"/>
                      </a:cxn>
                      <a:cxn ang="f44">
                        <a:pos x="f75" y="f77"/>
                      </a:cxn>
                      <a:cxn ang="f44">
                        <a:pos x="f78" y="f79"/>
                      </a:cxn>
                      <a:cxn ang="f44">
                        <a:pos x="f80" y="f79"/>
                      </a:cxn>
                      <a:cxn ang="f44">
                        <a:pos x="f81" y="f77"/>
                      </a:cxn>
                      <a:cxn ang="f44">
                        <a:pos x="f82" y="f83"/>
                      </a:cxn>
                      <a:cxn ang="f44">
                        <a:pos x="f84" y="f83"/>
                      </a:cxn>
                      <a:cxn ang="f44">
                        <a:pos x="f75" y="f85"/>
                      </a:cxn>
                      <a:cxn ang="f44">
                        <a:pos x="f75" y="f85"/>
                      </a:cxn>
                      <a:cxn ang="f44">
                        <a:pos x="f75" y="f76"/>
                      </a:cxn>
                    </a:cxnLst>
                    <a:rect l="f71" t="f74" r="f72" b="f73"/>
                    <a:pathLst>
                      <a:path w="251" h="100">
                        <a:moveTo>
                          <a:pt x="f8" y="f9"/>
                        </a:moveTo>
                        <a:cubicBezTo>
                          <a:pt x="f8" y="f9"/>
                          <a:pt x="f8" y="f10"/>
                          <a:pt x="f8" y="f10"/>
                        </a:cubicBezTo>
                        <a:cubicBezTo>
                          <a:pt x="f6" y="f5"/>
                          <a:pt x="f6" y="f5"/>
                          <a:pt x="f6" y="f5"/>
                        </a:cubicBezTo>
                        <a:cubicBezTo>
                          <a:pt x="f5" y="f5"/>
                          <a:pt x="f5" y="f5"/>
                          <a:pt x="f5" y="f5"/>
                        </a:cubicBezTo>
                        <a:cubicBezTo>
                          <a:pt x="f11" y="f10"/>
                          <a:pt x="f11" y="f10"/>
                          <a:pt x="f11" y="f10"/>
                        </a:cubicBezTo>
                        <a:cubicBezTo>
                          <a:pt x="f12" y="f13"/>
                          <a:pt x="f14" y="f7"/>
                          <a:pt x="f15" y="f7"/>
                        </a:cubicBezTo>
                        <a:cubicBezTo>
                          <a:pt x="f16" y="f7"/>
                          <a:pt x="f16" y="f7"/>
                          <a:pt x="f16" y="f7"/>
                        </a:cubicBezTo>
                        <a:cubicBezTo>
                          <a:pt x="f17" y="f7"/>
                          <a:pt x="f18" y="f19"/>
                          <a:pt x="f8" y="f20"/>
                        </a:cubicBezTo>
                        <a:cubicBezTo>
                          <a:pt x="f8" y="f20"/>
                          <a:pt x="f8" y="f20"/>
                          <a:pt x="f8" y="f20"/>
                        </a:cubicBezTo>
                        <a:lnTo>
                          <a:pt x="f8" y="f9"/>
                        </a:lnTo>
                        <a:close/>
                      </a:path>
                    </a:pathLst>
                  </a:custGeom>
                  <a:gradFill>
                    <a:gsLst>
                      <a:gs pos="0">
                        <a:srgbClr val="9D9FA1"/>
                      </a:gs>
                      <a:gs pos="100000">
                        <a:srgbClr val="211F26"/>
                      </a:gs>
                    </a:gsLst>
                    <a:lin ang="2700000"/>
                  </a:gradFill>
                  <a:ln>
                    <a:noFill/>
                    <a:prstDash val="solid"/>
                  </a:ln>
                </p:spPr>
                <p:txBody>
                  <a:bodyPr vert="horz" wrap="square" lIns="91440" tIns="45720" rIns="91440" bIns="45720" anchor="t"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300" b="0" i="0" u="none" strike="noStrike" kern="0" cap="none" spc="0" baseline="0">
                      <a:solidFill>
                        <a:srgbClr val="211F26"/>
                      </a:solidFill>
                      <a:uFillTx/>
                      <a:latin typeface="Arial"/>
                    </a:endParaRPr>
                  </a:p>
                </p:txBody>
              </p:sp>
              <p:sp>
                <p:nvSpPr>
                  <p:cNvPr id="116" name="Freeform 14">
                    <a:extLst>
                      <a:ext uri="{FF2B5EF4-FFF2-40B4-BE49-F238E27FC236}">
                        <a16:creationId xmlns:a16="http://schemas.microsoft.com/office/drawing/2014/main" id="{2DDDE061-CEF5-CDE3-9D05-1ED11CCB2910}"/>
                      </a:ext>
                    </a:extLst>
                  </p:cNvPr>
                  <p:cNvSpPr/>
                  <p:nvPr/>
                </p:nvSpPr>
                <p:spPr>
                  <a:xfrm>
                    <a:off x="-715847" y="5938003"/>
                    <a:ext cx="169776" cy="208126"/>
                  </a:xfrm>
                  <a:custGeom>
                    <a:avLst/>
                    <a:gdLst>
                      <a:gd name="f0" fmla="val 10800000"/>
                      <a:gd name="f1" fmla="val 5400000"/>
                      <a:gd name="f2" fmla="val 180"/>
                      <a:gd name="f3" fmla="val w"/>
                      <a:gd name="f4" fmla="val h"/>
                      <a:gd name="f5" fmla="val 0"/>
                      <a:gd name="f6" fmla="val 702"/>
                      <a:gd name="f7" fmla="val 860"/>
                      <a:gd name="f8" fmla="val 351"/>
                      <a:gd name="f9" fmla="val 157"/>
                      <a:gd name="f10" fmla="val 463"/>
                      <a:gd name="f11" fmla="val 52"/>
                      <a:gd name="f12" fmla="val 562"/>
                      <a:gd name="f13" fmla="val 134"/>
                      <a:gd name="f14" fmla="val 627"/>
                      <a:gd name="f15" fmla="val 165"/>
                      <a:gd name="f16" fmla="val 718"/>
                      <a:gd name="f17" fmla="val 266"/>
                      <a:gd name="f18" fmla="val 434"/>
                      <a:gd name="f19" fmla="val 419"/>
                      <a:gd name="f20" fmla="val 760"/>
                      <a:gd name="f21" fmla="val 284"/>
                      <a:gd name="f22" fmla="val 179"/>
                      <a:gd name="f23" fmla="val 212"/>
                      <a:gd name="f24" fmla="val 216"/>
                      <a:gd name="f25" fmla="val 488"/>
                      <a:gd name="f26" fmla="val 491"/>
                      <a:gd name="f27" fmla="val 570"/>
                      <a:gd name="f28" fmla="val 625"/>
                      <a:gd name="f29" fmla="val 651"/>
                      <a:gd name="f30" fmla="val 560"/>
                      <a:gd name="f31" fmla="val 461"/>
                      <a:gd name="f32" fmla="val 545"/>
                      <a:gd name="f33" fmla="val 587"/>
                      <a:gd name="f34" fmla="val 438"/>
                      <a:gd name="f35" fmla="val 568"/>
                      <a:gd name="f36" fmla="val 490"/>
                      <a:gd name="f37" fmla="val 531"/>
                      <a:gd name="f38" fmla="val 534"/>
                      <a:gd name="f39" fmla="val 485"/>
                      <a:gd name="f40" fmla="val 563"/>
                      <a:gd name="f41" fmla="val 454"/>
                      <a:gd name="f42" fmla="val 658"/>
                      <a:gd name="f43" fmla="val 250"/>
                      <a:gd name="f44" fmla="val 219"/>
                      <a:gd name="f45" fmla="val 565"/>
                      <a:gd name="f46" fmla="val 172"/>
                      <a:gd name="f47" fmla="val 536"/>
                      <a:gd name="f48" fmla="val 135"/>
                      <a:gd name="f49" fmla="val 115"/>
                      <a:gd name="f50" fmla="val 439"/>
                      <a:gd name="f51" fmla="val 105"/>
                      <a:gd name="f52" fmla="val 411"/>
                      <a:gd name="f53" fmla="val 99"/>
                      <a:gd name="f54" fmla="val 382"/>
                      <a:gd name="f55" fmla="val 603"/>
                      <a:gd name="f56" fmla="val 381"/>
                      <a:gd name="f57" fmla="val 597"/>
                      <a:gd name="f58" fmla="+- 0 0 -90"/>
                      <a:gd name="f59" fmla="*/ f3 1 702"/>
                      <a:gd name="f60" fmla="*/ f4 1 860"/>
                      <a:gd name="f61" fmla="val f5"/>
                      <a:gd name="f62" fmla="val f6"/>
                      <a:gd name="f63" fmla="val f7"/>
                      <a:gd name="f64" fmla="*/ f58 f0 1"/>
                      <a:gd name="f65" fmla="+- f63 0 f61"/>
                      <a:gd name="f66" fmla="+- f62 0 f61"/>
                      <a:gd name="f67" fmla="*/ f64 1 f2"/>
                      <a:gd name="f68" fmla="*/ f66 1 702"/>
                      <a:gd name="f69" fmla="*/ f65 1 860"/>
                      <a:gd name="f70" fmla="*/ 351 f66 1"/>
                      <a:gd name="f71" fmla="*/ 0 f65 1"/>
                      <a:gd name="f72" fmla="*/ 0 f66 1"/>
                      <a:gd name="f73" fmla="*/ 351 f65 1"/>
                      <a:gd name="f74" fmla="*/ 134 f66 1"/>
                      <a:gd name="f75" fmla="*/ 627 f65 1"/>
                      <a:gd name="f76" fmla="*/ 165 f66 1"/>
                      <a:gd name="f77" fmla="*/ 718 f65 1"/>
                      <a:gd name="f78" fmla="*/ 266 f66 1"/>
                      <a:gd name="f79" fmla="*/ 434 f66 1"/>
                      <a:gd name="f80" fmla="*/ 419 f66 1"/>
                      <a:gd name="f81" fmla="*/ 760 f65 1"/>
                      <a:gd name="f82" fmla="*/ 284 f66 1"/>
                      <a:gd name="f83" fmla="*/ 179 f66 1"/>
                      <a:gd name="f84" fmla="*/ 212 f66 1"/>
                      <a:gd name="f85" fmla="*/ 860 f65 1"/>
                      <a:gd name="f86" fmla="*/ 216 f66 1"/>
                      <a:gd name="f87" fmla="*/ 488 f66 1"/>
                      <a:gd name="f88" fmla="*/ 491 f66 1"/>
                      <a:gd name="f89" fmla="*/ 570 f66 1"/>
                      <a:gd name="f90" fmla="*/ 625 f65 1"/>
                      <a:gd name="f91" fmla="*/ 702 f66 1"/>
                      <a:gd name="f92" fmla="*/ 587 f66 1"/>
                      <a:gd name="f93" fmla="*/ 438 f65 1"/>
                      <a:gd name="f94" fmla="*/ 485 f66 1"/>
                      <a:gd name="f95" fmla="*/ 563 f65 1"/>
                      <a:gd name="f96" fmla="*/ 454 f66 1"/>
                      <a:gd name="f97" fmla="*/ 658 f65 1"/>
                      <a:gd name="f98" fmla="*/ 250 f66 1"/>
                      <a:gd name="f99" fmla="*/ 219 f66 1"/>
                      <a:gd name="f100" fmla="*/ 565 f65 1"/>
                      <a:gd name="f101" fmla="*/ 115 f66 1"/>
                      <a:gd name="f102" fmla="*/ 439 f65 1"/>
                      <a:gd name="f103" fmla="*/ 99 f66 1"/>
                      <a:gd name="f104" fmla="*/ 99 f65 1"/>
                      <a:gd name="f105" fmla="*/ 603 f66 1"/>
                      <a:gd name="f106" fmla="+- f67 0 f1"/>
                      <a:gd name="f107" fmla="*/ f70 1 702"/>
                      <a:gd name="f108" fmla="*/ f71 1 860"/>
                      <a:gd name="f109" fmla="*/ f72 1 702"/>
                      <a:gd name="f110" fmla="*/ f73 1 860"/>
                      <a:gd name="f111" fmla="*/ f74 1 702"/>
                      <a:gd name="f112" fmla="*/ f75 1 860"/>
                      <a:gd name="f113" fmla="*/ f76 1 702"/>
                      <a:gd name="f114" fmla="*/ f77 1 860"/>
                      <a:gd name="f115" fmla="*/ f78 1 702"/>
                      <a:gd name="f116" fmla="*/ f79 1 702"/>
                      <a:gd name="f117" fmla="*/ f80 1 702"/>
                      <a:gd name="f118" fmla="*/ f81 1 860"/>
                      <a:gd name="f119" fmla="*/ f82 1 702"/>
                      <a:gd name="f120" fmla="*/ f83 1 702"/>
                      <a:gd name="f121" fmla="*/ f84 1 702"/>
                      <a:gd name="f122" fmla="*/ f85 1 860"/>
                      <a:gd name="f123" fmla="*/ f86 1 702"/>
                      <a:gd name="f124" fmla="*/ f87 1 702"/>
                      <a:gd name="f125" fmla="*/ f88 1 702"/>
                      <a:gd name="f126" fmla="*/ f89 1 702"/>
                      <a:gd name="f127" fmla="*/ f90 1 860"/>
                      <a:gd name="f128" fmla="*/ f91 1 702"/>
                      <a:gd name="f129" fmla="*/ f92 1 702"/>
                      <a:gd name="f130" fmla="*/ f93 1 860"/>
                      <a:gd name="f131" fmla="*/ f94 1 702"/>
                      <a:gd name="f132" fmla="*/ f95 1 860"/>
                      <a:gd name="f133" fmla="*/ f96 1 702"/>
                      <a:gd name="f134" fmla="*/ f97 1 860"/>
                      <a:gd name="f135" fmla="*/ f98 1 702"/>
                      <a:gd name="f136" fmla="*/ f99 1 702"/>
                      <a:gd name="f137" fmla="*/ f100 1 860"/>
                      <a:gd name="f138" fmla="*/ f101 1 702"/>
                      <a:gd name="f139" fmla="*/ f102 1 860"/>
                      <a:gd name="f140" fmla="*/ f103 1 702"/>
                      <a:gd name="f141" fmla="*/ f104 1 860"/>
                      <a:gd name="f142" fmla="*/ f105 1 702"/>
                      <a:gd name="f143" fmla="*/ 0 1 f68"/>
                      <a:gd name="f144" fmla="*/ f62 1 f68"/>
                      <a:gd name="f145" fmla="*/ 0 1 f69"/>
                      <a:gd name="f146" fmla="*/ f63 1 f69"/>
                      <a:gd name="f147" fmla="*/ f107 1 f68"/>
                      <a:gd name="f148" fmla="*/ f108 1 f69"/>
                      <a:gd name="f149" fmla="*/ f109 1 f68"/>
                      <a:gd name="f150" fmla="*/ f110 1 f69"/>
                      <a:gd name="f151" fmla="*/ f111 1 f68"/>
                      <a:gd name="f152" fmla="*/ f112 1 f69"/>
                      <a:gd name="f153" fmla="*/ f113 1 f68"/>
                      <a:gd name="f154" fmla="*/ f114 1 f69"/>
                      <a:gd name="f155" fmla="*/ f115 1 f68"/>
                      <a:gd name="f156" fmla="*/ f116 1 f68"/>
                      <a:gd name="f157" fmla="*/ f117 1 f68"/>
                      <a:gd name="f158" fmla="*/ f118 1 f69"/>
                      <a:gd name="f159" fmla="*/ f119 1 f68"/>
                      <a:gd name="f160" fmla="*/ f120 1 f68"/>
                      <a:gd name="f161" fmla="*/ f121 1 f68"/>
                      <a:gd name="f162" fmla="*/ f122 1 f69"/>
                      <a:gd name="f163" fmla="*/ f123 1 f68"/>
                      <a:gd name="f164" fmla="*/ f124 1 f68"/>
                      <a:gd name="f165" fmla="*/ f125 1 f68"/>
                      <a:gd name="f166" fmla="*/ f126 1 f68"/>
                      <a:gd name="f167" fmla="*/ f127 1 f69"/>
                      <a:gd name="f168" fmla="*/ f128 1 f68"/>
                      <a:gd name="f169" fmla="*/ f129 1 f68"/>
                      <a:gd name="f170" fmla="*/ f130 1 f69"/>
                      <a:gd name="f171" fmla="*/ f131 1 f68"/>
                      <a:gd name="f172" fmla="*/ f132 1 f69"/>
                      <a:gd name="f173" fmla="*/ f133 1 f68"/>
                      <a:gd name="f174" fmla="*/ f134 1 f69"/>
                      <a:gd name="f175" fmla="*/ f135 1 f68"/>
                      <a:gd name="f176" fmla="*/ f136 1 f68"/>
                      <a:gd name="f177" fmla="*/ f137 1 f69"/>
                      <a:gd name="f178" fmla="*/ f138 1 f68"/>
                      <a:gd name="f179" fmla="*/ f139 1 f69"/>
                      <a:gd name="f180" fmla="*/ f140 1 f68"/>
                      <a:gd name="f181" fmla="*/ f141 1 f69"/>
                      <a:gd name="f182" fmla="*/ f142 1 f68"/>
                      <a:gd name="f183" fmla="*/ f143 f59 1"/>
                      <a:gd name="f184" fmla="*/ f144 f59 1"/>
                      <a:gd name="f185" fmla="*/ f146 f60 1"/>
                      <a:gd name="f186" fmla="*/ f145 f60 1"/>
                      <a:gd name="f187" fmla="*/ f147 f59 1"/>
                      <a:gd name="f188" fmla="*/ f148 f60 1"/>
                      <a:gd name="f189" fmla="*/ f149 f59 1"/>
                      <a:gd name="f190" fmla="*/ f150 f60 1"/>
                      <a:gd name="f191" fmla="*/ f151 f59 1"/>
                      <a:gd name="f192" fmla="*/ f152 f60 1"/>
                      <a:gd name="f193" fmla="*/ f153 f59 1"/>
                      <a:gd name="f194" fmla="*/ f154 f60 1"/>
                      <a:gd name="f195" fmla="*/ f155 f59 1"/>
                      <a:gd name="f196" fmla="*/ f156 f59 1"/>
                      <a:gd name="f197" fmla="*/ f157 f59 1"/>
                      <a:gd name="f198" fmla="*/ f158 f60 1"/>
                      <a:gd name="f199" fmla="*/ f159 f59 1"/>
                      <a:gd name="f200" fmla="*/ f160 f59 1"/>
                      <a:gd name="f201" fmla="*/ f161 f59 1"/>
                      <a:gd name="f202" fmla="*/ f162 f60 1"/>
                      <a:gd name="f203" fmla="*/ f163 f59 1"/>
                      <a:gd name="f204" fmla="*/ f164 f59 1"/>
                      <a:gd name="f205" fmla="*/ f165 f59 1"/>
                      <a:gd name="f206" fmla="*/ f166 f59 1"/>
                      <a:gd name="f207" fmla="*/ f167 f60 1"/>
                      <a:gd name="f208" fmla="*/ f168 f59 1"/>
                      <a:gd name="f209" fmla="*/ f169 f59 1"/>
                      <a:gd name="f210" fmla="*/ f170 f60 1"/>
                      <a:gd name="f211" fmla="*/ f171 f59 1"/>
                      <a:gd name="f212" fmla="*/ f172 f60 1"/>
                      <a:gd name="f213" fmla="*/ f173 f59 1"/>
                      <a:gd name="f214" fmla="*/ f174 f60 1"/>
                      <a:gd name="f215" fmla="*/ f175 f59 1"/>
                      <a:gd name="f216" fmla="*/ f176 f59 1"/>
                      <a:gd name="f217" fmla="*/ f177 f60 1"/>
                      <a:gd name="f218" fmla="*/ f178 f59 1"/>
                      <a:gd name="f219" fmla="*/ f179 f60 1"/>
                      <a:gd name="f220" fmla="*/ f180 f59 1"/>
                      <a:gd name="f221" fmla="*/ f181 f60 1"/>
                      <a:gd name="f222" fmla="*/ f182 f59 1"/>
                    </a:gdLst>
                    <a:ahLst/>
                    <a:cxnLst>
                      <a:cxn ang="3cd4">
                        <a:pos x="hc" y="t"/>
                      </a:cxn>
                      <a:cxn ang="0">
                        <a:pos x="r" y="vc"/>
                      </a:cxn>
                      <a:cxn ang="cd4">
                        <a:pos x="hc" y="b"/>
                      </a:cxn>
                      <a:cxn ang="cd2">
                        <a:pos x="l" y="vc"/>
                      </a:cxn>
                      <a:cxn ang="f106">
                        <a:pos x="f187" y="f188"/>
                      </a:cxn>
                      <a:cxn ang="f106">
                        <a:pos x="f189" y="f190"/>
                      </a:cxn>
                      <a:cxn ang="f106">
                        <a:pos x="f191" y="f192"/>
                      </a:cxn>
                      <a:cxn ang="f106">
                        <a:pos x="f193" y="f194"/>
                      </a:cxn>
                      <a:cxn ang="f106">
                        <a:pos x="f195" y="f194"/>
                      </a:cxn>
                      <a:cxn ang="f106">
                        <a:pos x="f195" y="f194"/>
                      </a:cxn>
                      <a:cxn ang="f106">
                        <a:pos x="f196" y="f194"/>
                      </a:cxn>
                      <a:cxn ang="f106">
                        <a:pos x="f197" y="f198"/>
                      </a:cxn>
                      <a:cxn ang="f106">
                        <a:pos x="f199" y="f198"/>
                      </a:cxn>
                      <a:cxn ang="f106">
                        <a:pos x="f199" y="f198"/>
                      </a:cxn>
                      <a:cxn ang="f106">
                        <a:pos x="f200" y="f198"/>
                      </a:cxn>
                      <a:cxn ang="f106">
                        <a:pos x="f201" y="f202"/>
                      </a:cxn>
                      <a:cxn ang="f106">
                        <a:pos x="f201" y="f202"/>
                      </a:cxn>
                      <a:cxn ang="f106">
                        <a:pos x="f203" y="f202"/>
                      </a:cxn>
                      <a:cxn ang="f106">
                        <a:pos x="f204" y="f202"/>
                      </a:cxn>
                      <a:cxn ang="f106">
                        <a:pos x="f205" y="f202"/>
                      </a:cxn>
                      <a:cxn ang="f106">
                        <a:pos x="f206" y="f207"/>
                      </a:cxn>
                      <a:cxn ang="f106">
                        <a:pos x="f208" y="f190"/>
                      </a:cxn>
                      <a:cxn ang="f106">
                        <a:pos x="f187" y="f188"/>
                      </a:cxn>
                      <a:cxn ang="f106">
                        <a:pos x="f209" y="f210"/>
                      </a:cxn>
                      <a:cxn ang="f106">
                        <a:pos x="f211" y="f212"/>
                      </a:cxn>
                      <a:cxn ang="f106">
                        <a:pos x="f213" y="f214"/>
                      </a:cxn>
                      <a:cxn ang="f106">
                        <a:pos x="f215" y="f214"/>
                      </a:cxn>
                      <a:cxn ang="f106">
                        <a:pos x="f216" y="f217"/>
                      </a:cxn>
                      <a:cxn ang="f106">
                        <a:pos x="f218" y="f219"/>
                      </a:cxn>
                      <a:cxn ang="f106">
                        <a:pos x="f220" y="f190"/>
                      </a:cxn>
                      <a:cxn ang="f106">
                        <a:pos x="f187" y="f221"/>
                      </a:cxn>
                      <a:cxn ang="f106">
                        <a:pos x="f222" y="f190"/>
                      </a:cxn>
                      <a:cxn ang="f106">
                        <a:pos x="f209" y="f210"/>
                      </a:cxn>
                    </a:cxnLst>
                    <a:rect l="f183" t="f186" r="f184" b="f185"/>
                    <a:pathLst>
                      <a:path w="702" h="860">
                        <a:moveTo>
                          <a:pt x="f8" y="f5"/>
                        </a:moveTo>
                        <a:cubicBezTo>
                          <a:pt x="f9" y="f5"/>
                          <a:pt x="f5" y="f9"/>
                          <a:pt x="f5" y="f8"/>
                        </a:cubicBezTo>
                        <a:cubicBezTo>
                          <a:pt x="f5" y="f10"/>
                          <a:pt x="f11" y="f12"/>
                          <a:pt x="f13" y="f14"/>
                        </a:cubicBezTo>
                        <a:cubicBezTo>
                          <a:pt x="f15" y="f16"/>
                          <a:pt x="f15" y="f16"/>
                          <a:pt x="f15" y="f16"/>
                        </a:cubicBezTo>
                        <a:cubicBezTo>
                          <a:pt x="f17" y="f16"/>
                          <a:pt x="f17" y="f16"/>
                          <a:pt x="f17" y="f16"/>
                        </a:cubicBezTo>
                        <a:cubicBezTo>
                          <a:pt x="f17" y="f16"/>
                          <a:pt x="f17" y="f16"/>
                          <a:pt x="f17" y="f16"/>
                        </a:cubicBezTo>
                        <a:cubicBezTo>
                          <a:pt x="f18" y="f16"/>
                          <a:pt x="f18" y="f16"/>
                          <a:pt x="f18" y="f16"/>
                        </a:cubicBezTo>
                        <a:cubicBezTo>
                          <a:pt x="f19" y="f20"/>
                          <a:pt x="f19" y="f20"/>
                          <a:pt x="f19" y="f20"/>
                        </a:cubicBezTo>
                        <a:cubicBezTo>
                          <a:pt x="f21" y="f20"/>
                          <a:pt x="f21" y="f20"/>
                          <a:pt x="f21" y="f20"/>
                        </a:cubicBezTo>
                        <a:cubicBezTo>
                          <a:pt x="f21" y="f20"/>
                          <a:pt x="f21" y="f20"/>
                          <a:pt x="f21" y="f20"/>
                        </a:cubicBezTo>
                        <a:cubicBezTo>
                          <a:pt x="f22" y="f20"/>
                          <a:pt x="f22" y="f20"/>
                          <a:pt x="f22" y="f20"/>
                        </a:cubicBezTo>
                        <a:cubicBezTo>
                          <a:pt x="f23" y="f7"/>
                          <a:pt x="f23" y="f7"/>
                          <a:pt x="f23" y="f7"/>
                        </a:cubicBezTo>
                        <a:cubicBezTo>
                          <a:pt x="f23" y="f7"/>
                          <a:pt x="f23" y="f7"/>
                          <a:pt x="f23" y="f7"/>
                        </a:cubicBezTo>
                        <a:cubicBezTo>
                          <a:pt x="f24" y="f7"/>
                          <a:pt x="f24" y="f7"/>
                          <a:pt x="f24" y="f7"/>
                        </a:cubicBezTo>
                        <a:cubicBezTo>
                          <a:pt x="f25" y="f7"/>
                          <a:pt x="f25" y="f7"/>
                          <a:pt x="f25" y="f7"/>
                        </a:cubicBezTo>
                        <a:cubicBezTo>
                          <a:pt x="f26" y="f7"/>
                          <a:pt x="f26" y="f7"/>
                          <a:pt x="f26" y="f7"/>
                        </a:cubicBezTo>
                        <a:cubicBezTo>
                          <a:pt x="f27" y="f28"/>
                          <a:pt x="f27" y="f28"/>
                          <a:pt x="f27" y="f28"/>
                        </a:cubicBezTo>
                        <a:cubicBezTo>
                          <a:pt x="f29" y="f30"/>
                          <a:pt x="f6" y="f31"/>
                          <a:pt x="f6" y="f8"/>
                        </a:cubicBezTo>
                        <a:cubicBezTo>
                          <a:pt x="f6" y="f9"/>
                          <a:pt x="f32" y="f5"/>
                          <a:pt x="f8" y="f5"/>
                        </a:cubicBezTo>
                        <a:close/>
                        <a:moveTo>
                          <a:pt x="f33" y="f34"/>
                        </a:moveTo>
                        <a:cubicBezTo>
                          <a:pt x="f35" y="f36"/>
                          <a:pt x="f37" y="f38"/>
                          <a:pt x="f39" y="f40"/>
                        </a:cubicBezTo>
                        <a:cubicBezTo>
                          <a:pt x="f41" y="f42"/>
                          <a:pt x="f41" y="f42"/>
                          <a:pt x="f41" y="f42"/>
                        </a:cubicBezTo>
                        <a:cubicBezTo>
                          <a:pt x="f43" y="f42"/>
                          <a:pt x="f43" y="f42"/>
                          <a:pt x="f43" y="f42"/>
                        </a:cubicBezTo>
                        <a:cubicBezTo>
                          <a:pt x="f44" y="f45"/>
                          <a:pt x="f44" y="f45"/>
                          <a:pt x="f44" y="f45"/>
                        </a:cubicBezTo>
                        <a:cubicBezTo>
                          <a:pt x="f46" y="f47"/>
                          <a:pt x="f48" y="f26"/>
                          <a:pt x="f49" y="f50"/>
                        </a:cubicBezTo>
                        <a:cubicBezTo>
                          <a:pt x="f51" y="f52"/>
                          <a:pt x="f53" y="f54"/>
                          <a:pt x="f53" y="f8"/>
                        </a:cubicBezTo>
                        <a:cubicBezTo>
                          <a:pt x="f53" y="f23"/>
                          <a:pt x="f23" y="f53"/>
                          <a:pt x="f8" y="f53"/>
                        </a:cubicBezTo>
                        <a:cubicBezTo>
                          <a:pt x="f36" y="f53"/>
                          <a:pt x="f55" y="f23"/>
                          <a:pt x="f55" y="f8"/>
                        </a:cubicBezTo>
                        <a:cubicBezTo>
                          <a:pt x="f55" y="f56"/>
                          <a:pt x="f57" y="f52"/>
                          <a:pt x="f33" y="f34"/>
                        </a:cubicBezTo>
                        <a:close/>
                      </a:path>
                    </a:pathLst>
                  </a:custGeom>
                  <a:gradFill>
                    <a:gsLst>
                      <a:gs pos="0">
                        <a:srgbClr val="9D9FA1"/>
                      </a:gs>
                      <a:gs pos="100000">
                        <a:srgbClr val="211F26"/>
                      </a:gs>
                    </a:gsLst>
                    <a:lin ang="2700000"/>
                  </a:gradFill>
                  <a:ln>
                    <a:noFill/>
                    <a:prstDash val="solid"/>
                  </a:ln>
                </p:spPr>
                <p:txBody>
                  <a:bodyPr vert="horz" wrap="square" lIns="91440" tIns="45720" rIns="91440" bIns="45720" anchor="t"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300" b="0" i="0" u="none" strike="noStrike" kern="0" cap="none" spc="0" baseline="0">
                      <a:solidFill>
                        <a:srgbClr val="211F26"/>
                      </a:solidFill>
                      <a:uFillTx/>
                      <a:latin typeface="Arial"/>
                    </a:endParaRPr>
                  </a:p>
                </p:txBody>
              </p:sp>
            </p:grpSp>
            <p:sp>
              <p:nvSpPr>
                <p:cNvPr id="117" name="Tekstvak 124">
                  <a:extLst>
                    <a:ext uri="{FF2B5EF4-FFF2-40B4-BE49-F238E27FC236}">
                      <a16:creationId xmlns:a16="http://schemas.microsoft.com/office/drawing/2014/main" id="{B396EF33-639F-A5FA-1457-2C1B65EDE370}"/>
                    </a:ext>
                  </a:extLst>
                </p:cNvPr>
                <p:cNvSpPr txBox="1"/>
                <p:nvPr/>
              </p:nvSpPr>
              <p:spPr>
                <a:xfrm>
                  <a:off x="-938165" y="6192453"/>
                  <a:ext cx="627799" cy="322234"/>
                </a:xfrm>
                <a:prstGeom prst="rect">
                  <a:avLst/>
                </a:prstGeom>
                <a:noFill/>
                <a:ln>
                  <a:noFill/>
                </a:ln>
              </p:spPr>
              <p:txBody>
                <a:bodyPr vert="horz" wrap="square" lIns="0" tIns="0" rIns="0" bIns="0"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000" b="0" i="0" u="none" strike="noStrike" kern="0" cap="none" spc="0" baseline="0">
                      <a:solidFill>
                        <a:srgbClr val="211F26"/>
                      </a:solidFill>
                      <a:uFillTx/>
                      <a:latin typeface="Calibri" pitchFamily="34"/>
                      <a:cs typeface="Calibri" pitchFamily="34"/>
                    </a:rPr>
                    <a:t>Inspiration</a:t>
                  </a:r>
                </a:p>
              </p:txBody>
            </p:sp>
          </p:grpSp>
        </p:grpSp>
        <p:grpSp>
          <p:nvGrpSpPr>
            <p:cNvPr id="118" name="Groep 93">
              <a:extLst>
                <a:ext uri="{FF2B5EF4-FFF2-40B4-BE49-F238E27FC236}">
                  <a16:creationId xmlns:a16="http://schemas.microsoft.com/office/drawing/2014/main" id="{99D2A464-FAB9-2740-AB95-674905ED4519}"/>
                </a:ext>
              </a:extLst>
            </p:cNvPr>
            <p:cNvGrpSpPr/>
            <p:nvPr/>
          </p:nvGrpSpPr>
          <p:grpSpPr>
            <a:xfrm>
              <a:off x="-3426805" y="5129582"/>
              <a:ext cx="514285" cy="506541"/>
              <a:chOff x="-3426805" y="5129582"/>
              <a:chExt cx="514285" cy="506541"/>
            </a:xfrm>
          </p:grpSpPr>
          <p:grpSp>
            <p:nvGrpSpPr>
              <p:cNvPr id="119" name="Groep 104">
                <a:extLst>
                  <a:ext uri="{FF2B5EF4-FFF2-40B4-BE49-F238E27FC236}">
                    <a16:creationId xmlns:a16="http://schemas.microsoft.com/office/drawing/2014/main" id="{6E6CF3D9-89DC-B391-C7DC-1B3651C2FB7C}"/>
                  </a:ext>
                </a:extLst>
              </p:cNvPr>
              <p:cNvGrpSpPr/>
              <p:nvPr/>
            </p:nvGrpSpPr>
            <p:grpSpPr>
              <a:xfrm>
                <a:off x="-3321695" y="5129582"/>
                <a:ext cx="319089" cy="306324"/>
                <a:chOff x="-3321695" y="5129582"/>
                <a:chExt cx="319089" cy="306324"/>
              </a:xfrm>
            </p:grpSpPr>
            <p:grpSp>
              <p:nvGrpSpPr>
                <p:cNvPr id="120" name="Groep 107">
                  <a:extLst>
                    <a:ext uri="{FF2B5EF4-FFF2-40B4-BE49-F238E27FC236}">
                      <a16:creationId xmlns:a16="http://schemas.microsoft.com/office/drawing/2014/main" id="{F7DBAC2F-9C90-CE49-3C83-96645D2FC2A2}"/>
                    </a:ext>
                  </a:extLst>
                </p:cNvPr>
                <p:cNvGrpSpPr/>
                <p:nvPr/>
              </p:nvGrpSpPr>
              <p:grpSpPr>
                <a:xfrm>
                  <a:off x="-3321695" y="5129582"/>
                  <a:ext cx="282064" cy="270561"/>
                  <a:chOff x="-3321695" y="5129582"/>
                  <a:chExt cx="282064" cy="270561"/>
                </a:xfrm>
              </p:grpSpPr>
              <p:grpSp>
                <p:nvGrpSpPr>
                  <p:cNvPr id="121" name="Groep 114">
                    <a:extLst>
                      <a:ext uri="{FF2B5EF4-FFF2-40B4-BE49-F238E27FC236}">
                        <a16:creationId xmlns:a16="http://schemas.microsoft.com/office/drawing/2014/main" id="{2342EB05-97B3-F8F2-8B61-311BA6B0DFA9}"/>
                      </a:ext>
                    </a:extLst>
                  </p:cNvPr>
                  <p:cNvGrpSpPr/>
                  <p:nvPr/>
                </p:nvGrpSpPr>
                <p:grpSpPr>
                  <a:xfrm>
                    <a:off x="-3321695" y="5129582"/>
                    <a:ext cx="282064" cy="270561"/>
                    <a:chOff x="-3321695" y="5129582"/>
                    <a:chExt cx="282064" cy="270561"/>
                  </a:xfrm>
                </p:grpSpPr>
                <p:sp>
                  <p:nvSpPr>
                    <p:cNvPr id="122" name="Rechthoek 117">
                      <a:extLst>
                        <a:ext uri="{FF2B5EF4-FFF2-40B4-BE49-F238E27FC236}">
                          <a16:creationId xmlns:a16="http://schemas.microsoft.com/office/drawing/2014/main" id="{3897F634-D5BD-2B3D-F700-A28E9C7B5196}"/>
                        </a:ext>
                      </a:extLst>
                    </p:cNvPr>
                    <p:cNvSpPr/>
                    <p:nvPr/>
                  </p:nvSpPr>
                  <p:spPr>
                    <a:xfrm>
                      <a:off x="-3321695" y="5129582"/>
                      <a:ext cx="282064" cy="270561"/>
                    </a:xfrm>
                    <a:prstGeom prst="rect">
                      <a:avLst/>
                    </a:prstGeom>
                    <a:noFill/>
                    <a:ln w="12701" cap="flat">
                      <a:solidFill>
                        <a:srgbClr val="818181"/>
                      </a:solidFill>
                      <a:custDash>
                        <a:ds d="300000" sp="300000"/>
                      </a:custDash>
                      <a:miter/>
                    </a:ln>
                  </p:spPr>
                  <p:txBody>
                    <a:bodyPr vert="horz" wrap="square" lIns="107999"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800" b="0" i="0" u="none" strike="noStrike" kern="1200" cap="none" spc="0" baseline="0">
                        <a:solidFill>
                          <a:srgbClr val="211F26"/>
                        </a:solidFill>
                        <a:uFillTx/>
                        <a:latin typeface="Calibri" pitchFamily="34"/>
                        <a:cs typeface="Calibri" pitchFamily="34"/>
                      </a:endParaRPr>
                    </a:p>
                  </p:txBody>
                </p:sp>
                <p:sp>
                  <p:nvSpPr>
                    <p:cNvPr id="123" name="Rechthoek 118">
                      <a:extLst>
                        <a:ext uri="{FF2B5EF4-FFF2-40B4-BE49-F238E27FC236}">
                          <a16:creationId xmlns:a16="http://schemas.microsoft.com/office/drawing/2014/main" id="{4425D01F-68FE-AF4C-D18E-04B1BA90C1FF}"/>
                        </a:ext>
                      </a:extLst>
                    </p:cNvPr>
                    <p:cNvSpPr/>
                    <p:nvPr/>
                  </p:nvSpPr>
                  <p:spPr>
                    <a:xfrm>
                      <a:off x="-3321695" y="5129582"/>
                      <a:ext cx="166237" cy="163814"/>
                    </a:xfrm>
                    <a:prstGeom prst="rect">
                      <a:avLst/>
                    </a:prstGeom>
                    <a:solidFill>
                      <a:srgbClr val="FFFFFF"/>
                    </a:solidFill>
                    <a:ln w="12701" cap="flat">
                      <a:solidFill>
                        <a:srgbClr val="818181"/>
                      </a:solidFill>
                      <a:prstDash val="solid"/>
                      <a:miter/>
                    </a:ln>
                  </p:spPr>
                  <p:txBody>
                    <a:bodyPr vert="horz" wrap="square" lIns="107999"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800" b="0" i="0" u="none" strike="noStrike" kern="1200" cap="none" spc="0" baseline="0">
                        <a:solidFill>
                          <a:srgbClr val="211F26"/>
                        </a:solidFill>
                        <a:uFillTx/>
                        <a:latin typeface="Calibri" pitchFamily="34"/>
                        <a:cs typeface="Calibri" pitchFamily="34"/>
                      </a:endParaRPr>
                    </a:p>
                  </p:txBody>
                </p:sp>
                <p:sp>
                  <p:nvSpPr>
                    <p:cNvPr id="124" name="Ovaal 119">
                      <a:extLst>
                        <a:ext uri="{FF2B5EF4-FFF2-40B4-BE49-F238E27FC236}">
                          <a16:creationId xmlns:a16="http://schemas.microsoft.com/office/drawing/2014/main" id="{6795092D-6C58-A1FD-C16D-179005939341}"/>
                        </a:ext>
                      </a:extLst>
                    </p:cNvPr>
                    <p:cNvSpPr/>
                    <p:nvPr/>
                  </p:nvSpPr>
                  <p:spPr>
                    <a:xfrm>
                      <a:off x="-3220425" y="5150275"/>
                      <a:ext cx="45866" cy="45866"/>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ECC679"/>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pic>
                <p:nvPicPr>
                  <p:cNvPr id="125" name="Afbeelding 115">
                    <a:extLst>
                      <a:ext uri="{FF2B5EF4-FFF2-40B4-BE49-F238E27FC236}">
                        <a16:creationId xmlns:a16="http://schemas.microsoft.com/office/drawing/2014/main" id="{46D596E2-F132-FBA7-9A76-60218AF6CFBF}"/>
                      </a:ext>
                    </a:extLst>
                  </p:cNvPr>
                  <p:cNvPicPr>
                    <a:picLocks noChangeAspect="1"/>
                  </p:cNvPicPr>
                  <p:nvPr/>
                </p:nvPicPr>
                <p:blipFill>
                  <a:blip r:embed="rId5"/>
                  <a:stretch>
                    <a:fillRect/>
                  </a:stretch>
                </p:blipFill>
                <p:spPr>
                  <a:xfrm>
                    <a:off x="-3313822" y="5196224"/>
                    <a:ext cx="110157" cy="89099"/>
                  </a:xfrm>
                  <a:prstGeom prst="rect">
                    <a:avLst/>
                  </a:prstGeom>
                  <a:noFill/>
                  <a:ln>
                    <a:noFill/>
                  </a:ln>
                </p:spPr>
              </p:pic>
              <p:pic>
                <p:nvPicPr>
                  <p:cNvPr id="126" name="Afbeelding 116">
                    <a:extLst>
                      <a:ext uri="{FF2B5EF4-FFF2-40B4-BE49-F238E27FC236}">
                        <a16:creationId xmlns:a16="http://schemas.microsoft.com/office/drawing/2014/main" id="{C1381008-4D95-92E6-C1C2-192B22BDC8D0}"/>
                      </a:ext>
                    </a:extLst>
                  </p:cNvPr>
                  <p:cNvPicPr>
                    <a:picLocks noChangeAspect="1"/>
                  </p:cNvPicPr>
                  <p:nvPr/>
                </p:nvPicPr>
                <p:blipFill>
                  <a:blip r:embed="rId5"/>
                  <a:stretch>
                    <a:fillRect/>
                  </a:stretch>
                </p:blipFill>
                <p:spPr>
                  <a:xfrm flipH="1">
                    <a:off x="-3270424" y="5211650"/>
                    <a:ext cx="110157" cy="70801"/>
                  </a:xfrm>
                  <a:prstGeom prst="rect">
                    <a:avLst/>
                  </a:prstGeom>
                  <a:noFill/>
                  <a:ln>
                    <a:noFill/>
                  </a:ln>
                </p:spPr>
              </p:pic>
            </p:grpSp>
            <p:grpSp>
              <p:nvGrpSpPr>
                <p:cNvPr id="127" name="Groep 108">
                  <a:extLst>
                    <a:ext uri="{FF2B5EF4-FFF2-40B4-BE49-F238E27FC236}">
                      <a16:creationId xmlns:a16="http://schemas.microsoft.com/office/drawing/2014/main" id="{34721D36-8F94-57C9-E518-8CBD7E908BAC}"/>
                    </a:ext>
                  </a:extLst>
                </p:cNvPr>
                <p:cNvGrpSpPr/>
                <p:nvPr/>
              </p:nvGrpSpPr>
              <p:grpSpPr>
                <a:xfrm>
                  <a:off x="-3102203" y="5335871"/>
                  <a:ext cx="99597" cy="100035"/>
                  <a:chOff x="-3102203" y="5335871"/>
                  <a:chExt cx="99597" cy="100035"/>
                </a:xfrm>
              </p:grpSpPr>
              <p:sp>
                <p:nvSpPr>
                  <p:cNvPr id="128" name="Rechthoek 112">
                    <a:extLst>
                      <a:ext uri="{FF2B5EF4-FFF2-40B4-BE49-F238E27FC236}">
                        <a16:creationId xmlns:a16="http://schemas.microsoft.com/office/drawing/2014/main" id="{F0B859A0-955A-42F7-B383-495D0678B92F}"/>
                      </a:ext>
                    </a:extLst>
                  </p:cNvPr>
                  <p:cNvSpPr/>
                  <p:nvPr/>
                </p:nvSpPr>
                <p:spPr>
                  <a:xfrm>
                    <a:off x="-3102202" y="5335871"/>
                    <a:ext cx="99596" cy="19385"/>
                  </a:xfrm>
                  <a:prstGeom prst="rect">
                    <a:avLst/>
                  </a:prstGeom>
                  <a:solidFill>
                    <a:srgbClr val="81818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129" name="Rechthoek 113">
                    <a:extLst>
                      <a:ext uri="{FF2B5EF4-FFF2-40B4-BE49-F238E27FC236}">
                        <a16:creationId xmlns:a16="http://schemas.microsoft.com/office/drawing/2014/main" id="{1E113505-FBD0-C978-F1ED-1EBC4F622CF2}"/>
                      </a:ext>
                    </a:extLst>
                  </p:cNvPr>
                  <p:cNvSpPr/>
                  <p:nvPr/>
                </p:nvSpPr>
                <p:spPr>
                  <a:xfrm rot="5400013">
                    <a:off x="-3142308" y="5376415"/>
                    <a:ext cx="99596" cy="19385"/>
                  </a:xfrm>
                  <a:prstGeom prst="rect">
                    <a:avLst/>
                  </a:prstGeom>
                  <a:solidFill>
                    <a:srgbClr val="81818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grpSp>
              <p:nvGrpSpPr>
                <p:cNvPr id="130" name="Groep 109">
                  <a:extLst>
                    <a:ext uri="{FF2B5EF4-FFF2-40B4-BE49-F238E27FC236}">
                      <a16:creationId xmlns:a16="http://schemas.microsoft.com/office/drawing/2014/main" id="{D90BF93E-61C3-72B7-7C9E-B1D419D20D14}"/>
                    </a:ext>
                  </a:extLst>
                </p:cNvPr>
                <p:cNvGrpSpPr/>
                <p:nvPr/>
              </p:nvGrpSpPr>
              <p:grpSpPr>
                <a:xfrm>
                  <a:off x="-3130969" y="5308806"/>
                  <a:ext cx="99597" cy="100024"/>
                  <a:chOff x="-3130969" y="5308806"/>
                  <a:chExt cx="99597" cy="100024"/>
                </a:xfrm>
              </p:grpSpPr>
              <p:sp>
                <p:nvSpPr>
                  <p:cNvPr id="131" name="Rechthoek 110">
                    <a:extLst>
                      <a:ext uri="{FF2B5EF4-FFF2-40B4-BE49-F238E27FC236}">
                        <a16:creationId xmlns:a16="http://schemas.microsoft.com/office/drawing/2014/main" id="{DF5CAE78-0324-4789-AC83-DD0A8DEB9CFE}"/>
                      </a:ext>
                    </a:extLst>
                  </p:cNvPr>
                  <p:cNvSpPr/>
                  <p:nvPr/>
                </p:nvSpPr>
                <p:spPr>
                  <a:xfrm rot="10799991">
                    <a:off x="-3130969" y="5389445"/>
                    <a:ext cx="99596" cy="19385"/>
                  </a:xfrm>
                  <a:prstGeom prst="rect">
                    <a:avLst/>
                  </a:prstGeom>
                  <a:solidFill>
                    <a:srgbClr val="81818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132" name="Rechthoek 111">
                    <a:extLst>
                      <a:ext uri="{FF2B5EF4-FFF2-40B4-BE49-F238E27FC236}">
                        <a16:creationId xmlns:a16="http://schemas.microsoft.com/office/drawing/2014/main" id="{B0B3FA12-6AB2-4776-20CC-F2BC833532C2}"/>
                      </a:ext>
                    </a:extLst>
                  </p:cNvPr>
                  <p:cNvSpPr/>
                  <p:nvPr/>
                </p:nvSpPr>
                <p:spPr>
                  <a:xfrm rot="16200004">
                    <a:off x="-3090862" y="5348911"/>
                    <a:ext cx="99596" cy="19385"/>
                  </a:xfrm>
                  <a:prstGeom prst="rect">
                    <a:avLst/>
                  </a:prstGeom>
                  <a:solidFill>
                    <a:srgbClr val="81818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grpSp>
          <p:sp>
            <p:nvSpPr>
              <p:cNvPr id="133" name="Rechthoek 105">
                <a:extLst>
                  <a:ext uri="{FF2B5EF4-FFF2-40B4-BE49-F238E27FC236}">
                    <a16:creationId xmlns:a16="http://schemas.microsoft.com/office/drawing/2014/main" id="{C2A584C7-9D9D-A302-C358-9050C070537B}"/>
                  </a:ext>
                </a:extLst>
              </p:cNvPr>
              <p:cNvSpPr/>
              <p:nvPr/>
            </p:nvSpPr>
            <p:spPr>
              <a:xfrm>
                <a:off x="-3426805" y="5461967"/>
                <a:ext cx="514285" cy="110084"/>
              </a:xfrm>
              <a:prstGeom prst="rect">
                <a:avLst/>
              </a:prstGeom>
              <a:noFill/>
              <a:ln>
                <a:noFill/>
                <a:prstDash val="solid"/>
              </a:ln>
            </p:spPr>
            <p:txBody>
              <a:bodyPr vert="horz" wrap="square" lIns="0" tIns="0" rIns="0" bIns="0"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900" b="0" i="0" u="none" strike="noStrike" kern="1200" cap="none" spc="0" baseline="0">
                    <a:solidFill>
                      <a:srgbClr val="211F26"/>
                    </a:solidFill>
                    <a:uFillTx/>
                    <a:latin typeface="Calibri" pitchFamily="34"/>
                    <a:cs typeface="Calibri" pitchFamily="34"/>
                  </a:rPr>
                  <a:t>Crop</a:t>
                </a:r>
              </a:p>
            </p:txBody>
          </p:sp>
          <p:sp>
            <p:nvSpPr>
              <p:cNvPr id="134" name="Gelijkbenige driehoek 106">
                <a:extLst>
                  <a:ext uri="{FF2B5EF4-FFF2-40B4-BE49-F238E27FC236}">
                    <a16:creationId xmlns:a16="http://schemas.microsoft.com/office/drawing/2014/main" id="{B2EA220A-67CE-6F73-BBAE-5C456CBD3D40}"/>
                  </a:ext>
                </a:extLst>
              </p:cNvPr>
              <p:cNvSpPr/>
              <p:nvPr/>
            </p:nvSpPr>
            <p:spPr>
              <a:xfrm rot="10799991">
                <a:off x="-3199339" y="5601193"/>
                <a:ext cx="59335" cy="34930"/>
              </a:xfrm>
              <a:custGeom>
                <a:avLst>
                  <a:gd name="f8" fmla="val 50000"/>
                </a:avLst>
                <a:gdLst>
                  <a:gd name="f1" fmla="val 10800000"/>
                  <a:gd name="f2" fmla="val 5400000"/>
                  <a:gd name="f3" fmla="val 180"/>
                  <a:gd name="f4" fmla="val w"/>
                  <a:gd name="f5" fmla="val h"/>
                  <a:gd name="f6" fmla="val ss"/>
                  <a:gd name="f7" fmla="val 0"/>
                  <a:gd name="f8" fmla="val 50000"/>
                  <a:gd name="f9" fmla="+- 0 0 -360"/>
                  <a:gd name="f10" fmla="+- 0 0 -270"/>
                  <a:gd name="f11" fmla="+- 0 0 -180"/>
                  <a:gd name="f12" fmla="+- 0 0 -90"/>
                  <a:gd name="f13" fmla="abs f4"/>
                  <a:gd name="f14" fmla="abs f5"/>
                  <a:gd name="f15" fmla="abs f6"/>
                  <a:gd name="f16" fmla="val f7"/>
                  <a:gd name="f17" fmla="val f8"/>
                  <a:gd name="f18" fmla="*/ f9 f1 1"/>
                  <a:gd name="f19" fmla="*/ f10 f1 1"/>
                  <a:gd name="f20" fmla="*/ f11 f1 1"/>
                  <a:gd name="f21" fmla="*/ f12 f1 1"/>
                  <a:gd name="f22" fmla="?: f13 f4 1"/>
                  <a:gd name="f23" fmla="?: f14 f5 1"/>
                  <a:gd name="f24" fmla="?: f15 f6 1"/>
                  <a:gd name="f25" fmla="*/ f18 1 f3"/>
                  <a:gd name="f26" fmla="*/ f19 1 f3"/>
                  <a:gd name="f27" fmla="*/ f20 1 f3"/>
                  <a:gd name="f28" fmla="*/ f21 1 f3"/>
                  <a:gd name="f29" fmla="*/ f22 1 21600"/>
                  <a:gd name="f30" fmla="*/ f23 1 21600"/>
                  <a:gd name="f31" fmla="*/ 21600 f22 1"/>
                  <a:gd name="f32" fmla="*/ 21600 f23 1"/>
                  <a:gd name="f33" fmla="+- f25 0 f2"/>
                  <a:gd name="f34" fmla="+- f26 0 f2"/>
                  <a:gd name="f35" fmla="+- f27 0 f2"/>
                  <a:gd name="f36" fmla="+- f28 0 f2"/>
                  <a:gd name="f37" fmla="min f30 f29"/>
                  <a:gd name="f38" fmla="*/ f31 1 f24"/>
                  <a:gd name="f39" fmla="*/ f32 1 f24"/>
                  <a:gd name="f40" fmla="val f38"/>
                  <a:gd name="f41" fmla="val f39"/>
                  <a:gd name="f42" fmla="*/ f16 f37 1"/>
                  <a:gd name="f43" fmla="+- f41 0 f16"/>
                  <a:gd name="f44" fmla="+- f40 0 f16"/>
                  <a:gd name="f45" fmla="*/ f41 f37 1"/>
                  <a:gd name="f46" fmla="*/ f40 f37 1"/>
                  <a:gd name="f47" fmla="*/ f43 1 2"/>
                  <a:gd name="f48" fmla="*/ f44 1 2"/>
                  <a:gd name="f49" fmla="*/ f44 f17 1"/>
                  <a:gd name="f50" fmla="+- f16 f47 0"/>
                  <a:gd name="f51" fmla="*/ f49 1 200000"/>
                  <a:gd name="f52" fmla="*/ f49 1 100000"/>
                  <a:gd name="f53" fmla="+- f51 f48 0"/>
                  <a:gd name="f54" fmla="*/ f51 f37 1"/>
                  <a:gd name="f55" fmla="*/ f50 f37 1"/>
                  <a:gd name="f56" fmla="*/ f52 f37 1"/>
                  <a:gd name="f57" fmla="*/ f53 f37 1"/>
                </a:gdLst>
                <a:ahLst/>
                <a:cxnLst>
                  <a:cxn ang="3cd4">
                    <a:pos x="hc" y="t"/>
                  </a:cxn>
                  <a:cxn ang="0">
                    <a:pos x="r" y="vc"/>
                  </a:cxn>
                  <a:cxn ang="cd4">
                    <a:pos x="hc" y="b"/>
                  </a:cxn>
                  <a:cxn ang="cd2">
                    <a:pos x="l" y="vc"/>
                  </a:cxn>
                  <a:cxn ang="f33">
                    <a:pos x="f56" y="f42"/>
                  </a:cxn>
                  <a:cxn ang="f34">
                    <a:pos x="f54" y="f55"/>
                  </a:cxn>
                  <a:cxn ang="f35">
                    <a:pos x="f42" y="f45"/>
                  </a:cxn>
                  <a:cxn ang="f35">
                    <a:pos x="f56" y="f45"/>
                  </a:cxn>
                  <a:cxn ang="f35">
                    <a:pos x="f46" y="f45"/>
                  </a:cxn>
                  <a:cxn ang="f36">
                    <a:pos x="f57" y="f55"/>
                  </a:cxn>
                </a:cxnLst>
                <a:rect l="f54" t="f55" r="f57" b="f45"/>
                <a:pathLst>
                  <a:path>
                    <a:moveTo>
                      <a:pt x="f42" y="f45"/>
                    </a:moveTo>
                    <a:lnTo>
                      <a:pt x="f56" y="f42"/>
                    </a:lnTo>
                    <a:lnTo>
                      <a:pt x="f46" y="f45"/>
                    </a:lnTo>
                    <a:close/>
                  </a:path>
                </a:pathLst>
              </a:custGeom>
              <a:solidFill>
                <a:srgbClr val="81818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sp>
          <p:nvSpPr>
            <p:cNvPr id="135" name="Ovaal 94">
              <a:extLst>
                <a:ext uri="{FF2B5EF4-FFF2-40B4-BE49-F238E27FC236}">
                  <a16:creationId xmlns:a16="http://schemas.microsoft.com/office/drawing/2014/main" id="{72039DF6-FCC3-DF2D-CA00-B62928003E5F}"/>
                </a:ext>
              </a:extLst>
            </p:cNvPr>
            <p:cNvSpPr/>
            <p:nvPr/>
          </p:nvSpPr>
          <p:spPr>
            <a:xfrm>
              <a:off x="-3603586" y="1811179"/>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2</a:t>
              </a:r>
            </a:p>
          </p:txBody>
        </p:sp>
        <p:sp>
          <p:nvSpPr>
            <p:cNvPr id="136" name="Rechthoek 95">
              <a:extLst>
                <a:ext uri="{FF2B5EF4-FFF2-40B4-BE49-F238E27FC236}">
                  <a16:creationId xmlns:a16="http://schemas.microsoft.com/office/drawing/2014/main" id="{0E15E33C-E5E6-EF3D-B4EE-9ACB88F3B857}"/>
                </a:ext>
              </a:extLst>
            </p:cNvPr>
            <p:cNvSpPr/>
            <p:nvPr/>
          </p:nvSpPr>
          <p:spPr>
            <a:xfrm>
              <a:off x="-3319418" y="1811188"/>
              <a:ext cx="2944678" cy="326340"/>
            </a:xfrm>
            <a:prstGeom prst="rect">
              <a:avLst/>
            </a:prstGeom>
            <a:noFill/>
            <a:ln>
              <a:noFill/>
              <a:prstDash val="solid"/>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0" i="0" u="none" strike="noStrike" kern="0" cap="none" spc="0" baseline="0">
                  <a:solidFill>
                    <a:srgbClr val="000000"/>
                  </a:solidFill>
                  <a:uFillTx/>
                  <a:latin typeface="Calibri" pitchFamily="34"/>
                  <a:cs typeface="Calibri" pitchFamily="34"/>
                </a:rPr>
                <a:t>Select the preferred category and image</a:t>
              </a:r>
              <a:br>
                <a:rPr lang="en-GB" sz="1200" b="0" i="0" u="none" strike="noStrike" kern="0" cap="none" spc="0" baseline="0">
                  <a:solidFill>
                    <a:srgbClr val="000000"/>
                  </a:solidFill>
                  <a:uFillTx/>
                  <a:latin typeface="Calibri" pitchFamily="34"/>
                  <a:cs typeface="Calibri" pitchFamily="34"/>
                </a:rPr>
              </a:br>
              <a:r>
                <a:rPr lang="en-GB" sz="1200" b="0" i="0" u="none" strike="noStrike" kern="0" cap="none" spc="0" baseline="0">
                  <a:solidFill>
                    <a:srgbClr val="000000"/>
                  </a:solidFill>
                  <a:uFillTx/>
                  <a:latin typeface="Calibri" pitchFamily="34"/>
                  <a:cs typeface="Calibri" pitchFamily="34"/>
                </a:rPr>
                <a:t>and click on  </a:t>
              </a:r>
              <a:r>
                <a:rPr lang="en-GB" sz="1200" b="1" i="0" u="none" strike="noStrike" kern="0" cap="none" spc="0" baseline="0">
                  <a:solidFill>
                    <a:srgbClr val="000000"/>
                  </a:solidFill>
                  <a:uFillTx/>
                  <a:latin typeface="Calibri" pitchFamily="34"/>
                  <a:cs typeface="Calibri" pitchFamily="34"/>
                </a:rPr>
                <a:t>‘Insert’</a:t>
              </a:r>
              <a:r>
                <a:rPr lang="en-GB" sz="1200" b="0" i="0" u="none" strike="noStrike" kern="0" cap="none" spc="0" baseline="0">
                  <a:solidFill>
                    <a:srgbClr val="000000"/>
                  </a:solidFill>
                  <a:uFillTx/>
                  <a:latin typeface="Calibri" pitchFamily="34"/>
                  <a:cs typeface="Calibri" pitchFamily="34"/>
                </a:rPr>
                <a:t>.</a:t>
              </a:r>
            </a:p>
          </p:txBody>
        </p:sp>
        <p:sp>
          <p:nvSpPr>
            <p:cNvPr id="137" name="Rechthoek 96">
              <a:extLst>
                <a:ext uri="{FF2B5EF4-FFF2-40B4-BE49-F238E27FC236}">
                  <a16:creationId xmlns:a16="http://schemas.microsoft.com/office/drawing/2014/main" id="{217F619D-E62B-941C-45C7-6E539456E849}"/>
                </a:ext>
              </a:extLst>
            </p:cNvPr>
            <p:cNvSpPr/>
            <p:nvPr/>
          </p:nvSpPr>
          <p:spPr>
            <a:xfrm>
              <a:off x="-3319418" y="2245757"/>
              <a:ext cx="825502" cy="209553"/>
            </a:xfrm>
            <a:prstGeom prst="rect">
              <a:avLst/>
            </a:prstGeom>
            <a:solidFill>
              <a:srgbClr val="1FF524"/>
            </a:solidFill>
            <a:ln>
              <a:noFill/>
              <a:prstDash val="solid"/>
            </a:ln>
          </p:spPr>
          <p:txBody>
            <a:bodyPr vert="horz" wrap="square" lIns="0" tIns="0" rIns="0" bIns="0"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000" b="1" i="0" u="none" strike="noStrike" kern="1200" cap="none" spc="0" baseline="0">
                  <a:solidFill>
                    <a:srgbClr val="211F26"/>
                  </a:solidFill>
                  <a:uFillTx/>
                  <a:latin typeface="Calibri" pitchFamily="34"/>
                  <a:cs typeface="Calibri" pitchFamily="34"/>
                </a:rPr>
                <a:t>Insert</a:t>
              </a:r>
            </a:p>
          </p:txBody>
        </p:sp>
        <p:grpSp>
          <p:nvGrpSpPr>
            <p:cNvPr id="138" name="Groep 97">
              <a:extLst>
                <a:ext uri="{FF2B5EF4-FFF2-40B4-BE49-F238E27FC236}">
                  <a16:creationId xmlns:a16="http://schemas.microsoft.com/office/drawing/2014/main" id="{50440D1C-3588-A2EA-DC68-6C70E07C4DA0}"/>
                </a:ext>
              </a:extLst>
            </p:cNvPr>
            <p:cNvGrpSpPr/>
            <p:nvPr/>
          </p:nvGrpSpPr>
          <p:grpSpPr>
            <a:xfrm>
              <a:off x="-3365485" y="1226978"/>
              <a:ext cx="446940" cy="406486"/>
              <a:chOff x="-3365485" y="1226978"/>
              <a:chExt cx="446940" cy="406486"/>
            </a:xfrm>
          </p:grpSpPr>
          <p:grpSp>
            <p:nvGrpSpPr>
              <p:cNvPr id="139" name="Groep 98">
                <a:extLst>
                  <a:ext uri="{FF2B5EF4-FFF2-40B4-BE49-F238E27FC236}">
                    <a16:creationId xmlns:a16="http://schemas.microsoft.com/office/drawing/2014/main" id="{31AB90DD-B71B-7F63-0272-DAEA223A4E1D}"/>
                  </a:ext>
                </a:extLst>
              </p:cNvPr>
              <p:cNvGrpSpPr/>
              <p:nvPr/>
            </p:nvGrpSpPr>
            <p:grpSpPr>
              <a:xfrm>
                <a:off x="-3285311" y="1226978"/>
                <a:ext cx="284168" cy="246686"/>
                <a:chOff x="-3285311" y="1226978"/>
                <a:chExt cx="284168" cy="246686"/>
              </a:xfrm>
            </p:grpSpPr>
            <p:sp>
              <p:nvSpPr>
                <p:cNvPr id="140" name="Vrije vorm: vorm 100">
                  <a:extLst>
                    <a:ext uri="{FF2B5EF4-FFF2-40B4-BE49-F238E27FC236}">
                      <a16:creationId xmlns:a16="http://schemas.microsoft.com/office/drawing/2014/main" id="{BFADE575-3181-CA78-0D3E-6D915BD80755}"/>
                    </a:ext>
                  </a:extLst>
                </p:cNvPr>
                <p:cNvSpPr/>
                <p:nvPr/>
              </p:nvSpPr>
              <p:spPr>
                <a:xfrm>
                  <a:off x="-3236719" y="1287612"/>
                  <a:ext cx="47978" cy="47868"/>
                </a:xfrm>
                <a:custGeom>
                  <a:avLst/>
                  <a:gdLst>
                    <a:gd name="f0" fmla="val 10800000"/>
                    <a:gd name="f1" fmla="val 5400000"/>
                    <a:gd name="f2" fmla="val 180"/>
                    <a:gd name="f3" fmla="val w"/>
                    <a:gd name="f4" fmla="val h"/>
                    <a:gd name="f5" fmla="val 0"/>
                    <a:gd name="f6" fmla="val 371475"/>
                    <a:gd name="f7" fmla="val 369094"/>
                    <a:gd name="f8" fmla="val 188119"/>
                    <a:gd name="f9" fmla="val 288068"/>
                    <a:gd name="f10" fmla="val 88169"/>
                    <a:gd name="f11" fmla="val 7144"/>
                    <a:gd name="f12" fmla="+- 0 0 -90"/>
                    <a:gd name="f13" fmla="*/ f3 1 371475"/>
                    <a:gd name="f14" fmla="*/ f4 1 371475"/>
                    <a:gd name="f15" fmla="val f5"/>
                    <a:gd name="f16" fmla="val f6"/>
                    <a:gd name="f17" fmla="*/ f12 f0 1"/>
                    <a:gd name="f18" fmla="+- f16 0 f15"/>
                    <a:gd name="f19" fmla="*/ f17 1 f2"/>
                    <a:gd name="f20" fmla="*/ f18 1 371475"/>
                    <a:gd name="f21" fmla="*/ 369094 f18 1"/>
                    <a:gd name="f22" fmla="*/ 188119 f18 1"/>
                    <a:gd name="f23" fmla="*/ 7144 f18 1"/>
                    <a:gd name="f24" fmla="+- f19 0 f1"/>
                    <a:gd name="f25" fmla="*/ f21 1 371475"/>
                    <a:gd name="f26" fmla="*/ f22 1 371475"/>
                    <a:gd name="f27" fmla="*/ f23 1 371475"/>
                    <a:gd name="f28" fmla="*/ f15 1 f20"/>
                    <a:gd name="f29" fmla="*/ f16 1 f20"/>
                    <a:gd name="f30" fmla="*/ f25 1 f20"/>
                    <a:gd name="f31" fmla="*/ f26 1 f20"/>
                    <a:gd name="f32" fmla="*/ f27 1 f20"/>
                    <a:gd name="f33" fmla="*/ f28 f13 1"/>
                    <a:gd name="f34" fmla="*/ f29 f13 1"/>
                    <a:gd name="f35" fmla="*/ f29 f14 1"/>
                    <a:gd name="f36" fmla="*/ f28 f14 1"/>
                    <a:gd name="f37" fmla="*/ f30 f13 1"/>
                    <a:gd name="f38" fmla="*/ f31 f14 1"/>
                    <a:gd name="f39" fmla="*/ f31 f13 1"/>
                    <a:gd name="f40" fmla="*/ f30 f14 1"/>
                    <a:gd name="f41" fmla="*/ f32 f13 1"/>
                    <a:gd name="f42" fmla="*/ f32 f14 1"/>
                  </a:gdLst>
                  <a:ahLst/>
                  <a:cxnLst>
                    <a:cxn ang="3cd4">
                      <a:pos x="hc" y="t"/>
                    </a:cxn>
                    <a:cxn ang="0">
                      <a:pos x="r" y="vc"/>
                    </a:cxn>
                    <a:cxn ang="cd4">
                      <a:pos x="hc" y="b"/>
                    </a:cxn>
                    <a:cxn ang="cd2">
                      <a:pos x="l" y="vc"/>
                    </a:cxn>
                    <a:cxn ang="f24">
                      <a:pos x="f37" y="f38"/>
                    </a:cxn>
                    <a:cxn ang="f24">
                      <a:pos x="f39" y="f40"/>
                    </a:cxn>
                    <a:cxn ang="f24">
                      <a:pos x="f41" y="f38"/>
                    </a:cxn>
                    <a:cxn ang="f24">
                      <a:pos x="f39" y="f42"/>
                    </a:cxn>
                    <a:cxn ang="f24">
                      <a:pos x="f37" y="f38"/>
                    </a:cxn>
                  </a:cxnLst>
                  <a:rect l="f33" t="f36" r="f34" b="f35"/>
                  <a:pathLst>
                    <a:path w="371475" h="371475">
                      <a:moveTo>
                        <a:pt x="f7" y="f8"/>
                      </a:moveTo>
                      <a:cubicBezTo>
                        <a:pt x="f7" y="f9"/>
                        <a:pt x="f9" y="f7"/>
                        <a:pt x="f8" y="f7"/>
                      </a:cubicBezTo>
                      <a:cubicBezTo>
                        <a:pt x="f10" y="f7"/>
                        <a:pt x="f11" y="f9"/>
                        <a:pt x="f11" y="f8"/>
                      </a:cubicBezTo>
                      <a:cubicBezTo>
                        <a:pt x="f11" y="f10"/>
                        <a:pt x="f10" y="f11"/>
                        <a:pt x="f8" y="f11"/>
                      </a:cubicBezTo>
                      <a:cubicBezTo>
                        <a:pt x="f9" y="f11"/>
                        <a:pt x="f7" y="f10"/>
                        <a:pt x="f7" y="f8"/>
                      </a:cubicBezTo>
                      <a:close/>
                    </a:path>
                  </a:pathLst>
                </a:custGeom>
                <a:solidFill>
                  <a:srgbClr val="1FF524"/>
                </a:solidFill>
                <a:ln>
                  <a:noFill/>
                  <a:prstDash val="solid"/>
                </a:ln>
              </p:spPr>
              <p:txBody>
                <a:bodyPr vert="horz" wrap="square" lIns="91440" tIns="45720" rIns="91440" bIns="45720" anchor="ctr"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7200" b="0" i="0" u="none" strike="noStrike" kern="1200" cap="none" spc="0" baseline="0">
                    <a:solidFill>
                      <a:srgbClr val="211F26"/>
                    </a:solidFill>
                    <a:uFillTx/>
                    <a:latin typeface="Arial"/>
                  </a:endParaRPr>
                </a:p>
              </p:txBody>
            </p:sp>
            <p:grpSp>
              <p:nvGrpSpPr>
                <p:cNvPr id="141" name="Groep 101">
                  <a:extLst>
                    <a:ext uri="{FF2B5EF4-FFF2-40B4-BE49-F238E27FC236}">
                      <a16:creationId xmlns:a16="http://schemas.microsoft.com/office/drawing/2014/main" id="{087DD86D-E005-326D-CDB4-359A67755735}"/>
                    </a:ext>
                  </a:extLst>
                </p:cNvPr>
                <p:cNvGrpSpPr/>
                <p:nvPr/>
              </p:nvGrpSpPr>
              <p:grpSpPr>
                <a:xfrm>
                  <a:off x="-3285311" y="1226978"/>
                  <a:ext cx="284168" cy="246686"/>
                  <a:chOff x="-3285311" y="1226978"/>
                  <a:chExt cx="284168" cy="246686"/>
                </a:xfrm>
              </p:grpSpPr>
              <p:sp>
                <p:nvSpPr>
                  <p:cNvPr id="142" name="Vrije vorm: vorm 102">
                    <a:extLst>
                      <a:ext uri="{FF2B5EF4-FFF2-40B4-BE49-F238E27FC236}">
                        <a16:creationId xmlns:a16="http://schemas.microsoft.com/office/drawing/2014/main" id="{F2F1309C-AFAC-7F35-47FA-FF4EB5B66539}"/>
                      </a:ext>
                    </a:extLst>
                  </p:cNvPr>
                  <p:cNvSpPr/>
                  <p:nvPr/>
                </p:nvSpPr>
                <p:spPr>
                  <a:xfrm>
                    <a:off x="-3285311" y="1226978"/>
                    <a:ext cx="284168" cy="246686"/>
                  </a:xfrm>
                  <a:custGeom>
                    <a:avLst/>
                    <a:gdLst>
                      <a:gd name="f0" fmla="val 10800000"/>
                      <a:gd name="f1" fmla="val 5400000"/>
                      <a:gd name="f2" fmla="val 180"/>
                      <a:gd name="f3" fmla="val w"/>
                      <a:gd name="f4" fmla="val h"/>
                      <a:gd name="f5" fmla="val 0"/>
                      <a:gd name="f6" fmla="val 2200275"/>
                      <a:gd name="f7" fmla="val 1914525"/>
                      <a:gd name="f8" fmla="val 7144"/>
                      <a:gd name="f9" fmla="val 245269"/>
                      <a:gd name="f10" fmla="val 432911"/>
                      <a:gd name="f11" fmla="val 1959769"/>
                      <a:gd name="f12" fmla="val 1674019"/>
                      <a:gd name="f13" fmla="val 350044"/>
                      <a:gd name="f14" fmla="val 1912144"/>
                      <a:gd name="f15" fmla="val 2197894"/>
                      <a:gd name="f16" fmla="+- 0 0 -90"/>
                      <a:gd name="f17" fmla="*/ f3 1 2200275"/>
                      <a:gd name="f18" fmla="*/ f4 1 1914525"/>
                      <a:gd name="f19" fmla="val f5"/>
                      <a:gd name="f20" fmla="val f6"/>
                      <a:gd name="f21" fmla="val f7"/>
                      <a:gd name="f22" fmla="*/ f16 f0 1"/>
                      <a:gd name="f23" fmla="+- f21 0 f19"/>
                      <a:gd name="f24" fmla="+- f20 0 f19"/>
                      <a:gd name="f25" fmla="*/ f22 1 f2"/>
                      <a:gd name="f26" fmla="*/ f24 1 2200275"/>
                      <a:gd name="f27" fmla="*/ f23 1 1914525"/>
                      <a:gd name="f28" fmla="*/ 7144 f24 1"/>
                      <a:gd name="f29" fmla="*/ 7144 f23 1"/>
                      <a:gd name="f30" fmla="*/ 245269 f23 1"/>
                      <a:gd name="f31" fmla="*/ 432911 f24 1"/>
                      <a:gd name="f32" fmla="*/ 1959769 f24 1"/>
                      <a:gd name="f33" fmla="*/ 1674019 f23 1"/>
                      <a:gd name="f34" fmla="*/ 245269 f24 1"/>
                      <a:gd name="f35" fmla="*/ 350044 f23 1"/>
                      <a:gd name="f36" fmla="*/ 1912144 f23 1"/>
                      <a:gd name="f37" fmla="*/ 2197894 f24 1"/>
                      <a:gd name="f38" fmla="+- f25 0 f1"/>
                      <a:gd name="f39" fmla="*/ f28 1 2200275"/>
                      <a:gd name="f40" fmla="*/ f29 1 1914525"/>
                      <a:gd name="f41" fmla="*/ f30 1 1914525"/>
                      <a:gd name="f42" fmla="*/ f31 1 2200275"/>
                      <a:gd name="f43" fmla="*/ f32 1 2200275"/>
                      <a:gd name="f44" fmla="*/ f33 1 1914525"/>
                      <a:gd name="f45" fmla="*/ f34 1 2200275"/>
                      <a:gd name="f46" fmla="*/ f35 1 1914525"/>
                      <a:gd name="f47" fmla="*/ f36 1 1914525"/>
                      <a:gd name="f48" fmla="*/ f37 1 2200275"/>
                      <a:gd name="f49" fmla="*/ f19 1 f26"/>
                      <a:gd name="f50" fmla="*/ f20 1 f26"/>
                      <a:gd name="f51" fmla="*/ f19 1 f27"/>
                      <a:gd name="f52" fmla="*/ f21 1 f27"/>
                      <a:gd name="f53" fmla="*/ f39 1 f26"/>
                      <a:gd name="f54" fmla="*/ f40 1 f27"/>
                      <a:gd name="f55" fmla="*/ f41 1 f27"/>
                      <a:gd name="f56" fmla="*/ f42 1 f26"/>
                      <a:gd name="f57" fmla="*/ f43 1 f26"/>
                      <a:gd name="f58" fmla="*/ f44 1 f27"/>
                      <a:gd name="f59" fmla="*/ f45 1 f26"/>
                      <a:gd name="f60" fmla="*/ f46 1 f27"/>
                      <a:gd name="f61" fmla="*/ f47 1 f27"/>
                      <a:gd name="f62" fmla="*/ f48 1 f26"/>
                      <a:gd name="f63" fmla="*/ f49 f17 1"/>
                      <a:gd name="f64" fmla="*/ f50 f17 1"/>
                      <a:gd name="f65" fmla="*/ f52 f18 1"/>
                      <a:gd name="f66" fmla="*/ f51 f18 1"/>
                      <a:gd name="f67" fmla="*/ f53 f17 1"/>
                      <a:gd name="f68" fmla="*/ f54 f18 1"/>
                      <a:gd name="f69" fmla="*/ f55 f18 1"/>
                      <a:gd name="f70" fmla="*/ f56 f17 1"/>
                      <a:gd name="f71" fmla="*/ f57 f17 1"/>
                      <a:gd name="f72" fmla="*/ f58 f18 1"/>
                      <a:gd name="f73" fmla="*/ f59 f17 1"/>
                      <a:gd name="f74" fmla="*/ f60 f18 1"/>
                      <a:gd name="f75" fmla="*/ f61 f18 1"/>
                      <a:gd name="f76" fmla="*/ f62 f17 1"/>
                    </a:gdLst>
                    <a:ahLst/>
                    <a:cxnLst>
                      <a:cxn ang="3cd4">
                        <a:pos x="hc" y="t"/>
                      </a:cxn>
                      <a:cxn ang="0">
                        <a:pos x="r" y="vc"/>
                      </a:cxn>
                      <a:cxn ang="cd4">
                        <a:pos x="hc" y="b"/>
                      </a:cxn>
                      <a:cxn ang="cd2">
                        <a:pos x="l" y="vc"/>
                      </a:cxn>
                      <a:cxn ang="f38">
                        <a:pos x="f67" y="f68"/>
                      </a:cxn>
                      <a:cxn ang="f38">
                        <a:pos x="f67" y="f69"/>
                      </a:cxn>
                      <a:cxn ang="f38">
                        <a:pos x="f70" y="f69"/>
                      </a:cxn>
                      <a:cxn ang="f38">
                        <a:pos x="f70" y="f69"/>
                      </a:cxn>
                      <a:cxn ang="f38">
                        <a:pos x="f71" y="f69"/>
                      </a:cxn>
                      <a:cxn ang="f38">
                        <a:pos x="f71" y="f72"/>
                      </a:cxn>
                      <a:cxn ang="f38">
                        <a:pos x="f73" y="f72"/>
                      </a:cxn>
                      <a:cxn ang="f38">
                        <a:pos x="f73" y="f74"/>
                      </a:cxn>
                      <a:cxn ang="f38">
                        <a:pos x="f67" y="f74"/>
                      </a:cxn>
                      <a:cxn ang="f38">
                        <a:pos x="f67" y="f75"/>
                      </a:cxn>
                      <a:cxn ang="f38">
                        <a:pos x="f76" y="f75"/>
                      </a:cxn>
                      <a:cxn ang="f38">
                        <a:pos x="f76" y="f68"/>
                      </a:cxn>
                    </a:cxnLst>
                    <a:rect l="f63" t="f66" r="f64" b="f65"/>
                    <a:pathLst>
                      <a:path w="2200275" h="1914525">
                        <a:moveTo>
                          <a:pt x="f8" y="f8"/>
                        </a:moveTo>
                        <a:lnTo>
                          <a:pt x="f8" y="f9"/>
                        </a:lnTo>
                        <a:lnTo>
                          <a:pt x="f10" y="f9"/>
                        </a:lnTo>
                        <a:lnTo>
                          <a:pt x="f10" y="f9"/>
                        </a:lnTo>
                        <a:lnTo>
                          <a:pt x="f11" y="f9"/>
                        </a:lnTo>
                        <a:lnTo>
                          <a:pt x="f11" y="f12"/>
                        </a:lnTo>
                        <a:lnTo>
                          <a:pt x="f9" y="f12"/>
                        </a:lnTo>
                        <a:lnTo>
                          <a:pt x="f9" y="f13"/>
                        </a:lnTo>
                        <a:lnTo>
                          <a:pt x="f8" y="f13"/>
                        </a:lnTo>
                        <a:lnTo>
                          <a:pt x="f8" y="f14"/>
                        </a:lnTo>
                        <a:lnTo>
                          <a:pt x="f15" y="f14"/>
                        </a:lnTo>
                        <a:lnTo>
                          <a:pt x="f15" y="f8"/>
                        </a:lnTo>
                        <a:close/>
                      </a:path>
                    </a:pathLst>
                  </a:custGeom>
                  <a:gradFill>
                    <a:gsLst>
                      <a:gs pos="0">
                        <a:srgbClr val="9D9FA1"/>
                      </a:gs>
                      <a:gs pos="100000">
                        <a:srgbClr val="211F26"/>
                      </a:gs>
                    </a:gsLst>
                    <a:lin ang="2700000"/>
                  </a:gradFill>
                  <a:ln>
                    <a:noFill/>
                    <a:prstDash val="solid"/>
                  </a:ln>
                </p:spPr>
                <p:txBody>
                  <a:bodyPr vert="horz" wrap="square" lIns="91440" tIns="45720" rIns="91440" bIns="45720" anchor="ctr"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7200" b="0" i="0" u="none" strike="noStrike" kern="1200" cap="none" spc="0" baseline="0">
                      <a:solidFill>
                        <a:srgbClr val="211F26"/>
                      </a:solidFill>
                      <a:uFillTx/>
                      <a:latin typeface="Arial"/>
                    </a:endParaRPr>
                  </a:p>
                </p:txBody>
              </p:sp>
              <p:sp>
                <p:nvSpPr>
                  <p:cNvPr id="143" name="Vrije vorm: vorm 103">
                    <a:extLst>
                      <a:ext uri="{FF2B5EF4-FFF2-40B4-BE49-F238E27FC236}">
                        <a16:creationId xmlns:a16="http://schemas.microsoft.com/office/drawing/2014/main" id="{9F6BBD91-5936-1407-83B0-61526A9CA735}"/>
                      </a:ext>
                    </a:extLst>
                  </p:cNvPr>
                  <p:cNvSpPr/>
                  <p:nvPr/>
                </p:nvSpPr>
                <p:spPr>
                  <a:xfrm>
                    <a:off x="-3236847" y="1303321"/>
                    <a:ext cx="185751" cy="114144"/>
                  </a:xfrm>
                  <a:custGeom>
                    <a:avLst/>
                    <a:gdLst>
                      <a:gd name="f0" fmla="val 10800000"/>
                      <a:gd name="f1" fmla="val 5400000"/>
                      <a:gd name="f2" fmla="val 180"/>
                      <a:gd name="f3" fmla="val w"/>
                      <a:gd name="f4" fmla="val h"/>
                      <a:gd name="f5" fmla="val 0"/>
                      <a:gd name="f6" fmla="val 1438275"/>
                      <a:gd name="f7" fmla="val 885825"/>
                      <a:gd name="f8" fmla="val 1070134"/>
                      <a:gd name="f9" fmla="val 7144"/>
                      <a:gd name="f10" fmla="val 801529"/>
                      <a:gd name="f11" fmla="val 275749"/>
                      <a:gd name="f12" fmla="val 662464"/>
                      <a:gd name="f13" fmla="val 137636"/>
                      <a:gd name="f14" fmla="val 784384"/>
                      <a:gd name="f15" fmla="val 108109"/>
                      <a:gd name="f16" fmla="val 885349"/>
                      <a:gd name="f17" fmla="val 338614"/>
                      <a:gd name="f18" fmla="val 928211"/>
                      <a:gd name="f19" fmla="val 605314"/>
                      <a:gd name="f20" fmla="val 1029176"/>
                      <a:gd name="f21" fmla="val 503396"/>
                      <a:gd name="f22" fmla="val 902494"/>
                      <a:gd name="f23" fmla="val 376714"/>
                      <a:gd name="f24" fmla="val 209074"/>
                      <a:gd name="f25" fmla="val 1337786"/>
                      <a:gd name="f26" fmla="val 480536"/>
                      <a:gd name="f27" fmla="val 1438751"/>
                      <a:gd name="f28" fmla="val 378619"/>
                      <a:gd name="f29" fmla="+- 0 0 -90"/>
                      <a:gd name="f30" fmla="*/ f3 1 1438275"/>
                      <a:gd name="f31" fmla="*/ f4 1 885825"/>
                      <a:gd name="f32" fmla="val f5"/>
                      <a:gd name="f33" fmla="val f6"/>
                      <a:gd name="f34" fmla="val f7"/>
                      <a:gd name="f35" fmla="*/ f29 f0 1"/>
                      <a:gd name="f36" fmla="+- f34 0 f32"/>
                      <a:gd name="f37" fmla="+- f33 0 f32"/>
                      <a:gd name="f38" fmla="*/ f35 1 f2"/>
                      <a:gd name="f39" fmla="*/ f37 1 1438275"/>
                      <a:gd name="f40" fmla="*/ f36 1 885825"/>
                      <a:gd name="f41" fmla="*/ 1070134 f37 1"/>
                      <a:gd name="f42" fmla="*/ 7144 f36 1"/>
                      <a:gd name="f43" fmla="*/ 801529 f37 1"/>
                      <a:gd name="f44" fmla="*/ 275749 f36 1"/>
                      <a:gd name="f45" fmla="*/ 662464 f37 1"/>
                      <a:gd name="f46" fmla="*/ 137636 f36 1"/>
                      <a:gd name="f47" fmla="*/ 7144 f37 1"/>
                      <a:gd name="f48" fmla="*/ 784384 f36 1"/>
                      <a:gd name="f49" fmla="*/ 108109 f37 1"/>
                      <a:gd name="f50" fmla="*/ 885349 f36 1"/>
                      <a:gd name="f51" fmla="*/ 338614 f36 1"/>
                      <a:gd name="f52" fmla="*/ 928211 f37 1"/>
                      <a:gd name="f53" fmla="*/ 605314 f36 1"/>
                      <a:gd name="f54" fmla="*/ 1029176 f37 1"/>
                      <a:gd name="f55" fmla="*/ 503396 f36 1"/>
                      <a:gd name="f56" fmla="*/ 902494 f37 1"/>
                      <a:gd name="f57" fmla="*/ 376714 f36 1"/>
                      <a:gd name="f58" fmla="*/ 209074 f36 1"/>
                      <a:gd name="f59" fmla="*/ 1337786 f37 1"/>
                      <a:gd name="f60" fmla="*/ 480536 f36 1"/>
                      <a:gd name="f61" fmla="*/ 1438751 f37 1"/>
                      <a:gd name="f62" fmla="*/ 378619 f36 1"/>
                      <a:gd name="f63" fmla="+- f38 0 f1"/>
                      <a:gd name="f64" fmla="*/ f41 1 1438275"/>
                      <a:gd name="f65" fmla="*/ f42 1 885825"/>
                      <a:gd name="f66" fmla="*/ f43 1 1438275"/>
                      <a:gd name="f67" fmla="*/ f44 1 885825"/>
                      <a:gd name="f68" fmla="*/ f45 1 1438275"/>
                      <a:gd name="f69" fmla="*/ f46 1 885825"/>
                      <a:gd name="f70" fmla="*/ f47 1 1438275"/>
                      <a:gd name="f71" fmla="*/ f48 1 885825"/>
                      <a:gd name="f72" fmla="*/ f49 1 1438275"/>
                      <a:gd name="f73" fmla="*/ f50 1 885825"/>
                      <a:gd name="f74" fmla="*/ f51 1 885825"/>
                      <a:gd name="f75" fmla="*/ f52 1 1438275"/>
                      <a:gd name="f76" fmla="*/ f53 1 885825"/>
                      <a:gd name="f77" fmla="*/ f54 1 1438275"/>
                      <a:gd name="f78" fmla="*/ f55 1 885825"/>
                      <a:gd name="f79" fmla="*/ f56 1 1438275"/>
                      <a:gd name="f80" fmla="*/ f57 1 885825"/>
                      <a:gd name="f81" fmla="*/ f58 1 885825"/>
                      <a:gd name="f82" fmla="*/ f59 1 1438275"/>
                      <a:gd name="f83" fmla="*/ f60 1 885825"/>
                      <a:gd name="f84" fmla="*/ f61 1 1438275"/>
                      <a:gd name="f85" fmla="*/ f62 1 885825"/>
                      <a:gd name="f86" fmla="*/ f32 1 f39"/>
                      <a:gd name="f87" fmla="*/ f33 1 f39"/>
                      <a:gd name="f88" fmla="*/ f32 1 f40"/>
                      <a:gd name="f89" fmla="*/ f34 1 f40"/>
                      <a:gd name="f90" fmla="*/ f64 1 f39"/>
                      <a:gd name="f91" fmla="*/ f65 1 f40"/>
                      <a:gd name="f92" fmla="*/ f66 1 f39"/>
                      <a:gd name="f93" fmla="*/ f67 1 f40"/>
                      <a:gd name="f94" fmla="*/ f68 1 f39"/>
                      <a:gd name="f95" fmla="*/ f69 1 f40"/>
                      <a:gd name="f96" fmla="*/ f70 1 f39"/>
                      <a:gd name="f97" fmla="*/ f71 1 f40"/>
                      <a:gd name="f98" fmla="*/ f72 1 f39"/>
                      <a:gd name="f99" fmla="*/ f73 1 f40"/>
                      <a:gd name="f100" fmla="*/ f74 1 f40"/>
                      <a:gd name="f101" fmla="*/ f75 1 f39"/>
                      <a:gd name="f102" fmla="*/ f76 1 f40"/>
                      <a:gd name="f103" fmla="*/ f77 1 f39"/>
                      <a:gd name="f104" fmla="*/ f78 1 f40"/>
                      <a:gd name="f105" fmla="*/ f79 1 f39"/>
                      <a:gd name="f106" fmla="*/ f80 1 f40"/>
                      <a:gd name="f107" fmla="*/ f81 1 f40"/>
                      <a:gd name="f108" fmla="*/ f82 1 f39"/>
                      <a:gd name="f109" fmla="*/ f83 1 f40"/>
                      <a:gd name="f110" fmla="*/ f84 1 f39"/>
                      <a:gd name="f111" fmla="*/ f85 1 f40"/>
                      <a:gd name="f112" fmla="*/ f86 f30 1"/>
                      <a:gd name="f113" fmla="*/ f87 f30 1"/>
                      <a:gd name="f114" fmla="*/ f89 f31 1"/>
                      <a:gd name="f115" fmla="*/ f88 f31 1"/>
                      <a:gd name="f116" fmla="*/ f90 f30 1"/>
                      <a:gd name="f117" fmla="*/ f91 f31 1"/>
                      <a:gd name="f118" fmla="*/ f92 f30 1"/>
                      <a:gd name="f119" fmla="*/ f93 f31 1"/>
                      <a:gd name="f120" fmla="*/ f94 f30 1"/>
                      <a:gd name="f121" fmla="*/ f95 f31 1"/>
                      <a:gd name="f122" fmla="*/ f96 f30 1"/>
                      <a:gd name="f123" fmla="*/ f97 f31 1"/>
                      <a:gd name="f124" fmla="*/ f98 f30 1"/>
                      <a:gd name="f125" fmla="*/ f99 f31 1"/>
                      <a:gd name="f126" fmla="*/ f100 f31 1"/>
                      <a:gd name="f127" fmla="*/ f101 f30 1"/>
                      <a:gd name="f128" fmla="*/ f102 f31 1"/>
                      <a:gd name="f129" fmla="*/ f103 f30 1"/>
                      <a:gd name="f130" fmla="*/ f104 f31 1"/>
                      <a:gd name="f131" fmla="*/ f105 f30 1"/>
                      <a:gd name="f132" fmla="*/ f106 f31 1"/>
                      <a:gd name="f133" fmla="*/ f107 f31 1"/>
                      <a:gd name="f134" fmla="*/ f108 f30 1"/>
                      <a:gd name="f135" fmla="*/ f109 f31 1"/>
                      <a:gd name="f136" fmla="*/ f110 f30 1"/>
                      <a:gd name="f137" fmla="*/ f111 f31 1"/>
                    </a:gdLst>
                    <a:ahLst/>
                    <a:cxnLst>
                      <a:cxn ang="3cd4">
                        <a:pos x="hc" y="t"/>
                      </a:cxn>
                      <a:cxn ang="0">
                        <a:pos x="r" y="vc"/>
                      </a:cxn>
                      <a:cxn ang="cd4">
                        <a:pos x="hc" y="b"/>
                      </a:cxn>
                      <a:cxn ang="cd2">
                        <a:pos x="l" y="vc"/>
                      </a:cxn>
                      <a:cxn ang="f63">
                        <a:pos x="f116" y="f117"/>
                      </a:cxn>
                      <a:cxn ang="f63">
                        <a:pos x="f118" y="f119"/>
                      </a:cxn>
                      <a:cxn ang="f63">
                        <a:pos x="f120" y="f121"/>
                      </a:cxn>
                      <a:cxn ang="f63">
                        <a:pos x="f122" y="f123"/>
                      </a:cxn>
                      <a:cxn ang="f63">
                        <a:pos x="f124" y="f125"/>
                      </a:cxn>
                      <a:cxn ang="f63">
                        <a:pos x="f120" y="f126"/>
                      </a:cxn>
                      <a:cxn ang="f63">
                        <a:pos x="f127" y="f128"/>
                      </a:cxn>
                      <a:cxn ang="f63">
                        <a:pos x="f129" y="f130"/>
                      </a:cxn>
                      <a:cxn ang="f63">
                        <a:pos x="f131" y="f132"/>
                      </a:cxn>
                      <a:cxn ang="f63">
                        <a:pos x="f116" y="f133"/>
                      </a:cxn>
                      <a:cxn ang="f63">
                        <a:pos x="f134" y="f135"/>
                      </a:cxn>
                      <a:cxn ang="f63">
                        <a:pos x="f136" y="f137"/>
                      </a:cxn>
                    </a:cxnLst>
                    <a:rect l="f112" t="f115" r="f113" b="f114"/>
                    <a:pathLst>
                      <a:path w="1438275" h="885825">
                        <a:moveTo>
                          <a:pt x="f8" y="f9"/>
                        </a:moveTo>
                        <a:lnTo>
                          <a:pt x="f10" y="f11"/>
                        </a:lnTo>
                        <a:lnTo>
                          <a:pt x="f12" y="f13"/>
                        </a:lnTo>
                        <a:lnTo>
                          <a:pt x="f9" y="f14"/>
                        </a:lnTo>
                        <a:lnTo>
                          <a:pt x="f15" y="f16"/>
                        </a:lnTo>
                        <a:lnTo>
                          <a:pt x="f12" y="f17"/>
                        </a:lnTo>
                        <a:lnTo>
                          <a:pt x="f18" y="f19"/>
                        </a:lnTo>
                        <a:lnTo>
                          <a:pt x="f20" y="f21"/>
                        </a:lnTo>
                        <a:lnTo>
                          <a:pt x="f22" y="f23"/>
                        </a:lnTo>
                        <a:lnTo>
                          <a:pt x="f8" y="f24"/>
                        </a:lnTo>
                        <a:lnTo>
                          <a:pt x="f25" y="f26"/>
                        </a:lnTo>
                        <a:lnTo>
                          <a:pt x="f27" y="f28"/>
                        </a:lnTo>
                        <a:close/>
                      </a:path>
                    </a:pathLst>
                  </a:custGeom>
                  <a:gradFill>
                    <a:gsLst>
                      <a:gs pos="0">
                        <a:srgbClr val="9D9FA1"/>
                      </a:gs>
                      <a:gs pos="100000">
                        <a:srgbClr val="211F26"/>
                      </a:gs>
                    </a:gsLst>
                    <a:lin ang="2700000"/>
                  </a:gradFill>
                  <a:ln>
                    <a:noFill/>
                    <a:prstDash val="solid"/>
                  </a:ln>
                </p:spPr>
                <p:txBody>
                  <a:bodyPr vert="horz" wrap="square" lIns="91440" tIns="45720" rIns="91440" bIns="45720" anchor="ctr"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7200" b="0" i="0" u="none" strike="noStrike" kern="1200" cap="none" spc="0" baseline="0">
                      <a:solidFill>
                        <a:srgbClr val="211F26"/>
                      </a:solidFill>
                      <a:uFillTx/>
                      <a:latin typeface="Arial"/>
                    </a:endParaRPr>
                  </a:p>
                </p:txBody>
              </p:sp>
            </p:grpSp>
          </p:grpSp>
          <p:sp>
            <p:nvSpPr>
              <p:cNvPr id="144" name="Tekstvak 99">
                <a:extLst>
                  <a:ext uri="{FF2B5EF4-FFF2-40B4-BE49-F238E27FC236}">
                    <a16:creationId xmlns:a16="http://schemas.microsoft.com/office/drawing/2014/main" id="{D3D52199-BACE-D3DF-5CE9-6AB09F0F1210}"/>
                  </a:ext>
                </a:extLst>
              </p:cNvPr>
              <p:cNvSpPr txBox="1"/>
              <p:nvPr/>
            </p:nvSpPr>
            <p:spPr>
              <a:xfrm>
                <a:off x="-3365485" y="1489959"/>
                <a:ext cx="446940" cy="143505"/>
              </a:xfrm>
              <a:prstGeom prst="rect">
                <a:avLst/>
              </a:prstGeom>
              <a:noFill/>
              <a:ln>
                <a:noFill/>
              </a:ln>
            </p:spPr>
            <p:txBody>
              <a:bodyPr vert="horz" wrap="square" lIns="0" tIns="18004" rIns="0" bIns="0" anchor="t"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000" b="0" i="0" u="none" strike="noStrike" kern="0" cap="none" spc="0" baseline="0">
                    <a:solidFill>
                      <a:srgbClr val="211F26"/>
                    </a:solidFill>
                    <a:uFillTx/>
                    <a:latin typeface="Calibri" pitchFamily="34"/>
                    <a:cs typeface="Calibri" pitchFamily="34"/>
                  </a:rPr>
                  <a:t>Images</a:t>
                </a:r>
              </a:p>
            </p:txBody>
          </p:sp>
        </p:grpSp>
      </p:grpSp>
    </p:spTree>
    <p:extLst>
      <p:ext uri="{BB962C8B-B14F-4D97-AF65-F5344CB8AC3E}">
        <p14:creationId xmlns:p14="http://schemas.microsoft.com/office/powerpoint/2010/main" val="2415257767"/>
      </p:ext>
    </p:extLst>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Image (L) + text | dark mode">
    <p:bg>
      <p:bgPr>
        <a:solidFill>
          <a:srgbClr val="0C2340"/>
        </a:solidFill>
        <a:effectLst/>
      </p:bgPr>
    </p:bg>
    <p:spTree>
      <p:nvGrpSpPr>
        <p:cNvPr id="1" name=""/>
        <p:cNvGrpSpPr/>
        <p:nvPr/>
      </p:nvGrpSpPr>
      <p:grpSpPr>
        <a:xfrm>
          <a:off x="0" y="0"/>
          <a:ext cx="0" cy="0"/>
          <a:chOff x="0" y="0"/>
          <a:chExt cx="0" cy="0"/>
        </a:xfrm>
      </p:grpSpPr>
      <p:sp>
        <p:nvSpPr>
          <p:cNvPr id="2" name="Tijdelijke aanduiding voor tekst 18">
            <a:extLst>
              <a:ext uri="{FF2B5EF4-FFF2-40B4-BE49-F238E27FC236}">
                <a16:creationId xmlns:a16="http://schemas.microsoft.com/office/drawing/2014/main" id="{F342A5C0-4DA4-6E70-2B76-3280086FC77F}"/>
              </a:ext>
            </a:extLst>
          </p:cNvPr>
          <p:cNvSpPr txBox="1">
            <a:spLocks noGrp="1" noMove="1" noResize="1"/>
          </p:cNvSpPr>
          <p:nvPr>
            <p:ph type="body" idx="4294967295"/>
          </p:nvPr>
        </p:nvSpPr>
        <p:spPr>
          <a:xfrm>
            <a:off x="720364" y="6216740"/>
            <a:ext cx="961198" cy="381597"/>
          </a:xfrm>
          <a:blipFill>
            <a:blip r:embed="rId2">
              <a:extLst>
                <a:ext uri="{96DAC541-7B7A-43D3-8B79-37D633B846F1}">
                  <asvg:svgBlip xmlns:asvg="http://schemas.microsoft.com/office/drawing/2016/SVG/main" r:embed="rId3"/>
                </a:ext>
              </a:extLst>
            </a:blip>
            <a:stretch>
              <a:fillRect/>
            </a:stretch>
          </a:blipFill>
        </p:spPr>
        <p:txBody>
          <a:bodyPr/>
          <a:lstStyle>
            <a:lvl1pPr marL="0" indent="0">
              <a:buNone/>
              <a:defRPr sz="100"/>
            </a:lvl1pPr>
          </a:lstStyle>
          <a:p>
            <a:pPr lvl="0"/>
            <a:r>
              <a:rPr lang="en-GB"/>
              <a:t> </a:t>
            </a:r>
          </a:p>
        </p:txBody>
      </p:sp>
      <p:grpSp>
        <p:nvGrpSpPr>
          <p:cNvPr id="3" name="INSTRUCTION">
            <a:extLst>
              <a:ext uri="{FF2B5EF4-FFF2-40B4-BE49-F238E27FC236}">
                <a16:creationId xmlns:a16="http://schemas.microsoft.com/office/drawing/2014/main" id="{34EB7CE9-254A-3728-DD38-58A375AEDF31}"/>
              </a:ext>
            </a:extLst>
          </p:cNvPr>
          <p:cNvGrpSpPr/>
          <p:nvPr/>
        </p:nvGrpSpPr>
        <p:grpSpPr>
          <a:xfrm>
            <a:off x="-3786164" y="0"/>
            <a:ext cx="3693380" cy="6640345"/>
            <a:chOff x="-3786164" y="0"/>
            <a:chExt cx="3693380" cy="6640345"/>
          </a:xfrm>
        </p:grpSpPr>
        <p:sp>
          <p:nvSpPr>
            <p:cNvPr id="4" name="Rechthoek 6">
              <a:extLst>
                <a:ext uri="{FF2B5EF4-FFF2-40B4-BE49-F238E27FC236}">
                  <a16:creationId xmlns:a16="http://schemas.microsoft.com/office/drawing/2014/main" id="{1049D785-2CE8-D27C-C13B-6001DEA7C972}"/>
                </a:ext>
              </a:extLst>
            </p:cNvPr>
            <p:cNvSpPr/>
            <p:nvPr/>
          </p:nvSpPr>
          <p:spPr>
            <a:xfrm>
              <a:off x="-3786164" y="0"/>
              <a:ext cx="3593089" cy="5991724"/>
            </a:xfrm>
            <a:prstGeom prst="rect">
              <a:avLst/>
            </a:prstGeom>
            <a:solidFill>
              <a:srgbClr val="FFFFFF"/>
            </a:solidFill>
            <a:ln w="6345" cap="flat">
              <a:solidFill>
                <a:srgbClr val="ECECEC"/>
              </a:solidFill>
              <a:prstDash val="solid"/>
              <a:miter/>
            </a:ln>
          </p:spPr>
          <p:txBody>
            <a:bodyPr vert="horz" wrap="square" lIns="179999" tIns="143999" rIns="179999" bIns="143999"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400" b="1" i="0" u="none" strike="noStrike" kern="1200" cap="all" spc="0" baseline="0">
                  <a:solidFill>
                    <a:srgbClr val="00A6D6"/>
                  </a:solidFill>
                  <a:uFillTx/>
                  <a:latin typeface="Calibri" pitchFamily="34"/>
                  <a:cs typeface="Calibri" pitchFamily="34"/>
                </a:rPr>
                <a:t>Insert/edit an image</a:t>
              </a:r>
            </a:p>
          </p:txBody>
        </p:sp>
        <p:sp>
          <p:nvSpPr>
            <p:cNvPr id="5" name="Ovaal 9">
              <a:extLst>
                <a:ext uri="{FF2B5EF4-FFF2-40B4-BE49-F238E27FC236}">
                  <a16:creationId xmlns:a16="http://schemas.microsoft.com/office/drawing/2014/main" id="{82810D62-E613-9491-6D7B-722E6964C911}"/>
                </a:ext>
              </a:extLst>
            </p:cNvPr>
            <p:cNvSpPr/>
            <p:nvPr/>
          </p:nvSpPr>
          <p:spPr>
            <a:xfrm>
              <a:off x="-3603586" y="465319"/>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1</a:t>
              </a:r>
            </a:p>
          </p:txBody>
        </p:sp>
        <p:sp>
          <p:nvSpPr>
            <p:cNvPr id="6" name="Rechthoek 10">
              <a:extLst>
                <a:ext uri="{FF2B5EF4-FFF2-40B4-BE49-F238E27FC236}">
                  <a16:creationId xmlns:a16="http://schemas.microsoft.com/office/drawing/2014/main" id="{3DF2D678-11AF-7EBB-E0FB-02EFDE6C5481}"/>
                </a:ext>
              </a:extLst>
            </p:cNvPr>
            <p:cNvSpPr/>
            <p:nvPr/>
          </p:nvSpPr>
          <p:spPr>
            <a:xfrm>
              <a:off x="-3319418" y="465319"/>
              <a:ext cx="2962701" cy="668152"/>
            </a:xfrm>
            <a:prstGeom prst="rect">
              <a:avLst/>
            </a:prstGeom>
            <a:noFill/>
            <a:ln>
              <a:noFill/>
              <a:prstDash val="solid"/>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0" i="0" u="none" strike="noStrike" kern="0" cap="none" spc="0" baseline="0">
                  <a:solidFill>
                    <a:srgbClr val="000000"/>
                  </a:solidFill>
                  <a:uFillTx/>
                  <a:latin typeface="Calibri" pitchFamily="34"/>
                  <a:cs typeface="Calibri" pitchFamily="34"/>
                </a:rPr>
                <a:t>If necessary, delete the existing image</a:t>
              </a:r>
              <a:br>
                <a:rPr lang="en-GB" sz="1200" b="0" i="0" u="none" strike="noStrike" kern="0" cap="none" spc="0" baseline="0">
                  <a:solidFill>
                    <a:srgbClr val="000000"/>
                  </a:solidFill>
                  <a:uFillTx/>
                  <a:latin typeface="Calibri" pitchFamily="34"/>
                  <a:cs typeface="Calibri" pitchFamily="34"/>
                </a:rPr>
              </a:br>
              <a:r>
                <a:rPr lang="en-GB" sz="1200" b="0" i="0" u="none" strike="noStrike" kern="0" cap="none" spc="0" baseline="0">
                  <a:solidFill>
                    <a:srgbClr val="000000"/>
                  </a:solidFill>
                  <a:uFillTx/>
                  <a:latin typeface="Calibri" pitchFamily="34"/>
                  <a:cs typeface="Calibri" pitchFamily="34"/>
                </a:rPr>
                <a:t>by using the </a:t>
              </a:r>
              <a:r>
                <a:rPr lang="en-GB" sz="1200" b="1" i="0" u="none" strike="noStrike" kern="0" cap="none" spc="0" baseline="0">
                  <a:solidFill>
                    <a:srgbClr val="000000"/>
                  </a:solidFill>
                  <a:uFillTx/>
                  <a:latin typeface="Calibri" pitchFamily="34"/>
                  <a:cs typeface="Calibri" pitchFamily="34"/>
                </a:rPr>
                <a:t>‘Backspace key’</a:t>
              </a:r>
              <a:r>
                <a:rPr lang="en-GB" sz="1200" b="0" i="0" u="none" strike="noStrike" kern="0" cap="none" spc="0" baseline="0">
                  <a:solidFill>
                    <a:srgbClr val="000000"/>
                  </a:solidFill>
                  <a:uFillTx/>
                  <a:latin typeface="Calibri" pitchFamily="34"/>
                  <a:cs typeface="Calibri" pitchFamily="34"/>
                </a:rPr>
                <a:t>. Select the placeholder, go to the tab </a:t>
              </a:r>
              <a:r>
                <a:rPr lang="en-GB" sz="1200" b="1" i="0" u="none" strike="noStrike" kern="0" cap="none" spc="0" baseline="0">
                  <a:solidFill>
                    <a:srgbClr val="000000"/>
                  </a:solidFill>
                  <a:uFillTx/>
                  <a:latin typeface="Calibri" pitchFamily="34"/>
                  <a:cs typeface="Calibri" pitchFamily="34"/>
                </a:rPr>
                <a:t>‘Slidebuilder’</a:t>
              </a:r>
              <a:r>
                <a:rPr lang="en-GB" sz="1200" b="0" i="0" u="none" strike="noStrike" kern="0" cap="none" spc="0" baseline="0">
                  <a:solidFill>
                    <a:srgbClr val="000000"/>
                  </a:solidFill>
                  <a:uFillTx/>
                  <a:latin typeface="Calibri" pitchFamily="34"/>
                  <a:cs typeface="Calibri" pitchFamily="34"/>
                </a:rPr>
                <a:t> and click on the button </a:t>
              </a:r>
              <a:r>
                <a:rPr lang="en-GB" sz="1200" b="1" i="0" u="none" strike="noStrike" kern="0" cap="none" spc="0" baseline="0">
                  <a:solidFill>
                    <a:srgbClr val="000000"/>
                  </a:solidFill>
                  <a:uFillTx/>
                  <a:latin typeface="Calibri" pitchFamily="34"/>
                  <a:cs typeface="Calibri" pitchFamily="34"/>
                </a:rPr>
                <a:t>‘Images’</a:t>
              </a:r>
              <a:r>
                <a:rPr lang="en-GB" sz="1200" b="0" i="0" u="none" strike="noStrike" kern="0" cap="none" spc="0" baseline="0">
                  <a:solidFill>
                    <a:srgbClr val="000000"/>
                  </a:solidFill>
                  <a:uFillTx/>
                  <a:latin typeface="Calibri" pitchFamily="34"/>
                  <a:cs typeface="Calibri" pitchFamily="34"/>
                </a:rPr>
                <a:t>.</a:t>
              </a:r>
            </a:p>
          </p:txBody>
        </p:sp>
        <p:sp>
          <p:nvSpPr>
            <p:cNvPr id="7" name="Ovaal 11">
              <a:extLst>
                <a:ext uri="{FF2B5EF4-FFF2-40B4-BE49-F238E27FC236}">
                  <a16:creationId xmlns:a16="http://schemas.microsoft.com/office/drawing/2014/main" id="{EFE8436B-1163-545A-2D1D-CF43B73089EB}"/>
                </a:ext>
              </a:extLst>
            </p:cNvPr>
            <p:cNvSpPr/>
            <p:nvPr/>
          </p:nvSpPr>
          <p:spPr>
            <a:xfrm>
              <a:off x="-3603586" y="2633938"/>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3</a:t>
              </a:r>
            </a:p>
          </p:txBody>
        </p:sp>
        <p:sp>
          <p:nvSpPr>
            <p:cNvPr id="8" name="Rechthoek 12">
              <a:extLst>
                <a:ext uri="{FF2B5EF4-FFF2-40B4-BE49-F238E27FC236}">
                  <a16:creationId xmlns:a16="http://schemas.microsoft.com/office/drawing/2014/main" id="{AB80F14C-8CE1-5FA4-7E58-4B251B2E1D7C}"/>
                </a:ext>
              </a:extLst>
            </p:cNvPr>
            <p:cNvSpPr/>
            <p:nvPr/>
          </p:nvSpPr>
          <p:spPr>
            <a:xfrm>
              <a:off x="-3319418" y="2633938"/>
              <a:ext cx="3126342" cy="462796"/>
            </a:xfrm>
            <a:prstGeom prst="rect">
              <a:avLst/>
            </a:prstGeom>
            <a:noFill/>
            <a:ln>
              <a:noFill/>
              <a:prstDash val="solid"/>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0" i="0" u="none" strike="noStrike" kern="0" cap="none" spc="0" baseline="0">
                  <a:solidFill>
                    <a:srgbClr val="000000"/>
                  </a:solidFill>
                  <a:uFillTx/>
                  <a:latin typeface="Calibri" pitchFamily="34"/>
                  <a:cs typeface="Calibri" pitchFamily="34"/>
                </a:rPr>
                <a:t>Click with the right mouse button on the thumbnail display of the slide on the left side </a:t>
              </a:r>
              <a:br>
                <a:rPr lang="en-GB" sz="1200" b="0" i="0" u="none" strike="noStrike" kern="0" cap="none" spc="0" baseline="0">
                  <a:solidFill>
                    <a:srgbClr val="000000"/>
                  </a:solidFill>
                  <a:uFillTx/>
                  <a:latin typeface="Calibri" pitchFamily="34"/>
                  <a:cs typeface="Calibri" pitchFamily="34"/>
                </a:rPr>
              </a:br>
              <a:r>
                <a:rPr lang="en-GB" sz="1200" b="0" i="0" u="none" strike="noStrike" kern="0" cap="none" spc="0" baseline="0">
                  <a:solidFill>
                    <a:srgbClr val="000000"/>
                  </a:solidFill>
                  <a:uFillTx/>
                  <a:latin typeface="Calibri" pitchFamily="34"/>
                  <a:cs typeface="Calibri" pitchFamily="34"/>
                </a:rPr>
                <a:t>of the screen and choose </a:t>
              </a:r>
              <a:r>
                <a:rPr lang="en-GB" sz="1200" b="1" i="0" u="none" strike="noStrike" kern="0" cap="none" spc="0" baseline="0">
                  <a:solidFill>
                    <a:srgbClr val="000000"/>
                  </a:solidFill>
                  <a:uFillTx/>
                  <a:latin typeface="Calibri" pitchFamily="34"/>
                  <a:cs typeface="Calibri" pitchFamily="34"/>
                </a:rPr>
                <a:t>‘Reset slide’</a:t>
              </a:r>
              <a:r>
                <a:rPr lang="en-GB" sz="1200" b="0" i="0" u="none" strike="noStrike" kern="0" cap="none" spc="0" baseline="0">
                  <a:solidFill>
                    <a:srgbClr val="000000"/>
                  </a:solidFill>
                  <a:uFillTx/>
                  <a:latin typeface="Calibri" pitchFamily="34"/>
                  <a:cs typeface="Calibri" pitchFamily="34"/>
                </a:rPr>
                <a:t>.</a:t>
              </a:r>
            </a:p>
          </p:txBody>
        </p:sp>
        <p:sp>
          <p:nvSpPr>
            <p:cNvPr id="9" name="Ovaal 13">
              <a:extLst>
                <a:ext uri="{FF2B5EF4-FFF2-40B4-BE49-F238E27FC236}">
                  <a16:creationId xmlns:a16="http://schemas.microsoft.com/office/drawing/2014/main" id="{C1D74ACF-17F8-51C2-906A-59245466EDF3}"/>
                </a:ext>
              </a:extLst>
            </p:cNvPr>
            <p:cNvSpPr/>
            <p:nvPr/>
          </p:nvSpPr>
          <p:spPr>
            <a:xfrm>
              <a:off x="-3603586" y="4226365"/>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4</a:t>
              </a:r>
            </a:p>
          </p:txBody>
        </p:sp>
        <p:sp>
          <p:nvSpPr>
            <p:cNvPr id="10" name="Rechthoek 14">
              <a:extLst>
                <a:ext uri="{FF2B5EF4-FFF2-40B4-BE49-F238E27FC236}">
                  <a16:creationId xmlns:a16="http://schemas.microsoft.com/office/drawing/2014/main" id="{2107B44A-760F-40BA-A0D5-3DDF426F0D58}"/>
                </a:ext>
              </a:extLst>
            </p:cNvPr>
            <p:cNvSpPr/>
            <p:nvPr/>
          </p:nvSpPr>
          <p:spPr>
            <a:xfrm>
              <a:off x="-3319418" y="4226365"/>
              <a:ext cx="2944678" cy="820957"/>
            </a:xfrm>
            <a:prstGeom prst="rect">
              <a:avLst/>
            </a:prstGeom>
            <a:noFill/>
            <a:ln>
              <a:noFill/>
              <a:prstDash val="solid"/>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0" i="0" u="none" strike="noStrike" kern="0" cap="none" spc="0" baseline="0">
                  <a:solidFill>
                    <a:srgbClr val="000000"/>
                  </a:solidFill>
                  <a:uFillTx/>
                  <a:latin typeface="Calibri" pitchFamily="34"/>
                  <a:cs typeface="Calibri" pitchFamily="34"/>
                </a:rPr>
                <a:t>To scale or drag the image, go to the tab </a:t>
              </a:r>
              <a:r>
                <a:rPr lang="en-GB" sz="1200" b="1" i="0" u="none" strike="noStrike" kern="0" cap="none" spc="0" baseline="0">
                  <a:solidFill>
                    <a:srgbClr val="000000"/>
                  </a:solidFill>
                  <a:uFillTx/>
                  <a:latin typeface="Calibri" pitchFamily="34"/>
                  <a:cs typeface="Calibri" pitchFamily="34"/>
                </a:rPr>
                <a:t>‘Picture Tools - Format’</a:t>
              </a:r>
              <a:r>
                <a:rPr lang="en-GB" sz="1200" b="0" i="0" u="none" strike="noStrike" kern="0" cap="none" spc="0" baseline="0">
                  <a:solidFill>
                    <a:srgbClr val="000000"/>
                  </a:solidFill>
                  <a:uFillTx/>
                  <a:latin typeface="Calibri" pitchFamily="34"/>
                  <a:cs typeface="Calibri" pitchFamily="34"/>
                </a:rPr>
                <a:t> and click on</a:t>
              </a:r>
              <a:br>
                <a:rPr lang="en-GB" sz="1200" b="0" i="0" u="none" strike="noStrike" kern="0" cap="none" spc="0" baseline="0">
                  <a:solidFill>
                    <a:srgbClr val="000000"/>
                  </a:solidFill>
                  <a:uFillTx/>
                  <a:latin typeface="Calibri" pitchFamily="34"/>
                  <a:cs typeface="Calibri" pitchFamily="34"/>
                </a:rPr>
              </a:br>
              <a:r>
                <a:rPr lang="en-GB" sz="1200" b="0" i="0" u="none" strike="noStrike" kern="0" cap="none" spc="0" baseline="0">
                  <a:solidFill>
                    <a:srgbClr val="000000"/>
                  </a:solidFill>
                  <a:uFillTx/>
                  <a:latin typeface="Calibri" pitchFamily="34"/>
                  <a:cs typeface="Calibri" pitchFamily="34"/>
                </a:rPr>
                <a:t>the button </a:t>
              </a:r>
              <a:r>
                <a:rPr lang="en-GB" sz="1200" b="1" i="0" u="none" strike="noStrike" kern="0" cap="none" spc="0" baseline="0">
                  <a:solidFill>
                    <a:srgbClr val="000000"/>
                  </a:solidFill>
                  <a:uFillTx/>
                  <a:latin typeface="Calibri" pitchFamily="34"/>
                  <a:cs typeface="Calibri" pitchFamily="34"/>
                </a:rPr>
                <a:t>‘Crop’</a:t>
              </a:r>
              <a:r>
                <a:rPr lang="en-GB" sz="1200" b="0" i="0" u="none" strike="noStrike" kern="0" cap="none" spc="0" baseline="0">
                  <a:solidFill>
                    <a:srgbClr val="000000"/>
                  </a:solidFill>
                  <a:uFillTx/>
                  <a:latin typeface="Calibri" pitchFamily="34"/>
                  <a:cs typeface="Calibri" pitchFamily="34"/>
                </a:rPr>
                <a:t>. Scale the image itself with</a:t>
              </a:r>
              <a:br>
                <a:rPr lang="en-GB" sz="1200" b="0" i="0" u="none" strike="noStrike" kern="0" cap="none" spc="0" baseline="0">
                  <a:solidFill>
                    <a:srgbClr val="000000"/>
                  </a:solidFill>
                  <a:uFillTx/>
                  <a:latin typeface="Calibri" pitchFamily="34"/>
                  <a:cs typeface="Calibri" pitchFamily="34"/>
                </a:rPr>
              </a:br>
              <a:r>
                <a:rPr lang="en-GB" sz="1200" b="0" i="0" u="none" strike="noStrike" kern="0" cap="none" spc="0" baseline="0">
                  <a:solidFill>
                    <a:srgbClr val="000000"/>
                  </a:solidFill>
                  <a:uFillTx/>
                  <a:latin typeface="Calibri" pitchFamily="34"/>
                  <a:cs typeface="Calibri" pitchFamily="34"/>
                </a:rPr>
                <a:t>the spheres and scale the image frame with the brackets.</a:t>
              </a:r>
            </a:p>
          </p:txBody>
        </p:sp>
        <p:sp>
          <p:nvSpPr>
            <p:cNvPr id="11" name="Rechthoek 15">
              <a:extLst>
                <a:ext uri="{FF2B5EF4-FFF2-40B4-BE49-F238E27FC236}">
                  <a16:creationId xmlns:a16="http://schemas.microsoft.com/office/drawing/2014/main" id="{311B6975-5EED-E0A7-81BC-D985A4FD3481}"/>
                </a:ext>
              </a:extLst>
            </p:cNvPr>
            <p:cNvSpPr/>
            <p:nvPr/>
          </p:nvSpPr>
          <p:spPr>
            <a:xfrm>
              <a:off x="-3316839" y="3200262"/>
              <a:ext cx="1239213" cy="719916"/>
            </a:xfrm>
            <a:prstGeom prst="rect">
              <a:avLst/>
            </a:prstGeom>
            <a:blipFill>
              <a:blip r:embed="rId4">
                <a:alphaModFix/>
              </a:blip>
              <a:tile/>
            </a:blipFill>
            <a:ln w="12701" cap="flat">
              <a:solidFill>
                <a:srgbClr val="D3D3D3"/>
              </a:solidFill>
              <a:prstDash val="solid"/>
              <a:miter/>
            </a:ln>
          </p:spPr>
          <p:txBody>
            <a:bodyPr vert="horz" wrap="square" lIns="71999"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0" i="1" u="none" strike="noStrike" kern="1200" cap="none" spc="0" baseline="0">
                <a:solidFill>
                  <a:srgbClr val="211F26"/>
                </a:solidFill>
                <a:uFillTx/>
                <a:latin typeface="Calibri" pitchFamily="34"/>
                <a:cs typeface="Calibri" pitchFamily="34"/>
              </a:endParaRPr>
            </a:p>
          </p:txBody>
        </p:sp>
        <p:grpSp>
          <p:nvGrpSpPr>
            <p:cNvPr id="12" name="Groep 16">
              <a:extLst>
                <a:ext uri="{FF2B5EF4-FFF2-40B4-BE49-F238E27FC236}">
                  <a16:creationId xmlns:a16="http://schemas.microsoft.com/office/drawing/2014/main" id="{9AE2CA04-B09D-0D96-148B-D60F06D46960}"/>
                </a:ext>
              </a:extLst>
            </p:cNvPr>
            <p:cNvGrpSpPr/>
            <p:nvPr/>
          </p:nvGrpSpPr>
          <p:grpSpPr>
            <a:xfrm>
              <a:off x="-2485814" y="3479785"/>
              <a:ext cx="1222991" cy="563928"/>
              <a:chOff x="-2485814" y="3479785"/>
              <a:chExt cx="1222991" cy="563928"/>
            </a:xfrm>
          </p:grpSpPr>
          <p:sp>
            <p:nvSpPr>
              <p:cNvPr id="13" name="Rechthoek 57">
                <a:extLst>
                  <a:ext uri="{FF2B5EF4-FFF2-40B4-BE49-F238E27FC236}">
                    <a16:creationId xmlns:a16="http://schemas.microsoft.com/office/drawing/2014/main" id="{2FE2C128-1E4B-CA59-66F8-6B12A4804DED}"/>
                  </a:ext>
                </a:extLst>
              </p:cNvPr>
              <p:cNvSpPr/>
              <p:nvPr/>
            </p:nvSpPr>
            <p:spPr>
              <a:xfrm>
                <a:off x="-2485814" y="3479785"/>
                <a:ext cx="1176476" cy="504849"/>
              </a:xfrm>
              <a:prstGeom prst="rect">
                <a:avLst/>
              </a:prstGeom>
              <a:solidFill>
                <a:srgbClr val="FFFFFF"/>
              </a:solidFill>
              <a:ln w="12701" cap="flat">
                <a:solidFill>
                  <a:srgbClr val="D1D1D1"/>
                </a:solidFill>
                <a:prstDash val="solid"/>
                <a:miter/>
              </a:ln>
            </p:spPr>
            <p:txBody>
              <a:bodyPr vert="horz" wrap="square" lIns="107999"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800" b="0" i="0" u="none" strike="noStrike" kern="1200" cap="none" spc="0" baseline="0">
                  <a:solidFill>
                    <a:srgbClr val="211F26"/>
                  </a:solidFill>
                  <a:uFillTx/>
                  <a:latin typeface="Calibri" pitchFamily="34"/>
                  <a:cs typeface="Calibri" pitchFamily="34"/>
                </a:endParaRPr>
              </a:p>
            </p:txBody>
          </p:sp>
          <p:sp>
            <p:nvSpPr>
              <p:cNvPr id="14" name="Rechthoek 58">
                <a:extLst>
                  <a:ext uri="{FF2B5EF4-FFF2-40B4-BE49-F238E27FC236}">
                    <a16:creationId xmlns:a16="http://schemas.microsoft.com/office/drawing/2014/main" id="{7A248740-DEBD-5650-CC22-B16411AA6EF8}"/>
                  </a:ext>
                </a:extLst>
              </p:cNvPr>
              <p:cNvSpPr/>
              <p:nvPr/>
            </p:nvSpPr>
            <p:spPr>
              <a:xfrm>
                <a:off x="-2479587" y="3733412"/>
                <a:ext cx="1164003" cy="246705"/>
              </a:xfrm>
              <a:prstGeom prst="rect">
                <a:avLst/>
              </a:prstGeom>
              <a:solidFill>
                <a:srgbClr val="FCE4DC"/>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nvGrpSpPr>
              <p:cNvPr id="15" name="Groep 59">
                <a:extLst>
                  <a:ext uri="{FF2B5EF4-FFF2-40B4-BE49-F238E27FC236}">
                    <a16:creationId xmlns:a16="http://schemas.microsoft.com/office/drawing/2014/main" id="{CC460166-1E2F-A1CD-3EDA-4464BD8D3F2F}"/>
                  </a:ext>
                </a:extLst>
              </p:cNvPr>
              <p:cNvGrpSpPr/>
              <p:nvPr/>
            </p:nvGrpSpPr>
            <p:grpSpPr>
              <a:xfrm>
                <a:off x="-2403866" y="3541123"/>
                <a:ext cx="155950" cy="131920"/>
                <a:chOff x="-2403866" y="3541123"/>
                <a:chExt cx="155950" cy="131920"/>
              </a:xfrm>
            </p:grpSpPr>
            <p:sp>
              <p:nvSpPr>
                <p:cNvPr id="16" name="Rechthoek: afgeronde hoeken 72">
                  <a:extLst>
                    <a:ext uri="{FF2B5EF4-FFF2-40B4-BE49-F238E27FC236}">
                      <a16:creationId xmlns:a16="http://schemas.microsoft.com/office/drawing/2014/main" id="{FD3CC61E-B1AD-6F91-9D67-E4EC287CD8C4}"/>
                    </a:ext>
                  </a:extLst>
                </p:cNvPr>
                <p:cNvSpPr/>
                <p:nvPr/>
              </p:nvSpPr>
              <p:spPr>
                <a:xfrm>
                  <a:off x="-2403866" y="3541123"/>
                  <a:ext cx="155950" cy="131920"/>
                </a:xfrm>
                <a:custGeom>
                  <a:avLst>
                    <a:gd name="f0" fmla="val 629"/>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FFFF"/>
                </a:solidFill>
                <a:ln w="12701" cap="flat">
                  <a:solidFill>
                    <a:srgbClr val="818181"/>
                  </a:solidFill>
                  <a:prstDash val="solid"/>
                  <a:miter/>
                </a:ln>
              </p:spPr>
              <p:txBody>
                <a:bodyPr vert="horz" wrap="square" lIns="107999"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800" b="0" i="0" u="none" strike="noStrike" kern="1200" cap="none" spc="0" baseline="0">
                    <a:solidFill>
                      <a:srgbClr val="211F26"/>
                    </a:solidFill>
                    <a:uFillTx/>
                    <a:latin typeface="Calibri" pitchFamily="34"/>
                    <a:cs typeface="Calibri" pitchFamily="34"/>
                  </a:endParaRPr>
                </a:p>
              </p:txBody>
            </p:sp>
            <p:sp>
              <p:nvSpPr>
                <p:cNvPr id="17" name="Rechthoek 73">
                  <a:extLst>
                    <a:ext uri="{FF2B5EF4-FFF2-40B4-BE49-F238E27FC236}">
                      <a16:creationId xmlns:a16="http://schemas.microsoft.com/office/drawing/2014/main" id="{71DCC44A-656E-CC0A-DD70-67D86BE699CB}"/>
                    </a:ext>
                  </a:extLst>
                </p:cNvPr>
                <p:cNvSpPr/>
                <p:nvPr/>
              </p:nvSpPr>
              <p:spPr>
                <a:xfrm>
                  <a:off x="-2382167" y="3559228"/>
                  <a:ext cx="117582" cy="16011"/>
                </a:xfrm>
                <a:prstGeom prst="rect">
                  <a:avLst/>
                </a:prstGeom>
                <a:solidFill>
                  <a:srgbClr val="D1D1D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18" name="Rechthoek 74">
                  <a:extLst>
                    <a:ext uri="{FF2B5EF4-FFF2-40B4-BE49-F238E27FC236}">
                      <a16:creationId xmlns:a16="http://schemas.microsoft.com/office/drawing/2014/main" id="{8483FC5C-A32A-EACA-83C4-BF9F1E264175}"/>
                    </a:ext>
                  </a:extLst>
                </p:cNvPr>
                <p:cNvSpPr/>
                <p:nvPr/>
              </p:nvSpPr>
              <p:spPr>
                <a:xfrm>
                  <a:off x="-2382158" y="3586349"/>
                  <a:ext cx="45756" cy="69997"/>
                </a:xfrm>
                <a:prstGeom prst="rect">
                  <a:avLst/>
                </a:prstGeom>
                <a:solidFill>
                  <a:srgbClr val="D1D1D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19" name="Rechthoek 75">
                  <a:extLst>
                    <a:ext uri="{FF2B5EF4-FFF2-40B4-BE49-F238E27FC236}">
                      <a16:creationId xmlns:a16="http://schemas.microsoft.com/office/drawing/2014/main" id="{CF75C525-FE86-6D28-9B01-1F3A6270D405}"/>
                    </a:ext>
                  </a:extLst>
                </p:cNvPr>
                <p:cNvSpPr/>
                <p:nvPr/>
              </p:nvSpPr>
              <p:spPr>
                <a:xfrm>
                  <a:off x="-2322210" y="3590355"/>
                  <a:ext cx="52111" cy="8220"/>
                </a:xfrm>
                <a:prstGeom prst="rect">
                  <a:avLst/>
                </a:prstGeom>
                <a:solidFill>
                  <a:srgbClr val="B2B2B2"/>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20" name="Rechthoek 76">
                  <a:extLst>
                    <a:ext uri="{FF2B5EF4-FFF2-40B4-BE49-F238E27FC236}">
                      <a16:creationId xmlns:a16="http://schemas.microsoft.com/office/drawing/2014/main" id="{7DD08A3E-648D-A4F5-F979-85B36B4DCB85}"/>
                    </a:ext>
                  </a:extLst>
                </p:cNvPr>
                <p:cNvSpPr/>
                <p:nvPr/>
              </p:nvSpPr>
              <p:spPr>
                <a:xfrm>
                  <a:off x="-2322210" y="3618408"/>
                  <a:ext cx="26746" cy="8220"/>
                </a:xfrm>
                <a:prstGeom prst="rect">
                  <a:avLst/>
                </a:prstGeom>
                <a:solidFill>
                  <a:srgbClr val="B2B2B2"/>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21" name="Rechthoek 77">
                  <a:extLst>
                    <a:ext uri="{FF2B5EF4-FFF2-40B4-BE49-F238E27FC236}">
                      <a16:creationId xmlns:a16="http://schemas.microsoft.com/office/drawing/2014/main" id="{6C85E590-06A3-CE1C-5E24-2B1C1DBBE06D}"/>
                    </a:ext>
                  </a:extLst>
                </p:cNvPr>
                <p:cNvSpPr/>
                <p:nvPr/>
              </p:nvSpPr>
              <p:spPr>
                <a:xfrm>
                  <a:off x="-2322210" y="3646462"/>
                  <a:ext cx="26746" cy="8220"/>
                </a:xfrm>
                <a:prstGeom prst="rect">
                  <a:avLst/>
                </a:prstGeom>
                <a:solidFill>
                  <a:srgbClr val="B2B2B2"/>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grpSp>
            <p:nvGrpSpPr>
              <p:cNvPr id="22" name="Groep 60">
                <a:extLst>
                  <a:ext uri="{FF2B5EF4-FFF2-40B4-BE49-F238E27FC236}">
                    <a16:creationId xmlns:a16="http://schemas.microsoft.com/office/drawing/2014/main" id="{0649F379-BC2F-2096-8F96-4C75198A0B6B}"/>
                  </a:ext>
                </a:extLst>
              </p:cNvPr>
              <p:cNvGrpSpPr/>
              <p:nvPr/>
            </p:nvGrpSpPr>
            <p:grpSpPr>
              <a:xfrm>
                <a:off x="-2423425" y="3770784"/>
                <a:ext cx="166741" cy="218962"/>
                <a:chOff x="-2423425" y="3770784"/>
                <a:chExt cx="166741" cy="218962"/>
              </a:xfrm>
            </p:grpSpPr>
            <p:grpSp>
              <p:nvGrpSpPr>
                <p:cNvPr id="23" name="Groep 64">
                  <a:extLst>
                    <a:ext uri="{FF2B5EF4-FFF2-40B4-BE49-F238E27FC236}">
                      <a16:creationId xmlns:a16="http://schemas.microsoft.com/office/drawing/2014/main" id="{402E6824-A4E9-C579-51C3-3D03533031F3}"/>
                    </a:ext>
                  </a:extLst>
                </p:cNvPr>
                <p:cNvGrpSpPr/>
                <p:nvPr/>
              </p:nvGrpSpPr>
              <p:grpSpPr>
                <a:xfrm>
                  <a:off x="-2400482" y="3792473"/>
                  <a:ext cx="143798" cy="121642"/>
                  <a:chOff x="-2400482" y="3792473"/>
                  <a:chExt cx="143798" cy="121642"/>
                </a:xfrm>
              </p:grpSpPr>
              <p:sp>
                <p:nvSpPr>
                  <p:cNvPr id="24" name="Rechthoek: afgeronde hoeken 66">
                    <a:extLst>
                      <a:ext uri="{FF2B5EF4-FFF2-40B4-BE49-F238E27FC236}">
                        <a16:creationId xmlns:a16="http://schemas.microsoft.com/office/drawing/2014/main" id="{24729B86-5451-FA60-256C-B92935BF78AE}"/>
                      </a:ext>
                    </a:extLst>
                  </p:cNvPr>
                  <p:cNvSpPr/>
                  <p:nvPr/>
                </p:nvSpPr>
                <p:spPr>
                  <a:xfrm>
                    <a:off x="-2400482" y="3792473"/>
                    <a:ext cx="143798" cy="121642"/>
                  </a:xfrm>
                  <a:custGeom>
                    <a:avLst>
                      <a:gd name="f0" fmla="val 629"/>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FFFF"/>
                  </a:solidFill>
                  <a:ln w="12701" cap="flat">
                    <a:solidFill>
                      <a:srgbClr val="818181"/>
                    </a:solidFill>
                    <a:prstDash val="solid"/>
                    <a:miter/>
                  </a:ln>
                </p:spPr>
                <p:txBody>
                  <a:bodyPr vert="horz" wrap="square" lIns="107999"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800" b="0" i="0" u="none" strike="noStrike" kern="1200" cap="none" spc="0" baseline="0">
                      <a:solidFill>
                        <a:srgbClr val="211F26"/>
                      </a:solidFill>
                      <a:uFillTx/>
                      <a:latin typeface="Calibri" pitchFamily="34"/>
                      <a:cs typeface="Calibri" pitchFamily="34"/>
                    </a:endParaRPr>
                  </a:p>
                </p:txBody>
              </p:sp>
              <p:sp>
                <p:nvSpPr>
                  <p:cNvPr id="25" name="Rechthoek 67">
                    <a:extLst>
                      <a:ext uri="{FF2B5EF4-FFF2-40B4-BE49-F238E27FC236}">
                        <a16:creationId xmlns:a16="http://schemas.microsoft.com/office/drawing/2014/main" id="{965A7268-46D2-11C3-E287-F8607875F176}"/>
                      </a:ext>
                    </a:extLst>
                  </p:cNvPr>
                  <p:cNvSpPr/>
                  <p:nvPr/>
                </p:nvSpPr>
                <p:spPr>
                  <a:xfrm>
                    <a:off x="-2380466" y="3809170"/>
                    <a:ext cx="108420" cy="14767"/>
                  </a:xfrm>
                  <a:prstGeom prst="rect">
                    <a:avLst/>
                  </a:prstGeom>
                  <a:solidFill>
                    <a:srgbClr val="D1D1D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26" name="Rechthoek 68">
                    <a:extLst>
                      <a:ext uri="{FF2B5EF4-FFF2-40B4-BE49-F238E27FC236}">
                        <a16:creationId xmlns:a16="http://schemas.microsoft.com/office/drawing/2014/main" id="{4149CCFC-E3F3-F584-3C6A-D5EDAB3EB859}"/>
                      </a:ext>
                    </a:extLst>
                  </p:cNvPr>
                  <p:cNvSpPr/>
                  <p:nvPr/>
                </p:nvSpPr>
                <p:spPr>
                  <a:xfrm>
                    <a:off x="-2380466" y="3834179"/>
                    <a:ext cx="42190" cy="64538"/>
                  </a:xfrm>
                  <a:prstGeom prst="rect">
                    <a:avLst/>
                  </a:prstGeom>
                  <a:solidFill>
                    <a:srgbClr val="D1D1D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27" name="Rechthoek 69">
                    <a:extLst>
                      <a:ext uri="{FF2B5EF4-FFF2-40B4-BE49-F238E27FC236}">
                        <a16:creationId xmlns:a16="http://schemas.microsoft.com/office/drawing/2014/main" id="{34274CD9-B2A3-2B50-3B8A-55E391A377EE}"/>
                      </a:ext>
                    </a:extLst>
                  </p:cNvPr>
                  <p:cNvSpPr/>
                  <p:nvPr/>
                </p:nvSpPr>
                <p:spPr>
                  <a:xfrm>
                    <a:off x="-2325182" y="3837873"/>
                    <a:ext cx="48051" cy="7580"/>
                  </a:xfrm>
                  <a:prstGeom prst="rect">
                    <a:avLst/>
                  </a:prstGeom>
                  <a:solidFill>
                    <a:srgbClr val="B2B2B2"/>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28" name="Rechthoek 70">
                    <a:extLst>
                      <a:ext uri="{FF2B5EF4-FFF2-40B4-BE49-F238E27FC236}">
                        <a16:creationId xmlns:a16="http://schemas.microsoft.com/office/drawing/2014/main" id="{2AF4DD6E-B96C-47CE-5EFF-08069E30A266}"/>
                      </a:ext>
                    </a:extLst>
                  </p:cNvPr>
                  <p:cNvSpPr/>
                  <p:nvPr/>
                </p:nvSpPr>
                <p:spPr>
                  <a:xfrm>
                    <a:off x="-2325182" y="3863742"/>
                    <a:ext cx="24661" cy="7580"/>
                  </a:xfrm>
                  <a:prstGeom prst="rect">
                    <a:avLst/>
                  </a:prstGeom>
                  <a:solidFill>
                    <a:srgbClr val="B2B2B2"/>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29" name="Rechthoek 71">
                    <a:extLst>
                      <a:ext uri="{FF2B5EF4-FFF2-40B4-BE49-F238E27FC236}">
                        <a16:creationId xmlns:a16="http://schemas.microsoft.com/office/drawing/2014/main" id="{307C47E9-650F-5EAD-DE11-BE103A596D28}"/>
                      </a:ext>
                    </a:extLst>
                  </p:cNvPr>
                  <p:cNvSpPr/>
                  <p:nvPr/>
                </p:nvSpPr>
                <p:spPr>
                  <a:xfrm>
                    <a:off x="-2325182" y="3889610"/>
                    <a:ext cx="24661" cy="7580"/>
                  </a:xfrm>
                  <a:prstGeom prst="rect">
                    <a:avLst/>
                  </a:prstGeom>
                  <a:solidFill>
                    <a:srgbClr val="B2B2B2"/>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sp>
              <p:nvSpPr>
                <p:cNvPr id="30" name="Boog 65">
                  <a:extLst>
                    <a:ext uri="{FF2B5EF4-FFF2-40B4-BE49-F238E27FC236}">
                      <a16:creationId xmlns:a16="http://schemas.microsoft.com/office/drawing/2014/main" id="{4B4E0B87-88D7-C81E-69E7-65ABA3CEAB6C}"/>
                    </a:ext>
                  </a:extLst>
                </p:cNvPr>
                <p:cNvSpPr/>
                <p:nvPr/>
              </p:nvSpPr>
              <p:spPr>
                <a:xfrm rot="17637085">
                  <a:off x="-2486866" y="3834225"/>
                  <a:ext cx="218962" cy="92080"/>
                </a:xfrm>
                <a:custGeom>
                  <a:avLst>
                    <a:gd name="f12" fmla="val 175"/>
                    <a:gd name="f13" fmla="val 292"/>
                  </a:avLst>
                  <a:gdLst>
                    <a:gd name="f2" fmla="val 10800000"/>
                    <a:gd name="f3" fmla="val 5400000"/>
                    <a:gd name="f4" fmla="val 16200000"/>
                    <a:gd name="f5" fmla="val 180"/>
                    <a:gd name="f6" fmla="val w"/>
                    <a:gd name="f7" fmla="val h"/>
                    <a:gd name="f8" fmla="val ss"/>
                    <a:gd name="f9" fmla="val 0"/>
                    <a:gd name="f10" fmla="*/ 5419351 1 1725033"/>
                    <a:gd name="f11" fmla="+- 0 0 1"/>
                    <a:gd name="f12" fmla="val 175"/>
                    <a:gd name="f13" fmla="val 292"/>
                    <a:gd name="f14" fmla="+- 0 0 -265"/>
                    <a:gd name="f15" fmla="+- 0 0 -234"/>
                    <a:gd name="f16" fmla="+- 0 0 -202"/>
                    <a:gd name="f17" fmla="abs f6"/>
                    <a:gd name="f18" fmla="abs f7"/>
                    <a:gd name="f19" fmla="abs f8"/>
                    <a:gd name="f20" fmla="val f9"/>
                    <a:gd name="f21" fmla="+- 0 0 f12"/>
                    <a:gd name="f22" fmla="+- 0 0 f13"/>
                    <a:gd name="f23" fmla="*/ f14 f2 1"/>
                    <a:gd name="f24" fmla="*/ f15 f2 1"/>
                    <a:gd name="f25" fmla="*/ f16 f2 1"/>
                    <a:gd name="f26" fmla="?: f17 f6 1"/>
                    <a:gd name="f27" fmla="?: f18 f7 1"/>
                    <a:gd name="f28" fmla="?: f19 f8 1"/>
                    <a:gd name="f29" fmla="*/ f21 f2 1"/>
                    <a:gd name="f30" fmla="*/ f22 f2 1"/>
                    <a:gd name="f31" fmla="*/ f23 1 f5"/>
                    <a:gd name="f32" fmla="*/ f24 1 f5"/>
                    <a:gd name="f33" fmla="*/ f25 1 f5"/>
                    <a:gd name="f34" fmla="*/ f26 1 21600"/>
                    <a:gd name="f35" fmla="*/ f27 1 21600"/>
                    <a:gd name="f36" fmla="*/ 21600 f26 1"/>
                    <a:gd name="f37" fmla="*/ 21600 f27 1"/>
                    <a:gd name="f38" fmla="*/ f29 1 f5"/>
                    <a:gd name="f39" fmla="*/ f30 1 f5"/>
                    <a:gd name="f40" fmla="+- f31 0 f3"/>
                    <a:gd name="f41" fmla="+- f32 0 f3"/>
                    <a:gd name="f42" fmla="+- f33 0 f3"/>
                    <a:gd name="f43" fmla="min f35 f34"/>
                    <a:gd name="f44" fmla="*/ f36 1 f28"/>
                    <a:gd name="f45" fmla="*/ f37 1 f28"/>
                    <a:gd name="f46" fmla="+- f38 0 f3"/>
                    <a:gd name="f47" fmla="+- f39 0 f3"/>
                    <a:gd name="f48" fmla="val f44"/>
                    <a:gd name="f49" fmla="val f45"/>
                    <a:gd name="f50" fmla="+- 0 0 f46"/>
                    <a:gd name="f51" fmla="+- 0 0 f47"/>
                    <a:gd name="f52" fmla="+- f49 0 f20"/>
                    <a:gd name="f53" fmla="+- f48 0 f20"/>
                    <a:gd name="f54" fmla="val f50"/>
                    <a:gd name="f55" fmla="val f51"/>
                    <a:gd name="f56" fmla="*/ f52 1 2"/>
                    <a:gd name="f57" fmla="*/ f53 1 2"/>
                    <a:gd name="f58" fmla="+- f55 0 f54"/>
                    <a:gd name="f59" fmla="+- f54 f3 0"/>
                    <a:gd name="f60" fmla="+- f55 f3 0"/>
                    <a:gd name="f61" fmla="+- 21600000 0 f54"/>
                    <a:gd name="f62" fmla="+- f3 0 f54"/>
                    <a:gd name="f63" fmla="+- 27000000 0 f54"/>
                    <a:gd name="f64" fmla="+- f2 0 f54"/>
                    <a:gd name="f65" fmla="+- 32400000 0 f54"/>
                    <a:gd name="f66" fmla="+- f4 0 f54"/>
                    <a:gd name="f67" fmla="+- 37800000 0 f54"/>
                    <a:gd name="f68" fmla="+- f20 f56 0"/>
                    <a:gd name="f69" fmla="+- f20 f57 0"/>
                    <a:gd name="f70" fmla="+- f58 21600000 0"/>
                    <a:gd name="f71" fmla="*/ f59 f10 1"/>
                    <a:gd name="f72" fmla="*/ f60 f10 1"/>
                    <a:gd name="f73" fmla="?: f62 f62 f63"/>
                    <a:gd name="f74" fmla="?: f64 f64 f65"/>
                    <a:gd name="f75" fmla="?: f66 f66 f67"/>
                    <a:gd name="f76" fmla="*/ f57 f43 1"/>
                    <a:gd name="f77" fmla="*/ f56 f43 1"/>
                    <a:gd name="f78" fmla="?: f58 f58 f70"/>
                    <a:gd name="f79" fmla="*/ f71 1 f2"/>
                    <a:gd name="f80" fmla="*/ f72 1 f2"/>
                    <a:gd name="f81" fmla="*/ f69 f43 1"/>
                    <a:gd name="f82" fmla="*/ f68 f43 1"/>
                    <a:gd name="f83" fmla="+- 0 0 f79"/>
                    <a:gd name="f84" fmla="+- 0 0 f80"/>
                    <a:gd name="f85" fmla="+- f78 0 f61"/>
                    <a:gd name="f86" fmla="+- f78 0 f73"/>
                    <a:gd name="f87" fmla="+- f78 0 f74"/>
                    <a:gd name="f88" fmla="+- f78 0 f75"/>
                    <a:gd name="f89" fmla="+- 0 0 f83"/>
                    <a:gd name="f90" fmla="+- 0 0 f84"/>
                    <a:gd name="f91" fmla="*/ f89 f2 1"/>
                    <a:gd name="f92" fmla="*/ f90 f2 1"/>
                    <a:gd name="f93" fmla="*/ f91 1 f10"/>
                    <a:gd name="f94" fmla="*/ f92 1 f10"/>
                    <a:gd name="f95" fmla="+- f93 0 f3"/>
                    <a:gd name="f96" fmla="+- f94 0 f3"/>
                    <a:gd name="f97" fmla="sin 1 f95"/>
                    <a:gd name="f98" fmla="cos 1 f95"/>
                    <a:gd name="f99" fmla="sin 1 f96"/>
                    <a:gd name="f100" fmla="cos 1 f96"/>
                    <a:gd name="f101" fmla="+- 0 0 f97"/>
                    <a:gd name="f102" fmla="+- 0 0 f98"/>
                    <a:gd name="f103" fmla="+- 0 0 f99"/>
                    <a:gd name="f104" fmla="+- 0 0 f100"/>
                    <a:gd name="f105" fmla="+- 0 0 f101"/>
                    <a:gd name="f106" fmla="+- 0 0 f102"/>
                    <a:gd name="f107" fmla="+- 0 0 f103"/>
                    <a:gd name="f108" fmla="+- 0 0 f104"/>
                    <a:gd name="f109" fmla="*/ f105 f57 1"/>
                    <a:gd name="f110" fmla="*/ f106 f56 1"/>
                    <a:gd name="f111" fmla="*/ f107 f57 1"/>
                    <a:gd name="f112" fmla="*/ f108 f56 1"/>
                    <a:gd name="f113" fmla="+- 0 0 f110"/>
                    <a:gd name="f114" fmla="+- 0 0 f109"/>
                    <a:gd name="f115" fmla="+- 0 0 f112"/>
                    <a:gd name="f116" fmla="+- 0 0 f111"/>
                    <a:gd name="f117" fmla="+- 0 0 f113"/>
                    <a:gd name="f118" fmla="+- 0 0 f114"/>
                    <a:gd name="f119" fmla="+- 0 0 f115"/>
                    <a:gd name="f120" fmla="+- 0 0 f116"/>
                    <a:gd name="f121" fmla="at2 f117 f118"/>
                    <a:gd name="f122" fmla="at2 f119 f120"/>
                    <a:gd name="f123" fmla="+- f121 f3 0"/>
                    <a:gd name="f124" fmla="+- f122 f3 0"/>
                    <a:gd name="f125" fmla="*/ f123 f10 1"/>
                    <a:gd name="f126" fmla="*/ f124 f10 1"/>
                    <a:gd name="f127" fmla="*/ f125 1 f2"/>
                    <a:gd name="f128" fmla="*/ f126 1 f2"/>
                    <a:gd name="f129" fmla="+- 0 0 f127"/>
                    <a:gd name="f130" fmla="+- 0 0 f128"/>
                    <a:gd name="f131" fmla="val f129"/>
                    <a:gd name="f132" fmla="val f130"/>
                    <a:gd name="f133" fmla="+- 0 0 f131"/>
                    <a:gd name="f134" fmla="+- 0 0 f132"/>
                    <a:gd name="f135" fmla="*/ f133 f2 1"/>
                    <a:gd name="f136" fmla="*/ f134 f2 1"/>
                    <a:gd name="f137" fmla="*/ f135 1 f10"/>
                    <a:gd name="f138" fmla="*/ f136 1 f10"/>
                    <a:gd name="f139" fmla="+- f137 0 f3"/>
                    <a:gd name="f140" fmla="+- f138 0 f3"/>
                    <a:gd name="f141" fmla="cos 1 f139"/>
                    <a:gd name="f142" fmla="sin 1 f139"/>
                    <a:gd name="f143" fmla="cos 1 f140"/>
                    <a:gd name="f144" fmla="sin 1 f140"/>
                    <a:gd name="f145" fmla="+- 0 0 f141"/>
                    <a:gd name="f146" fmla="+- 0 0 f142"/>
                    <a:gd name="f147" fmla="+- 0 0 f143"/>
                    <a:gd name="f148" fmla="+- 0 0 f144"/>
                    <a:gd name="f149" fmla="*/ f11 f145 1"/>
                    <a:gd name="f150" fmla="*/ f11 f146 1"/>
                    <a:gd name="f151" fmla="*/ f11 f147 1"/>
                    <a:gd name="f152" fmla="*/ f11 f148 1"/>
                    <a:gd name="f153" fmla="*/ f149 f57 1"/>
                    <a:gd name="f154" fmla="*/ f150 f56 1"/>
                    <a:gd name="f155" fmla="*/ f151 f57 1"/>
                    <a:gd name="f156" fmla="*/ f152 f56 1"/>
                    <a:gd name="f157" fmla="+- f69 f153 0"/>
                    <a:gd name="f158" fmla="+- f68 f154 0"/>
                    <a:gd name="f159" fmla="+- f69 f155 0"/>
                    <a:gd name="f160" fmla="+- f68 f156 0"/>
                    <a:gd name="f161" fmla="max f157 f159"/>
                    <a:gd name="f162" fmla="max f158 f160"/>
                    <a:gd name="f163" fmla="min f157 f159"/>
                    <a:gd name="f164" fmla="min f158 f160"/>
                    <a:gd name="f165" fmla="*/ f157 f43 1"/>
                    <a:gd name="f166" fmla="*/ f158 f43 1"/>
                    <a:gd name="f167" fmla="*/ f159 f43 1"/>
                    <a:gd name="f168" fmla="*/ f160 f43 1"/>
                    <a:gd name="f169" fmla="?: f85 f48 f161"/>
                    <a:gd name="f170" fmla="?: f86 f49 f162"/>
                    <a:gd name="f171" fmla="?: f87 f20 f163"/>
                    <a:gd name="f172" fmla="?: f88 f20 f164"/>
                    <a:gd name="f173" fmla="*/ f171 f43 1"/>
                    <a:gd name="f174" fmla="*/ f172 f43 1"/>
                    <a:gd name="f175" fmla="*/ f169 f43 1"/>
                    <a:gd name="f176" fmla="*/ f170 f43 1"/>
                  </a:gdLst>
                  <a:ahLst/>
                  <a:cxnLst>
                    <a:cxn ang="3cd4">
                      <a:pos x="hc" y="t"/>
                    </a:cxn>
                    <a:cxn ang="0">
                      <a:pos x="r" y="vc"/>
                    </a:cxn>
                    <a:cxn ang="cd4">
                      <a:pos x="hc" y="b"/>
                    </a:cxn>
                    <a:cxn ang="cd2">
                      <a:pos x="l" y="vc"/>
                    </a:cxn>
                    <a:cxn ang="f40">
                      <a:pos x="f165" y="f166"/>
                    </a:cxn>
                    <a:cxn ang="f41">
                      <a:pos x="f81" y="f82"/>
                    </a:cxn>
                    <a:cxn ang="f42">
                      <a:pos x="f167" y="f168"/>
                    </a:cxn>
                  </a:cxnLst>
                  <a:rect l="f173" t="f174" r="f175" b="f176"/>
                  <a:pathLst>
                    <a:path stroke="0">
                      <a:moveTo>
                        <a:pt x="f165" y="f166"/>
                      </a:moveTo>
                      <a:arcTo wR="f76" hR="f77" stAng="f54" swAng="f78"/>
                      <a:lnTo>
                        <a:pt x="f81" y="f82"/>
                      </a:lnTo>
                      <a:close/>
                    </a:path>
                    <a:path fill="none">
                      <a:moveTo>
                        <a:pt x="f165" y="f166"/>
                      </a:moveTo>
                      <a:arcTo wR="f76" hR="f77" stAng="f54" swAng="f78"/>
                    </a:path>
                  </a:pathLst>
                </a:custGeom>
                <a:noFill/>
                <a:ln w="19046" cap="flat">
                  <a:solidFill>
                    <a:srgbClr val="4D82B8"/>
                  </a:solidFill>
                  <a:prstDash val="solid"/>
                  <a:headEnd type="arrow"/>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2400" b="0" i="0" u="none" strike="noStrike" kern="1200" cap="none" spc="0" baseline="0">
                    <a:solidFill>
                      <a:srgbClr val="211F26"/>
                    </a:solidFill>
                    <a:uFillTx/>
                    <a:latin typeface="Calibri" pitchFamily="34"/>
                    <a:cs typeface="Calibri" pitchFamily="34"/>
                  </a:endParaRPr>
                </a:p>
              </p:txBody>
            </p:sp>
          </p:grpSp>
          <p:sp>
            <p:nvSpPr>
              <p:cNvPr id="31" name="Tekstvak 61">
                <a:extLst>
                  <a:ext uri="{FF2B5EF4-FFF2-40B4-BE49-F238E27FC236}">
                    <a16:creationId xmlns:a16="http://schemas.microsoft.com/office/drawing/2014/main" id="{4C4D8693-1993-4365-4B8C-2318FD39C095}"/>
                  </a:ext>
                </a:extLst>
              </p:cNvPr>
              <p:cNvSpPr txBox="1"/>
              <p:nvPr/>
            </p:nvSpPr>
            <p:spPr>
              <a:xfrm>
                <a:off x="-2245455" y="3541123"/>
                <a:ext cx="896112" cy="134709"/>
              </a:xfrm>
              <a:prstGeom prst="rect">
                <a:avLst/>
              </a:prstGeom>
              <a:noFill/>
              <a:ln>
                <a:noFill/>
              </a:ln>
            </p:spPr>
            <p:txBody>
              <a:bodyPr vert="horz" wrap="square" lIns="91440" tIns="45720" rIns="91440" bIns="45720" anchor="ctr" anchorCtr="0" compatLnSpc="1">
                <a:noAutofit/>
              </a:bodyPr>
              <a:lstStyle/>
              <a:p>
                <a:pPr marL="0" marR="0" lvl="0" indent="0" algn="l" defTabSz="1217514"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900" b="0" i="0" u="none" strike="noStrike" kern="1200" cap="none" spc="0" baseline="0">
                    <a:solidFill>
                      <a:srgbClr val="211F26"/>
                    </a:solidFill>
                    <a:uFillTx/>
                    <a:latin typeface="Calibri" pitchFamily="34"/>
                    <a:cs typeface="Calibri" pitchFamily="34"/>
                  </a:rPr>
                  <a:t>Layout</a:t>
                </a:r>
              </a:p>
            </p:txBody>
          </p:sp>
          <p:sp>
            <p:nvSpPr>
              <p:cNvPr id="32" name="Tekstvak 62">
                <a:extLst>
                  <a:ext uri="{FF2B5EF4-FFF2-40B4-BE49-F238E27FC236}">
                    <a16:creationId xmlns:a16="http://schemas.microsoft.com/office/drawing/2014/main" id="{9AA035E6-1E44-D20B-E56B-4B969F2A9B52}"/>
                  </a:ext>
                </a:extLst>
              </p:cNvPr>
              <p:cNvSpPr txBox="1"/>
              <p:nvPr/>
            </p:nvSpPr>
            <p:spPr>
              <a:xfrm>
                <a:off x="-2258888" y="3793552"/>
                <a:ext cx="909544" cy="126415"/>
              </a:xfrm>
              <a:prstGeom prst="rect">
                <a:avLst/>
              </a:prstGeom>
              <a:noFill/>
              <a:ln>
                <a:noFill/>
              </a:ln>
            </p:spPr>
            <p:txBody>
              <a:bodyPr vert="horz" wrap="square" lIns="91440" tIns="45720" rIns="91440" bIns="45720" anchor="ctr" anchorCtr="0" compatLnSpc="1">
                <a:noAutofit/>
              </a:bodyPr>
              <a:lstStyle/>
              <a:p>
                <a:pPr marL="0" marR="0" lvl="0" indent="0" algn="l" defTabSz="1217514"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900" b="0" i="0" u="none" strike="noStrike" kern="1200" cap="none" spc="0" baseline="0">
                    <a:solidFill>
                      <a:srgbClr val="211F26"/>
                    </a:solidFill>
                    <a:uFillTx/>
                    <a:latin typeface="Calibri" pitchFamily="34"/>
                    <a:cs typeface="Calibri" pitchFamily="34"/>
                  </a:rPr>
                  <a:t>Reset slide</a:t>
                </a:r>
              </a:p>
            </p:txBody>
          </p:sp>
          <p:sp>
            <p:nvSpPr>
              <p:cNvPr id="33" name="Vrije vorm: vorm 63">
                <a:extLst>
                  <a:ext uri="{FF2B5EF4-FFF2-40B4-BE49-F238E27FC236}">
                    <a16:creationId xmlns:a16="http://schemas.microsoft.com/office/drawing/2014/main" id="{F97C6074-6CF2-7108-5718-E30F5E614E18}"/>
                  </a:ext>
                </a:extLst>
              </p:cNvPr>
              <p:cNvSpPr/>
              <p:nvPr/>
            </p:nvSpPr>
            <p:spPr>
              <a:xfrm>
                <a:off x="-1360389" y="3863714"/>
                <a:ext cx="97566" cy="179999"/>
              </a:xfrm>
              <a:custGeom>
                <a:avLst/>
                <a:gdLst>
                  <a:gd name="f0" fmla="val 10800000"/>
                  <a:gd name="f1" fmla="val 5400000"/>
                  <a:gd name="f2" fmla="val 180"/>
                  <a:gd name="f3" fmla="val w"/>
                  <a:gd name="f4" fmla="val h"/>
                  <a:gd name="f5" fmla="val 0"/>
                  <a:gd name="f6" fmla="val 880280"/>
                  <a:gd name="f7" fmla="val 1624084"/>
                  <a:gd name="f8" fmla="val 1262418"/>
                  <a:gd name="f9" fmla="val 313898"/>
                  <a:gd name="f10" fmla="val 996287"/>
                  <a:gd name="f11" fmla="val 620973"/>
                  <a:gd name="f12" fmla="val 839337"/>
                  <a:gd name="f13" fmla="val 1480782"/>
                  <a:gd name="f14" fmla="val 498144"/>
                  <a:gd name="f15" fmla="val 900753"/>
                  <a:gd name="f16" fmla="val 893929"/>
                  <a:gd name="f17" fmla="+- 0 0 -90"/>
                  <a:gd name="f18" fmla="*/ f3 1 880280"/>
                  <a:gd name="f19" fmla="*/ f4 1 1624084"/>
                  <a:gd name="f20" fmla="val f5"/>
                  <a:gd name="f21" fmla="val f6"/>
                  <a:gd name="f22" fmla="val f7"/>
                  <a:gd name="f23" fmla="*/ f17 f0 1"/>
                  <a:gd name="f24" fmla="+- f22 0 f20"/>
                  <a:gd name="f25" fmla="+- f21 0 f20"/>
                  <a:gd name="f26" fmla="*/ f23 1 f2"/>
                  <a:gd name="f27" fmla="*/ f25 1 880280"/>
                  <a:gd name="f28" fmla="*/ f24 1 1624084"/>
                  <a:gd name="f29" fmla="*/ 0 f25 1"/>
                  <a:gd name="f30" fmla="*/ 0 f24 1"/>
                  <a:gd name="f31" fmla="*/ 1262418 f24 1"/>
                  <a:gd name="f32" fmla="*/ 620973 f25 1"/>
                  <a:gd name="f33" fmla="*/ 1624084 f24 1"/>
                  <a:gd name="f34" fmla="*/ 839337 f25 1"/>
                  <a:gd name="f35" fmla="*/ 1480782 f24 1"/>
                  <a:gd name="f36" fmla="*/ 900753 f24 1"/>
                  <a:gd name="f37" fmla="*/ 880280 f25 1"/>
                  <a:gd name="f38" fmla="*/ 893929 f24 1"/>
                  <a:gd name="f39" fmla="*/ 313898 f25 1"/>
                  <a:gd name="f40" fmla="*/ 996287 f24 1"/>
                  <a:gd name="f41" fmla="*/ 498144 f25 1"/>
                  <a:gd name="f42" fmla="+- f26 0 f1"/>
                  <a:gd name="f43" fmla="*/ f29 1 880280"/>
                  <a:gd name="f44" fmla="*/ f30 1 1624084"/>
                  <a:gd name="f45" fmla="*/ f31 1 1624084"/>
                  <a:gd name="f46" fmla="*/ f32 1 880280"/>
                  <a:gd name="f47" fmla="*/ f33 1 1624084"/>
                  <a:gd name="f48" fmla="*/ f34 1 880280"/>
                  <a:gd name="f49" fmla="*/ f35 1 1624084"/>
                  <a:gd name="f50" fmla="*/ f36 1 1624084"/>
                  <a:gd name="f51" fmla="*/ f37 1 880280"/>
                  <a:gd name="f52" fmla="*/ f38 1 1624084"/>
                  <a:gd name="f53" fmla="*/ f39 1 880280"/>
                  <a:gd name="f54" fmla="*/ f40 1 1624084"/>
                  <a:gd name="f55" fmla="*/ f41 1 880280"/>
                  <a:gd name="f56" fmla="*/ f20 1 f27"/>
                  <a:gd name="f57" fmla="*/ f21 1 f27"/>
                  <a:gd name="f58" fmla="*/ f20 1 f28"/>
                  <a:gd name="f59" fmla="*/ f22 1 f28"/>
                  <a:gd name="f60" fmla="*/ f43 1 f27"/>
                  <a:gd name="f61" fmla="*/ f44 1 f28"/>
                  <a:gd name="f62" fmla="*/ f45 1 f28"/>
                  <a:gd name="f63" fmla="*/ f53 1 f27"/>
                  <a:gd name="f64" fmla="*/ f54 1 f28"/>
                  <a:gd name="f65" fmla="*/ f46 1 f27"/>
                  <a:gd name="f66" fmla="*/ f47 1 f28"/>
                  <a:gd name="f67" fmla="*/ f48 1 f27"/>
                  <a:gd name="f68" fmla="*/ f49 1 f28"/>
                  <a:gd name="f69" fmla="*/ f55 1 f27"/>
                  <a:gd name="f70" fmla="*/ f50 1 f28"/>
                  <a:gd name="f71" fmla="*/ f51 1 f27"/>
                  <a:gd name="f72" fmla="*/ f52 1 f28"/>
                  <a:gd name="f73" fmla="*/ f56 f18 1"/>
                  <a:gd name="f74" fmla="*/ f57 f18 1"/>
                  <a:gd name="f75" fmla="*/ f59 f19 1"/>
                  <a:gd name="f76" fmla="*/ f58 f19 1"/>
                  <a:gd name="f77" fmla="*/ f60 f18 1"/>
                  <a:gd name="f78" fmla="*/ f61 f19 1"/>
                  <a:gd name="f79" fmla="*/ f62 f19 1"/>
                  <a:gd name="f80" fmla="*/ f63 f18 1"/>
                  <a:gd name="f81" fmla="*/ f64 f19 1"/>
                  <a:gd name="f82" fmla="*/ f65 f18 1"/>
                  <a:gd name="f83" fmla="*/ f66 f19 1"/>
                  <a:gd name="f84" fmla="*/ f67 f18 1"/>
                  <a:gd name="f85" fmla="*/ f68 f19 1"/>
                  <a:gd name="f86" fmla="*/ f69 f18 1"/>
                  <a:gd name="f87" fmla="*/ f70 f19 1"/>
                  <a:gd name="f88" fmla="*/ f71 f18 1"/>
                  <a:gd name="f89" fmla="*/ f72 f19 1"/>
                </a:gdLst>
                <a:ahLst/>
                <a:cxnLst>
                  <a:cxn ang="3cd4">
                    <a:pos x="hc" y="t"/>
                  </a:cxn>
                  <a:cxn ang="0">
                    <a:pos x="r" y="vc"/>
                  </a:cxn>
                  <a:cxn ang="cd4">
                    <a:pos x="hc" y="b"/>
                  </a:cxn>
                  <a:cxn ang="cd2">
                    <a:pos x="l" y="vc"/>
                  </a:cxn>
                  <a:cxn ang="f42">
                    <a:pos x="f77" y="f78"/>
                  </a:cxn>
                  <a:cxn ang="f42">
                    <a:pos x="f77" y="f79"/>
                  </a:cxn>
                  <a:cxn ang="f42">
                    <a:pos x="f80" y="f81"/>
                  </a:cxn>
                  <a:cxn ang="f42">
                    <a:pos x="f82" y="f83"/>
                  </a:cxn>
                  <a:cxn ang="f42">
                    <a:pos x="f84" y="f85"/>
                  </a:cxn>
                  <a:cxn ang="f42">
                    <a:pos x="f86" y="f87"/>
                  </a:cxn>
                  <a:cxn ang="f42">
                    <a:pos x="f88" y="f89"/>
                  </a:cxn>
                  <a:cxn ang="f42">
                    <a:pos x="f77" y="f78"/>
                  </a:cxn>
                </a:cxnLst>
                <a:rect l="f73" t="f76" r="f74" b="f75"/>
                <a:pathLst>
                  <a:path w="880280" h="1624084">
                    <a:moveTo>
                      <a:pt x="f5" y="f5"/>
                    </a:moveTo>
                    <a:lnTo>
                      <a:pt x="f5" y="f8"/>
                    </a:lnTo>
                    <a:lnTo>
                      <a:pt x="f9" y="f10"/>
                    </a:lnTo>
                    <a:lnTo>
                      <a:pt x="f11" y="f7"/>
                    </a:lnTo>
                    <a:lnTo>
                      <a:pt x="f12" y="f13"/>
                    </a:lnTo>
                    <a:lnTo>
                      <a:pt x="f14" y="f15"/>
                    </a:lnTo>
                    <a:lnTo>
                      <a:pt x="f6" y="f16"/>
                    </a:lnTo>
                    <a:lnTo>
                      <a:pt x="f5" y="f5"/>
                    </a:lnTo>
                    <a:close/>
                  </a:path>
                </a:pathLst>
              </a:custGeom>
              <a:solidFill>
                <a:srgbClr val="FFFFFF"/>
              </a:solidFill>
              <a:ln w="12701" cap="flat">
                <a:solidFill>
                  <a:srgbClr val="000000"/>
                </a:solidFill>
                <a:prstDash val="solid"/>
                <a:miter/>
              </a:ln>
            </p:spPr>
            <p:txBody>
              <a:bodyPr vert="horz" wrap="square" lIns="179999" tIns="179999" rIns="179999" bIns="179999"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1600" b="0" i="0" u="none" strike="noStrike" kern="1200" cap="all" spc="0" baseline="0">
                  <a:solidFill>
                    <a:srgbClr val="FFFFFF"/>
                  </a:solidFill>
                  <a:uFillTx/>
                  <a:latin typeface="Calibri" pitchFamily="34"/>
                  <a:cs typeface="Calibri" pitchFamily="34"/>
                </a:endParaRPr>
              </a:p>
            </p:txBody>
          </p:sp>
        </p:grpSp>
        <p:grpSp>
          <p:nvGrpSpPr>
            <p:cNvPr id="34" name="Groep 17">
              <a:extLst>
                <a:ext uri="{FF2B5EF4-FFF2-40B4-BE49-F238E27FC236}">
                  <a16:creationId xmlns:a16="http://schemas.microsoft.com/office/drawing/2014/main" id="{68AA9D6F-BCA6-9B54-9F5D-890D8CD4C3A4}"/>
                </a:ext>
              </a:extLst>
            </p:cNvPr>
            <p:cNvGrpSpPr/>
            <p:nvPr/>
          </p:nvGrpSpPr>
          <p:grpSpPr>
            <a:xfrm>
              <a:off x="-3786164" y="5680655"/>
              <a:ext cx="3693380" cy="959690"/>
              <a:chOff x="-3786164" y="5680655"/>
              <a:chExt cx="3693380" cy="959690"/>
            </a:xfrm>
          </p:grpSpPr>
          <p:sp>
            <p:nvSpPr>
              <p:cNvPr id="35" name="Rechthoek 47">
                <a:extLst>
                  <a:ext uri="{FF2B5EF4-FFF2-40B4-BE49-F238E27FC236}">
                    <a16:creationId xmlns:a16="http://schemas.microsoft.com/office/drawing/2014/main" id="{32856EF7-A6E0-5811-1775-2176747A1A26}"/>
                  </a:ext>
                </a:extLst>
              </p:cNvPr>
              <p:cNvSpPr/>
              <p:nvPr/>
            </p:nvSpPr>
            <p:spPr>
              <a:xfrm>
                <a:off x="-3786164" y="5812347"/>
                <a:ext cx="3593637" cy="827998"/>
              </a:xfrm>
              <a:prstGeom prst="rect">
                <a:avLst/>
              </a:prstGeom>
              <a:solidFill>
                <a:srgbClr val="ECECEC"/>
              </a:solidFill>
              <a:ln w="6345" cap="flat">
                <a:solidFill>
                  <a:srgbClr val="ECECEC"/>
                </a:solidFill>
                <a:prstDash val="solid"/>
                <a:miter/>
              </a:ln>
            </p:spPr>
            <p:txBody>
              <a:bodyPr vert="horz" wrap="square" lIns="179999" tIns="143999" rIns="179999" bIns="143999"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1" i="0" u="none" strike="noStrike" kern="1200" cap="all" spc="0" baseline="0">
                    <a:solidFill>
                      <a:srgbClr val="211F26"/>
                    </a:solidFill>
                    <a:uFillTx/>
                    <a:latin typeface="Calibri" pitchFamily="34"/>
                    <a:cs typeface="Calibri" pitchFamily="34"/>
                  </a:rPr>
                  <a:t>Want to know more?</a:t>
                </a:r>
                <a:br>
                  <a:rPr lang="en-GB" sz="1200" b="1" i="0" u="none" strike="noStrike" kern="1200" cap="all" spc="0" baseline="0">
                    <a:solidFill>
                      <a:srgbClr val="211F26"/>
                    </a:solidFill>
                    <a:uFillTx/>
                    <a:latin typeface="Calibri" pitchFamily="34"/>
                    <a:cs typeface="Calibri" pitchFamily="34"/>
                  </a:rPr>
                </a:br>
                <a:r>
                  <a:rPr lang="en-GB" sz="1200" b="0" i="0" u="none" strike="noStrike" kern="1200" cap="none" spc="0" baseline="0">
                    <a:solidFill>
                      <a:srgbClr val="211F26"/>
                    </a:solidFill>
                    <a:uFillTx/>
                    <a:latin typeface="Calibri" pitchFamily="34"/>
                    <a:cs typeface="Calibri" pitchFamily="34"/>
                  </a:rPr>
                  <a:t>Go to the tab</a:t>
                </a:r>
                <a:r>
                  <a:rPr lang="en-GB" sz="1200" b="1" i="0" u="none" strike="noStrike" kern="1200" cap="all" spc="0" baseline="0">
                    <a:solidFill>
                      <a:srgbClr val="211F26"/>
                    </a:solidFill>
                    <a:uFillTx/>
                    <a:latin typeface="Calibri" pitchFamily="34"/>
                    <a:cs typeface="Calibri" pitchFamily="34"/>
                  </a:rPr>
                  <a:t> 'SLIDEBUILDER’ </a:t>
                </a:r>
                <a:r>
                  <a:rPr lang="en-GB" sz="1200" b="0" i="0" u="none" strike="noStrike" kern="1200" cap="none" spc="0" baseline="0">
                    <a:solidFill>
                      <a:srgbClr val="211F26"/>
                    </a:solidFill>
                    <a:uFillTx/>
                    <a:latin typeface="Calibri" pitchFamily="34"/>
                    <a:cs typeface="Calibri" pitchFamily="34"/>
                  </a:rPr>
                  <a:t>and click</a:t>
                </a:r>
                <a:br>
                  <a:rPr lang="en-GB" sz="1200" b="0" i="0" u="none" strike="noStrike" kern="1200" cap="none" spc="0" baseline="0">
                    <a:solidFill>
                      <a:srgbClr val="211F26"/>
                    </a:solidFill>
                    <a:uFillTx/>
                    <a:latin typeface="Calibri" pitchFamily="34"/>
                    <a:cs typeface="Calibri" pitchFamily="34"/>
                  </a:rPr>
                </a:br>
                <a:r>
                  <a:rPr lang="en-GB" sz="1200" b="0" i="0" u="none" strike="noStrike" kern="1200" cap="none" spc="0" baseline="0">
                    <a:solidFill>
                      <a:srgbClr val="211F26"/>
                    </a:solidFill>
                    <a:uFillTx/>
                    <a:latin typeface="Calibri" pitchFamily="34"/>
                    <a:cs typeface="Calibri" pitchFamily="34"/>
                  </a:rPr>
                  <a:t>on the button </a:t>
                </a:r>
                <a:r>
                  <a:rPr lang="en-GB" sz="1200" b="1" i="0" u="none" strike="noStrike" kern="1200" cap="all" spc="0" baseline="0">
                    <a:solidFill>
                      <a:srgbClr val="211F26"/>
                    </a:solidFill>
                    <a:uFillTx/>
                    <a:latin typeface="Calibri" pitchFamily="34"/>
                    <a:cs typeface="Calibri" pitchFamily="34"/>
                  </a:rPr>
                  <a:t>‘Inspiration'</a:t>
                </a:r>
              </a:p>
            </p:txBody>
          </p:sp>
          <p:grpSp>
            <p:nvGrpSpPr>
              <p:cNvPr id="36" name="ICOON_info">
                <a:extLst>
                  <a:ext uri="{FF2B5EF4-FFF2-40B4-BE49-F238E27FC236}">
                    <a16:creationId xmlns:a16="http://schemas.microsoft.com/office/drawing/2014/main" id="{62168614-7479-4D17-EC27-DE1979B6CCF2}"/>
                  </a:ext>
                </a:extLst>
              </p:cNvPr>
              <p:cNvGrpSpPr/>
              <p:nvPr/>
            </p:nvGrpSpPr>
            <p:grpSpPr>
              <a:xfrm>
                <a:off x="-376467" y="5680655"/>
                <a:ext cx="283683" cy="283683"/>
                <a:chOff x="-376467" y="5680655"/>
                <a:chExt cx="283683" cy="283683"/>
              </a:xfrm>
            </p:grpSpPr>
            <p:sp>
              <p:nvSpPr>
                <p:cNvPr id="37" name="Ovaal 55">
                  <a:extLst>
                    <a:ext uri="{FF2B5EF4-FFF2-40B4-BE49-F238E27FC236}">
                      <a16:creationId xmlns:a16="http://schemas.microsoft.com/office/drawing/2014/main" id="{924ACE20-CB8B-D448-D091-02C2CB4634FC}"/>
                    </a:ext>
                  </a:extLst>
                </p:cNvPr>
                <p:cNvSpPr/>
                <p:nvPr/>
              </p:nvSpPr>
              <p:spPr>
                <a:xfrm>
                  <a:off x="-356433" y="5700113"/>
                  <a:ext cx="244748" cy="244748"/>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211F26"/>
                </a:solidFill>
                <a:ln>
                  <a:noFill/>
                  <a:prstDash val="solid"/>
                </a:ln>
              </p:spPr>
              <p:txBody>
                <a:bodyPr vert="horz" wrap="square" lIns="179999" tIns="179999" rIns="179999" bIns="179999"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1600" b="0" i="0" u="none" strike="noStrike" kern="1200" cap="all" spc="0" baseline="0">
                    <a:solidFill>
                      <a:srgbClr val="FFFFFF"/>
                    </a:solidFill>
                    <a:uFillTx/>
                    <a:latin typeface="Calibri" pitchFamily="34"/>
                    <a:cs typeface="Calibri" pitchFamily="34"/>
                  </a:endParaRPr>
                </a:p>
              </p:txBody>
            </p:sp>
            <p:sp>
              <p:nvSpPr>
                <p:cNvPr id="38" name="Graphic 163" descr="Informatie">
                  <a:extLst>
                    <a:ext uri="{FF2B5EF4-FFF2-40B4-BE49-F238E27FC236}">
                      <a16:creationId xmlns:a16="http://schemas.microsoft.com/office/drawing/2014/main" id="{04BD3FE1-AAA3-07CD-5D99-ADA5115D60E7}"/>
                    </a:ext>
                  </a:extLst>
                </p:cNvPr>
                <p:cNvSpPr/>
                <p:nvPr/>
              </p:nvSpPr>
              <p:spPr>
                <a:xfrm>
                  <a:off x="-376467" y="5680655"/>
                  <a:ext cx="283683" cy="283683"/>
                </a:xfrm>
                <a:custGeom>
                  <a:avLst/>
                  <a:gdLst>
                    <a:gd name="f0" fmla="val 10800000"/>
                    <a:gd name="f1" fmla="val 5400000"/>
                    <a:gd name="f2" fmla="val 180"/>
                    <a:gd name="f3" fmla="val w"/>
                    <a:gd name="f4" fmla="val h"/>
                    <a:gd name="f5" fmla="val 0"/>
                    <a:gd name="f6" fmla="val 291719"/>
                    <a:gd name="f7" fmla="val 145860"/>
                    <a:gd name="f8" fmla="val 65253"/>
                    <a:gd name="f9" fmla="val 226467"/>
                    <a:gd name="f10" fmla="val 291720"/>
                    <a:gd name="f11" fmla="val 138183"/>
                    <a:gd name="f12" fmla="val 38384"/>
                    <a:gd name="f13" fmla="val 148931"/>
                    <a:gd name="f14" fmla="val 157375"/>
                    <a:gd name="f15" fmla="val 46829"/>
                    <a:gd name="f16" fmla="val 57576"/>
                    <a:gd name="f17" fmla="val 68324"/>
                    <a:gd name="f18" fmla="val 76768"/>
                    <a:gd name="f19" fmla="val 127435"/>
                    <a:gd name="f20" fmla="val 118991"/>
                    <a:gd name="f21" fmla="val 184244"/>
                    <a:gd name="f22" fmla="val 253336"/>
                    <a:gd name="f23" fmla="val 107476"/>
                    <a:gd name="f24" fmla="val 230305"/>
                    <a:gd name="f25" fmla="val 134345"/>
                    <a:gd name="f26" fmla="val 115153"/>
                    <a:gd name="f27" fmla="val 111314"/>
                    <a:gd name="f28" fmla="val 92122"/>
                    <a:gd name="f29" fmla="+- 0 0 -90"/>
                    <a:gd name="f30" fmla="*/ f3 1 291719"/>
                    <a:gd name="f31" fmla="*/ f4 1 291719"/>
                    <a:gd name="f32" fmla="val f5"/>
                    <a:gd name="f33" fmla="val f6"/>
                    <a:gd name="f34" fmla="*/ f29 f0 1"/>
                    <a:gd name="f35" fmla="+- f33 0 f32"/>
                    <a:gd name="f36" fmla="*/ f34 1 f2"/>
                    <a:gd name="f37" fmla="*/ f35 1 291719"/>
                    <a:gd name="f38" fmla="*/ 145860 f35 1"/>
                    <a:gd name="f39" fmla="*/ 0 f35 1"/>
                    <a:gd name="f40" fmla="*/ 291720 f35 1"/>
                    <a:gd name="f41" fmla="*/ 138183 f35 1"/>
                    <a:gd name="f42" fmla="*/ 38384 f35 1"/>
                    <a:gd name="f43" fmla="*/ 157375 f35 1"/>
                    <a:gd name="f44" fmla="*/ 57576 f35 1"/>
                    <a:gd name="f45" fmla="*/ 76768 f35 1"/>
                    <a:gd name="f46" fmla="*/ 118991 f35 1"/>
                    <a:gd name="f47" fmla="*/ 184244 f35 1"/>
                    <a:gd name="f48" fmla="*/ 253336 f35 1"/>
                    <a:gd name="f49" fmla="*/ 107476 f35 1"/>
                    <a:gd name="f50" fmla="*/ 230305 f35 1"/>
                    <a:gd name="f51" fmla="*/ 134345 f35 1"/>
                    <a:gd name="f52" fmla="*/ 115153 f35 1"/>
                    <a:gd name="f53" fmla="*/ 111314 f35 1"/>
                    <a:gd name="f54" fmla="*/ 92122 f35 1"/>
                    <a:gd name="f55" fmla="+- f36 0 f1"/>
                    <a:gd name="f56" fmla="*/ f38 1 291719"/>
                    <a:gd name="f57" fmla="*/ f39 1 291719"/>
                    <a:gd name="f58" fmla="*/ f40 1 291719"/>
                    <a:gd name="f59" fmla="*/ f41 1 291719"/>
                    <a:gd name="f60" fmla="*/ f42 1 291719"/>
                    <a:gd name="f61" fmla="*/ f43 1 291719"/>
                    <a:gd name="f62" fmla="*/ f44 1 291719"/>
                    <a:gd name="f63" fmla="*/ f45 1 291719"/>
                    <a:gd name="f64" fmla="*/ f46 1 291719"/>
                    <a:gd name="f65" fmla="*/ f47 1 291719"/>
                    <a:gd name="f66" fmla="*/ f48 1 291719"/>
                    <a:gd name="f67" fmla="*/ f49 1 291719"/>
                    <a:gd name="f68" fmla="*/ f50 1 291719"/>
                    <a:gd name="f69" fmla="*/ f51 1 291719"/>
                    <a:gd name="f70" fmla="*/ f52 1 291719"/>
                    <a:gd name="f71" fmla="*/ f53 1 291719"/>
                    <a:gd name="f72" fmla="*/ f54 1 291719"/>
                    <a:gd name="f73" fmla="*/ f32 1 f37"/>
                    <a:gd name="f74" fmla="*/ f33 1 f37"/>
                    <a:gd name="f75" fmla="*/ f56 1 f37"/>
                    <a:gd name="f76" fmla="*/ f57 1 f37"/>
                    <a:gd name="f77" fmla="*/ f58 1 f37"/>
                    <a:gd name="f78" fmla="*/ f59 1 f37"/>
                    <a:gd name="f79" fmla="*/ f60 1 f37"/>
                    <a:gd name="f80" fmla="*/ f61 1 f37"/>
                    <a:gd name="f81" fmla="*/ f62 1 f37"/>
                    <a:gd name="f82" fmla="*/ f63 1 f37"/>
                    <a:gd name="f83" fmla="*/ f64 1 f37"/>
                    <a:gd name="f84" fmla="*/ f65 1 f37"/>
                    <a:gd name="f85" fmla="*/ f66 1 f37"/>
                    <a:gd name="f86" fmla="*/ f67 1 f37"/>
                    <a:gd name="f87" fmla="*/ f68 1 f37"/>
                    <a:gd name="f88" fmla="*/ f69 1 f37"/>
                    <a:gd name="f89" fmla="*/ f70 1 f37"/>
                    <a:gd name="f90" fmla="*/ f71 1 f37"/>
                    <a:gd name="f91" fmla="*/ f72 1 f37"/>
                    <a:gd name="f92" fmla="*/ f73 f30 1"/>
                    <a:gd name="f93" fmla="*/ f74 f30 1"/>
                    <a:gd name="f94" fmla="*/ f74 f31 1"/>
                    <a:gd name="f95" fmla="*/ f73 f31 1"/>
                    <a:gd name="f96" fmla="*/ f75 f30 1"/>
                    <a:gd name="f97" fmla="*/ f76 f31 1"/>
                    <a:gd name="f98" fmla="*/ f76 f30 1"/>
                    <a:gd name="f99" fmla="*/ f75 f31 1"/>
                    <a:gd name="f100" fmla="*/ f77 f31 1"/>
                    <a:gd name="f101" fmla="*/ f77 f30 1"/>
                    <a:gd name="f102" fmla="*/ f78 f30 1"/>
                    <a:gd name="f103" fmla="*/ f79 f31 1"/>
                    <a:gd name="f104" fmla="*/ f80 f30 1"/>
                    <a:gd name="f105" fmla="*/ f81 f31 1"/>
                    <a:gd name="f106" fmla="*/ f82 f31 1"/>
                    <a:gd name="f107" fmla="*/ f83 f30 1"/>
                    <a:gd name="f108" fmla="*/ f84 f30 1"/>
                    <a:gd name="f109" fmla="*/ f85 f31 1"/>
                    <a:gd name="f110" fmla="*/ f86 f30 1"/>
                    <a:gd name="f111" fmla="*/ f87 f31 1"/>
                    <a:gd name="f112" fmla="*/ f88 f30 1"/>
                    <a:gd name="f113" fmla="*/ f89 f31 1"/>
                    <a:gd name="f114" fmla="*/ f90 f30 1"/>
                    <a:gd name="f115" fmla="*/ f91 f31 1"/>
                  </a:gdLst>
                  <a:ahLst/>
                  <a:cxnLst>
                    <a:cxn ang="3cd4">
                      <a:pos x="hc" y="t"/>
                    </a:cxn>
                    <a:cxn ang="0">
                      <a:pos x="r" y="vc"/>
                    </a:cxn>
                    <a:cxn ang="cd4">
                      <a:pos x="hc" y="b"/>
                    </a:cxn>
                    <a:cxn ang="cd2">
                      <a:pos x="l" y="vc"/>
                    </a:cxn>
                    <a:cxn ang="f55">
                      <a:pos x="f96" y="f97"/>
                    </a:cxn>
                    <a:cxn ang="f55">
                      <a:pos x="f98" y="f99"/>
                    </a:cxn>
                    <a:cxn ang="f55">
                      <a:pos x="f96" y="f100"/>
                    </a:cxn>
                    <a:cxn ang="f55">
                      <a:pos x="f101" y="f99"/>
                    </a:cxn>
                    <a:cxn ang="f55">
                      <a:pos x="f96" y="f97"/>
                    </a:cxn>
                    <a:cxn ang="f55">
                      <a:pos x="f102" y="f103"/>
                    </a:cxn>
                    <a:cxn ang="f55">
                      <a:pos x="f104" y="f105"/>
                    </a:cxn>
                    <a:cxn ang="f55">
                      <a:pos x="f102" y="f106"/>
                    </a:cxn>
                    <a:cxn ang="f55">
                      <a:pos x="f107" y="f105"/>
                    </a:cxn>
                    <a:cxn ang="f55">
                      <a:pos x="f102" y="f103"/>
                    </a:cxn>
                    <a:cxn ang="f55">
                      <a:pos x="f108" y="f109"/>
                    </a:cxn>
                    <a:cxn ang="f55">
                      <a:pos x="f110" y="f109"/>
                    </a:cxn>
                    <a:cxn ang="f55">
                      <a:pos x="f110" y="f111"/>
                    </a:cxn>
                    <a:cxn ang="f55">
                      <a:pos x="f112" y="f111"/>
                    </a:cxn>
                    <a:cxn ang="f55">
                      <a:pos x="f112" y="f113"/>
                    </a:cxn>
                    <a:cxn ang="f55">
                      <a:pos x="f114" y="f113"/>
                    </a:cxn>
                    <a:cxn ang="f55">
                      <a:pos x="f114" y="f115"/>
                    </a:cxn>
                    <a:cxn ang="f55">
                      <a:pos x="f104" y="f115"/>
                    </a:cxn>
                    <a:cxn ang="f55">
                      <a:pos x="f104" y="f113"/>
                    </a:cxn>
                    <a:cxn ang="f55">
                      <a:pos x="f104" y="f111"/>
                    </a:cxn>
                    <a:cxn ang="f55">
                      <a:pos x="f108" y="f111"/>
                    </a:cxn>
                    <a:cxn ang="f55">
                      <a:pos x="f108" y="f109"/>
                    </a:cxn>
                  </a:cxnLst>
                  <a:rect l="f92" t="f95" r="f93" b="f94"/>
                  <a:pathLst>
                    <a:path w="291719" h="291719">
                      <a:moveTo>
                        <a:pt x="f7" y="f5"/>
                      </a:moveTo>
                      <a:cubicBezTo>
                        <a:pt x="f8" y="f5"/>
                        <a:pt x="f5" y="f8"/>
                        <a:pt x="f5" y="f7"/>
                      </a:cubicBezTo>
                      <a:cubicBezTo>
                        <a:pt x="f5" y="f9"/>
                        <a:pt x="f8" y="f10"/>
                        <a:pt x="f7" y="f10"/>
                      </a:cubicBezTo>
                      <a:cubicBezTo>
                        <a:pt x="f9" y="f10"/>
                        <a:pt x="f10" y="f9"/>
                        <a:pt x="f10" y="f7"/>
                      </a:cubicBezTo>
                      <a:cubicBezTo>
                        <a:pt x="f10" y="f8"/>
                        <a:pt x="f9" y="f5"/>
                        <a:pt x="f7" y="f5"/>
                      </a:cubicBezTo>
                      <a:close/>
                      <a:moveTo>
                        <a:pt x="f11" y="f12"/>
                      </a:moveTo>
                      <a:cubicBezTo>
                        <a:pt x="f13" y="f12"/>
                        <a:pt x="f14" y="f15"/>
                        <a:pt x="f14" y="f16"/>
                      </a:cubicBezTo>
                      <a:cubicBezTo>
                        <a:pt x="f14" y="f17"/>
                        <a:pt x="f13" y="f18"/>
                        <a:pt x="f11" y="f18"/>
                      </a:cubicBezTo>
                      <a:cubicBezTo>
                        <a:pt x="f19" y="f18"/>
                        <a:pt x="f20" y="f17"/>
                        <a:pt x="f20" y="f16"/>
                      </a:cubicBezTo>
                      <a:cubicBezTo>
                        <a:pt x="f20" y="f15"/>
                        <a:pt x="f19" y="f12"/>
                        <a:pt x="f11" y="f12"/>
                      </a:cubicBezTo>
                      <a:close/>
                      <a:moveTo>
                        <a:pt x="f21" y="f22"/>
                      </a:moveTo>
                      <a:lnTo>
                        <a:pt x="f23" y="f22"/>
                      </a:lnTo>
                      <a:lnTo>
                        <a:pt x="f23" y="f24"/>
                      </a:lnTo>
                      <a:lnTo>
                        <a:pt x="f25" y="f24"/>
                      </a:lnTo>
                      <a:lnTo>
                        <a:pt x="f25" y="f26"/>
                      </a:lnTo>
                      <a:lnTo>
                        <a:pt x="f27" y="f26"/>
                      </a:lnTo>
                      <a:lnTo>
                        <a:pt x="f27" y="f28"/>
                      </a:lnTo>
                      <a:lnTo>
                        <a:pt x="f14" y="f28"/>
                      </a:lnTo>
                      <a:lnTo>
                        <a:pt x="f14" y="f26"/>
                      </a:lnTo>
                      <a:lnTo>
                        <a:pt x="f14" y="f24"/>
                      </a:lnTo>
                      <a:lnTo>
                        <a:pt x="f21" y="f24"/>
                      </a:lnTo>
                      <a:lnTo>
                        <a:pt x="f21" y="f22"/>
                      </a:lnTo>
                      <a:close/>
                    </a:path>
                  </a:pathLst>
                </a:custGeom>
                <a:solidFill>
                  <a:srgbClr val="1FF524"/>
                </a:solidFill>
                <a:ln>
                  <a:noFill/>
                  <a:prstDash val="soli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2000" b="0" i="0" u="none" strike="noStrike" kern="1200" cap="none" spc="0" baseline="0">
                    <a:solidFill>
                      <a:srgbClr val="211F26"/>
                    </a:solidFill>
                    <a:uFillTx/>
                    <a:latin typeface="Calibri" pitchFamily="34"/>
                    <a:cs typeface="Calibri" pitchFamily="34"/>
                  </a:endParaRPr>
                </a:p>
              </p:txBody>
            </p:sp>
          </p:grpSp>
          <p:grpSp>
            <p:nvGrpSpPr>
              <p:cNvPr id="39" name="Groep 49">
                <a:extLst>
                  <a:ext uri="{FF2B5EF4-FFF2-40B4-BE49-F238E27FC236}">
                    <a16:creationId xmlns:a16="http://schemas.microsoft.com/office/drawing/2014/main" id="{733A1720-731B-4EA1-93D2-3264F58ACC5F}"/>
                  </a:ext>
                </a:extLst>
              </p:cNvPr>
              <p:cNvGrpSpPr/>
              <p:nvPr/>
            </p:nvGrpSpPr>
            <p:grpSpPr>
              <a:xfrm>
                <a:off x="-938165" y="5938003"/>
                <a:ext cx="627799" cy="576684"/>
                <a:chOff x="-938165" y="5938003"/>
                <a:chExt cx="627799" cy="576684"/>
              </a:xfrm>
            </p:grpSpPr>
            <p:grpSp>
              <p:nvGrpSpPr>
                <p:cNvPr id="40" name="Inspireren">
                  <a:extLst>
                    <a:ext uri="{FF2B5EF4-FFF2-40B4-BE49-F238E27FC236}">
                      <a16:creationId xmlns:a16="http://schemas.microsoft.com/office/drawing/2014/main" id="{3CA1116E-B143-1CC5-2807-742FB796A59A}"/>
                    </a:ext>
                  </a:extLst>
                </p:cNvPr>
                <p:cNvGrpSpPr/>
                <p:nvPr/>
              </p:nvGrpSpPr>
              <p:grpSpPr>
                <a:xfrm>
                  <a:off x="-715847" y="5938003"/>
                  <a:ext cx="169776" cy="242380"/>
                  <a:chOff x="-715847" y="5938003"/>
                  <a:chExt cx="169776" cy="242380"/>
                </a:xfrm>
              </p:grpSpPr>
              <p:sp>
                <p:nvSpPr>
                  <p:cNvPr id="41" name="Freeform 12">
                    <a:extLst>
                      <a:ext uri="{FF2B5EF4-FFF2-40B4-BE49-F238E27FC236}">
                        <a16:creationId xmlns:a16="http://schemas.microsoft.com/office/drawing/2014/main" id="{5C508D44-B8AF-4D99-CCA4-56AA9AE33CBC}"/>
                      </a:ext>
                    </a:extLst>
                  </p:cNvPr>
                  <p:cNvSpPr/>
                  <p:nvPr/>
                </p:nvSpPr>
                <p:spPr>
                  <a:xfrm>
                    <a:off x="-665646" y="6024826"/>
                    <a:ext cx="68726" cy="62051"/>
                  </a:xfrm>
                  <a:custGeom>
                    <a:avLst/>
                    <a:gdLst>
                      <a:gd name="f0" fmla="val 10800000"/>
                      <a:gd name="f1" fmla="val 5400000"/>
                      <a:gd name="f2" fmla="val 180"/>
                      <a:gd name="f3" fmla="val w"/>
                      <a:gd name="f4" fmla="val h"/>
                      <a:gd name="f5" fmla="val 0"/>
                      <a:gd name="f6" fmla="val 319"/>
                      <a:gd name="f7" fmla="val 288"/>
                      <a:gd name="f8" fmla="val 220"/>
                      <a:gd name="f9" fmla="val 107"/>
                      <a:gd name="f10" fmla="+- 0 0 -90"/>
                      <a:gd name="f11" fmla="*/ f3 1 319"/>
                      <a:gd name="f12" fmla="*/ f4 1 288"/>
                      <a:gd name="f13" fmla="val f5"/>
                      <a:gd name="f14" fmla="val f6"/>
                      <a:gd name="f15" fmla="val f7"/>
                      <a:gd name="f16" fmla="*/ f10 f0 1"/>
                      <a:gd name="f17" fmla="+- f15 0 f13"/>
                      <a:gd name="f18" fmla="+- f14 0 f13"/>
                      <a:gd name="f19" fmla="*/ f16 1 f2"/>
                      <a:gd name="f20" fmla="*/ f18 1 319"/>
                      <a:gd name="f21" fmla="*/ f17 1 288"/>
                      <a:gd name="f22" fmla="*/ 220 f18 1"/>
                      <a:gd name="f23" fmla="*/ 288 f17 1"/>
                      <a:gd name="f24" fmla="*/ 107 f18 1"/>
                      <a:gd name="f25" fmla="*/ 0 f18 1"/>
                      <a:gd name="f26" fmla="*/ 0 f17 1"/>
                      <a:gd name="f27" fmla="*/ 319 f18 1"/>
                      <a:gd name="f28" fmla="+- f19 0 f1"/>
                      <a:gd name="f29" fmla="*/ f22 1 319"/>
                      <a:gd name="f30" fmla="*/ f23 1 288"/>
                      <a:gd name="f31" fmla="*/ f24 1 319"/>
                      <a:gd name="f32" fmla="*/ f25 1 319"/>
                      <a:gd name="f33" fmla="*/ f26 1 288"/>
                      <a:gd name="f34" fmla="*/ f27 1 319"/>
                      <a:gd name="f35" fmla="*/ 0 1 f20"/>
                      <a:gd name="f36" fmla="*/ f14 1 f20"/>
                      <a:gd name="f37" fmla="*/ 0 1 f21"/>
                      <a:gd name="f38" fmla="*/ f15 1 f21"/>
                      <a:gd name="f39" fmla="*/ f29 1 f20"/>
                      <a:gd name="f40" fmla="*/ f30 1 f21"/>
                      <a:gd name="f41" fmla="*/ f31 1 f20"/>
                      <a:gd name="f42" fmla="*/ f32 1 f20"/>
                      <a:gd name="f43" fmla="*/ f33 1 f21"/>
                      <a:gd name="f44" fmla="*/ f34 1 f20"/>
                      <a:gd name="f45" fmla="*/ f35 f11 1"/>
                      <a:gd name="f46" fmla="*/ f36 f11 1"/>
                      <a:gd name="f47" fmla="*/ f38 f12 1"/>
                      <a:gd name="f48" fmla="*/ f37 f12 1"/>
                      <a:gd name="f49" fmla="*/ f39 f11 1"/>
                      <a:gd name="f50" fmla="*/ f40 f12 1"/>
                      <a:gd name="f51" fmla="*/ f41 f11 1"/>
                      <a:gd name="f52" fmla="*/ f42 f11 1"/>
                      <a:gd name="f53" fmla="*/ f43 f12 1"/>
                      <a:gd name="f54" fmla="*/ f44 f11 1"/>
                    </a:gdLst>
                    <a:ahLst/>
                    <a:cxnLst>
                      <a:cxn ang="3cd4">
                        <a:pos x="hc" y="t"/>
                      </a:cxn>
                      <a:cxn ang="0">
                        <a:pos x="r" y="vc"/>
                      </a:cxn>
                      <a:cxn ang="cd4">
                        <a:pos x="hc" y="b"/>
                      </a:cxn>
                      <a:cxn ang="cd2">
                        <a:pos x="l" y="vc"/>
                      </a:cxn>
                      <a:cxn ang="f28">
                        <a:pos x="f49" y="f50"/>
                      </a:cxn>
                      <a:cxn ang="f28">
                        <a:pos x="f51" y="f50"/>
                      </a:cxn>
                      <a:cxn ang="f28">
                        <a:pos x="f52" y="f53"/>
                      </a:cxn>
                      <a:cxn ang="f28">
                        <a:pos x="f54" y="f53"/>
                      </a:cxn>
                      <a:cxn ang="f28">
                        <a:pos x="f49" y="f50"/>
                      </a:cxn>
                    </a:cxnLst>
                    <a:rect l="f45" t="f48" r="f46" b="f47"/>
                    <a:pathLst>
                      <a:path w="319" h="288">
                        <a:moveTo>
                          <a:pt x="f8" y="f7"/>
                        </a:moveTo>
                        <a:lnTo>
                          <a:pt x="f9" y="f7"/>
                        </a:lnTo>
                        <a:lnTo>
                          <a:pt x="f5" y="f5"/>
                        </a:lnTo>
                        <a:lnTo>
                          <a:pt x="f6" y="f5"/>
                        </a:lnTo>
                        <a:lnTo>
                          <a:pt x="f8" y="f7"/>
                        </a:lnTo>
                        <a:close/>
                      </a:path>
                    </a:pathLst>
                  </a:custGeom>
                  <a:solidFill>
                    <a:srgbClr val="1FF524"/>
                  </a:solidFill>
                  <a:ln>
                    <a:noFill/>
                    <a:prstDash val="solid"/>
                  </a:ln>
                </p:spPr>
                <p:txBody>
                  <a:bodyPr vert="horz" wrap="square" lIns="91440" tIns="45720" rIns="91440" bIns="45720" anchor="t"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300" b="0" i="0" u="none" strike="noStrike" kern="0" cap="none" spc="0" baseline="0">
                      <a:solidFill>
                        <a:srgbClr val="211F26"/>
                      </a:solidFill>
                      <a:uFillTx/>
                      <a:latin typeface="Arial"/>
                    </a:endParaRPr>
                  </a:p>
                </p:txBody>
              </p:sp>
              <p:sp>
                <p:nvSpPr>
                  <p:cNvPr id="42" name="Freeform 13">
                    <a:extLst>
                      <a:ext uri="{FF2B5EF4-FFF2-40B4-BE49-F238E27FC236}">
                        <a16:creationId xmlns:a16="http://schemas.microsoft.com/office/drawing/2014/main" id="{EEF1C99C-6FBF-025A-050B-8BE8E21ABB42}"/>
                      </a:ext>
                    </a:extLst>
                  </p:cNvPr>
                  <p:cNvSpPr/>
                  <p:nvPr/>
                </p:nvSpPr>
                <p:spPr>
                  <a:xfrm>
                    <a:off x="-661120" y="6156252"/>
                    <a:ext cx="60761" cy="24131"/>
                  </a:xfrm>
                  <a:custGeom>
                    <a:avLst/>
                    <a:gdLst>
                      <a:gd name="f0" fmla="val 10800000"/>
                      <a:gd name="f1" fmla="val 5400000"/>
                      <a:gd name="f2" fmla="val 180"/>
                      <a:gd name="f3" fmla="val w"/>
                      <a:gd name="f4" fmla="val h"/>
                      <a:gd name="f5" fmla="val 0"/>
                      <a:gd name="f6" fmla="val 251"/>
                      <a:gd name="f7" fmla="val 100"/>
                      <a:gd name="f8" fmla="val 229"/>
                      <a:gd name="f9" fmla="val 70"/>
                      <a:gd name="f10" fmla="val 69"/>
                      <a:gd name="f11" fmla="val 22"/>
                      <a:gd name="f12" fmla="val 27"/>
                      <a:gd name="f13" fmla="val 87"/>
                      <a:gd name="f14" fmla="val 44"/>
                      <a:gd name="f15" fmla="val 63"/>
                      <a:gd name="f16" fmla="val 188"/>
                      <a:gd name="f17" fmla="val 207"/>
                      <a:gd name="f18" fmla="val 223"/>
                      <a:gd name="f19" fmla="val 88"/>
                      <a:gd name="f20" fmla="val 71"/>
                      <a:gd name="f21" fmla="+- 0 0 -90"/>
                      <a:gd name="f22" fmla="*/ f3 1 251"/>
                      <a:gd name="f23" fmla="*/ f4 1 100"/>
                      <a:gd name="f24" fmla="val f5"/>
                      <a:gd name="f25" fmla="val f6"/>
                      <a:gd name="f26" fmla="val f7"/>
                      <a:gd name="f27" fmla="*/ f21 f0 1"/>
                      <a:gd name="f28" fmla="+- f26 0 f24"/>
                      <a:gd name="f29" fmla="+- f25 0 f24"/>
                      <a:gd name="f30" fmla="*/ f27 1 f2"/>
                      <a:gd name="f31" fmla="*/ f29 1 251"/>
                      <a:gd name="f32" fmla="*/ f28 1 100"/>
                      <a:gd name="f33" fmla="*/ 229 f29 1"/>
                      <a:gd name="f34" fmla="*/ 70 f28 1"/>
                      <a:gd name="f35" fmla="*/ 69 f28 1"/>
                      <a:gd name="f36" fmla="*/ 251 f29 1"/>
                      <a:gd name="f37" fmla="*/ 0 f28 1"/>
                      <a:gd name="f38" fmla="*/ 0 f29 1"/>
                      <a:gd name="f39" fmla="*/ 22 f29 1"/>
                      <a:gd name="f40" fmla="*/ 63 f29 1"/>
                      <a:gd name="f41" fmla="*/ 100 f28 1"/>
                      <a:gd name="f42" fmla="*/ 188 f29 1"/>
                      <a:gd name="f43" fmla="*/ 71 f28 1"/>
                      <a:gd name="f44" fmla="+- f30 0 f1"/>
                      <a:gd name="f45" fmla="*/ f33 1 251"/>
                      <a:gd name="f46" fmla="*/ f34 1 100"/>
                      <a:gd name="f47" fmla="*/ f35 1 100"/>
                      <a:gd name="f48" fmla="*/ f36 1 251"/>
                      <a:gd name="f49" fmla="*/ f37 1 100"/>
                      <a:gd name="f50" fmla="*/ f38 1 251"/>
                      <a:gd name="f51" fmla="*/ f39 1 251"/>
                      <a:gd name="f52" fmla="*/ f40 1 251"/>
                      <a:gd name="f53" fmla="*/ f41 1 100"/>
                      <a:gd name="f54" fmla="*/ f42 1 251"/>
                      <a:gd name="f55" fmla="*/ f43 1 100"/>
                      <a:gd name="f56" fmla="*/ 0 1 f31"/>
                      <a:gd name="f57" fmla="*/ f25 1 f31"/>
                      <a:gd name="f58" fmla="*/ 0 1 f32"/>
                      <a:gd name="f59" fmla="*/ f26 1 f32"/>
                      <a:gd name="f60" fmla="*/ f45 1 f31"/>
                      <a:gd name="f61" fmla="*/ f46 1 f32"/>
                      <a:gd name="f62" fmla="*/ f47 1 f32"/>
                      <a:gd name="f63" fmla="*/ f48 1 f31"/>
                      <a:gd name="f64" fmla="*/ f49 1 f32"/>
                      <a:gd name="f65" fmla="*/ f50 1 f31"/>
                      <a:gd name="f66" fmla="*/ f51 1 f31"/>
                      <a:gd name="f67" fmla="*/ f52 1 f31"/>
                      <a:gd name="f68" fmla="*/ f53 1 f32"/>
                      <a:gd name="f69" fmla="*/ f54 1 f31"/>
                      <a:gd name="f70" fmla="*/ f55 1 f32"/>
                      <a:gd name="f71" fmla="*/ f56 f22 1"/>
                      <a:gd name="f72" fmla="*/ f57 f22 1"/>
                      <a:gd name="f73" fmla="*/ f59 f23 1"/>
                      <a:gd name="f74" fmla="*/ f58 f23 1"/>
                      <a:gd name="f75" fmla="*/ f60 f22 1"/>
                      <a:gd name="f76" fmla="*/ f61 f23 1"/>
                      <a:gd name="f77" fmla="*/ f62 f23 1"/>
                      <a:gd name="f78" fmla="*/ f63 f22 1"/>
                      <a:gd name="f79" fmla="*/ f64 f23 1"/>
                      <a:gd name="f80" fmla="*/ f65 f22 1"/>
                      <a:gd name="f81" fmla="*/ f66 f22 1"/>
                      <a:gd name="f82" fmla="*/ f67 f22 1"/>
                      <a:gd name="f83" fmla="*/ f68 f23 1"/>
                      <a:gd name="f84" fmla="*/ f69 f22 1"/>
                      <a:gd name="f85" fmla="*/ f70 f23 1"/>
                    </a:gdLst>
                    <a:ahLst/>
                    <a:cxnLst>
                      <a:cxn ang="3cd4">
                        <a:pos x="hc" y="t"/>
                      </a:cxn>
                      <a:cxn ang="0">
                        <a:pos x="r" y="vc"/>
                      </a:cxn>
                      <a:cxn ang="cd4">
                        <a:pos x="hc" y="b"/>
                      </a:cxn>
                      <a:cxn ang="cd2">
                        <a:pos x="l" y="vc"/>
                      </a:cxn>
                      <a:cxn ang="f44">
                        <a:pos x="f75" y="f76"/>
                      </a:cxn>
                      <a:cxn ang="f44">
                        <a:pos x="f75" y="f77"/>
                      </a:cxn>
                      <a:cxn ang="f44">
                        <a:pos x="f78" y="f79"/>
                      </a:cxn>
                      <a:cxn ang="f44">
                        <a:pos x="f80" y="f79"/>
                      </a:cxn>
                      <a:cxn ang="f44">
                        <a:pos x="f81" y="f77"/>
                      </a:cxn>
                      <a:cxn ang="f44">
                        <a:pos x="f82" y="f83"/>
                      </a:cxn>
                      <a:cxn ang="f44">
                        <a:pos x="f84" y="f83"/>
                      </a:cxn>
                      <a:cxn ang="f44">
                        <a:pos x="f75" y="f85"/>
                      </a:cxn>
                      <a:cxn ang="f44">
                        <a:pos x="f75" y="f85"/>
                      </a:cxn>
                      <a:cxn ang="f44">
                        <a:pos x="f75" y="f76"/>
                      </a:cxn>
                    </a:cxnLst>
                    <a:rect l="f71" t="f74" r="f72" b="f73"/>
                    <a:pathLst>
                      <a:path w="251" h="100">
                        <a:moveTo>
                          <a:pt x="f8" y="f9"/>
                        </a:moveTo>
                        <a:cubicBezTo>
                          <a:pt x="f8" y="f9"/>
                          <a:pt x="f8" y="f10"/>
                          <a:pt x="f8" y="f10"/>
                        </a:cubicBezTo>
                        <a:cubicBezTo>
                          <a:pt x="f6" y="f5"/>
                          <a:pt x="f6" y="f5"/>
                          <a:pt x="f6" y="f5"/>
                        </a:cubicBezTo>
                        <a:cubicBezTo>
                          <a:pt x="f5" y="f5"/>
                          <a:pt x="f5" y="f5"/>
                          <a:pt x="f5" y="f5"/>
                        </a:cubicBezTo>
                        <a:cubicBezTo>
                          <a:pt x="f11" y="f10"/>
                          <a:pt x="f11" y="f10"/>
                          <a:pt x="f11" y="f10"/>
                        </a:cubicBezTo>
                        <a:cubicBezTo>
                          <a:pt x="f12" y="f13"/>
                          <a:pt x="f14" y="f7"/>
                          <a:pt x="f15" y="f7"/>
                        </a:cubicBezTo>
                        <a:cubicBezTo>
                          <a:pt x="f16" y="f7"/>
                          <a:pt x="f16" y="f7"/>
                          <a:pt x="f16" y="f7"/>
                        </a:cubicBezTo>
                        <a:cubicBezTo>
                          <a:pt x="f17" y="f7"/>
                          <a:pt x="f18" y="f19"/>
                          <a:pt x="f8" y="f20"/>
                        </a:cubicBezTo>
                        <a:cubicBezTo>
                          <a:pt x="f8" y="f20"/>
                          <a:pt x="f8" y="f20"/>
                          <a:pt x="f8" y="f20"/>
                        </a:cubicBezTo>
                        <a:lnTo>
                          <a:pt x="f8" y="f9"/>
                        </a:lnTo>
                        <a:close/>
                      </a:path>
                    </a:pathLst>
                  </a:custGeom>
                  <a:gradFill>
                    <a:gsLst>
                      <a:gs pos="0">
                        <a:srgbClr val="9D9FA1"/>
                      </a:gs>
                      <a:gs pos="100000">
                        <a:srgbClr val="211F26"/>
                      </a:gs>
                    </a:gsLst>
                    <a:lin ang="2700000"/>
                  </a:gradFill>
                  <a:ln>
                    <a:noFill/>
                    <a:prstDash val="solid"/>
                  </a:ln>
                </p:spPr>
                <p:txBody>
                  <a:bodyPr vert="horz" wrap="square" lIns="91440" tIns="45720" rIns="91440" bIns="45720" anchor="t"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300" b="0" i="0" u="none" strike="noStrike" kern="0" cap="none" spc="0" baseline="0">
                      <a:solidFill>
                        <a:srgbClr val="211F26"/>
                      </a:solidFill>
                      <a:uFillTx/>
                      <a:latin typeface="Arial"/>
                    </a:endParaRPr>
                  </a:p>
                </p:txBody>
              </p:sp>
              <p:sp>
                <p:nvSpPr>
                  <p:cNvPr id="43" name="Freeform 14">
                    <a:extLst>
                      <a:ext uri="{FF2B5EF4-FFF2-40B4-BE49-F238E27FC236}">
                        <a16:creationId xmlns:a16="http://schemas.microsoft.com/office/drawing/2014/main" id="{05C09F5B-BF35-0B17-C973-FBB056B14EE0}"/>
                      </a:ext>
                    </a:extLst>
                  </p:cNvPr>
                  <p:cNvSpPr/>
                  <p:nvPr/>
                </p:nvSpPr>
                <p:spPr>
                  <a:xfrm>
                    <a:off x="-715847" y="5938003"/>
                    <a:ext cx="169776" cy="208126"/>
                  </a:xfrm>
                  <a:custGeom>
                    <a:avLst/>
                    <a:gdLst>
                      <a:gd name="f0" fmla="val 10800000"/>
                      <a:gd name="f1" fmla="val 5400000"/>
                      <a:gd name="f2" fmla="val 180"/>
                      <a:gd name="f3" fmla="val w"/>
                      <a:gd name="f4" fmla="val h"/>
                      <a:gd name="f5" fmla="val 0"/>
                      <a:gd name="f6" fmla="val 702"/>
                      <a:gd name="f7" fmla="val 860"/>
                      <a:gd name="f8" fmla="val 351"/>
                      <a:gd name="f9" fmla="val 157"/>
                      <a:gd name="f10" fmla="val 463"/>
                      <a:gd name="f11" fmla="val 52"/>
                      <a:gd name="f12" fmla="val 562"/>
                      <a:gd name="f13" fmla="val 134"/>
                      <a:gd name="f14" fmla="val 627"/>
                      <a:gd name="f15" fmla="val 165"/>
                      <a:gd name="f16" fmla="val 718"/>
                      <a:gd name="f17" fmla="val 266"/>
                      <a:gd name="f18" fmla="val 434"/>
                      <a:gd name="f19" fmla="val 419"/>
                      <a:gd name="f20" fmla="val 760"/>
                      <a:gd name="f21" fmla="val 284"/>
                      <a:gd name="f22" fmla="val 179"/>
                      <a:gd name="f23" fmla="val 212"/>
                      <a:gd name="f24" fmla="val 216"/>
                      <a:gd name="f25" fmla="val 488"/>
                      <a:gd name="f26" fmla="val 491"/>
                      <a:gd name="f27" fmla="val 570"/>
                      <a:gd name="f28" fmla="val 625"/>
                      <a:gd name="f29" fmla="val 651"/>
                      <a:gd name="f30" fmla="val 560"/>
                      <a:gd name="f31" fmla="val 461"/>
                      <a:gd name="f32" fmla="val 545"/>
                      <a:gd name="f33" fmla="val 587"/>
                      <a:gd name="f34" fmla="val 438"/>
                      <a:gd name="f35" fmla="val 568"/>
                      <a:gd name="f36" fmla="val 490"/>
                      <a:gd name="f37" fmla="val 531"/>
                      <a:gd name="f38" fmla="val 534"/>
                      <a:gd name="f39" fmla="val 485"/>
                      <a:gd name="f40" fmla="val 563"/>
                      <a:gd name="f41" fmla="val 454"/>
                      <a:gd name="f42" fmla="val 658"/>
                      <a:gd name="f43" fmla="val 250"/>
                      <a:gd name="f44" fmla="val 219"/>
                      <a:gd name="f45" fmla="val 565"/>
                      <a:gd name="f46" fmla="val 172"/>
                      <a:gd name="f47" fmla="val 536"/>
                      <a:gd name="f48" fmla="val 135"/>
                      <a:gd name="f49" fmla="val 115"/>
                      <a:gd name="f50" fmla="val 439"/>
                      <a:gd name="f51" fmla="val 105"/>
                      <a:gd name="f52" fmla="val 411"/>
                      <a:gd name="f53" fmla="val 99"/>
                      <a:gd name="f54" fmla="val 382"/>
                      <a:gd name="f55" fmla="val 603"/>
                      <a:gd name="f56" fmla="val 381"/>
                      <a:gd name="f57" fmla="val 597"/>
                      <a:gd name="f58" fmla="+- 0 0 -90"/>
                      <a:gd name="f59" fmla="*/ f3 1 702"/>
                      <a:gd name="f60" fmla="*/ f4 1 860"/>
                      <a:gd name="f61" fmla="val f5"/>
                      <a:gd name="f62" fmla="val f6"/>
                      <a:gd name="f63" fmla="val f7"/>
                      <a:gd name="f64" fmla="*/ f58 f0 1"/>
                      <a:gd name="f65" fmla="+- f63 0 f61"/>
                      <a:gd name="f66" fmla="+- f62 0 f61"/>
                      <a:gd name="f67" fmla="*/ f64 1 f2"/>
                      <a:gd name="f68" fmla="*/ f66 1 702"/>
                      <a:gd name="f69" fmla="*/ f65 1 860"/>
                      <a:gd name="f70" fmla="*/ 351 f66 1"/>
                      <a:gd name="f71" fmla="*/ 0 f65 1"/>
                      <a:gd name="f72" fmla="*/ 0 f66 1"/>
                      <a:gd name="f73" fmla="*/ 351 f65 1"/>
                      <a:gd name="f74" fmla="*/ 134 f66 1"/>
                      <a:gd name="f75" fmla="*/ 627 f65 1"/>
                      <a:gd name="f76" fmla="*/ 165 f66 1"/>
                      <a:gd name="f77" fmla="*/ 718 f65 1"/>
                      <a:gd name="f78" fmla="*/ 266 f66 1"/>
                      <a:gd name="f79" fmla="*/ 434 f66 1"/>
                      <a:gd name="f80" fmla="*/ 419 f66 1"/>
                      <a:gd name="f81" fmla="*/ 760 f65 1"/>
                      <a:gd name="f82" fmla="*/ 284 f66 1"/>
                      <a:gd name="f83" fmla="*/ 179 f66 1"/>
                      <a:gd name="f84" fmla="*/ 212 f66 1"/>
                      <a:gd name="f85" fmla="*/ 860 f65 1"/>
                      <a:gd name="f86" fmla="*/ 216 f66 1"/>
                      <a:gd name="f87" fmla="*/ 488 f66 1"/>
                      <a:gd name="f88" fmla="*/ 491 f66 1"/>
                      <a:gd name="f89" fmla="*/ 570 f66 1"/>
                      <a:gd name="f90" fmla="*/ 625 f65 1"/>
                      <a:gd name="f91" fmla="*/ 702 f66 1"/>
                      <a:gd name="f92" fmla="*/ 587 f66 1"/>
                      <a:gd name="f93" fmla="*/ 438 f65 1"/>
                      <a:gd name="f94" fmla="*/ 485 f66 1"/>
                      <a:gd name="f95" fmla="*/ 563 f65 1"/>
                      <a:gd name="f96" fmla="*/ 454 f66 1"/>
                      <a:gd name="f97" fmla="*/ 658 f65 1"/>
                      <a:gd name="f98" fmla="*/ 250 f66 1"/>
                      <a:gd name="f99" fmla="*/ 219 f66 1"/>
                      <a:gd name="f100" fmla="*/ 565 f65 1"/>
                      <a:gd name="f101" fmla="*/ 115 f66 1"/>
                      <a:gd name="f102" fmla="*/ 439 f65 1"/>
                      <a:gd name="f103" fmla="*/ 99 f66 1"/>
                      <a:gd name="f104" fmla="*/ 99 f65 1"/>
                      <a:gd name="f105" fmla="*/ 603 f66 1"/>
                      <a:gd name="f106" fmla="+- f67 0 f1"/>
                      <a:gd name="f107" fmla="*/ f70 1 702"/>
                      <a:gd name="f108" fmla="*/ f71 1 860"/>
                      <a:gd name="f109" fmla="*/ f72 1 702"/>
                      <a:gd name="f110" fmla="*/ f73 1 860"/>
                      <a:gd name="f111" fmla="*/ f74 1 702"/>
                      <a:gd name="f112" fmla="*/ f75 1 860"/>
                      <a:gd name="f113" fmla="*/ f76 1 702"/>
                      <a:gd name="f114" fmla="*/ f77 1 860"/>
                      <a:gd name="f115" fmla="*/ f78 1 702"/>
                      <a:gd name="f116" fmla="*/ f79 1 702"/>
                      <a:gd name="f117" fmla="*/ f80 1 702"/>
                      <a:gd name="f118" fmla="*/ f81 1 860"/>
                      <a:gd name="f119" fmla="*/ f82 1 702"/>
                      <a:gd name="f120" fmla="*/ f83 1 702"/>
                      <a:gd name="f121" fmla="*/ f84 1 702"/>
                      <a:gd name="f122" fmla="*/ f85 1 860"/>
                      <a:gd name="f123" fmla="*/ f86 1 702"/>
                      <a:gd name="f124" fmla="*/ f87 1 702"/>
                      <a:gd name="f125" fmla="*/ f88 1 702"/>
                      <a:gd name="f126" fmla="*/ f89 1 702"/>
                      <a:gd name="f127" fmla="*/ f90 1 860"/>
                      <a:gd name="f128" fmla="*/ f91 1 702"/>
                      <a:gd name="f129" fmla="*/ f92 1 702"/>
                      <a:gd name="f130" fmla="*/ f93 1 860"/>
                      <a:gd name="f131" fmla="*/ f94 1 702"/>
                      <a:gd name="f132" fmla="*/ f95 1 860"/>
                      <a:gd name="f133" fmla="*/ f96 1 702"/>
                      <a:gd name="f134" fmla="*/ f97 1 860"/>
                      <a:gd name="f135" fmla="*/ f98 1 702"/>
                      <a:gd name="f136" fmla="*/ f99 1 702"/>
                      <a:gd name="f137" fmla="*/ f100 1 860"/>
                      <a:gd name="f138" fmla="*/ f101 1 702"/>
                      <a:gd name="f139" fmla="*/ f102 1 860"/>
                      <a:gd name="f140" fmla="*/ f103 1 702"/>
                      <a:gd name="f141" fmla="*/ f104 1 860"/>
                      <a:gd name="f142" fmla="*/ f105 1 702"/>
                      <a:gd name="f143" fmla="*/ 0 1 f68"/>
                      <a:gd name="f144" fmla="*/ f62 1 f68"/>
                      <a:gd name="f145" fmla="*/ 0 1 f69"/>
                      <a:gd name="f146" fmla="*/ f63 1 f69"/>
                      <a:gd name="f147" fmla="*/ f107 1 f68"/>
                      <a:gd name="f148" fmla="*/ f108 1 f69"/>
                      <a:gd name="f149" fmla="*/ f109 1 f68"/>
                      <a:gd name="f150" fmla="*/ f110 1 f69"/>
                      <a:gd name="f151" fmla="*/ f111 1 f68"/>
                      <a:gd name="f152" fmla="*/ f112 1 f69"/>
                      <a:gd name="f153" fmla="*/ f113 1 f68"/>
                      <a:gd name="f154" fmla="*/ f114 1 f69"/>
                      <a:gd name="f155" fmla="*/ f115 1 f68"/>
                      <a:gd name="f156" fmla="*/ f116 1 f68"/>
                      <a:gd name="f157" fmla="*/ f117 1 f68"/>
                      <a:gd name="f158" fmla="*/ f118 1 f69"/>
                      <a:gd name="f159" fmla="*/ f119 1 f68"/>
                      <a:gd name="f160" fmla="*/ f120 1 f68"/>
                      <a:gd name="f161" fmla="*/ f121 1 f68"/>
                      <a:gd name="f162" fmla="*/ f122 1 f69"/>
                      <a:gd name="f163" fmla="*/ f123 1 f68"/>
                      <a:gd name="f164" fmla="*/ f124 1 f68"/>
                      <a:gd name="f165" fmla="*/ f125 1 f68"/>
                      <a:gd name="f166" fmla="*/ f126 1 f68"/>
                      <a:gd name="f167" fmla="*/ f127 1 f69"/>
                      <a:gd name="f168" fmla="*/ f128 1 f68"/>
                      <a:gd name="f169" fmla="*/ f129 1 f68"/>
                      <a:gd name="f170" fmla="*/ f130 1 f69"/>
                      <a:gd name="f171" fmla="*/ f131 1 f68"/>
                      <a:gd name="f172" fmla="*/ f132 1 f69"/>
                      <a:gd name="f173" fmla="*/ f133 1 f68"/>
                      <a:gd name="f174" fmla="*/ f134 1 f69"/>
                      <a:gd name="f175" fmla="*/ f135 1 f68"/>
                      <a:gd name="f176" fmla="*/ f136 1 f68"/>
                      <a:gd name="f177" fmla="*/ f137 1 f69"/>
                      <a:gd name="f178" fmla="*/ f138 1 f68"/>
                      <a:gd name="f179" fmla="*/ f139 1 f69"/>
                      <a:gd name="f180" fmla="*/ f140 1 f68"/>
                      <a:gd name="f181" fmla="*/ f141 1 f69"/>
                      <a:gd name="f182" fmla="*/ f142 1 f68"/>
                      <a:gd name="f183" fmla="*/ f143 f59 1"/>
                      <a:gd name="f184" fmla="*/ f144 f59 1"/>
                      <a:gd name="f185" fmla="*/ f146 f60 1"/>
                      <a:gd name="f186" fmla="*/ f145 f60 1"/>
                      <a:gd name="f187" fmla="*/ f147 f59 1"/>
                      <a:gd name="f188" fmla="*/ f148 f60 1"/>
                      <a:gd name="f189" fmla="*/ f149 f59 1"/>
                      <a:gd name="f190" fmla="*/ f150 f60 1"/>
                      <a:gd name="f191" fmla="*/ f151 f59 1"/>
                      <a:gd name="f192" fmla="*/ f152 f60 1"/>
                      <a:gd name="f193" fmla="*/ f153 f59 1"/>
                      <a:gd name="f194" fmla="*/ f154 f60 1"/>
                      <a:gd name="f195" fmla="*/ f155 f59 1"/>
                      <a:gd name="f196" fmla="*/ f156 f59 1"/>
                      <a:gd name="f197" fmla="*/ f157 f59 1"/>
                      <a:gd name="f198" fmla="*/ f158 f60 1"/>
                      <a:gd name="f199" fmla="*/ f159 f59 1"/>
                      <a:gd name="f200" fmla="*/ f160 f59 1"/>
                      <a:gd name="f201" fmla="*/ f161 f59 1"/>
                      <a:gd name="f202" fmla="*/ f162 f60 1"/>
                      <a:gd name="f203" fmla="*/ f163 f59 1"/>
                      <a:gd name="f204" fmla="*/ f164 f59 1"/>
                      <a:gd name="f205" fmla="*/ f165 f59 1"/>
                      <a:gd name="f206" fmla="*/ f166 f59 1"/>
                      <a:gd name="f207" fmla="*/ f167 f60 1"/>
                      <a:gd name="f208" fmla="*/ f168 f59 1"/>
                      <a:gd name="f209" fmla="*/ f169 f59 1"/>
                      <a:gd name="f210" fmla="*/ f170 f60 1"/>
                      <a:gd name="f211" fmla="*/ f171 f59 1"/>
                      <a:gd name="f212" fmla="*/ f172 f60 1"/>
                      <a:gd name="f213" fmla="*/ f173 f59 1"/>
                      <a:gd name="f214" fmla="*/ f174 f60 1"/>
                      <a:gd name="f215" fmla="*/ f175 f59 1"/>
                      <a:gd name="f216" fmla="*/ f176 f59 1"/>
                      <a:gd name="f217" fmla="*/ f177 f60 1"/>
                      <a:gd name="f218" fmla="*/ f178 f59 1"/>
                      <a:gd name="f219" fmla="*/ f179 f60 1"/>
                      <a:gd name="f220" fmla="*/ f180 f59 1"/>
                      <a:gd name="f221" fmla="*/ f181 f60 1"/>
                      <a:gd name="f222" fmla="*/ f182 f59 1"/>
                    </a:gdLst>
                    <a:ahLst/>
                    <a:cxnLst>
                      <a:cxn ang="3cd4">
                        <a:pos x="hc" y="t"/>
                      </a:cxn>
                      <a:cxn ang="0">
                        <a:pos x="r" y="vc"/>
                      </a:cxn>
                      <a:cxn ang="cd4">
                        <a:pos x="hc" y="b"/>
                      </a:cxn>
                      <a:cxn ang="cd2">
                        <a:pos x="l" y="vc"/>
                      </a:cxn>
                      <a:cxn ang="f106">
                        <a:pos x="f187" y="f188"/>
                      </a:cxn>
                      <a:cxn ang="f106">
                        <a:pos x="f189" y="f190"/>
                      </a:cxn>
                      <a:cxn ang="f106">
                        <a:pos x="f191" y="f192"/>
                      </a:cxn>
                      <a:cxn ang="f106">
                        <a:pos x="f193" y="f194"/>
                      </a:cxn>
                      <a:cxn ang="f106">
                        <a:pos x="f195" y="f194"/>
                      </a:cxn>
                      <a:cxn ang="f106">
                        <a:pos x="f195" y="f194"/>
                      </a:cxn>
                      <a:cxn ang="f106">
                        <a:pos x="f196" y="f194"/>
                      </a:cxn>
                      <a:cxn ang="f106">
                        <a:pos x="f197" y="f198"/>
                      </a:cxn>
                      <a:cxn ang="f106">
                        <a:pos x="f199" y="f198"/>
                      </a:cxn>
                      <a:cxn ang="f106">
                        <a:pos x="f199" y="f198"/>
                      </a:cxn>
                      <a:cxn ang="f106">
                        <a:pos x="f200" y="f198"/>
                      </a:cxn>
                      <a:cxn ang="f106">
                        <a:pos x="f201" y="f202"/>
                      </a:cxn>
                      <a:cxn ang="f106">
                        <a:pos x="f201" y="f202"/>
                      </a:cxn>
                      <a:cxn ang="f106">
                        <a:pos x="f203" y="f202"/>
                      </a:cxn>
                      <a:cxn ang="f106">
                        <a:pos x="f204" y="f202"/>
                      </a:cxn>
                      <a:cxn ang="f106">
                        <a:pos x="f205" y="f202"/>
                      </a:cxn>
                      <a:cxn ang="f106">
                        <a:pos x="f206" y="f207"/>
                      </a:cxn>
                      <a:cxn ang="f106">
                        <a:pos x="f208" y="f190"/>
                      </a:cxn>
                      <a:cxn ang="f106">
                        <a:pos x="f187" y="f188"/>
                      </a:cxn>
                      <a:cxn ang="f106">
                        <a:pos x="f209" y="f210"/>
                      </a:cxn>
                      <a:cxn ang="f106">
                        <a:pos x="f211" y="f212"/>
                      </a:cxn>
                      <a:cxn ang="f106">
                        <a:pos x="f213" y="f214"/>
                      </a:cxn>
                      <a:cxn ang="f106">
                        <a:pos x="f215" y="f214"/>
                      </a:cxn>
                      <a:cxn ang="f106">
                        <a:pos x="f216" y="f217"/>
                      </a:cxn>
                      <a:cxn ang="f106">
                        <a:pos x="f218" y="f219"/>
                      </a:cxn>
                      <a:cxn ang="f106">
                        <a:pos x="f220" y="f190"/>
                      </a:cxn>
                      <a:cxn ang="f106">
                        <a:pos x="f187" y="f221"/>
                      </a:cxn>
                      <a:cxn ang="f106">
                        <a:pos x="f222" y="f190"/>
                      </a:cxn>
                      <a:cxn ang="f106">
                        <a:pos x="f209" y="f210"/>
                      </a:cxn>
                    </a:cxnLst>
                    <a:rect l="f183" t="f186" r="f184" b="f185"/>
                    <a:pathLst>
                      <a:path w="702" h="860">
                        <a:moveTo>
                          <a:pt x="f8" y="f5"/>
                        </a:moveTo>
                        <a:cubicBezTo>
                          <a:pt x="f9" y="f5"/>
                          <a:pt x="f5" y="f9"/>
                          <a:pt x="f5" y="f8"/>
                        </a:cubicBezTo>
                        <a:cubicBezTo>
                          <a:pt x="f5" y="f10"/>
                          <a:pt x="f11" y="f12"/>
                          <a:pt x="f13" y="f14"/>
                        </a:cubicBezTo>
                        <a:cubicBezTo>
                          <a:pt x="f15" y="f16"/>
                          <a:pt x="f15" y="f16"/>
                          <a:pt x="f15" y="f16"/>
                        </a:cubicBezTo>
                        <a:cubicBezTo>
                          <a:pt x="f17" y="f16"/>
                          <a:pt x="f17" y="f16"/>
                          <a:pt x="f17" y="f16"/>
                        </a:cubicBezTo>
                        <a:cubicBezTo>
                          <a:pt x="f17" y="f16"/>
                          <a:pt x="f17" y="f16"/>
                          <a:pt x="f17" y="f16"/>
                        </a:cubicBezTo>
                        <a:cubicBezTo>
                          <a:pt x="f18" y="f16"/>
                          <a:pt x="f18" y="f16"/>
                          <a:pt x="f18" y="f16"/>
                        </a:cubicBezTo>
                        <a:cubicBezTo>
                          <a:pt x="f19" y="f20"/>
                          <a:pt x="f19" y="f20"/>
                          <a:pt x="f19" y="f20"/>
                        </a:cubicBezTo>
                        <a:cubicBezTo>
                          <a:pt x="f21" y="f20"/>
                          <a:pt x="f21" y="f20"/>
                          <a:pt x="f21" y="f20"/>
                        </a:cubicBezTo>
                        <a:cubicBezTo>
                          <a:pt x="f21" y="f20"/>
                          <a:pt x="f21" y="f20"/>
                          <a:pt x="f21" y="f20"/>
                        </a:cubicBezTo>
                        <a:cubicBezTo>
                          <a:pt x="f22" y="f20"/>
                          <a:pt x="f22" y="f20"/>
                          <a:pt x="f22" y="f20"/>
                        </a:cubicBezTo>
                        <a:cubicBezTo>
                          <a:pt x="f23" y="f7"/>
                          <a:pt x="f23" y="f7"/>
                          <a:pt x="f23" y="f7"/>
                        </a:cubicBezTo>
                        <a:cubicBezTo>
                          <a:pt x="f23" y="f7"/>
                          <a:pt x="f23" y="f7"/>
                          <a:pt x="f23" y="f7"/>
                        </a:cubicBezTo>
                        <a:cubicBezTo>
                          <a:pt x="f24" y="f7"/>
                          <a:pt x="f24" y="f7"/>
                          <a:pt x="f24" y="f7"/>
                        </a:cubicBezTo>
                        <a:cubicBezTo>
                          <a:pt x="f25" y="f7"/>
                          <a:pt x="f25" y="f7"/>
                          <a:pt x="f25" y="f7"/>
                        </a:cubicBezTo>
                        <a:cubicBezTo>
                          <a:pt x="f26" y="f7"/>
                          <a:pt x="f26" y="f7"/>
                          <a:pt x="f26" y="f7"/>
                        </a:cubicBezTo>
                        <a:cubicBezTo>
                          <a:pt x="f27" y="f28"/>
                          <a:pt x="f27" y="f28"/>
                          <a:pt x="f27" y="f28"/>
                        </a:cubicBezTo>
                        <a:cubicBezTo>
                          <a:pt x="f29" y="f30"/>
                          <a:pt x="f6" y="f31"/>
                          <a:pt x="f6" y="f8"/>
                        </a:cubicBezTo>
                        <a:cubicBezTo>
                          <a:pt x="f6" y="f9"/>
                          <a:pt x="f32" y="f5"/>
                          <a:pt x="f8" y="f5"/>
                        </a:cubicBezTo>
                        <a:close/>
                        <a:moveTo>
                          <a:pt x="f33" y="f34"/>
                        </a:moveTo>
                        <a:cubicBezTo>
                          <a:pt x="f35" y="f36"/>
                          <a:pt x="f37" y="f38"/>
                          <a:pt x="f39" y="f40"/>
                        </a:cubicBezTo>
                        <a:cubicBezTo>
                          <a:pt x="f41" y="f42"/>
                          <a:pt x="f41" y="f42"/>
                          <a:pt x="f41" y="f42"/>
                        </a:cubicBezTo>
                        <a:cubicBezTo>
                          <a:pt x="f43" y="f42"/>
                          <a:pt x="f43" y="f42"/>
                          <a:pt x="f43" y="f42"/>
                        </a:cubicBezTo>
                        <a:cubicBezTo>
                          <a:pt x="f44" y="f45"/>
                          <a:pt x="f44" y="f45"/>
                          <a:pt x="f44" y="f45"/>
                        </a:cubicBezTo>
                        <a:cubicBezTo>
                          <a:pt x="f46" y="f47"/>
                          <a:pt x="f48" y="f26"/>
                          <a:pt x="f49" y="f50"/>
                        </a:cubicBezTo>
                        <a:cubicBezTo>
                          <a:pt x="f51" y="f52"/>
                          <a:pt x="f53" y="f54"/>
                          <a:pt x="f53" y="f8"/>
                        </a:cubicBezTo>
                        <a:cubicBezTo>
                          <a:pt x="f53" y="f23"/>
                          <a:pt x="f23" y="f53"/>
                          <a:pt x="f8" y="f53"/>
                        </a:cubicBezTo>
                        <a:cubicBezTo>
                          <a:pt x="f36" y="f53"/>
                          <a:pt x="f55" y="f23"/>
                          <a:pt x="f55" y="f8"/>
                        </a:cubicBezTo>
                        <a:cubicBezTo>
                          <a:pt x="f55" y="f56"/>
                          <a:pt x="f57" y="f52"/>
                          <a:pt x="f33" y="f34"/>
                        </a:cubicBezTo>
                        <a:close/>
                      </a:path>
                    </a:pathLst>
                  </a:custGeom>
                  <a:gradFill>
                    <a:gsLst>
                      <a:gs pos="0">
                        <a:srgbClr val="9D9FA1"/>
                      </a:gs>
                      <a:gs pos="100000">
                        <a:srgbClr val="211F26"/>
                      </a:gs>
                    </a:gsLst>
                    <a:lin ang="2700000"/>
                  </a:gradFill>
                  <a:ln>
                    <a:noFill/>
                    <a:prstDash val="solid"/>
                  </a:ln>
                </p:spPr>
                <p:txBody>
                  <a:bodyPr vert="horz" wrap="square" lIns="91440" tIns="45720" rIns="91440" bIns="45720" anchor="t"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300" b="0" i="0" u="none" strike="noStrike" kern="0" cap="none" spc="0" baseline="0">
                      <a:solidFill>
                        <a:srgbClr val="211F26"/>
                      </a:solidFill>
                      <a:uFillTx/>
                      <a:latin typeface="Arial"/>
                    </a:endParaRPr>
                  </a:p>
                </p:txBody>
              </p:sp>
            </p:grpSp>
            <p:sp>
              <p:nvSpPr>
                <p:cNvPr id="44" name="Tekstvak 51">
                  <a:extLst>
                    <a:ext uri="{FF2B5EF4-FFF2-40B4-BE49-F238E27FC236}">
                      <a16:creationId xmlns:a16="http://schemas.microsoft.com/office/drawing/2014/main" id="{B91D4F0E-7EE9-DC7E-DB74-2455CD0CDD3B}"/>
                    </a:ext>
                  </a:extLst>
                </p:cNvPr>
                <p:cNvSpPr txBox="1"/>
                <p:nvPr/>
              </p:nvSpPr>
              <p:spPr>
                <a:xfrm>
                  <a:off x="-938165" y="6192453"/>
                  <a:ext cx="627799" cy="322234"/>
                </a:xfrm>
                <a:prstGeom prst="rect">
                  <a:avLst/>
                </a:prstGeom>
                <a:noFill/>
                <a:ln>
                  <a:noFill/>
                </a:ln>
              </p:spPr>
              <p:txBody>
                <a:bodyPr vert="horz" wrap="square" lIns="0" tIns="0" rIns="0" bIns="0"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000" b="0" i="0" u="none" strike="noStrike" kern="0" cap="none" spc="0" baseline="0">
                      <a:solidFill>
                        <a:srgbClr val="211F26"/>
                      </a:solidFill>
                      <a:uFillTx/>
                      <a:latin typeface="Calibri" pitchFamily="34"/>
                      <a:cs typeface="Calibri" pitchFamily="34"/>
                    </a:rPr>
                    <a:t>Inspiration</a:t>
                  </a:r>
                </a:p>
              </p:txBody>
            </p:sp>
          </p:grpSp>
        </p:grpSp>
        <p:grpSp>
          <p:nvGrpSpPr>
            <p:cNvPr id="45" name="Groep 20">
              <a:extLst>
                <a:ext uri="{FF2B5EF4-FFF2-40B4-BE49-F238E27FC236}">
                  <a16:creationId xmlns:a16="http://schemas.microsoft.com/office/drawing/2014/main" id="{4D7DB81D-1B64-6D13-4B3C-4A293049C982}"/>
                </a:ext>
              </a:extLst>
            </p:cNvPr>
            <p:cNvGrpSpPr/>
            <p:nvPr/>
          </p:nvGrpSpPr>
          <p:grpSpPr>
            <a:xfrm>
              <a:off x="-3426805" y="5129582"/>
              <a:ext cx="514285" cy="506541"/>
              <a:chOff x="-3426805" y="5129582"/>
              <a:chExt cx="514285" cy="506541"/>
            </a:xfrm>
          </p:grpSpPr>
          <p:grpSp>
            <p:nvGrpSpPr>
              <p:cNvPr id="46" name="Groep 31">
                <a:extLst>
                  <a:ext uri="{FF2B5EF4-FFF2-40B4-BE49-F238E27FC236}">
                    <a16:creationId xmlns:a16="http://schemas.microsoft.com/office/drawing/2014/main" id="{FD95446C-B713-47AC-0F61-C8F81752D09D}"/>
                  </a:ext>
                </a:extLst>
              </p:cNvPr>
              <p:cNvGrpSpPr/>
              <p:nvPr/>
            </p:nvGrpSpPr>
            <p:grpSpPr>
              <a:xfrm>
                <a:off x="-3321695" y="5129582"/>
                <a:ext cx="319089" cy="306324"/>
                <a:chOff x="-3321695" y="5129582"/>
                <a:chExt cx="319089" cy="306324"/>
              </a:xfrm>
            </p:grpSpPr>
            <p:grpSp>
              <p:nvGrpSpPr>
                <p:cNvPr id="47" name="Groep 34">
                  <a:extLst>
                    <a:ext uri="{FF2B5EF4-FFF2-40B4-BE49-F238E27FC236}">
                      <a16:creationId xmlns:a16="http://schemas.microsoft.com/office/drawing/2014/main" id="{2806F2C0-5342-DFF8-62C0-E5A6DE5E8474}"/>
                    </a:ext>
                  </a:extLst>
                </p:cNvPr>
                <p:cNvGrpSpPr/>
                <p:nvPr/>
              </p:nvGrpSpPr>
              <p:grpSpPr>
                <a:xfrm>
                  <a:off x="-3321695" y="5129582"/>
                  <a:ext cx="282064" cy="270561"/>
                  <a:chOff x="-3321695" y="5129582"/>
                  <a:chExt cx="282064" cy="270561"/>
                </a:xfrm>
              </p:grpSpPr>
              <p:grpSp>
                <p:nvGrpSpPr>
                  <p:cNvPr id="48" name="Groep 41">
                    <a:extLst>
                      <a:ext uri="{FF2B5EF4-FFF2-40B4-BE49-F238E27FC236}">
                        <a16:creationId xmlns:a16="http://schemas.microsoft.com/office/drawing/2014/main" id="{DE548DB5-1D2E-02D2-AD40-BBB93D9A5314}"/>
                      </a:ext>
                    </a:extLst>
                  </p:cNvPr>
                  <p:cNvGrpSpPr/>
                  <p:nvPr/>
                </p:nvGrpSpPr>
                <p:grpSpPr>
                  <a:xfrm>
                    <a:off x="-3321695" y="5129582"/>
                    <a:ext cx="282064" cy="270561"/>
                    <a:chOff x="-3321695" y="5129582"/>
                    <a:chExt cx="282064" cy="270561"/>
                  </a:xfrm>
                </p:grpSpPr>
                <p:sp>
                  <p:nvSpPr>
                    <p:cNvPr id="49" name="Rechthoek 44">
                      <a:extLst>
                        <a:ext uri="{FF2B5EF4-FFF2-40B4-BE49-F238E27FC236}">
                          <a16:creationId xmlns:a16="http://schemas.microsoft.com/office/drawing/2014/main" id="{77282D2E-7B6B-D940-E4E1-224FA121D450}"/>
                        </a:ext>
                      </a:extLst>
                    </p:cNvPr>
                    <p:cNvSpPr/>
                    <p:nvPr/>
                  </p:nvSpPr>
                  <p:spPr>
                    <a:xfrm>
                      <a:off x="-3321695" y="5129582"/>
                      <a:ext cx="282064" cy="270561"/>
                    </a:xfrm>
                    <a:prstGeom prst="rect">
                      <a:avLst/>
                    </a:prstGeom>
                    <a:noFill/>
                    <a:ln w="12701" cap="flat">
                      <a:solidFill>
                        <a:srgbClr val="818181"/>
                      </a:solidFill>
                      <a:custDash>
                        <a:ds d="300000" sp="300000"/>
                      </a:custDash>
                      <a:miter/>
                    </a:ln>
                  </p:spPr>
                  <p:txBody>
                    <a:bodyPr vert="horz" wrap="square" lIns="107999"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800" b="0" i="0" u="none" strike="noStrike" kern="1200" cap="none" spc="0" baseline="0">
                        <a:solidFill>
                          <a:srgbClr val="211F26"/>
                        </a:solidFill>
                        <a:uFillTx/>
                        <a:latin typeface="Calibri" pitchFamily="34"/>
                        <a:cs typeface="Calibri" pitchFamily="34"/>
                      </a:endParaRPr>
                    </a:p>
                  </p:txBody>
                </p:sp>
                <p:sp>
                  <p:nvSpPr>
                    <p:cNvPr id="50" name="Rechthoek 45">
                      <a:extLst>
                        <a:ext uri="{FF2B5EF4-FFF2-40B4-BE49-F238E27FC236}">
                          <a16:creationId xmlns:a16="http://schemas.microsoft.com/office/drawing/2014/main" id="{9C826AE3-DE14-E7B2-4C32-701716C67FD4}"/>
                        </a:ext>
                      </a:extLst>
                    </p:cNvPr>
                    <p:cNvSpPr/>
                    <p:nvPr/>
                  </p:nvSpPr>
                  <p:spPr>
                    <a:xfrm>
                      <a:off x="-3321695" y="5129582"/>
                      <a:ext cx="166237" cy="163814"/>
                    </a:xfrm>
                    <a:prstGeom prst="rect">
                      <a:avLst/>
                    </a:prstGeom>
                    <a:solidFill>
                      <a:srgbClr val="FFFFFF"/>
                    </a:solidFill>
                    <a:ln w="12701" cap="flat">
                      <a:solidFill>
                        <a:srgbClr val="818181"/>
                      </a:solidFill>
                      <a:prstDash val="solid"/>
                      <a:miter/>
                    </a:ln>
                  </p:spPr>
                  <p:txBody>
                    <a:bodyPr vert="horz" wrap="square" lIns="107999"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800" b="0" i="0" u="none" strike="noStrike" kern="1200" cap="none" spc="0" baseline="0">
                        <a:solidFill>
                          <a:srgbClr val="211F26"/>
                        </a:solidFill>
                        <a:uFillTx/>
                        <a:latin typeface="Calibri" pitchFamily="34"/>
                        <a:cs typeface="Calibri" pitchFamily="34"/>
                      </a:endParaRPr>
                    </a:p>
                  </p:txBody>
                </p:sp>
                <p:sp>
                  <p:nvSpPr>
                    <p:cNvPr id="51" name="Ovaal 46">
                      <a:extLst>
                        <a:ext uri="{FF2B5EF4-FFF2-40B4-BE49-F238E27FC236}">
                          <a16:creationId xmlns:a16="http://schemas.microsoft.com/office/drawing/2014/main" id="{2E990701-4146-20D1-14AD-C3983BC6E437}"/>
                        </a:ext>
                      </a:extLst>
                    </p:cNvPr>
                    <p:cNvSpPr/>
                    <p:nvPr/>
                  </p:nvSpPr>
                  <p:spPr>
                    <a:xfrm>
                      <a:off x="-3220425" y="5150275"/>
                      <a:ext cx="45866" cy="45866"/>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ECC679"/>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pic>
                <p:nvPicPr>
                  <p:cNvPr id="52" name="Afbeelding 42">
                    <a:extLst>
                      <a:ext uri="{FF2B5EF4-FFF2-40B4-BE49-F238E27FC236}">
                        <a16:creationId xmlns:a16="http://schemas.microsoft.com/office/drawing/2014/main" id="{DDA8CA5C-DB42-BC3D-163B-D6B3208F5131}"/>
                      </a:ext>
                    </a:extLst>
                  </p:cNvPr>
                  <p:cNvPicPr>
                    <a:picLocks noChangeAspect="1"/>
                  </p:cNvPicPr>
                  <p:nvPr/>
                </p:nvPicPr>
                <p:blipFill>
                  <a:blip r:embed="rId5"/>
                  <a:stretch>
                    <a:fillRect/>
                  </a:stretch>
                </p:blipFill>
                <p:spPr>
                  <a:xfrm>
                    <a:off x="-3313822" y="5196224"/>
                    <a:ext cx="110157" cy="89099"/>
                  </a:xfrm>
                  <a:prstGeom prst="rect">
                    <a:avLst/>
                  </a:prstGeom>
                  <a:noFill/>
                  <a:ln>
                    <a:noFill/>
                  </a:ln>
                </p:spPr>
              </p:pic>
              <p:pic>
                <p:nvPicPr>
                  <p:cNvPr id="53" name="Afbeelding 43">
                    <a:extLst>
                      <a:ext uri="{FF2B5EF4-FFF2-40B4-BE49-F238E27FC236}">
                        <a16:creationId xmlns:a16="http://schemas.microsoft.com/office/drawing/2014/main" id="{217C1E6A-5CB0-634C-BE27-A76D11EA8490}"/>
                      </a:ext>
                    </a:extLst>
                  </p:cNvPr>
                  <p:cNvPicPr>
                    <a:picLocks noChangeAspect="1"/>
                  </p:cNvPicPr>
                  <p:nvPr/>
                </p:nvPicPr>
                <p:blipFill>
                  <a:blip r:embed="rId5"/>
                  <a:stretch>
                    <a:fillRect/>
                  </a:stretch>
                </p:blipFill>
                <p:spPr>
                  <a:xfrm flipH="1">
                    <a:off x="-3270424" y="5211650"/>
                    <a:ext cx="110157" cy="70801"/>
                  </a:xfrm>
                  <a:prstGeom prst="rect">
                    <a:avLst/>
                  </a:prstGeom>
                  <a:noFill/>
                  <a:ln>
                    <a:noFill/>
                  </a:ln>
                </p:spPr>
              </p:pic>
            </p:grpSp>
            <p:grpSp>
              <p:nvGrpSpPr>
                <p:cNvPr id="54" name="Groep 35">
                  <a:extLst>
                    <a:ext uri="{FF2B5EF4-FFF2-40B4-BE49-F238E27FC236}">
                      <a16:creationId xmlns:a16="http://schemas.microsoft.com/office/drawing/2014/main" id="{554CAA71-F67D-7861-52E0-3E60A53E7BE2}"/>
                    </a:ext>
                  </a:extLst>
                </p:cNvPr>
                <p:cNvGrpSpPr/>
                <p:nvPr/>
              </p:nvGrpSpPr>
              <p:grpSpPr>
                <a:xfrm>
                  <a:off x="-3102203" y="5335871"/>
                  <a:ext cx="99597" cy="100035"/>
                  <a:chOff x="-3102203" y="5335871"/>
                  <a:chExt cx="99597" cy="100035"/>
                </a:xfrm>
              </p:grpSpPr>
              <p:sp>
                <p:nvSpPr>
                  <p:cNvPr id="55" name="Rechthoek 39">
                    <a:extLst>
                      <a:ext uri="{FF2B5EF4-FFF2-40B4-BE49-F238E27FC236}">
                        <a16:creationId xmlns:a16="http://schemas.microsoft.com/office/drawing/2014/main" id="{8C212562-E699-9233-52EA-06A610C65576}"/>
                      </a:ext>
                    </a:extLst>
                  </p:cNvPr>
                  <p:cNvSpPr/>
                  <p:nvPr/>
                </p:nvSpPr>
                <p:spPr>
                  <a:xfrm>
                    <a:off x="-3102202" y="5335871"/>
                    <a:ext cx="99596" cy="19385"/>
                  </a:xfrm>
                  <a:prstGeom prst="rect">
                    <a:avLst/>
                  </a:prstGeom>
                  <a:solidFill>
                    <a:srgbClr val="81818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56" name="Rechthoek 40">
                    <a:extLst>
                      <a:ext uri="{FF2B5EF4-FFF2-40B4-BE49-F238E27FC236}">
                        <a16:creationId xmlns:a16="http://schemas.microsoft.com/office/drawing/2014/main" id="{2E2518AC-05BD-DE07-36A8-8D93BDA3509F}"/>
                      </a:ext>
                    </a:extLst>
                  </p:cNvPr>
                  <p:cNvSpPr/>
                  <p:nvPr/>
                </p:nvSpPr>
                <p:spPr>
                  <a:xfrm rot="5400013">
                    <a:off x="-3142308" y="5376415"/>
                    <a:ext cx="99596" cy="19385"/>
                  </a:xfrm>
                  <a:prstGeom prst="rect">
                    <a:avLst/>
                  </a:prstGeom>
                  <a:solidFill>
                    <a:srgbClr val="81818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grpSp>
              <p:nvGrpSpPr>
                <p:cNvPr id="57" name="Groep 36">
                  <a:extLst>
                    <a:ext uri="{FF2B5EF4-FFF2-40B4-BE49-F238E27FC236}">
                      <a16:creationId xmlns:a16="http://schemas.microsoft.com/office/drawing/2014/main" id="{5F7805E9-D60B-6980-B498-865D7EDB55E5}"/>
                    </a:ext>
                  </a:extLst>
                </p:cNvPr>
                <p:cNvGrpSpPr/>
                <p:nvPr/>
              </p:nvGrpSpPr>
              <p:grpSpPr>
                <a:xfrm>
                  <a:off x="-3130969" y="5308806"/>
                  <a:ext cx="99597" cy="100024"/>
                  <a:chOff x="-3130969" y="5308806"/>
                  <a:chExt cx="99597" cy="100024"/>
                </a:xfrm>
              </p:grpSpPr>
              <p:sp>
                <p:nvSpPr>
                  <p:cNvPr id="58" name="Rechthoek 37">
                    <a:extLst>
                      <a:ext uri="{FF2B5EF4-FFF2-40B4-BE49-F238E27FC236}">
                        <a16:creationId xmlns:a16="http://schemas.microsoft.com/office/drawing/2014/main" id="{7921D9A9-8E2E-79EA-5997-BEEF651BD049}"/>
                      </a:ext>
                    </a:extLst>
                  </p:cNvPr>
                  <p:cNvSpPr/>
                  <p:nvPr/>
                </p:nvSpPr>
                <p:spPr>
                  <a:xfrm rot="10799991">
                    <a:off x="-3130969" y="5389445"/>
                    <a:ext cx="99596" cy="19385"/>
                  </a:xfrm>
                  <a:prstGeom prst="rect">
                    <a:avLst/>
                  </a:prstGeom>
                  <a:solidFill>
                    <a:srgbClr val="81818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59" name="Rechthoek 38">
                    <a:extLst>
                      <a:ext uri="{FF2B5EF4-FFF2-40B4-BE49-F238E27FC236}">
                        <a16:creationId xmlns:a16="http://schemas.microsoft.com/office/drawing/2014/main" id="{72C45EEA-5160-2712-1E34-FE61C69F8684}"/>
                      </a:ext>
                    </a:extLst>
                  </p:cNvPr>
                  <p:cNvSpPr/>
                  <p:nvPr/>
                </p:nvSpPr>
                <p:spPr>
                  <a:xfrm rot="16200004">
                    <a:off x="-3090862" y="5348911"/>
                    <a:ext cx="99596" cy="19385"/>
                  </a:xfrm>
                  <a:prstGeom prst="rect">
                    <a:avLst/>
                  </a:prstGeom>
                  <a:solidFill>
                    <a:srgbClr val="81818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grpSp>
          <p:sp>
            <p:nvSpPr>
              <p:cNvPr id="60" name="Rechthoek 32">
                <a:extLst>
                  <a:ext uri="{FF2B5EF4-FFF2-40B4-BE49-F238E27FC236}">
                    <a16:creationId xmlns:a16="http://schemas.microsoft.com/office/drawing/2014/main" id="{3150DF6C-64D0-6270-9805-6AC7F222B933}"/>
                  </a:ext>
                </a:extLst>
              </p:cNvPr>
              <p:cNvSpPr/>
              <p:nvPr/>
            </p:nvSpPr>
            <p:spPr>
              <a:xfrm>
                <a:off x="-3426805" y="5461967"/>
                <a:ext cx="514285" cy="110084"/>
              </a:xfrm>
              <a:prstGeom prst="rect">
                <a:avLst/>
              </a:prstGeom>
              <a:noFill/>
              <a:ln>
                <a:noFill/>
                <a:prstDash val="solid"/>
              </a:ln>
            </p:spPr>
            <p:txBody>
              <a:bodyPr vert="horz" wrap="square" lIns="0" tIns="0" rIns="0" bIns="0"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900" b="0" i="0" u="none" strike="noStrike" kern="1200" cap="none" spc="0" baseline="0">
                    <a:solidFill>
                      <a:srgbClr val="211F26"/>
                    </a:solidFill>
                    <a:uFillTx/>
                    <a:latin typeface="Calibri" pitchFamily="34"/>
                    <a:cs typeface="Calibri" pitchFamily="34"/>
                  </a:rPr>
                  <a:t>Crop</a:t>
                </a:r>
              </a:p>
            </p:txBody>
          </p:sp>
          <p:sp>
            <p:nvSpPr>
              <p:cNvPr id="61" name="Gelijkbenige driehoek 33">
                <a:extLst>
                  <a:ext uri="{FF2B5EF4-FFF2-40B4-BE49-F238E27FC236}">
                    <a16:creationId xmlns:a16="http://schemas.microsoft.com/office/drawing/2014/main" id="{02E5652A-9641-BCA4-0957-C0779232C212}"/>
                  </a:ext>
                </a:extLst>
              </p:cNvPr>
              <p:cNvSpPr/>
              <p:nvPr/>
            </p:nvSpPr>
            <p:spPr>
              <a:xfrm rot="10799991">
                <a:off x="-3199339" y="5601193"/>
                <a:ext cx="59335" cy="34930"/>
              </a:xfrm>
              <a:custGeom>
                <a:avLst>
                  <a:gd name="f8" fmla="val 50000"/>
                </a:avLst>
                <a:gdLst>
                  <a:gd name="f1" fmla="val 10800000"/>
                  <a:gd name="f2" fmla="val 5400000"/>
                  <a:gd name="f3" fmla="val 180"/>
                  <a:gd name="f4" fmla="val w"/>
                  <a:gd name="f5" fmla="val h"/>
                  <a:gd name="f6" fmla="val ss"/>
                  <a:gd name="f7" fmla="val 0"/>
                  <a:gd name="f8" fmla="val 50000"/>
                  <a:gd name="f9" fmla="+- 0 0 -360"/>
                  <a:gd name="f10" fmla="+- 0 0 -270"/>
                  <a:gd name="f11" fmla="+- 0 0 -180"/>
                  <a:gd name="f12" fmla="+- 0 0 -90"/>
                  <a:gd name="f13" fmla="abs f4"/>
                  <a:gd name="f14" fmla="abs f5"/>
                  <a:gd name="f15" fmla="abs f6"/>
                  <a:gd name="f16" fmla="val f7"/>
                  <a:gd name="f17" fmla="val f8"/>
                  <a:gd name="f18" fmla="*/ f9 f1 1"/>
                  <a:gd name="f19" fmla="*/ f10 f1 1"/>
                  <a:gd name="f20" fmla="*/ f11 f1 1"/>
                  <a:gd name="f21" fmla="*/ f12 f1 1"/>
                  <a:gd name="f22" fmla="?: f13 f4 1"/>
                  <a:gd name="f23" fmla="?: f14 f5 1"/>
                  <a:gd name="f24" fmla="?: f15 f6 1"/>
                  <a:gd name="f25" fmla="*/ f18 1 f3"/>
                  <a:gd name="f26" fmla="*/ f19 1 f3"/>
                  <a:gd name="f27" fmla="*/ f20 1 f3"/>
                  <a:gd name="f28" fmla="*/ f21 1 f3"/>
                  <a:gd name="f29" fmla="*/ f22 1 21600"/>
                  <a:gd name="f30" fmla="*/ f23 1 21600"/>
                  <a:gd name="f31" fmla="*/ 21600 f22 1"/>
                  <a:gd name="f32" fmla="*/ 21600 f23 1"/>
                  <a:gd name="f33" fmla="+- f25 0 f2"/>
                  <a:gd name="f34" fmla="+- f26 0 f2"/>
                  <a:gd name="f35" fmla="+- f27 0 f2"/>
                  <a:gd name="f36" fmla="+- f28 0 f2"/>
                  <a:gd name="f37" fmla="min f30 f29"/>
                  <a:gd name="f38" fmla="*/ f31 1 f24"/>
                  <a:gd name="f39" fmla="*/ f32 1 f24"/>
                  <a:gd name="f40" fmla="val f38"/>
                  <a:gd name="f41" fmla="val f39"/>
                  <a:gd name="f42" fmla="*/ f16 f37 1"/>
                  <a:gd name="f43" fmla="+- f41 0 f16"/>
                  <a:gd name="f44" fmla="+- f40 0 f16"/>
                  <a:gd name="f45" fmla="*/ f41 f37 1"/>
                  <a:gd name="f46" fmla="*/ f40 f37 1"/>
                  <a:gd name="f47" fmla="*/ f43 1 2"/>
                  <a:gd name="f48" fmla="*/ f44 1 2"/>
                  <a:gd name="f49" fmla="*/ f44 f17 1"/>
                  <a:gd name="f50" fmla="+- f16 f47 0"/>
                  <a:gd name="f51" fmla="*/ f49 1 200000"/>
                  <a:gd name="f52" fmla="*/ f49 1 100000"/>
                  <a:gd name="f53" fmla="+- f51 f48 0"/>
                  <a:gd name="f54" fmla="*/ f51 f37 1"/>
                  <a:gd name="f55" fmla="*/ f50 f37 1"/>
                  <a:gd name="f56" fmla="*/ f52 f37 1"/>
                  <a:gd name="f57" fmla="*/ f53 f37 1"/>
                </a:gdLst>
                <a:ahLst/>
                <a:cxnLst>
                  <a:cxn ang="3cd4">
                    <a:pos x="hc" y="t"/>
                  </a:cxn>
                  <a:cxn ang="0">
                    <a:pos x="r" y="vc"/>
                  </a:cxn>
                  <a:cxn ang="cd4">
                    <a:pos x="hc" y="b"/>
                  </a:cxn>
                  <a:cxn ang="cd2">
                    <a:pos x="l" y="vc"/>
                  </a:cxn>
                  <a:cxn ang="f33">
                    <a:pos x="f56" y="f42"/>
                  </a:cxn>
                  <a:cxn ang="f34">
                    <a:pos x="f54" y="f55"/>
                  </a:cxn>
                  <a:cxn ang="f35">
                    <a:pos x="f42" y="f45"/>
                  </a:cxn>
                  <a:cxn ang="f35">
                    <a:pos x="f56" y="f45"/>
                  </a:cxn>
                  <a:cxn ang="f35">
                    <a:pos x="f46" y="f45"/>
                  </a:cxn>
                  <a:cxn ang="f36">
                    <a:pos x="f57" y="f55"/>
                  </a:cxn>
                </a:cxnLst>
                <a:rect l="f54" t="f55" r="f57" b="f45"/>
                <a:pathLst>
                  <a:path>
                    <a:moveTo>
                      <a:pt x="f42" y="f45"/>
                    </a:moveTo>
                    <a:lnTo>
                      <a:pt x="f56" y="f42"/>
                    </a:lnTo>
                    <a:lnTo>
                      <a:pt x="f46" y="f45"/>
                    </a:lnTo>
                    <a:close/>
                  </a:path>
                </a:pathLst>
              </a:custGeom>
              <a:solidFill>
                <a:srgbClr val="81818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sp>
          <p:nvSpPr>
            <p:cNvPr id="62" name="Ovaal 21">
              <a:extLst>
                <a:ext uri="{FF2B5EF4-FFF2-40B4-BE49-F238E27FC236}">
                  <a16:creationId xmlns:a16="http://schemas.microsoft.com/office/drawing/2014/main" id="{26CAFAF2-DE40-70FA-A686-6C3E581AD8EA}"/>
                </a:ext>
              </a:extLst>
            </p:cNvPr>
            <p:cNvSpPr/>
            <p:nvPr/>
          </p:nvSpPr>
          <p:spPr>
            <a:xfrm>
              <a:off x="-3603586" y="1811179"/>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2</a:t>
              </a:r>
            </a:p>
          </p:txBody>
        </p:sp>
        <p:sp>
          <p:nvSpPr>
            <p:cNvPr id="63" name="Rechthoek 22">
              <a:extLst>
                <a:ext uri="{FF2B5EF4-FFF2-40B4-BE49-F238E27FC236}">
                  <a16:creationId xmlns:a16="http://schemas.microsoft.com/office/drawing/2014/main" id="{86F193A8-5533-2382-02E0-FC2643B123CD}"/>
                </a:ext>
              </a:extLst>
            </p:cNvPr>
            <p:cNvSpPr/>
            <p:nvPr/>
          </p:nvSpPr>
          <p:spPr>
            <a:xfrm>
              <a:off x="-3319418" y="1811188"/>
              <a:ext cx="2944678" cy="326340"/>
            </a:xfrm>
            <a:prstGeom prst="rect">
              <a:avLst/>
            </a:prstGeom>
            <a:noFill/>
            <a:ln>
              <a:noFill/>
              <a:prstDash val="solid"/>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0" i="0" u="none" strike="noStrike" kern="0" cap="none" spc="0" baseline="0">
                  <a:solidFill>
                    <a:srgbClr val="000000"/>
                  </a:solidFill>
                  <a:uFillTx/>
                  <a:latin typeface="Calibri" pitchFamily="34"/>
                  <a:cs typeface="Calibri" pitchFamily="34"/>
                </a:rPr>
                <a:t>Select the preferred category and image</a:t>
              </a:r>
              <a:br>
                <a:rPr lang="en-GB" sz="1200" b="0" i="0" u="none" strike="noStrike" kern="0" cap="none" spc="0" baseline="0">
                  <a:solidFill>
                    <a:srgbClr val="000000"/>
                  </a:solidFill>
                  <a:uFillTx/>
                  <a:latin typeface="Calibri" pitchFamily="34"/>
                  <a:cs typeface="Calibri" pitchFamily="34"/>
                </a:rPr>
              </a:br>
              <a:r>
                <a:rPr lang="en-GB" sz="1200" b="0" i="0" u="none" strike="noStrike" kern="0" cap="none" spc="0" baseline="0">
                  <a:solidFill>
                    <a:srgbClr val="000000"/>
                  </a:solidFill>
                  <a:uFillTx/>
                  <a:latin typeface="Calibri" pitchFamily="34"/>
                  <a:cs typeface="Calibri" pitchFamily="34"/>
                </a:rPr>
                <a:t>and click on  </a:t>
              </a:r>
              <a:r>
                <a:rPr lang="en-GB" sz="1200" b="1" i="0" u="none" strike="noStrike" kern="0" cap="none" spc="0" baseline="0">
                  <a:solidFill>
                    <a:srgbClr val="000000"/>
                  </a:solidFill>
                  <a:uFillTx/>
                  <a:latin typeface="Calibri" pitchFamily="34"/>
                  <a:cs typeface="Calibri" pitchFamily="34"/>
                </a:rPr>
                <a:t>‘Insert’</a:t>
              </a:r>
              <a:r>
                <a:rPr lang="en-GB" sz="1200" b="0" i="0" u="none" strike="noStrike" kern="0" cap="none" spc="0" baseline="0">
                  <a:solidFill>
                    <a:srgbClr val="000000"/>
                  </a:solidFill>
                  <a:uFillTx/>
                  <a:latin typeface="Calibri" pitchFamily="34"/>
                  <a:cs typeface="Calibri" pitchFamily="34"/>
                </a:rPr>
                <a:t>.</a:t>
              </a:r>
            </a:p>
          </p:txBody>
        </p:sp>
        <p:sp>
          <p:nvSpPr>
            <p:cNvPr id="64" name="Rechthoek 23">
              <a:extLst>
                <a:ext uri="{FF2B5EF4-FFF2-40B4-BE49-F238E27FC236}">
                  <a16:creationId xmlns:a16="http://schemas.microsoft.com/office/drawing/2014/main" id="{A5BC8ACE-213B-899E-9864-D2A650B88776}"/>
                </a:ext>
              </a:extLst>
            </p:cNvPr>
            <p:cNvSpPr/>
            <p:nvPr/>
          </p:nvSpPr>
          <p:spPr>
            <a:xfrm>
              <a:off x="-3319418" y="2245757"/>
              <a:ext cx="825502" cy="209553"/>
            </a:xfrm>
            <a:prstGeom prst="rect">
              <a:avLst/>
            </a:prstGeom>
            <a:solidFill>
              <a:srgbClr val="1FF524"/>
            </a:solidFill>
            <a:ln>
              <a:noFill/>
              <a:prstDash val="solid"/>
            </a:ln>
          </p:spPr>
          <p:txBody>
            <a:bodyPr vert="horz" wrap="square" lIns="0" tIns="0" rIns="0" bIns="0"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000" b="1" i="0" u="none" strike="noStrike" kern="1200" cap="none" spc="0" baseline="0">
                  <a:solidFill>
                    <a:srgbClr val="211F26"/>
                  </a:solidFill>
                  <a:uFillTx/>
                  <a:latin typeface="Calibri" pitchFamily="34"/>
                  <a:cs typeface="Calibri" pitchFamily="34"/>
                </a:rPr>
                <a:t>Insert</a:t>
              </a:r>
            </a:p>
          </p:txBody>
        </p:sp>
        <p:grpSp>
          <p:nvGrpSpPr>
            <p:cNvPr id="65" name="Groep 24">
              <a:extLst>
                <a:ext uri="{FF2B5EF4-FFF2-40B4-BE49-F238E27FC236}">
                  <a16:creationId xmlns:a16="http://schemas.microsoft.com/office/drawing/2014/main" id="{E181571C-6B63-7A09-AFBC-807EC1D132D9}"/>
                </a:ext>
              </a:extLst>
            </p:cNvPr>
            <p:cNvGrpSpPr/>
            <p:nvPr/>
          </p:nvGrpSpPr>
          <p:grpSpPr>
            <a:xfrm>
              <a:off x="-3365485" y="1226978"/>
              <a:ext cx="446940" cy="406486"/>
              <a:chOff x="-3365485" y="1226978"/>
              <a:chExt cx="446940" cy="406486"/>
            </a:xfrm>
          </p:grpSpPr>
          <p:grpSp>
            <p:nvGrpSpPr>
              <p:cNvPr id="66" name="Groep 25">
                <a:extLst>
                  <a:ext uri="{FF2B5EF4-FFF2-40B4-BE49-F238E27FC236}">
                    <a16:creationId xmlns:a16="http://schemas.microsoft.com/office/drawing/2014/main" id="{E67E771E-CEFB-5F12-4FFA-0AC1B805C414}"/>
                  </a:ext>
                </a:extLst>
              </p:cNvPr>
              <p:cNvGrpSpPr/>
              <p:nvPr/>
            </p:nvGrpSpPr>
            <p:grpSpPr>
              <a:xfrm>
                <a:off x="-3285311" y="1226978"/>
                <a:ext cx="284168" cy="246686"/>
                <a:chOff x="-3285311" y="1226978"/>
                <a:chExt cx="284168" cy="246686"/>
              </a:xfrm>
            </p:grpSpPr>
            <p:sp>
              <p:nvSpPr>
                <p:cNvPr id="67" name="Vrije vorm: vorm 27">
                  <a:extLst>
                    <a:ext uri="{FF2B5EF4-FFF2-40B4-BE49-F238E27FC236}">
                      <a16:creationId xmlns:a16="http://schemas.microsoft.com/office/drawing/2014/main" id="{4028C2EC-A3CD-94E7-4EF1-FE40F289A949}"/>
                    </a:ext>
                  </a:extLst>
                </p:cNvPr>
                <p:cNvSpPr/>
                <p:nvPr/>
              </p:nvSpPr>
              <p:spPr>
                <a:xfrm>
                  <a:off x="-3236719" y="1287612"/>
                  <a:ext cx="47978" cy="47868"/>
                </a:xfrm>
                <a:custGeom>
                  <a:avLst/>
                  <a:gdLst>
                    <a:gd name="f0" fmla="val 10800000"/>
                    <a:gd name="f1" fmla="val 5400000"/>
                    <a:gd name="f2" fmla="val 180"/>
                    <a:gd name="f3" fmla="val w"/>
                    <a:gd name="f4" fmla="val h"/>
                    <a:gd name="f5" fmla="val 0"/>
                    <a:gd name="f6" fmla="val 371475"/>
                    <a:gd name="f7" fmla="val 369094"/>
                    <a:gd name="f8" fmla="val 188119"/>
                    <a:gd name="f9" fmla="val 288068"/>
                    <a:gd name="f10" fmla="val 88169"/>
                    <a:gd name="f11" fmla="val 7144"/>
                    <a:gd name="f12" fmla="+- 0 0 -90"/>
                    <a:gd name="f13" fmla="*/ f3 1 371475"/>
                    <a:gd name="f14" fmla="*/ f4 1 371475"/>
                    <a:gd name="f15" fmla="val f5"/>
                    <a:gd name="f16" fmla="val f6"/>
                    <a:gd name="f17" fmla="*/ f12 f0 1"/>
                    <a:gd name="f18" fmla="+- f16 0 f15"/>
                    <a:gd name="f19" fmla="*/ f17 1 f2"/>
                    <a:gd name="f20" fmla="*/ f18 1 371475"/>
                    <a:gd name="f21" fmla="*/ 369094 f18 1"/>
                    <a:gd name="f22" fmla="*/ 188119 f18 1"/>
                    <a:gd name="f23" fmla="*/ 7144 f18 1"/>
                    <a:gd name="f24" fmla="+- f19 0 f1"/>
                    <a:gd name="f25" fmla="*/ f21 1 371475"/>
                    <a:gd name="f26" fmla="*/ f22 1 371475"/>
                    <a:gd name="f27" fmla="*/ f23 1 371475"/>
                    <a:gd name="f28" fmla="*/ f15 1 f20"/>
                    <a:gd name="f29" fmla="*/ f16 1 f20"/>
                    <a:gd name="f30" fmla="*/ f25 1 f20"/>
                    <a:gd name="f31" fmla="*/ f26 1 f20"/>
                    <a:gd name="f32" fmla="*/ f27 1 f20"/>
                    <a:gd name="f33" fmla="*/ f28 f13 1"/>
                    <a:gd name="f34" fmla="*/ f29 f13 1"/>
                    <a:gd name="f35" fmla="*/ f29 f14 1"/>
                    <a:gd name="f36" fmla="*/ f28 f14 1"/>
                    <a:gd name="f37" fmla="*/ f30 f13 1"/>
                    <a:gd name="f38" fmla="*/ f31 f14 1"/>
                    <a:gd name="f39" fmla="*/ f31 f13 1"/>
                    <a:gd name="f40" fmla="*/ f30 f14 1"/>
                    <a:gd name="f41" fmla="*/ f32 f13 1"/>
                    <a:gd name="f42" fmla="*/ f32 f14 1"/>
                  </a:gdLst>
                  <a:ahLst/>
                  <a:cxnLst>
                    <a:cxn ang="3cd4">
                      <a:pos x="hc" y="t"/>
                    </a:cxn>
                    <a:cxn ang="0">
                      <a:pos x="r" y="vc"/>
                    </a:cxn>
                    <a:cxn ang="cd4">
                      <a:pos x="hc" y="b"/>
                    </a:cxn>
                    <a:cxn ang="cd2">
                      <a:pos x="l" y="vc"/>
                    </a:cxn>
                    <a:cxn ang="f24">
                      <a:pos x="f37" y="f38"/>
                    </a:cxn>
                    <a:cxn ang="f24">
                      <a:pos x="f39" y="f40"/>
                    </a:cxn>
                    <a:cxn ang="f24">
                      <a:pos x="f41" y="f38"/>
                    </a:cxn>
                    <a:cxn ang="f24">
                      <a:pos x="f39" y="f42"/>
                    </a:cxn>
                    <a:cxn ang="f24">
                      <a:pos x="f37" y="f38"/>
                    </a:cxn>
                  </a:cxnLst>
                  <a:rect l="f33" t="f36" r="f34" b="f35"/>
                  <a:pathLst>
                    <a:path w="371475" h="371475">
                      <a:moveTo>
                        <a:pt x="f7" y="f8"/>
                      </a:moveTo>
                      <a:cubicBezTo>
                        <a:pt x="f7" y="f9"/>
                        <a:pt x="f9" y="f7"/>
                        <a:pt x="f8" y="f7"/>
                      </a:cubicBezTo>
                      <a:cubicBezTo>
                        <a:pt x="f10" y="f7"/>
                        <a:pt x="f11" y="f9"/>
                        <a:pt x="f11" y="f8"/>
                      </a:cubicBezTo>
                      <a:cubicBezTo>
                        <a:pt x="f11" y="f10"/>
                        <a:pt x="f10" y="f11"/>
                        <a:pt x="f8" y="f11"/>
                      </a:cubicBezTo>
                      <a:cubicBezTo>
                        <a:pt x="f9" y="f11"/>
                        <a:pt x="f7" y="f10"/>
                        <a:pt x="f7" y="f8"/>
                      </a:cubicBezTo>
                      <a:close/>
                    </a:path>
                  </a:pathLst>
                </a:custGeom>
                <a:solidFill>
                  <a:srgbClr val="1FF524"/>
                </a:solidFill>
                <a:ln>
                  <a:noFill/>
                  <a:prstDash val="solid"/>
                </a:ln>
              </p:spPr>
              <p:txBody>
                <a:bodyPr vert="horz" wrap="square" lIns="91440" tIns="45720" rIns="91440" bIns="45720" anchor="ctr"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7200" b="0" i="0" u="none" strike="noStrike" kern="1200" cap="none" spc="0" baseline="0">
                    <a:solidFill>
                      <a:srgbClr val="211F26"/>
                    </a:solidFill>
                    <a:uFillTx/>
                    <a:latin typeface="Arial"/>
                  </a:endParaRPr>
                </a:p>
              </p:txBody>
            </p:sp>
            <p:grpSp>
              <p:nvGrpSpPr>
                <p:cNvPr id="68" name="Groep 28">
                  <a:extLst>
                    <a:ext uri="{FF2B5EF4-FFF2-40B4-BE49-F238E27FC236}">
                      <a16:creationId xmlns:a16="http://schemas.microsoft.com/office/drawing/2014/main" id="{A1E279C7-42EF-A123-A1C4-E4F886B5816D}"/>
                    </a:ext>
                  </a:extLst>
                </p:cNvPr>
                <p:cNvGrpSpPr/>
                <p:nvPr/>
              </p:nvGrpSpPr>
              <p:grpSpPr>
                <a:xfrm>
                  <a:off x="-3285311" y="1226978"/>
                  <a:ext cx="284168" cy="246686"/>
                  <a:chOff x="-3285311" y="1226978"/>
                  <a:chExt cx="284168" cy="246686"/>
                </a:xfrm>
              </p:grpSpPr>
              <p:sp>
                <p:nvSpPr>
                  <p:cNvPr id="69" name="Vrije vorm: vorm 29">
                    <a:extLst>
                      <a:ext uri="{FF2B5EF4-FFF2-40B4-BE49-F238E27FC236}">
                        <a16:creationId xmlns:a16="http://schemas.microsoft.com/office/drawing/2014/main" id="{D0E29544-C586-BFC1-7437-DD85EA1EEE5B}"/>
                      </a:ext>
                    </a:extLst>
                  </p:cNvPr>
                  <p:cNvSpPr/>
                  <p:nvPr/>
                </p:nvSpPr>
                <p:spPr>
                  <a:xfrm>
                    <a:off x="-3285311" y="1226978"/>
                    <a:ext cx="284168" cy="246686"/>
                  </a:xfrm>
                  <a:custGeom>
                    <a:avLst/>
                    <a:gdLst>
                      <a:gd name="f0" fmla="val 10800000"/>
                      <a:gd name="f1" fmla="val 5400000"/>
                      <a:gd name="f2" fmla="val 180"/>
                      <a:gd name="f3" fmla="val w"/>
                      <a:gd name="f4" fmla="val h"/>
                      <a:gd name="f5" fmla="val 0"/>
                      <a:gd name="f6" fmla="val 2200275"/>
                      <a:gd name="f7" fmla="val 1914525"/>
                      <a:gd name="f8" fmla="val 7144"/>
                      <a:gd name="f9" fmla="val 245269"/>
                      <a:gd name="f10" fmla="val 432911"/>
                      <a:gd name="f11" fmla="val 1959769"/>
                      <a:gd name="f12" fmla="val 1674019"/>
                      <a:gd name="f13" fmla="val 350044"/>
                      <a:gd name="f14" fmla="val 1912144"/>
                      <a:gd name="f15" fmla="val 2197894"/>
                      <a:gd name="f16" fmla="+- 0 0 -90"/>
                      <a:gd name="f17" fmla="*/ f3 1 2200275"/>
                      <a:gd name="f18" fmla="*/ f4 1 1914525"/>
                      <a:gd name="f19" fmla="val f5"/>
                      <a:gd name="f20" fmla="val f6"/>
                      <a:gd name="f21" fmla="val f7"/>
                      <a:gd name="f22" fmla="*/ f16 f0 1"/>
                      <a:gd name="f23" fmla="+- f21 0 f19"/>
                      <a:gd name="f24" fmla="+- f20 0 f19"/>
                      <a:gd name="f25" fmla="*/ f22 1 f2"/>
                      <a:gd name="f26" fmla="*/ f24 1 2200275"/>
                      <a:gd name="f27" fmla="*/ f23 1 1914525"/>
                      <a:gd name="f28" fmla="*/ 7144 f24 1"/>
                      <a:gd name="f29" fmla="*/ 7144 f23 1"/>
                      <a:gd name="f30" fmla="*/ 245269 f23 1"/>
                      <a:gd name="f31" fmla="*/ 432911 f24 1"/>
                      <a:gd name="f32" fmla="*/ 1959769 f24 1"/>
                      <a:gd name="f33" fmla="*/ 1674019 f23 1"/>
                      <a:gd name="f34" fmla="*/ 245269 f24 1"/>
                      <a:gd name="f35" fmla="*/ 350044 f23 1"/>
                      <a:gd name="f36" fmla="*/ 1912144 f23 1"/>
                      <a:gd name="f37" fmla="*/ 2197894 f24 1"/>
                      <a:gd name="f38" fmla="+- f25 0 f1"/>
                      <a:gd name="f39" fmla="*/ f28 1 2200275"/>
                      <a:gd name="f40" fmla="*/ f29 1 1914525"/>
                      <a:gd name="f41" fmla="*/ f30 1 1914525"/>
                      <a:gd name="f42" fmla="*/ f31 1 2200275"/>
                      <a:gd name="f43" fmla="*/ f32 1 2200275"/>
                      <a:gd name="f44" fmla="*/ f33 1 1914525"/>
                      <a:gd name="f45" fmla="*/ f34 1 2200275"/>
                      <a:gd name="f46" fmla="*/ f35 1 1914525"/>
                      <a:gd name="f47" fmla="*/ f36 1 1914525"/>
                      <a:gd name="f48" fmla="*/ f37 1 2200275"/>
                      <a:gd name="f49" fmla="*/ f19 1 f26"/>
                      <a:gd name="f50" fmla="*/ f20 1 f26"/>
                      <a:gd name="f51" fmla="*/ f19 1 f27"/>
                      <a:gd name="f52" fmla="*/ f21 1 f27"/>
                      <a:gd name="f53" fmla="*/ f39 1 f26"/>
                      <a:gd name="f54" fmla="*/ f40 1 f27"/>
                      <a:gd name="f55" fmla="*/ f41 1 f27"/>
                      <a:gd name="f56" fmla="*/ f42 1 f26"/>
                      <a:gd name="f57" fmla="*/ f43 1 f26"/>
                      <a:gd name="f58" fmla="*/ f44 1 f27"/>
                      <a:gd name="f59" fmla="*/ f45 1 f26"/>
                      <a:gd name="f60" fmla="*/ f46 1 f27"/>
                      <a:gd name="f61" fmla="*/ f47 1 f27"/>
                      <a:gd name="f62" fmla="*/ f48 1 f26"/>
                      <a:gd name="f63" fmla="*/ f49 f17 1"/>
                      <a:gd name="f64" fmla="*/ f50 f17 1"/>
                      <a:gd name="f65" fmla="*/ f52 f18 1"/>
                      <a:gd name="f66" fmla="*/ f51 f18 1"/>
                      <a:gd name="f67" fmla="*/ f53 f17 1"/>
                      <a:gd name="f68" fmla="*/ f54 f18 1"/>
                      <a:gd name="f69" fmla="*/ f55 f18 1"/>
                      <a:gd name="f70" fmla="*/ f56 f17 1"/>
                      <a:gd name="f71" fmla="*/ f57 f17 1"/>
                      <a:gd name="f72" fmla="*/ f58 f18 1"/>
                      <a:gd name="f73" fmla="*/ f59 f17 1"/>
                      <a:gd name="f74" fmla="*/ f60 f18 1"/>
                      <a:gd name="f75" fmla="*/ f61 f18 1"/>
                      <a:gd name="f76" fmla="*/ f62 f17 1"/>
                    </a:gdLst>
                    <a:ahLst/>
                    <a:cxnLst>
                      <a:cxn ang="3cd4">
                        <a:pos x="hc" y="t"/>
                      </a:cxn>
                      <a:cxn ang="0">
                        <a:pos x="r" y="vc"/>
                      </a:cxn>
                      <a:cxn ang="cd4">
                        <a:pos x="hc" y="b"/>
                      </a:cxn>
                      <a:cxn ang="cd2">
                        <a:pos x="l" y="vc"/>
                      </a:cxn>
                      <a:cxn ang="f38">
                        <a:pos x="f67" y="f68"/>
                      </a:cxn>
                      <a:cxn ang="f38">
                        <a:pos x="f67" y="f69"/>
                      </a:cxn>
                      <a:cxn ang="f38">
                        <a:pos x="f70" y="f69"/>
                      </a:cxn>
                      <a:cxn ang="f38">
                        <a:pos x="f70" y="f69"/>
                      </a:cxn>
                      <a:cxn ang="f38">
                        <a:pos x="f71" y="f69"/>
                      </a:cxn>
                      <a:cxn ang="f38">
                        <a:pos x="f71" y="f72"/>
                      </a:cxn>
                      <a:cxn ang="f38">
                        <a:pos x="f73" y="f72"/>
                      </a:cxn>
                      <a:cxn ang="f38">
                        <a:pos x="f73" y="f74"/>
                      </a:cxn>
                      <a:cxn ang="f38">
                        <a:pos x="f67" y="f74"/>
                      </a:cxn>
                      <a:cxn ang="f38">
                        <a:pos x="f67" y="f75"/>
                      </a:cxn>
                      <a:cxn ang="f38">
                        <a:pos x="f76" y="f75"/>
                      </a:cxn>
                      <a:cxn ang="f38">
                        <a:pos x="f76" y="f68"/>
                      </a:cxn>
                    </a:cxnLst>
                    <a:rect l="f63" t="f66" r="f64" b="f65"/>
                    <a:pathLst>
                      <a:path w="2200275" h="1914525">
                        <a:moveTo>
                          <a:pt x="f8" y="f8"/>
                        </a:moveTo>
                        <a:lnTo>
                          <a:pt x="f8" y="f9"/>
                        </a:lnTo>
                        <a:lnTo>
                          <a:pt x="f10" y="f9"/>
                        </a:lnTo>
                        <a:lnTo>
                          <a:pt x="f10" y="f9"/>
                        </a:lnTo>
                        <a:lnTo>
                          <a:pt x="f11" y="f9"/>
                        </a:lnTo>
                        <a:lnTo>
                          <a:pt x="f11" y="f12"/>
                        </a:lnTo>
                        <a:lnTo>
                          <a:pt x="f9" y="f12"/>
                        </a:lnTo>
                        <a:lnTo>
                          <a:pt x="f9" y="f13"/>
                        </a:lnTo>
                        <a:lnTo>
                          <a:pt x="f8" y="f13"/>
                        </a:lnTo>
                        <a:lnTo>
                          <a:pt x="f8" y="f14"/>
                        </a:lnTo>
                        <a:lnTo>
                          <a:pt x="f15" y="f14"/>
                        </a:lnTo>
                        <a:lnTo>
                          <a:pt x="f15" y="f8"/>
                        </a:lnTo>
                        <a:close/>
                      </a:path>
                    </a:pathLst>
                  </a:custGeom>
                  <a:gradFill>
                    <a:gsLst>
                      <a:gs pos="0">
                        <a:srgbClr val="9D9FA1"/>
                      </a:gs>
                      <a:gs pos="100000">
                        <a:srgbClr val="211F26"/>
                      </a:gs>
                    </a:gsLst>
                    <a:lin ang="2700000"/>
                  </a:gradFill>
                  <a:ln>
                    <a:noFill/>
                    <a:prstDash val="solid"/>
                  </a:ln>
                </p:spPr>
                <p:txBody>
                  <a:bodyPr vert="horz" wrap="square" lIns="91440" tIns="45720" rIns="91440" bIns="45720" anchor="ctr"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7200" b="0" i="0" u="none" strike="noStrike" kern="1200" cap="none" spc="0" baseline="0">
                      <a:solidFill>
                        <a:srgbClr val="211F26"/>
                      </a:solidFill>
                      <a:uFillTx/>
                      <a:latin typeface="Arial"/>
                    </a:endParaRPr>
                  </a:p>
                </p:txBody>
              </p:sp>
              <p:sp>
                <p:nvSpPr>
                  <p:cNvPr id="70" name="Vrije vorm: vorm 30">
                    <a:extLst>
                      <a:ext uri="{FF2B5EF4-FFF2-40B4-BE49-F238E27FC236}">
                        <a16:creationId xmlns:a16="http://schemas.microsoft.com/office/drawing/2014/main" id="{5768E76C-BE0F-FA87-5088-00FAFF09A8D0}"/>
                      </a:ext>
                    </a:extLst>
                  </p:cNvPr>
                  <p:cNvSpPr/>
                  <p:nvPr/>
                </p:nvSpPr>
                <p:spPr>
                  <a:xfrm>
                    <a:off x="-3236847" y="1303321"/>
                    <a:ext cx="185751" cy="114144"/>
                  </a:xfrm>
                  <a:custGeom>
                    <a:avLst/>
                    <a:gdLst>
                      <a:gd name="f0" fmla="val 10800000"/>
                      <a:gd name="f1" fmla="val 5400000"/>
                      <a:gd name="f2" fmla="val 180"/>
                      <a:gd name="f3" fmla="val w"/>
                      <a:gd name="f4" fmla="val h"/>
                      <a:gd name="f5" fmla="val 0"/>
                      <a:gd name="f6" fmla="val 1438275"/>
                      <a:gd name="f7" fmla="val 885825"/>
                      <a:gd name="f8" fmla="val 1070134"/>
                      <a:gd name="f9" fmla="val 7144"/>
                      <a:gd name="f10" fmla="val 801529"/>
                      <a:gd name="f11" fmla="val 275749"/>
                      <a:gd name="f12" fmla="val 662464"/>
                      <a:gd name="f13" fmla="val 137636"/>
                      <a:gd name="f14" fmla="val 784384"/>
                      <a:gd name="f15" fmla="val 108109"/>
                      <a:gd name="f16" fmla="val 885349"/>
                      <a:gd name="f17" fmla="val 338614"/>
                      <a:gd name="f18" fmla="val 928211"/>
                      <a:gd name="f19" fmla="val 605314"/>
                      <a:gd name="f20" fmla="val 1029176"/>
                      <a:gd name="f21" fmla="val 503396"/>
                      <a:gd name="f22" fmla="val 902494"/>
                      <a:gd name="f23" fmla="val 376714"/>
                      <a:gd name="f24" fmla="val 209074"/>
                      <a:gd name="f25" fmla="val 1337786"/>
                      <a:gd name="f26" fmla="val 480536"/>
                      <a:gd name="f27" fmla="val 1438751"/>
                      <a:gd name="f28" fmla="val 378619"/>
                      <a:gd name="f29" fmla="+- 0 0 -90"/>
                      <a:gd name="f30" fmla="*/ f3 1 1438275"/>
                      <a:gd name="f31" fmla="*/ f4 1 885825"/>
                      <a:gd name="f32" fmla="val f5"/>
                      <a:gd name="f33" fmla="val f6"/>
                      <a:gd name="f34" fmla="val f7"/>
                      <a:gd name="f35" fmla="*/ f29 f0 1"/>
                      <a:gd name="f36" fmla="+- f34 0 f32"/>
                      <a:gd name="f37" fmla="+- f33 0 f32"/>
                      <a:gd name="f38" fmla="*/ f35 1 f2"/>
                      <a:gd name="f39" fmla="*/ f37 1 1438275"/>
                      <a:gd name="f40" fmla="*/ f36 1 885825"/>
                      <a:gd name="f41" fmla="*/ 1070134 f37 1"/>
                      <a:gd name="f42" fmla="*/ 7144 f36 1"/>
                      <a:gd name="f43" fmla="*/ 801529 f37 1"/>
                      <a:gd name="f44" fmla="*/ 275749 f36 1"/>
                      <a:gd name="f45" fmla="*/ 662464 f37 1"/>
                      <a:gd name="f46" fmla="*/ 137636 f36 1"/>
                      <a:gd name="f47" fmla="*/ 7144 f37 1"/>
                      <a:gd name="f48" fmla="*/ 784384 f36 1"/>
                      <a:gd name="f49" fmla="*/ 108109 f37 1"/>
                      <a:gd name="f50" fmla="*/ 885349 f36 1"/>
                      <a:gd name="f51" fmla="*/ 338614 f36 1"/>
                      <a:gd name="f52" fmla="*/ 928211 f37 1"/>
                      <a:gd name="f53" fmla="*/ 605314 f36 1"/>
                      <a:gd name="f54" fmla="*/ 1029176 f37 1"/>
                      <a:gd name="f55" fmla="*/ 503396 f36 1"/>
                      <a:gd name="f56" fmla="*/ 902494 f37 1"/>
                      <a:gd name="f57" fmla="*/ 376714 f36 1"/>
                      <a:gd name="f58" fmla="*/ 209074 f36 1"/>
                      <a:gd name="f59" fmla="*/ 1337786 f37 1"/>
                      <a:gd name="f60" fmla="*/ 480536 f36 1"/>
                      <a:gd name="f61" fmla="*/ 1438751 f37 1"/>
                      <a:gd name="f62" fmla="*/ 378619 f36 1"/>
                      <a:gd name="f63" fmla="+- f38 0 f1"/>
                      <a:gd name="f64" fmla="*/ f41 1 1438275"/>
                      <a:gd name="f65" fmla="*/ f42 1 885825"/>
                      <a:gd name="f66" fmla="*/ f43 1 1438275"/>
                      <a:gd name="f67" fmla="*/ f44 1 885825"/>
                      <a:gd name="f68" fmla="*/ f45 1 1438275"/>
                      <a:gd name="f69" fmla="*/ f46 1 885825"/>
                      <a:gd name="f70" fmla="*/ f47 1 1438275"/>
                      <a:gd name="f71" fmla="*/ f48 1 885825"/>
                      <a:gd name="f72" fmla="*/ f49 1 1438275"/>
                      <a:gd name="f73" fmla="*/ f50 1 885825"/>
                      <a:gd name="f74" fmla="*/ f51 1 885825"/>
                      <a:gd name="f75" fmla="*/ f52 1 1438275"/>
                      <a:gd name="f76" fmla="*/ f53 1 885825"/>
                      <a:gd name="f77" fmla="*/ f54 1 1438275"/>
                      <a:gd name="f78" fmla="*/ f55 1 885825"/>
                      <a:gd name="f79" fmla="*/ f56 1 1438275"/>
                      <a:gd name="f80" fmla="*/ f57 1 885825"/>
                      <a:gd name="f81" fmla="*/ f58 1 885825"/>
                      <a:gd name="f82" fmla="*/ f59 1 1438275"/>
                      <a:gd name="f83" fmla="*/ f60 1 885825"/>
                      <a:gd name="f84" fmla="*/ f61 1 1438275"/>
                      <a:gd name="f85" fmla="*/ f62 1 885825"/>
                      <a:gd name="f86" fmla="*/ f32 1 f39"/>
                      <a:gd name="f87" fmla="*/ f33 1 f39"/>
                      <a:gd name="f88" fmla="*/ f32 1 f40"/>
                      <a:gd name="f89" fmla="*/ f34 1 f40"/>
                      <a:gd name="f90" fmla="*/ f64 1 f39"/>
                      <a:gd name="f91" fmla="*/ f65 1 f40"/>
                      <a:gd name="f92" fmla="*/ f66 1 f39"/>
                      <a:gd name="f93" fmla="*/ f67 1 f40"/>
                      <a:gd name="f94" fmla="*/ f68 1 f39"/>
                      <a:gd name="f95" fmla="*/ f69 1 f40"/>
                      <a:gd name="f96" fmla="*/ f70 1 f39"/>
                      <a:gd name="f97" fmla="*/ f71 1 f40"/>
                      <a:gd name="f98" fmla="*/ f72 1 f39"/>
                      <a:gd name="f99" fmla="*/ f73 1 f40"/>
                      <a:gd name="f100" fmla="*/ f74 1 f40"/>
                      <a:gd name="f101" fmla="*/ f75 1 f39"/>
                      <a:gd name="f102" fmla="*/ f76 1 f40"/>
                      <a:gd name="f103" fmla="*/ f77 1 f39"/>
                      <a:gd name="f104" fmla="*/ f78 1 f40"/>
                      <a:gd name="f105" fmla="*/ f79 1 f39"/>
                      <a:gd name="f106" fmla="*/ f80 1 f40"/>
                      <a:gd name="f107" fmla="*/ f81 1 f40"/>
                      <a:gd name="f108" fmla="*/ f82 1 f39"/>
                      <a:gd name="f109" fmla="*/ f83 1 f40"/>
                      <a:gd name="f110" fmla="*/ f84 1 f39"/>
                      <a:gd name="f111" fmla="*/ f85 1 f40"/>
                      <a:gd name="f112" fmla="*/ f86 f30 1"/>
                      <a:gd name="f113" fmla="*/ f87 f30 1"/>
                      <a:gd name="f114" fmla="*/ f89 f31 1"/>
                      <a:gd name="f115" fmla="*/ f88 f31 1"/>
                      <a:gd name="f116" fmla="*/ f90 f30 1"/>
                      <a:gd name="f117" fmla="*/ f91 f31 1"/>
                      <a:gd name="f118" fmla="*/ f92 f30 1"/>
                      <a:gd name="f119" fmla="*/ f93 f31 1"/>
                      <a:gd name="f120" fmla="*/ f94 f30 1"/>
                      <a:gd name="f121" fmla="*/ f95 f31 1"/>
                      <a:gd name="f122" fmla="*/ f96 f30 1"/>
                      <a:gd name="f123" fmla="*/ f97 f31 1"/>
                      <a:gd name="f124" fmla="*/ f98 f30 1"/>
                      <a:gd name="f125" fmla="*/ f99 f31 1"/>
                      <a:gd name="f126" fmla="*/ f100 f31 1"/>
                      <a:gd name="f127" fmla="*/ f101 f30 1"/>
                      <a:gd name="f128" fmla="*/ f102 f31 1"/>
                      <a:gd name="f129" fmla="*/ f103 f30 1"/>
                      <a:gd name="f130" fmla="*/ f104 f31 1"/>
                      <a:gd name="f131" fmla="*/ f105 f30 1"/>
                      <a:gd name="f132" fmla="*/ f106 f31 1"/>
                      <a:gd name="f133" fmla="*/ f107 f31 1"/>
                      <a:gd name="f134" fmla="*/ f108 f30 1"/>
                      <a:gd name="f135" fmla="*/ f109 f31 1"/>
                      <a:gd name="f136" fmla="*/ f110 f30 1"/>
                      <a:gd name="f137" fmla="*/ f111 f31 1"/>
                    </a:gdLst>
                    <a:ahLst/>
                    <a:cxnLst>
                      <a:cxn ang="3cd4">
                        <a:pos x="hc" y="t"/>
                      </a:cxn>
                      <a:cxn ang="0">
                        <a:pos x="r" y="vc"/>
                      </a:cxn>
                      <a:cxn ang="cd4">
                        <a:pos x="hc" y="b"/>
                      </a:cxn>
                      <a:cxn ang="cd2">
                        <a:pos x="l" y="vc"/>
                      </a:cxn>
                      <a:cxn ang="f63">
                        <a:pos x="f116" y="f117"/>
                      </a:cxn>
                      <a:cxn ang="f63">
                        <a:pos x="f118" y="f119"/>
                      </a:cxn>
                      <a:cxn ang="f63">
                        <a:pos x="f120" y="f121"/>
                      </a:cxn>
                      <a:cxn ang="f63">
                        <a:pos x="f122" y="f123"/>
                      </a:cxn>
                      <a:cxn ang="f63">
                        <a:pos x="f124" y="f125"/>
                      </a:cxn>
                      <a:cxn ang="f63">
                        <a:pos x="f120" y="f126"/>
                      </a:cxn>
                      <a:cxn ang="f63">
                        <a:pos x="f127" y="f128"/>
                      </a:cxn>
                      <a:cxn ang="f63">
                        <a:pos x="f129" y="f130"/>
                      </a:cxn>
                      <a:cxn ang="f63">
                        <a:pos x="f131" y="f132"/>
                      </a:cxn>
                      <a:cxn ang="f63">
                        <a:pos x="f116" y="f133"/>
                      </a:cxn>
                      <a:cxn ang="f63">
                        <a:pos x="f134" y="f135"/>
                      </a:cxn>
                      <a:cxn ang="f63">
                        <a:pos x="f136" y="f137"/>
                      </a:cxn>
                    </a:cxnLst>
                    <a:rect l="f112" t="f115" r="f113" b="f114"/>
                    <a:pathLst>
                      <a:path w="1438275" h="885825">
                        <a:moveTo>
                          <a:pt x="f8" y="f9"/>
                        </a:moveTo>
                        <a:lnTo>
                          <a:pt x="f10" y="f11"/>
                        </a:lnTo>
                        <a:lnTo>
                          <a:pt x="f12" y="f13"/>
                        </a:lnTo>
                        <a:lnTo>
                          <a:pt x="f9" y="f14"/>
                        </a:lnTo>
                        <a:lnTo>
                          <a:pt x="f15" y="f16"/>
                        </a:lnTo>
                        <a:lnTo>
                          <a:pt x="f12" y="f17"/>
                        </a:lnTo>
                        <a:lnTo>
                          <a:pt x="f18" y="f19"/>
                        </a:lnTo>
                        <a:lnTo>
                          <a:pt x="f20" y="f21"/>
                        </a:lnTo>
                        <a:lnTo>
                          <a:pt x="f22" y="f23"/>
                        </a:lnTo>
                        <a:lnTo>
                          <a:pt x="f8" y="f24"/>
                        </a:lnTo>
                        <a:lnTo>
                          <a:pt x="f25" y="f26"/>
                        </a:lnTo>
                        <a:lnTo>
                          <a:pt x="f27" y="f28"/>
                        </a:lnTo>
                        <a:close/>
                      </a:path>
                    </a:pathLst>
                  </a:custGeom>
                  <a:gradFill>
                    <a:gsLst>
                      <a:gs pos="0">
                        <a:srgbClr val="9D9FA1"/>
                      </a:gs>
                      <a:gs pos="100000">
                        <a:srgbClr val="211F26"/>
                      </a:gs>
                    </a:gsLst>
                    <a:lin ang="2700000"/>
                  </a:gradFill>
                  <a:ln>
                    <a:noFill/>
                    <a:prstDash val="solid"/>
                  </a:ln>
                </p:spPr>
                <p:txBody>
                  <a:bodyPr vert="horz" wrap="square" lIns="91440" tIns="45720" rIns="91440" bIns="45720" anchor="ctr"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7200" b="0" i="0" u="none" strike="noStrike" kern="1200" cap="none" spc="0" baseline="0">
                      <a:solidFill>
                        <a:srgbClr val="211F26"/>
                      </a:solidFill>
                      <a:uFillTx/>
                      <a:latin typeface="Arial"/>
                    </a:endParaRPr>
                  </a:p>
                </p:txBody>
              </p:sp>
            </p:grpSp>
          </p:grpSp>
          <p:sp>
            <p:nvSpPr>
              <p:cNvPr id="71" name="Tekstvak 26">
                <a:extLst>
                  <a:ext uri="{FF2B5EF4-FFF2-40B4-BE49-F238E27FC236}">
                    <a16:creationId xmlns:a16="http://schemas.microsoft.com/office/drawing/2014/main" id="{799B4A8F-9130-2FDD-5727-7BB0D87F0681}"/>
                  </a:ext>
                </a:extLst>
              </p:cNvPr>
              <p:cNvSpPr txBox="1"/>
              <p:nvPr/>
            </p:nvSpPr>
            <p:spPr>
              <a:xfrm>
                <a:off x="-3365485" y="1489959"/>
                <a:ext cx="446940" cy="143505"/>
              </a:xfrm>
              <a:prstGeom prst="rect">
                <a:avLst/>
              </a:prstGeom>
              <a:noFill/>
              <a:ln>
                <a:noFill/>
              </a:ln>
            </p:spPr>
            <p:txBody>
              <a:bodyPr vert="horz" wrap="square" lIns="0" tIns="18004" rIns="0" bIns="0" anchor="t"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000" b="0" i="0" u="none" strike="noStrike" kern="0" cap="none" spc="0" baseline="0">
                    <a:solidFill>
                      <a:srgbClr val="211F26"/>
                    </a:solidFill>
                    <a:uFillTx/>
                    <a:latin typeface="Calibri" pitchFamily="34"/>
                    <a:cs typeface="Calibri" pitchFamily="34"/>
                  </a:rPr>
                  <a:t>Images</a:t>
                </a:r>
              </a:p>
            </p:txBody>
          </p:sp>
        </p:grpSp>
      </p:grpSp>
    </p:spTree>
    <p:extLst>
      <p:ext uri="{BB962C8B-B14F-4D97-AF65-F5344CB8AC3E}">
        <p14:creationId xmlns:p14="http://schemas.microsoft.com/office/powerpoint/2010/main" val="1128667005"/>
      </p:ext>
    </p:extLst>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p:bg>
      <p:bgPr>
        <a:solidFill>
          <a:srgbClr val="00A6D6"/>
        </a:solidFill>
        <a:effectLst/>
      </p:bgPr>
    </p:bg>
    <p:spTree>
      <p:nvGrpSpPr>
        <p:cNvPr id="1" name=""/>
        <p:cNvGrpSpPr/>
        <p:nvPr/>
      </p:nvGrpSpPr>
      <p:grpSpPr>
        <a:xfrm>
          <a:off x="0" y="0"/>
          <a:ext cx="0" cy="0"/>
          <a:chOff x="0" y="0"/>
          <a:chExt cx="0" cy="0"/>
        </a:xfrm>
      </p:grpSpPr>
      <p:sp>
        <p:nvSpPr>
          <p:cNvPr id="2" name="Tijdelijke aanduiding voor dianummer 42">
            <a:extLst>
              <a:ext uri="{FF2B5EF4-FFF2-40B4-BE49-F238E27FC236}">
                <a16:creationId xmlns:a16="http://schemas.microsoft.com/office/drawing/2014/main" id="{517F47B6-CAE3-F6D7-3EC1-79FB2F847931}"/>
              </a:ext>
            </a:extLst>
          </p:cNvPr>
          <p:cNvSpPr txBox="1">
            <a:spLocks noGrp="1"/>
          </p:cNvSpPr>
          <p:nvPr>
            <p:ph type="sldNum" sz="quarter" idx="8"/>
          </p:nvPr>
        </p:nvSpPr>
        <p:spPr/>
        <p:txBody>
          <a:bodyPr/>
          <a:lstStyle>
            <a:lvl1pPr>
              <a:defRPr>
                <a:solidFill>
                  <a:srgbClr val="FFFFFF"/>
                </a:solidFill>
              </a:defRPr>
            </a:lvl1pPr>
          </a:lstStyle>
          <a:p>
            <a:pPr lvl="0"/>
            <a:fld id="{8C097527-BA4B-45DF-BD4A-0F9FD8A8C992}" type="slidenum">
              <a:t>‹#›</a:t>
            </a:fld>
            <a:endParaRPr lang="en-GB"/>
          </a:p>
        </p:txBody>
      </p:sp>
    </p:spTree>
    <p:extLst>
      <p:ext uri="{BB962C8B-B14F-4D97-AF65-F5344CB8AC3E}">
        <p14:creationId xmlns:p14="http://schemas.microsoft.com/office/powerpoint/2010/main" val="1976928709"/>
      </p:ext>
    </p:extLst>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Image + quote">
    <p:bg>
      <p:bgPr>
        <a:solidFill>
          <a:srgbClr val="00A6D6"/>
        </a:solidFill>
        <a:effectLst/>
      </p:bgPr>
    </p:bg>
    <p:spTree>
      <p:nvGrpSpPr>
        <p:cNvPr id="1" name=""/>
        <p:cNvGrpSpPr/>
        <p:nvPr/>
      </p:nvGrpSpPr>
      <p:grpSpPr>
        <a:xfrm>
          <a:off x="0" y="0"/>
          <a:ext cx="0" cy="0"/>
          <a:chOff x="0" y="0"/>
          <a:chExt cx="0" cy="0"/>
        </a:xfrm>
      </p:grpSpPr>
      <p:sp>
        <p:nvSpPr>
          <p:cNvPr id="2" name="Tijdelijke aanduiding voor dianummer 42">
            <a:extLst>
              <a:ext uri="{FF2B5EF4-FFF2-40B4-BE49-F238E27FC236}">
                <a16:creationId xmlns:a16="http://schemas.microsoft.com/office/drawing/2014/main" id="{19D5797E-54F2-DA3F-41C8-A2695D6F6E41}"/>
              </a:ext>
            </a:extLst>
          </p:cNvPr>
          <p:cNvSpPr txBox="1">
            <a:spLocks noGrp="1"/>
          </p:cNvSpPr>
          <p:nvPr>
            <p:ph type="sldNum" sz="quarter" idx="8"/>
          </p:nvPr>
        </p:nvSpPr>
        <p:spPr/>
        <p:txBody>
          <a:bodyPr/>
          <a:lstStyle>
            <a:lvl1pPr>
              <a:defRPr>
                <a:solidFill>
                  <a:srgbClr val="FFFFFF"/>
                </a:solidFill>
              </a:defRPr>
            </a:lvl1pPr>
          </a:lstStyle>
          <a:p>
            <a:pPr lvl="0"/>
            <a:fld id="{4582A6CE-6B8A-4528-8D9E-91A79C87D7A0}" type="slidenum">
              <a:t>‹#›</a:t>
            </a:fld>
            <a:endParaRPr lang="en-GB"/>
          </a:p>
        </p:txBody>
      </p:sp>
      <p:sp>
        <p:nvSpPr>
          <p:cNvPr id="3" name="Tijdelijke aanduiding voor afbeelding 16">
            <a:extLst>
              <a:ext uri="{FF2B5EF4-FFF2-40B4-BE49-F238E27FC236}">
                <a16:creationId xmlns:a16="http://schemas.microsoft.com/office/drawing/2014/main" id="{DED01D47-D820-C612-C9DE-7777F6B8299D}"/>
              </a:ext>
            </a:extLst>
          </p:cNvPr>
          <p:cNvSpPr txBox="1">
            <a:spLocks noGrp="1"/>
          </p:cNvSpPr>
          <p:nvPr>
            <p:ph type="pic" idx="4294967295"/>
          </p:nvPr>
        </p:nvSpPr>
        <p:spPr>
          <a:xfrm>
            <a:off x="0" y="0"/>
            <a:ext cx="6096003" cy="6858000"/>
          </a:xfrm>
          <a:blipFill>
            <a:blip r:embed="rId2"/>
            <a:tile/>
          </a:blipFill>
        </p:spPr>
        <p:txBody>
          <a:bodyPr bIns="1259997" anchor="ctr" anchorCtr="1"/>
          <a:lstStyle>
            <a:lvl1pPr marL="0" indent="0" algn="ctr">
              <a:lnSpc>
                <a:spcPct val="100000"/>
              </a:lnSpc>
              <a:spcBef>
                <a:spcPts val="0"/>
              </a:spcBef>
              <a:spcAft>
                <a:spcPts val="0"/>
              </a:spcAft>
              <a:buNone/>
              <a:defRPr sz="1200" i="1">
                <a:solidFill>
                  <a:srgbClr val="7F7F7F"/>
                </a:solidFill>
              </a:defRPr>
            </a:lvl1pPr>
          </a:lstStyle>
          <a:p>
            <a:pPr lvl="0"/>
            <a:r>
              <a:rPr lang="en-GB"/>
              <a:t>Select this placeholder, go to the tab ‘Slidebuilder’, click on ‘Images’,</a:t>
            </a:r>
            <a:br>
              <a:rPr lang="en-GB"/>
            </a:br>
            <a:r>
              <a:rPr lang="en-GB"/>
              <a:t>select the preferred image and click on ‘Insert’.</a:t>
            </a:r>
          </a:p>
        </p:txBody>
      </p:sp>
      <p:sp>
        <p:nvSpPr>
          <p:cNvPr id="4" name="Tijdelijke aanduiding voor tekst 18">
            <a:extLst>
              <a:ext uri="{FF2B5EF4-FFF2-40B4-BE49-F238E27FC236}">
                <a16:creationId xmlns:a16="http://schemas.microsoft.com/office/drawing/2014/main" id="{731A6CFD-10A4-1200-A683-E90D870CF7CD}"/>
              </a:ext>
            </a:extLst>
          </p:cNvPr>
          <p:cNvSpPr txBox="1">
            <a:spLocks noGrp="1"/>
          </p:cNvSpPr>
          <p:nvPr>
            <p:ph type="body" idx="4294967295"/>
          </p:nvPr>
        </p:nvSpPr>
        <p:spPr>
          <a:xfrm>
            <a:off x="0" y="4094326"/>
            <a:ext cx="6096003" cy="2763673"/>
          </a:xfrm>
          <a:gradFill>
            <a:gsLst>
              <a:gs pos="0">
                <a:srgbClr val="000000">
                  <a:alpha val="29000"/>
                </a:srgbClr>
              </a:gs>
              <a:gs pos="100000">
                <a:srgbClr val="000000">
                  <a:alpha val="0"/>
                </a:srgbClr>
              </a:gs>
            </a:gsLst>
            <a:lin ang="16200000"/>
          </a:gradFill>
        </p:spPr>
        <p:txBody>
          <a:bodyPr/>
          <a:lstStyle>
            <a:lvl1pPr marL="0" indent="0">
              <a:buNone/>
              <a:defRPr sz="100"/>
            </a:lvl1pPr>
          </a:lstStyle>
          <a:p>
            <a:pPr lvl="0"/>
            <a:r>
              <a:rPr lang="en-GB"/>
              <a:t> </a:t>
            </a:r>
          </a:p>
        </p:txBody>
      </p:sp>
      <p:sp>
        <p:nvSpPr>
          <p:cNvPr id="5" name="Tijdelijke aanduiding voor tekst 18">
            <a:extLst>
              <a:ext uri="{FF2B5EF4-FFF2-40B4-BE49-F238E27FC236}">
                <a16:creationId xmlns:a16="http://schemas.microsoft.com/office/drawing/2014/main" id="{47593C29-2B45-1623-98C0-97B036B84502}"/>
              </a:ext>
            </a:extLst>
          </p:cNvPr>
          <p:cNvSpPr txBox="1">
            <a:spLocks noGrp="1"/>
          </p:cNvSpPr>
          <p:nvPr>
            <p:ph type="body" idx="4294967295"/>
          </p:nvPr>
        </p:nvSpPr>
        <p:spPr>
          <a:xfrm>
            <a:off x="720364" y="6216740"/>
            <a:ext cx="961198" cy="381597"/>
          </a:xfrm>
          <a:blipFill>
            <a:blip r:embed="rId3">
              <a:extLst>
                <a:ext uri="{96DAC541-7B7A-43D3-8B79-37D633B846F1}">
                  <asvg:svgBlip xmlns:asvg="http://schemas.microsoft.com/office/drawing/2016/SVG/main" r:embed="rId4"/>
                </a:ext>
              </a:extLst>
            </a:blip>
            <a:stretch>
              <a:fillRect/>
            </a:stretch>
          </a:blipFill>
        </p:spPr>
        <p:txBody>
          <a:bodyPr/>
          <a:lstStyle>
            <a:lvl1pPr marL="0" indent="0">
              <a:buNone/>
              <a:defRPr sz="100"/>
            </a:lvl1pPr>
          </a:lstStyle>
          <a:p>
            <a:pPr lvl="0"/>
            <a:r>
              <a:rPr lang="en-GB"/>
              <a:t> </a:t>
            </a:r>
          </a:p>
        </p:txBody>
      </p:sp>
      <p:grpSp>
        <p:nvGrpSpPr>
          <p:cNvPr id="6" name="INSTRUCTION">
            <a:extLst>
              <a:ext uri="{FF2B5EF4-FFF2-40B4-BE49-F238E27FC236}">
                <a16:creationId xmlns:a16="http://schemas.microsoft.com/office/drawing/2014/main" id="{53B3A5FF-9512-D81C-2599-601C1EDF10C6}"/>
              </a:ext>
            </a:extLst>
          </p:cNvPr>
          <p:cNvGrpSpPr/>
          <p:nvPr/>
        </p:nvGrpSpPr>
        <p:grpSpPr>
          <a:xfrm>
            <a:off x="-3786164" y="0"/>
            <a:ext cx="3693380" cy="6640345"/>
            <a:chOff x="-3786164" y="0"/>
            <a:chExt cx="3693380" cy="6640345"/>
          </a:xfrm>
        </p:grpSpPr>
        <p:sp>
          <p:nvSpPr>
            <p:cNvPr id="7" name="Rechthoek 5">
              <a:extLst>
                <a:ext uri="{FF2B5EF4-FFF2-40B4-BE49-F238E27FC236}">
                  <a16:creationId xmlns:a16="http://schemas.microsoft.com/office/drawing/2014/main" id="{1AC15FDD-B2AD-4B9A-B600-A8DDF24893A2}"/>
                </a:ext>
              </a:extLst>
            </p:cNvPr>
            <p:cNvSpPr/>
            <p:nvPr/>
          </p:nvSpPr>
          <p:spPr>
            <a:xfrm>
              <a:off x="-3786164" y="0"/>
              <a:ext cx="3593089" cy="5991724"/>
            </a:xfrm>
            <a:prstGeom prst="rect">
              <a:avLst/>
            </a:prstGeom>
            <a:solidFill>
              <a:srgbClr val="FFFFFF"/>
            </a:solidFill>
            <a:ln w="6345" cap="flat">
              <a:solidFill>
                <a:srgbClr val="ECECEC"/>
              </a:solidFill>
              <a:prstDash val="solid"/>
              <a:miter/>
            </a:ln>
          </p:spPr>
          <p:txBody>
            <a:bodyPr vert="horz" wrap="square" lIns="179999" tIns="143999" rIns="179999" bIns="143999"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400" b="1" i="0" u="none" strike="noStrike" kern="1200" cap="all" spc="0" baseline="0">
                  <a:solidFill>
                    <a:srgbClr val="00A6D6"/>
                  </a:solidFill>
                  <a:uFillTx/>
                  <a:latin typeface="Calibri" pitchFamily="34"/>
                  <a:cs typeface="Calibri" pitchFamily="34"/>
                </a:rPr>
                <a:t>Insert/edit an image</a:t>
              </a:r>
            </a:p>
          </p:txBody>
        </p:sp>
        <p:sp>
          <p:nvSpPr>
            <p:cNvPr id="8" name="Ovaal 7">
              <a:extLst>
                <a:ext uri="{FF2B5EF4-FFF2-40B4-BE49-F238E27FC236}">
                  <a16:creationId xmlns:a16="http://schemas.microsoft.com/office/drawing/2014/main" id="{196FEC15-CD8B-DE84-5D4A-FB7D5A164E84}"/>
                </a:ext>
              </a:extLst>
            </p:cNvPr>
            <p:cNvSpPr/>
            <p:nvPr/>
          </p:nvSpPr>
          <p:spPr>
            <a:xfrm>
              <a:off x="-3603586" y="465319"/>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1</a:t>
              </a:r>
            </a:p>
          </p:txBody>
        </p:sp>
        <p:sp>
          <p:nvSpPr>
            <p:cNvPr id="9" name="Rechthoek 8">
              <a:extLst>
                <a:ext uri="{FF2B5EF4-FFF2-40B4-BE49-F238E27FC236}">
                  <a16:creationId xmlns:a16="http://schemas.microsoft.com/office/drawing/2014/main" id="{C85E09D4-6EC9-B0F6-6185-A8E61A5413DC}"/>
                </a:ext>
              </a:extLst>
            </p:cNvPr>
            <p:cNvSpPr/>
            <p:nvPr/>
          </p:nvSpPr>
          <p:spPr>
            <a:xfrm>
              <a:off x="-3319418" y="465319"/>
              <a:ext cx="2962701" cy="668152"/>
            </a:xfrm>
            <a:prstGeom prst="rect">
              <a:avLst/>
            </a:prstGeom>
            <a:noFill/>
            <a:ln>
              <a:noFill/>
              <a:prstDash val="solid"/>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0" i="0" u="none" strike="noStrike" kern="0" cap="none" spc="0" baseline="0">
                  <a:solidFill>
                    <a:srgbClr val="000000"/>
                  </a:solidFill>
                  <a:uFillTx/>
                  <a:latin typeface="Calibri" pitchFamily="34"/>
                  <a:cs typeface="Calibri" pitchFamily="34"/>
                </a:rPr>
                <a:t>If necessary, delete the existing image</a:t>
              </a:r>
              <a:br>
                <a:rPr lang="en-GB" sz="1200" b="0" i="0" u="none" strike="noStrike" kern="0" cap="none" spc="0" baseline="0">
                  <a:solidFill>
                    <a:srgbClr val="000000"/>
                  </a:solidFill>
                  <a:uFillTx/>
                  <a:latin typeface="Calibri" pitchFamily="34"/>
                  <a:cs typeface="Calibri" pitchFamily="34"/>
                </a:rPr>
              </a:br>
              <a:r>
                <a:rPr lang="en-GB" sz="1200" b="0" i="0" u="none" strike="noStrike" kern="0" cap="none" spc="0" baseline="0">
                  <a:solidFill>
                    <a:srgbClr val="000000"/>
                  </a:solidFill>
                  <a:uFillTx/>
                  <a:latin typeface="Calibri" pitchFamily="34"/>
                  <a:cs typeface="Calibri" pitchFamily="34"/>
                </a:rPr>
                <a:t>by using the </a:t>
              </a:r>
              <a:r>
                <a:rPr lang="en-GB" sz="1200" b="1" i="0" u="none" strike="noStrike" kern="0" cap="none" spc="0" baseline="0">
                  <a:solidFill>
                    <a:srgbClr val="000000"/>
                  </a:solidFill>
                  <a:uFillTx/>
                  <a:latin typeface="Calibri" pitchFamily="34"/>
                  <a:cs typeface="Calibri" pitchFamily="34"/>
                </a:rPr>
                <a:t>‘Backspace key’</a:t>
              </a:r>
              <a:r>
                <a:rPr lang="en-GB" sz="1200" b="0" i="0" u="none" strike="noStrike" kern="0" cap="none" spc="0" baseline="0">
                  <a:solidFill>
                    <a:srgbClr val="000000"/>
                  </a:solidFill>
                  <a:uFillTx/>
                  <a:latin typeface="Calibri" pitchFamily="34"/>
                  <a:cs typeface="Calibri" pitchFamily="34"/>
                </a:rPr>
                <a:t>. Select the placeholder, go to the tab </a:t>
              </a:r>
              <a:r>
                <a:rPr lang="en-GB" sz="1200" b="1" i="0" u="none" strike="noStrike" kern="0" cap="none" spc="0" baseline="0">
                  <a:solidFill>
                    <a:srgbClr val="000000"/>
                  </a:solidFill>
                  <a:uFillTx/>
                  <a:latin typeface="Calibri" pitchFamily="34"/>
                  <a:cs typeface="Calibri" pitchFamily="34"/>
                </a:rPr>
                <a:t>‘Slidebuilder’</a:t>
              </a:r>
              <a:r>
                <a:rPr lang="en-GB" sz="1200" b="0" i="0" u="none" strike="noStrike" kern="0" cap="none" spc="0" baseline="0">
                  <a:solidFill>
                    <a:srgbClr val="000000"/>
                  </a:solidFill>
                  <a:uFillTx/>
                  <a:latin typeface="Calibri" pitchFamily="34"/>
                  <a:cs typeface="Calibri" pitchFamily="34"/>
                </a:rPr>
                <a:t> and click on the button </a:t>
              </a:r>
              <a:r>
                <a:rPr lang="en-GB" sz="1200" b="1" i="0" u="none" strike="noStrike" kern="0" cap="none" spc="0" baseline="0">
                  <a:solidFill>
                    <a:srgbClr val="000000"/>
                  </a:solidFill>
                  <a:uFillTx/>
                  <a:latin typeface="Calibri" pitchFamily="34"/>
                  <a:cs typeface="Calibri" pitchFamily="34"/>
                </a:rPr>
                <a:t>‘Images’</a:t>
              </a:r>
              <a:r>
                <a:rPr lang="en-GB" sz="1200" b="0" i="0" u="none" strike="noStrike" kern="0" cap="none" spc="0" baseline="0">
                  <a:solidFill>
                    <a:srgbClr val="000000"/>
                  </a:solidFill>
                  <a:uFillTx/>
                  <a:latin typeface="Calibri" pitchFamily="34"/>
                  <a:cs typeface="Calibri" pitchFamily="34"/>
                </a:rPr>
                <a:t>.</a:t>
              </a:r>
            </a:p>
          </p:txBody>
        </p:sp>
        <p:sp>
          <p:nvSpPr>
            <p:cNvPr id="10" name="Ovaal 9">
              <a:extLst>
                <a:ext uri="{FF2B5EF4-FFF2-40B4-BE49-F238E27FC236}">
                  <a16:creationId xmlns:a16="http://schemas.microsoft.com/office/drawing/2014/main" id="{FC41925A-ED3B-43E8-E699-94FE03BF382F}"/>
                </a:ext>
              </a:extLst>
            </p:cNvPr>
            <p:cNvSpPr/>
            <p:nvPr/>
          </p:nvSpPr>
          <p:spPr>
            <a:xfrm>
              <a:off x="-3603586" y="2633938"/>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3</a:t>
              </a:r>
            </a:p>
          </p:txBody>
        </p:sp>
        <p:sp>
          <p:nvSpPr>
            <p:cNvPr id="11" name="Rechthoek 10">
              <a:extLst>
                <a:ext uri="{FF2B5EF4-FFF2-40B4-BE49-F238E27FC236}">
                  <a16:creationId xmlns:a16="http://schemas.microsoft.com/office/drawing/2014/main" id="{996B294E-072F-1E46-73A5-4AA453BA4C6A}"/>
                </a:ext>
              </a:extLst>
            </p:cNvPr>
            <p:cNvSpPr/>
            <p:nvPr/>
          </p:nvSpPr>
          <p:spPr>
            <a:xfrm>
              <a:off x="-3319418" y="2633938"/>
              <a:ext cx="3126342" cy="462796"/>
            </a:xfrm>
            <a:prstGeom prst="rect">
              <a:avLst/>
            </a:prstGeom>
            <a:noFill/>
            <a:ln>
              <a:noFill/>
              <a:prstDash val="solid"/>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0" i="0" u="none" strike="noStrike" kern="0" cap="none" spc="0" baseline="0">
                  <a:solidFill>
                    <a:srgbClr val="000000"/>
                  </a:solidFill>
                  <a:uFillTx/>
                  <a:latin typeface="Calibri" pitchFamily="34"/>
                  <a:cs typeface="Calibri" pitchFamily="34"/>
                </a:rPr>
                <a:t>Click with the right mouse button on the thumbnail display of the slide on the left side </a:t>
              </a:r>
              <a:br>
                <a:rPr lang="en-GB" sz="1200" b="0" i="0" u="none" strike="noStrike" kern="0" cap="none" spc="0" baseline="0">
                  <a:solidFill>
                    <a:srgbClr val="000000"/>
                  </a:solidFill>
                  <a:uFillTx/>
                  <a:latin typeface="Calibri" pitchFamily="34"/>
                  <a:cs typeface="Calibri" pitchFamily="34"/>
                </a:rPr>
              </a:br>
              <a:r>
                <a:rPr lang="en-GB" sz="1200" b="0" i="0" u="none" strike="noStrike" kern="0" cap="none" spc="0" baseline="0">
                  <a:solidFill>
                    <a:srgbClr val="000000"/>
                  </a:solidFill>
                  <a:uFillTx/>
                  <a:latin typeface="Calibri" pitchFamily="34"/>
                  <a:cs typeface="Calibri" pitchFamily="34"/>
                </a:rPr>
                <a:t>of the screen and choose </a:t>
              </a:r>
              <a:r>
                <a:rPr lang="en-GB" sz="1200" b="1" i="0" u="none" strike="noStrike" kern="0" cap="none" spc="0" baseline="0">
                  <a:solidFill>
                    <a:srgbClr val="000000"/>
                  </a:solidFill>
                  <a:uFillTx/>
                  <a:latin typeface="Calibri" pitchFamily="34"/>
                  <a:cs typeface="Calibri" pitchFamily="34"/>
                </a:rPr>
                <a:t>‘Reset slide’</a:t>
              </a:r>
              <a:r>
                <a:rPr lang="en-GB" sz="1200" b="0" i="0" u="none" strike="noStrike" kern="0" cap="none" spc="0" baseline="0">
                  <a:solidFill>
                    <a:srgbClr val="000000"/>
                  </a:solidFill>
                  <a:uFillTx/>
                  <a:latin typeface="Calibri" pitchFamily="34"/>
                  <a:cs typeface="Calibri" pitchFamily="34"/>
                </a:rPr>
                <a:t>.</a:t>
              </a:r>
            </a:p>
          </p:txBody>
        </p:sp>
        <p:sp>
          <p:nvSpPr>
            <p:cNvPr id="12" name="Ovaal 11">
              <a:extLst>
                <a:ext uri="{FF2B5EF4-FFF2-40B4-BE49-F238E27FC236}">
                  <a16:creationId xmlns:a16="http://schemas.microsoft.com/office/drawing/2014/main" id="{ED6B7C6C-F2E8-15A7-8107-E71AB23F29D1}"/>
                </a:ext>
              </a:extLst>
            </p:cNvPr>
            <p:cNvSpPr/>
            <p:nvPr/>
          </p:nvSpPr>
          <p:spPr>
            <a:xfrm>
              <a:off x="-3603586" y="4226365"/>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4</a:t>
              </a:r>
            </a:p>
          </p:txBody>
        </p:sp>
        <p:sp>
          <p:nvSpPr>
            <p:cNvPr id="13" name="Rechthoek 12">
              <a:extLst>
                <a:ext uri="{FF2B5EF4-FFF2-40B4-BE49-F238E27FC236}">
                  <a16:creationId xmlns:a16="http://schemas.microsoft.com/office/drawing/2014/main" id="{242D46BB-4DB3-C444-8025-C73F877AAED6}"/>
                </a:ext>
              </a:extLst>
            </p:cNvPr>
            <p:cNvSpPr/>
            <p:nvPr/>
          </p:nvSpPr>
          <p:spPr>
            <a:xfrm>
              <a:off x="-3319418" y="4226365"/>
              <a:ext cx="2944678" cy="820957"/>
            </a:xfrm>
            <a:prstGeom prst="rect">
              <a:avLst/>
            </a:prstGeom>
            <a:noFill/>
            <a:ln>
              <a:noFill/>
              <a:prstDash val="solid"/>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0" i="0" u="none" strike="noStrike" kern="0" cap="none" spc="0" baseline="0">
                  <a:solidFill>
                    <a:srgbClr val="000000"/>
                  </a:solidFill>
                  <a:uFillTx/>
                  <a:latin typeface="Calibri" pitchFamily="34"/>
                  <a:cs typeface="Calibri" pitchFamily="34"/>
                </a:rPr>
                <a:t>To scale or drag the image, go to the tab </a:t>
              </a:r>
              <a:r>
                <a:rPr lang="en-GB" sz="1200" b="1" i="0" u="none" strike="noStrike" kern="0" cap="none" spc="0" baseline="0">
                  <a:solidFill>
                    <a:srgbClr val="000000"/>
                  </a:solidFill>
                  <a:uFillTx/>
                  <a:latin typeface="Calibri" pitchFamily="34"/>
                  <a:cs typeface="Calibri" pitchFamily="34"/>
                </a:rPr>
                <a:t>‘Picture Tools - Format’</a:t>
              </a:r>
              <a:r>
                <a:rPr lang="en-GB" sz="1200" b="0" i="0" u="none" strike="noStrike" kern="0" cap="none" spc="0" baseline="0">
                  <a:solidFill>
                    <a:srgbClr val="000000"/>
                  </a:solidFill>
                  <a:uFillTx/>
                  <a:latin typeface="Calibri" pitchFamily="34"/>
                  <a:cs typeface="Calibri" pitchFamily="34"/>
                </a:rPr>
                <a:t> and click on</a:t>
              </a:r>
              <a:br>
                <a:rPr lang="en-GB" sz="1200" b="0" i="0" u="none" strike="noStrike" kern="0" cap="none" spc="0" baseline="0">
                  <a:solidFill>
                    <a:srgbClr val="000000"/>
                  </a:solidFill>
                  <a:uFillTx/>
                  <a:latin typeface="Calibri" pitchFamily="34"/>
                  <a:cs typeface="Calibri" pitchFamily="34"/>
                </a:rPr>
              </a:br>
              <a:r>
                <a:rPr lang="en-GB" sz="1200" b="0" i="0" u="none" strike="noStrike" kern="0" cap="none" spc="0" baseline="0">
                  <a:solidFill>
                    <a:srgbClr val="000000"/>
                  </a:solidFill>
                  <a:uFillTx/>
                  <a:latin typeface="Calibri" pitchFamily="34"/>
                  <a:cs typeface="Calibri" pitchFamily="34"/>
                </a:rPr>
                <a:t>the button </a:t>
              </a:r>
              <a:r>
                <a:rPr lang="en-GB" sz="1200" b="1" i="0" u="none" strike="noStrike" kern="0" cap="none" spc="0" baseline="0">
                  <a:solidFill>
                    <a:srgbClr val="000000"/>
                  </a:solidFill>
                  <a:uFillTx/>
                  <a:latin typeface="Calibri" pitchFamily="34"/>
                  <a:cs typeface="Calibri" pitchFamily="34"/>
                </a:rPr>
                <a:t>‘Crop’</a:t>
              </a:r>
              <a:r>
                <a:rPr lang="en-GB" sz="1200" b="0" i="0" u="none" strike="noStrike" kern="0" cap="none" spc="0" baseline="0">
                  <a:solidFill>
                    <a:srgbClr val="000000"/>
                  </a:solidFill>
                  <a:uFillTx/>
                  <a:latin typeface="Calibri" pitchFamily="34"/>
                  <a:cs typeface="Calibri" pitchFamily="34"/>
                </a:rPr>
                <a:t>. Scale the image itself with</a:t>
              </a:r>
              <a:br>
                <a:rPr lang="en-GB" sz="1200" b="0" i="0" u="none" strike="noStrike" kern="0" cap="none" spc="0" baseline="0">
                  <a:solidFill>
                    <a:srgbClr val="000000"/>
                  </a:solidFill>
                  <a:uFillTx/>
                  <a:latin typeface="Calibri" pitchFamily="34"/>
                  <a:cs typeface="Calibri" pitchFamily="34"/>
                </a:rPr>
              </a:br>
              <a:r>
                <a:rPr lang="en-GB" sz="1200" b="0" i="0" u="none" strike="noStrike" kern="0" cap="none" spc="0" baseline="0">
                  <a:solidFill>
                    <a:srgbClr val="000000"/>
                  </a:solidFill>
                  <a:uFillTx/>
                  <a:latin typeface="Calibri" pitchFamily="34"/>
                  <a:cs typeface="Calibri" pitchFamily="34"/>
                </a:rPr>
                <a:t>the spheres and scale the image frame with the brackets.</a:t>
              </a:r>
            </a:p>
          </p:txBody>
        </p:sp>
        <p:sp>
          <p:nvSpPr>
            <p:cNvPr id="14" name="Rechthoek 13">
              <a:extLst>
                <a:ext uri="{FF2B5EF4-FFF2-40B4-BE49-F238E27FC236}">
                  <a16:creationId xmlns:a16="http://schemas.microsoft.com/office/drawing/2014/main" id="{F05FB196-E028-4076-DEBA-89DAA0BAB6FB}"/>
                </a:ext>
              </a:extLst>
            </p:cNvPr>
            <p:cNvSpPr/>
            <p:nvPr/>
          </p:nvSpPr>
          <p:spPr>
            <a:xfrm>
              <a:off x="-3316839" y="3200262"/>
              <a:ext cx="1239213" cy="719916"/>
            </a:xfrm>
            <a:prstGeom prst="rect">
              <a:avLst/>
            </a:prstGeom>
            <a:blipFill>
              <a:blip r:embed="rId5">
                <a:alphaModFix/>
              </a:blip>
              <a:tile/>
            </a:blipFill>
            <a:ln w="12701" cap="flat">
              <a:solidFill>
                <a:srgbClr val="D3D3D3"/>
              </a:solidFill>
              <a:prstDash val="solid"/>
              <a:miter/>
            </a:ln>
          </p:spPr>
          <p:txBody>
            <a:bodyPr vert="horz" wrap="square" lIns="71999"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0" i="1" u="none" strike="noStrike" kern="1200" cap="none" spc="0" baseline="0">
                <a:solidFill>
                  <a:srgbClr val="211F26"/>
                </a:solidFill>
                <a:uFillTx/>
                <a:latin typeface="Calibri" pitchFamily="34"/>
                <a:cs typeface="Calibri" pitchFamily="34"/>
              </a:endParaRPr>
            </a:p>
          </p:txBody>
        </p:sp>
        <p:grpSp>
          <p:nvGrpSpPr>
            <p:cNvPr id="15" name="Groep 14">
              <a:extLst>
                <a:ext uri="{FF2B5EF4-FFF2-40B4-BE49-F238E27FC236}">
                  <a16:creationId xmlns:a16="http://schemas.microsoft.com/office/drawing/2014/main" id="{5718CBCD-97B5-F4D3-11E9-018A2716267A}"/>
                </a:ext>
              </a:extLst>
            </p:cNvPr>
            <p:cNvGrpSpPr/>
            <p:nvPr/>
          </p:nvGrpSpPr>
          <p:grpSpPr>
            <a:xfrm>
              <a:off x="-2485814" y="3479785"/>
              <a:ext cx="1222991" cy="563928"/>
              <a:chOff x="-2485814" y="3479785"/>
              <a:chExt cx="1222991" cy="563928"/>
            </a:xfrm>
          </p:grpSpPr>
          <p:sp>
            <p:nvSpPr>
              <p:cNvPr id="16" name="Rechthoek 68">
                <a:extLst>
                  <a:ext uri="{FF2B5EF4-FFF2-40B4-BE49-F238E27FC236}">
                    <a16:creationId xmlns:a16="http://schemas.microsoft.com/office/drawing/2014/main" id="{7BFD4EF4-A420-9A43-84BF-38F345510827}"/>
                  </a:ext>
                </a:extLst>
              </p:cNvPr>
              <p:cNvSpPr/>
              <p:nvPr/>
            </p:nvSpPr>
            <p:spPr>
              <a:xfrm>
                <a:off x="-2485814" y="3479785"/>
                <a:ext cx="1176476" cy="504849"/>
              </a:xfrm>
              <a:prstGeom prst="rect">
                <a:avLst/>
              </a:prstGeom>
              <a:solidFill>
                <a:srgbClr val="FFFFFF"/>
              </a:solidFill>
              <a:ln w="12701" cap="flat">
                <a:solidFill>
                  <a:srgbClr val="D1D1D1"/>
                </a:solidFill>
                <a:prstDash val="solid"/>
                <a:miter/>
              </a:ln>
            </p:spPr>
            <p:txBody>
              <a:bodyPr vert="horz" wrap="square" lIns="107999"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800" b="0" i="0" u="none" strike="noStrike" kern="1200" cap="none" spc="0" baseline="0">
                  <a:solidFill>
                    <a:srgbClr val="211F26"/>
                  </a:solidFill>
                  <a:uFillTx/>
                  <a:latin typeface="Calibri" pitchFamily="34"/>
                  <a:cs typeface="Calibri" pitchFamily="34"/>
                </a:endParaRPr>
              </a:p>
            </p:txBody>
          </p:sp>
          <p:sp>
            <p:nvSpPr>
              <p:cNvPr id="17" name="Rechthoek 69">
                <a:extLst>
                  <a:ext uri="{FF2B5EF4-FFF2-40B4-BE49-F238E27FC236}">
                    <a16:creationId xmlns:a16="http://schemas.microsoft.com/office/drawing/2014/main" id="{0EC9EB3D-F3EB-6386-A358-2EE8838F378F}"/>
                  </a:ext>
                </a:extLst>
              </p:cNvPr>
              <p:cNvSpPr/>
              <p:nvPr/>
            </p:nvSpPr>
            <p:spPr>
              <a:xfrm>
                <a:off x="-2479587" y="3733412"/>
                <a:ext cx="1164003" cy="246705"/>
              </a:xfrm>
              <a:prstGeom prst="rect">
                <a:avLst/>
              </a:prstGeom>
              <a:solidFill>
                <a:srgbClr val="FCE4DC"/>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nvGrpSpPr>
              <p:cNvPr id="18" name="Groep 70">
                <a:extLst>
                  <a:ext uri="{FF2B5EF4-FFF2-40B4-BE49-F238E27FC236}">
                    <a16:creationId xmlns:a16="http://schemas.microsoft.com/office/drawing/2014/main" id="{B80871BB-05F7-5068-618B-288A138F334A}"/>
                  </a:ext>
                </a:extLst>
              </p:cNvPr>
              <p:cNvGrpSpPr/>
              <p:nvPr/>
            </p:nvGrpSpPr>
            <p:grpSpPr>
              <a:xfrm>
                <a:off x="-2403866" y="3541123"/>
                <a:ext cx="155950" cy="131920"/>
                <a:chOff x="-2403866" y="3541123"/>
                <a:chExt cx="155950" cy="131920"/>
              </a:xfrm>
            </p:grpSpPr>
            <p:sp>
              <p:nvSpPr>
                <p:cNvPr id="19" name="Rechthoek: afgeronde hoeken 83">
                  <a:extLst>
                    <a:ext uri="{FF2B5EF4-FFF2-40B4-BE49-F238E27FC236}">
                      <a16:creationId xmlns:a16="http://schemas.microsoft.com/office/drawing/2014/main" id="{A4E234BB-23C5-8298-D974-85DDAA9FEC00}"/>
                    </a:ext>
                  </a:extLst>
                </p:cNvPr>
                <p:cNvSpPr/>
                <p:nvPr/>
              </p:nvSpPr>
              <p:spPr>
                <a:xfrm>
                  <a:off x="-2403866" y="3541123"/>
                  <a:ext cx="155950" cy="131920"/>
                </a:xfrm>
                <a:custGeom>
                  <a:avLst>
                    <a:gd name="f0" fmla="val 629"/>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FFFF"/>
                </a:solidFill>
                <a:ln w="12701" cap="flat">
                  <a:solidFill>
                    <a:srgbClr val="818181"/>
                  </a:solidFill>
                  <a:prstDash val="solid"/>
                  <a:miter/>
                </a:ln>
              </p:spPr>
              <p:txBody>
                <a:bodyPr vert="horz" wrap="square" lIns="107999"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800" b="0" i="0" u="none" strike="noStrike" kern="1200" cap="none" spc="0" baseline="0">
                    <a:solidFill>
                      <a:srgbClr val="211F26"/>
                    </a:solidFill>
                    <a:uFillTx/>
                    <a:latin typeface="Calibri" pitchFamily="34"/>
                    <a:cs typeface="Calibri" pitchFamily="34"/>
                  </a:endParaRPr>
                </a:p>
              </p:txBody>
            </p:sp>
            <p:sp>
              <p:nvSpPr>
                <p:cNvPr id="20" name="Rechthoek 84">
                  <a:extLst>
                    <a:ext uri="{FF2B5EF4-FFF2-40B4-BE49-F238E27FC236}">
                      <a16:creationId xmlns:a16="http://schemas.microsoft.com/office/drawing/2014/main" id="{202E6819-8347-A4EC-F590-08AAA391B916}"/>
                    </a:ext>
                  </a:extLst>
                </p:cNvPr>
                <p:cNvSpPr/>
                <p:nvPr/>
              </p:nvSpPr>
              <p:spPr>
                <a:xfrm>
                  <a:off x="-2382167" y="3559228"/>
                  <a:ext cx="117582" cy="16011"/>
                </a:xfrm>
                <a:prstGeom prst="rect">
                  <a:avLst/>
                </a:prstGeom>
                <a:solidFill>
                  <a:srgbClr val="D1D1D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21" name="Rechthoek 85">
                  <a:extLst>
                    <a:ext uri="{FF2B5EF4-FFF2-40B4-BE49-F238E27FC236}">
                      <a16:creationId xmlns:a16="http://schemas.microsoft.com/office/drawing/2014/main" id="{28FCC575-32A3-F492-24F3-01D4249AC1BE}"/>
                    </a:ext>
                  </a:extLst>
                </p:cNvPr>
                <p:cNvSpPr/>
                <p:nvPr/>
              </p:nvSpPr>
              <p:spPr>
                <a:xfrm>
                  <a:off x="-2382158" y="3586349"/>
                  <a:ext cx="45756" cy="69997"/>
                </a:xfrm>
                <a:prstGeom prst="rect">
                  <a:avLst/>
                </a:prstGeom>
                <a:solidFill>
                  <a:srgbClr val="D1D1D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22" name="Rechthoek 86">
                  <a:extLst>
                    <a:ext uri="{FF2B5EF4-FFF2-40B4-BE49-F238E27FC236}">
                      <a16:creationId xmlns:a16="http://schemas.microsoft.com/office/drawing/2014/main" id="{04BCDACD-2630-18F7-EE27-C6A90C6ECD8C}"/>
                    </a:ext>
                  </a:extLst>
                </p:cNvPr>
                <p:cNvSpPr/>
                <p:nvPr/>
              </p:nvSpPr>
              <p:spPr>
                <a:xfrm>
                  <a:off x="-2322210" y="3590355"/>
                  <a:ext cx="52111" cy="8220"/>
                </a:xfrm>
                <a:prstGeom prst="rect">
                  <a:avLst/>
                </a:prstGeom>
                <a:solidFill>
                  <a:srgbClr val="B2B2B2"/>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23" name="Rechthoek 87">
                  <a:extLst>
                    <a:ext uri="{FF2B5EF4-FFF2-40B4-BE49-F238E27FC236}">
                      <a16:creationId xmlns:a16="http://schemas.microsoft.com/office/drawing/2014/main" id="{79B519AF-5476-3FE7-54A1-0CCA76255672}"/>
                    </a:ext>
                  </a:extLst>
                </p:cNvPr>
                <p:cNvSpPr/>
                <p:nvPr/>
              </p:nvSpPr>
              <p:spPr>
                <a:xfrm>
                  <a:off x="-2322210" y="3618408"/>
                  <a:ext cx="26746" cy="8220"/>
                </a:xfrm>
                <a:prstGeom prst="rect">
                  <a:avLst/>
                </a:prstGeom>
                <a:solidFill>
                  <a:srgbClr val="B2B2B2"/>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24" name="Rechthoek 88">
                  <a:extLst>
                    <a:ext uri="{FF2B5EF4-FFF2-40B4-BE49-F238E27FC236}">
                      <a16:creationId xmlns:a16="http://schemas.microsoft.com/office/drawing/2014/main" id="{3BCFDA2D-7460-F4AC-9289-759FE17F2F16}"/>
                    </a:ext>
                  </a:extLst>
                </p:cNvPr>
                <p:cNvSpPr/>
                <p:nvPr/>
              </p:nvSpPr>
              <p:spPr>
                <a:xfrm>
                  <a:off x="-2322210" y="3646462"/>
                  <a:ext cx="26746" cy="8220"/>
                </a:xfrm>
                <a:prstGeom prst="rect">
                  <a:avLst/>
                </a:prstGeom>
                <a:solidFill>
                  <a:srgbClr val="B2B2B2"/>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grpSp>
            <p:nvGrpSpPr>
              <p:cNvPr id="25" name="Groep 71">
                <a:extLst>
                  <a:ext uri="{FF2B5EF4-FFF2-40B4-BE49-F238E27FC236}">
                    <a16:creationId xmlns:a16="http://schemas.microsoft.com/office/drawing/2014/main" id="{C5472FFA-5A04-D2A3-A3CF-C18173B3047A}"/>
                  </a:ext>
                </a:extLst>
              </p:cNvPr>
              <p:cNvGrpSpPr/>
              <p:nvPr/>
            </p:nvGrpSpPr>
            <p:grpSpPr>
              <a:xfrm>
                <a:off x="-2423425" y="3770784"/>
                <a:ext cx="166741" cy="218962"/>
                <a:chOff x="-2423425" y="3770784"/>
                <a:chExt cx="166741" cy="218962"/>
              </a:xfrm>
            </p:grpSpPr>
            <p:grpSp>
              <p:nvGrpSpPr>
                <p:cNvPr id="26" name="Groep 75">
                  <a:extLst>
                    <a:ext uri="{FF2B5EF4-FFF2-40B4-BE49-F238E27FC236}">
                      <a16:creationId xmlns:a16="http://schemas.microsoft.com/office/drawing/2014/main" id="{1DE2253B-4092-86C5-89D6-F2A85128346A}"/>
                    </a:ext>
                  </a:extLst>
                </p:cNvPr>
                <p:cNvGrpSpPr/>
                <p:nvPr/>
              </p:nvGrpSpPr>
              <p:grpSpPr>
                <a:xfrm>
                  <a:off x="-2400482" y="3792473"/>
                  <a:ext cx="143798" cy="121642"/>
                  <a:chOff x="-2400482" y="3792473"/>
                  <a:chExt cx="143798" cy="121642"/>
                </a:xfrm>
              </p:grpSpPr>
              <p:sp>
                <p:nvSpPr>
                  <p:cNvPr id="27" name="Rechthoek: afgeronde hoeken 77">
                    <a:extLst>
                      <a:ext uri="{FF2B5EF4-FFF2-40B4-BE49-F238E27FC236}">
                        <a16:creationId xmlns:a16="http://schemas.microsoft.com/office/drawing/2014/main" id="{DFEC00E7-C68C-BA32-A4B2-E92CF70B1B8C}"/>
                      </a:ext>
                    </a:extLst>
                  </p:cNvPr>
                  <p:cNvSpPr/>
                  <p:nvPr/>
                </p:nvSpPr>
                <p:spPr>
                  <a:xfrm>
                    <a:off x="-2400482" y="3792473"/>
                    <a:ext cx="143798" cy="121642"/>
                  </a:xfrm>
                  <a:custGeom>
                    <a:avLst>
                      <a:gd name="f0" fmla="val 629"/>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FFFF"/>
                  </a:solidFill>
                  <a:ln w="12701" cap="flat">
                    <a:solidFill>
                      <a:srgbClr val="818181"/>
                    </a:solidFill>
                    <a:prstDash val="solid"/>
                    <a:miter/>
                  </a:ln>
                </p:spPr>
                <p:txBody>
                  <a:bodyPr vert="horz" wrap="square" lIns="107999"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800" b="0" i="0" u="none" strike="noStrike" kern="1200" cap="none" spc="0" baseline="0">
                      <a:solidFill>
                        <a:srgbClr val="211F26"/>
                      </a:solidFill>
                      <a:uFillTx/>
                      <a:latin typeface="Calibri" pitchFamily="34"/>
                      <a:cs typeface="Calibri" pitchFamily="34"/>
                    </a:endParaRPr>
                  </a:p>
                </p:txBody>
              </p:sp>
              <p:sp>
                <p:nvSpPr>
                  <p:cNvPr id="28" name="Rechthoek 78">
                    <a:extLst>
                      <a:ext uri="{FF2B5EF4-FFF2-40B4-BE49-F238E27FC236}">
                        <a16:creationId xmlns:a16="http://schemas.microsoft.com/office/drawing/2014/main" id="{E7C88F7E-EB95-D0F5-011A-74F72D1DDF6B}"/>
                      </a:ext>
                    </a:extLst>
                  </p:cNvPr>
                  <p:cNvSpPr/>
                  <p:nvPr/>
                </p:nvSpPr>
                <p:spPr>
                  <a:xfrm>
                    <a:off x="-2380466" y="3809170"/>
                    <a:ext cx="108420" cy="14767"/>
                  </a:xfrm>
                  <a:prstGeom prst="rect">
                    <a:avLst/>
                  </a:prstGeom>
                  <a:solidFill>
                    <a:srgbClr val="D1D1D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29" name="Rechthoek 79">
                    <a:extLst>
                      <a:ext uri="{FF2B5EF4-FFF2-40B4-BE49-F238E27FC236}">
                        <a16:creationId xmlns:a16="http://schemas.microsoft.com/office/drawing/2014/main" id="{0EEBE919-E53B-931F-8A84-7D9A26DBED75}"/>
                      </a:ext>
                    </a:extLst>
                  </p:cNvPr>
                  <p:cNvSpPr/>
                  <p:nvPr/>
                </p:nvSpPr>
                <p:spPr>
                  <a:xfrm>
                    <a:off x="-2380466" y="3834179"/>
                    <a:ext cx="42190" cy="64538"/>
                  </a:xfrm>
                  <a:prstGeom prst="rect">
                    <a:avLst/>
                  </a:prstGeom>
                  <a:solidFill>
                    <a:srgbClr val="D1D1D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30" name="Rechthoek 80">
                    <a:extLst>
                      <a:ext uri="{FF2B5EF4-FFF2-40B4-BE49-F238E27FC236}">
                        <a16:creationId xmlns:a16="http://schemas.microsoft.com/office/drawing/2014/main" id="{3EBF7DCB-464A-755A-E9BD-640FC96E1D46}"/>
                      </a:ext>
                    </a:extLst>
                  </p:cNvPr>
                  <p:cNvSpPr/>
                  <p:nvPr/>
                </p:nvSpPr>
                <p:spPr>
                  <a:xfrm>
                    <a:off x="-2325182" y="3837873"/>
                    <a:ext cx="48051" cy="7580"/>
                  </a:xfrm>
                  <a:prstGeom prst="rect">
                    <a:avLst/>
                  </a:prstGeom>
                  <a:solidFill>
                    <a:srgbClr val="B2B2B2"/>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31" name="Rechthoek 81">
                    <a:extLst>
                      <a:ext uri="{FF2B5EF4-FFF2-40B4-BE49-F238E27FC236}">
                        <a16:creationId xmlns:a16="http://schemas.microsoft.com/office/drawing/2014/main" id="{5DF87831-0F7F-3688-9D74-52E344791C64}"/>
                      </a:ext>
                    </a:extLst>
                  </p:cNvPr>
                  <p:cNvSpPr/>
                  <p:nvPr/>
                </p:nvSpPr>
                <p:spPr>
                  <a:xfrm>
                    <a:off x="-2325182" y="3863742"/>
                    <a:ext cx="24661" cy="7580"/>
                  </a:xfrm>
                  <a:prstGeom prst="rect">
                    <a:avLst/>
                  </a:prstGeom>
                  <a:solidFill>
                    <a:srgbClr val="B2B2B2"/>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32" name="Rechthoek 82">
                    <a:extLst>
                      <a:ext uri="{FF2B5EF4-FFF2-40B4-BE49-F238E27FC236}">
                        <a16:creationId xmlns:a16="http://schemas.microsoft.com/office/drawing/2014/main" id="{0503F71A-BE48-46B1-9726-98DE9E0AC118}"/>
                      </a:ext>
                    </a:extLst>
                  </p:cNvPr>
                  <p:cNvSpPr/>
                  <p:nvPr/>
                </p:nvSpPr>
                <p:spPr>
                  <a:xfrm>
                    <a:off x="-2325182" y="3889610"/>
                    <a:ext cx="24661" cy="7580"/>
                  </a:xfrm>
                  <a:prstGeom prst="rect">
                    <a:avLst/>
                  </a:prstGeom>
                  <a:solidFill>
                    <a:srgbClr val="B2B2B2"/>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sp>
              <p:nvSpPr>
                <p:cNvPr id="33" name="Boog 76">
                  <a:extLst>
                    <a:ext uri="{FF2B5EF4-FFF2-40B4-BE49-F238E27FC236}">
                      <a16:creationId xmlns:a16="http://schemas.microsoft.com/office/drawing/2014/main" id="{0D2D46DC-A710-C770-A196-DFBD595E5C5A}"/>
                    </a:ext>
                  </a:extLst>
                </p:cNvPr>
                <p:cNvSpPr/>
                <p:nvPr/>
              </p:nvSpPr>
              <p:spPr>
                <a:xfrm rot="17637085">
                  <a:off x="-2486866" y="3834225"/>
                  <a:ext cx="218962" cy="92080"/>
                </a:xfrm>
                <a:custGeom>
                  <a:avLst>
                    <a:gd name="f12" fmla="val 175"/>
                    <a:gd name="f13" fmla="val 292"/>
                  </a:avLst>
                  <a:gdLst>
                    <a:gd name="f2" fmla="val 10800000"/>
                    <a:gd name="f3" fmla="val 5400000"/>
                    <a:gd name="f4" fmla="val 16200000"/>
                    <a:gd name="f5" fmla="val 180"/>
                    <a:gd name="f6" fmla="val w"/>
                    <a:gd name="f7" fmla="val h"/>
                    <a:gd name="f8" fmla="val ss"/>
                    <a:gd name="f9" fmla="val 0"/>
                    <a:gd name="f10" fmla="*/ 5419351 1 1725033"/>
                    <a:gd name="f11" fmla="+- 0 0 1"/>
                    <a:gd name="f12" fmla="val 175"/>
                    <a:gd name="f13" fmla="val 292"/>
                    <a:gd name="f14" fmla="+- 0 0 -265"/>
                    <a:gd name="f15" fmla="+- 0 0 -234"/>
                    <a:gd name="f16" fmla="+- 0 0 -202"/>
                    <a:gd name="f17" fmla="abs f6"/>
                    <a:gd name="f18" fmla="abs f7"/>
                    <a:gd name="f19" fmla="abs f8"/>
                    <a:gd name="f20" fmla="val f9"/>
                    <a:gd name="f21" fmla="+- 0 0 f12"/>
                    <a:gd name="f22" fmla="+- 0 0 f13"/>
                    <a:gd name="f23" fmla="*/ f14 f2 1"/>
                    <a:gd name="f24" fmla="*/ f15 f2 1"/>
                    <a:gd name="f25" fmla="*/ f16 f2 1"/>
                    <a:gd name="f26" fmla="?: f17 f6 1"/>
                    <a:gd name="f27" fmla="?: f18 f7 1"/>
                    <a:gd name="f28" fmla="?: f19 f8 1"/>
                    <a:gd name="f29" fmla="*/ f21 f2 1"/>
                    <a:gd name="f30" fmla="*/ f22 f2 1"/>
                    <a:gd name="f31" fmla="*/ f23 1 f5"/>
                    <a:gd name="f32" fmla="*/ f24 1 f5"/>
                    <a:gd name="f33" fmla="*/ f25 1 f5"/>
                    <a:gd name="f34" fmla="*/ f26 1 21600"/>
                    <a:gd name="f35" fmla="*/ f27 1 21600"/>
                    <a:gd name="f36" fmla="*/ 21600 f26 1"/>
                    <a:gd name="f37" fmla="*/ 21600 f27 1"/>
                    <a:gd name="f38" fmla="*/ f29 1 f5"/>
                    <a:gd name="f39" fmla="*/ f30 1 f5"/>
                    <a:gd name="f40" fmla="+- f31 0 f3"/>
                    <a:gd name="f41" fmla="+- f32 0 f3"/>
                    <a:gd name="f42" fmla="+- f33 0 f3"/>
                    <a:gd name="f43" fmla="min f35 f34"/>
                    <a:gd name="f44" fmla="*/ f36 1 f28"/>
                    <a:gd name="f45" fmla="*/ f37 1 f28"/>
                    <a:gd name="f46" fmla="+- f38 0 f3"/>
                    <a:gd name="f47" fmla="+- f39 0 f3"/>
                    <a:gd name="f48" fmla="val f44"/>
                    <a:gd name="f49" fmla="val f45"/>
                    <a:gd name="f50" fmla="+- 0 0 f46"/>
                    <a:gd name="f51" fmla="+- 0 0 f47"/>
                    <a:gd name="f52" fmla="+- f49 0 f20"/>
                    <a:gd name="f53" fmla="+- f48 0 f20"/>
                    <a:gd name="f54" fmla="val f50"/>
                    <a:gd name="f55" fmla="val f51"/>
                    <a:gd name="f56" fmla="*/ f52 1 2"/>
                    <a:gd name="f57" fmla="*/ f53 1 2"/>
                    <a:gd name="f58" fmla="+- f55 0 f54"/>
                    <a:gd name="f59" fmla="+- f54 f3 0"/>
                    <a:gd name="f60" fmla="+- f55 f3 0"/>
                    <a:gd name="f61" fmla="+- 21600000 0 f54"/>
                    <a:gd name="f62" fmla="+- f3 0 f54"/>
                    <a:gd name="f63" fmla="+- 27000000 0 f54"/>
                    <a:gd name="f64" fmla="+- f2 0 f54"/>
                    <a:gd name="f65" fmla="+- 32400000 0 f54"/>
                    <a:gd name="f66" fmla="+- f4 0 f54"/>
                    <a:gd name="f67" fmla="+- 37800000 0 f54"/>
                    <a:gd name="f68" fmla="+- f20 f56 0"/>
                    <a:gd name="f69" fmla="+- f20 f57 0"/>
                    <a:gd name="f70" fmla="+- f58 21600000 0"/>
                    <a:gd name="f71" fmla="*/ f59 f10 1"/>
                    <a:gd name="f72" fmla="*/ f60 f10 1"/>
                    <a:gd name="f73" fmla="?: f62 f62 f63"/>
                    <a:gd name="f74" fmla="?: f64 f64 f65"/>
                    <a:gd name="f75" fmla="?: f66 f66 f67"/>
                    <a:gd name="f76" fmla="*/ f57 f43 1"/>
                    <a:gd name="f77" fmla="*/ f56 f43 1"/>
                    <a:gd name="f78" fmla="?: f58 f58 f70"/>
                    <a:gd name="f79" fmla="*/ f71 1 f2"/>
                    <a:gd name="f80" fmla="*/ f72 1 f2"/>
                    <a:gd name="f81" fmla="*/ f69 f43 1"/>
                    <a:gd name="f82" fmla="*/ f68 f43 1"/>
                    <a:gd name="f83" fmla="+- 0 0 f79"/>
                    <a:gd name="f84" fmla="+- 0 0 f80"/>
                    <a:gd name="f85" fmla="+- f78 0 f61"/>
                    <a:gd name="f86" fmla="+- f78 0 f73"/>
                    <a:gd name="f87" fmla="+- f78 0 f74"/>
                    <a:gd name="f88" fmla="+- f78 0 f75"/>
                    <a:gd name="f89" fmla="+- 0 0 f83"/>
                    <a:gd name="f90" fmla="+- 0 0 f84"/>
                    <a:gd name="f91" fmla="*/ f89 f2 1"/>
                    <a:gd name="f92" fmla="*/ f90 f2 1"/>
                    <a:gd name="f93" fmla="*/ f91 1 f10"/>
                    <a:gd name="f94" fmla="*/ f92 1 f10"/>
                    <a:gd name="f95" fmla="+- f93 0 f3"/>
                    <a:gd name="f96" fmla="+- f94 0 f3"/>
                    <a:gd name="f97" fmla="sin 1 f95"/>
                    <a:gd name="f98" fmla="cos 1 f95"/>
                    <a:gd name="f99" fmla="sin 1 f96"/>
                    <a:gd name="f100" fmla="cos 1 f96"/>
                    <a:gd name="f101" fmla="+- 0 0 f97"/>
                    <a:gd name="f102" fmla="+- 0 0 f98"/>
                    <a:gd name="f103" fmla="+- 0 0 f99"/>
                    <a:gd name="f104" fmla="+- 0 0 f100"/>
                    <a:gd name="f105" fmla="+- 0 0 f101"/>
                    <a:gd name="f106" fmla="+- 0 0 f102"/>
                    <a:gd name="f107" fmla="+- 0 0 f103"/>
                    <a:gd name="f108" fmla="+- 0 0 f104"/>
                    <a:gd name="f109" fmla="*/ f105 f57 1"/>
                    <a:gd name="f110" fmla="*/ f106 f56 1"/>
                    <a:gd name="f111" fmla="*/ f107 f57 1"/>
                    <a:gd name="f112" fmla="*/ f108 f56 1"/>
                    <a:gd name="f113" fmla="+- 0 0 f110"/>
                    <a:gd name="f114" fmla="+- 0 0 f109"/>
                    <a:gd name="f115" fmla="+- 0 0 f112"/>
                    <a:gd name="f116" fmla="+- 0 0 f111"/>
                    <a:gd name="f117" fmla="+- 0 0 f113"/>
                    <a:gd name="f118" fmla="+- 0 0 f114"/>
                    <a:gd name="f119" fmla="+- 0 0 f115"/>
                    <a:gd name="f120" fmla="+- 0 0 f116"/>
                    <a:gd name="f121" fmla="at2 f117 f118"/>
                    <a:gd name="f122" fmla="at2 f119 f120"/>
                    <a:gd name="f123" fmla="+- f121 f3 0"/>
                    <a:gd name="f124" fmla="+- f122 f3 0"/>
                    <a:gd name="f125" fmla="*/ f123 f10 1"/>
                    <a:gd name="f126" fmla="*/ f124 f10 1"/>
                    <a:gd name="f127" fmla="*/ f125 1 f2"/>
                    <a:gd name="f128" fmla="*/ f126 1 f2"/>
                    <a:gd name="f129" fmla="+- 0 0 f127"/>
                    <a:gd name="f130" fmla="+- 0 0 f128"/>
                    <a:gd name="f131" fmla="val f129"/>
                    <a:gd name="f132" fmla="val f130"/>
                    <a:gd name="f133" fmla="+- 0 0 f131"/>
                    <a:gd name="f134" fmla="+- 0 0 f132"/>
                    <a:gd name="f135" fmla="*/ f133 f2 1"/>
                    <a:gd name="f136" fmla="*/ f134 f2 1"/>
                    <a:gd name="f137" fmla="*/ f135 1 f10"/>
                    <a:gd name="f138" fmla="*/ f136 1 f10"/>
                    <a:gd name="f139" fmla="+- f137 0 f3"/>
                    <a:gd name="f140" fmla="+- f138 0 f3"/>
                    <a:gd name="f141" fmla="cos 1 f139"/>
                    <a:gd name="f142" fmla="sin 1 f139"/>
                    <a:gd name="f143" fmla="cos 1 f140"/>
                    <a:gd name="f144" fmla="sin 1 f140"/>
                    <a:gd name="f145" fmla="+- 0 0 f141"/>
                    <a:gd name="f146" fmla="+- 0 0 f142"/>
                    <a:gd name="f147" fmla="+- 0 0 f143"/>
                    <a:gd name="f148" fmla="+- 0 0 f144"/>
                    <a:gd name="f149" fmla="*/ f11 f145 1"/>
                    <a:gd name="f150" fmla="*/ f11 f146 1"/>
                    <a:gd name="f151" fmla="*/ f11 f147 1"/>
                    <a:gd name="f152" fmla="*/ f11 f148 1"/>
                    <a:gd name="f153" fmla="*/ f149 f57 1"/>
                    <a:gd name="f154" fmla="*/ f150 f56 1"/>
                    <a:gd name="f155" fmla="*/ f151 f57 1"/>
                    <a:gd name="f156" fmla="*/ f152 f56 1"/>
                    <a:gd name="f157" fmla="+- f69 f153 0"/>
                    <a:gd name="f158" fmla="+- f68 f154 0"/>
                    <a:gd name="f159" fmla="+- f69 f155 0"/>
                    <a:gd name="f160" fmla="+- f68 f156 0"/>
                    <a:gd name="f161" fmla="max f157 f159"/>
                    <a:gd name="f162" fmla="max f158 f160"/>
                    <a:gd name="f163" fmla="min f157 f159"/>
                    <a:gd name="f164" fmla="min f158 f160"/>
                    <a:gd name="f165" fmla="*/ f157 f43 1"/>
                    <a:gd name="f166" fmla="*/ f158 f43 1"/>
                    <a:gd name="f167" fmla="*/ f159 f43 1"/>
                    <a:gd name="f168" fmla="*/ f160 f43 1"/>
                    <a:gd name="f169" fmla="?: f85 f48 f161"/>
                    <a:gd name="f170" fmla="?: f86 f49 f162"/>
                    <a:gd name="f171" fmla="?: f87 f20 f163"/>
                    <a:gd name="f172" fmla="?: f88 f20 f164"/>
                    <a:gd name="f173" fmla="*/ f171 f43 1"/>
                    <a:gd name="f174" fmla="*/ f172 f43 1"/>
                    <a:gd name="f175" fmla="*/ f169 f43 1"/>
                    <a:gd name="f176" fmla="*/ f170 f43 1"/>
                  </a:gdLst>
                  <a:ahLst/>
                  <a:cxnLst>
                    <a:cxn ang="3cd4">
                      <a:pos x="hc" y="t"/>
                    </a:cxn>
                    <a:cxn ang="0">
                      <a:pos x="r" y="vc"/>
                    </a:cxn>
                    <a:cxn ang="cd4">
                      <a:pos x="hc" y="b"/>
                    </a:cxn>
                    <a:cxn ang="cd2">
                      <a:pos x="l" y="vc"/>
                    </a:cxn>
                    <a:cxn ang="f40">
                      <a:pos x="f165" y="f166"/>
                    </a:cxn>
                    <a:cxn ang="f41">
                      <a:pos x="f81" y="f82"/>
                    </a:cxn>
                    <a:cxn ang="f42">
                      <a:pos x="f167" y="f168"/>
                    </a:cxn>
                  </a:cxnLst>
                  <a:rect l="f173" t="f174" r="f175" b="f176"/>
                  <a:pathLst>
                    <a:path stroke="0">
                      <a:moveTo>
                        <a:pt x="f165" y="f166"/>
                      </a:moveTo>
                      <a:arcTo wR="f76" hR="f77" stAng="f54" swAng="f78"/>
                      <a:lnTo>
                        <a:pt x="f81" y="f82"/>
                      </a:lnTo>
                      <a:close/>
                    </a:path>
                    <a:path fill="none">
                      <a:moveTo>
                        <a:pt x="f165" y="f166"/>
                      </a:moveTo>
                      <a:arcTo wR="f76" hR="f77" stAng="f54" swAng="f78"/>
                    </a:path>
                  </a:pathLst>
                </a:custGeom>
                <a:noFill/>
                <a:ln w="19046" cap="flat">
                  <a:solidFill>
                    <a:srgbClr val="4D82B8"/>
                  </a:solidFill>
                  <a:prstDash val="solid"/>
                  <a:headEnd type="arrow"/>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2400" b="0" i="0" u="none" strike="noStrike" kern="1200" cap="none" spc="0" baseline="0">
                    <a:solidFill>
                      <a:srgbClr val="211F26"/>
                    </a:solidFill>
                    <a:uFillTx/>
                    <a:latin typeface="Calibri" pitchFamily="34"/>
                    <a:cs typeface="Calibri" pitchFamily="34"/>
                  </a:endParaRPr>
                </a:p>
              </p:txBody>
            </p:sp>
          </p:grpSp>
          <p:sp>
            <p:nvSpPr>
              <p:cNvPr id="34" name="Tekstvak 72">
                <a:extLst>
                  <a:ext uri="{FF2B5EF4-FFF2-40B4-BE49-F238E27FC236}">
                    <a16:creationId xmlns:a16="http://schemas.microsoft.com/office/drawing/2014/main" id="{7A12D138-0E49-B3FF-EA8E-381B39DBF54A}"/>
                  </a:ext>
                </a:extLst>
              </p:cNvPr>
              <p:cNvSpPr txBox="1"/>
              <p:nvPr/>
            </p:nvSpPr>
            <p:spPr>
              <a:xfrm>
                <a:off x="-2245455" y="3541123"/>
                <a:ext cx="896112" cy="134709"/>
              </a:xfrm>
              <a:prstGeom prst="rect">
                <a:avLst/>
              </a:prstGeom>
              <a:noFill/>
              <a:ln>
                <a:noFill/>
              </a:ln>
            </p:spPr>
            <p:txBody>
              <a:bodyPr vert="horz" wrap="square" lIns="91440" tIns="45720" rIns="91440" bIns="45720" anchor="ctr" anchorCtr="0" compatLnSpc="1">
                <a:noAutofit/>
              </a:bodyPr>
              <a:lstStyle/>
              <a:p>
                <a:pPr marL="0" marR="0" lvl="0" indent="0" algn="l" defTabSz="1217514"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900" b="0" i="0" u="none" strike="noStrike" kern="1200" cap="none" spc="0" baseline="0">
                    <a:solidFill>
                      <a:srgbClr val="211F26"/>
                    </a:solidFill>
                    <a:uFillTx/>
                    <a:latin typeface="Calibri" pitchFamily="34"/>
                    <a:cs typeface="Calibri" pitchFamily="34"/>
                  </a:rPr>
                  <a:t>Layout</a:t>
                </a:r>
              </a:p>
            </p:txBody>
          </p:sp>
          <p:sp>
            <p:nvSpPr>
              <p:cNvPr id="35" name="Tekstvak 73">
                <a:extLst>
                  <a:ext uri="{FF2B5EF4-FFF2-40B4-BE49-F238E27FC236}">
                    <a16:creationId xmlns:a16="http://schemas.microsoft.com/office/drawing/2014/main" id="{D5D9FDD4-770A-EC49-C338-D76A3D84E4C8}"/>
                  </a:ext>
                </a:extLst>
              </p:cNvPr>
              <p:cNvSpPr txBox="1"/>
              <p:nvPr/>
            </p:nvSpPr>
            <p:spPr>
              <a:xfrm>
                <a:off x="-2258888" y="3793552"/>
                <a:ext cx="909544" cy="126415"/>
              </a:xfrm>
              <a:prstGeom prst="rect">
                <a:avLst/>
              </a:prstGeom>
              <a:noFill/>
              <a:ln>
                <a:noFill/>
              </a:ln>
            </p:spPr>
            <p:txBody>
              <a:bodyPr vert="horz" wrap="square" lIns="91440" tIns="45720" rIns="91440" bIns="45720" anchor="ctr" anchorCtr="0" compatLnSpc="1">
                <a:noAutofit/>
              </a:bodyPr>
              <a:lstStyle/>
              <a:p>
                <a:pPr marL="0" marR="0" lvl="0" indent="0" algn="l" defTabSz="1217514"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900" b="0" i="0" u="none" strike="noStrike" kern="1200" cap="none" spc="0" baseline="0">
                    <a:solidFill>
                      <a:srgbClr val="211F26"/>
                    </a:solidFill>
                    <a:uFillTx/>
                    <a:latin typeface="Calibri" pitchFamily="34"/>
                    <a:cs typeface="Calibri" pitchFamily="34"/>
                  </a:rPr>
                  <a:t>Reset slide</a:t>
                </a:r>
              </a:p>
            </p:txBody>
          </p:sp>
          <p:sp>
            <p:nvSpPr>
              <p:cNvPr id="36" name="Vrije vorm: vorm 74">
                <a:extLst>
                  <a:ext uri="{FF2B5EF4-FFF2-40B4-BE49-F238E27FC236}">
                    <a16:creationId xmlns:a16="http://schemas.microsoft.com/office/drawing/2014/main" id="{38084042-72CA-E105-E49A-C1EE95AE6FF3}"/>
                  </a:ext>
                </a:extLst>
              </p:cNvPr>
              <p:cNvSpPr/>
              <p:nvPr/>
            </p:nvSpPr>
            <p:spPr>
              <a:xfrm>
                <a:off x="-1360389" y="3863714"/>
                <a:ext cx="97566" cy="179999"/>
              </a:xfrm>
              <a:custGeom>
                <a:avLst/>
                <a:gdLst>
                  <a:gd name="f0" fmla="val 10800000"/>
                  <a:gd name="f1" fmla="val 5400000"/>
                  <a:gd name="f2" fmla="val 180"/>
                  <a:gd name="f3" fmla="val w"/>
                  <a:gd name="f4" fmla="val h"/>
                  <a:gd name="f5" fmla="val 0"/>
                  <a:gd name="f6" fmla="val 880280"/>
                  <a:gd name="f7" fmla="val 1624084"/>
                  <a:gd name="f8" fmla="val 1262418"/>
                  <a:gd name="f9" fmla="val 313898"/>
                  <a:gd name="f10" fmla="val 996287"/>
                  <a:gd name="f11" fmla="val 620973"/>
                  <a:gd name="f12" fmla="val 839337"/>
                  <a:gd name="f13" fmla="val 1480782"/>
                  <a:gd name="f14" fmla="val 498144"/>
                  <a:gd name="f15" fmla="val 900753"/>
                  <a:gd name="f16" fmla="val 893929"/>
                  <a:gd name="f17" fmla="+- 0 0 -90"/>
                  <a:gd name="f18" fmla="*/ f3 1 880280"/>
                  <a:gd name="f19" fmla="*/ f4 1 1624084"/>
                  <a:gd name="f20" fmla="val f5"/>
                  <a:gd name="f21" fmla="val f6"/>
                  <a:gd name="f22" fmla="val f7"/>
                  <a:gd name="f23" fmla="*/ f17 f0 1"/>
                  <a:gd name="f24" fmla="+- f22 0 f20"/>
                  <a:gd name="f25" fmla="+- f21 0 f20"/>
                  <a:gd name="f26" fmla="*/ f23 1 f2"/>
                  <a:gd name="f27" fmla="*/ f25 1 880280"/>
                  <a:gd name="f28" fmla="*/ f24 1 1624084"/>
                  <a:gd name="f29" fmla="*/ 0 f25 1"/>
                  <a:gd name="f30" fmla="*/ 0 f24 1"/>
                  <a:gd name="f31" fmla="*/ 1262418 f24 1"/>
                  <a:gd name="f32" fmla="*/ 620973 f25 1"/>
                  <a:gd name="f33" fmla="*/ 1624084 f24 1"/>
                  <a:gd name="f34" fmla="*/ 839337 f25 1"/>
                  <a:gd name="f35" fmla="*/ 1480782 f24 1"/>
                  <a:gd name="f36" fmla="*/ 900753 f24 1"/>
                  <a:gd name="f37" fmla="*/ 880280 f25 1"/>
                  <a:gd name="f38" fmla="*/ 893929 f24 1"/>
                  <a:gd name="f39" fmla="*/ 313898 f25 1"/>
                  <a:gd name="f40" fmla="*/ 996287 f24 1"/>
                  <a:gd name="f41" fmla="*/ 498144 f25 1"/>
                  <a:gd name="f42" fmla="+- f26 0 f1"/>
                  <a:gd name="f43" fmla="*/ f29 1 880280"/>
                  <a:gd name="f44" fmla="*/ f30 1 1624084"/>
                  <a:gd name="f45" fmla="*/ f31 1 1624084"/>
                  <a:gd name="f46" fmla="*/ f32 1 880280"/>
                  <a:gd name="f47" fmla="*/ f33 1 1624084"/>
                  <a:gd name="f48" fmla="*/ f34 1 880280"/>
                  <a:gd name="f49" fmla="*/ f35 1 1624084"/>
                  <a:gd name="f50" fmla="*/ f36 1 1624084"/>
                  <a:gd name="f51" fmla="*/ f37 1 880280"/>
                  <a:gd name="f52" fmla="*/ f38 1 1624084"/>
                  <a:gd name="f53" fmla="*/ f39 1 880280"/>
                  <a:gd name="f54" fmla="*/ f40 1 1624084"/>
                  <a:gd name="f55" fmla="*/ f41 1 880280"/>
                  <a:gd name="f56" fmla="*/ f20 1 f27"/>
                  <a:gd name="f57" fmla="*/ f21 1 f27"/>
                  <a:gd name="f58" fmla="*/ f20 1 f28"/>
                  <a:gd name="f59" fmla="*/ f22 1 f28"/>
                  <a:gd name="f60" fmla="*/ f43 1 f27"/>
                  <a:gd name="f61" fmla="*/ f44 1 f28"/>
                  <a:gd name="f62" fmla="*/ f45 1 f28"/>
                  <a:gd name="f63" fmla="*/ f53 1 f27"/>
                  <a:gd name="f64" fmla="*/ f54 1 f28"/>
                  <a:gd name="f65" fmla="*/ f46 1 f27"/>
                  <a:gd name="f66" fmla="*/ f47 1 f28"/>
                  <a:gd name="f67" fmla="*/ f48 1 f27"/>
                  <a:gd name="f68" fmla="*/ f49 1 f28"/>
                  <a:gd name="f69" fmla="*/ f55 1 f27"/>
                  <a:gd name="f70" fmla="*/ f50 1 f28"/>
                  <a:gd name="f71" fmla="*/ f51 1 f27"/>
                  <a:gd name="f72" fmla="*/ f52 1 f28"/>
                  <a:gd name="f73" fmla="*/ f56 f18 1"/>
                  <a:gd name="f74" fmla="*/ f57 f18 1"/>
                  <a:gd name="f75" fmla="*/ f59 f19 1"/>
                  <a:gd name="f76" fmla="*/ f58 f19 1"/>
                  <a:gd name="f77" fmla="*/ f60 f18 1"/>
                  <a:gd name="f78" fmla="*/ f61 f19 1"/>
                  <a:gd name="f79" fmla="*/ f62 f19 1"/>
                  <a:gd name="f80" fmla="*/ f63 f18 1"/>
                  <a:gd name="f81" fmla="*/ f64 f19 1"/>
                  <a:gd name="f82" fmla="*/ f65 f18 1"/>
                  <a:gd name="f83" fmla="*/ f66 f19 1"/>
                  <a:gd name="f84" fmla="*/ f67 f18 1"/>
                  <a:gd name="f85" fmla="*/ f68 f19 1"/>
                  <a:gd name="f86" fmla="*/ f69 f18 1"/>
                  <a:gd name="f87" fmla="*/ f70 f19 1"/>
                  <a:gd name="f88" fmla="*/ f71 f18 1"/>
                  <a:gd name="f89" fmla="*/ f72 f19 1"/>
                </a:gdLst>
                <a:ahLst/>
                <a:cxnLst>
                  <a:cxn ang="3cd4">
                    <a:pos x="hc" y="t"/>
                  </a:cxn>
                  <a:cxn ang="0">
                    <a:pos x="r" y="vc"/>
                  </a:cxn>
                  <a:cxn ang="cd4">
                    <a:pos x="hc" y="b"/>
                  </a:cxn>
                  <a:cxn ang="cd2">
                    <a:pos x="l" y="vc"/>
                  </a:cxn>
                  <a:cxn ang="f42">
                    <a:pos x="f77" y="f78"/>
                  </a:cxn>
                  <a:cxn ang="f42">
                    <a:pos x="f77" y="f79"/>
                  </a:cxn>
                  <a:cxn ang="f42">
                    <a:pos x="f80" y="f81"/>
                  </a:cxn>
                  <a:cxn ang="f42">
                    <a:pos x="f82" y="f83"/>
                  </a:cxn>
                  <a:cxn ang="f42">
                    <a:pos x="f84" y="f85"/>
                  </a:cxn>
                  <a:cxn ang="f42">
                    <a:pos x="f86" y="f87"/>
                  </a:cxn>
                  <a:cxn ang="f42">
                    <a:pos x="f88" y="f89"/>
                  </a:cxn>
                  <a:cxn ang="f42">
                    <a:pos x="f77" y="f78"/>
                  </a:cxn>
                </a:cxnLst>
                <a:rect l="f73" t="f76" r="f74" b="f75"/>
                <a:pathLst>
                  <a:path w="880280" h="1624084">
                    <a:moveTo>
                      <a:pt x="f5" y="f5"/>
                    </a:moveTo>
                    <a:lnTo>
                      <a:pt x="f5" y="f8"/>
                    </a:lnTo>
                    <a:lnTo>
                      <a:pt x="f9" y="f10"/>
                    </a:lnTo>
                    <a:lnTo>
                      <a:pt x="f11" y="f7"/>
                    </a:lnTo>
                    <a:lnTo>
                      <a:pt x="f12" y="f13"/>
                    </a:lnTo>
                    <a:lnTo>
                      <a:pt x="f14" y="f15"/>
                    </a:lnTo>
                    <a:lnTo>
                      <a:pt x="f6" y="f16"/>
                    </a:lnTo>
                    <a:lnTo>
                      <a:pt x="f5" y="f5"/>
                    </a:lnTo>
                    <a:close/>
                  </a:path>
                </a:pathLst>
              </a:custGeom>
              <a:solidFill>
                <a:srgbClr val="FFFFFF"/>
              </a:solidFill>
              <a:ln w="12701" cap="flat">
                <a:solidFill>
                  <a:srgbClr val="000000"/>
                </a:solidFill>
                <a:prstDash val="solid"/>
                <a:miter/>
              </a:ln>
            </p:spPr>
            <p:txBody>
              <a:bodyPr vert="horz" wrap="square" lIns="179999" tIns="179999" rIns="179999" bIns="179999"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1600" b="0" i="0" u="none" strike="noStrike" kern="1200" cap="all" spc="0" baseline="0">
                  <a:solidFill>
                    <a:srgbClr val="FFFFFF"/>
                  </a:solidFill>
                  <a:uFillTx/>
                  <a:latin typeface="Calibri" pitchFamily="34"/>
                  <a:cs typeface="Calibri" pitchFamily="34"/>
                </a:endParaRPr>
              </a:p>
            </p:txBody>
          </p:sp>
        </p:grpSp>
        <p:grpSp>
          <p:nvGrpSpPr>
            <p:cNvPr id="37" name="Groep 15">
              <a:extLst>
                <a:ext uri="{FF2B5EF4-FFF2-40B4-BE49-F238E27FC236}">
                  <a16:creationId xmlns:a16="http://schemas.microsoft.com/office/drawing/2014/main" id="{E281CD18-3416-5BA6-CD9F-B97422D4DC98}"/>
                </a:ext>
              </a:extLst>
            </p:cNvPr>
            <p:cNvGrpSpPr/>
            <p:nvPr/>
          </p:nvGrpSpPr>
          <p:grpSpPr>
            <a:xfrm>
              <a:off x="-3786164" y="5680655"/>
              <a:ext cx="3693380" cy="959690"/>
              <a:chOff x="-3786164" y="5680655"/>
              <a:chExt cx="3693380" cy="959690"/>
            </a:xfrm>
          </p:grpSpPr>
          <p:sp>
            <p:nvSpPr>
              <p:cNvPr id="38" name="Rechthoek 58">
                <a:extLst>
                  <a:ext uri="{FF2B5EF4-FFF2-40B4-BE49-F238E27FC236}">
                    <a16:creationId xmlns:a16="http://schemas.microsoft.com/office/drawing/2014/main" id="{434332E3-AAA0-7C2D-88E2-5AFDCC2DC7FA}"/>
                  </a:ext>
                </a:extLst>
              </p:cNvPr>
              <p:cNvSpPr/>
              <p:nvPr/>
            </p:nvSpPr>
            <p:spPr>
              <a:xfrm>
                <a:off x="-3786164" y="5812347"/>
                <a:ext cx="3593637" cy="827998"/>
              </a:xfrm>
              <a:prstGeom prst="rect">
                <a:avLst/>
              </a:prstGeom>
              <a:solidFill>
                <a:srgbClr val="ECECEC"/>
              </a:solidFill>
              <a:ln w="6345" cap="flat">
                <a:solidFill>
                  <a:srgbClr val="ECECEC"/>
                </a:solidFill>
                <a:prstDash val="solid"/>
                <a:miter/>
              </a:ln>
            </p:spPr>
            <p:txBody>
              <a:bodyPr vert="horz" wrap="square" lIns="179999" tIns="143999" rIns="179999" bIns="143999"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1" i="0" u="none" strike="noStrike" kern="1200" cap="all" spc="0" baseline="0">
                    <a:solidFill>
                      <a:srgbClr val="211F26"/>
                    </a:solidFill>
                    <a:uFillTx/>
                    <a:latin typeface="Calibri" pitchFamily="34"/>
                    <a:cs typeface="Calibri" pitchFamily="34"/>
                  </a:rPr>
                  <a:t>Want to know more?</a:t>
                </a:r>
                <a:br>
                  <a:rPr lang="en-GB" sz="1200" b="1" i="0" u="none" strike="noStrike" kern="1200" cap="all" spc="0" baseline="0">
                    <a:solidFill>
                      <a:srgbClr val="211F26"/>
                    </a:solidFill>
                    <a:uFillTx/>
                    <a:latin typeface="Calibri" pitchFamily="34"/>
                    <a:cs typeface="Calibri" pitchFamily="34"/>
                  </a:rPr>
                </a:br>
                <a:r>
                  <a:rPr lang="en-GB" sz="1200" b="0" i="0" u="none" strike="noStrike" kern="1200" cap="none" spc="0" baseline="0">
                    <a:solidFill>
                      <a:srgbClr val="211F26"/>
                    </a:solidFill>
                    <a:uFillTx/>
                    <a:latin typeface="Calibri" pitchFamily="34"/>
                    <a:cs typeface="Calibri" pitchFamily="34"/>
                  </a:rPr>
                  <a:t>Go to the tab</a:t>
                </a:r>
                <a:r>
                  <a:rPr lang="en-GB" sz="1200" b="1" i="0" u="none" strike="noStrike" kern="1200" cap="all" spc="0" baseline="0">
                    <a:solidFill>
                      <a:srgbClr val="211F26"/>
                    </a:solidFill>
                    <a:uFillTx/>
                    <a:latin typeface="Calibri" pitchFamily="34"/>
                    <a:cs typeface="Calibri" pitchFamily="34"/>
                  </a:rPr>
                  <a:t> 'SLIDEBUILDER’ </a:t>
                </a:r>
                <a:r>
                  <a:rPr lang="en-GB" sz="1200" b="0" i="0" u="none" strike="noStrike" kern="1200" cap="none" spc="0" baseline="0">
                    <a:solidFill>
                      <a:srgbClr val="211F26"/>
                    </a:solidFill>
                    <a:uFillTx/>
                    <a:latin typeface="Calibri" pitchFamily="34"/>
                    <a:cs typeface="Calibri" pitchFamily="34"/>
                  </a:rPr>
                  <a:t>and click</a:t>
                </a:r>
                <a:br>
                  <a:rPr lang="en-GB" sz="1200" b="0" i="0" u="none" strike="noStrike" kern="1200" cap="none" spc="0" baseline="0">
                    <a:solidFill>
                      <a:srgbClr val="211F26"/>
                    </a:solidFill>
                    <a:uFillTx/>
                    <a:latin typeface="Calibri" pitchFamily="34"/>
                    <a:cs typeface="Calibri" pitchFamily="34"/>
                  </a:rPr>
                </a:br>
                <a:r>
                  <a:rPr lang="en-GB" sz="1200" b="0" i="0" u="none" strike="noStrike" kern="1200" cap="none" spc="0" baseline="0">
                    <a:solidFill>
                      <a:srgbClr val="211F26"/>
                    </a:solidFill>
                    <a:uFillTx/>
                    <a:latin typeface="Calibri" pitchFamily="34"/>
                    <a:cs typeface="Calibri" pitchFamily="34"/>
                  </a:rPr>
                  <a:t>on the button </a:t>
                </a:r>
                <a:r>
                  <a:rPr lang="en-GB" sz="1200" b="1" i="0" u="none" strike="noStrike" kern="1200" cap="all" spc="0" baseline="0">
                    <a:solidFill>
                      <a:srgbClr val="211F26"/>
                    </a:solidFill>
                    <a:uFillTx/>
                    <a:latin typeface="Calibri" pitchFamily="34"/>
                    <a:cs typeface="Calibri" pitchFamily="34"/>
                  </a:rPr>
                  <a:t>‘Inspiration'</a:t>
                </a:r>
              </a:p>
            </p:txBody>
          </p:sp>
          <p:grpSp>
            <p:nvGrpSpPr>
              <p:cNvPr id="39" name="ICOON_info">
                <a:extLst>
                  <a:ext uri="{FF2B5EF4-FFF2-40B4-BE49-F238E27FC236}">
                    <a16:creationId xmlns:a16="http://schemas.microsoft.com/office/drawing/2014/main" id="{489D0598-C493-1535-0EFE-F2D9A44BADE2}"/>
                  </a:ext>
                </a:extLst>
              </p:cNvPr>
              <p:cNvGrpSpPr/>
              <p:nvPr/>
            </p:nvGrpSpPr>
            <p:grpSpPr>
              <a:xfrm>
                <a:off x="-376467" y="5680655"/>
                <a:ext cx="283683" cy="283683"/>
                <a:chOff x="-376467" y="5680655"/>
                <a:chExt cx="283683" cy="283683"/>
              </a:xfrm>
            </p:grpSpPr>
            <p:sp>
              <p:nvSpPr>
                <p:cNvPr id="40" name="Ovaal 66">
                  <a:extLst>
                    <a:ext uri="{FF2B5EF4-FFF2-40B4-BE49-F238E27FC236}">
                      <a16:creationId xmlns:a16="http://schemas.microsoft.com/office/drawing/2014/main" id="{74C1A26E-8B0C-3039-5BDF-EDA69E34DA22}"/>
                    </a:ext>
                  </a:extLst>
                </p:cNvPr>
                <p:cNvSpPr/>
                <p:nvPr/>
              </p:nvSpPr>
              <p:spPr>
                <a:xfrm>
                  <a:off x="-356433" y="5700113"/>
                  <a:ext cx="244748" cy="244748"/>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211F26"/>
                </a:solidFill>
                <a:ln>
                  <a:noFill/>
                  <a:prstDash val="solid"/>
                </a:ln>
              </p:spPr>
              <p:txBody>
                <a:bodyPr vert="horz" wrap="square" lIns="179999" tIns="179999" rIns="179999" bIns="179999"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1600" b="0" i="0" u="none" strike="noStrike" kern="1200" cap="all" spc="0" baseline="0">
                    <a:solidFill>
                      <a:srgbClr val="FFFFFF"/>
                    </a:solidFill>
                    <a:uFillTx/>
                    <a:latin typeface="Calibri" pitchFamily="34"/>
                    <a:cs typeface="Calibri" pitchFamily="34"/>
                  </a:endParaRPr>
                </a:p>
              </p:txBody>
            </p:sp>
            <p:sp>
              <p:nvSpPr>
                <p:cNvPr id="41" name="Graphic 163" descr="Informatie">
                  <a:extLst>
                    <a:ext uri="{FF2B5EF4-FFF2-40B4-BE49-F238E27FC236}">
                      <a16:creationId xmlns:a16="http://schemas.microsoft.com/office/drawing/2014/main" id="{284A721F-C1D6-7E58-C6DE-7992B7351BF0}"/>
                    </a:ext>
                  </a:extLst>
                </p:cNvPr>
                <p:cNvSpPr/>
                <p:nvPr/>
              </p:nvSpPr>
              <p:spPr>
                <a:xfrm>
                  <a:off x="-376467" y="5680655"/>
                  <a:ext cx="283683" cy="283683"/>
                </a:xfrm>
                <a:custGeom>
                  <a:avLst/>
                  <a:gdLst>
                    <a:gd name="f0" fmla="val 10800000"/>
                    <a:gd name="f1" fmla="val 5400000"/>
                    <a:gd name="f2" fmla="val 180"/>
                    <a:gd name="f3" fmla="val w"/>
                    <a:gd name="f4" fmla="val h"/>
                    <a:gd name="f5" fmla="val 0"/>
                    <a:gd name="f6" fmla="val 291719"/>
                    <a:gd name="f7" fmla="val 145860"/>
                    <a:gd name="f8" fmla="val 65253"/>
                    <a:gd name="f9" fmla="val 226467"/>
                    <a:gd name="f10" fmla="val 291720"/>
                    <a:gd name="f11" fmla="val 138183"/>
                    <a:gd name="f12" fmla="val 38384"/>
                    <a:gd name="f13" fmla="val 148931"/>
                    <a:gd name="f14" fmla="val 157375"/>
                    <a:gd name="f15" fmla="val 46829"/>
                    <a:gd name="f16" fmla="val 57576"/>
                    <a:gd name="f17" fmla="val 68324"/>
                    <a:gd name="f18" fmla="val 76768"/>
                    <a:gd name="f19" fmla="val 127435"/>
                    <a:gd name="f20" fmla="val 118991"/>
                    <a:gd name="f21" fmla="val 184244"/>
                    <a:gd name="f22" fmla="val 253336"/>
                    <a:gd name="f23" fmla="val 107476"/>
                    <a:gd name="f24" fmla="val 230305"/>
                    <a:gd name="f25" fmla="val 134345"/>
                    <a:gd name="f26" fmla="val 115153"/>
                    <a:gd name="f27" fmla="val 111314"/>
                    <a:gd name="f28" fmla="val 92122"/>
                    <a:gd name="f29" fmla="+- 0 0 -90"/>
                    <a:gd name="f30" fmla="*/ f3 1 291719"/>
                    <a:gd name="f31" fmla="*/ f4 1 291719"/>
                    <a:gd name="f32" fmla="val f5"/>
                    <a:gd name="f33" fmla="val f6"/>
                    <a:gd name="f34" fmla="*/ f29 f0 1"/>
                    <a:gd name="f35" fmla="+- f33 0 f32"/>
                    <a:gd name="f36" fmla="*/ f34 1 f2"/>
                    <a:gd name="f37" fmla="*/ f35 1 291719"/>
                    <a:gd name="f38" fmla="*/ 145860 f35 1"/>
                    <a:gd name="f39" fmla="*/ 0 f35 1"/>
                    <a:gd name="f40" fmla="*/ 291720 f35 1"/>
                    <a:gd name="f41" fmla="*/ 138183 f35 1"/>
                    <a:gd name="f42" fmla="*/ 38384 f35 1"/>
                    <a:gd name="f43" fmla="*/ 157375 f35 1"/>
                    <a:gd name="f44" fmla="*/ 57576 f35 1"/>
                    <a:gd name="f45" fmla="*/ 76768 f35 1"/>
                    <a:gd name="f46" fmla="*/ 118991 f35 1"/>
                    <a:gd name="f47" fmla="*/ 184244 f35 1"/>
                    <a:gd name="f48" fmla="*/ 253336 f35 1"/>
                    <a:gd name="f49" fmla="*/ 107476 f35 1"/>
                    <a:gd name="f50" fmla="*/ 230305 f35 1"/>
                    <a:gd name="f51" fmla="*/ 134345 f35 1"/>
                    <a:gd name="f52" fmla="*/ 115153 f35 1"/>
                    <a:gd name="f53" fmla="*/ 111314 f35 1"/>
                    <a:gd name="f54" fmla="*/ 92122 f35 1"/>
                    <a:gd name="f55" fmla="+- f36 0 f1"/>
                    <a:gd name="f56" fmla="*/ f38 1 291719"/>
                    <a:gd name="f57" fmla="*/ f39 1 291719"/>
                    <a:gd name="f58" fmla="*/ f40 1 291719"/>
                    <a:gd name="f59" fmla="*/ f41 1 291719"/>
                    <a:gd name="f60" fmla="*/ f42 1 291719"/>
                    <a:gd name="f61" fmla="*/ f43 1 291719"/>
                    <a:gd name="f62" fmla="*/ f44 1 291719"/>
                    <a:gd name="f63" fmla="*/ f45 1 291719"/>
                    <a:gd name="f64" fmla="*/ f46 1 291719"/>
                    <a:gd name="f65" fmla="*/ f47 1 291719"/>
                    <a:gd name="f66" fmla="*/ f48 1 291719"/>
                    <a:gd name="f67" fmla="*/ f49 1 291719"/>
                    <a:gd name="f68" fmla="*/ f50 1 291719"/>
                    <a:gd name="f69" fmla="*/ f51 1 291719"/>
                    <a:gd name="f70" fmla="*/ f52 1 291719"/>
                    <a:gd name="f71" fmla="*/ f53 1 291719"/>
                    <a:gd name="f72" fmla="*/ f54 1 291719"/>
                    <a:gd name="f73" fmla="*/ f32 1 f37"/>
                    <a:gd name="f74" fmla="*/ f33 1 f37"/>
                    <a:gd name="f75" fmla="*/ f56 1 f37"/>
                    <a:gd name="f76" fmla="*/ f57 1 f37"/>
                    <a:gd name="f77" fmla="*/ f58 1 f37"/>
                    <a:gd name="f78" fmla="*/ f59 1 f37"/>
                    <a:gd name="f79" fmla="*/ f60 1 f37"/>
                    <a:gd name="f80" fmla="*/ f61 1 f37"/>
                    <a:gd name="f81" fmla="*/ f62 1 f37"/>
                    <a:gd name="f82" fmla="*/ f63 1 f37"/>
                    <a:gd name="f83" fmla="*/ f64 1 f37"/>
                    <a:gd name="f84" fmla="*/ f65 1 f37"/>
                    <a:gd name="f85" fmla="*/ f66 1 f37"/>
                    <a:gd name="f86" fmla="*/ f67 1 f37"/>
                    <a:gd name="f87" fmla="*/ f68 1 f37"/>
                    <a:gd name="f88" fmla="*/ f69 1 f37"/>
                    <a:gd name="f89" fmla="*/ f70 1 f37"/>
                    <a:gd name="f90" fmla="*/ f71 1 f37"/>
                    <a:gd name="f91" fmla="*/ f72 1 f37"/>
                    <a:gd name="f92" fmla="*/ f73 f30 1"/>
                    <a:gd name="f93" fmla="*/ f74 f30 1"/>
                    <a:gd name="f94" fmla="*/ f74 f31 1"/>
                    <a:gd name="f95" fmla="*/ f73 f31 1"/>
                    <a:gd name="f96" fmla="*/ f75 f30 1"/>
                    <a:gd name="f97" fmla="*/ f76 f31 1"/>
                    <a:gd name="f98" fmla="*/ f76 f30 1"/>
                    <a:gd name="f99" fmla="*/ f75 f31 1"/>
                    <a:gd name="f100" fmla="*/ f77 f31 1"/>
                    <a:gd name="f101" fmla="*/ f77 f30 1"/>
                    <a:gd name="f102" fmla="*/ f78 f30 1"/>
                    <a:gd name="f103" fmla="*/ f79 f31 1"/>
                    <a:gd name="f104" fmla="*/ f80 f30 1"/>
                    <a:gd name="f105" fmla="*/ f81 f31 1"/>
                    <a:gd name="f106" fmla="*/ f82 f31 1"/>
                    <a:gd name="f107" fmla="*/ f83 f30 1"/>
                    <a:gd name="f108" fmla="*/ f84 f30 1"/>
                    <a:gd name="f109" fmla="*/ f85 f31 1"/>
                    <a:gd name="f110" fmla="*/ f86 f30 1"/>
                    <a:gd name="f111" fmla="*/ f87 f31 1"/>
                    <a:gd name="f112" fmla="*/ f88 f30 1"/>
                    <a:gd name="f113" fmla="*/ f89 f31 1"/>
                    <a:gd name="f114" fmla="*/ f90 f30 1"/>
                    <a:gd name="f115" fmla="*/ f91 f31 1"/>
                  </a:gdLst>
                  <a:ahLst/>
                  <a:cxnLst>
                    <a:cxn ang="3cd4">
                      <a:pos x="hc" y="t"/>
                    </a:cxn>
                    <a:cxn ang="0">
                      <a:pos x="r" y="vc"/>
                    </a:cxn>
                    <a:cxn ang="cd4">
                      <a:pos x="hc" y="b"/>
                    </a:cxn>
                    <a:cxn ang="cd2">
                      <a:pos x="l" y="vc"/>
                    </a:cxn>
                    <a:cxn ang="f55">
                      <a:pos x="f96" y="f97"/>
                    </a:cxn>
                    <a:cxn ang="f55">
                      <a:pos x="f98" y="f99"/>
                    </a:cxn>
                    <a:cxn ang="f55">
                      <a:pos x="f96" y="f100"/>
                    </a:cxn>
                    <a:cxn ang="f55">
                      <a:pos x="f101" y="f99"/>
                    </a:cxn>
                    <a:cxn ang="f55">
                      <a:pos x="f96" y="f97"/>
                    </a:cxn>
                    <a:cxn ang="f55">
                      <a:pos x="f102" y="f103"/>
                    </a:cxn>
                    <a:cxn ang="f55">
                      <a:pos x="f104" y="f105"/>
                    </a:cxn>
                    <a:cxn ang="f55">
                      <a:pos x="f102" y="f106"/>
                    </a:cxn>
                    <a:cxn ang="f55">
                      <a:pos x="f107" y="f105"/>
                    </a:cxn>
                    <a:cxn ang="f55">
                      <a:pos x="f102" y="f103"/>
                    </a:cxn>
                    <a:cxn ang="f55">
                      <a:pos x="f108" y="f109"/>
                    </a:cxn>
                    <a:cxn ang="f55">
                      <a:pos x="f110" y="f109"/>
                    </a:cxn>
                    <a:cxn ang="f55">
                      <a:pos x="f110" y="f111"/>
                    </a:cxn>
                    <a:cxn ang="f55">
                      <a:pos x="f112" y="f111"/>
                    </a:cxn>
                    <a:cxn ang="f55">
                      <a:pos x="f112" y="f113"/>
                    </a:cxn>
                    <a:cxn ang="f55">
                      <a:pos x="f114" y="f113"/>
                    </a:cxn>
                    <a:cxn ang="f55">
                      <a:pos x="f114" y="f115"/>
                    </a:cxn>
                    <a:cxn ang="f55">
                      <a:pos x="f104" y="f115"/>
                    </a:cxn>
                    <a:cxn ang="f55">
                      <a:pos x="f104" y="f113"/>
                    </a:cxn>
                    <a:cxn ang="f55">
                      <a:pos x="f104" y="f111"/>
                    </a:cxn>
                    <a:cxn ang="f55">
                      <a:pos x="f108" y="f111"/>
                    </a:cxn>
                    <a:cxn ang="f55">
                      <a:pos x="f108" y="f109"/>
                    </a:cxn>
                  </a:cxnLst>
                  <a:rect l="f92" t="f95" r="f93" b="f94"/>
                  <a:pathLst>
                    <a:path w="291719" h="291719">
                      <a:moveTo>
                        <a:pt x="f7" y="f5"/>
                      </a:moveTo>
                      <a:cubicBezTo>
                        <a:pt x="f8" y="f5"/>
                        <a:pt x="f5" y="f8"/>
                        <a:pt x="f5" y="f7"/>
                      </a:cubicBezTo>
                      <a:cubicBezTo>
                        <a:pt x="f5" y="f9"/>
                        <a:pt x="f8" y="f10"/>
                        <a:pt x="f7" y="f10"/>
                      </a:cubicBezTo>
                      <a:cubicBezTo>
                        <a:pt x="f9" y="f10"/>
                        <a:pt x="f10" y="f9"/>
                        <a:pt x="f10" y="f7"/>
                      </a:cubicBezTo>
                      <a:cubicBezTo>
                        <a:pt x="f10" y="f8"/>
                        <a:pt x="f9" y="f5"/>
                        <a:pt x="f7" y="f5"/>
                      </a:cubicBezTo>
                      <a:close/>
                      <a:moveTo>
                        <a:pt x="f11" y="f12"/>
                      </a:moveTo>
                      <a:cubicBezTo>
                        <a:pt x="f13" y="f12"/>
                        <a:pt x="f14" y="f15"/>
                        <a:pt x="f14" y="f16"/>
                      </a:cubicBezTo>
                      <a:cubicBezTo>
                        <a:pt x="f14" y="f17"/>
                        <a:pt x="f13" y="f18"/>
                        <a:pt x="f11" y="f18"/>
                      </a:cubicBezTo>
                      <a:cubicBezTo>
                        <a:pt x="f19" y="f18"/>
                        <a:pt x="f20" y="f17"/>
                        <a:pt x="f20" y="f16"/>
                      </a:cubicBezTo>
                      <a:cubicBezTo>
                        <a:pt x="f20" y="f15"/>
                        <a:pt x="f19" y="f12"/>
                        <a:pt x="f11" y="f12"/>
                      </a:cubicBezTo>
                      <a:close/>
                      <a:moveTo>
                        <a:pt x="f21" y="f22"/>
                      </a:moveTo>
                      <a:lnTo>
                        <a:pt x="f23" y="f22"/>
                      </a:lnTo>
                      <a:lnTo>
                        <a:pt x="f23" y="f24"/>
                      </a:lnTo>
                      <a:lnTo>
                        <a:pt x="f25" y="f24"/>
                      </a:lnTo>
                      <a:lnTo>
                        <a:pt x="f25" y="f26"/>
                      </a:lnTo>
                      <a:lnTo>
                        <a:pt x="f27" y="f26"/>
                      </a:lnTo>
                      <a:lnTo>
                        <a:pt x="f27" y="f28"/>
                      </a:lnTo>
                      <a:lnTo>
                        <a:pt x="f14" y="f28"/>
                      </a:lnTo>
                      <a:lnTo>
                        <a:pt x="f14" y="f26"/>
                      </a:lnTo>
                      <a:lnTo>
                        <a:pt x="f14" y="f24"/>
                      </a:lnTo>
                      <a:lnTo>
                        <a:pt x="f21" y="f24"/>
                      </a:lnTo>
                      <a:lnTo>
                        <a:pt x="f21" y="f22"/>
                      </a:lnTo>
                      <a:close/>
                    </a:path>
                  </a:pathLst>
                </a:custGeom>
                <a:solidFill>
                  <a:srgbClr val="1FF524"/>
                </a:solidFill>
                <a:ln>
                  <a:noFill/>
                  <a:prstDash val="soli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2000" b="0" i="0" u="none" strike="noStrike" kern="1200" cap="none" spc="0" baseline="0">
                    <a:solidFill>
                      <a:srgbClr val="211F26"/>
                    </a:solidFill>
                    <a:uFillTx/>
                    <a:latin typeface="Calibri" pitchFamily="34"/>
                    <a:cs typeface="Calibri" pitchFamily="34"/>
                  </a:endParaRPr>
                </a:p>
              </p:txBody>
            </p:sp>
          </p:grpSp>
          <p:grpSp>
            <p:nvGrpSpPr>
              <p:cNvPr id="42" name="Groep 60">
                <a:extLst>
                  <a:ext uri="{FF2B5EF4-FFF2-40B4-BE49-F238E27FC236}">
                    <a16:creationId xmlns:a16="http://schemas.microsoft.com/office/drawing/2014/main" id="{9B318362-7B09-7A14-AAF4-45D832D50EC1}"/>
                  </a:ext>
                </a:extLst>
              </p:cNvPr>
              <p:cNvGrpSpPr/>
              <p:nvPr/>
            </p:nvGrpSpPr>
            <p:grpSpPr>
              <a:xfrm>
                <a:off x="-938165" y="5938003"/>
                <a:ext cx="627799" cy="576684"/>
                <a:chOff x="-938165" y="5938003"/>
                <a:chExt cx="627799" cy="576684"/>
              </a:xfrm>
            </p:grpSpPr>
            <p:grpSp>
              <p:nvGrpSpPr>
                <p:cNvPr id="43" name="Inspireren">
                  <a:extLst>
                    <a:ext uri="{FF2B5EF4-FFF2-40B4-BE49-F238E27FC236}">
                      <a16:creationId xmlns:a16="http://schemas.microsoft.com/office/drawing/2014/main" id="{CE6CA8E3-7338-1417-B0D4-2AE0CFA58846}"/>
                    </a:ext>
                  </a:extLst>
                </p:cNvPr>
                <p:cNvGrpSpPr/>
                <p:nvPr/>
              </p:nvGrpSpPr>
              <p:grpSpPr>
                <a:xfrm>
                  <a:off x="-715847" y="5938003"/>
                  <a:ext cx="169776" cy="242380"/>
                  <a:chOff x="-715847" y="5938003"/>
                  <a:chExt cx="169776" cy="242380"/>
                </a:xfrm>
              </p:grpSpPr>
              <p:sp>
                <p:nvSpPr>
                  <p:cNvPr id="44" name="Freeform 12">
                    <a:extLst>
                      <a:ext uri="{FF2B5EF4-FFF2-40B4-BE49-F238E27FC236}">
                        <a16:creationId xmlns:a16="http://schemas.microsoft.com/office/drawing/2014/main" id="{915518E7-677E-B181-4AA7-480C695ECA18}"/>
                      </a:ext>
                    </a:extLst>
                  </p:cNvPr>
                  <p:cNvSpPr/>
                  <p:nvPr/>
                </p:nvSpPr>
                <p:spPr>
                  <a:xfrm>
                    <a:off x="-665646" y="6024826"/>
                    <a:ext cx="68726" cy="62051"/>
                  </a:xfrm>
                  <a:custGeom>
                    <a:avLst/>
                    <a:gdLst>
                      <a:gd name="f0" fmla="val 10800000"/>
                      <a:gd name="f1" fmla="val 5400000"/>
                      <a:gd name="f2" fmla="val 180"/>
                      <a:gd name="f3" fmla="val w"/>
                      <a:gd name="f4" fmla="val h"/>
                      <a:gd name="f5" fmla="val 0"/>
                      <a:gd name="f6" fmla="val 319"/>
                      <a:gd name="f7" fmla="val 288"/>
                      <a:gd name="f8" fmla="val 220"/>
                      <a:gd name="f9" fmla="val 107"/>
                      <a:gd name="f10" fmla="+- 0 0 -90"/>
                      <a:gd name="f11" fmla="*/ f3 1 319"/>
                      <a:gd name="f12" fmla="*/ f4 1 288"/>
                      <a:gd name="f13" fmla="val f5"/>
                      <a:gd name="f14" fmla="val f6"/>
                      <a:gd name="f15" fmla="val f7"/>
                      <a:gd name="f16" fmla="*/ f10 f0 1"/>
                      <a:gd name="f17" fmla="+- f15 0 f13"/>
                      <a:gd name="f18" fmla="+- f14 0 f13"/>
                      <a:gd name="f19" fmla="*/ f16 1 f2"/>
                      <a:gd name="f20" fmla="*/ f18 1 319"/>
                      <a:gd name="f21" fmla="*/ f17 1 288"/>
                      <a:gd name="f22" fmla="*/ 220 f18 1"/>
                      <a:gd name="f23" fmla="*/ 288 f17 1"/>
                      <a:gd name="f24" fmla="*/ 107 f18 1"/>
                      <a:gd name="f25" fmla="*/ 0 f18 1"/>
                      <a:gd name="f26" fmla="*/ 0 f17 1"/>
                      <a:gd name="f27" fmla="*/ 319 f18 1"/>
                      <a:gd name="f28" fmla="+- f19 0 f1"/>
                      <a:gd name="f29" fmla="*/ f22 1 319"/>
                      <a:gd name="f30" fmla="*/ f23 1 288"/>
                      <a:gd name="f31" fmla="*/ f24 1 319"/>
                      <a:gd name="f32" fmla="*/ f25 1 319"/>
                      <a:gd name="f33" fmla="*/ f26 1 288"/>
                      <a:gd name="f34" fmla="*/ f27 1 319"/>
                      <a:gd name="f35" fmla="*/ 0 1 f20"/>
                      <a:gd name="f36" fmla="*/ f14 1 f20"/>
                      <a:gd name="f37" fmla="*/ 0 1 f21"/>
                      <a:gd name="f38" fmla="*/ f15 1 f21"/>
                      <a:gd name="f39" fmla="*/ f29 1 f20"/>
                      <a:gd name="f40" fmla="*/ f30 1 f21"/>
                      <a:gd name="f41" fmla="*/ f31 1 f20"/>
                      <a:gd name="f42" fmla="*/ f32 1 f20"/>
                      <a:gd name="f43" fmla="*/ f33 1 f21"/>
                      <a:gd name="f44" fmla="*/ f34 1 f20"/>
                      <a:gd name="f45" fmla="*/ f35 f11 1"/>
                      <a:gd name="f46" fmla="*/ f36 f11 1"/>
                      <a:gd name="f47" fmla="*/ f38 f12 1"/>
                      <a:gd name="f48" fmla="*/ f37 f12 1"/>
                      <a:gd name="f49" fmla="*/ f39 f11 1"/>
                      <a:gd name="f50" fmla="*/ f40 f12 1"/>
                      <a:gd name="f51" fmla="*/ f41 f11 1"/>
                      <a:gd name="f52" fmla="*/ f42 f11 1"/>
                      <a:gd name="f53" fmla="*/ f43 f12 1"/>
                      <a:gd name="f54" fmla="*/ f44 f11 1"/>
                    </a:gdLst>
                    <a:ahLst/>
                    <a:cxnLst>
                      <a:cxn ang="3cd4">
                        <a:pos x="hc" y="t"/>
                      </a:cxn>
                      <a:cxn ang="0">
                        <a:pos x="r" y="vc"/>
                      </a:cxn>
                      <a:cxn ang="cd4">
                        <a:pos x="hc" y="b"/>
                      </a:cxn>
                      <a:cxn ang="cd2">
                        <a:pos x="l" y="vc"/>
                      </a:cxn>
                      <a:cxn ang="f28">
                        <a:pos x="f49" y="f50"/>
                      </a:cxn>
                      <a:cxn ang="f28">
                        <a:pos x="f51" y="f50"/>
                      </a:cxn>
                      <a:cxn ang="f28">
                        <a:pos x="f52" y="f53"/>
                      </a:cxn>
                      <a:cxn ang="f28">
                        <a:pos x="f54" y="f53"/>
                      </a:cxn>
                      <a:cxn ang="f28">
                        <a:pos x="f49" y="f50"/>
                      </a:cxn>
                    </a:cxnLst>
                    <a:rect l="f45" t="f48" r="f46" b="f47"/>
                    <a:pathLst>
                      <a:path w="319" h="288">
                        <a:moveTo>
                          <a:pt x="f8" y="f7"/>
                        </a:moveTo>
                        <a:lnTo>
                          <a:pt x="f9" y="f7"/>
                        </a:lnTo>
                        <a:lnTo>
                          <a:pt x="f5" y="f5"/>
                        </a:lnTo>
                        <a:lnTo>
                          <a:pt x="f6" y="f5"/>
                        </a:lnTo>
                        <a:lnTo>
                          <a:pt x="f8" y="f7"/>
                        </a:lnTo>
                        <a:close/>
                      </a:path>
                    </a:pathLst>
                  </a:custGeom>
                  <a:solidFill>
                    <a:srgbClr val="1FF524"/>
                  </a:solidFill>
                  <a:ln>
                    <a:noFill/>
                    <a:prstDash val="solid"/>
                  </a:ln>
                </p:spPr>
                <p:txBody>
                  <a:bodyPr vert="horz" wrap="square" lIns="91440" tIns="45720" rIns="91440" bIns="45720" anchor="t"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300" b="0" i="0" u="none" strike="noStrike" kern="0" cap="none" spc="0" baseline="0">
                      <a:solidFill>
                        <a:srgbClr val="211F26"/>
                      </a:solidFill>
                      <a:uFillTx/>
                      <a:latin typeface="Arial"/>
                    </a:endParaRPr>
                  </a:p>
                </p:txBody>
              </p:sp>
              <p:sp>
                <p:nvSpPr>
                  <p:cNvPr id="45" name="Freeform 13">
                    <a:extLst>
                      <a:ext uri="{FF2B5EF4-FFF2-40B4-BE49-F238E27FC236}">
                        <a16:creationId xmlns:a16="http://schemas.microsoft.com/office/drawing/2014/main" id="{0E8153D7-06BB-2544-DB15-6068CF43D445}"/>
                      </a:ext>
                    </a:extLst>
                  </p:cNvPr>
                  <p:cNvSpPr/>
                  <p:nvPr/>
                </p:nvSpPr>
                <p:spPr>
                  <a:xfrm>
                    <a:off x="-661120" y="6156252"/>
                    <a:ext cx="60761" cy="24131"/>
                  </a:xfrm>
                  <a:custGeom>
                    <a:avLst/>
                    <a:gdLst>
                      <a:gd name="f0" fmla="val 10800000"/>
                      <a:gd name="f1" fmla="val 5400000"/>
                      <a:gd name="f2" fmla="val 180"/>
                      <a:gd name="f3" fmla="val w"/>
                      <a:gd name="f4" fmla="val h"/>
                      <a:gd name="f5" fmla="val 0"/>
                      <a:gd name="f6" fmla="val 251"/>
                      <a:gd name="f7" fmla="val 100"/>
                      <a:gd name="f8" fmla="val 229"/>
                      <a:gd name="f9" fmla="val 70"/>
                      <a:gd name="f10" fmla="val 69"/>
                      <a:gd name="f11" fmla="val 22"/>
                      <a:gd name="f12" fmla="val 27"/>
                      <a:gd name="f13" fmla="val 87"/>
                      <a:gd name="f14" fmla="val 44"/>
                      <a:gd name="f15" fmla="val 63"/>
                      <a:gd name="f16" fmla="val 188"/>
                      <a:gd name="f17" fmla="val 207"/>
                      <a:gd name="f18" fmla="val 223"/>
                      <a:gd name="f19" fmla="val 88"/>
                      <a:gd name="f20" fmla="val 71"/>
                      <a:gd name="f21" fmla="+- 0 0 -90"/>
                      <a:gd name="f22" fmla="*/ f3 1 251"/>
                      <a:gd name="f23" fmla="*/ f4 1 100"/>
                      <a:gd name="f24" fmla="val f5"/>
                      <a:gd name="f25" fmla="val f6"/>
                      <a:gd name="f26" fmla="val f7"/>
                      <a:gd name="f27" fmla="*/ f21 f0 1"/>
                      <a:gd name="f28" fmla="+- f26 0 f24"/>
                      <a:gd name="f29" fmla="+- f25 0 f24"/>
                      <a:gd name="f30" fmla="*/ f27 1 f2"/>
                      <a:gd name="f31" fmla="*/ f29 1 251"/>
                      <a:gd name="f32" fmla="*/ f28 1 100"/>
                      <a:gd name="f33" fmla="*/ 229 f29 1"/>
                      <a:gd name="f34" fmla="*/ 70 f28 1"/>
                      <a:gd name="f35" fmla="*/ 69 f28 1"/>
                      <a:gd name="f36" fmla="*/ 251 f29 1"/>
                      <a:gd name="f37" fmla="*/ 0 f28 1"/>
                      <a:gd name="f38" fmla="*/ 0 f29 1"/>
                      <a:gd name="f39" fmla="*/ 22 f29 1"/>
                      <a:gd name="f40" fmla="*/ 63 f29 1"/>
                      <a:gd name="f41" fmla="*/ 100 f28 1"/>
                      <a:gd name="f42" fmla="*/ 188 f29 1"/>
                      <a:gd name="f43" fmla="*/ 71 f28 1"/>
                      <a:gd name="f44" fmla="+- f30 0 f1"/>
                      <a:gd name="f45" fmla="*/ f33 1 251"/>
                      <a:gd name="f46" fmla="*/ f34 1 100"/>
                      <a:gd name="f47" fmla="*/ f35 1 100"/>
                      <a:gd name="f48" fmla="*/ f36 1 251"/>
                      <a:gd name="f49" fmla="*/ f37 1 100"/>
                      <a:gd name="f50" fmla="*/ f38 1 251"/>
                      <a:gd name="f51" fmla="*/ f39 1 251"/>
                      <a:gd name="f52" fmla="*/ f40 1 251"/>
                      <a:gd name="f53" fmla="*/ f41 1 100"/>
                      <a:gd name="f54" fmla="*/ f42 1 251"/>
                      <a:gd name="f55" fmla="*/ f43 1 100"/>
                      <a:gd name="f56" fmla="*/ 0 1 f31"/>
                      <a:gd name="f57" fmla="*/ f25 1 f31"/>
                      <a:gd name="f58" fmla="*/ 0 1 f32"/>
                      <a:gd name="f59" fmla="*/ f26 1 f32"/>
                      <a:gd name="f60" fmla="*/ f45 1 f31"/>
                      <a:gd name="f61" fmla="*/ f46 1 f32"/>
                      <a:gd name="f62" fmla="*/ f47 1 f32"/>
                      <a:gd name="f63" fmla="*/ f48 1 f31"/>
                      <a:gd name="f64" fmla="*/ f49 1 f32"/>
                      <a:gd name="f65" fmla="*/ f50 1 f31"/>
                      <a:gd name="f66" fmla="*/ f51 1 f31"/>
                      <a:gd name="f67" fmla="*/ f52 1 f31"/>
                      <a:gd name="f68" fmla="*/ f53 1 f32"/>
                      <a:gd name="f69" fmla="*/ f54 1 f31"/>
                      <a:gd name="f70" fmla="*/ f55 1 f32"/>
                      <a:gd name="f71" fmla="*/ f56 f22 1"/>
                      <a:gd name="f72" fmla="*/ f57 f22 1"/>
                      <a:gd name="f73" fmla="*/ f59 f23 1"/>
                      <a:gd name="f74" fmla="*/ f58 f23 1"/>
                      <a:gd name="f75" fmla="*/ f60 f22 1"/>
                      <a:gd name="f76" fmla="*/ f61 f23 1"/>
                      <a:gd name="f77" fmla="*/ f62 f23 1"/>
                      <a:gd name="f78" fmla="*/ f63 f22 1"/>
                      <a:gd name="f79" fmla="*/ f64 f23 1"/>
                      <a:gd name="f80" fmla="*/ f65 f22 1"/>
                      <a:gd name="f81" fmla="*/ f66 f22 1"/>
                      <a:gd name="f82" fmla="*/ f67 f22 1"/>
                      <a:gd name="f83" fmla="*/ f68 f23 1"/>
                      <a:gd name="f84" fmla="*/ f69 f22 1"/>
                      <a:gd name="f85" fmla="*/ f70 f23 1"/>
                    </a:gdLst>
                    <a:ahLst/>
                    <a:cxnLst>
                      <a:cxn ang="3cd4">
                        <a:pos x="hc" y="t"/>
                      </a:cxn>
                      <a:cxn ang="0">
                        <a:pos x="r" y="vc"/>
                      </a:cxn>
                      <a:cxn ang="cd4">
                        <a:pos x="hc" y="b"/>
                      </a:cxn>
                      <a:cxn ang="cd2">
                        <a:pos x="l" y="vc"/>
                      </a:cxn>
                      <a:cxn ang="f44">
                        <a:pos x="f75" y="f76"/>
                      </a:cxn>
                      <a:cxn ang="f44">
                        <a:pos x="f75" y="f77"/>
                      </a:cxn>
                      <a:cxn ang="f44">
                        <a:pos x="f78" y="f79"/>
                      </a:cxn>
                      <a:cxn ang="f44">
                        <a:pos x="f80" y="f79"/>
                      </a:cxn>
                      <a:cxn ang="f44">
                        <a:pos x="f81" y="f77"/>
                      </a:cxn>
                      <a:cxn ang="f44">
                        <a:pos x="f82" y="f83"/>
                      </a:cxn>
                      <a:cxn ang="f44">
                        <a:pos x="f84" y="f83"/>
                      </a:cxn>
                      <a:cxn ang="f44">
                        <a:pos x="f75" y="f85"/>
                      </a:cxn>
                      <a:cxn ang="f44">
                        <a:pos x="f75" y="f85"/>
                      </a:cxn>
                      <a:cxn ang="f44">
                        <a:pos x="f75" y="f76"/>
                      </a:cxn>
                    </a:cxnLst>
                    <a:rect l="f71" t="f74" r="f72" b="f73"/>
                    <a:pathLst>
                      <a:path w="251" h="100">
                        <a:moveTo>
                          <a:pt x="f8" y="f9"/>
                        </a:moveTo>
                        <a:cubicBezTo>
                          <a:pt x="f8" y="f9"/>
                          <a:pt x="f8" y="f10"/>
                          <a:pt x="f8" y="f10"/>
                        </a:cubicBezTo>
                        <a:cubicBezTo>
                          <a:pt x="f6" y="f5"/>
                          <a:pt x="f6" y="f5"/>
                          <a:pt x="f6" y="f5"/>
                        </a:cubicBezTo>
                        <a:cubicBezTo>
                          <a:pt x="f5" y="f5"/>
                          <a:pt x="f5" y="f5"/>
                          <a:pt x="f5" y="f5"/>
                        </a:cubicBezTo>
                        <a:cubicBezTo>
                          <a:pt x="f11" y="f10"/>
                          <a:pt x="f11" y="f10"/>
                          <a:pt x="f11" y="f10"/>
                        </a:cubicBezTo>
                        <a:cubicBezTo>
                          <a:pt x="f12" y="f13"/>
                          <a:pt x="f14" y="f7"/>
                          <a:pt x="f15" y="f7"/>
                        </a:cubicBezTo>
                        <a:cubicBezTo>
                          <a:pt x="f16" y="f7"/>
                          <a:pt x="f16" y="f7"/>
                          <a:pt x="f16" y="f7"/>
                        </a:cubicBezTo>
                        <a:cubicBezTo>
                          <a:pt x="f17" y="f7"/>
                          <a:pt x="f18" y="f19"/>
                          <a:pt x="f8" y="f20"/>
                        </a:cubicBezTo>
                        <a:cubicBezTo>
                          <a:pt x="f8" y="f20"/>
                          <a:pt x="f8" y="f20"/>
                          <a:pt x="f8" y="f20"/>
                        </a:cubicBezTo>
                        <a:lnTo>
                          <a:pt x="f8" y="f9"/>
                        </a:lnTo>
                        <a:close/>
                      </a:path>
                    </a:pathLst>
                  </a:custGeom>
                  <a:gradFill>
                    <a:gsLst>
                      <a:gs pos="0">
                        <a:srgbClr val="9D9FA1"/>
                      </a:gs>
                      <a:gs pos="100000">
                        <a:srgbClr val="211F26"/>
                      </a:gs>
                    </a:gsLst>
                    <a:lin ang="2700000"/>
                  </a:gradFill>
                  <a:ln>
                    <a:noFill/>
                    <a:prstDash val="solid"/>
                  </a:ln>
                </p:spPr>
                <p:txBody>
                  <a:bodyPr vert="horz" wrap="square" lIns="91440" tIns="45720" rIns="91440" bIns="45720" anchor="t"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300" b="0" i="0" u="none" strike="noStrike" kern="0" cap="none" spc="0" baseline="0">
                      <a:solidFill>
                        <a:srgbClr val="211F26"/>
                      </a:solidFill>
                      <a:uFillTx/>
                      <a:latin typeface="Arial"/>
                    </a:endParaRPr>
                  </a:p>
                </p:txBody>
              </p:sp>
              <p:sp>
                <p:nvSpPr>
                  <p:cNvPr id="46" name="Freeform 14">
                    <a:extLst>
                      <a:ext uri="{FF2B5EF4-FFF2-40B4-BE49-F238E27FC236}">
                        <a16:creationId xmlns:a16="http://schemas.microsoft.com/office/drawing/2014/main" id="{05ADA4DC-0C58-DF22-7157-9EAF5B11EEF6}"/>
                      </a:ext>
                    </a:extLst>
                  </p:cNvPr>
                  <p:cNvSpPr/>
                  <p:nvPr/>
                </p:nvSpPr>
                <p:spPr>
                  <a:xfrm>
                    <a:off x="-715847" y="5938003"/>
                    <a:ext cx="169776" cy="208126"/>
                  </a:xfrm>
                  <a:custGeom>
                    <a:avLst/>
                    <a:gdLst>
                      <a:gd name="f0" fmla="val 10800000"/>
                      <a:gd name="f1" fmla="val 5400000"/>
                      <a:gd name="f2" fmla="val 180"/>
                      <a:gd name="f3" fmla="val w"/>
                      <a:gd name="f4" fmla="val h"/>
                      <a:gd name="f5" fmla="val 0"/>
                      <a:gd name="f6" fmla="val 702"/>
                      <a:gd name="f7" fmla="val 860"/>
                      <a:gd name="f8" fmla="val 351"/>
                      <a:gd name="f9" fmla="val 157"/>
                      <a:gd name="f10" fmla="val 463"/>
                      <a:gd name="f11" fmla="val 52"/>
                      <a:gd name="f12" fmla="val 562"/>
                      <a:gd name="f13" fmla="val 134"/>
                      <a:gd name="f14" fmla="val 627"/>
                      <a:gd name="f15" fmla="val 165"/>
                      <a:gd name="f16" fmla="val 718"/>
                      <a:gd name="f17" fmla="val 266"/>
                      <a:gd name="f18" fmla="val 434"/>
                      <a:gd name="f19" fmla="val 419"/>
                      <a:gd name="f20" fmla="val 760"/>
                      <a:gd name="f21" fmla="val 284"/>
                      <a:gd name="f22" fmla="val 179"/>
                      <a:gd name="f23" fmla="val 212"/>
                      <a:gd name="f24" fmla="val 216"/>
                      <a:gd name="f25" fmla="val 488"/>
                      <a:gd name="f26" fmla="val 491"/>
                      <a:gd name="f27" fmla="val 570"/>
                      <a:gd name="f28" fmla="val 625"/>
                      <a:gd name="f29" fmla="val 651"/>
                      <a:gd name="f30" fmla="val 560"/>
                      <a:gd name="f31" fmla="val 461"/>
                      <a:gd name="f32" fmla="val 545"/>
                      <a:gd name="f33" fmla="val 587"/>
                      <a:gd name="f34" fmla="val 438"/>
                      <a:gd name="f35" fmla="val 568"/>
                      <a:gd name="f36" fmla="val 490"/>
                      <a:gd name="f37" fmla="val 531"/>
                      <a:gd name="f38" fmla="val 534"/>
                      <a:gd name="f39" fmla="val 485"/>
                      <a:gd name="f40" fmla="val 563"/>
                      <a:gd name="f41" fmla="val 454"/>
                      <a:gd name="f42" fmla="val 658"/>
                      <a:gd name="f43" fmla="val 250"/>
                      <a:gd name="f44" fmla="val 219"/>
                      <a:gd name="f45" fmla="val 565"/>
                      <a:gd name="f46" fmla="val 172"/>
                      <a:gd name="f47" fmla="val 536"/>
                      <a:gd name="f48" fmla="val 135"/>
                      <a:gd name="f49" fmla="val 115"/>
                      <a:gd name="f50" fmla="val 439"/>
                      <a:gd name="f51" fmla="val 105"/>
                      <a:gd name="f52" fmla="val 411"/>
                      <a:gd name="f53" fmla="val 99"/>
                      <a:gd name="f54" fmla="val 382"/>
                      <a:gd name="f55" fmla="val 603"/>
                      <a:gd name="f56" fmla="val 381"/>
                      <a:gd name="f57" fmla="val 597"/>
                      <a:gd name="f58" fmla="+- 0 0 -90"/>
                      <a:gd name="f59" fmla="*/ f3 1 702"/>
                      <a:gd name="f60" fmla="*/ f4 1 860"/>
                      <a:gd name="f61" fmla="val f5"/>
                      <a:gd name="f62" fmla="val f6"/>
                      <a:gd name="f63" fmla="val f7"/>
                      <a:gd name="f64" fmla="*/ f58 f0 1"/>
                      <a:gd name="f65" fmla="+- f63 0 f61"/>
                      <a:gd name="f66" fmla="+- f62 0 f61"/>
                      <a:gd name="f67" fmla="*/ f64 1 f2"/>
                      <a:gd name="f68" fmla="*/ f66 1 702"/>
                      <a:gd name="f69" fmla="*/ f65 1 860"/>
                      <a:gd name="f70" fmla="*/ 351 f66 1"/>
                      <a:gd name="f71" fmla="*/ 0 f65 1"/>
                      <a:gd name="f72" fmla="*/ 0 f66 1"/>
                      <a:gd name="f73" fmla="*/ 351 f65 1"/>
                      <a:gd name="f74" fmla="*/ 134 f66 1"/>
                      <a:gd name="f75" fmla="*/ 627 f65 1"/>
                      <a:gd name="f76" fmla="*/ 165 f66 1"/>
                      <a:gd name="f77" fmla="*/ 718 f65 1"/>
                      <a:gd name="f78" fmla="*/ 266 f66 1"/>
                      <a:gd name="f79" fmla="*/ 434 f66 1"/>
                      <a:gd name="f80" fmla="*/ 419 f66 1"/>
                      <a:gd name="f81" fmla="*/ 760 f65 1"/>
                      <a:gd name="f82" fmla="*/ 284 f66 1"/>
                      <a:gd name="f83" fmla="*/ 179 f66 1"/>
                      <a:gd name="f84" fmla="*/ 212 f66 1"/>
                      <a:gd name="f85" fmla="*/ 860 f65 1"/>
                      <a:gd name="f86" fmla="*/ 216 f66 1"/>
                      <a:gd name="f87" fmla="*/ 488 f66 1"/>
                      <a:gd name="f88" fmla="*/ 491 f66 1"/>
                      <a:gd name="f89" fmla="*/ 570 f66 1"/>
                      <a:gd name="f90" fmla="*/ 625 f65 1"/>
                      <a:gd name="f91" fmla="*/ 702 f66 1"/>
                      <a:gd name="f92" fmla="*/ 587 f66 1"/>
                      <a:gd name="f93" fmla="*/ 438 f65 1"/>
                      <a:gd name="f94" fmla="*/ 485 f66 1"/>
                      <a:gd name="f95" fmla="*/ 563 f65 1"/>
                      <a:gd name="f96" fmla="*/ 454 f66 1"/>
                      <a:gd name="f97" fmla="*/ 658 f65 1"/>
                      <a:gd name="f98" fmla="*/ 250 f66 1"/>
                      <a:gd name="f99" fmla="*/ 219 f66 1"/>
                      <a:gd name="f100" fmla="*/ 565 f65 1"/>
                      <a:gd name="f101" fmla="*/ 115 f66 1"/>
                      <a:gd name="f102" fmla="*/ 439 f65 1"/>
                      <a:gd name="f103" fmla="*/ 99 f66 1"/>
                      <a:gd name="f104" fmla="*/ 99 f65 1"/>
                      <a:gd name="f105" fmla="*/ 603 f66 1"/>
                      <a:gd name="f106" fmla="+- f67 0 f1"/>
                      <a:gd name="f107" fmla="*/ f70 1 702"/>
                      <a:gd name="f108" fmla="*/ f71 1 860"/>
                      <a:gd name="f109" fmla="*/ f72 1 702"/>
                      <a:gd name="f110" fmla="*/ f73 1 860"/>
                      <a:gd name="f111" fmla="*/ f74 1 702"/>
                      <a:gd name="f112" fmla="*/ f75 1 860"/>
                      <a:gd name="f113" fmla="*/ f76 1 702"/>
                      <a:gd name="f114" fmla="*/ f77 1 860"/>
                      <a:gd name="f115" fmla="*/ f78 1 702"/>
                      <a:gd name="f116" fmla="*/ f79 1 702"/>
                      <a:gd name="f117" fmla="*/ f80 1 702"/>
                      <a:gd name="f118" fmla="*/ f81 1 860"/>
                      <a:gd name="f119" fmla="*/ f82 1 702"/>
                      <a:gd name="f120" fmla="*/ f83 1 702"/>
                      <a:gd name="f121" fmla="*/ f84 1 702"/>
                      <a:gd name="f122" fmla="*/ f85 1 860"/>
                      <a:gd name="f123" fmla="*/ f86 1 702"/>
                      <a:gd name="f124" fmla="*/ f87 1 702"/>
                      <a:gd name="f125" fmla="*/ f88 1 702"/>
                      <a:gd name="f126" fmla="*/ f89 1 702"/>
                      <a:gd name="f127" fmla="*/ f90 1 860"/>
                      <a:gd name="f128" fmla="*/ f91 1 702"/>
                      <a:gd name="f129" fmla="*/ f92 1 702"/>
                      <a:gd name="f130" fmla="*/ f93 1 860"/>
                      <a:gd name="f131" fmla="*/ f94 1 702"/>
                      <a:gd name="f132" fmla="*/ f95 1 860"/>
                      <a:gd name="f133" fmla="*/ f96 1 702"/>
                      <a:gd name="f134" fmla="*/ f97 1 860"/>
                      <a:gd name="f135" fmla="*/ f98 1 702"/>
                      <a:gd name="f136" fmla="*/ f99 1 702"/>
                      <a:gd name="f137" fmla="*/ f100 1 860"/>
                      <a:gd name="f138" fmla="*/ f101 1 702"/>
                      <a:gd name="f139" fmla="*/ f102 1 860"/>
                      <a:gd name="f140" fmla="*/ f103 1 702"/>
                      <a:gd name="f141" fmla="*/ f104 1 860"/>
                      <a:gd name="f142" fmla="*/ f105 1 702"/>
                      <a:gd name="f143" fmla="*/ 0 1 f68"/>
                      <a:gd name="f144" fmla="*/ f62 1 f68"/>
                      <a:gd name="f145" fmla="*/ 0 1 f69"/>
                      <a:gd name="f146" fmla="*/ f63 1 f69"/>
                      <a:gd name="f147" fmla="*/ f107 1 f68"/>
                      <a:gd name="f148" fmla="*/ f108 1 f69"/>
                      <a:gd name="f149" fmla="*/ f109 1 f68"/>
                      <a:gd name="f150" fmla="*/ f110 1 f69"/>
                      <a:gd name="f151" fmla="*/ f111 1 f68"/>
                      <a:gd name="f152" fmla="*/ f112 1 f69"/>
                      <a:gd name="f153" fmla="*/ f113 1 f68"/>
                      <a:gd name="f154" fmla="*/ f114 1 f69"/>
                      <a:gd name="f155" fmla="*/ f115 1 f68"/>
                      <a:gd name="f156" fmla="*/ f116 1 f68"/>
                      <a:gd name="f157" fmla="*/ f117 1 f68"/>
                      <a:gd name="f158" fmla="*/ f118 1 f69"/>
                      <a:gd name="f159" fmla="*/ f119 1 f68"/>
                      <a:gd name="f160" fmla="*/ f120 1 f68"/>
                      <a:gd name="f161" fmla="*/ f121 1 f68"/>
                      <a:gd name="f162" fmla="*/ f122 1 f69"/>
                      <a:gd name="f163" fmla="*/ f123 1 f68"/>
                      <a:gd name="f164" fmla="*/ f124 1 f68"/>
                      <a:gd name="f165" fmla="*/ f125 1 f68"/>
                      <a:gd name="f166" fmla="*/ f126 1 f68"/>
                      <a:gd name="f167" fmla="*/ f127 1 f69"/>
                      <a:gd name="f168" fmla="*/ f128 1 f68"/>
                      <a:gd name="f169" fmla="*/ f129 1 f68"/>
                      <a:gd name="f170" fmla="*/ f130 1 f69"/>
                      <a:gd name="f171" fmla="*/ f131 1 f68"/>
                      <a:gd name="f172" fmla="*/ f132 1 f69"/>
                      <a:gd name="f173" fmla="*/ f133 1 f68"/>
                      <a:gd name="f174" fmla="*/ f134 1 f69"/>
                      <a:gd name="f175" fmla="*/ f135 1 f68"/>
                      <a:gd name="f176" fmla="*/ f136 1 f68"/>
                      <a:gd name="f177" fmla="*/ f137 1 f69"/>
                      <a:gd name="f178" fmla="*/ f138 1 f68"/>
                      <a:gd name="f179" fmla="*/ f139 1 f69"/>
                      <a:gd name="f180" fmla="*/ f140 1 f68"/>
                      <a:gd name="f181" fmla="*/ f141 1 f69"/>
                      <a:gd name="f182" fmla="*/ f142 1 f68"/>
                      <a:gd name="f183" fmla="*/ f143 f59 1"/>
                      <a:gd name="f184" fmla="*/ f144 f59 1"/>
                      <a:gd name="f185" fmla="*/ f146 f60 1"/>
                      <a:gd name="f186" fmla="*/ f145 f60 1"/>
                      <a:gd name="f187" fmla="*/ f147 f59 1"/>
                      <a:gd name="f188" fmla="*/ f148 f60 1"/>
                      <a:gd name="f189" fmla="*/ f149 f59 1"/>
                      <a:gd name="f190" fmla="*/ f150 f60 1"/>
                      <a:gd name="f191" fmla="*/ f151 f59 1"/>
                      <a:gd name="f192" fmla="*/ f152 f60 1"/>
                      <a:gd name="f193" fmla="*/ f153 f59 1"/>
                      <a:gd name="f194" fmla="*/ f154 f60 1"/>
                      <a:gd name="f195" fmla="*/ f155 f59 1"/>
                      <a:gd name="f196" fmla="*/ f156 f59 1"/>
                      <a:gd name="f197" fmla="*/ f157 f59 1"/>
                      <a:gd name="f198" fmla="*/ f158 f60 1"/>
                      <a:gd name="f199" fmla="*/ f159 f59 1"/>
                      <a:gd name="f200" fmla="*/ f160 f59 1"/>
                      <a:gd name="f201" fmla="*/ f161 f59 1"/>
                      <a:gd name="f202" fmla="*/ f162 f60 1"/>
                      <a:gd name="f203" fmla="*/ f163 f59 1"/>
                      <a:gd name="f204" fmla="*/ f164 f59 1"/>
                      <a:gd name="f205" fmla="*/ f165 f59 1"/>
                      <a:gd name="f206" fmla="*/ f166 f59 1"/>
                      <a:gd name="f207" fmla="*/ f167 f60 1"/>
                      <a:gd name="f208" fmla="*/ f168 f59 1"/>
                      <a:gd name="f209" fmla="*/ f169 f59 1"/>
                      <a:gd name="f210" fmla="*/ f170 f60 1"/>
                      <a:gd name="f211" fmla="*/ f171 f59 1"/>
                      <a:gd name="f212" fmla="*/ f172 f60 1"/>
                      <a:gd name="f213" fmla="*/ f173 f59 1"/>
                      <a:gd name="f214" fmla="*/ f174 f60 1"/>
                      <a:gd name="f215" fmla="*/ f175 f59 1"/>
                      <a:gd name="f216" fmla="*/ f176 f59 1"/>
                      <a:gd name="f217" fmla="*/ f177 f60 1"/>
                      <a:gd name="f218" fmla="*/ f178 f59 1"/>
                      <a:gd name="f219" fmla="*/ f179 f60 1"/>
                      <a:gd name="f220" fmla="*/ f180 f59 1"/>
                      <a:gd name="f221" fmla="*/ f181 f60 1"/>
                      <a:gd name="f222" fmla="*/ f182 f59 1"/>
                    </a:gdLst>
                    <a:ahLst/>
                    <a:cxnLst>
                      <a:cxn ang="3cd4">
                        <a:pos x="hc" y="t"/>
                      </a:cxn>
                      <a:cxn ang="0">
                        <a:pos x="r" y="vc"/>
                      </a:cxn>
                      <a:cxn ang="cd4">
                        <a:pos x="hc" y="b"/>
                      </a:cxn>
                      <a:cxn ang="cd2">
                        <a:pos x="l" y="vc"/>
                      </a:cxn>
                      <a:cxn ang="f106">
                        <a:pos x="f187" y="f188"/>
                      </a:cxn>
                      <a:cxn ang="f106">
                        <a:pos x="f189" y="f190"/>
                      </a:cxn>
                      <a:cxn ang="f106">
                        <a:pos x="f191" y="f192"/>
                      </a:cxn>
                      <a:cxn ang="f106">
                        <a:pos x="f193" y="f194"/>
                      </a:cxn>
                      <a:cxn ang="f106">
                        <a:pos x="f195" y="f194"/>
                      </a:cxn>
                      <a:cxn ang="f106">
                        <a:pos x="f195" y="f194"/>
                      </a:cxn>
                      <a:cxn ang="f106">
                        <a:pos x="f196" y="f194"/>
                      </a:cxn>
                      <a:cxn ang="f106">
                        <a:pos x="f197" y="f198"/>
                      </a:cxn>
                      <a:cxn ang="f106">
                        <a:pos x="f199" y="f198"/>
                      </a:cxn>
                      <a:cxn ang="f106">
                        <a:pos x="f199" y="f198"/>
                      </a:cxn>
                      <a:cxn ang="f106">
                        <a:pos x="f200" y="f198"/>
                      </a:cxn>
                      <a:cxn ang="f106">
                        <a:pos x="f201" y="f202"/>
                      </a:cxn>
                      <a:cxn ang="f106">
                        <a:pos x="f201" y="f202"/>
                      </a:cxn>
                      <a:cxn ang="f106">
                        <a:pos x="f203" y="f202"/>
                      </a:cxn>
                      <a:cxn ang="f106">
                        <a:pos x="f204" y="f202"/>
                      </a:cxn>
                      <a:cxn ang="f106">
                        <a:pos x="f205" y="f202"/>
                      </a:cxn>
                      <a:cxn ang="f106">
                        <a:pos x="f206" y="f207"/>
                      </a:cxn>
                      <a:cxn ang="f106">
                        <a:pos x="f208" y="f190"/>
                      </a:cxn>
                      <a:cxn ang="f106">
                        <a:pos x="f187" y="f188"/>
                      </a:cxn>
                      <a:cxn ang="f106">
                        <a:pos x="f209" y="f210"/>
                      </a:cxn>
                      <a:cxn ang="f106">
                        <a:pos x="f211" y="f212"/>
                      </a:cxn>
                      <a:cxn ang="f106">
                        <a:pos x="f213" y="f214"/>
                      </a:cxn>
                      <a:cxn ang="f106">
                        <a:pos x="f215" y="f214"/>
                      </a:cxn>
                      <a:cxn ang="f106">
                        <a:pos x="f216" y="f217"/>
                      </a:cxn>
                      <a:cxn ang="f106">
                        <a:pos x="f218" y="f219"/>
                      </a:cxn>
                      <a:cxn ang="f106">
                        <a:pos x="f220" y="f190"/>
                      </a:cxn>
                      <a:cxn ang="f106">
                        <a:pos x="f187" y="f221"/>
                      </a:cxn>
                      <a:cxn ang="f106">
                        <a:pos x="f222" y="f190"/>
                      </a:cxn>
                      <a:cxn ang="f106">
                        <a:pos x="f209" y="f210"/>
                      </a:cxn>
                    </a:cxnLst>
                    <a:rect l="f183" t="f186" r="f184" b="f185"/>
                    <a:pathLst>
                      <a:path w="702" h="860">
                        <a:moveTo>
                          <a:pt x="f8" y="f5"/>
                        </a:moveTo>
                        <a:cubicBezTo>
                          <a:pt x="f9" y="f5"/>
                          <a:pt x="f5" y="f9"/>
                          <a:pt x="f5" y="f8"/>
                        </a:cubicBezTo>
                        <a:cubicBezTo>
                          <a:pt x="f5" y="f10"/>
                          <a:pt x="f11" y="f12"/>
                          <a:pt x="f13" y="f14"/>
                        </a:cubicBezTo>
                        <a:cubicBezTo>
                          <a:pt x="f15" y="f16"/>
                          <a:pt x="f15" y="f16"/>
                          <a:pt x="f15" y="f16"/>
                        </a:cubicBezTo>
                        <a:cubicBezTo>
                          <a:pt x="f17" y="f16"/>
                          <a:pt x="f17" y="f16"/>
                          <a:pt x="f17" y="f16"/>
                        </a:cubicBezTo>
                        <a:cubicBezTo>
                          <a:pt x="f17" y="f16"/>
                          <a:pt x="f17" y="f16"/>
                          <a:pt x="f17" y="f16"/>
                        </a:cubicBezTo>
                        <a:cubicBezTo>
                          <a:pt x="f18" y="f16"/>
                          <a:pt x="f18" y="f16"/>
                          <a:pt x="f18" y="f16"/>
                        </a:cubicBezTo>
                        <a:cubicBezTo>
                          <a:pt x="f19" y="f20"/>
                          <a:pt x="f19" y="f20"/>
                          <a:pt x="f19" y="f20"/>
                        </a:cubicBezTo>
                        <a:cubicBezTo>
                          <a:pt x="f21" y="f20"/>
                          <a:pt x="f21" y="f20"/>
                          <a:pt x="f21" y="f20"/>
                        </a:cubicBezTo>
                        <a:cubicBezTo>
                          <a:pt x="f21" y="f20"/>
                          <a:pt x="f21" y="f20"/>
                          <a:pt x="f21" y="f20"/>
                        </a:cubicBezTo>
                        <a:cubicBezTo>
                          <a:pt x="f22" y="f20"/>
                          <a:pt x="f22" y="f20"/>
                          <a:pt x="f22" y="f20"/>
                        </a:cubicBezTo>
                        <a:cubicBezTo>
                          <a:pt x="f23" y="f7"/>
                          <a:pt x="f23" y="f7"/>
                          <a:pt x="f23" y="f7"/>
                        </a:cubicBezTo>
                        <a:cubicBezTo>
                          <a:pt x="f23" y="f7"/>
                          <a:pt x="f23" y="f7"/>
                          <a:pt x="f23" y="f7"/>
                        </a:cubicBezTo>
                        <a:cubicBezTo>
                          <a:pt x="f24" y="f7"/>
                          <a:pt x="f24" y="f7"/>
                          <a:pt x="f24" y="f7"/>
                        </a:cubicBezTo>
                        <a:cubicBezTo>
                          <a:pt x="f25" y="f7"/>
                          <a:pt x="f25" y="f7"/>
                          <a:pt x="f25" y="f7"/>
                        </a:cubicBezTo>
                        <a:cubicBezTo>
                          <a:pt x="f26" y="f7"/>
                          <a:pt x="f26" y="f7"/>
                          <a:pt x="f26" y="f7"/>
                        </a:cubicBezTo>
                        <a:cubicBezTo>
                          <a:pt x="f27" y="f28"/>
                          <a:pt x="f27" y="f28"/>
                          <a:pt x="f27" y="f28"/>
                        </a:cubicBezTo>
                        <a:cubicBezTo>
                          <a:pt x="f29" y="f30"/>
                          <a:pt x="f6" y="f31"/>
                          <a:pt x="f6" y="f8"/>
                        </a:cubicBezTo>
                        <a:cubicBezTo>
                          <a:pt x="f6" y="f9"/>
                          <a:pt x="f32" y="f5"/>
                          <a:pt x="f8" y="f5"/>
                        </a:cubicBezTo>
                        <a:close/>
                        <a:moveTo>
                          <a:pt x="f33" y="f34"/>
                        </a:moveTo>
                        <a:cubicBezTo>
                          <a:pt x="f35" y="f36"/>
                          <a:pt x="f37" y="f38"/>
                          <a:pt x="f39" y="f40"/>
                        </a:cubicBezTo>
                        <a:cubicBezTo>
                          <a:pt x="f41" y="f42"/>
                          <a:pt x="f41" y="f42"/>
                          <a:pt x="f41" y="f42"/>
                        </a:cubicBezTo>
                        <a:cubicBezTo>
                          <a:pt x="f43" y="f42"/>
                          <a:pt x="f43" y="f42"/>
                          <a:pt x="f43" y="f42"/>
                        </a:cubicBezTo>
                        <a:cubicBezTo>
                          <a:pt x="f44" y="f45"/>
                          <a:pt x="f44" y="f45"/>
                          <a:pt x="f44" y="f45"/>
                        </a:cubicBezTo>
                        <a:cubicBezTo>
                          <a:pt x="f46" y="f47"/>
                          <a:pt x="f48" y="f26"/>
                          <a:pt x="f49" y="f50"/>
                        </a:cubicBezTo>
                        <a:cubicBezTo>
                          <a:pt x="f51" y="f52"/>
                          <a:pt x="f53" y="f54"/>
                          <a:pt x="f53" y="f8"/>
                        </a:cubicBezTo>
                        <a:cubicBezTo>
                          <a:pt x="f53" y="f23"/>
                          <a:pt x="f23" y="f53"/>
                          <a:pt x="f8" y="f53"/>
                        </a:cubicBezTo>
                        <a:cubicBezTo>
                          <a:pt x="f36" y="f53"/>
                          <a:pt x="f55" y="f23"/>
                          <a:pt x="f55" y="f8"/>
                        </a:cubicBezTo>
                        <a:cubicBezTo>
                          <a:pt x="f55" y="f56"/>
                          <a:pt x="f57" y="f52"/>
                          <a:pt x="f33" y="f34"/>
                        </a:cubicBezTo>
                        <a:close/>
                      </a:path>
                    </a:pathLst>
                  </a:custGeom>
                  <a:gradFill>
                    <a:gsLst>
                      <a:gs pos="0">
                        <a:srgbClr val="9D9FA1"/>
                      </a:gs>
                      <a:gs pos="100000">
                        <a:srgbClr val="211F26"/>
                      </a:gs>
                    </a:gsLst>
                    <a:lin ang="2700000"/>
                  </a:gradFill>
                  <a:ln>
                    <a:noFill/>
                    <a:prstDash val="solid"/>
                  </a:ln>
                </p:spPr>
                <p:txBody>
                  <a:bodyPr vert="horz" wrap="square" lIns="91440" tIns="45720" rIns="91440" bIns="45720" anchor="t"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300" b="0" i="0" u="none" strike="noStrike" kern="0" cap="none" spc="0" baseline="0">
                      <a:solidFill>
                        <a:srgbClr val="211F26"/>
                      </a:solidFill>
                      <a:uFillTx/>
                      <a:latin typeface="Arial"/>
                    </a:endParaRPr>
                  </a:p>
                </p:txBody>
              </p:sp>
            </p:grpSp>
            <p:sp>
              <p:nvSpPr>
                <p:cNvPr id="47" name="Tekstvak 62">
                  <a:extLst>
                    <a:ext uri="{FF2B5EF4-FFF2-40B4-BE49-F238E27FC236}">
                      <a16:creationId xmlns:a16="http://schemas.microsoft.com/office/drawing/2014/main" id="{4CEE40B5-2CA1-50C3-6771-B5E5BBBA83DA}"/>
                    </a:ext>
                  </a:extLst>
                </p:cNvPr>
                <p:cNvSpPr txBox="1"/>
                <p:nvPr/>
              </p:nvSpPr>
              <p:spPr>
                <a:xfrm>
                  <a:off x="-938165" y="6192453"/>
                  <a:ext cx="627799" cy="322234"/>
                </a:xfrm>
                <a:prstGeom prst="rect">
                  <a:avLst/>
                </a:prstGeom>
                <a:noFill/>
                <a:ln>
                  <a:noFill/>
                </a:ln>
              </p:spPr>
              <p:txBody>
                <a:bodyPr vert="horz" wrap="square" lIns="0" tIns="0" rIns="0" bIns="0"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000" b="0" i="0" u="none" strike="noStrike" kern="0" cap="none" spc="0" baseline="0">
                      <a:solidFill>
                        <a:srgbClr val="211F26"/>
                      </a:solidFill>
                      <a:uFillTx/>
                      <a:latin typeface="Calibri" pitchFamily="34"/>
                      <a:cs typeface="Calibri" pitchFamily="34"/>
                    </a:rPr>
                    <a:t>Inspiration</a:t>
                  </a:r>
                </a:p>
              </p:txBody>
            </p:sp>
          </p:grpSp>
        </p:grpSp>
        <p:grpSp>
          <p:nvGrpSpPr>
            <p:cNvPr id="48" name="Groep 16">
              <a:extLst>
                <a:ext uri="{FF2B5EF4-FFF2-40B4-BE49-F238E27FC236}">
                  <a16:creationId xmlns:a16="http://schemas.microsoft.com/office/drawing/2014/main" id="{99AF9C70-E2AD-5A74-CCFC-D46CEABFB082}"/>
                </a:ext>
              </a:extLst>
            </p:cNvPr>
            <p:cNvGrpSpPr/>
            <p:nvPr/>
          </p:nvGrpSpPr>
          <p:grpSpPr>
            <a:xfrm>
              <a:off x="-3426805" y="5129582"/>
              <a:ext cx="514285" cy="506541"/>
              <a:chOff x="-3426805" y="5129582"/>
              <a:chExt cx="514285" cy="506541"/>
            </a:xfrm>
          </p:grpSpPr>
          <p:grpSp>
            <p:nvGrpSpPr>
              <p:cNvPr id="49" name="Groep 39">
                <a:extLst>
                  <a:ext uri="{FF2B5EF4-FFF2-40B4-BE49-F238E27FC236}">
                    <a16:creationId xmlns:a16="http://schemas.microsoft.com/office/drawing/2014/main" id="{653B6951-3FC0-ECD5-A4B5-F2674F017418}"/>
                  </a:ext>
                </a:extLst>
              </p:cNvPr>
              <p:cNvGrpSpPr/>
              <p:nvPr/>
            </p:nvGrpSpPr>
            <p:grpSpPr>
              <a:xfrm>
                <a:off x="-3321695" y="5129582"/>
                <a:ext cx="319089" cy="306324"/>
                <a:chOff x="-3321695" y="5129582"/>
                <a:chExt cx="319089" cy="306324"/>
              </a:xfrm>
            </p:grpSpPr>
            <p:grpSp>
              <p:nvGrpSpPr>
                <p:cNvPr id="50" name="Groep 45">
                  <a:extLst>
                    <a:ext uri="{FF2B5EF4-FFF2-40B4-BE49-F238E27FC236}">
                      <a16:creationId xmlns:a16="http://schemas.microsoft.com/office/drawing/2014/main" id="{ACB8F581-C1E8-EE95-7E1B-28C8443CD2EB}"/>
                    </a:ext>
                  </a:extLst>
                </p:cNvPr>
                <p:cNvGrpSpPr/>
                <p:nvPr/>
              </p:nvGrpSpPr>
              <p:grpSpPr>
                <a:xfrm>
                  <a:off x="-3321695" y="5129582"/>
                  <a:ext cx="282064" cy="270561"/>
                  <a:chOff x="-3321695" y="5129582"/>
                  <a:chExt cx="282064" cy="270561"/>
                </a:xfrm>
              </p:grpSpPr>
              <p:grpSp>
                <p:nvGrpSpPr>
                  <p:cNvPr id="51" name="Groep 52">
                    <a:extLst>
                      <a:ext uri="{FF2B5EF4-FFF2-40B4-BE49-F238E27FC236}">
                        <a16:creationId xmlns:a16="http://schemas.microsoft.com/office/drawing/2014/main" id="{678331D6-25FF-DD91-350E-D116FCAF3A59}"/>
                      </a:ext>
                    </a:extLst>
                  </p:cNvPr>
                  <p:cNvGrpSpPr/>
                  <p:nvPr/>
                </p:nvGrpSpPr>
                <p:grpSpPr>
                  <a:xfrm>
                    <a:off x="-3321695" y="5129582"/>
                    <a:ext cx="282064" cy="270561"/>
                    <a:chOff x="-3321695" y="5129582"/>
                    <a:chExt cx="282064" cy="270561"/>
                  </a:xfrm>
                </p:grpSpPr>
                <p:sp>
                  <p:nvSpPr>
                    <p:cNvPr id="52" name="Rechthoek 55">
                      <a:extLst>
                        <a:ext uri="{FF2B5EF4-FFF2-40B4-BE49-F238E27FC236}">
                          <a16:creationId xmlns:a16="http://schemas.microsoft.com/office/drawing/2014/main" id="{4D2DD873-FE83-9477-2931-372CB7256B75}"/>
                        </a:ext>
                      </a:extLst>
                    </p:cNvPr>
                    <p:cNvSpPr/>
                    <p:nvPr/>
                  </p:nvSpPr>
                  <p:spPr>
                    <a:xfrm>
                      <a:off x="-3321695" y="5129582"/>
                      <a:ext cx="282064" cy="270561"/>
                    </a:xfrm>
                    <a:prstGeom prst="rect">
                      <a:avLst/>
                    </a:prstGeom>
                    <a:noFill/>
                    <a:ln w="12701" cap="flat">
                      <a:solidFill>
                        <a:srgbClr val="818181"/>
                      </a:solidFill>
                      <a:custDash>
                        <a:ds d="300000" sp="300000"/>
                      </a:custDash>
                      <a:miter/>
                    </a:ln>
                  </p:spPr>
                  <p:txBody>
                    <a:bodyPr vert="horz" wrap="square" lIns="107999"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800" b="0" i="0" u="none" strike="noStrike" kern="1200" cap="none" spc="0" baseline="0">
                        <a:solidFill>
                          <a:srgbClr val="211F26"/>
                        </a:solidFill>
                        <a:uFillTx/>
                        <a:latin typeface="Calibri" pitchFamily="34"/>
                        <a:cs typeface="Calibri" pitchFamily="34"/>
                      </a:endParaRPr>
                    </a:p>
                  </p:txBody>
                </p:sp>
                <p:sp>
                  <p:nvSpPr>
                    <p:cNvPr id="53" name="Rechthoek 56">
                      <a:extLst>
                        <a:ext uri="{FF2B5EF4-FFF2-40B4-BE49-F238E27FC236}">
                          <a16:creationId xmlns:a16="http://schemas.microsoft.com/office/drawing/2014/main" id="{3F773F0E-B389-5364-EB00-86260107E903}"/>
                        </a:ext>
                      </a:extLst>
                    </p:cNvPr>
                    <p:cNvSpPr/>
                    <p:nvPr/>
                  </p:nvSpPr>
                  <p:spPr>
                    <a:xfrm>
                      <a:off x="-3321695" y="5129582"/>
                      <a:ext cx="166237" cy="163814"/>
                    </a:xfrm>
                    <a:prstGeom prst="rect">
                      <a:avLst/>
                    </a:prstGeom>
                    <a:solidFill>
                      <a:srgbClr val="FFFFFF"/>
                    </a:solidFill>
                    <a:ln w="12701" cap="flat">
                      <a:solidFill>
                        <a:srgbClr val="818181"/>
                      </a:solidFill>
                      <a:prstDash val="solid"/>
                      <a:miter/>
                    </a:ln>
                  </p:spPr>
                  <p:txBody>
                    <a:bodyPr vert="horz" wrap="square" lIns="107999"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800" b="0" i="0" u="none" strike="noStrike" kern="1200" cap="none" spc="0" baseline="0">
                        <a:solidFill>
                          <a:srgbClr val="211F26"/>
                        </a:solidFill>
                        <a:uFillTx/>
                        <a:latin typeface="Calibri" pitchFamily="34"/>
                        <a:cs typeface="Calibri" pitchFamily="34"/>
                      </a:endParaRPr>
                    </a:p>
                  </p:txBody>
                </p:sp>
                <p:sp>
                  <p:nvSpPr>
                    <p:cNvPr id="54" name="Ovaal 57">
                      <a:extLst>
                        <a:ext uri="{FF2B5EF4-FFF2-40B4-BE49-F238E27FC236}">
                          <a16:creationId xmlns:a16="http://schemas.microsoft.com/office/drawing/2014/main" id="{41BE8F55-BEF0-4B42-DD41-C8AA1DB1628F}"/>
                        </a:ext>
                      </a:extLst>
                    </p:cNvPr>
                    <p:cNvSpPr/>
                    <p:nvPr/>
                  </p:nvSpPr>
                  <p:spPr>
                    <a:xfrm>
                      <a:off x="-3220425" y="5150275"/>
                      <a:ext cx="45866" cy="45866"/>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ECC679"/>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pic>
                <p:nvPicPr>
                  <p:cNvPr id="55" name="Afbeelding 53">
                    <a:extLst>
                      <a:ext uri="{FF2B5EF4-FFF2-40B4-BE49-F238E27FC236}">
                        <a16:creationId xmlns:a16="http://schemas.microsoft.com/office/drawing/2014/main" id="{EC6B7AAC-612A-7643-5F7B-20B5A1440A99}"/>
                      </a:ext>
                    </a:extLst>
                  </p:cNvPr>
                  <p:cNvPicPr>
                    <a:picLocks noChangeAspect="1"/>
                  </p:cNvPicPr>
                  <p:nvPr/>
                </p:nvPicPr>
                <p:blipFill>
                  <a:blip r:embed="rId6"/>
                  <a:stretch>
                    <a:fillRect/>
                  </a:stretch>
                </p:blipFill>
                <p:spPr>
                  <a:xfrm>
                    <a:off x="-3313822" y="5196224"/>
                    <a:ext cx="110157" cy="89099"/>
                  </a:xfrm>
                  <a:prstGeom prst="rect">
                    <a:avLst/>
                  </a:prstGeom>
                  <a:noFill/>
                  <a:ln>
                    <a:noFill/>
                  </a:ln>
                </p:spPr>
              </p:pic>
              <p:pic>
                <p:nvPicPr>
                  <p:cNvPr id="56" name="Afbeelding 54">
                    <a:extLst>
                      <a:ext uri="{FF2B5EF4-FFF2-40B4-BE49-F238E27FC236}">
                        <a16:creationId xmlns:a16="http://schemas.microsoft.com/office/drawing/2014/main" id="{14C5568B-68A3-C86B-07B2-24FA7F92BE1B}"/>
                      </a:ext>
                    </a:extLst>
                  </p:cNvPr>
                  <p:cNvPicPr>
                    <a:picLocks noChangeAspect="1"/>
                  </p:cNvPicPr>
                  <p:nvPr/>
                </p:nvPicPr>
                <p:blipFill>
                  <a:blip r:embed="rId6"/>
                  <a:stretch>
                    <a:fillRect/>
                  </a:stretch>
                </p:blipFill>
                <p:spPr>
                  <a:xfrm flipH="1">
                    <a:off x="-3270424" y="5211650"/>
                    <a:ext cx="110157" cy="70801"/>
                  </a:xfrm>
                  <a:prstGeom prst="rect">
                    <a:avLst/>
                  </a:prstGeom>
                  <a:noFill/>
                  <a:ln>
                    <a:noFill/>
                  </a:ln>
                </p:spPr>
              </p:pic>
            </p:grpSp>
            <p:grpSp>
              <p:nvGrpSpPr>
                <p:cNvPr id="57" name="Groep 46">
                  <a:extLst>
                    <a:ext uri="{FF2B5EF4-FFF2-40B4-BE49-F238E27FC236}">
                      <a16:creationId xmlns:a16="http://schemas.microsoft.com/office/drawing/2014/main" id="{A7FD318A-F1C0-9400-D81F-22F8E6A198D5}"/>
                    </a:ext>
                  </a:extLst>
                </p:cNvPr>
                <p:cNvGrpSpPr/>
                <p:nvPr/>
              </p:nvGrpSpPr>
              <p:grpSpPr>
                <a:xfrm>
                  <a:off x="-3102203" y="5335871"/>
                  <a:ext cx="99597" cy="100035"/>
                  <a:chOff x="-3102203" y="5335871"/>
                  <a:chExt cx="99597" cy="100035"/>
                </a:xfrm>
              </p:grpSpPr>
              <p:sp>
                <p:nvSpPr>
                  <p:cNvPr id="58" name="Rechthoek 50">
                    <a:extLst>
                      <a:ext uri="{FF2B5EF4-FFF2-40B4-BE49-F238E27FC236}">
                        <a16:creationId xmlns:a16="http://schemas.microsoft.com/office/drawing/2014/main" id="{E663DFD8-2B26-705B-53C2-FECBDC00E084}"/>
                      </a:ext>
                    </a:extLst>
                  </p:cNvPr>
                  <p:cNvSpPr/>
                  <p:nvPr/>
                </p:nvSpPr>
                <p:spPr>
                  <a:xfrm>
                    <a:off x="-3102202" y="5335871"/>
                    <a:ext cx="99596" cy="19385"/>
                  </a:xfrm>
                  <a:prstGeom prst="rect">
                    <a:avLst/>
                  </a:prstGeom>
                  <a:solidFill>
                    <a:srgbClr val="81818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59" name="Rechthoek 51">
                    <a:extLst>
                      <a:ext uri="{FF2B5EF4-FFF2-40B4-BE49-F238E27FC236}">
                        <a16:creationId xmlns:a16="http://schemas.microsoft.com/office/drawing/2014/main" id="{240444DA-86D9-A87D-6D4D-A70736F02A21}"/>
                      </a:ext>
                    </a:extLst>
                  </p:cNvPr>
                  <p:cNvSpPr/>
                  <p:nvPr/>
                </p:nvSpPr>
                <p:spPr>
                  <a:xfrm rot="5400013">
                    <a:off x="-3142308" y="5376415"/>
                    <a:ext cx="99596" cy="19385"/>
                  </a:xfrm>
                  <a:prstGeom prst="rect">
                    <a:avLst/>
                  </a:prstGeom>
                  <a:solidFill>
                    <a:srgbClr val="81818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grpSp>
              <p:nvGrpSpPr>
                <p:cNvPr id="60" name="Groep 47">
                  <a:extLst>
                    <a:ext uri="{FF2B5EF4-FFF2-40B4-BE49-F238E27FC236}">
                      <a16:creationId xmlns:a16="http://schemas.microsoft.com/office/drawing/2014/main" id="{1E007128-AC47-24AA-E71C-B880234EDA97}"/>
                    </a:ext>
                  </a:extLst>
                </p:cNvPr>
                <p:cNvGrpSpPr/>
                <p:nvPr/>
              </p:nvGrpSpPr>
              <p:grpSpPr>
                <a:xfrm>
                  <a:off x="-3130969" y="5308806"/>
                  <a:ext cx="99597" cy="100024"/>
                  <a:chOff x="-3130969" y="5308806"/>
                  <a:chExt cx="99597" cy="100024"/>
                </a:xfrm>
              </p:grpSpPr>
              <p:sp>
                <p:nvSpPr>
                  <p:cNvPr id="61" name="Rechthoek 48">
                    <a:extLst>
                      <a:ext uri="{FF2B5EF4-FFF2-40B4-BE49-F238E27FC236}">
                        <a16:creationId xmlns:a16="http://schemas.microsoft.com/office/drawing/2014/main" id="{7B53E7D6-136B-CB37-A061-7EBB7ADAFC66}"/>
                      </a:ext>
                    </a:extLst>
                  </p:cNvPr>
                  <p:cNvSpPr/>
                  <p:nvPr/>
                </p:nvSpPr>
                <p:spPr>
                  <a:xfrm rot="10799991">
                    <a:off x="-3130969" y="5389445"/>
                    <a:ext cx="99596" cy="19385"/>
                  </a:xfrm>
                  <a:prstGeom prst="rect">
                    <a:avLst/>
                  </a:prstGeom>
                  <a:solidFill>
                    <a:srgbClr val="81818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62" name="Rechthoek 49">
                    <a:extLst>
                      <a:ext uri="{FF2B5EF4-FFF2-40B4-BE49-F238E27FC236}">
                        <a16:creationId xmlns:a16="http://schemas.microsoft.com/office/drawing/2014/main" id="{406CD108-F5F0-DC72-303F-4F0FF3E3F884}"/>
                      </a:ext>
                    </a:extLst>
                  </p:cNvPr>
                  <p:cNvSpPr/>
                  <p:nvPr/>
                </p:nvSpPr>
                <p:spPr>
                  <a:xfrm rot="16200004">
                    <a:off x="-3090862" y="5348911"/>
                    <a:ext cx="99596" cy="19385"/>
                  </a:xfrm>
                  <a:prstGeom prst="rect">
                    <a:avLst/>
                  </a:prstGeom>
                  <a:solidFill>
                    <a:srgbClr val="81818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grpSp>
          <p:sp>
            <p:nvSpPr>
              <p:cNvPr id="63" name="Rechthoek 43">
                <a:extLst>
                  <a:ext uri="{FF2B5EF4-FFF2-40B4-BE49-F238E27FC236}">
                    <a16:creationId xmlns:a16="http://schemas.microsoft.com/office/drawing/2014/main" id="{B786C431-27F5-28A4-2A46-B9573FA71E1C}"/>
                  </a:ext>
                </a:extLst>
              </p:cNvPr>
              <p:cNvSpPr/>
              <p:nvPr/>
            </p:nvSpPr>
            <p:spPr>
              <a:xfrm>
                <a:off x="-3426805" y="5461967"/>
                <a:ext cx="514285" cy="110084"/>
              </a:xfrm>
              <a:prstGeom prst="rect">
                <a:avLst/>
              </a:prstGeom>
              <a:noFill/>
              <a:ln>
                <a:noFill/>
                <a:prstDash val="solid"/>
              </a:ln>
            </p:spPr>
            <p:txBody>
              <a:bodyPr vert="horz" wrap="square" lIns="0" tIns="0" rIns="0" bIns="0"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900" b="0" i="0" u="none" strike="noStrike" kern="1200" cap="none" spc="0" baseline="0">
                    <a:solidFill>
                      <a:srgbClr val="211F26"/>
                    </a:solidFill>
                    <a:uFillTx/>
                    <a:latin typeface="Calibri" pitchFamily="34"/>
                    <a:cs typeface="Calibri" pitchFamily="34"/>
                  </a:rPr>
                  <a:t>Crop</a:t>
                </a:r>
              </a:p>
            </p:txBody>
          </p:sp>
          <p:sp>
            <p:nvSpPr>
              <p:cNvPr id="64" name="Gelijkbenige driehoek 44">
                <a:extLst>
                  <a:ext uri="{FF2B5EF4-FFF2-40B4-BE49-F238E27FC236}">
                    <a16:creationId xmlns:a16="http://schemas.microsoft.com/office/drawing/2014/main" id="{3C075BC4-22DF-CA17-EA4E-A75CB02C19FB}"/>
                  </a:ext>
                </a:extLst>
              </p:cNvPr>
              <p:cNvSpPr/>
              <p:nvPr/>
            </p:nvSpPr>
            <p:spPr>
              <a:xfrm rot="10799991">
                <a:off x="-3199339" y="5601193"/>
                <a:ext cx="59335" cy="34930"/>
              </a:xfrm>
              <a:custGeom>
                <a:avLst>
                  <a:gd name="f8" fmla="val 50000"/>
                </a:avLst>
                <a:gdLst>
                  <a:gd name="f1" fmla="val 10800000"/>
                  <a:gd name="f2" fmla="val 5400000"/>
                  <a:gd name="f3" fmla="val 180"/>
                  <a:gd name="f4" fmla="val w"/>
                  <a:gd name="f5" fmla="val h"/>
                  <a:gd name="f6" fmla="val ss"/>
                  <a:gd name="f7" fmla="val 0"/>
                  <a:gd name="f8" fmla="val 50000"/>
                  <a:gd name="f9" fmla="+- 0 0 -360"/>
                  <a:gd name="f10" fmla="+- 0 0 -270"/>
                  <a:gd name="f11" fmla="+- 0 0 -180"/>
                  <a:gd name="f12" fmla="+- 0 0 -90"/>
                  <a:gd name="f13" fmla="abs f4"/>
                  <a:gd name="f14" fmla="abs f5"/>
                  <a:gd name="f15" fmla="abs f6"/>
                  <a:gd name="f16" fmla="val f7"/>
                  <a:gd name="f17" fmla="val f8"/>
                  <a:gd name="f18" fmla="*/ f9 f1 1"/>
                  <a:gd name="f19" fmla="*/ f10 f1 1"/>
                  <a:gd name="f20" fmla="*/ f11 f1 1"/>
                  <a:gd name="f21" fmla="*/ f12 f1 1"/>
                  <a:gd name="f22" fmla="?: f13 f4 1"/>
                  <a:gd name="f23" fmla="?: f14 f5 1"/>
                  <a:gd name="f24" fmla="?: f15 f6 1"/>
                  <a:gd name="f25" fmla="*/ f18 1 f3"/>
                  <a:gd name="f26" fmla="*/ f19 1 f3"/>
                  <a:gd name="f27" fmla="*/ f20 1 f3"/>
                  <a:gd name="f28" fmla="*/ f21 1 f3"/>
                  <a:gd name="f29" fmla="*/ f22 1 21600"/>
                  <a:gd name="f30" fmla="*/ f23 1 21600"/>
                  <a:gd name="f31" fmla="*/ 21600 f22 1"/>
                  <a:gd name="f32" fmla="*/ 21600 f23 1"/>
                  <a:gd name="f33" fmla="+- f25 0 f2"/>
                  <a:gd name="f34" fmla="+- f26 0 f2"/>
                  <a:gd name="f35" fmla="+- f27 0 f2"/>
                  <a:gd name="f36" fmla="+- f28 0 f2"/>
                  <a:gd name="f37" fmla="min f30 f29"/>
                  <a:gd name="f38" fmla="*/ f31 1 f24"/>
                  <a:gd name="f39" fmla="*/ f32 1 f24"/>
                  <a:gd name="f40" fmla="val f38"/>
                  <a:gd name="f41" fmla="val f39"/>
                  <a:gd name="f42" fmla="*/ f16 f37 1"/>
                  <a:gd name="f43" fmla="+- f41 0 f16"/>
                  <a:gd name="f44" fmla="+- f40 0 f16"/>
                  <a:gd name="f45" fmla="*/ f41 f37 1"/>
                  <a:gd name="f46" fmla="*/ f40 f37 1"/>
                  <a:gd name="f47" fmla="*/ f43 1 2"/>
                  <a:gd name="f48" fmla="*/ f44 1 2"/>
                  <a:gd name="f49" fmla="*/ f44 f17 1"/>
                  <a:gd name="f50" fmla="+- f16 f47 0"/>
                  <a:gd name="f51" fmla="*/ f49 1 200000"/>
                  <a:gd name="f52" fmla="*/ f49 1 100000"/>
                  <a:gd name="f53" fmla="+- f51 f48 0"/>
                  <a:gd name="f54" fmla="*/ f51 f37 1"/>
                  <a:gd name="f55" fmla="*/ f50 f37 1"/>
                  <a:gd name="f56" fmla="*/ f52 f37 1"/>
                  <a:gd name="f57" fmla="*/ f53 f37 1"/>
                </a:gdLst>
                <a:ahLst/>
                <a:cxnLst>
                  <a:cxn ang="3cd4">
                    <a:pos x="hc" y="t"/>
                  </a:cxn>
                  <a:cxn ang="0">
                    <a:pos x="r" y="vc"/>
                  </a:cxn>
                  <a:cxn ang="cd4">
                    <a:pos x="hc" y="b"/>
                  </a:cxn>
                  <a:cxn ang="cd2">
                    <a:pos x="l" y="vc"/>
                  </a:cxn>
                  <a:cxn ang="f33">
                    <a:pos x="f56" y="f42"/>
                  </a:cxn>
                  <a:cxn ang="f34">
                    <a:pos x="f54" y="f55"/>
                  </a:cxn>
                  <a:cxn ang="f35">
                    <a:pos x="f42" y="f45"/>
                  </a:cxn>
                  <a:cxn ang="f35">
                    <a:pos x="f56" y="f45"/>
                  </a:cxn>
                  <a:cxn ang="f35">
                    <a:pos x="f46" y="f45"/>
                  </a:cxn>
                  <a:cxn ang="f36">
                    <a:pos x="f57" y="f55"/>
                  </a:cxn>
                </a:cxnLst>
                <a:rect l="f54" t="f55" r="f57" b="f45"/>
                <a:pathLst>
                  <a:path>
                    <a:moveTo>
                      <a:pt x="f42" y="f45"/>
                    </a:moveTo>
                    <a:lnTo>
                      <a:pt x="f56" y="f42"/>
                    </a:lnTo>
                    <a:lnTo>
                      <a:pt x="f46" y="f45"/>
                    </a:lnTo>
                    <a:close/>
                  </a:path>
                </a:pathLst>
              </a:custGeom>
              <a:solidFill>
                <a:srgbClr val="81818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sp>
          <p:nvSpPr>
            <p:cNvPr id="65" name="Ovaal 17">
              <a:extLst>
                <a:ext uri="{FF2B5EF4-FFF2-40B4-BE49-F238E27FC236}">
                  <a16:creationId xmlns:a16="http://schemas.microsoft.com/office/drawing/2014/main" id="{A9B2D67B-84D8-A1D6-B79F-BFC58A8241F0}"/>
                </a:ext>
              </a:extLst>
            </p:cNvPr>
            <p:cNvSpPr/>
            <p:nvPr/>
          </p:nvSpPr>
          <p:spPr>
            <a:xfrm>
              <a:off x="-3603586" y="1811179"/>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2</a:t>
              </a:r>
            </a:p>
          </p:txBody>
        </p:sp>
        <p:sp>
          <p:nvSpPr>
            <p:cNvPr id="66" name="Rechthoek 18">
              <a:extLst>
                <a:ext uri="{FF2B5EF4-FFF2-40B4-BE49-F238E27FC236}">
                  <a16:creationId xmlns:a16="http://schemas.microsoft.com/office/drawing/2014/main" id="{52618879-7A09-E794-FA63-AF59ACBC0FD4}"/>
                </a:ext>
              </a:extLst>
            </p:cNvPr>
            <p:cNvSpPr/>
            <p:nvPr/>
          </p:nvSpPr>
          <p:spPr>
            <a:xfrm>
              <a:off x="-3319418" y="1811188"/>
              <a:ext cx="2944678" cy="326340"/>
            </a:xfrm>
            <a:prstGeom prst="rect">
              <a:avLst/>
            </a:prstGeom>
            <a:noFill/>
            <a:ln>
              <a:noFill/>
              <a:prstDash val="solid"/>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0" i="0" u="none" strike="noStrike" kern="0" cap="none" spc="0" baseline="0">
                  <a:solidFill>
                    <a:srgbClr val="000000"/>
                  </a:solidFill>
                  <a:uFillTx/>
                  <a:latin typeface="Calibri" pitchFamily="34"/>
                  <a:cs typeface="Calibri" pitchFamily="34"/>
                </a:rPr>
                <a:t>Select the preferred category and image</a:t>
              </a:r>
              <a:br>
                <a:rPr lang="en-GB" sz="1200" b="0" i="0" u="none" strike="noStrike" kern="0" cap="none" spc="0" baseline="0">
                  <a:solidFill>
                    <a:srgbClr val="000000"/>
                  </a:solidFill>
                  <a:uFillTx/>
                  <a:latin typeface="Calibri" pitchFamily="34"/>
                  <a:cs typeface="Calibri" pitchFamily="34"/>
                </a:rPr>
              </a:br>
              <a:r>
                <a:rPr lang="en-GB" sz="1200" b="0" i="0" u="none" strike="noStrike" kern="0" cap="none" spc="0" baseline="0">
                  <a:solidFill>
                    <a:srgbClr val="000000"/>
                  </a:solidFill>
                  <a:uFillTx/>
                  <a:latin typeface="Calibri" pitchFamily="34"/>
                  <a:cs typeface="Calibri" pitchFamily="34"/>
                </a:rPr>
                <a:t>and click on  </a:t>
              </a:r>
              <a:r>
                <a:rPr lang="en-GB" sz="1200" b="1" i="0" u="none" strike="noStrike" kern="0" cap="none" spc="0" baseline="0">
                  <a:solidFill>
                    <a:srgbClr val="000000"/>
                  </a:solidFill>
                  <a:uFillTx/>
                  <a:latin typeface="Calibri" pitchFamily="34"/>
                  <a:cs typeface="Calibri" pitchFamily="34"/>
                </a:rPr>
                <a:t>‘Insert’</a:t>
              </a:r>
              <a:r>
                <a:rPr lang="en-GB" sz="1200" b="0" i="0" u="none" strike="noStrike" kern="0" cap="none" spc="0" baseline="0">
                  <a:solidFill>
                    <a:srgbClr val="000000"/>
                  </a:solidFill>
                  <a:uFillTx/>
                  <a:latin typeface="Calibri" pitchFamily="34"/>
                  <a:cs typeface="Calibri" pitchFamily="34"/>
                </a:rPr>
                <a:t>.</a:t>
              </a:r>
            </a:p>
          </p:txBody>
        </p:sp>
        <p:sp>
          <p:nvSpPr>
            <p:cNvPr id="67" name="Rechthoek 19">
              <a:extLst>
                <a:ext uri="{FF2B5EF4-FFF2-40B4-BE49-F238E27FC236}">
                  <a16:creationId xmlns:a16="http://schemas.microsoft.com/office/drawing/2014/main" id="{6E50F893-C30C-30D6-717C-A2AC7A623E55}"/>
                </a:ext>
              </a:extLst>
            </p:cNvPr>
            <p:cNvSpPr/>
            <p:nvPr/>
          </p:nvSpPr>
          <p:spPr>
            <a:xfrm>
              <a:off x="-3319418" y="2245757"/>
              <a:ext cx="825502" cy="209553"/>
            </a:xfrm>
            <a:prstGeom prst="rect">
              <a:avLst/>
            </a:prstGeom>
            <a:solidFill>
              <a:srgbClr val="1FF524"/>
            </a:solidFill>
            <a:ln>
              <a:noFill/>
              <a:prstDash val="solid"/>
            </a:ln>
          </p:spPr>
          <p:txBody>
            <a:bodyPr vert="horz" wrap="square" lIns="0" tIns="0" rIns="0" bIns="0"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000" b="1" i="0" u="none" strike="noStrike" kern="1200" cap="none" spc="0" baseline="0">
                  <a:solidFill>
                    <a:srgbClr val="211F26"/>
                  </a:solidFill>
                  <a:uFillTx/>
                  <a:latin typeface="Calibri" pitchFamily="34"/>
                  <a:cs typeface="Calibri" pitchFamily="34"/>
                </a:rPr>
                <a:t>Insert</a:t>
              </a:r>
            </a:p>
          </p:txBody>
        </p:sp>
        <p:grpSp>
          <p:nvGrpSpPr>
            <p:cNvPr id="68" name="Groep 20">
              <a:extLst>
                <a:ext uri="{FF2B5EF4-FFF2-40B4-BE49-F238E27FC236}">
                  <a16:creationId xmlns:a16="http://schemas.microsoft.com/office/drawing/2014/main" id="{54385A7A-0F20-53A0-6FA7-72F1E5900F90}"/>
                </a:ext>
              </a:extLst>
            </p:cNvPr>
            <p:cNvGrpSpPr/>
            <p:nvPr/>
          </p:nvGrpSpPr>
          <p:grpSpPr>
            <a:xfrm>
              <a:off x="-3365485" y="1226978"/>
              <a:ext cx="446940" cy="406486"/>
              <a:chOff x="-3365485" y="1226978"/>
              <a:chExt cx="446940" cy="406486"/>
            </a:xfrm>
          </p:grpSpPr>
          <p:grpSp>
            <p:nvGrpSpPr>
              <p:cNvPr id="69" name="Groep 21">
                <a:extLst>
                  <a:ext uri="{FF2B5EF4-FFF2-40B4-BE49-F238E27FC236}">
                    <a16:creationId xmlns:a16="http://schemas.microsoft.com/office/drawing/2014/main" id="{85E9DEEF-4FF8-1DB8-360E-3447D7FAC7EE}"/>
                  </a:ext>
                </a:extLst>
              </p:cNvPr>
              <p:cNvGrpSpPr/>
              <p:nvPr/>
            </p:nvGrpSpPr>
            <p:grpSpPr>
              <a:xfrm>
                <a:off x="-3285311" y="1226978"/>
                <a:ext cx="284168" cy="246686"/>
                <a:chOff x="-3285311" y="1226978"/>
                <a:chExt cx="284168" cy="246686"/>
              </a:xfrm>
            </p:grpSpPr>
            <p:sp>
              <p:nvSpPr>
                <p:cNvPr id="70" name="Vrije vorm: vorm 23">
                  <a:extLst>
                    <a:ext uri="{FF2B5EF4-FFF2-40B4-BE49-F238E27FC236}">
                      <a16:creationId xmlns:a16="http://schemas.microsoft.com/office/drawing/2014/main" id="{A99DC67D-D281-232E-C0CA-943C6E4BEF40}"/>
                    </a:ext>
                  </a:extLst>
                </p:cNvPr>
                <p:cNvSpPr/>
                <p:nvPr/>
              </p:nvSpPr>
              <p:spPr>
                <a:xfrm>
                  <a:off x="-3236719" y="1287612"/>
                  <a:ext cx="47978" cy="47868"/>
                </a:xfrm>
                <a:custGeom>
                  <a:avLst/>
                  <a:gdLst>
                    <a:gd name="f0" fmla="val 10800000"/>
                    <a:gd name="f1" fmla="val 5400000"/>
                    <a:gd name="f2" fmla="val 180"/>
                    <a:gd name="f3" fmla="val w"/>
                    <a:gd name="f4" fmla="val h"/>
                    <a:gd name="f5" fmla="val 0"/>
                    <a:gd name="f6" fmla="val 371475"/>
                    <a:gd name="f7" fmla="val 369094"/>
                    <a:gd name="f8" fmla="val 188119"/>
                    <a:gd name="f9" fmla="val 288068"/>
                    <a:gd name="f10" fmla="val 88169"/>
                    <a:gd name="f11" fmla="val 7144"/>
                    <a:gd name="f12" fmla="+- 0 0 -90"/>
                    <a:gd name="f13" fmla="*/ f3 1 371475"/>
                    <a:gd name="f14" fmla="*/ f4 1 371475"/>
                    <a:gd name="f15" fmla="val f5"/>
                    <a:gd name="f16" fmla="val f6"/>
                    <a:gd name="f17" fmla="*/ f12 f0 1"/>
                    <a:gd name="f18" fmla="+- f16 0 f15"/>
                    <a:gd name="f19" fmla="*/ f17 1 f2"/>
                    <a:gd name="f20" fmla="*/ f18 1 371475"/>
                    <a:gd name="f21" fmla="*/ 369094 f18 1"/>
                    <a:gd name="f22" fmla="*/ 188119 f18 1"/>
                    <a:gd name="f23" fmla="*/ 7144 f18 1"/>
                    <a:gd name="f24" fmla="+- f19 0 f1"/>
                    <a:gd name="f25" fmla="*/ f21 1 371475"/>
                    <a:gd name="f26" fmla="*/ f22 1 371475"/>
                    <a:gd name="f27" fmla="*/ f23 1 371475"/>
                    <a:gd name="f28" fmla="*/ f15 1 f20"/>
                    <a:gd name="f29" fmla="*/ f16 1 f20"/>
                    <a:gd name="f30" fmla="*/ f25 1 f20"/>
                    <a:gd name="f31" fmla="*/ f26 1 f20"/>
                    <a:gd name="f32" fmla="*/ f27 1 f20"/>
                    <a:gd name="f33" fmla="*/ f28 f13 1"/>
                    <a:gd name="f34" fmla="*/ f29 f13 1"/>
                    <a:gd name="f35" fmla="*/ f29 f14 1"/>
                    <a:gd name="f36" fmla="*/ f28 f14 1"/>
                    <a:gd name="f37" fmla="*/ f30 f13 1"/>
                    <a:gd name="f38" fmla="*/ f31 f14 1"/>
                    <a:gd name="f39" fmla="*/ f31 f13 1"/>
                    <a:gd name="f40" fmla="*/ f30 f14 1"/>
                    <a:gd name="f41" fmla="*/ f32 f13 1"/>
                    <a:gd name="f42" fmla="*/ f32 f14 1"/>
                  </a:gdLst>
                  <a:ahLst/>
                  <a:cxnLst>
                    <a:cxn ang="3cd4">
                      <a:pos x="hc" y="t"/>
                    </a:cxn>
                    <a:cxn ang="0">
                      <a:pos x="r" y="vc"/>
                    </a:cxn>
                    <a:cxn ang="cd4">
                      <a:pos x="hc" y="b"/>
                    </a:cxn>
                    <a:cxn ang="cd2">
                      <a:pos x="l" y="vc"/>
                    </a:cxn>
                    <a:cxn ang="f24">
                      <a:pos x="f37" y="f38"/>
                    </a:cxn>
                    <a:cxn ang="f24">
                      <a:pos x="f39" y="f40"/>
                    </a:cxn>
                    <a:cxn ang="f24">
                      <a:pos x="f41" y="f38"/>
                    </a:cxn>
                    <a:cxn ang="f24">
                      <a:pos x="f39" y="f42"/>
                    </a:cxn>
                    <a:cxn ang="f24">
                      <a:pos x="f37" y="f38"/>
                    </a:cxn>
                  </a:cxnLst>
                  <a:rect l="f33" t="f36" r="f34" b="f35"/>
                  <a:pathLst>
                    <a:path w="371475" h="371475">
                      <a:moveTo>
                        <a:pt x="f7" y="f8"/>
                      </a:moveTo>
                      <a:cubicBezTo>
                        <a:pt x="f7" y="f9"/>
                        <a:pt x="f9" y="f7"/>
                        <a:pt x="f8" y="f7"/>
                      </a:cubicBezTo>
                      <a:cubicBezTo>
                        <a:pt x="f10" y="f7"/>
                        <a:pt x="f11" y="f9"/>
                        <a:pt x="f11" y="f8"/>
                      </a:cubicBezTo>
                      <a:cubicBezTo>
                        <a:pt x="f11" y="f10"/>
                        <a:pt x="f10" y="f11"/>
                        <a:pt x="f8" y="f11"/>
                      </a:cubicBezTo>
                      <a:cubicBezTo>
                        <a:pt x="f9" y="f11"/>
                        <a:pt x="f7" y="f10"/>
                        <a:pt x="f7" y="f8"/>
                      </a:cubicBezTo>
                      <a:close/>
                    </a:path>
                  </a:pathLst>
                </a:custGeom>
                <a:solidFill>
                  <a:srgbClr val="1FF524"/>
                </a:solidFill>
                <a:ln>
                  <a:noFill/>
                  <a:prstDash val="solid"/>
                </a:ln>
              </p:spPr>
              <p:txBody>
                <a:bodyPr vert="horz" wrap="square" lIns="91440" tIns="45720" rIns="91440" bIns="45720" anchor="ctr"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7200" b="0" i="0" u="none" strike="noStrike" kern="1200" cap="none" spc="0" baseline="0">
                    <a:solidFill>
                      <a:srgbClr val="211F26"/>
                    </a:solidFill>
                    <a:uFillTx/>
                    <a:latin typeface="Arial"/>
                  </a:endParaRPr>
                </a:p>
              </p:txBody>
            </p:sp>
            <p:grpSp>
              <p:nvGrpSpPr>
                <p:cNvPr id="71" name="Groep 34">
                  <a:extLst>
                    <a:ext uri="{FF2B5EF4-FFF2-40B4-BE49-F238E27FC236}">
                      <a16:creationId xmlns:a16="http://schemas.microsoft.com/office/drawing/2014/main" id="{E0934ACC-1ADD-79B3-38E0-450E42EBA2D6}"/>
                    </a:ext>
                  </a:extLst>
                </p:cNvPr>
                <p:cNvGrpSpPr/>
                <p:nvPr/>
              </p:nvGrpSpPr>
              <p:grpSpPr>
                <a:xfrm>
                  <a:off x="-3285311" y="1226978"/>
                  <a:ext cx="284168" cy="246686"/>
                  <a:chOff x="-3285311" y="1226978"/>
                  <a:chExt cx="284168" cy="246686"/>
                </a:xfrm>
              </p:grpSpPr>
              <p:sp>
                <p:nvSpPr>
                  <p:cNvPr id="72" name="Vrije vorm: vorm 36">
                    <a:extLst>
                      <a:ext uri="{FF2B5EF4-FFF2-40B4-BE49-F238E27FC236}">
                        <a16:creationId xmlns:a16="http://schemas.microsoft.com/office/drawing/2014/main" id="{85C8DB89-142A-1965-6BD5-ACE2DE5E318D}"/>
                      </a:ext>
                    </a:extLst>
                  </p:cNvPr>
                  <p:cNvSpPr/>
                  <p:nvPr/>
                </p:nvSpPr>
                <p:spPr>
                  <a:xfrm>
                    <a:off x="-3285311" y="1226978"/>
                    <a:ext cx="284168" cy="246686"/>
                  </a:xfrm>
                  <a:custGeom>
                    <a:avLst/>
                    <a:gdLst>
                      <a:gd name="f0" fmla="val 10800000"/>
                      <a:gd name="f1" fmla="val 5400000"/>
                      <a:gd name="f2" fmla="val 180"/>
                      <a:gd name="f3" fmla="val w"/>
                      <a:gd name="f4" fmla="val h"/>
                      <a:gd name="f5" fmla="val 0"/>
                      <a:gd name="f6" fmla="val 2200275"/>
                      <a:gd name="f7" fmla="val 1914525"/>
                      <a:gd name="f8" fmla="val 7144"/>
                      <a:gd name="f9" fmla="val 245269"/>
                      <a:gd name="f10" fmla="val 432911"/>
                      <a:gd name="f11" fmla="val 1959769"/>
                      <a:gd name="f12" fmla="val 1674019"/>
                      <a:gd name="f13" fmla="val 350044"/>
                      <a:gd name="f14" fmla="val 1912144"/>
                      <a:gd name="f15" fmla="val 2197894"/>
                      <a:gd name="f16" fmla="+- 0 0 -90"/>
                      <a:gd name="f17" fmla="*/ f3 1 2200275"/>
                      <a:gd name="f18" fmla="*/ f4 1 1914525"/>
                      <a:gd name="f19" fmla="val f5"/>
                      <a:gd name="f20" fmla="val f6"/>
                      <a:gd name="f21" fmla="val f7"/>
                      <a:gd name="f22" fmla="*/ f16 f0 1"/>
                      <a:gd name="f23" fmla="+- f21 0 f19"/>
                      <a:gd name="f24" fmla="+- f20 0 f19"/>
                      <a:gd name="f25" fmla="*/ f22 1 f2"/>
                      <a:gd name="f26" fmla="*/ f24 1 2200275"/>
                      <a:gd name="f27" fmla="*/ f23 1 1914525"/>
                      <a:gd name="f28" fmla="*/ 7144 f24 1"/>
                      <a:gd name="f29" fmla="*/ 7144 f23 1"/>
                      <a:gd name="f30" fmla="*/ 245269 f23 1"/>
                      <a:gd name="f31" fmla="*/ 432911 f24 1"/>
                      <a:gd name="f32" fmla="*/ 1959769 f24 1"/>
                      <a:gd name="f33" fmla="*/ 1674019 f23 1"/>
                      <a:gd name="f34" fmla="*/ 245269 f24 1"/>
                      <a:gd name="f35" fmla="*/ 350044 f23 1"/>
                      <a:gd name="f36" fmla="*/ 1912144 f23 1"/>
                      <a:gd name="f37" fmla="*/ 2197894 f24 1"/>
                      <a:gd name="f38" fmla="+- f25 0 f1"/>
                      <a:gd name="f39" fmla="*/ f28 1 2200275"/>
                      <a:gd name="f40" fmla="*/ f29 1 1914525"/>
                      <a:gd name="f41" fmla="*/ f30 1 1914525"/>
                      <a:gd name="f42" fmla="*/ f31 1 2200275"/>
                      <a:gd name="f43" fmla="*/ f32 1 2200275"/>
                      <a:gd name="f44" fmla="*/ f33 1 1914525"/>
                      <a:gd name="f45" fmla="*/ f34 1 2200275"/>
                      <a:gd name="f46" fmla="*/ f35 1 1914525"/>
                      <a:gd name="f47" fmla="*/ f36 1 1914525"/>
                      <a:gd name="f48" fmla="*/ f37 1 2200275"/>
                      <a:gd name="f49" fmla="*/ f19 1 f26"/>
                      <a:gd name="f50" fmla="*/ f20 1 f26"/>
                      <a:gd name="f51" fmla="*/ f19 1 f27"/>
                      <a:gd name="f52" fmla="*/ f21 1 f27"/>
                      <a:gd name="f53" fmla="*/ f39 1 f26"/>
                      <a:gd name="f54" fmla="*/ f40 1 f27"/>
                      <a:gd name="f55" fmla="*/ f41 1 f27"/>
                      <a:gd name="f56" fmla="*/ f42 1 f26"/>
                      <a:gd name="f57" fmla="*/ f43 1 f26"/>
                      <a:gd name="f58" fmla="*/ f44 1 f27"/>
                      <a:gd name="f59" fmla="*/ f45 1 f26"/>
                      <a:gd name="f60" fmla="*/ f46 1 f27"/>
                      <a:gd name="f61" fmla="*/ f47 1 f27"/>
                      <a:gd name="f62" fmla="*/ f48 1 f26"/>
                      <a:gd name="f63" fmla="*/ f49 f17 1"/>
                      <a:gd name="f64" fmla="*/ f50 f17 1"/>
                      <a:gd name="f65" fmla="*/ f52 f18 1"/>
                      <a:gd name="f66" fmla="*/ f51 f18 1"/>
                      <a:gd name="f67" fmla="*/ f53 f17 1"/>
                      <a:gd name="f68" fmla="*/ f54 f18 1"/>
                      <a:gd name="f69" fmla="*/ f55 f18 1"/>
                      <a:gd name="f70" fmla="*/ f56 f17 1"/>
                      <a:gd name="f71" fmla="*/ f57 f17 1"/>
                      <a:gd name="f72" fmla="*/ f58 f18 1"/>
                      <a:gd name="f73" fmla="*/ f59 f17 1"/>
                      <a:gd name="f74" fmla="*/ f60 f18 1"/>
                      <a:gd name="f75" fmla="*/ f61 f18 1"/>
                      <a:gd name="f76" fmla="*/ f62 f17 1"/>
                    </a:gdLst>
                    <a:ahLst/>
                    <a:cxnLst>
                      <a:cxn ang="3cd4">
                        <a:pos x="hc" y="t"/>
                      </a:cxn>
                      <a:cxn ang="0">
                        <a:pos x="r" y="vc"/>
                      </a:cxn>
                      <a:cxn ang="cd4">
                        <a:pos x="hc" y="b"/>
                      </a:cxn>
                      <a:cxn ang="cd2">
                        <a:pos x="l" y="vc"/>
                      </a:cxn>
                      <a:cxn ang="f38">
                        <a:pos x="f67" y="f68"/>
                      </a:cxn>
                      <a:cxn ang="f38">
                        <a:pos x="f67" y="f69"/>
                      </a:cxn>
                      <a:cxn ang="f38">
                        <a:pos x="f70" y="f69"/>
                      </a:cxn>
                      <a:cxn ang="f38">
                        <a:pos x="f70" y="f69"/>
                      </a:cxn>
                      <a:cxn ang="f38">
                        <a:pos x="f71" y="f69"/>
                      </a:cxn>
                      <a:cxn ang="f38">
                        <a:pos x="f71" y="f72"/>
                      </a:cxn>
                      <a:cxn ang="f38">
                        <a:pos x="f73" y="f72"/>
                      </a:cxn>
                      <a:cxn ang="f38">
                        <a:pos x="f73" y="f74"/>
                      </a:cxn>
                      <a:cxn ang="f38">
                        <a:pos x="f67" y="f74"/>
                      </a:cxn>
                      <a:cxn ang="f38">
                        <a:pos x="f67" y="f75"/>
                      </a:cxn>
                      <a:cxn ang="f38">
                        <a:pos x="f76" y="f75"/>
                      </a:cxn>
                      <a:cxn ang="f38">
                        <a:pos x="f76" y="f68"/>
                      </a:cxn>
                    </a:cxnLst>
                    <a:rect l="f63" t="f66" r="f64" b="f65"/>
                    <a:pathLst>
                      <a:path w="2200275" h="1914525">
                        <a:moveTo>
                          <a:pt x="f8" y="f8"/>
                        </a:moveTo>
                        <a:lnTo>
                          <a:pt x="f8" y="f9"/>
                        </a:lnTo>
                        <a:lnTo>
                          <a:pt x="f10" y="f9"/>
                        </a:lnTo>
                        <a:lnTo>
                          <a:pt x="f10" y="f9"/>
                        </a:lnTo>
                        <a:lnTo>
                          <a:pt x="f11" y="f9"/>
                        </a:lnTo>
                        <a:lnTo>
                          <a:pt x="f11" y="f12"/>
                        </a:lnTo>
                        <a:lnTo>
                          <a:pt x="f9" y="f12"/>
                        </a:lnTo>
                        <a:lnTo>
                          <a:pt x="f9" y="f13"/>
                        </a:lnTo>
                        <a:lnTo>
                          <a:pt x="f8" y="f13"/>
                        </a:lnTo>
                        <a:lnTo>
                          <a:pt x="f8" y="f14"/>
                        </a:lnTo>
                        <a:lnTo>
                          <a:pt x="f15" y="f14"/>
                        </a:lnTo>
                        <a:lnTo>
                          <a:pt x="f15" y="f8"/>
                        </a:lnTo>
                        <a:close/>
                      </a:path>
                    </a:pathLst>
                  </a:custGeom>
                  <a:gradFill>
                    <a:gsLst>
                      <a:gs pos="0">
                        <a:srgbClr val="9D9FA1"/>
                      </a:gs>
                      <a:gs pos="100000">
                        <a:srgbClr val="211F26"/>
                      </a:gs>
                    </a:gsLst>
                    <a:lin ang="2700000"/>
                  </a:gradFill>
                  <a:ln>
                    <a:noFill/>
                    <a:prstDash val="solid"/>
                  </a:ln>
                </p:spPr>
                <p:txBody>
                  <a:bodyPr vert="horz" wrap="square" lIns="91440" tIns="45720" rIns="91440" bIns="45720" anchor="ctr"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7200" b="0" i="0" u="none" strike="noStrike" kern="1200" cap="none" spc="0" baseline="0">
                      <a:solidFill>
                        <a:srgbClr val="211F26"/>
                      </a:solidFill>
                      <a:uFillTx/>
                      <a:latin typeface="Arial"/>
                    </a:endParaRPr>
                  </a:p>
                </p:txBody>
              </p:sp>
              <p:sp>
                <p:nvSpPr>
                  <p:cNvPr id="73" name="Vrije vorm: vorm 38">
                    <a:extLst>
                      <a:ext uri="{FF2B5EF4-FFF2-40B4-BE49-F238E27FC236}">
                        <a16:creationId xmlns:a16="http://schemas.microsoft.com/office/drawing/2014/main" id="{A6BD132F-C8BF-6F11-ABC6-C8520C575C06}"/>
                      </a:ext>
                    </a:extLst>
                  </p:cNvPr>
                  <p:cNvSpPr/>
                  <p:nvPr/>
                </p:nvSpPr>
                <p:spPr>
                  <a:xfrm>
                    <a:off x="-3236847" y="1303321"/>
                    <a:ext cx="185751" cy="114144"/>
                  </a:xfrm>
                  <a:custGeom>
                    <a:avLst/>
                    <a:gdLst>
                      <a:gd name="f0" fmla="val 10800000"/>
                      <a:gd name="f1" fmla="val 5400000"/>
                      <a:gd name="f2" fmla="val 180"/>
                      <a:gd name="f3" fmla="val w"/>
                      <a:gd name="f4" fmla="val h"/>
                      <a:gd name="f5" fmla="val 0"/>
                      <a:gd name="f6" fmla="val 1438275"/>
                      <a:gd name="f7" fmla="val 885825"/>
                      <a:gd name="f8" fmla="val 1070134"/>
                      <a:gd name="f9" fmla="val 7144"/>
                      <a:gd name="f10" fmla="val 801529"/>
                      <a:gd name="f11" fmla="val 275749"/>
                      <a:gd name="f12" fmla="val 662464"/>
                      <a:gd name="f13" fmla="val 137636"/>
                      <a:gd name="f14" fmla="val 784384"/>
                      <a:gd name="f15" fmla="val 108109"/>
                      <a:gd name="f16" fmla="val 885349"/>
                      <a:gd name="f17" fmla="val 338614"/>
                      <a:gd name="f18" fmla="val 928211"/>
                      <a:gd name="f19" fmla="val 605314"/>
                      <a:gd name="f20" fmla="val 1029176"/>
                      <a:gd name="f21" fmla="val 503396"/>
                      <a:gd name="f22" fmla="val 902494"/>
                      <a:gd name="f23" fmla="val 376714"/>
                      <a:gd name="f24" fmla="val 209074"/>
                      <a:gd name="f25" fmla="val 1337786"/>
                      <a:gd name="f26" fmla="val 480536"/>
                      <a:gd name="f27" fmla="val 1438751"/>
                      <a:gd name="f28" fmla="val 378619"/>
                      <a:gd name="f29" fmla="+- 0 0 -90"/>
                      <a:gd name="f30" fmla="*/ f3 1 1438275"/>
                      <a:gd name="f31" fmla="*/ f4 1 885825"/>
                      <a:gd name="f32" fmla="val f5"/>
                      <a:gd name="f33" fmla="val f6"/>
                      <a:gd name="f34" fmla="val f7"/>
                      <a:gd name="f35" fmla="*/ f29 f0 1"/>
                      <a:gd name="f36" fmla="+- f34 0 f32"/>
                      <a:gd name="f37" fmla="+- f33 0 f32"/>
                      <a:gd name="f38" fmla="*/ f35 1 f2"/>
                      <a:gd name="f39" fmla="*/ f37 1 1438275"/>
                      <a:gd name="f40" fmla="*/ f36 1 885825"/>
                      <a:gd name="f41" fmla="*/ 1070134 f37 1"/>
                      <a:gd name="f42" fmla="*/ 7144 f36 1"/>
                      <a:gd name="f43" fmla="*/ 801529 f37 1"/>
                      <a:gd name="f44" fmla="*/ 275749 f36 1"/>
                      <a:gd name="f45" fmla="*/ 662464 f37 1"/>
                      <a:gd name="f46" fmla="*/ 137636 f36 1"/>
                      <a:gd name="f47" fmla="*/ 7144 f37 1"/>
                      <a:gd name="f48" fmla="*/ 784384 f36 1"/>
                      <a:gd name="f49" fmla="*/ 108109 f37 1"/>
                      <a:gd name="f50" fmla="*/ 885349 f36 1"/>
                      <a:gd name="f51" fmla="*/ 338614 f36 1"/>
                      <a:gd name="f52" fmla="*/ 928211 f37 1"/>
                      <a:gd name="f53" fmla="*/ 605314 f36 1"/>
                      <a:gd name="f54" fmla="*/ 1029176 f37 1"/>
                      <a:gd name="f55" fmla="*/ 503396 f36 1"/>
                      <a:gd name="f56" fmla="*/ 902494 f37 1"/>
                      <a:gd name="f57" fmla="*/ 376714 f36 1"/>
                      <a:gd name="f58" fmla="*/ 209074 f36 1"/>
                      <a:gd name="f59" fmla="*/ 1337786 f37 1"/>
                      <a:gd name="f60" fmla="*/ 480536 f36 1"/>
                      <a:gd name="f61" fmla="*/ 1438751 f37 1"/>
                      <a:gd name="f62" fmla="*/ 378619 f36 1"/>
                      <a:gd name="f63" fmla="+- f38 0 f1"/>
                      <a:gd name="f64" fmla="*/ f41 1 1438275"/>
                      <a:gd name="f65" fmla="*/ f42 1 885825"/>
                      <a:gd name="f66" fmla="*/ f43 1 1438275"/>
                      <a:gd name="f67" fmla="*/ f44 1 885825"/>
                      <a:gd name="f68" fmla="*/ f45 1 1438275"/>
                      <a:gd name="f69" fmla="*/ f46 1 885825"/>
                      <a:gd name="f70" fmla="*/ f47 1 1438275"/>
                      <a:gd name="f71" fmla="*/ f48 1 885825"/>
                      <a:gd name="f72" fmla="*/ f49 1 1438275"/>
                      <a:gd name="f73" fmla="*/ f50 1 885825"/>
                      <a:gd name="f74" fmla="*/ f51 1 885825"/>
                      <a:gd name="f75" fmla="*/ f52 1 1438275"/>
                      <a:gd name="f76" fmla="*/ f53 1 885825"/>
                      <a:gd name="f77" fmla="*/ f54 1 1438275"/>
                      <a:gd name="f78" fmla="*/ f55 1 885825"/>
                      <a:gd name="f79" fmla="*/ f56 1 1438275"/>
                      <a:gd name="f80" fmla="*/ f57 1 885825"/>
                      <a:gd name="f81" fmla="*/ f58 1 885825"/>
                      <a:gd name="f82" fmla="*/ f59 1 1438275"/>
                      <a:gd name="f83" fmla="*/ f60 1 885825"/>
                      <a:gd name="f84" fmla="*/ f61 1 1438275"/>
                      <a:gd name="f85" fmla="*/ f62 1 885825"/>
                      <a:gd name="f86" fmla="*/ f32 1 f39"/>
                      <a:gd name="f87" fmla="*/ f33 1 f39"/>
                      <a:gd name="f88" fmla="*/ f32 1 f40"/>
                      <a:gd name="f89" fmla="*/ f34 1 f40"/>
                      <a:gd name="f90" fmla="*/ f64 1 f39"/>
                      <a:gd name="f91" fmla="*/ f65 1 f40"/>
                      <a:gd name="f92" fmla="*/ f66 1 f39"/>
                      <a:gd name="f93" fmla="*/ f67 1 f40"/>
                      <a:gd name="f94" fmla="*/ f68 1 f39"/>
                      <a:gd name="f95" fmla="*/ f69 1 f40"/>
                      <a:gd name="f96" fmla="*/ f70 1 f39"/>
                      <a:gd name="f97" fmla="*/ f71 1 f40"/>
                      <a:gd name="f98" fmla="*/ f72 1 f39"/>
                      <a:gd name="f99" fmla="*/ f73 1 f40"/>
                      <a:gd name="f100" fmla="*/ f74 1 f40"/>
                      <a:gd name="f101" fmla="*/ f75 1 f39"/>
                      <a:gd name="f102" fmla="*/ f76 1 f40"/>
                      <a:gd name="f103" fmla="*/ f77 1 f39"/>
                      <a:gd name="f104" fmla="*/ f78 1 f40"/>
                      <a:gd name="f105" fmla="*/ f79 1 f39"/>
                      <a:gd name="f106" fmla="*/ f80 1 f40"/>
                      <a:gd name="f107" fmla="*/ f81 1 f40"/>
                      <a:gd name="f108" fmla="*/ f82 1 f39"/>
                      <a:gd name="f109" fmla="*/ f83 1 f40"/>
                      <a:gd name="f110" fmla="*/ f84 1 f39"/>
                      <a:gd name="f111" fmla="*/ f85 1 f40"/>
                      <a:gd name="f112" fmla="*/ f86 f30 1"/>
                      <a:gd name="f113" fmla="*/ f87 f30 1"/>
                      <a:gd name="f114" fmla="*/ f89 f31 1"/>
                      <a:gd name="f115" fmla="*/ f88 f31 1"/>
                      <a:gd name="f116" fmla="*/ f90 f30 1"/>
                      <a:gd name="f117" fmla="*/ f91 f31 1"/>
                      <a:gd name="f118" fmla="*/ f92 f30 1"/>
                      <a:gd name="f119" fmla="*/ f93 f31 1"/>
                      <a:gd name="f120" fmla="*/ f94 f30 1"/>
                      <a:gd name="f121" fmla="*/ f95 f31 1"/>
                      <a:gd name="f122" fmla="*/ f96 f30 1"/>
                      <a:gd name="f123" fmla="*/ f97 f31 1"/>
                      <a:gd name="f124" fmla="*/ f98 f30 1"/>
                      <a:gd name="f125" fmla="*/ f99 f31 1"/>
                      <a:gd name="f126" fmla="*/ f100 f31 1"/>
                      <a:gd name="f127" fmla="*/ f101 f30 1"/>
                      <a:gd name="f128" fmla="*/ f102 f31 1"/>
                      <a:gd name="f129" fmla="*/ f103 f30 1"/>
                      <a:gd name="f130" fmla="*/ f104 f31 1"/>
                      <a:gd name="f131" fmla="*/ f105 f30 1"/>
                      <a:gd name="f132" fmla="*/ f106 f31 1"/>
                      <a:gd name="f133" fmla="*/ f107 f31 1"/>
                      <a:gd name="f134" fmla="*/ f108 f30 1"/>
                      <a:gd name="f135" fmla="*/ f109 f31 1"/>
                      <a:gd name="f136" fmla="*/ f110 f30 1"/>
                      <a:gd name="f137" fmla="*/ f111 f31 1"/>
                    </a:gdLst>
                    <a:ahLst/>
                    <a:cxnLst>
                      <a:cxn ang="3cd4">
                        <a:pos x="hc" y="t"/>
                      </a:cxn>
                      <a:cxn ang="0">
                        <a:pos x="r" y="vc"/>
                      </a:cxn>
                      <a:cxn ang="cd4">
                        <a:pos x="hc" y="b"/>
                      </a:cxn>
                      <a:cxn ang="cd2">
                        <a:pos x="l" y="vc"/>
                      </a:cxn>
                      <a:cxn ang="f63">
                        <a:pos x="f116" y="f117"/>
                      </a:cxn>
                      <a:cxn ang="f63">
                        <a:pos x="f118" y="f119"/>
                      </a:cxn>
                      <a:cxn ang="f63">
                        <a:pos x="f120" y="f121"/>
                      </a:cxn>
                      <a:cxn ang="f63">
                        <a:pos x="f122" y="f123"/>
                      </a:cxn>
                      <a:cxn ang="f63">
                        <a:pos x="f124" y="f125"/>
                      </a:cxn>
                      <a:cxn ang="f63">
                        <a:pos x="f120" y="f126"/>
                      </a:cxn>
                      <a:cxn ang="f63">
                        <a:pos x="f127" y="f128"/>
                      </a:cxn>
                      <a:cxn ang="f63">
                        <a:pos x="f129" y="f130"/>
                      </a:cxn>
                      <a:cxn ang="f63">
                        <a:pos x="f131" y="f132"/>
                      </a:cxn>
                      <a:cxn ang="f63">
                        <a:pos x="f116" y="f133"/>
                      </a:cxn>
                      <a:cxn ang="f63">
                        <a:pos x="f134" y="f135"/>
                      </a:cxn>
                      <a:cxn ang="f63">
                        <a:pos x="f136" y="f137"/>
                      </a:cxn>
                    </a:cxnLst>
                    <a:rect l="f112" t="f115" r="f113" b="f114"/>
                    <a:pathLst>
                      <a:path w="1438275" h="885825">
                        <a:moveTo>
                          <a:pt x="f8" y="f9"/>
                        </a:moveTo>
                        <a:lnTo>
                          <a:pt x="f10" y="f11"/>
                        </a:lnTo>
                        <a:lnTo>
                          <a:pt x="f12" y="f13"/>
                        </a:lnTo>
                        <a:lnTo>
                          <a:pt x="f9" y="f14"/>
                        </a:lnTo>
                        <a:lnTo>
                          <a:pt x="f15" y="f16"/>
                        </a:lnTo>
                        <a:lnTo>
                          <a:pt x="f12" y="f17"/>
                        </a:lnTo>
                        <a:lnTo>
                          <a:pt x="f18" y="f19"/>
                        </a:lnTo>
                        <a:lnTo>
                          <a:pt x="f20" y="f21"/>
                        </a:lnTo>
                        <a:lnTo>
                          <a:pt x="f22" y="f23"/>
                        </a:lnTo>
                        <a:lnTo>
                          <a:pt x="f8" y="f24"/>
                        </a:lnTo>
                        <a:lnTo>
                          <a:pt x="f25" y="f26"/>
                        </a:lnTo>
                        <a:lnTo>
                          <a:pt x="f27" y="f28"/>
                        </a:lnTo>
                        <a:close/>
                      </a:path>
                    </a:pathLst>
                  </a:custGeom>
                  <a:gradFill>
                    <a:gsLst>
                      <a:gs pos="0">
                        <a:srgbClr val="9D9FA1"/>
                      </a:gs>
                      <a:gs pos="100000">
                        <a:srgbClr val="211F26"/>
                      </a:gs>
                    </a:gsLst>
                    <a:lin ang="2700000"/>
                  </a:gradFill>
                  <a:ln>
                    <a:noFill/>
                    <a:prstDash val="solid"/>
                  </a:ln>
                </p:spPr>
                <p:txBody>
                  <a:bodyPr vert="horz" wrap="square" lIns="91440" tIns="45720" rIns="91440" bIns="45720" anchor="ctr"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7200" b="0" i="0" u="none" strike="noStrike" kern="1200" cap="none" spc="0" baseline="0">
                      <a:solidFill>
                        <a:srgbClr val="211F26"/>
                      </a:solidFill>
                      <a:uFillTx/>
                      <a:latin typeface="Arial"/>
                    </a:endParaRPr>
                  </a:p>
                </p:txBody>
              </p:sp>
            </p:grpSp>
          </p:grpSp>
          <p:sp>
            <p:nvSpPr>
              <p:cNvPr id="74" name="Tekstvak 22">
                <a:extLst>
                  <a:ext uri="{FF2B5EF4-FFF2-40B4-BE49-F238E27FC236}">
                    <a16:creationId xmlns:a16="http://schemas.microsoft.com/office/drawing/2014/main" id="{D76AF989-46B5-BD23-E6A4-6D7197CC4547}"/>
                  </a:ext>
                </a:extLst>
              </p:cNvPr>
              <p:cNvSpPr txBox="1"/>
              <p:nvPr/>
            </p:nvSpPr>
            <p:spPr>
              <a:xfrm>
                <a:off x="-3365485" y="1489959"/>
                <a:ext cx="446940" cy="143505"/>
              </a:xfrm>
              <a:prstGeom prst="rect">
                <a:avLst/>
              </a:prstGeom>
              <a:noFill/>
              <a:ln>
                <a:noFill/>
              </a:ln>
            </p:spPr>
            <p:txBody>
              <a:bodyPr vert="horz" wrap="square" lIns="0" tIns="18004" rIns="0" bIns="0" anchor="t"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000" b="0" i="0" u="none" strike="noStrike" kern="0" cap="none" spc="0" baseline="0">
                    <a:solidFill>
                      <a:srgbClr val="211F26"/>
                    </a:solidFill>
                    <a:uFillTx/>
                    <a:latin typeface="Calibri" pitchFamily="34"/>
                    <a:cs typeface="Calibri" pitchFamily="34"/>
                  </a:rPr>
                  <a:t>Images</a:t>
                </a:r>
              </a:p>
            </p:txBody>
          </p:sp>
        </p:grpSp>
      </p:grpSp>
    </p:spTree>
    <p:extLst>
      <p:ext uri="{BB962C8B-B14F-4D97-AF65-F5344CB8AC3E}">
        <p14:creationId xmlns:p14="http://schemas.microsoft.com/office/powerpoint/2010/main" val="3033238070"/>
      </p:ext>
    </p:extLst>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ext + graph">
    <p:spTree>
      <p:nvGrpSpPr>
        <p:cNvPr id="1" name=""/>
        <p:cNvGrpSpPr/>
        <p:nvPr/>
      </p:nvGrpSpPr>
      <p:grpSpPr>
        <a:xfrm>
          <a:off x="0" y="0"/>
          <a:ext cx="0" cy="0"/>
          <a:chOff x="0" y="0"/>
          <a:chExt cx="0" cy="0"/>
        </a:xfrm>
      </p:grpSpPr>
      <p:grpSp>
        <p:nvGrpSpPr>
          <p:cNvPr id="2" name="Groep 9">
            <a:extLst>
              <a:ext uri="{FF2B5EF4-FFF2-40B4-BE49-F238E27FC236}">
                <a16:creationId xmlns:a16="http://schemas.microsoft.com/office/drawing/2014/main" id="{8F4A4F2C-7378-D33D-53DB-8718CA11570D}"/>
              </a:ext>
            </a:extLst>
          </p:cNvPr>
          <p:cNvGrpSpPr/>
          <p:nvPr/>
        </p:nvGrpSpPr>
        <p:grpSpPr>
          <a:xfrm>
            <a:off x="721077" y="6216740"/>
            <a:ext cx="961207" cy="381597"/>
            <a:chOff x="721077" y="6216740"/>
            <a:chExt cx="961207" cy="381597"/>
          </a:xfrm>
        </p:grpSpPr>
        <p:sp>
          <p:nvSpPr>
            <p:cNvPr id="3" name="Vrije vorm: vorm 10">
              <a:extLst>
                <a:ext uri="{FF2B5EF4-FFF2-40B4-BE49-F238E27FC236}">
                  <a16:creationId xmlns:a16="http://schemas.microsoft.com/office/drawing/2014/main" id="{E45AA534-2EAB-7E97-A98F-3E6D58DC2253}"/>
                </a:ext>
              </a:extLst>
            </p:cNvPr>
            <p:cNvSpPr>
              <a:spLocks noMove="1" noResize="1"/>
            </p:cNvSpPr>
            <p:nvPr/>
          </p:nvSpPr>
          <p:spPr>
            <a:xfrm>
              <a:off x="911656" y="6405618"/>
              <a:ext cx="177302" cy="192618"/>
            </a:xfrm>
            <a:custGeom>
              <a:avLst/>
              <a:gdLst>
                <a:gd name="f0" fmla="val 10800000"/>
                <a:gd name="f1" fmla="val 5400000"/>
                <a:gd name="f2" fmla="val 180"/>
                <a:gd name="f3" fmla="val w"/>
                <a:gd name="f4" fmla="val h"/>
                <a:gd name="f5" fmla="val 0"/>
                <a:gd name="f6" fmla="val 174307"/>
                <a:gd name="f7" fmla="val 186023"/>
                <a:gd name="f8" fmla="val 87154"/>
                <a:gd name="f9" fmla="val 150686"/>
                <a:gd name="f10" fmla="val 110871"/>
                <a:gd name="f11" fmla="val 123825"/>
                <a:gd name="f12" fmla="val 134874"/>
                <a:gd name="f13" fmla="val 112776"/>
                <a:gd name="f14" fmla="val 115348"/>
                <a:gd name="f15" fmla="val 173831"/>
                <a:gd name="f16" fmla="val 166116"/>
                <a:gd name="f17" fmla="val 133159"/>
                <a:gd name="f18" fmla="val 41148"/>
                <a:gd name="f19" fmla="val 571"/>
                <a:gd name="f20" fmla="val 50482"/>
                <a:gd name="f21" fmla="val 50578"/>
                <a:gd name="f22" fmla="val 63436"/>
                <a:gd name="f23" fmla="+- 0 0 -90"/>
                <a:gd name="f24" fmla="*/ f3 1 174307"/>
                <a:gd name="f25" fmla="*/ f4 1 186023"/>
                <a:gd name="f26" fmla="val f5"/>
                <a:gd name="f27" fmla="val f6"/>
                <a:gd name="f28" fmla="val f7"/>
                <a:gd name="f29" fmla="*/ f23 f0 1"/>
                <a:gd name="f30" fmla="+- f28 0 f26"/>
                <a:gd name="f31" fmla="+- f27 0 f26"/>
                <a:gd name="f32" fmla="*/ f29 1 f2"/>
                <a:gd name="f33" fmla="*/ f31 1 174307"/>
                <a:gd name="f34" fmla="*/ f30 1 186023"/>
                <a:gd name="f35" fmla="*/ 87154 f31 1"/>
                <a:gd name="f36" fmla="*/ 150686 f30 1"/>
                <a:gd name="f37" fmla="*/ 123825 f31 1"/>
                <a:gd name="f38" fmla="*/ 112776 f30 1"/>
                <a:gd name="f39" fmla="*/ 0 f30 1"/>
                <a:gd name="f40" fmla="*/ 174307 f31 1"/>
                <a:gd name="f41" fmla="*/ 115348 f30 1"/>
                <a:gd name="f42" fmla="*/ 186023 f30 1"/>
                <a:gd name="f43" fmla="*/ 0 f31 1"/>
                <a:gd name="f44" fmla="*/ 50482 f31 1"/>
                <a:gd name="f45" fmla="+- f32 0 f1"/>
                <a:gd name="f46" fmla="*/ f35 1 174307"/>
                <a:gd name="f47" fmla="*/ f36 1 186023"/>
                <a:gd name="f48" fmla="*/ f37 1 174307"/>
                <a:gd name="f49" fmla="*/ f38 1 186023"/>
                <a:gd name="f50" fmla="*/ f39 1 186023"/>
                <a:gd name="f51" fmla="*/ f40 1 174307"/>
                <a:gd name="f52" fmla="*/ f41 1 186023"/>
                <a:gd name="f53" fmla="*/ f42 1 186023"/>
                <a:gd name="f54" fmla="*/ f43 1 174307"/>
                <a:gd name="f55" fmla="*/ f44 1 174307"/>
                <a:gd name="f56" fmla="*/ f26 1 f33"/>
                <a:gd name="f57" fmla="*/ f27 1 f33"/>
                <a:gd name="f58" fmla="*/ f26 1 f34"/>
                <a:gd name="f59" fmla="*/ f28 1 f34"/>
                <a:gd name="f60" fmla="*/ f46 1 f33"/>
                <a:gd name="f61" fmla="*/ f47 1 f34"/>
                <a:gd name="f62" fmla="*/ f48 1 f33"/>
                <a:gd name="f63" fmla="*/ f49 1 f34"/>
                <a:gd name="f64" fmla="*/ f50 1 f34"/>
                <a:gd name="f65" fmla="*/ f51 1 f33"/>
                <a:gd name="f66" fmla="*/ f52 1 f34"/>
                <a:gd name="f67" fmla="*/ f53 1 f34"/>
                <a:gd name="f68" fmla="*/ f54 1 f33"/>
                <a:gd name="f69" fmla="*/ f55 1 f33"/>
                <a:gd name="f70" fmla="*/ f56 f24 1"/>
                <a:gd name="f71" fmla="*/ f57 f24 1"/>
                <a:gd name="f72" fmla="*/ f59 f25 1"/>
                <a:gd name="f73" fmla="*/ f58 f25 1"/>
                <a:gd name="f74" fmla="*/ f60 f24 1"/>
                <a:gd name="f75" fmla="*/ f61 f25 1"/>
                <a:gd name="f76" fmla="*/ f62 f24 1"/>
                <a:gd name="f77" fmla="*/ f63 f25 1"/>
                <a:gd name="f78" fmla="*/ f64 f25 1"/>
                <a:gd name="f79" fmla="*/ f65 f24 1"/>
                <a:gd name="f80" fmla="*/ f66 f25 1"/>
                <a:gd name="f81" fmla="*/ f67 f25 1"/>
                <a:gd name="f82" fmla="*/ f68 f24 1"/>
                <a:gd name="f83" fmla="*/ f69 f24 1"/>
              </a:gdLst>
              <a:ahLst/>
              <a:cxnLst>
                <a:cxn ang="3cd4">
                  <a:pos x="hc" y="t"/>
                </a:cxn>
                <a:cxn ang="0">
                  <a:pos x="r" y="vc"/>
                </a:cxn>
                <a:cxn ang="cd4">
                  <a:pos x="hc" y="b"/>
                </a:cxn>
                <a:cxn ang="cd2">
                  <a:pos x="l" y="vc"/>
                </a:cxn>
                <a:cxn ang="f45">
                  <a:pos x="f74" y="f75"/>
                </a:cxn>
                <a:cxn ang="f45">
                  <a:pos x="f76" y="f77"/>
                </a:cxn>
                <a:cxn ang="f45">
                  <a:pos x="f76" y="f78"/>
                </a:cxn>
                <a:cxn ang="f45">
                  <a:pos x="f79" y="f78"/>
                </a:cxn>
                <a:cxn ang="f45">
                  <a:pos x="f79" y="f80"/>
                </a:cxn>
                <a:cxn ang="f45">
                  <a:pos x="f74" y="f81"/>
                </a:cxn>
                <a:cxn ang="f45">
                  <a:pos x="f82" y="f80"/>
                </a:cxn>
                <a:cxn ang="f45">
                  <a:pos x="f82" y="f78"/>
                </a:cxn>
                <a:cxn ang="f45">
                  <a:pos x="f83" y="f78"/>
                </a:cxn>
                <a:cxn ang="f45">
                  <a:pos x="f83" y="f77"/>
                </a:cxn>
                <a:cxn ang="f45">
                  <a:pos x="f74" y="f75"/>
                </a:cxn>
              </a:cxnLst>
              <a:rect l="f70" t="f73" r="f71" b="f72"/>
              <a:pathLst>
                <a:path w="174307" h="186023">
                  <a:moveTo>
                    <a:pt x="f8" y="f9"/>
                  </a:moveTo>
                  <a:cubicBezTo>
                    <a:pt x="f10" y="f9"/>
                    <a:pt x="f11" y="f12"/>
                    <a:pt x="f11" y="f13"/>
                  </a:cubicBezTo>
                  <a:lnTo>
                    <a:pt x="f11" y="f5"/>
                  </a:lnTo>
                  <a:lnTo>
                    <a:pt x="f6" y="f5"/>
                  </a:lnTo>
                  <a:lnTo>
                    <a:pt x="f6" y="f14"/>
                  </a:lnTo>
                  <a:cubicBezTo>
                    <a:pt x="f15" y="f16"/>
                    <a:pt x="f17" y="f7"/>
                    <a:pt x="f8" y="f7"/>
                  </a:cubicBezTo>
                  <a:cubicBezTo>
                    <a:pt x="f18" y="f7"/>
                    <a:pt x="f19" y="f16"/>
                    <a:pt x="f5" y="f14"/>
                  </a:cubicBezTo>
                  <a:lnTo>
                    <a:pt x="f5" y="f5"/>
                  </a:lnTo>
                  <a:lnTo>
                    <a:pt x="f20" y="f5"/>
                  </a:lnTo>
                  <a:lnTo>
                    <a:pt x="f20" y="f13"/>
                  </a:lnTo>
                  <a:cubicBezTo>
                    <a:pt x="f21" y="f12"/>
                    <a:pt x="f22" y="f9"/>
                    <a:pt x="f8" y="f9"/>
                  </a:cubicBezTo>
                  <a:close/>
                </a:path>
              </a:pathLst>
            </a:custGeom>
            <a:solidFill>
              <a:srgbClr val="FFFFFF"/>
            </a:solidFill>
            <a:ln>
              <a:noFill/>
              <a:prstDash val="soli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000000"/>
                </a:solidFill>
                <a:uFillTx/>
                <a:latin typeface="Arial"/>
              </a:endParaRPr>
            </a:p>
          </p:txBody>
        </p:sp>
        <p:sp>
          <p:nvSpPr>
            <p:cNvPr id="4" name="Vrije vorm: vorm 11">
              <a:extLst>
                <a:ext uri="{FF2B5EF4-FFF2-40B4-BE49-F238E27FC236}">
                  <a16:creationId xmlns:a16="http://schemas.microsoft.com/office/drawing/2014/main" id="{4FA800B7-9DD8-2DE8-1D31-F85B2BE36583}"/>
                </a:ext>
              </a:extLst>
            </p:cNvPr>
            <p:cNvSpPr>
              <a:spLocks noMove="1" noResize="1"/>
            </p:cNvSpPr>
            <p:nvPr/>
          </p:nvSpPr>
          <p:spPr>
            <a:xfrm>
              <a:off x="721077" y="6405618"/>
              <a:ext cx="166448" cy="188677"/>
            </a:xfrm>
            <a:custGeom>
              <a:avLst/>
              <a:gdLst>
                <a:gd name="f0" fmla="val 10800000"/>
                <a:gd name="f1" fmla="val 5400000"/>
                <a:gd name="f2" fmla="val 180"/>
                <a:gd name="f3" fmla="val w"/>
                <a:gd name="f4" fmla="val h"/>
                <a:gd name="f5" fmla="val 0"/>
                <a:gd name="f6" fmla="val 163639"/>
                <a:gd name="f7" fmla="val 182213"/>
                <a:gd name="f8" fmla="val 56578"/>
                <a:gd name="f9" fmla="val 107061"/>
                <a:gd name="f10" fmla="val 35338"/>
                <a:gd name="f11" fmla="val 163640"/>
                <a:gd name="f12" fmla="+- 0 0 -90"/>
                <a:gd name="f13" fmla="*/ f3 1 163639"/>
                <a:gd name="f14" fmla="*/ f4 1 182213"/>
                <a:gd name="f15" fmla="val f5"/>
                <a:gd name="f16" fmla="val f6"/>
                <a:gd name="f17" fmla="val f7"/>
                <a:gd name="f18" fmla="*/ f12 f0 1"/>
                <a:gd name="f19" fmla="+- f17 0 f15"/>
                <a:gd name="f20" fmla="+- f16 0 f15"/>
                <a:gd name="f21" fmla="*/ f18 1 f2"/>
                <a:gd name="f22" fmla="*/ f20 1 163639"/>
                <a:gd name="f23" fmla="*/ f19 1 182213"/>
                <a:gd name="f24" fmla="*/ 56578 f20 1"/>
                <a:gd name="f25" fmla="*/ 182213 f19 1"/>
                <a:gd name="f26" fmla="*/ 107061 f20 1"/>
                <a:gd name="f27" fmla="*/ 35338 f19 1"/>
                <a:gd name="f28" fmla="*/ 163640 f20 1"/>
                <a:gd name="f29" fmla="*/ 0 f19 1"/>
                <a:gd name="f30" fmla="*/ 0 f20 1"/>
                <a:gd name="f31" fmla="+- f21 0 f1"/>
                <a:gd name="f32" fmla="*/ f24 1 163639"/>
                <a:gd name="f33" fmla="*/ f25 1 182213"/>
                <a:gd name="f34" fmla="*/ f26 1 163639"/>
                <a:gd name="f35" fmla="*/ f27 1 182213"/>
                <a:gd name="f36" fmla="*/ f28 1 163639"/>
                <a:gd name="f37" fmla="*/ f29 1 182213"/>
                <a:gd name="f38" fmla="*/ f30 1 163639"/>
                <a:gd name="f39" fmla="*/ f15 1 f22"/>
                <a:gd name="f40" fmla="*/ f16 1 f22"/>
                <a:gd name="f41" fmla="*/ f15 1 f23"/>
                <a:gd name="f42" fmla="*/ f17 1 f23"/>
                <a:gd name="f43" fmla="*/ f32 1 f22"/>
                <a:gd name="f44" fmla="*/ f33 1 f23"/>
                <a:gd name="f45" fmla="*/ f34 1 f22"/>
                <a:gd name="f46" fmla="*/ f35 1 f23"/>
                <a:gd name="f47" fmla="*/ f36 1 f22"/>
                <a:gd name="f48" fmla="*/ f37 1 f23"/>
                <a:gd name="f49" fmla="*/ f38 1 f22"/>
                <a:gd name="f50" fmla="*/ f39 f13 1"/>
                <a:gd name="f51" fmla="*/ f40 f13 1"/>
                <a:gd name="f52" fmla="*/ f42 f14 1"/>
                <a:gd name="f53" fmla="*/ f41 f14 1"/>
                <a:gd name="f54" fmla="*/ f43 f13 1"/>
                <a:gd name="f55" fmla="*/ f44 f14 1"/>
                <a:gd name="f56" fmla="*/ f45 f13 1"/>
                <a:gd name="f57" fmla="*/ f46 f14 1"/>
                <a:gd name="f58" fmla="*/ f47 f13 1"/>
                <a:gd name="f59" fmla="*/ f48 f14 1"/>
                <a:gd name="f60" fmla="*/ f49 f13 1"/>
              </a:gdLst>
              <a:ahLst/>
              <a:cxnLst>
                <a:cxn ang="3cd4">
                  <a:pos x="hc" y="t"/>
                </a:cxn>
                <a:cxn ang="0">
                  <a:pos x="r" y="vc"/>
                </a:cxn>
                <a:cxn ang="cd4">
                  <a:pos x="hc" y="b"/>
                </a:cxn>
                <a:cxn ang="cd2">
                  <a:pos x="l" y="vc"/>
                </a:cxn>
                <a:cxn ang="f31">
                  <a:pos x="f54" y="f55"/>
                </a:cxn>
                <a:cxn ang="f31">
                  <a:pos x="f56" y="f55"/>
                </a:cxn>
                <a:cxn ang="f31">
                  <a:pos x="f56" y="f57"/>
                </a:cxn>
                <a:cxn ang="f31">
                  <a:pos x="f58" y="f57"/>
                </a:cxn>
                <a:cxn ang="f31">
                  <a:pos x="f58" y="f59"/>
                </a:cxn>
                <a:cxn ang="f31">
                  <a:pos x="f60" y="f59"/>
                </a:cxn>
                <a:cxn ang="f31">
                  <a:pos x="f60" y="f57"/>
                </a:cxn>
                <a:cxn ang="f31">
                  <a:pos x="f54" y="f57"/>
                </a:cxn>
              </a:cxnLst>
              <a:rect l="f50" t="f53" r="f51" b="f52"/>
              <a:pathLst>
                <a:path w="163639" h="182213">
                  <a:moveTo>
                    <a:pt x="f8" y="f7"/>
                  </a:moveTo>
                  <a:lnTo>
                    <a:pt x="f9" y="f7"/>
                  </a:lnTo>
                  <a:lnTo>
                    <a:pt x="f9" y="f10"/>
                  </a:lnTo>
                  <a:lnTo>
                    <a:pt x="f11" y="f10"/>
                  </a:lnTo>
                  <a:lnTo>
                    <a:pt x="f11" y="f5"/>
                  </a:lnTo>
                  <a:lnTo>
                    <a:pt x="f5" y="f5"/>
                  </a:lnTo>
                  <a:lnTo>
                    <a:pt x="f5" y="f10"/>
                  </a:lnTo>
                  <a:lnTo>
                    <a:pt x="f8" y="f10"/>
                  </a:lnTo>
                  <a:close/>
                </a:path>
              </a:pathLst>
            </a:custGeom>
            <a:solidFill>
              <a:srgbClr val="FFFFFF"/>
            </a:solidFill>
            <a:ln>
              <a:noFill/>
              <a:prstDash val="soli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000000"/>
                </a:solidFill>
                <a:uFillTx/>
                <a:latin typeface="Arial"/>
              </a:endParaRPr>
            </a:p>
          </p:txBody>
        </p:sp>
        <p:sp>
          <p:nvSpPr>
            <p:cNvPr id="5" name="Vrije vorm: vorm 12">
              <a:extLst>
                <a:ext uri="{FF2B5EF4-FFF2-40B4-BE49-F238E27FC236}">
                  <a16:creationId xmlns:a16="http://schemas.microsoft.com/office/drawing/2014/main" id="{8FFD068B-53CF-C39E-8DE6-2311CBB94688}"/>
                </a:ext>
              </a:extLst>
            </p:cNvPr>
            <p:cNvSpPr>
              <a:spLocks noMove="1" noResize="1"/>
            </p:cNvSpPr>
            <p:nvPr/>
          </p:nvSpPr>
          <p:spPr>
            <a:xfrm>
              <a:off x="771113" y="6216740"/>
              <a:ext cx="175409" cy="176963"/>
            </a:xfrm>
            <a:custGeom>
              <a:avLst/>
              <a:gdLst>
                <a:gd name="f0" fmla="val 10800000"/>
                <a:gd name="f1" fmla="val 5400000"/>
                <a:gd name="f2" fmla="val 180"/>
                <a:gd name="f3" fmla="val w"/>
                <a:gd name="f4" fmla="val h"/>
                <a:gd name="f5" fmla="val 0"/>
                <a:gd name="f6" fmla="val 172449"/>
                <a:gd name="f7" fmla="val 170903"/>
                <a:gd name="f8" fmla="val 128740"/>
                <a:gd name="f9" fmla="val 93637"/>
                <a:gd name="f10" fmla="val 116453"/>
                <a:gd name="f11" fmla="val 97542"/>
                <a:gd name="f12" fmla="val 103689"/>
                <a:gd name="f13" fmla="val 94399"/>
                <a:gd name="f14" fmla="val 103785"/>
                <a:gd name="f15" fmla="val 77920"/>
                <a:gd name="f16" fmla="val 52774"/>
                <a:gd name="f17" fmla="val 162744"/>
                <a:gd name="f18" fmla="val 31724"/>
                <a:gd name="f19" fmla="val 170936"/>
                <a:gd name="f20" fmla="val 9816"/>
                <a:gd name="f21" fmla="val 172936"/>
                <a:gd name="f22" fmla="val 4387"/>
                <a:gd name="f23" fmla="val 173127"/>
                <a:gd name="f24" fmla="val -185"/>
                <a:gd name="f25" fmla="val 170460"/>
                <a:gd name="f26" fmla="val 6"/>
                <a:gd name="f27" fmla="val 168555"/>
                <a:gd name="f28" fmla="val 101"/>
                <a:gd name="f29" fmla="val 170079"/>
                <a:gd name="f30" fmla="val 2863"/>
                <a:gd name="f31" fmla="val 165888"/>
                <a:gd name="f32" fmla="val 6959"/>
                <a:gd name="f33" fmla="val 141504"/>
                <a:gd name="f34" fmla="val 31438"/>
                <a:gd name="f35" fmla="val 100546"/>
                <a:gd name="f36" fmla="val 31343"/>
                <a:gd name="f37" fmla="val 69114"/>
                <a:gd name="f38" fmla="val 45440"/>
                <a:gd name="f39" fmla="val 48540"/>
                <a:gd name="f40" fmla="val 54679"/>
                <a:gd name="f41" fmla="val -11849"/>
                <a:gd name="f42" fmla="val 83064"/>
                <a:gd name="f43" fmla="val 2058"/>
                <a:gd name="f44" fmla="val 146405"/>
                <a:gd name="f45" fmla="val 2724"/>
                <a:gd name="f46" fmla="val 149453"/>
                <a:gd name="f47" fmla="val 4534"/>
                <a:gd name="f48" fmla="val 159454"/>
                <a:gd name="f49" fmla="val 6344"/>
                <a:gd name="f50" fmla="val 8439"/>
                <a:gd name="f51" fmla="val 153454"/>
                <a:gd name="f52" fmla="val 146215"/>
                <a:gd name="f53" fmla="val 7963"/>
                <a:gd name="f54" fmla="val 108495"/>
                <a:gd name="f55" fmla="val 52635"/>
                <a:gd name="f56" fmla="val 98018"/>
                <a:gd name="f57" fmla="val 67209"/>
                <a:gd name="f58" fmla="val 73348"/>
                <a:gd name="f59" fmla="val 68923"/>
                <a:gd name="f60" fmla="val 70395"/>
                <a:gd name="f61" fmla="val 71971"/>
                <a:gd name="f62" fmla="val 66300"/>
                <a:gd name="f63" fmla="val 72638"/>
                <a:gd name="f64" fmla="val 68205"/>
                <a:gd name="f65" fmla="val 73019"/>
                <a:gd name="f66" fmla="val 69157"/>
                <a:gd name="f67" fmla="val 72733"/>
                <a:gd name="f68" fmla="val 70491"/>
                <a:gd name="f69" fmla="val 72162"/>
                <a:gd name="f70" fmla="val 73158"/>
                <a:gd name="f71" fmla="val 67590"/>
                <a:gd name="f72" fmla="val 93446"/>
                <a:gd name="f73" fmla="val 46444"/>
                <a:gd name="f74" fmla="val 106400"/>
                <a:gd name="f75" fmla="val 52445"/>
                <a:gd name="f76" fmla="val 120878"/>
                <a:gd name="f77" fmla="val 60255"/>
                <a:gd name="f78" fmla="val 139642"/>
                <a:gd name="f79" fmla="val 82639"/>
                <a:gd name="f80" fmla="val 125641"/>
                <a:gd name="f81" fmla="val 89592"/>
                <a:gd name="f82" fmla="val 113544"/>
                <a:gd name="f83" fmla="val 91402"/>
                <a:gd name="f84" fmla="val 110210"/>
                <a:gd name="f85" fmla="val 92450"/>
                <a:gd name="f86" fmla="val 108115"/>
                <a:gd name="f87" fmla="val 93688"/>
                <a:gd name="f88" fmla="val 94641"/>
                <a:gd name="f89" fmla="val 108781"/>
                <a:gd name="f90" fmla="val 94545"/>
                <a:gd name="f91" fmla="val 112591"/>
                <a:gd name="f92" fmla="val 93974"/>
                <a:gd name="f93" fmla="val 116020"/>
                <a:gd name="f94" fmla="val 90259"/>
                <a:gd name="f95" fmla="val 137833"/>
                <a:gd name="f96" fmla="val 85306"/>
                <a:gd name="f97" fmla="val 150025"/>
                <a:gd name="f98" fmla="val 69304"/>
                <a:gd name="f99" fmla="val 162502"/>
                <a:gd name="f100" fmla="val 64161"/>
                <a:gd name="f101" fmla="val 166503"/>
                <a:gd name="f102" fmla="val 56160"/>
                <a:gd name="f103" fmla="val 167265"/>
                <a:gd name="f104" fmla="val 57207"/>
                <a:gd name="f105" fmla="val 170313"/>
                <a:gd name="f106" fmla="val 57493"/>
                <a:gd name="f107" fmla="val 171075"/>
                <a:gd name="f108" fmla="val 60922"/>
                <a:gd name="f109" fmla="val 170979"/>
                <a:gd name="f110" fmla="val 63684"/>
                <a:gd name="f111" fmla="val 170694"/>
                <a:gd name="f112" fmla="val 106166"/>
                <a:gd name="f113" fmla="val 167932"/>
                <a:gd name="f114" fmla="val 141694"/>
                <a:gd name="f115" fmla="val 117925"/>
                <a:gd name="f116" fmla="val 151124"/>
                <a:gd name="f117" fmla="val 85159"/>
                <a:gd name="f118" fmla="val 152076"/>
                <a:gd name="f119" fmla="val 82873"/>
                <a:gd name="f120" fmla="val 152362"/>
                <a:gd name="f121" fmla="val 80683"/>
                <a:gd name="f122" fmla="val 151410"/>
                <a:gd name="f123" fmla="val 79920"/>
                <a:gd name="f124" fmla="val 150171"/>
                <a:gd name="f125" fmla="val 78968"/>
                <a:gd name="f126" fmla="val 148266"/>
                <a:gd name="f127" fmla="val 81159"/>
                <a:gd name="f128" fmla="val 146361"/>
                <a:gd name="f129" fmla="val 87255"/>
                <a:gd name="f130" fmla="val 134836"/>
                <a:gd name="f131" fmla="val 91732"/>
                <a:gd name="f132" fmla="+- 0 0 -90"/>
                <a:gd name="f133" fmla="*/ f3 1 172449"/>
                <a:gd name="f134" fmla="*/ f4 1 170903"/>
                <a:gd name="f135" fmla="val f5"/>
                <a:gd name="f136" fmla="val f6"/>
                <a:gd name="f137" fmla="val f7"/>
                <a:gd name="f138" fmla="*/ f132 f0 1"/>
                <a:gd name="f139" fmla="+- f137 0 f135"/>
                <a:gd name="f140" fmla="+- f136 0 f135"/>
                <a:gd name="f141" fmla="*/ f138 1 f2"/>
                <a:gd name="f142" fmla="*/ f140 1 172449"/>
                <a:gd name="f143" fmla="*/ f139 1 170903"/>
                <a:gd name="f144" fmla="*/ 128740 f140 1"/>
                <a:gd name="f145" fmla="*/ 93637 f139 1"/>
                <a:gd name="f146" fmla="*/ 103785 f140 1"/>
                <a:gd name="f147" fmla="*/ 77920 f139 1"/>
                <a:gd name="f148" fmla="*/ 170936 f140 1"/>
                <a:gd name="f149" fmla="*/ 9816 f139 1"/>
                <a:gd name="f150" fmla="*/ 170460 f140 1"/>
                <a:gd name="f151" fmla="*/ 6 f139 1"/>
                <a:gd name="f152" fmla="*/ 165888 f140 1"/>
                <a:gd name="f153" fmla="*/ 6959 f139 1"/>
                <a:gd name="f154" fmla="*/ 69114 f140 1"/>
                <a:gd name="f155" fmla="*/ 45440 f139 1"/>
                <a:gd name="f156" fmla="*/ 2058 f140 1"/>
                <a:gd name="f157" fmla="*/ 146405 f139 1"/>
                <a:gd name="f158" fmla="*/ 6344 f140 1"/>
                <a:gd name="f159" fmla="*/ 159454 f139 1"/>
                <a:gd name="f160" fmla="*/ 8439 f140 1"/>
                <a:gd name="f161" fmla="*/ 146215 f139 1"/>
                <a:gd name="f162" fmla="*/ 67209 f140 1"/>
                <a:gd name="f163" fmla="*/ 73348 f139 1"/>
                <a:gd name="f164" fmla="*/ 72638 f140 1"/>
                <a:gd name="f165" fmla="*/ 68205 f139 1"/>
                <a:gd name="f166" fmla="*/ 72162 f140 1"/>
                <a:gd name="f167" fmla="*/ 73158 f139 1"/>
                <a:gd name="f168" fmla="*/ 52445 f140 1"/>
                <a:gd name="f169" fmla="*/ 120878 f139 1"/>
                <a:gd name="f170" fmla="*/ 89592 f140 1"/>
                <a:gd name="f171" fmla="*/ 113544 f139 1"/>
                <a:gd name="f172" fmla="*/ 93688 f140 1"/>
                <a:gd name="f173" fmla="*/ 108495 f139 1"/>
                <a:gd name="f174" fmla="*/ 93974 f140 1"/>
                <a:gd name="f175" fmla="*/ 116020 f139 1"/>
                <a:gd name="f176" fmla="*/ 69304 f140 1"/>
                <a:gd name="f177" fmla="*/ 162502 f139 1"/>
                <a:gd name="f178" fmla="*/ 57207 f140 1"/>
                <a:gd name="f179" fmla="*/ 170313 f139 1"/>
                <a:gd name="f180" fmla="*/ 63684 f140 1"/>
                <a:gd name="f181" fmla="*/ 170694 f139 1"/>
                <a:gd name="f182" fmla="*/ 151124 f140 1"/>
                <a:gd name="f183" fmla="*/ 85159 f139 1"/>
                <a:gd name="f184" fmla="*/ 151410 f140 1"/>
                <a:gd name="f185" fmla="*/ 79920 f139 1"/>
                <a:gd name="f186" fmla="*/ 146361 f140 1"/>
                <a:gd name="f187" fmla="*/ 82873 f139 1"/>
                <a:gd name="f188" fmla="+- f141 0 f1"/>
                <a:gd name="f189" fmla="*/ f144 1 172449"/>
                <a:gd name="f190" fmla="*/ f145 1 170903"/>
                <a:gd name="f191" fmla="*/ f146 1 172449"/>
                <a:gd name="f192" fmla="*/ f147 1 170903"/>
                <a:gd name="f193" fmla="*/ f148 1 172449"/>
                <a:gd name="f194" fmla="*/ f149 1 170903"/>
                <a:gd name="f195" fmla="*/ f150 1 172449"/>
                <a:gd name="f196" fmla="*/ f151 1 170903"/>
                <a:gd name="f197" fmla="*/ f152 1 172449"/>
                <a:gd name="f198" fmla="*/ f153 1 170903"/>
                <a:gd name="f199" fmla="*/ f154 1 172449"/>
                <a:gd name="f200" fmla="*/ f155 1 170903"/>
                <a:gd name="f201" fmla="*/ f156 1 172449"/>
                <a:gd name="f202" fmla="*/ f157 1 170903"/>
                <a:gd name="f203" fmla="*/ f158 1 172449"/>
                <a:gd name="f204" fmla="*/ f159 1 170903"/>
                <a:gd name="f205" fmla="*/ f160 1 172449"/>
                <a:gd name="f206" fmla="*/ f161 1 170903"/>
                <a:gd name="f207" fmla="*/ f162 1 172449"/>
                <a:gd name="f208" fmla="*/ f163 1 170903"/>
                <a:gd name="f209" fmla="*/ f164 1 172449"/>
                <a:gd name="f210" fmla="*/ f165 1 170903"/>
                <a:gd name="f211" fmla="*/ f166 1 172449"/>
                <a:gd name="f212" fmla="*/ f167 1 170903"/>
                <a:gd name="f213" fmla="*/ f168 1 172449"/>
                <a:gd name="f214" fmla="*/ f169 1 170903"/>
                <a:gd name="f215" fmla="*/ f170 1 172449"/>
                <a:gd name="f216" fmla="*/ f171 1 170903"/>
                <a:gd name="f217" fmla="*/ f172 1 172449"/>
                <a:gd name="f218" fmla="*/ f173 1 170903"/>
                <a:gd name="f219" fmla="*/ f174 1 172449"/>
                <a:gd name="f220" fmla="*/ f175 1 170903"/>
                <a:gd name="f221" fmla="*/ f176 1 172449"/>
                <a:gd name="f222" fmla="*/ f177 1 170903"/>
                <a:gd name="f223" fmla="*/ f178 1 172449"/>
                <a:gd name="f224" fmla="*/ f179 1 170903"/>
                <a:gd name="f225" fmla="*/ f180 1 172449"/>
                <a:gd name="f226" fmla="*/ f181 1 170903"/>
                <a:gd name="f227" fmla="*/ f182 1 172449"/>
                <a:gd name="f228" fmla="*/ f183 1 170903"/>
                <a:gd name="f229" fmla="*/ f184 1 172449"/>
                <a:gd name="f230" fmla="*/ f185 1 170903"/>
                <a:gd name="f231" fmla="*/ f186 1 172449"/>
                <a:gd name="f232" fmla="*/ f187 1 170903"/>
                <a:gd name="f233" fmla="*/ f135 1 f142"/>
                <a:gd name="f234" fmla="*/ f136 1 f142"/>
                <a:gd name="f235" fmla="*/ f135 1 f143"/>
                <a:gd name="f236" fmla="*/ f137 1 f143"/>
                <a:gd name="f237" fmla="*/ f189 1 f142"/>
                <a:gd name="f238" fmla="*/ f190 1 f143"/>
                <a:gd name="f239" fmla="*/ f191 1 f142"/>
                <a:gd name="f240" fmla="*/ f192 1 f143"/>
                <a:gd name="f241" fmla="*/ f193 1 f142"/>
                <a:gd name="f242" fmla="*/ f194 1 f143"/>
                <a:gd name="f243" fmla="*/ f195 1 f142"/>
                <a:gd name="f244" fmla="*/ f196 1 f143"/>
                <a:gd name="f245" fmla="*/ f197 1 f142"/>
                <a:gd name="f246" fmla="*/ f198 1 f143"/>
                <a:gd name="f247" fmla="*/ f199 1 f142"/>
                <a:gd name="f248" fmla="*/ f200 1 f143"/>
                <a:gd name="f249" fmla="*/ f201 1 f142"/>
                <a:gd name="f250" fmla="*/ f202 1 f143"/>
                <a:gd name="f251" fmla="*/ f203 1 f142"/>
                <a:gd name="f252" fmla="*/ f204 1 f143"/>
                <a:gd name="f253" fmla="*/ f205 1 f142"/>
                <a:gd name="f254" fmla="*/ f206 1 f143"/>
                <a:gd name="f255" fmla="*/ f207 1 f142"/>
                <a:gd name="f256" fmla="*/ f208 1 f143"/>
                <a:gd name="f257" fmla="*/ f209 1 f142"/>
                <a:gd name="f258" fmla="*/ f210 1 f143"/>
                <a:gd name="f259" fmla="*/ f211 1 f142"/>
                <a:gd name="f260" fmla="*/ f212 1 f143"/>
                <a:gd name="f261" fmla="*/ f213 1 f142"/>
                <a:gd name="f262" fmla="*/ f214 1 f143"/>
                <a:gd name="f263" fmla="*/ f215 1 f142"/>
                <a:gd name="f264" fmla="*/ f216 1 f143"/>
                <a:gd name="f265" fmla="*/ f217 1 f142"/>
                <a:gd name="f266" fmla="*/ f218 1 f143"/>
                <a:gd name="f267" fmla="*/ f219 1 f142"/>
                <a:gd name="f268" fmla="*/ f220 1 f143"/>
                <a:gd name="f269" fmla="*/ f221 1 f142"/>
                <a:gd name="f270" fmla="*/ f222 1 f143"/>
                <a:gd name="f271" fmla="*/ f223 1 f142"/>
                <a:gd name="f272" fmla="*/ f224 1 f143"/>
                <a:gd name="f273" fmla="*/ f225 1 f142"/>
                <a:gd name="f274" fmla="*/ f226 1 f143"/>
                <a:gd name="f275" fmla="*/ f227 1 f142"/>
                <a:gd name="f276" fmla="*/ f228 1 f143"/>
                <a:gd name="f277" fmla="*/ f229 1 f142"/>
                <a:gd name="f278" fmla="*/ f230 1 f143"/>
                <a:gd name="f279" fmla="*/ f231 1 f142"/>
                <a:gd name="f280" fmla="*/ f232 1 f143"/>
                <a:gd name="f281" fmla="*/ f233 f133 1"/>
                <a:gd name="f282" fmla="*/ f234 f133 1"/>
                <a:gd name="f283" fmla="*/ f236 f134 1"/>
                <a:gd name="f284" fmla="*/ f235 f134 1"/>
                <a:gd name="f285" fmla="*/ f237 f133 1"/>
                <a:gd name="f286" fmla="*/ f238 f134 1"/>
                <a:gd name="f287" fmla="*/ f239 f133 1"/>
                <a:gd name="f288" fmla="*/ f240 f134 1"/>
                <a:gd name="f289" fmla="*/ f241 f133 1"/>
                <a:gd name="f290" fmla="*/ f242 f134 1"/>
                <a:gd name="f291" fmla="*/ f243 f133 1"/>
                <a:gd name="f292" fmla="*/ f244 f134 1"/>
                <a:gd name="f293" fmla="*/ f245 f133 1"/>
                <a:gd name="f294" fmla="*/ f246 f134 1"/>
                <a:gd name="f295" fmla="*/ f247 f133 1"/>
                <a:gd name="f296" fmla="*/ f248 f134 1"/>
                <a:gd name="f297" fmla="*/ f249 f133 1"/>
                <a:gd name="f298" fmla="*/ f250 f134 1"/>
                <a:gd name="f299" fmla="*/ f251 f133 1"/>
                <a:gd name="f300" fmla="*/ f252 f134 1"/>
                <a:gd name="f301" fmla="*/ f253 f133 1"/>
                <a:gd name="f302" fmla="*/ f254 f134 1"/>
                <a:gd name="f303" fmla="*/ f255 f133 1"/>
                <a:gd name="f304" fmla="*/ f256 f134 1"/>
                <a:gd name="f305" fmla="*/ f257 f133 1"/>
                <a:gd name="f306" fmla="*/ f258 f134 1"/>
                <a:gd name="f307" fmla="*/ f259 f133 1"/>
                <a:gd name="f308" fmla="*/ f260 f134 1"/>
                <a:gd name="f309" fmla="*/ f261 f133 1"/>
                <a:gd name="f310" fmla="*/ f262 f134 1"/>
                <a:gd name="f311" fmla="*/ f263 f133 1"/>
                <a:gd name="f312" fmla="*/ f264 f134 1"/>
                <a:gd name="f313" fmla="*/ f265 f133 1"/>
                <a:gd name="f314" fmla="*/ f266 f134 1"/>
                <a:gd name="f315" fmla="*/ f267 f133 1"/>
                <a:gd name="f316" fmla="*/ f268 f134 1"/>
                <a:gd name="f317" fmla="*/ f269 f133 1"/>
                <a:gd name="f318" fmla="*/ f270 f134 1"/>
                <a:gd name="f319" fmla="*/ f271 f133 1"/>
                <a:gd name="f320" fmla="*/ f272 f134 1"/>
                <a:gd name="f321" fmla="*/ f273 f133 1"/>
                <a:gd name="f322" fmla="*/ f274 f134 1"/>
                <a:gd name="f323" fmla="*/ f275 f133 1"/>
                <a:gd name="f324" fmla="*/ f276 f134 1"/>
                <a:gd name="f325" fmla="*/ f277 f133 1"/>
                <a:gd name="f326" fmla="*/ f278 f134 1"/>
                <a:gd name="f327" fmla="*/ f279 f133 1"/>
                <a:gd name="f328" fmla="*/ f280 f134 1"/>
              </a:gdLst>
              <a:ahLst/>
              <a:cxnLst>
                <a:cxn ang="3cd4">
                  <a:pos x="hc" y="t"/>
                </a:cxn>
                <a:cxn ang="0">
                  <a:pos x="r" y="vc"/>
                </a:cxn>
                <a:cxn ang="cd4">
                  <a:pos x="hc" y="b"/>
                </a:cxn>
                <a:cxn ang="cd2">
                  <a:pos x="l" y="vc"/>
                </a:cxn>
                <a:cxn ang="f188">
                  <a:pos x="f285" y="f286"/>
                </a:cxn>
                <a:cxn ang="f188">
                  <a:pos x="f287" y="f288"/>
                </a:cxn>
                <a:cxn ang="f188">
                  <a:pos x="f289" y="f290"/>
                </a:cxn>
                <a:cxn ang="f188">
                  <a:pos x="f291" y="f292"/>
                </a:cxn>
                <a:cxn ang="f188">
                  <a:pos x="f293" y="f294"/>
                </a:cxn>
                <a:cxn ang="f188">
                  <a:pos x="f295" y="f296"/>
                </a:cxn>
                <a:cxn ang="f188">
                  <a:pos x="f297" y="f298"/>
                </a:cxn>
                <a:cxn ang="f188">
                  <a:pos x="f299" y="f300"/>
                </a:cxn>
                <a:cxn ang="f188">
                  <a:pos x="f301" y="f302"/>
                </a:cxn>
                <a:cxn ang="f188">
                  <a:pos x="f303" y="f304"/>
                </a:cxn>
                <a:cxn ang="f188">
                  <a:pos x="f305" y="f306"/>
                </a:cxn>
                <a:cxn ang="f188">
                  <a:pos x="f307" y="f308"/>
                </a:cxn>
                <a:cxn ang="f188">
                  <a:pos x="f309" y="f310"/>
                </a:cxn>
                <a:cxn ang="f188">
                  <a:pos x="f311" y="f312"/>
                </a:cxn>
                <a:cxn ang="f188">
                  <a:pos x="f313" y="f314"/>
                </a:cxn>
                <a:cxn ang="f188">
                  <a:pos x="f315" y="f316"/>
                </a:cxn>
                <a:cxn ang="f188">
                  <a:pos x="f317" y="f318"/>
                </a:cxn>
                <a:cxn ang="f188">
                  <a:pos x="f319" y="f320"/>
                </a:cxn>
                <a:cxn ang="f188">
                  <a:pos x="f321" y="f322"/>
                </a:cxn>
                <a:cxn ang="f188">
                  <a:pos x="f323" y="f324"/>
                </a:cxn>
                <a:cxn ang="f188">
                  <a:pos x="f325" y="f326"/>
                </a:cxn>
                <a:cxn ang="f188">
                  <a:pos x="f327" y="f328"/>
                </a:cxn>
                <a:cxn ang="f188">
                  <a:pos x="f285" y="f286"/>
                </a:cxn>
              </a:cxnLst>
              <a:rect l="f281" t="f284" r="f282" b="f283"/>
              <a:pathLst>
                <a:path w="172449" h="170903">
                  <a:moveTo>
                    <a:pt x="f8" y="f9"/>
                  </a:moveTo>
                  <a:cubicBezTo>
                    <a:pt x="f10" y="f11"/>
                    <a:pt x="f12" y="f13"/>
                    <a:pt x="f14" y="f15"/>
                  </a:cubicBezTo>
                  <a:cubicBezTo>
                    <a:pt x="f14" y="f16"/>
                    <a:pt x="f17" y="f18"/>
                    <a:pt x="f19" y="f20"/>
                  </a:cubicBezTo>
                  <a:cubicBezTo>
                    <a:pt x="f21" y="f22"/>
                    <a:pt x="f23" y="f24"/>
                    <a:pt x="f25" y="f26"/>
                  </a:cubicBezTo>
                  <a:cubicBezTo>
                    <a:pt x="f27" y="f28"/>
                    <a:pt x="f29" y="f30"/>
                    <a:pt x="f31" y="f32"/>
                  </a:cubicBezTo>
                  <a:cubicBezTo>
                    <a:pt x="f33" y="f34"/>
                    <a:pt x="f35" y="f36"/>
                    <a:pt x="f37" y="f38"/>
                  </a:cubicBezTo>
                  <a:cubicBezTo>
                    <a:pt x="f39" y="f40"/>
                    <a:pt x="f41" y="f42"/>
                    <a:pt x="f43" y="f44"/>
                  </a:cubicBezTo>
                  <a:cubicBezTo>
                    <a:pt x="f45" y="f46"/>
                    <a:pt x="f47" y="f48"/>
                    <a:pt x="f49" y="f48"/>
                  </a:cubicBezTo>
                  <a:cubicBezTo>
                    <a:pt x="f50" y="f48"/>
                    <a:pt x="f50" y="f51"/>
                    <a:pt x="f50" y="f52"/>
                  </a:cubicBezTo>
                  <a:cubicBezTo>
                    <a:pt x="f53" y="f54"/>
                    <a:pt x="f55" y="f56"/>
                    <a:pt x="f57" y="f58"/>
                  </a:cubicBezTo>
                  <a:cubicBezTo>
                    <a:pt x="f59" y="f60"/>
                    <a:pt x="f61" y="f62"/>
                    <a:pt x="f63" y="f64"/>
                  </a:cubicBezTo>
                  <a:cubicBezTo>
                    <a:pt x="f65" y="f66"/>
                    <a:pt x="f67" y="f68"/>
                    <a:pt x="f69" y="f70"/>
                  </a:cubicBezTo>
                  <a:cubicBezTo>
                    <a:pt x="f71" y="f72"/>
                    <a:pt x="f73" y="f74"/>
                    <a:pt x="f75" y="f76"/>
                  </a:cubicBezTo>
                  <a:cubicBezTo>
                    <a:pt x="f77" y="f78"/>
                    <a:pt x="f79" y="f80"/>
                    <a:pt x="f81" y="f82"/>
                  </a:cubicBezTo>
                  <a:cubicBezTo>
                    <a:pt x="f83" y="f84"/>
                    <a:pt x="f85" y="f86"/>
                    <a:pt x="f87" y="f54"/>
                  </a:cubicBezTo>
                  <a:cubicBezTo>
                    <a:pt x="f88" y="f89"/>
                    <a:pt x="f90" y="f91"/>
                    <a:pt x="f92" y="f93"/>
                  </a:cubicBezTo>
                  <a:cubicBezTo>
                    <a:pt x="f94" y="f95"/>
                    <a:pt x="f96" y="f97"/>
                    <a:pt x="f98" y="f99"/>
                  </a:cubicBezTo>
                  <a:cubicBezTo>
                    <a:pt x="f100" y="f101"/>
                    <a:pt x="f102" y="f103"/>
                    <a:pt x="f104" y="f105"/>
                  </a:cubicBezTo>
                  <a:cubicBezTo>
                    <a:pt x="f106" y="f107"/>
                    <a:pt x="f108" y="f109"/>
                    <a:pt x="f110" y="f111"/>
                  </a:cubicBezTo>
                  <a:cubicBezTo>
                    <a:pt x="f112" y="f113"/>
                    <a:pt x="f114" y="f115"/>
                    <a:pt x="f116" y="f117"/>
                  </a:cubicBezTo>
                  <a:cubicBezTo>
                    <a:pt x="f118" y="f119"/>
                    <a:pt x="f120" y="f121"/>
                    <a:pt x="f122" y="f123"/>
                  </a:cubicBezTo>
                  <a:cubicBezTo>
                    <a:pt x="f124" y="f125"/>
                    <a:pt x="f126" y="f127"/>
                    <a:pt x="f128" y="f119"/>
                  </a:cubicBezTo>
                  <a:cubicBezTo>
                    <a:pt x="f33" y="f129"/>
                    <a:pt x="f130" y="f131"/>
                    <a:pt x="f8" y="f9"/>
                  </a:cubicBezTo>
                  <a:close/>
                </a:path>
              </a:pathLst>
            </a:custGeom>
            <a:solidFill>
              <a:srgbClr val="FFFFFF"/>
            </a:solidFill>
            <a:ln>
              <a:noFill/>
              <a:prstDash val="soli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000000"/>
                </a:solidFill>
                <a:uFillTx/>
                <a:latin typeface="Arial"/>
              </a:endParaRPr>
            </a:p>
          </p:txBody>
        </p:sp>
        <p:sp>
          <p:nvSpPr>
            <p:cNvPr id="6" name="Vrije vorm: vorm 13">
              <a:extLst>
                <a:ext uri="{FF2B5EF4-FFF2-40B4-BE49-F238E27FC236}">
                  <a16:creationId xmlns:a16="http://schemas.microsoft.com/office/drawing/2014/main" id="{267122EB-0F20-467A-F9D7-FA7A09E92627}"/>
                </a:ext>
              </a:extLst>
            </p:cNvPr>
            <p:cNvSpPr>
              <a:spLocks noMove="1" noResize="1"/>
            </p:cNvSpPr>
            <p:nvPr/>
          </p:nvSpPr>
          <p:spPr>
            <a:xfrm>
              <a:off x="1315181" y="6459175"/>
              <a:ext cx="116650" cy="139162"/>
            </a:xfrm>
            <a:custGeom>
              <a:avLst/>
              <a:gdLst>
                <a:gd name="f0" fmla="val 10800000"/>
                <a:gd name="f1" fmla="val 5400000"/>
                <a:gd name="f2" fmla="val 180"/>
                <a:gd name="f3" fmla="val w"/>
                <a:gd name="f4" fmla="val h"/>
                <a:gd name="f5" fmla="val 0"/>
                <a:gd name="f6" fmla="val 114680"/>
                <a:gd name="f7" fmla="val 134397"/>
                <a:gd name="f8" fmla="val 24955"/>
                <a:gd name="f9" fmla="val 55054"/>
                <a:gd name="f10" fmla="val 25146"/>
                <a:gd name="f11" fmla="val 35242"/>
                <a:gd name="f12" fmla="val 37052"/>
                <a:gd name="f13" fmla="val 17431"/>
                <a:gd name="f14" fmla="val 57055"/>
                <a:gd name="f15" fmla="val 80296"/>
                <a:gd name="f16" fmla="val 89344"/>
                <a:gd name="f17" fmla="val 33338"/>
                <a:gd name="f18" fmla="val 114681"/>
                <a:gd name="f19" fmla="val 71723"/>
                <a:gd name="f20" fmla="val 59817"/>
                <a:gd name="f21" fmla="val 24765"/>
                <a:gd name="f22" fmla="val 94774"/>
                <a:gd name="f23" fmla="val 58864"/>
                <a:gd name="f24" fmla="val 18764"/>
                <a:gd name="f25" fmla="val 31051"/>
                <a:gd name="f26" fmla="val 68199"/>
                <a:gd name="f27" fmla="val 105537"/>
                <a:gd name="f28" fmla="val 16192"/>
                <a:gd name="f29" fmla="val 134398"/>
                <a:gd name="f30" fmla="val 56864"/>
                <a:gd name="f31" fmla="val 87154"/>
                <a:gd name="f32" fmla="val 109347"/>
                <a:gd name="f33" fmla="val 120015"/>
                <a:gd name="f34" fmla="val 113157"/>
                <a:gd name="f35" fmla="val 91250"/>
                <a:gd name="f36" fmla="val 87916"/>
                <a:gd name="f37" fmla="val 85154"/>
                <a:gd name="f38" fmla="val 109633"/>
                <a:gd name="f39" fmla="val 75819"/>
                <a:gd name="f40" fmla="val 116967"/>
                <a:gd name="f41" fmla="val 57150"/>
                <a:gd name="f42" fmla="val 32671"/>
                <a:gd name="f43" fmla="val 24479"/>
                <a:gd name="f44" fmla="val 95155"/>
                <a:gd name="f45" fmla="val 71818"/>
                <a:gd name="f46" fmla="+- 0 0 -90"/>
                <a:gd name="f47" fmla="*/ f3 1 114680"/>
                <a:gd name="f48" fmla="*/ f4 1 134397"/>
                <a:gd name="f49" fmla="val f5"/>
                <a:gd name="f50" fmla="val f6"/>
                <a:gd name="f51" fmla="val f7"/>
                <a:gd name="f52" fmla="*/ f46 f0 1"/>
                <a:gd name="f53" fmla="+- f51 0 f49"/>
                <a:gd name="f54" fmla="+- f50 0 f49"/>
                <a:gd name="f55" fmla="*/ f52 1 f2"/>
                <a:gd name="f56" fmla="*/ f54 1 114680"/>
                <a:gd name="f57" fmla="*/ f53 1 134397"/>
                <a:gd name="f58" fmla="*/ 24955 f54 1"/>
                <a:gd name="f59" fmla="*/ 55054 f53 1"/>
                <a:gd name="f60" fmla="*/ 57055 f54 1"/>
                <a:gd name="f61" fmla="*/ 17431 f53 1"/>
                <a:gd name="f62" fmla="*/ 89344 f54 1"/>
                <a:gd name="f63" fmla="*/ 114681 f54 1"/>
                <a:gd name="f64" fmla="*/ 71723 f53 1"/>
                <a:gd name="f65" fmla="*/ 59817 f53 1"/>
                <a:gd name="f66" fmla="*/ 58864 f54 1"/>
                <a:gd name="f67" fmla="*/ 0 f53 1"/>
                <a:gd name="f68" fmla="*/ 0 f54 1"/>
                <a:gd name="f69" fmla="*/ 68199 f53 1"/>
                <a:gd name="f70" fmla="*/ 56864 f54 1"/>
                <a:gd name="f71" fmla="*/ 134398 f53 1"/>
                <a:gd name="f72" fmla="*/ 113157 f54 1"/>
                <a:gd name="f73" fmla="*/ 91250 f53 1"/>
                <a:gd name="f74" fmla="*/ 87916 f54 1"/>
                <a:gd name="f75" fmla="*/ 57150 f54 1"/>
                <a:gd name="f76" fmla="*/ 116967 f53 1"/>
                <a:gd name="f77" fmla="*/ 24479 f54 1"/>
                <a:gd name="f78" fmla="*/ 71818 f53 1"/>
                <a:gd name="f79" fmla="+- f55 0 f1"/>
                <a:gd name="f80" fmla="*/ f58 1 114680"/>
                <a:gd name="f81" fmla="*/ f59 1 134397"/>
                <a:gd name="f82" fmla="*/ f60 1 114680"/>
                <a:gd name="f83" fmla="*/ f61 1 134397"/>
                <a:gd name="f84" fmla="*/ f62 1 114680"/>
                <a:gd name="f85" fmla="*/ f63 1 114680"/>
                <a:gd name="f86" fmla="*/ f64 1 134397"/>
                <a:gd name="f87" fmla="*/ f65 1 134397"/>
                <a:gd name="f88" fmla="*/ f66 1 114680"/>
                <a:gd name="f89" fmla="*/ f67 1 134397"/>
                <a:gd name="f90" fmla="*/ f68 1 114680"/>
                <a:gd name="f91" fmla="*/ f69 1 134397"/>
                <a:gd name="f92" fmla="*/ f70 1 114680"/>
                <a:gd name="f93" fmla="*/ f71 1 134397"/>
                <a:gd name="f94" fmla="*/ f72 1 114680"/>
                <a:gd name="f95" fmla="*/ f73 1 134397"/>
                <a:gd name="f96" fmla="*/ f74 1 114680"/>
                <a:gd name="f97" fmla="*/ f75 1 114680"/>
                <a:gd name="f98" fmla="*/ f76 1 134397"/>
                <a:gd name="f99" fmla="*/ f77 1 114680"/>
                <a:gd name="f100" fmla="*/ f78 1 134397"/>
                <a:gd name="f101" fmla="*/ f49 1 f56"/>
                <a:gd name="f102" fmla="*/ f50 1 f56"/>
                <a:gd name="f103" fmla="*/ f49 1 f57"/>
                <a:gd name="f104" fmla="*/ f51 1 f57"/>
                <a:gd name="f105" fmla="*/ f80 1 f56"/>
                <a:gd name="f106" fmla="*/ f81 1 f57"/>
                <a:gd name="f107" fmla="*/ f82 1 f56"/>
                <a:gd name="f108" fmla="*/ f83 1 f57"/>
                <a:gd name="f109" fmla="*/ f84 1 f56"/>
                <a:gd name="f110" fmla="*/ f85 1 f56"/>
                <a:gd name="f111" fmla="*/ f86 1 f57"/>
                <a:gd name="f112" fmla="*/ f87 1 f57"/>
                <a:gd name="f113" fmla="*/ f88 1 f56"/>
                <a:gd name="f114" fmla="*/ f89 1 f57"/>
                <a:gd name="f115" fmla="*/ f90 1 f56"/>
                <a:gd name="f116" fmla="*/ f91 1 f57"/>
                <a:gd name="f117" fmla="*/ f92 1 f56"/>
                <a:gd name="f118" fmla="*/ f93 1 f57"/>
                <a:gd name="f119" fmla="*/ f94 1 f56"/>
                <a:gd name="f120" fmla="*/ f95 1 f57"/>
                <a:gd name="f121" fmla="*/ f96 1 f56"/>
                <a:gd name="f122" fmla="*/ f97 1 f56"/>
                <a:gd name="f123" fmla="*/ f98 1 f57"/>
                <a:gd name="f124" fmla="*/ f99 1 f56"/>
                <a:gd name="f125" fmla="*/ f100 1 f57"/>
                <a:gd name="f126" fmla="*/ f101 f47 1"/>
                <a:gd name="f127" fmla="*/ f102 f47 1"/>
                <a:gd name="f128" fmla="*/ f104 f48 1"/>
                <a:gd name="f129" fmla="*/ f103 f48 1"/>
                <a:gd name="f130" fmla="*/ f105 f47 1"/>
                <a:gd name="f131" fmla="*/ f106 f48 1"/>
                <a:gd name="f132" fmla="*/ f107 f47 1"/>
                <a:gd name="f133" fmla="*/ f108 f48 1"/>
                <a:gd name="f134" fmla="*/ f109 f47 1"/>
                <a:gd name="f135" fmla="*/ f110 f47 1"/>
                <a:gd name="f136" fmla="*/ f111 f48 1"/>
                <a:gd name="f137" fmla="*/ f112 f48 1"/>
                <a:gd name="f138" fmla="*/ f113 f47 1"/>
                <a:gd name="f139" fmla="*/ f114 f48 1"/>
                <a:gd name="f140" fmla="*/ f115 f47 1"/>
                <a:gd name="f141" fmla="*/ f116 f48 1"/>
                <a:gd name="f142" fmla="*/ f117 f47 1"/>
                <a:gd name="f143" fmla="*/ f118 f48 1"/>
                <a:gd name="f144" fmla="*/ f119 f47 1"/>
                <a:gd name="f145" fmla="*/ f120 f48 1"/>
                <a:gd name="f146" fmla="*/ f121 f47 1"/>
                <a:gd name="f147" fmla="*/ f122 f47 1"/>
                <a:gd name="f148" fmla="*/ f123 f48 1"/>
                <a:gd name="f149" fmla="*/ f124 f47 1"/>
                <a:gd name="f150" fmla="*/ f125 f48 1"/>
              </a:gdLst>
              <a:ahLst/>
              <a:cxnLst>
                <a:cxn ang="3cd4">
                  <a:pos x="hc" y="t"/>
                </a:cxn>
                <a:cxn ang="0">
                  <a:pos x="r" y="vc"/>
                </a:cxn>
                <a:cxn ang="cd4">
                  <a:pos x="hc" y="b"/>
                </a:cxn>
                <a:cxn ang="cd2">
                  <a:pos x="l" y="vc"/>
                </a:cxn>
                <a:cxn ang="f79">
                  <a:pos x="f130" y="f131"/>
                </a:cxn>
                <a:cxn ang="f79">
                  <a:pos x="f132" y="f133"/>
                </a:cxn>
                <a:cxn ang="f79">
                  <a:pos x="f134" y="f131"/>
                </a:cxn>
                <a:cxn ang="f79">
                  <a:pos x="f130" y="f131"/>
                </a:cxn>
                <a:cxn ang="f79">
                  <a:pos x="f135" y="f136"/>
                </a:cxn>
                <a:cxn ang="f79">
                  <a:pos x="f135" y="f137"/>
                </a:cxn>
                <a:cxn ang="f79">
                  <a:pos x="f138" y="f139"/>
                </a:cxn>
                <a:cxn ang="f79">
                  <a:pos x="f140" y="f141"/>
                </a:cxn>
                <a:cxn ang="f79">
                  <a:pos x="f142" y="f143"/>
                </a:cxn>
                <a:cxn ang="f79">
                  <a:pos x="f144" y="f145"/>
                </a:cxn>
                <a:cxn ang="f79">
                  <a:pos x="f146" y="f145"/>
                </a:cxn>
                <a:cxn ang="f79">
                  <a:pos x="f147" y="f148"/>
                </a:cxn>
                <a:cxn ang="f79">
                  <a:pos x="f149" y="f150"/>
                </a:cxn>
                <a:cxn ang="f79">
                  <a:pos x="f135" y="f150"/>
                </a:cxn>
              </a:cxnLst>
              <a:rect l="f126" t="f129" r="f127" b="f128"/>
              <a:pathLst>
                <a:path w="114680" h="134397">
                  <a:moveTo>
                    <a:pt x="f8" y="f9"/>
                  </a:moveTo>
                  <a:cubicBezTo>
                    <a:pt x="f10" y="f11"/>
                    <a:pt x="f12" y="f13"/>
                    <a:pt x="f14" y="f13"/>
                  </a:cubicBezTo>
                  <a:cubicBezTo>
                    <a:pt x="f15" y="f13"/>
                    <a:pt x="f16" y="f17"/>
                    <a:pt x="f16" y="f9"/>
                  </a:cubicBezTo>
                  <a:lnTo>
                    <a:pt x="f8" y="f9"/>
                  </a:lnTo>
                  <a:close/>
                  <a:moveTo>
                    <a:pt x="f18" y="f19"/>
                  </a:moveTo>
                  <a:lnTo>
                    <a:pt x="f18" y="f20"/>
                  </a:lnTo>
                  <a:cubicBezTo>
                    <a:pt x="f18" y="f21"/>
                    <a:pt x="f22" y="f5"/>
                    <a:pt x="f23" y="f5"/>
                  </a:cubicBezTo>
                  <a:cubicBezTo>
                    <a:pt x="f24" y="f5"/>
                    <a:pt x="f5" y="f25"/>
                    <a:pt x="f5" y="f26"/>
                  </a:cubicBezTo>
                  <a:cubicBezTo>
                    <a:pt x="f5" y="f27"/>
                    <a:pt x="f28" y="f29"/>
                    <a:pt x="f30" y="f29"/>
                  </a:cubicBezTo>
                  <a:cubicBezTo>
                    <a:pt x="f31" y="f29"/>
                    <a:pt x="f32" y="f33"/>
                    <a:pt x="f34" y="f35"/>
                  </a:cubicBezTo>
                  <a:lnTo>
                    <a:pt x="f36" y="f35"/>
                  </a:lnTo>
                  <a:cubicBezTo>
                    <a:pt x="f37" y="f38"/>
                    <a:pt x="f39" y="f40"/>
                    <a:pt x="f41" y="f40"/>
                  </a:cubicBezTo>
                  <a:cubicBezTo>
                    <a:pt x="f42" y="f40"/>
                    <a:pt x="f43" y="f44"/>
                    <a:pt x="f43" y="f45"/>
                  </a:cubicBezTo>
                  <a:lnTo>
                    <a:pt x="f18" y="f45"/>
                  </a:lnTo>
                  <a:close/>
                </a:path>
              </a:pathLst>
            </a:custGeom>
            <a:solidFill>
              <a:srgbClr val="FFFFFF"/>
            </a:solidFill>
            <a:ln>
              <a:noFill/>
              <a:prstDash val="soli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000000"/>
                </a:solidFill>
                <a:uFillTx/>
                <a:latin typeface="Arial"/>
              </a:endParaRPr>
            </a:p>
          </p:txBody>
        </p:sp>
        <p:sp>
          <p:nvSpPr>
            <p:cNvPr id="7" name="Vrije vorm: vorm 14">
              <a:extLst>
                <a:ext uri="{FF2B5EF4-FFF2-40B4-BE49-F238E27FC236}">
                  <a16:creationId xmlns:a16="http://schemas.microsoft.com/office/drawing/2014/main" id="{ED2B3252-C63E-3991-C131-074A4806BDB1}"/>
                </a:ext>
              </a:extLst>
            </p:cNvPr>
            <p:cNvSpPr>
              <a:spLocks noMove="1" noResize="1"/>
            </p:cNvSpPr>
            <p:nvPr/>
          </p:nvSpPr>
          <p:spPr>
            <a:xfrm>
              <a:off x="1461384" y="6405618"/>
              <a:ext cx="24414" cy="188677"/>
            </a:xfrm>
            <a:custGeom>
              <a:avLst/>
              <a:gdLst>
                <a:gd name="f0" fmla="val 10800000"/>
                <a:gd name="f1" fmla="val 5400000"/>
                <a:gd name="f2" fmla="val 180"/>
                <a:gd name="f3" fmla="val w"/>
                <a:gd name="f4" fmla="val h"/>
                <a:gd name="f5" fmla="val 0"/>
                <a:gd name="f6" fmla="val 24003"/>
                <a:gd name="f7" fmla="val 182213"/>
                <a:gd name="f8" fmla="+- 0 0 -90"/>
                <a:gd name="f9" fmla="*/ f3 1 24003"/>
                <a:gd name="f10" fmla="*/ f4 1 182213"/>
                <a:gd name="f11" fmla="val f5"/>
                <a:gd name="f12" fmla="val f6"/>
                <a:gd name="f13" fmla="val f7"/>
                <a:gd name="f14" fmla="*/ f8 f0 1"/>
                <a:gd name="f15" fmla="+- f13 0 f11"/>
                <a:gd name="f16" fmla="+- f12 0 f11"/>
                <a:gd name="f17" fmla="*/ f14 1 f2"/>
                <a:gd name="f18" fmla="*/ f16 1 24003"/>
                <a:gd name="f19" fmla="*/ f15 1 182213"/>
                <a:gd name="f20" fmla="*/ 0 f16 1"/>
                <a:gd name="f21" fmla="*/ 0 f15 1"/>
                <a:gd name="f22" fmla="*/ 24003 f16 1"/>
                <a:gd name="f23" fmla="*/ 182213 f15 1"/>
                <a:gd name="f24" fmla="+- f17 0 f1"/>
                <a:gd name="f25" fmla="*/ f20 1 24003"/>
                <a:gd name="f26" fmla="*/ f21 1 182213"/>
                <a:gd name="f27" fmla="*/ f22 1 24003"/>
                <a:gd name="f28" fmla="*/ f23 1 182213"/>
                <a:gd name="f29" fmla="*/ f11 1 f18"/>
                <a:gd name="f30" fmla="*/ f12 1 f18"/>
                <a:gd name="f31" fmla="*/ f11 1 f19"/>
                <a:gd name="f32" fmla="*/ f13 1 f19"/>
                <a:gd name="f33" fmla="*/ f25 1 f18"/>
                <a:gd name="f34" fmla="*/ f26 1 f19"/>
                <a:gd name="f35" fmla="*/ f27 1 f18"/>
                <a:gd name="f36" fmla="*/ f28 1 f19"/>
                <a:gd name="f37" fmla="*/ f29 f9 1"/>
                <a:gd name="f38" fmla="*/ f30 f9 1"/>
                <a:gd name="f39" fmla="*/ f32 f10 1"/>
                <a:gd name="f40" fmla="*/ f31 f10 1"/>
                <a:gd name="f41" fmla="*/ f33 f9 1"/>
                <a:gd name="f42" fmla="*/ f34 f10 1"/>
                <a:gd name="f43" fmla="*/ f35 f9 1"/>
                <a:gd name="f44" fmla="*/ f36 f10 1"/>
              </a:gdLst>
              <a:ahLst/>
              <a:cxnLst>
                <a:cxn ang="3cd4">
                  <a:pos x="hc" y="t"/>
                </a:cxn>
                <a:cxn ang="0">
                  <a:pos x="r" y="vc"/>
                </a:cxn>
                <a:cxn ang="cd4">
                  <a:pos x="hc" y="b"/>
                </a:cxn>
                <a:cxn ang="cd2">
                  <a:pos x="l" y="vc"/>
                </a:cxn>
                <a:cxn ang="f24">
                  <a:pos x="f41" y="f42"/>
                </a:cxn>
                <a:cxn ang="f24">
                  <a:pos x="f43" y="f42"/>
                </a:cxn>
                <a:cxn ang="f24">
                  <a:pos x="f43" y="f44"/>
                </a:cxn>
                <a:cxn ang="f24">
                  <a:pos x="f41" y="f44"/>
                </a:cxn>
              </a:cxnLst>
              <a:rect l="f37" t="f40" r="f38" b="f39"/>
              <a:pathLst>
                <a:path w="24003" h="182213">
                  <a:moveTo>
                    <a:pt x="f5" y="f5"/>
                  </a:moveTo>
                  <a:lnTo>
                    <a:pt x="f6" y="f5"/>
                  </a:lnTo>
                  <a:lnTo>
                    <a:pt x="f6" y="f7"/>
                  </a:lnTo>
                  <a:lnTo>
                    <a:pt x="f5" y="f7"/>
                  </a:lnTo>
                  <a:close/>
                </a:path>
              </a:pathLst>
            </a:custGeom>
            <a:solidFill>
              <a:srgbClr val="FFFFFF"/>
            </a:solidFill>
            <a:ln>
              <a:noFill/>
              <a:prstDash val="soli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000000"/>
                </a:solidFill>
                <a:uFillTx/>
                <a:latin typeface="Arial"/>
              </a:endParaRPr>
            </a:p>
          </p:txBody>
        </p:sp>
        <p:sp>
          <p:nvSpPr>
            <p:cNvPr id="8" name="Vrije vorm: vorm 15">
              <a:extLst>
                <a:ext uri="{FF2B5EF4-FFF2-40B4-BE49-F238E27FC236}">
                  <a16:creationId xmlns:a16="http://schemas.microsoft.com/office/drawing/2014/main" id="{E1295F62-7F43-09CF-D71B-1A26E448DD0E}"/>
                </a:ext>
              </a:extLst>
            </p:cNvPr>
            <p:cNvSpPr>
              <a:spLocks noMove="1" noResize="1"/>
            </p:cNvSpPr>
            <p:nvPr/>
          </p:nvSpPr>
          <p:spPr>
            <a:xfrm>
              <a:off x="1512728" y="6401668"/>
              <a:ext cx="82936" cy="192618"/>
            </a:xfrm>
            <a:custGeom>
              <a:avLst/>
              <a:gdLst>
                <a:gd name="f0" fmla="val 10800000"/>
                <a:gd name="f1" fmla="val 5400000"/>
                <a:gd name="f2" fmla="val 180"/>
                <a:gd name="f3" fmla="val w"/>
                <a:gd name="f4" fmla="val h"/>
                <a:gd name="f5" fmla="val 0"/>
                <a:gd name="f6" fmla="val 81533"/>
                <a:gd name="f7" fmla="val 186023"/>
                <a:gd name="f8" fmla="val 48768"/>
                <a:gd name="f9" fmla="val 76009"/>
                <a:gd name="f10" fmla="val 78010"/>
                <a:gd name="f11" fmla="val 59341"/>
                <a:gd name="f12" fmla="val 38862"/>
                <a:gd name="f13" fmla="val 24193"/>
                <a:gd name="f14" fmla="val 55817"/>
                <a:gd name="f15" fmla="val 21717"/>
                <a:gd name="f16" fmla="val 69437"/>
                <a:gd name="f17" fmla="val 73438"/>
                <a:gd name="f18" fmla="val 77533"/>
                <a:gd name="f19" fmla="val 22193"/>
                <a:gd name="f20" fmla="val 81534"/>
                <a:gd name="f21" fmla="val 22479"/>
                <a:gd name="f22" fmla="val 2572"/>
                <a:gd name="f23" fmla="val 75914"/>
                <a:gd name="f24" fmla="val 1333"/>
                <a:gd name="f25" fmla="val 70199"/>
                <a:gd name="f26" fmla="val 64389"/>
                <a:gd name="f27" fmla="val 41720"/>
                <a:gd name="f28" fmla="val 24765"/>
                <a:gd name="f29" fmla="val 11430"/>
                <a:gd name="f30" fmla="val 35624"/>
                <a:gd name="f31" fmla="+- 0 0 -90"/>
                <a:gd name="f32" fmla="*/ f3 1 81533"/>
                <a:gd name="f33" fmla="*/ f4 1 186023"/>
                <a:gd name="f34" fmla="val f5"/>
                <a:gd name="f35" fmla="val f6"/>
                <a:gd name="f36" fmla="val f7"/>
                <a:gd name="f37" fmla="*/ f31 f0 1"/>
                <a:gd name="f38" fmla="+- f36 0 f34"/>
                <a:gd name="f39" fmla="+- f35 0 f34"/>
                <a:gd name="f40" fmla="*/ f37 1 f2"/>
                <a:gd name="f41" fmla="*/ f39 1 81533"/>
                <a:gd name="f42" fmla="*/ f38 1 186023"/>
                <a:gd name="f43" fmla="*/ 48768 f39 1"/>
                <a:gd name="f44" fmla="*/ 186023 f38 1"/>
                <a:gd name="f45" fmla="*/ 76009 f38 1"/>
                <a:gd name="f46" fmla="*/ 78010 f39 1"/>
                <a:gd name="f47" fmla="*/ 59341 f38 1"/>
                <a:gd name="f48" fmla="*/ 38862 f38 1"/>
                <a:gd name="f49" fmla="*/ 69437 f39 1"/>
                <a:gd name="f50" fmla="*/ 21717 f38 1"/>
                <a:gd name="f51" fmla="*/ 81534 f39 1"/>
                <a:gd name="f52" fmla="*/ 22479 f38 1"/>
                <a:gd name="f53" fmla="*/ 2572 f38 1"/>
                <a:gd name="f54" fmla="*/ 64389 f39 1"/>
                <a:gd name="f55" fmla="*/ 0 f38 1"/>
                <a:gd name="f56" fmla="*/ 24765 f39 1"/>
                <a:gd name="f57" fmla="*/ 35624 f38 1"/>
                <a:gd name="f58" fmla="*/ 0 f39 1"/>
                <a:gd name="f59" fmla="+- f40 0 f1"/>
                <a:gd name="f60" fmla="*/ f43 1 81533"/>
                <a:gd name="f61" fmla="*/ f44 1 186023"/>
                <a:gd name="f62" fmla="*/ f45 1 186023"/>
                <a:gd name="f63" fmla="*/ f46 1 81533"/>
                <a:gd name="f64" fmla="*/ f47 1 186023"/>
                <a:gd name="f65" fmla="*/ f48 1 186023"/>
                <a:gd name="f66" fmla="*/ f49 1 81533"/>
                <a:gd name="f67" fmla="*/ f50 1 186023"/>
                <a:gd name="f68" fmla="*/ f51 1 81533"/>
                <a:gd name="f69" fmla="*/ f52 1 186023"/>
                <a:gd name="f70" fmla="*/ f53 1 186023"/>
                <a:gd name="f71" fmla="*/ f54 1 81533"/>
                <a:gd name="f72" fmla="*/ f55 1 186023"/>
                <a:gd name="f73" fmla="*/ f56 1 81533"/>
                <a:gd name="f74" fmla="*/ f57 1 186023"/>
                <a:gd name="f75" fmla="*/ f58 1 81533"/>
                <a:gd name="f76" fmla="*/ f34 1 f41"/>
                <a:gd name="f77" fmla="*/ f35 1 f41"/>
                <a:gd name="f78" fmla="*/ f34 1 f42"/>
                <a:gd name="f79" fmla="*/ f36 1 f42"/>
                <a:gd name="f80" fmla="*/ f60 1 f41"/>
                <a:gd name="f81" fmla="*/ f61 1 f42"/>
                <a:gd name="f82" fmla="*/ f62 1 f42"/>
                <a:gd name="f83" fmla="*/ f63 1 f41"/>
                <a:gd name="f84" fmla="*/ f64 1 f42"/>
                <a:gd name="f85" fmla="*/ f65 1 f42"/>
                <a:gd name="f86" fmla="*/ f66 1 f41"/>
                <a:gd name="f87" fmla="*/ f67 1 f42"/>
                <a:gd name="f88" fmla="*/ f68 1 f41"/>
                <a:gd name="f89" fmla="*/ f69 1 f42"/>
                <a:gd name="f90" fmla="*/ f70 1 f42"/>
                <a:gd name="f91" fmla="*/ f71 1 f41"/>
                <a:gd name="f92" fmla="*/ f72 1 f42"/>
                <a:gd name="f93" fmla="*/ f73 1 f41"/>
                <a:gd name="f94" fmla="*/ f74 1 f42"/>
                <a:gd name="f95" fmla="*/ f75 1 f41"/>
                <a:gd name="f96" fmla="*/ f76 f32 1"/>
                <a:gd name="f97" fmla="*/ f77 f32 1"/>
                <a:gd name="f98" fmla="*/ f79 f33 1"/>
                <a:gd name="f99" fmla="*/ f78 f33 1"/>
                <a:gd name="f100" fmla="*/ f80 f32 1"/>
                <a:gd name="f101" fmla="*/ f81 f33 1"/>
                <a:gd name="f102" fmla="*/ f82 f33 1"/>
                <a:gd name="f103" fmla="*/ f83 f32 1"/>
                <a:gd name="f104" fmla="*/ f84 f33 1"/>
                <a:gd name="f105" fmla="*/ f85 f33 1"/>
                <a:gd name="f106" fmla="*/ f86 f32 1"/>
                <a:gd name="f107" fmla="*/ f87 f33 1"/>
                <a:gd name="f108" fmla="*/ f88 f32 1"/>
                <a:gd name="f109" fmla="*/ f89 f33 1"/>
                <a:gd name="f110" fmla="*/ f90 f33 1"/>
                <a:gd name="f111" fmla="*/ f91 f32 1"/>
                <a:gd name="f112" fmla="*/ f92 f33 1"/>
                <a:gd name="f113" fmla="*/ f93 f32 1"/>
                <a:gd name="f114" fmla="*/ f94 f33 1"/>
                <a:gd name="f115" fmla="*/ f95 f32 1"/>
              </a:gdLst>
              <a:ahLst/>
              <a:cxnLst>
                <a:cxn ang="3cd4">
                  <a:pos x="hc" y="t"/>
                </a:cxn>
                <a:cxn ang="0">
                  <a:pos x="r" y="vc"/>
                </a:cxn>
                <a:cxn ang="cd4">
                  <a:pos x="hc" y="b"/>
                </a:cxn>
                <a:cxn ang="cd2">
                  <a:pos x="l" y="vc"/>
                </a:cxn>
                <a:cxn ang="f59">
                  <a:pos x="f100" y="f101"/>
                </a:cxn>
                <a:cxn ang="f59">
                  <a:pos x="f100" y="f102"/>
                </a:cxn>
                <a:cxn ang="f59">
                  <a:pos x="f103" y="f102"/>
                </a:cxn>
                <a:cxn ang="f59">
                  <a:pos x="f103" y="f104"/>
                </a:cxn>
                <a:cxn ang="f59">
                  <a:pos x="f100" y="f104"/>
                </a:cxn>
                <a:cxn ang="f59">
                  <a:pos x="f100" y="f105"/>
                </a:cxn>
                <a:cxn ang="f59">
                  <a:pos x="f106" y="f107"/>
                </a:cxn>
                <a:cxn ang="f59">
                  <a:pos x="f108" y="f109"/>
                </a:cxn>
                <a:cxn ang="f59">
                  <a:pos x="f108" y="f110"/>
                </a:cxn>
                <a:cxn ang="f59">
                  <a:pos x="f111" y="f112"/>
                </a:cxn>
                <a:cxn ang="f59">
                  <a:pos x="f113" y="f114"/>
                </a:cxn>
                <a:cxn ang="f59">
                  <a:pos x="f113" y="f104"/>
                </a:cxn>
                <a:cxn ang="f59">
                  <a:pos x="f115" y="f104"/>
                </a:cxn>
                <a:cxn ang="f59">
                  <a:pos x="f115" y="f102"/>
                </a:cxn>
                <a:cxn ang="f59">
                  <a:pos x="f113" y="f102"/>
                </a:cxn>
                <a:cxn ang="f59">
                  <a:pos x="f113" y="f101"/>
                </a:cxn>
                <a:cxn ang="f59">
                  <a:pos x="f100" y="f101"/>
                </a:cxn>
              </a:cxnLst>
              <a:rect l="f96" t="f99" r="f97" b="f98"/>
              <a:pathLst>
                <a:path w="81533" h="186023">
                  <a:moveTo>
                    <a:pt x="f8" y="f7"/>
                  </a:moveTo>
                  <a:lnTo>
                    <a:pt x="f8" y="f9"/>
                  </a:lnTo>
                  <a:lnTo>
                    <a:pt x="f10" y="f9"/>
                  </a:lnTo>
                  <a:lnTo>
                    <a:pt x="f10" y="f11"/>
                  </a:lnTo>
                  <a:lnTo>
                    <a:pt x="f8" y="f11"/>
                  </a:lnTo>
                  <a:lnTo>
                    <a:pt x="f8" y="f12"/>
                  </a:lnTo>
                  <a:cubicBezTo>
                    <a:pt x="f8" y="f13"/>
                    <a:pt x="f14" y="f15"/>
                    <a:pt x="f16" y="f15"/>
                  </a:cubicBezTo>
                  <a:cubicBezTo>
                    <a:pt x="f17" y="f15"/>
                    <a:pt x="f18" y="f19"/>
                    <a:pt x="f20" y="f21"/>
                  </a:cubicBezTo>
                  <a:lnTo>
                    <a:pt x="f20" y="f22"/>
                  </a:lnTo>
                  <a:cubicBezTo>
                    <a:pt x="f23" y="f24"/>
                    <a:pt x="f25" y="f5"/>
                    <a:pt x="f26" y="f5"/>
                  </a:cubicBezTo>
                  <a:cubicBezTo>
                    <a:pt x="f27" y="f5"/>
                    <a:pt x="f28" y="f29"/>
                    <a:pt x="f28" y="f30"/>
                  </a:cubicBezTo>
                  <a:lnTo>
                    <a:pt x="f28" y="f11"/>
                  </a:lnTo>
                  <a:lnTo>
                    <a:pt x="f5" y="f11"/>
                  </a:lnTo>
                  <a:lnTo>
                    <a:pt x="f5" y="f9"/>
                  </a:lnTo>
                  <a:lnTo>
                    <a:pt x="f28" y="f9"/>
                  </a:lnTo>
                  <a:lnTo>
                    <a:pt x="f28" y="f7"/>
                  </a:lnTo>
                  <a:lnTo>
                    <a:pt x="f8" y="f7"/>
                  </a:lnTo>
                  <a:close/>
                </a:path>
              </a:pathLst>
            </a:custGeom>
            <a:solidFill>
              <a:srgbClr val="FFFFFF"/>
            </a:solidFill>
            <a:ln>
              <a:noFill/>
              <a:prstDash val="soli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000000"/>
                </a:solidFill>
                <a:uFillTx/>
                <a:latin typeface="Arial"/>
              </a:endParaRPr>
            </a:p>
          </p:txBody>
        </p:sp>
        <p:sp>
          <p:nvSpPr>
            <p:cNvPr id="9" name="Vrije vorm: vorm 16">
              <a:extLst>
                <a:ext uri="{FF2B5EF4-FFF2-40B4-BE49-F238E27FC236}">
                  <a16:creationId xmlns:a16="http://schemas.microsoft.com/office/drawing/2014/main" id="{A1654649-3957-57A3-7C9B-ACA1EA4E919A}"/>
                </a:ext>
              </a:extLst>
            </p:cNvPr>
            <p:cNvSpPr>
              <a:spLocks noMove="1" noResize="1"/>
            </p:cNvSpPr>
            <p:nvPr/>
          </p:nvSpPr>
          <p:spPr>
            <a:xfrm>
              <a:off x="1606033" y="6427409"/>
              <a:ext cx="76251" cy="170828"/>
            </a:xfrm>
            <a:custGeom>
              <a:avLst/>
              <a:gdLst>
                <a:gd name="f0" fmla="val 10800000"/>
                <a:gd name="f1" fmla="val 5400000"/>
                <a:gd name="f2" fmla="val 180"/>
                <a:gd name="f3" fmla="val w"/>
                <a:gd name="f4" fmla="val h"/>
                <a:gd name="f5" fmla="val 0"/>
                <a:gd name="f6" fmla="val 74961"/>
                <a:gd name="f7" fmla="val 164972"/>
                <a:gd name="f8" fmla="val 34480"/>
                <a:gd name="f9" fmla="val 51149"/>
                <a:gd name="f10" fmla="val 21717"/>
                <a:gd name="f11" fmla="val 131921"/>
                <a:gd name="f12" fmla="val 148780"/>
                <a:gd name="f13" fmla="val 22003"/>
                <a:gd name="f14" fmla="val 164973"/>
                <a:gd name="f15" fmla="val 57626"/>
                <a:gd name="f16" fmla="val 63151"/>
                <a:gd name="f17" fmla="val 68389"/>
                <a:gd name="f18" fmla="val 164497"/>
                <a:gd name="f19" fmla="val 74009"/>
                <a:gd name="f20" fmla="val 163449"/>
                <a:gd name="f21" fmla="val 145066"/>
                <a:gd name="f22" fmla="val 70104"/>
                <a:gd name="f23" fmla="val 146018"/>
                <a:gd name="f24" fmla="val 65151"/>
                <a:gd name="f25" fmla="val 146590"/>
                <a:gd name="f26" fmla="val 61341"/>
                <a:gd name="f27" fmla="val 52768"/>
                <a:gd name="f28" fmla="val 45720"/>
                <a:gd name="f29" fmla="val 142304"/>
                <a:gd name="f30" fmla="val 133255"/>
                <a:gd name="f31" fmla="val 51245"/>
                <a:gd name="f32" fmla="val 74962"/>
                <a:gd name="f33" fmla="val 34576"/>
                <a:gd name="f34" fmla="val 7525"/>
                <a:gd name="f35" fmla="+- 0 0 -90"/>
                <a:gd name="f36" fmla="*/ f3 1 74961"/>
                <a:gd name="f37" fmla="*/ f4 1 164972"/>
                <a:gd name="f38" fmla="val f5"/>
                <a:gd name="f39" fmla="val f6"/>
                <a:gd name="f40" fmla="val f7"/>
                <a:gd name="f41" fmla="*/ f35 f0 1"/>
                <a:gd name="f42" fmla="+- f40 0 f38"/>
                <a:gd name="f43" fmla="+- f39 0 f38"/>
                <a:gd name="f44" fmla="*/ f41 1 f2"/>
                <a:gd name="f45" fmla="*/ f43 1 74961"/>
                <a:gd name="f46" fmla="*/ f42 1 164972"/>
                <a:gd name="f47" fmla="*/ 0 f43 1"/>
                <a:gd name="f48" fmla="*/ 34480 f42 1"/>
                <a:gd name="f49" fmla="*/ 51149 f42 1"/>
                <a:gd name="f50" fmla="*/ 21717 f43 1"/>
                <a:gd name="f51" fmla="*/ 131921 f42 1"/>
                <a:gd name="f52" fmla="*/ 57626 f43 1"/>
                <a:gd name="f53" fmla="*/ 164973 f42 1"/>
                <a:gd name="f54" fmla="*/ 74009 f43 1"/>
                <a:gd name="f55" fmla="*/ 163449 f42 1"/>
                <a:gd name="f56" fmla="*/ 145066 f42 1"/>
                <a:gd name="f57" fmla="*/ 61341 f43 1"/>
                <a:gd name="f58" fmla="*/ 146590 f42 1"/>
                <a:gd name="f59" fmla="*/ 45720 f43 1"/>
                <a:gd name="f60" fmla="*/ 133255 f42 1"/>
                <a:gd name="f61" fmla="*/ 51245 f42 1"/>
                <a:gd name="f62" fmla="*/ 74962 f43 1"/>
                <a:gd name="f63" fmla="*/ 34576 f42 1"/>
                <a:gd name="f64" fmla="*/ 0 f42 1"/>
                <a:gd name="f65" fmla="*/ 7525 f42 1"/>
                <a:gd name="f66" fmla="+- f44 0 f1"/>
                <a:gd name="f67" fmla="*/ f47 1 74961"/>
                <a:gd name="f68" fmla="*/ f48 1 164972"/>
                <a:gd name="f69" fmla="*/ f49 1 164972"/>
                <a:gd name="f70" fmla="*/ f50 1 74961"/>
                <a:gd name="f71" fmla="*/ f51 1 164972"/>
                <a:gd name="f72" fmla="*/ f52 1 74961"/>
                <a:gd name="f73" fmla="*/ f53 1 164972"/>
                <a:gd name="f74" fmla="*/ f54 1 74961"/>
                <a:gd name="f75" fmla="*/ f55 1 164972"/>
                <a:gd name="f76" fmla="*/ f56 1 164972"/>
                <a:gd name="f77" fmla="*/ f57 1 74961"/>
                <a:gd name="f78" fmla="*/ f58 1 164972"/>
                <a:gd name="f79" fmla="*/ f59 1 74961"/>
                <a:gd name="f80" fmla="*/ f60 1 164972"/>
                <a:gd name="f81" fmla="*/ f61 1 164972"/>
                <a:gd name="f82" fmla="*/ f62 1 74961"/>
                <a:gd name="f83" fmla="*/ f63 1 164972"/>
                <a:gd name="f84" fmla="*/ f64 1 164972"/>
                <a:gd name="f85" fmla="*/ f65 1 164972"/>
                <a:gd name="f86" fmla="*/ f38 1 f45"/>
                <a:gd name="f87" fmla="*/ f39 1 f45"/>
                <a:gd name="f88" fmla="*/ f38 1 f46"/>
                <a:gd name="f89" fmla="*/ f40 1 f46"/>
                <a:gd name="f90" fmla="*/ f67 1 f45"/>
                <a:gd name="f91" fmla="*/ f68 1 f46"/>
                <a:gd name="f92" fmla="*/ f69 1 f46"/>
                <a:gd name="f93" fmla="*/ f70 1 f45"/>
                <a:gd name="f94" fmla="*/ f71 1 f46"/>
                <a:gd name="f95" fmla="*/ f72 1 f45"/>
                <a:gd name="f96" fmla="*/ f73 1 f46"/>
                <a:gd name="f97" fmla="*/ f74 1 f45"/>
                <a:gd name="f98" fmla="*/ f75 1 f46"/>
                <a:gd name="f99" fmla="*/ f76 1 f46"/>
                <a:gd name="f100" fmla="*/ f77 1 f45"/>
                <a:gd name="f101" fmla="*/ f78 1 f46"/>
                <a:gd name="f102" fmla="*/ f79 1 f45"/>
                <a:gd name="f103" fmla="*/ f80 1 f46"/>
                <a:gd name="f104" fmla="*/ f81 1 f46"/>
                <a:gd name="f105" fmla="*/ f82 1 f45"/>
                <a:gd name="f106" fmla="*/ f83 1 f46"/>
                <a:gd name="f107" fmla="*/ f84 1 f46"/>
                <a:gd name="f108" fmla="*/ f85 1 f46"/>
                <a:gd name="f109" fmla="*/ f86 f36 1"/>
                <a:gd name="f110" fmla="*/ f87 f36 1"/>
                <a:gd name="f111" fmla="*/ f89 f37 1"/>
                <a:gd name="f112" fmla="*/ f88 f37 1"/>
                <a:gd name="f113" fmla="*/ f90 f36 1"/>
                <a:gd name="f114" fmla="*/ f91 f37 1"/>
                <a:gd name="f115" fmla="*/ f92 f37 1"/>
                <a:gd name="f116" fmla="*/ f93 f36 1"/>
                <a:gd name="f117" fmla="*/ f94 f37 1"/>
                <a:gd name="f118" fmla="*/ f95 f36 1"/>
                <a:gd name="f119" fmla="*/ f96 f37 1"/>
                <a:gd name="f120" fmla="*/ f97 f36 1"/>
                <a:gd name="f121" fmla="*/ f98 f37 1"/>
                <a:gd name="f122" fmla="*/ f99 f37 1"/>
                <a:gd name="f123" fmla="*/ f100 f36 1"/>
                <a:gd name="f124" fmla="*/ f101 f37 1"/>
                <a:gd name="f125" fmla="*/ f102 f36 1"/>
                <a:gd name="f126" fmla="*/ f103 f37 1"/>
                <a:gd name="f127" fmla="*/ f104 f37 1"/>
                <a:gd name="f128" fmla="*/ f105 f36 1"/>
                <a:gd name="f129" fmla="*/ f106 f37 1"/>
                <a:gd name="f130" fmla="*/ f107 f37 1"/>
                <a:gd name="f131" fmla="*/ f108 f37 1"/>
              </a:gdLst>
              <a:ahLst/>
              <a:cxnLst>
                <a:cxn ang="3cd4">
                  <a:pos x="hc" y="t"/>
                </a:cxn>
                <a:cxn ang="0">
                  <a:pos x="r" y="vc"/>
                </a:cxn>
                <a:cxn ang="cd4">
                  <a:pos x="hc" y="b"/>
                </a:cxn>
                <a:cxn ang="cd2">
                  <a:pos x="l" y="vc"/>
                </a:cxn>
                <a:cxn ang="f66">
                  <a:pos x="f113" y="f114"/>
                </a:cxn>
                <a:cxn ang="f66">
                  <a:pos x="f113" y="f115"/>
                </a:cxn>
                <a:cxn ang="f66">
                  <a:pos x="f116" y="f115"/>
                </a:cxn>
                <a:cxn ang="f66">
                  <a:pos x="f116" y="f117"/>
                </a:cxn>
                <a:cxn ang="f66">
                  <a:pos x="f118" y="f119"/>
                </a:cxn>
                <a:cxn ang="f66">
                  <a:pos x="f120" y="f121"/>
                </a:cxn>
                <a:cxn ang="f66">
                  <a:pos x="f120" y="f122"/>
                </a:cxn>
                <a:cxn ang="f66">
                  <a:pos x="f123" y="f124"/>
                </a:cxn>
                <a:cxn ang="f66">
                  <a:pos x="f125" y="f126"/>
                </a:cxn>
                <a:cxn ang="f66">
                  <a:pos x="f125" y="f127"/>
                </a:cxn>
                <a:cxn ang="f66">
                  <a:pos x="f128" y="f127"/>
                </a:cxn>
                <a:cxn ang="f66">
                  <a:pos x="f128" y="f129"/>
                </a:cxn>
                <a:cxn ang="f66">
                  <a:pos x="f125" y="f129"/>
                </a:cxn>
                <a:cxn ang="f66">
                  <a:pos x="f125" y="f130"/>
                </a:cxn>
                <a:cxn ang="f66">
                  <a:pos x="f116" y="f131"/>
                </a:cxn>
                <a:cxn ang="f66">
                  <a:pos x="f116" y="f129"/>
                </a:cxn>
                <a:cxn ang="f66">
                  <a:pos x="f113" y="f114"/>
                </a:cxn>
              </a:cxnLst>
              <a:rect l="f109" t="f112" r="f110" b="f111"/>
              <a:pathLst>
                <a:path w="74961" h="164972">
                  <a:moveTo>
                    <a:pt x="f5" y="f8"/>
                  </a:moveTo>
                  <a:lnTo>
                    <a:pt x="f5" y="f9"/>
                  </a:lnTo>
                  <a:lnTo>
                    <a:pt x="f10" y="f9"/>
                  </a:lnTo>
                  <a:lnTo>
                    <a:pt x="f10" y="f11"/>
                  </a:lnTo>
                  <a:cubicBezTo>
                    <a:pt x="f10" y="f12"/>
                    <a:pt x="f13" y="f14"/>
                    <a:pt x="f15" y="f14"/>
                  </a:cubicBezTo>
                  <a:cubicBezTo>
                    <a:pt x="f16" y="f14"/>
                    <a:pt x="f17" y="f18"/>
                    <a:pt x="f19" y="f20"/>
                  </a:cubicBezTo>
                  <a:lnTo>
                    <a:pt x="f19" y="f21"/>
                  </a:lnTo>
                  <a:cubicBezTo>
                    <a:pt x="f22" y="f23"/>
                    <a:pt x="f24" y="f25"/>
                    <a:pt x="f26" y="f25"/>
                  </a:cubicBezTo>
                  <a:cubicBezTo>
                    <a:pt x="f27" y="f25"/>
                    <a:pt x="f28" y="f29"/>
                    <a:pt x="f28" y="f30"/>
                  </a:cubicBezTo>
                  <a:lnTo>
                    <a:pt x="f28" y="f31"/>
                  </a:lnTo>
                  <a:lnTo>
                    <a:pt x="f32" y="f31"/>
                  </a:lnTo>
                  <a:lnTo>
                    <a:pt x="f32" y="f33"/>
                  </a:lnTo>
                  <a:lnTo>
                    <a:pt x="f28" y="f33"/>
                  </a:lnTo>
                  <a:lnTo>
                    <a:pt x="f28" y="f5"/>
                  </a:lnTo>
                  <a:lnTo>
                    <a:pt x="f10" y="f34"/>
                  </a:lnTo>
                  <a:lnTo>
                    <a:pt x="f10" y="f33"/>
                  </a:lnTo>
                  <a:lnTo>
                    <a:pt x="f5" y="f8"/>
                  </a:lnTo>
                  <a:close/>
                </a:path>
              </a:pathLst>
            </a:custGeom>
            <a:solidFill>
              <a:srgbClr val="FFFFFF"/>
            </a:solidFill>
            <a:ln>
              <a:noFill/>
              <a:prstDash val="soli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000000"/>
                </a:solidFill>
                <a:uFillTx/>
                <a:latin typeface="Arial"/>
              </a:endParaRPr>
            </a:p>
          </p:txBody>
        </p:sp>
        <p:sp>
          <p:nvSpPr>
            <p:cNvPr id="10" name="Vrije vorm: vorm 18">
              <a:extLst>
                <a:ext uri="{FF2B5EF4-FFF2-40B4-BE49-F238E27FC236}">
                  <a16:creationId xmlns:a16="http://schemas.microsoft.com/office/drawing/2014/main" id="{771E3494-4A12-F144-5175-C5E2E825457A}"/>
                </a:ext>
              </a:extLst>
            </p:cNvPr>
            <p:cNvSpPr>
              <a:spLocks noMove="1" noResize="1"/>
            </p:cNvSpPr>
            <p:nvPr/>
          </p:nvSpPr>
          <p:spPr>
            <a:xfrm>
              <a:off x="1140302" y="6405518"/>
              <a:ext cx="151241" cy="188777"/>
            </a:xfrm>
            <a:custGeom>
              <a:avLst/>
              <a:gdLst>
                <a:gd name="f0" fmla="val 10800000"/>
                <a:gd name="f1" fmla="val 5400000"/>
                <a:gd name="f2" fmla="val 180"/>
                <a:gd name="f3" fmla="val w"/>
                <a:gd name="f4" fmla="val h"/>
                <a:gd name="f5" fmla="val 0"/>
                <a:gd name="f6" fmla="val 148685"/>
                <a:gd name="f7" fmla="val 182308"/>
                <a:gd name="f8" fmla="val 182309"/>
                <a:gd name="f9" fmla="val 62579"/>
                <a:gd name="f10" fmla="val 140494"/>
                <a:gd name="f11" fmla="val 116300"/>
                <a:gd name="f12" fmla="val 91154"/>
                <a:gd name="f13" fmla="val 66008"/>
                <a:gd name="f14" fmla="val 25241"/>
                <a:gd name="f15" fmla="val 21812"/>
                <a:gd name="f16" fmla="val 104680"/>
                <a:gd name="f17" fmla="val 122206"/>
                <a:gd name="f18" fmla="val 53626"/>
                <a:gd name="f19" fmla="val 91250"/>
                <a:gd name="f20" fmla="val 128873"/>
                <a:gd name="f21" fmla="val 160687"/>
                <a:gd name="f22" fmla="+- 0 0 -90"/>
                <a:gd name="f23" fmla="*/ f3 1 148685"/>
                <a:gd name="f24" fmla="*/ f4 1 182308"/>
                <a:gd name="f25" fmla="val f5"/>
                <a:gd name="f26" fmla="val f6"/>
                <a:gd name="f27" fmla="val f7"/>
                <a:gd name="f28" fmla="*/ f22 f0 1"/>
                <a:gd name="f29" fmla="+- f27 0 f25"/>
                <a:gd name="f30" fmla="+- f26 0 f25"/>
                <a:gd name="f31" fmla="*/ f28 1 f2"/>
                <a:gd name="f32" fmla="*/ f30 1 148685"/>
                <a:gd name="f33" fmla="*/ f29 1 182308"/>
                <a:gd name="f34" fmla="*/ 0 f30 1"/>
                <a:gd name="f35" fmla="*/ 182309 f29 1"/>
                <a:gd name="f36" fmla="*/ 62579 f30 1"/>
                <a:gd name="f37" fmla="*/ 148685 f30 1"/>
                <a:gd name="f38" fmla="*/ 91154 f29 1"/>
                <a:gd name="f39" fmla="*/ 0 f29 1"/>
                <a:gd name="f40" fmla="*/ 25241 f30 1"/>
                <a:gd name="f41" fmla="*/ 21812 f29 1"/>
                <a:gd name="f42" fmla="*/ 122206 f30 1"/>
                <a:gd name="f43" fmla="*/ 91250 f29 1"/>
                <a:gd name="f44" fmla="*/ 160687 f29 1"/>
                <a:gd name="f45" fmla="+- f31 0 f1"/>
                <a:gd name="f46" fmla="*/ f34 1 148685"/>
                <a:gd name="f47" fmla="*/ f35 1 182308"/>
                <a:gd name="f48" fmla="*/ f36 1 148685"/>
                <a:gd name="f49" fmla="*/ f37 1 148685"/>
                <a:gd name="f50" fmla="*/ f38 1 182308"/>
                <a:gd name="f51" fmla="*/ f39 1 182308"/>
                <a:gd name="f52" fmla="*/ f40 1 148685"/>
                <a:gd name="f53" fmla="*/ f41 1 182308"/>
                <a:gd name="f54" fmla="*/ f42 1 148685"/>
                <a:gd name="f55" fmla="*/ f43 1 182308"/>
                <a:gd name="f56" fmla="*/ f44 1 182308"/>
                <a:gd name="f57" fmla="*/ f25 1 f32"/>
                <a:gd name="f58" fmla="*/ f26 1 f32"/>
                <a:gd name="f59" fmla="*/ f25 1 f33"/>
                <a:gd name="f60" fmla="*/ f27 1 f33"/>
                <a:gd name="f61" fmla="*/ f46 1 f32"/>
                <a:gd name="f62" fmla="*/ f47 1 f33"/>
                <a:gd name="f63" fmla="*/ f48 1 f32"/>
                <a:gd name="f64" fmla="*/ f49 1 f32"/>
                <a:gd name="f65" fmla="*/ f50 1 f33"/>
                <a:gd name="f66" fmla="*/ f51 1 f33"/>
                <a:gd name="f67" fmla="*/ f52 1 f32"/>
                <a:gd name="f68" fmla="*/ f53 1 f33"/>
                <a:gd name="f69" fmla="*/ f54 1 f32"/>
                <a:gd name="f70" fmla="*/ f55 1 f33"/>
                <a:gd name="f71" fmla="*/ f56 1 f33"/>
                <a:gd name="f72" fmla="*/ f57 f23 1"/>
                <a:gd name="f73" fmla="*/ f58 f23 1"/>
                <a:gd name="f74" fmla="*/ f60 f24 1"/>
                <a:gd name="f75" fmla="*/ f59 f24 1"/>
                <a:gd name="f76" fmla="*/ f61 f23 1"/>
                <a:gd name="f77" fmla="*/ f62 f24 1"/>
                <a:gd name="f78" fmla="*/ f63 f23 1"/>
                <a:gd name="f79" fmla="*/ f64 f23 1"/>
                <a:gd name="f80" fmla="*/ f65 f24 1"/>
                <a:gd name="f81" fmla="*/ f66 f24 1"/>
                <a:gd name="f82" fmla="*/ f67 f23 1"/>
                <a:gd name="f83" fmla="*/ f68 f24 1"/>
                <a:gd name="f84" fmla="*/ f69 f23 1"/>
                <a:gd name="f85" fmla="*/ f70 f24 1"/>
                <a:gd name="f86" fmla="*/ f71 f24 1"/>
              </a:gdLst>
              <a:ahLst/>
              <a:cxnLst>
                <a:cxn ang="3cd4">
                  <a:pos x="hc" y="t"/>
                </a:cxn>
                <a:cxn ang="0">
                  <a:pos x="r" y="vc"/>
                </a:cxn>
                <a:cxn ang="cd4">
                  <a:pos x="hc" y="b"/>
                </a:cxn>
                <a:cxn ang="cd2">
                  <a:pos x="l" y="vc"/>
                </a:cxn>
                <a:cxn ang="f45">
                  <a:pos x="f76" y="f77"/>
                </a:cxn>
                <a:cxn ang="f45">
                  <a:pos x="f78" y="f77"/>
                </a:cxn>
                <a:cxn ang="f45">
                  <a:pos x="f79" y="f80"/>
                </a:cxn>
                <a:cxn ang="f45">
                  <a:pos x="f78" y="f81"/>
                </a:cxn>
                <a:cxn ang="f45">
                  <a:pos x="f76" y="f81"/>
                </a:cxn>
                <a:cxn ang="f45">
                  <a:pos x="f76" y="f77"/>
                </a:cxn>
                <a:cxn ang="f45">
                  <a:pos x="f82" y="f83"/>
                </a:cxn>
                <a:cxn ang="f45">
                  <a:pos x="f78" y="f83"/>
                </a:cxn>
                <a:cxn ang="f45">
                  <a:pos x="f84" y="f85"/>
                </a:cxn>
                <a:cxn ang="f45">
                  <a:pos x="f78" y="f86"/>
                </a:cxn>
                <a:cxn ang="f45">
                  <a:pos x="f82" y="f86"/>
                </a:cxn>
                <a:cxn ang="f45">
                  <a:pos x="f82" y="f83"/>
                </a:cxn>
              </a:cxnLst>
              <a:rect l="f72" t="f75" r="f73" b="f74"/>
              <a:pathLst>
                <a:path w="148685" h="182308">
                  <a:moveTo>
                    <a:pt x="f5" y="f8"/>
                  </a:moveTo>
                  <a:lnTo>
                    <a:pt x="f9" y="f8"/>
                  </a:lnTo>
                  <a:cubicBezTo>
                    <a:pt x="f10" y="f8"/>
                    <a:pt x="f6" y="f11"/>
                    <a:pt x="f6" y="f12"/>
                  </a:cubicBezTo>
                  <a:cubicBezTo>
                    <a:pt x="f6" y="f13"/>
                    <a:pt x="f10" y="f5"/>
                    <a:pt x="f9" y="f5"/>
                  </a:cubicBezTo>
                  <a:lnTo>
                    <a:pt x="f5" y="f5"/>
                  </a:lnTo>
                  <a:lnTo>
                    <a:pt x="f5" y="f8"/>
                  </a:lnTo>
                  <a:close/>
                  <a:moveTo>
                    <a:pt x="f14" y="f15"/>
                  </a:moveTo>
                  <a:lnTo>
                    <a:pt x="f9" y="f15"/>
                  </a:lnTo>
                  <a:cubicBezTo>
                    <a:pt x="f16" y="f15"/>
                    <a:pt x="f17" y="f18"/>
                    <a:pt x="f17" y="f19"/>
                  </a:cubicBezTo>
                  <a:cubicBezTo>
                    <a:pt x="f17" y="f20"/>
                    <a:pt x="f16" y="f21"/>
                    <a:pt x="f9" y="f21"/>
                  </a:cubicBezTo>
                  <a:lnTo>
                    <a:pt x="f14" y="f21"/>
                  </a:lnTo>
                  <a:lnTo>
                    <a:pt x="f14" y="f15"/>
                  </a:lnTo>
                  <a:close/>
                </a:path>
              </a:pathLst>
            </a:custGeom>
            <a:solidFill>
              <a:srgbClr val="FFFFFF"/>
            </a:solidFill>
            <a:ln>
              <a:noFill/>
              <a:prstDash val="soli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000000"/>
                </a:solidFill>
                <a:uFillTx/>
                <a:latin typeface="Arial"/>
              </a:endParaRPr>
            </a:p>
          </p:txBody>
        </p:sp>
      </p:grpSp>
      <p:grpSp>
        <p:nvGrpSpPr>
          <p:cNvPr id="11" name="INSTRUCTION">
            <a:extLst>
              <a:ext uri="{FF2B5EF4-FFF2-40B4-BE49-F238E27FC236}">
                <a16:creationId xmlns:a16="http://schemas.microsoft.com/office/drawing/2014/main" id="{56010645-8A65-5575-627E-7F0C8B443C80}"/>
              </a:ext>
            </a:extLst>
          </p:cNvPr>
          <p:cNvGrpSpPr/>
          <p:nvPr/>
        </p:nvGrpSpPr>
        <p:grpSpPr>
          <a:xfrm>
            <a:off x="-3786438" y="0"/>
            <a:ext cx="3693389" cy="5359343"/>
            <a:chOff x="-3786438" y="0"/>
            <a:chExt cx="3693389" cy="5359343"/>
          </a:xfrm>
        </p:grpSpPr>
        <p:sp>
          <p:nvSpPr>
            <p:cNvPr id="12" name="Rechthoek 8">
              <a:extLst>
                <a:ext uri="{FF2B5EF4-FFF2-40B4-BE49-F238E27FC236}">
                  <a16:creationId xmlns:a16="http://schemas.microsoft.com/office/drawing/2014/main" id="{4BC07AE0-157A-B3A8-3B21-B50E46A9CDBA}"/>
                </a:ext>
              </a:extLst>
            </p:cNvPr>
            <p:cNvSpPr/>
            <p:nvPr/>
          </p:nvSpPr>
          <p:spPr>
            <a:xfrm>
              <a:off x="-3786164" y="0"/>
              <a:ext cx="3593089" cy="4641338"/>
            </a:xfrm>
            <a:prstGeom prst="rect">
              <a:avLst/>
            </a:prstGeom>
            <a:solidFill>
              <a:srgbClr val="FFFFFF"/>
            </a:solidFill>
            <a:ln w="6345" cap="flat">
              <a:solidFill>
                <a:srgbClr val="ECECEC"/>
              </a:solidFill>
              <a:prstDash val="solid"/>
              <a:miter/>
            </a:ln>
          </p:spPr>
          <p:txBody>
            <a:bodyPr vert="horz" wrap="square" lIns="179999" tIns="143999" rIns="179999" bIns="143999"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400" b="1" i="0" u="none" strike="noStrike" kern="1200" cap="all" spc="0" baseline="0">
                  <a:solidFill>
                    <a:srgbClr val="00A6D6"/>
                  </a:solidFill>
                  <a:uFillTx/>
                  <a:latin typeface="Calibri" pitchFamily="34"/>
                  <a:cs typeface="Calibri" pitchFamily="34"/>
                </a:rPr>
                <a:t>Choosing text levels</a:t>
              </a:r>
            </a:p>
          </p:txBody>
        </p:sp>
        <p:sp>
          <p:nvSpPr>
            <p:cNvPr id="13" name="Rechthoek 19">
              <a:extLst>
                <a:ext uri="{FF2B5EF4-FFF2-40B4-BE49-F238E27FC236}">
                  <a16:creationId xmlns:a16="http://schemas.microsoft.com/office/drawing/2014/main" id="{261E8587-CD83-931E-1E50-E843346EFE38}"/>
                </a:ext>
              </a:extLst>
            </p:cNvPr>
            <p:cNvSpPr/>
            <p:nvPr/>
          </p:nvSpPr>
          <p:spPr>
            <a:xfrm>
              <a:off x="-3786164" y="1707404"/>
              <a:ext cx="3593089" cy="2836020"/>
            </a:xfrm>
            <a:prstGeom prst="rect">
              <a:avLst/>
            </a:prstGeom>
            <a:solidFill>
              <a:srgbClr val="00A6D6"/>
            </a:solidFill>
            <a:ln w="6345" cap="flat">
              <a:solidFill>
                <a:srgbClr val="ECECEC"/>
              </a:solidFill>
              <a:prstDash val="solid"/>
              <a:miter/>
            </a:ln>
          </p:spPr>
          <p:txBody>
            <a:bodyPr vert="horz" wrap="square" lIns="179999" tIns="143999" rIns="179999" bIns="143999"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400" b="1" i="0" u="none" strike="noStrike" kern="1200" cap="all" spc="0" baseline="0">
                  <a:solidFill>
                    <a:srgbClr val="00A6D6"/>
                  </a:solidFill>
                  <a:uFillTx/>
                  <a:latin typeface="Calibri" pitchFamily="34"/>
                  <a:cs typeface="Calibri" pitchFamily="34"/>
                </a:rPr>
                <a:t> </a:t>
              </a:r>
            </a:p>
          </p:txBody>
        </p:sp>
        <p:sp>
          <p:nvSpPr>
            <p:cNvPr id="14" name="Ovaal 20">
              <a:extLst>
                <a:ext uri="{FF2B5EF4-FFF2-40B4-BE49-F238E27FC236}">
                  <a16:creationId xmlns:a16="http://schemas.microsoft.com/office/drawing/2014/main" id="{B5A634ED-4857-F46C-602B-7858A9F51A39}"/>
                </a:ext>
              </a:extLst>
            </p:cNvPr>
            <p:cNvSpPr/>
            <p:nvPr/>
          </p:nvSpPr>
          <p:spPr>
            <a:xfrm>
              <a:off x="-3604180" y="1837486"/>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FFFF"/>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00A6D6"/>
                  </a:solidFill>
                  <a:uFillTx/>
                  <a:latin typeface="Calibri" pitchFamily="34"/>
                  <a:cs typeface="Calibri" pitchFamily="34"/>
                </a:rPr>
                <a:t>1</a:t>
              </a:r>
            </a:p>
          </p:txBody>
        </p:sp>
        <p:sp>
          <p:nvSpPr>
            <p:cNvPr id="15" name="Rechthoek 21">
              <a:extLst>
                <a:ext uri="{FF2B5EF4-FFF2-40B4-BE49-F238E27FC236}">
                  <a16:creationId xmlns:a16="http://schemas.microsoft.com/office/drawing/2014/main" id="{C42C114B-7EAE-F96E-3A1E-3C2B92CDDEEF}"/>
                </a:ext>
              </a:extLst>
            </p:cNvPr>
            <p:cNvSpPr/>
            <p:nvPr/>
          </p:nvSpPr>
          <p:spPr>
            <a:xfrm>
              <a:off x="-3319418" y="1837486"/>
              <a:ext cx="2949223" cy="179999"/>
            </a:xfrm>
            <a:prstGeom prst="rect">
              <a:avLst/>
            </a:prstGeom>
            <a:noFill/>
            <a:ln>
              <a:noFill/>
              <a:prstDash val="solid"/>
            </a:ln>
          </p:spPr>
          <p:txBody>
            <a:bodyPr vert="horz" wrap="square" lIns="0" tIns="0" rIns="0" bIns="0" anchor="ctr" anchorCtr="0" compatLnSpc="1">
              <a:noAutofit/>
            </a:bodyPr>
            <a:lstStyle/>
            <a:p>
              <a:pPr marL="357192" marR="0" lvl="0" indent="-357192" algn="l" defTabSz="914400" rtl="0" fontAlgn="auto" hangingPunct="1">
                <a:lnSpc>
                  <a:spcPct val="100000"/>
                </a:lnSpc>
                <a:spcBef>
                  <a:spcPts val="600"/>
                </a:spcBef>
                <a:spcAft>
                  <a:spcPts val="600"/>
                </a:spcAft>
                <a:buClr>
                  <a:srgbClr val="FFFFFF"/>
                </a:buClr>
                <a:buSzPct val="100000"/>
                <a:buFont typeface="Calibri" pitchFamily="34"/>
                <a:buChar char="•"/>
                <a:tabLst/>
                <a:defRPr sz="1800" b="0" i="0" u="none" strike="noStrike" kern="0" cap="none" spc="0" baseline="0">
                  <a:solidFill>
                    <a:srgbClr val="000000"/>
                  </a:solidFill>
                  <a:uFillTx/>
                </a:defRPr>
              </a:pPr>
              <a:r>
                <a:rPr lang="en-GB" sz="1400" b="0" i="0" u="none" strike="noStrike" kern="0" cap="none" spc="0" baseline="0">
                  <a:solidFill>
                    <a:srgbClr val="FFFFFF"/>
                  </a:solidFill>
                  <a:uFillTx/>
                  <a:latin typeface="Arial"/>
                  <a:cs typeface="Calibri" pitchFamily="34"/>
                </a:rPr>
                <a:t>Bullet</a:t>
              </a:r>
            </a:p>
          </p:txBody>
        </p:sp>
        <p:sp>
          <p:nvSpPr>
            <p:cNvPr id="16" name="Ovaal 22">
              <a:extLst>
                <a:ext uri="{FF2B5EF4-FFF2-40B4-BE49-F238E27FC236}">
                  <a16:creationId xmlns:a16="http://schemas.microsoft.com/office/drawing/2014/main" id="{4E4FDF31-97A3-B4C1-81FE-B115E6F86783}"/>
                </a:ext>
              </a:extLst>
            </p:cNvPr>
            <p:cNvSpPr/>
            <p:nvPr/>
          </p:nvSpPr>
          <p:spPr>
            <a:xfrm>
              <a:off x="-3604180" y="2128768"/>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FFFF"/>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00A6D6"/>
                  </a:solidFill>
                  <a:uFillTx/>
                  <a:latin typeface="Calibri" pitchFamily="34"/>
                  <a:cs typeface="Calibri" pitchFamily="34"/>
                </a:rPr>
                <a:t>2</a:t>
              </a:r>
            </a:p>
          </p:txBody>
        </p:sp>
        <p:sp>
          <p:nvSpPr>
            <p:cNvPr id="17" name="Rechthoek 23">
              <a:extLst>
                <a:ext uri="{FF2B5EF4-FFF2-40B4-BE49-F238E27FC236}">
                  <a16:creationId xmlns:a16="http://schemas.microsoft.com/office/drawing/2014/main" id="{DF5BBF51-CF18-36E3-A745-E04C4CA5E742}"/>
                </a:ext>
              </a:extLst>
            </p:cNvPr>
            <p:cNvSpPr/>
            <p:nvPr/>
          </p:nvSpPr>
          <p:spPr>
            <a:xfrm>
              <a:off x="-3604180" y="1196117"/>
              <a:ext cx="3229048" cy="459229"/>
            </a:xfrm>
            <a:prstGeom prst="rect">
              <a:avLst/>
            </a:prstGeom>
            <a:noFill/>
            <a:ln>
              <a:noFill/>
              <a:prstDash val="solid"/>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0" i="0" u="none" strike="noStrike" kern="0" cap="none" spc="0" baseline="0">
                  <a:solidFill>
                    <a:srgbClr val="000000"/>
                  </a:solidFill>
                  <a:uFillTx/>
                  <a:latin typeface="Calibri" pitchFamily="34"/>
                  <a:cs typeface="Calibri" pitchFamily="34"/>
                </a:rPr>
                <a:t>Under the tab </a:t>
              </a:r>
              <a:r>
                <a:rPr lang="en-GB" sz="1200" b="1" i="0" u="none" strike="noStrike" kern="0" cap="none" spc="0" baseline="0">
                  <a:solidFill>
                    <a:srgbClr val="000000"/>
                  </a:solidFill>
                  <a:uFillTx/>
                  <a:latin typeface="Calibri" pitchFamily="34"/>
                  <a:cs typeface="Calibri" pitchFamily="34"/>
                </a:rPr>
                <a:t>‘Home’</a:t>
              </a:r>
              <a:r>
                <a:rPr lang="en-GB" sz="1200" b="0" i="0" u="none" strike="noStrike" kern="0" cap="none" spc="0" baseline="0">
                  <a:solidFill>
                    <a:srgbClr val="000000"/>
                  </a:solidFill>
                  <a:uFillTx/>
                  <a:latin typeface="Calibri" pitchFamily="34"/>
                  <a:cs typeface="Calibri" pitchFamily="34"/>
                </a:rPr>
                <a:t>, use the </a:t>
              </a:r>
              <a:r>
                <a:rPr lang="en-GB" sz="1200" b="1" i="0" u="none" strike="noStrike" kern="0" cap="none" spc="0" baseline="0">
                  <a:solidFill>
                    <a:srgbClr val="000000"/>
                  </a:solidFill>
                  <a:uFillTx/>
                  <a:latin typeface="Calibri" pitchFamily="34"/>
                  <a:cs typeface="Calibri" pitchFamily="34"/>
                </a:rPr>
                <a:t>list level-buttons</a:t>
              </a:r>
              <a:r>
                <a:rPr lang="en-GB" sz="1200" b="0" i="0" u="none" strike="noStrike" kern="0" cap="none" spc="0" baseline="0">
                  <a:solidFill>
                    <a:srgbClr val="000000"/>
                  </a:solidFill>
                  <a:uFillTx/>
                  <a:latin typeface="Calibri" pitchFamily="34"/>
                  <a:cs typeface="Calibri" pitchFamily="34"/>
                </a:rPr>
                <a:t> to choose a text level. </a:t>
              </a:r>
              <a:br>
                <a:rPr lang="en-GB" sz="1200" b="0" i="0" u="none" strike="noStrike" kern="0" cap="none" spc="0" baseline="0">
                  <a:solidFill>
                    <a:srgbClr val="000000"/>
                  </a:solidFill>
                  <a:uFillTx/>
                  <a:latin typeface="Calibri" pitchFamily="34"/>
                  <a:cs typeface="Calibri" pitchFamily="34"/>
                </a:rPr>
              </a:br>
              <a:r>
                <a:rPr lang="en-GB" sz="1200" b="0" i="0" u="none" strike="noStrike" kern="0" cap="none" spc="0" baseline="0">
                  <a:solidFill>
                    <a:srgbClr val="000000"/>
                  </a:solidFill>
                  <a:uFillTx/>
                  <a:latin typeface="Calibri" pitchFamily="34"/>
                  <a:cs typeface="Calibri" pitchFamily="34"/>
                </a:rPr>
                <a:t>Choose from:</a:t>
              </a:r>
            </a:p>
          </p:txBody>
        </p:sp>
        <p:sp>
          <p:nvSpPr>
            <p:cNvPr id="18" name="Rechthoek 24">
              <a:extLst>
                <a:ext uri="{FF2B5EF4-FFF2-40B4-BE49-F238E27FC236}">
                  <a16:creationId xmlns:a16="http://schemas.microsoft.com/office/drawing/2014/main" id="{EE941495-3DB8-0316-61DF-4599C277855C}"/>
                </a:ext>
              </a:extLst>
            </p:cNvPr>
            <p:cNvSpPr/>
            <p:nvPr/>
          </p:nvSpPr>
          <p:spPr>
            <a:xfrm>
              <a:off x="-3319418" y="2128869"/>
              <a:ext cx="2949223" cy="179999"/>
            </a:xfrm>
            <a:prstGeom prst="rect">
              <a:avLst/>
            </a:prstGeom>
            <a:noFill/>
            <a:ln>
              <a:noFill/>
              <a:prstDash val="solid"/>
            </a:ln>
          </p:spPr>
          <p:txBody>
            <a:bodyPr vert="horz" wrap="square" lIns="0" tIns="0" rIns="0" bIns="0" anchor="ctr" anchorCtr="0" compatLnSpc="1">
              <a:noAutofit/>
            </a:bodyPr>
            <a:lstStyle/>
            <a:p>
              <a:pPr marL="715966" marR="0" lvl="0" indent="-358773" algn="l" defTabSz="914400" rtl="0" fontAlgn="auto" hangingPunct="1">
                <a:lnSpc>
                  <a:spcPct val="100000"/>
                </a:lnSpc>
                <a:spcBef>
                  <a:spcPts val="600"/>
                </a:spcBef>
                <a:spcAft>
                  <a:spcPts val="600"/>
                </a:spcAft>
                <a:buClr>
                  <a:srgbClr val="FFFFFF"/>
                </a:buClr>
                <a:buSzPct val="100000"/>
                <a:buFont typeface="Calibri" pitchFamily="34"/>
                <a:buChar char="•"/>
                <a:tabLst/>
                <a:defRPr sz="1800" b="0" i="0" u="none" strike="noStrike" kern="0" cap="none" spc="0" baseline="0">
                  <a:solidFill>
                    <a:srgbClr val="000000"/>
                  </a:solidFill>
                  <a:uFillTx/>
                </a:defRPr>
              </a:pPr>
              <a:r>
                <a:rPr lang="en-GB" sz="1400" b="0" i="0" u="none" strike="noStrike" kern="0" cap="none" spc="0" baseline="0">
                  <a:solidFill>
                    <a:srgbClr val="FFFFFF"/>
                  </a:solidFill>
                  <a:uFillTx/>
                  <a:latin typeface="Arial"/>
                  <a:cs typeface="Calibri" pitchFamily="34"/>
                </a:rPr>
                <a:t>Sub-bullet </a:t>
              </a:r>
            </a:p>
          </p:txBody>
        </p:sp>
        <p:sp>
          <p:nvSpPr>
            <p:cNvPr id="19" name="Ovaal 25">
              <a:extLst>
                <a:ext uri="{FF2B5EF4-FFF2-40B4-BE49-F238E27FC236}">
                  <a16:creationId xmlns:a16="http://schemas.microsoft.com/office/drawing/2014/main" id="{102BACD5-5A43-CF54-4FAE-8D5AFF1A0116}"/>
                </a:ext>
              </a:extLst>
            </p:cNvPr>
            <p:cNvSpPr/>
            <p:nvPr/>
          </p:nvSpPr>
          <p:spPr>
            <a:xfrm>
              <a:off x="-3604180" y="2420051"/>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FFFF"/>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00A6D6"/>
                  </a:solidFill>
                  <a:uFillTx/>
                  <a:latin typeface="Calibri" pitchFamily="34"/>
                  <a:cs typeface="Calibri" pitchFamily="34"/>
                </a:rPr>
                <a:t>3</a:t>
              </a:r>
            </a:p>
          </p:txBody>
        </p:sp>
        <p:sp>
          <p:nvSpPr>
            <p:cNvPr id="20" name="Rechthoek 26">
              <a:extLst>
                <a:ext uri="{FF2B5EF4-FFF2-40B4-BE49-F238E27FC236}">
                  <a16:creationId xmlns:a16="http://schemas.microsoft.com/office/drawing/2014/main" id="{1AB3FE12-06B1-EE7F-2C3A-6BF5CB817DCE}"/>
                </a:ext>
              </a:extLst>
            </p:cNvPr>
            <p:cNvSpPr/>
            <p:nvPr/>
          </p:nvSpPr>
          <p:spPr>
            <a:xfrm>
              <a:off x="-3319418" y="2420261"/>
              <a:ext cx="2949223" cy="179999"/>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600"/>
                </a:spcBef>
                <a:spcAft>
                  <a:spcPts val="600"/>
                </a:spcAft>
                <a:buNone/>
                <a:tabLst/>
                <a:defRPr sz="1800" b="0" i="0" u="none" strike="noStrike" kern="0" cap="none" spc="0" baseline="0">
                  <a:solidFill>
                    <a:srgbClr val="000000"/>
                  </a:solidFill>
                  <a:uFillTx/>
                </a:defRPr>
              </a:pPr>
              <a:r>
                <a:rPr lang="en-GB" sz="1400" b="0" i="0" u="none" strike="noStrike" kern="0" cap="none" spc="0" baseline="0">
                  <a:solidFill>
                    <a:srgbClr val="FFFFFF"/>
                  </a:solidFill>
                  <a:uFillTx/>
                  <a:latin typeface="Arial"/>
                  <a:cs typeface="Calibri" pitchFamily="34"/>
                </a:rPr>
                <a:t>Default text</a:t>
              </a:r>
            </a:p>
          </p:txBody>
        </p:sp>
        <p:sp>
          <p:nvSpPr>
            <p:cNvPr id="21" name="Ovaal 27">
              <a:extLst>
                <a:ext uri="{FF2B5EF4-FFF2-40B4-BE49-F238E27FC236}">
                  <a16:creationId xmlns:a16="http://schemas.microsoft.com/office/drawing/2014/main" id="{89B12053-EF98-C6B7-301B-D54CBDFEC06F}"/>
                </a:ext>
              </a:extLst>
            </p:cNvPr>
            <p:cNvSpPr/>
            <p:nvPr/>
          </p:nvSpPr>
          <p:spPr>
            <a:xfrm>
              <a:off x="-3604180" y="2711333"/>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FFFF"/>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00A6D6"/>
                  </a:solidFill>
                  <a:uFillTx/>
                  <a:latin typeface="Calibri" pitchFamily="34"/>
                  <a:cs typeface="Calibri" pitchFamily="34"/>
                </a:rPr>
                <a:t>4</a:t>
              </a:r>
            </a:p>
          </p:txBody>
        </p:sp>
        <p:sp>
          <p:nvSpPr>
            <p:cNvPr id="22" name="Rechthoek 28">
              <a:extLst>
                <a:ext uri="{FF2B5EF4-FFF2-40B4-BE49-F238E27FC236}">
                  <a16:creationId xmlns:a16="http://schemas.microsoft.com/office/drawing/2014/main" id="{01272878-1F18-56D7-D71A-F87DFF5738FE}"/>
                </a:ext>
              </a:extLst>
            </p:cNvPr>
            <p:cNvSpPr/>
            <p:nvPr/>
          </p:nvSpPr>
          <p:spPr>
            <a:xfrm>
              <a:off x="-3319418" y="2711653"/>
              <a:ext cx="2949223" cy="179999"/>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600"/>
                </a:spcBef>
                <a:spcAft>
                  <a:spcPts val="600"/>
                </a:spcAft>
                <a:buNone/>
                <a:tabLst/>
                <a:defRPr sz="1800" b="0" i="0" u="none" strike="noStrike" kern="0" cap="none" spc="0" baseline="0">
                  <a:solidFill>
                    <a:srgbClr val="000000"/>
                  </a:solidFill>
                  <a:uFillTx/>
                </a:defRPr>
              </a:pPr>
              <a:r>
                <a:rPr lang="en-GB" sz="2400" b="1" i="0" u="none" strike="noStrike" kern="0" cap="none" spc="0" baseline="0">
                  <a:solidFill>
                    <a:srgbClr val="000000"/>
                  </a:solidFill>
                  <a:uFillTx/>
                  <a:latin typeface="Arial"/>
                  <a:cs typeface="Calibri" pitchFamily="34"/>
                </a:rPr>
                <a:t>Title/Quote</a:t>
              </a:r>
            </a:p>
          </p:txBody>
        </p:sp>
        <p:sp>
          <p:nvSpPr>
            <p:cNvPr id="23" name="Ovaal 29">
              <a:extLst>
                <a:ext uri="{FF2B5EF4-FFF2-40B4-BE49-F238E27FC236}">
                  <a16:creationId xmlns:a16="http://schemas.microsoft.com/office/drawing/2014/main" id="{BEA38174-8C6C-2759-9520-D587DE7D0CB1}"/>
                </a:ext>
              </a:extLst>
            </p:cNvPr>
            <p:cNvSpPr/>
            <p:nvPr/>
          </p:nvSpPr>
          <p:spPr>
            <a:xfrm>
              <a:off x="-3604180" y="3002624"/>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FFFF"/>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00A6D6"/>
                  </a:solidFill>
                  <a:uFillTx/>
                  <a:latin typeface="Calibri" pitchFamily="34"/>
                  <a:cs typeface="Calibri" pitchFamily="34"/>
                </a:rPr>
                <a:t>5</a:t>
              </a:r>
            </a:p>
          </p:txBody>
        </p:sp>
        <p:sp>
          <p:nvSpPr>
            <p:cNvPr id="24" name="Rechthoek 30">
              <a:extLst>
                <a:ext uri="{FF2B5EF4-FFF2-40B4-BE49-F238E27FC236}">
                  <a16:creationId xmlns:a16="http://schemas.microsoft.com/office/drawing/2014/main" id="{32B2FAE4-BDAA-AEBC-CE0F-B024238A0B4A}"/>
                </a:ext>
              </a:extLst>
            </p:cNvPr>
            <p:cNvSpPr/>
            <p:nvPr/>
          </p:nvSpPr>
          <p:spPr>
            <a:xfrm>
              <a:off x="-3319418" y="3003035"/>
              <a:ext cx="2949223" cy="179999"/>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600"/>
                </a:spcBef>
                <a:spcAft>
                  <a:spcPts val="600"/>
                </a:spcAft>
                <a:buNone/>
                <a:tabLst/>
                <a:defRPr sz="1800" b="0" i="0" u="none" strike="noStrike" kern="0" cap="none" spc="0" baseline="0">
                  <a:solidFill>
                    <a:srgbClr val="000000"/>
                  </a:solidFill>
                  <a:uFillTx/>
                </a:defRPr>
              </a:pPr>
              <a:r>
                <a:rPr lang="en-GB" sz="1800" b="0" i="0" u="none" strike="noStrike" kern="0" cap="none" spc="0" baseline="0">
                  <a:solidFill>
                    <a:srgbClr val="000000"/>
                  </a:solidFill>
                  <a:uFillTx/>
                  <a:latin typeface="Arial"/>
                  <a:cs typeface="Calibri" pitchFamily="34"/>
                </a:rPr>
                <a:t>Subtitle</a:t>
              </a:r>
            </a:p>
          </p:txBody>
        </p:sp>
        <p:sp>
          <p:nvSpPr>
            <p:cNvPr id="25" name="Ovaal 31">
              <a:extLst>
                <a:ext uri="{FF2B5EF4-FFF2-40B4-BE49-F238E27FC236}">
                  <a16:creationId xmlns:a16="http://schemas.microsoft.com/office/drawing/2014/main" id="{165D8F79-ABB0-5198-D3BE-B8DED19FF605}"/>
                </a:ext>
              </a:extLst>
            </p:cNvPr>
            <p:cNvSpPr/>
            <p:nvPr/>
          </p:nvSpPr>
          <p:spPr>
            <a:xfrm>
              <a:off x="-3604180" y="3293906"/>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FFFF"/>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00A6D6"/>
                  </a:solidFill>
                  <a:uFillTx/>
                  <a:latin typeface="Calibri" pitchFamily="34"/>
                  <a:cs typeface="Calibri" pitchFamily="34"/>
                </a:rPr>
                <a:t>6</a:t>
              </a:r>
            </a:p>
          </p:txBody>
        </p:sp>
        <p:sp>
          <p:nvSpPr>
            <p:cNvPr id="26" name="Rechthoek 32">
              <a:extLst>
                <a:ext uri="{FF2B5EF4-FFF2-40B4-BE49-F238E27FC236}">
                  <a16:creationId xmlns:a16="http://schemas.microsoft.com/office/drawing/2014/main" id="{E28944BC-B68C-9063-1D85-4C9DCFF9A0A7}"/>
                </a:ext>
              </a:extLst>
            </p:cNvPr>
            <p:cNvSpPr/>
            <p:nvPr/>
          </p:nvSpPr>
          <p:spPr>
            <a:xfrm>
              <a:off x="-3319418" y="3585819"/>
              <a:ext cx="2949223" cy="179999"/>
            </a:xfrm>
            <a:prstGeom prst="rect">
              <a:avLst/>
            </a:prstGeom>
            <a:noFill/>
            <a:ln>
              <a:noFill/>
              <a:prstDash val="solid"/>
            </a:ln>
          </p:spPr>
          <p:txBody>
            <a:bodyPr vert="horz" wrap="square" lIns="0" tIns="0" rIns="0" bIns="0" anchor="ctr" anchorCtr="0" compatLnSpc="1">
              <a:noAutofit/>
            </a:bodyPr>
            <a:lstStyle/>
            <a:p>
              <a:pPr marL="357192" marR="0" lvl="0" indent="-357192" algn="l" defTabSz="914400" rtl="0" fontAlgn="auto" hangingPunct="1">
                <a:lnSpc>
                  <a:spcPct val="100000"/>
                </a:lnSpc>
                <a:spcBef>
                  <a:spcPts val="600"/>
                </a:spcBef>
                <a:spcAft>
                  <a:spcPts val="600"/>
                </a:spcAft>
                <a:buClr>
                  <a:srgbClr val="FFFFFF"/>
                </a:buClr>
                <a:buSzPct val="100000"/>
                <a:buFont typeface="Arial"/>
                <a:buAutoNum type="arabicPeriod"/>
                <a:tabLst/>
                <a:defRPr sz="1800" b="0" i="0" u="none" strike="noStrike" kern="0" cap="none" spc="0" baseline="0">
                  <a:solidFill>
                    <a:srgbClr val="000000"/>
                  </a:solidFill>
                  <a:uFillTx/>
                </a:defRPr>
              </a:pPr>
              <a:r>
                <a:rPr lang="en-GB" sz="1400" b="0" i="0" u="none" strike="noStrike" kern="0" cap="none" spc="0" baseline="0">
                  <a:solidFill>
                    <a:srgbClr val="FFFFFF"/>
                  </a:solidFill>
                  <a:uFillTx/>
                  <a:latin typeface="Arial"/>
                  <a:cs typeface="Calibri" pitchFamily="34"/>
                </a:rPr>
                <a:t>Numerical bullet</a:t>
              </a:r>
            </a:p>
          </p:txBody>
        </p:sp>
        <p:sp>
          <p:nvSpPr>
            <p:cNvPr id="27" name="Ovaal 33">
              <a:extLst>
                <a:ext uri="{FF2B5EF4-FFF2-40B4-BE49-F238E27FC236}">
                  <a16:creationId xmlns:a16="http://schemas.microsoft.com/office/drawing/2014/main" id="{4261211D-AD58-3C67-6349-60317F66BB88}"/>
                </a:ext>
              </a:extLst>
            </p:cNvPr>
            <p:cNvSpPr/>
            <p:nvPr/>
          </p:nvSpPr>
          <p:spPr>
            <a:xfrm>
              <a:off x="-3604180" y="3585188"/>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FFFF"/>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00A6D6"/>
                  </a:solidFill>
                  <a:uFillTx/>
                  <a:latin typeface="Calibri" pitchFamily="34"/>
                  <a:cs typeface="Calibri" pitchFamily="34"/>
                </a:rPr>
                <a:t>7</a:t>
              </a:r>
            </a:p>
          </p:txBody>
        </p:sp>
        <p:sp>
          <p:nvSpPr>
            <p:cNvPr id="28" name="Rechthoek 34">
              <a:extLst>
                <a:ext uri="{FF2B5EF4-FFF2-40B4-BE49-F238E27FC236}">
                  <a16:creationId xmlns:a16="http://schemas.microsoft.com/office/drawing/2014/main" id="{8C225F59-3105-D83F-EF95-419E682FAE00}"/>
                </a:ext>
              </a:extLst>
            </p:cNvPr>
            <p:cNvSpPr/>
            <p:nvPr/>
          </p:nvSpPr>
          <p:spPr>
            <a:xfrm>
              <a:off x="-3325828" y="3877211"/>
              <a:ext cx="2949223" cy="179999"/>
            </a:xfrm>
            <a:prstGeom prst="rect">
              <a:avLst/>
            </a:prstGeom>
            <a:noFill/>
            <a:ln>
              <a:noFill/>
              <a:prstDash val="solid"/>
            </a:ln>
          </p:spPr>
          <p:txBody>
            <a:bodyPr vert="horz" wrap="square" lIns="0" tIns="0" rIns="0" bIns="0" anchor="ctr" anchorCtr="0" compatLnSpc="1">
              <a:noAutofit/>
            </a:bodyPr>
            <a:lstStyle/>
            <a:p>
              <a:pPr marL="342900" marR="0" lvl="0" indent="-342900" algn="l" defTabSz="914400" rtl="0" fontAlgn="auto" hangingPunct="1">
                <a:lnSpc>
                  <a:spcPct val="100000"/>
                </a:lnSpc>
                <a:spcBef>
                  <a:spcPts val="600"/>
                </a:spcBef>
                <a:spcAft>
                  <a:spcPts val="600"/>
                </a:spcAft>
                <a:buClr>
                  <a:srgbClr val="FFFFFF"/>
                </a:buClr>
                <a:buSzPct val="100000"/>
                <a:buFont typeface="Arial"/>
                <a:buAutoNum type="alphaLcPeriod"/>
                <a:tabLst/>
                <a:defRPr sz="1800" b="0" i="0" u="none" strike="noStrike" kern="0" cap="none" spc="0" baseline="0">
                  <a:solidFill>
                    <a:srgbClr val="000000"/>
                  </a:solidFill>
                  <a:uFillTx/>
                </a:defRPr>
              </a:pPr>
              <a:r>
                <a:rPr lang="en-GB" sz="1400" b="0" i="0" u="none" strike="noStrike" kern="0" cap="none" spc="0" baseline="0">
                  <a:solidFill>
                    <a:srgbClr val="FFFFFF"/>
                  </a:solidFill>
                  <a:uFillTx/>
                  <a:latin typeface="Arial"/>
                  <a:cs typeface="Calibri" pitchFamily="34"/>
                </a:rPr>
                <a:t>Alphabetical bullet</a:t>
              </a:r>
            </a:p>
          </p:txBody>
        </p:sp>
        <p:sp>
          <p:nvSpPr>
            <p:cNvPr id="29" name="Ovaal 35">
              <a:extLst>
                <a:ext uri="{FF2B5EF4-FFF2-40B4-BE49-F238E27FC236}">
                  <a16:creationId xmlns:a16="http://schemas.microsoft.com/office/drawing/2014/main" id="{0FA14514-0247-CD87-1C81-F71CEDA608CE}"/>
                </a:ext>
              </a:extLst>
            </p:cNvPr>
            <p:cNvSpPr/>
            <p:nvPr/>
          </p:nvSpPr>
          <p:spPr>
            <a:xfrm>
              <a:off x="-3604180" y="3876470"/>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FFFF"/>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00A6D6"/>
                  </a:solidFill>
                  <a:uFillTx/>
                  <a:latin typeface="Calibri" pitchFamily="34"/>
                  <a:cs typeface="Calibri" pitchFamily="34"/>
                </a:rPr>
                <a:t>8</a:t>
              </a:r>
            </a:p>
          </p:txBody>
        </p:sp>
        <p:sp>
          <p:nvSpPr>
            <p:cNvPr id="30" name="Rechthoek 36">
              <a:extLst>
                <a:ext uri="{FF2B5EF4-FFF2-40B4-BE49-F238E27FC236}">
                  <a16:creationId xmlns:a16="http://schemas.microsoft.com/office/drawing/2014/main" id="{6DB64F86-3FFB-C7CF-ACFD-E31F61982882}"/>
                </a:ext>
              </a:extLst>
            </p:cNvPr>
            <p:cNvSpPr/>
            <p:nvPr/>
          </p:nvSpPr>
          <p:spPr>
            <a:xfrm>
              <a:off x="-3319418" y="4168594"/>
              <a:ext cx="2949223" cy="179999"/>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600"/>
                </a:spcBef>
                <a:spcAft>
                  <a:spcPts val="600"/>
                </a:spcAft>
                <a:buNone/>
                <a:tabLst/>
                <a:defRPr sz="1800" b="0" i="0" u="none" strike="noStrike" kern="0" cap="none" spc="0" baseline="0">
                  <a:solidFill>
                    <a:srgbClr val="000000"/>
                  </a:solidFill>
                  <a:uFillTx/>
                </a:defRPr>
              </a:pPr>
              <a:r>
                <a:rPr lang="en-GB" sz="1200" b="0" i="1" u="none" strike="noStrike" kern="0" cap="none" spc="0" baseline="0">
                  <a:solidFill>
                    <a:srgbClr val="FFFFFF"/>
                  </a:solidFill>
                  <a:uFillTx/>
                  <a:latin typeface="Arial"/>
                  <a:cs typeface="Calibri" pitchFamily="34"/>
                </a:rPr>
                <a:t>Source</a:t>
              </a:r>
            </a:p>
          </p:txBody>
        </p:sp>
        <p:sp>
          <p:nvSpPr>
            <p:cNvPr id="31" name="Ovaal 37">
              <a:extLst>
                <a:ext uri="{FF2B5EF4-FFF2-40B4-BE49-F238E27FC236}">
                  <a16:creationId xmlns:a16="http://schemas.microsoft.com/office/drawing/2014/main" id="{8E9C1F9B-2072-41B4-00D9-5F7EA175868C}"/>
                </a:ext>
              </a:extLst>
            </p:cNvPr>
            <p:cNvSpPr/>
            <p:nvPr/>
          </p:nvSpPr>
          <p:spPr>
            <a:xfrm>
              <a:off x="-3604180" y="4168594"/>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FFFF"/>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00A6D6"/>
                  </a:solidFill>
                  <a:uFillTx/>
                  <a:latin typeface="Calibri" pitchFamily="34"/>
                  <a:cs typeface="Calibri" pitchFamily="34"/>
                </a:rPr>
                <a:t>9</a:t>
              </a:r>
            </a:p>
          </p:txBody>
        </p:sp>
        <p:sp>
          <p:nvSpPr>
            <p:cNvPr id="32" name="Rechthoek 38">
              <a:extLst>
                <a:ext uri="{FF2B5EF4-FFF2-40B4-BE49-F238E27FC236}">
                  <a16:creationId xmlns:a16="http://schemas.microsoft.com/office/drawing/2014/main" id="{D9106367-7ABF-DA3B-38B8-DEE8250EDBC1}"/>
                </a:ext>
              </a:extLst>
            </p:cNvPr>
            <p:cNvSpPr/>
            <p:nvPr/>
          </p:nvSpPr>
          <p:spPr>
            <a:xfrm>
              <a:off x="-3319418" y="3294427"/>
              <a:ext cx="2949223" cy="179999"/>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600"/>
                </a:spcBef>
                <a:spcAft>
                  <a:spcPts val="600"/>
                </a:spcAft>
                <a:buNone/>
                <a:tabLst/>
                <a:defRPr sz="1800" b="0" i="0" u="none" strike="noStrike" kern="0" cap="none" spc="0" baseline="0">
                  <a:solidFill>
                    <a:srgbClr val="000000"/>
                  </a:solidFill>
                  <a:uFillTx/>
                </a:defRPr>
              </a:pPr>
              <a:r>
                <a:rPr lang="en-GB" sz="1400" b="0" i="0" u="none" strike="noStrike" kern="0" cap="none" spc="0" baseline="0">
                  <a:solidFill>
                    <a:srgbClr val="FFFFFF"/>
                  </a:solidFill>
                  <a:uFillTx/>
                  <a:latin typeface="Arial"/>
                  <a:cs typeface="Calibri" pitchFamily="34"/>
                </a:rPr>
                <a:t>Default text</a:t>
              </a:r>
            </a:p>
          </p:txBody>
        </p:sp>
        <p:sp>
          <p:nvSpPr>
            <p:cNvPr id="33" name="Rechthoek 39">
              <a:extLst>
                <a:ext uri="{FF2B5EF4-FFF2-40B4-BE49-F238E27FC236}">
                  <a16:creationId xmlns:a16="http://schemas.microsoft.com/office/drawing/2014/main" id="{9ECDB288-FEF5-4238-9200-9566563F9E28}"/>
                </a:ext>
              </a:extLst>
            </p:cNvPr>
            <p:cNvSpPr/>
            <p:nvPr/>
          </p:nvSpPr>
          <p:spPr>
            <a:xfrm>
              <a:off x="-3786438" y="4531345"/>
              <a:ext cx="3593637" cy="827998"/>
            </a:xfrm>
            <a:prstGeom prst="rect">
              <a:avLst/>
            </a:prstGeom>
            <a:solidFill>
              <a:srgbClr val="ECECEC"/>
            </a:solidFill>
            <a:ln w="6345" cap="flat">
              <a:solidFill>
                <a:srgbClr val="ECECEC"/>
              </a:solidFill>
              <a:prstDash val="solid"/>
              <a:miter/>
            </a:ln>
          </p:spPr>
          <p:txBody>
            <a:bodyPr vert="horz" wrap="square" lIns="179999" tIns="143999" rIns="179999" bIns="143999"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1" i="0" u="none" strike="noStrike" kern="1200" cap="all" spc="0" baseline="0">
                  <a:solidFill>
                    <a:srgbClr val="211F26"/>
                  </a:solidFill>
                  <a:uFillTx/>
                  <a:latin typeface="Calibri" pitchFamily="34"/>
                  <a:cs typeface="Calibri" pitchFamily="34"/>
                </a:rPr>
                <a:t>Want to know more?</a:t>
              </a:r>
              <a:br>
                <a:rPr lang="en-GB" sz="1200" b="1" i="0" u="none" strike="noStrike" kern="1200" cap="all" spc="0" baseline="0">
                  <a:solidFill>
                    <a:srgbClr val="211F26"/>
                  </a:solidFill>
                  <a:uFillTx/>
                  <a:latin typeface="Calibri" pitchFamily="34"/>
                  <a:cs typeface="Calibri" pitchFamily="34"/>
                </a:rPr>
              </a:br>
              <a:r>
                <a:rPr lang="en-GB" sz="1200" b="0" i="0" u="none" strike="noStrike" kern="1200" cap="none" spc="0" baseline="0">
                  <a:solidFill>
                    <a:srgbClr val="211F26"/>
                  </a:solidFill>
                  <a:uFillTx/>
                  <a:latin typeface="Calibri" pitchFamily="34"/>
                  <a:cs typeface="Calibri" pitchFamily="34"/>
                </a:rPr>
                <a:t>Go to the tab</a:t>
              </a:r>
              <a:r>
                <a:rPr lang="en-GB" sz="1200" b="1" i="0" u="none" strike="noStrike" kern="1200" cap="all" spc="0" baseline="0">
                  <a:solidFill>
                    <a:srgbClr val="211F26"/>
                  </a:solidFill>
                  <a:uFillTx/>
                  <a:latin typeface="Calibri" pitchFamily="34"/>
                  <a:cs typeface="Calibri" pitchFamily="34"/>
                </a:rPr>
                <a:t> 'SLIDEBUILDER’ </a:t>
              </a:r>
              <a:r>
                <a:rPr lang="en-GB" sz="1200" b="0" i="0" u="none" strike="noStrike" kern="1200" cap="none" spc="0" baseline="0">
                  <a:solidFill>
                    <a:srgbClr val="211F26"/>
                  </a:solidFill>
                  <a:uFillTx/>
                  <a:latin typeface="Calibri" pitchFamily="34"/>
                  <a:cs typeface="Calibri" pitchFamily="34"/>
                </a:rPr>
                <a:t>and click</a:t>
              </a:r>
              <a:br>
                <a:rPr lang="en-GB" sz="1200" b="0" i="0" u="none" strike="noStrike" kern="1200" cap="none" spc="0" baseline="0">
                  <a:solidFill>
                    <a:srgbClr val="211F26"/>
                  </a:solidFill>
                  <a:uFillTx/>
                  <a:latin typeface="Calibri" pitchFamily="34"/>
                  <a:cs typeface="Calibri" pitchFamily="34"/>
                </a:rPr>
              </a:br>
              <a:r>
                <a:rPr lang="en-GB" sz="1200" b="0" i="0" u="none" strike="noStrike" kern="1200" cap="none" spc="0" baseline="0">
                  <a:solidFill>
                    <a:srgbClr val="211F26"/>
                  </a:solidFill>
                  <a:uFillTx/>
                  <a:latin typeface="Calibri" pitchFamily="34"/>
                  <a:cs typeface="Calibri" pitchFamily="34"/>
                </a:rPr>
                <a:t>on the button </a:t>
              </a:r>
              <a:r>
                <a:rPr lang="en-GB" sz="1200" b="1" i="0" u="none" strike="noStrike" kern="1200" cap="all" spc="0" baseline="0">
                  <a:solidFill>
                    <a:srgbClr val="211F26"/>
                  </a:solidFill>
                  <a:uFillTx/>
                  <a:latin typeface="Calibri" pitchFamily="34"/>
                  <a:cs typeface="Calibri" pitchFamily="34"/>
                </a:rPr>
                <a:t>‘Inspiration'</a:t>
              </a:r>
            </a:p>
          </p:txBody>
        </p:sp>
        <p:grpSp>
          <p:nvGrpSpPr>
            <p:cNvPr id="34" name="ICOON_info">
              <a:extLst>
                <a:ext uri="{FF2B5EF4-FFF2-40B4-BE49-F238E27FC236}">
                  <a16:creationId xmlns:a16="http://schemas.microsoft.com/office/drawing/2014/main" id="{05029C8C-4261-AF7C-7D51-77A8038CA2EF}"/>
                </a:ext>
              </a:extLst>
            </p:cNvPr>
            <p:cNvGrpSpPr/>
            <p:nvPr/>
          </p:nvGrpSpPr>
          <p:grpSpPr>
            <a:xfrm>
              <a:off x="-376732" y="4400184"/>
              <a:ext cx="283683" cy="283683"/>
              <a:chOff x="-376732" y="4400184"/>
              <a:chExt cx="283683" cy="283683"/>
            </a:xfrm>
          </p:grpSpPr>
          <p:sp>
            <p:nvSpPr>
              <p:cNvPr id="35" name="Ovaal 88">
                <a:extLst>
                  <a:ext uri="{FF2B5EF4-FFF2-40B4-BE49-F238E27FC236}">
                    <a16:creationId xmlns:a16="http://schemas.microsoft.com/office/drawing/2014/main" id="{DBB6EBD6-229B-5672-9EDD-16D119C82C9C}"/>
                  </a:ext>
                </a:extLst>
              </p:cNvPr>
              <p:cNvSpPr/>
              <p:nvPr/>
            </p:nvSpPr>
            <p:spPr>
              <a:xfrm>
                <a:off x="-356707" y="4419651"/>
                <a:ext cx="244748" cy="244748"/>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211F26"/>
              </a:solidFill>
              <a:ln>
                <a:noFill/>
                <a:prstDash val="solid"/>
              </a:ln>
            </p:spPr>
            <p:txBody>
              <a:bodyPr vert="horz" wrap="square" lIns="179999" tIns="179999" rIns="179999" bIns="179999"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1600" b="0" i="0" u="none" strike="noStrike" kern="1200" cap="all" spc="0" baseline="0">
                  <a:solidFill>
                    <a:srgbClr val="FFFFFF"/>
                  </a:solidFill>
                  <a:uFillTx/>
                  <a:latin typeface="Calibri" pitchFamily="34"/>
                  <a:cs typeface="Calibri" pitchFamily="34"/>
                </a:endParaRPr>
              </a:p>
            </p:txBody>
          </p:sp>
          <p:sp>
            <p:nvSpPr>
              <p:cNvPr id="36" name="Graphic 163" descr="Informatie">
                <a:extLst>
                  <a:ext uri="{FF2B5EF4-FFF2-40B4-BE49-F238E27FC236}">
                    <a16:creationId xmlns:a16="http://schemas.microsoft.com/office/drawing/2014/main" id="{6EF4FBE2-0F21-1F86-81AC-3EE0FA63D399}"/>
                  </a:ext>
                </a:extLst>
              </p:cNvPr>
              <p:cNvSpPr/>
              <p:nvPr/>
            </p:nvSpPr>
            <p:spPr>
              <a:xfrm>
                <a:off x="-376732" y="4400184"/>
                <a:ext cx="283683" cy="283683"/>
              </a:xfrm>
              <a:custGeom>
                <a:avLst/>
                <a:gdLst>
                  <a:gd name="f0" fmla="val 10800000"/>
                  <a:gd name="f1" fmla="val 5400000"/>
                  <a:gd name="f2" fmla="val 180"/>
                  <a:gd name="f3" fmla="val w"/>
                  <a:gd name="f4" fmla="val h"/>
                  <a:gd name="f5" fmla="val 0"/>
                  <a:gd name="f6" fmla="val 291719"/>
                  <a:gd name="f7" fmla="val 145860"/>
                  <a:gd name="f8" fmla="val 65253"/>
                  <a:gd name="f9" fmla="val 226467"/>
                  <a:gd name="f10" fmla="val 291720"/>
                  <a:gd name="f11" fmla="val 138183"/>
                  <a:gd name="f12" fmla="val 38384"/>
                  <a:gd name="f13" fmla="val 148931"/>
                  <a:gd name="f14" fmla="val 157375"/>
                  <a:gd name="f15" fmla="val 46829"/>
                  <a:gd name="f16" fmla="val 57576"/>
                  <a:gd name="f17" fmla="val 68324"/>
                  <a:gd name="f18" fmla="val 76768"/>
                  <a:gd name="f19" fmla="val 127435"/>
                  <a:gd name="f20" fmla="val 118991"/>
                  <a:gd name="f21" fmla="val 184244"/>
                  <a:gd name="f22" fmla="val 253336"/>
                  <a:gd name="f23" fmla="val 107476"/>
                  <a:gd name="f24" fmla="val 230305"/>
                  <a:gd name="f25" fmla="val 134345"/>
                  <a:gd name="f26" fmla="val 115153"/>
                  <a:gd name="f27" fmla="val 111314"/>
                  <a:gd name="f28" fmla="val 92122"/>
                  <a:gd name="f29" fmla="+- 0 0 -90"/>
                  <a:gd name="f30" fmla="*/ f3 1 291719"/>
                  <a:gd name="f31" fmla="*/ f4 1 291719"/>
                  <a:gd name="f32" fmla="val f5"/>
                  <a:gd name="f33" fmla="val f6"/>
                  <a:gd name="f34" fmla="*/ f29 f0 1"/>
                  <a:gd name="f35" fmla="+- f33 0 f32"/>
                  <a:gd name="f36" fmla="*/ f34 1 f2"/>
                  <a:gd name="f37" fmla="*/ f35 1 291719"/>
                  <a:gd name="f38" fmla="*/ 145860 f35 1"/>
                  <a:gd name="f39" fmla="*/ 0 f35 1"/>
                  <a:gd name="f40" fmla="*/ 291720 f35 1"/>
                  <a:gd name="f41" fmla="*/ 138183 f35 1"/>
                  <a:gd name="f42" fmla="*/ 38384 f35 1"/>
                  <a:gd name="f43" fmla="*/ 157375 f35 1"/>
                  <a:gd name="f44" fmla="*/ 57576 f35 1"/>
                  <a:gd name="f45" fmla="*/ 76768 f35 1"/>
                  <a:gd name="f46" fmla="*/ 118991 f35 1"/>
                  <a:gd name="f47" fmla="*/ 184244 f35 1"/>
                  <a:gd name="f48" fmla="*/ 253336 f35 1"/>
                  <a:gd name="f49" fmla="*/ 107476 f35 1"/>
                  <a:gd name="f50" fmla="*/ 230305 f35 1"/>
                  <a:gd name="f51" fmla="*/ 134345 f35 1"/>
                  <a:gd name="f52" fmla="*/ 115153 f35 1"/>
                  <a:gd name="f53" fmla="*/ 111314 f35 1"/>
                  <a:gd name="f54" fmla="*/ 92122 f35 1"/>
                  <a:gd name="f55" fmla="+- f36 0 f1"/>
                  <a:gd name="f56" fmla="*/ f38 1 291719"/>
                  <a:gd name="f57" fmla="*/ f39 1 291719"/>
                  <a:gd name="f58" fmla="*/ f40 1 291719"/>
                  <a:gd name="f59" fmla="*/ f41 1 291719"/>
                  <a:gd name="f60" fmla="*/ f42 1 291719"/>
                  <a:gd name="f61" fmla="*/ f43 1 291719"/>
                  <a:gd name="f62" fmla="*/ f44 1 291719"/>
                  <a:gd name="f63" fmla="*/ f45 1 291719"/>
                  <a:gd name="f64" fmla="*/ f46 1 291719"/>
                  <a:gd name="f65" fmla="*/ f47 1 291719"/>
                  <a:gd name="f66" fmla="*/ f48 1 291719"/>
                  <a:gd name="f67" fmla="*/ f49 1 291719"/>
                  <a:gd name="f68" fmla="*/ f50 1 291719"/>
                  <a:gd name="f69" fmla="*/ f51 1 291719"/>
                  <a:gd name="f70" fmla="*/ f52 1 291719"/>
                  <a:gd name="f71" fmla="*/ f53 1 291719"/>
                  <a:gd name="f72" fmla="*/ f54 1 291719"/>
                  <a:gd name="f73" fmla="*/ f32 1 f37"/>
                  <a:gd name="f74" fmla="*/ f33 1 f37"/>
                  <a:gd name="f75" fmla="*/ f56 1 f37"/>
                  <a:gd name="f76" fmla="*/ f57 1 f37"/>
                  <a:gd name="f77" fmla="*/ f58 1 f37"/>
                  <a:gd name="f78" fmla="*/ f59 1 f37"/>
                  <a:gd name="f79" fmla="*/ f60 1 f37"/>
                  <a:gd name="f80" fmla="*/ f61 1 f37"/>
                  <a:gd name="f81" fmla="*/ f62 1 f37"/>
                  <a:gd name="f82" fmla="*/ f63 1 f37"/>
                  <a:gd name="f83" fmla="*/ f64 1 f37"/>
                  <a:gd name="f84" fmla="*/ f65 1 f37"/>
                  <a:gd name="f85" fmla="*/ f66 1 f37"/>
                  <a:gd name="f86" fmla="*/ f67 1 f37"/>
                  <a:gd name="f87" fmla="*/ f68 1 f37"/>
                  <a:gd name="f88" fmla="*/ f69 1 f37"/>
                  <a:gd name="f89" fmla="*/ f70 1 f37"/>
                  <a:gd name="f90" fmla="*/ f71 1 f37"/>
                  <a:gd name="f91" fmla="*/ f72 1 f37"/>
                  <a:gd name="f92" fmla="*/ f73 f30 1"/>
                  <a:gd name="f93" fmla="*/ f74 f30 1"/>
                  <a:gd name="f94" fmla="*/ f74 f31 1"/>
                  <a:gd name="f95" fmla="*/ f73 f31 1"/>
                  <a:gd name="f96" fmla="*/ f75 f30 1"/>
                  <a:gd name="f97" fmla="*/ f76 f31 1"/>
                  <a:gd name="f98" fmla="*/ f76 f30 1"/>
                  <a:gd name="f99" fmla="*/ f75 f31 1"/>
                  <a:gd name="f100" fmla="*/ f77 f31 1"/>
                  <a:gd name="f101" fmla="*/ f77 f30 1"/>
                  <a:gd name="f102" fmla="*/ f78 f30 1"/>
                  <a:gd name="f103" fmla="*/ f79 f31 1"/>
                  <a:gd name="f104" fmla="*/ f80 f30 1"/>
                  <a:gd name="f105" fmla="*/ f81 f31 1"/>
                  <a:gd name="f106" fmla="*/ f82 f31 1"/>
                  <a:gd name="f107" fmla="*/ f83 f30 1"/>
                  <a:gd name="f108" fmla="*/ f84 f30 1"/>
                  <a:gd name="f109" fmla="*/ f85 f31 1"/>
                  <a:gd name="f110" fmla="*/ f86 f30 1"/>
                  <a:gd name="f111" fmla="*/ f87 f31 1"/>
                  <a:gd name="f112" fmla="*/ f88 f30 1"/>
                  <a:gd name="f113" fmla="*/ f89 f31 1"/>
                  <a:gd name="f114" fmla="*/ f90 f30 1"/>
                  <a:gd name="f115" fmla="*/ f91 f31 1"/>
                </a:gdLst>
                <a:ahLst/>
                <a:cxnLst>
                  <a:cxn ang="3cd4">
                    <a:pos x="hc" y="t"/>
                  </a:cxn>
                  <a:cxn ang="0">
                    <a:pos x="r" y="vc"/>
                  </a:cxn>
                  <a:cxn ang="cd4">
                    <a:pos x="hc" y="b"/>
                  </a:cxn>
                  <a:cxn ang="cd2">
                    <a:pos x="l" y="vc"/>
                  </a:cxn>
                  <a:cxn ang="f55">
                    <a:pos x="f96" y="f97"/>
                  </a:cxn>
                  <a:cxn ang="f55">
                    <a:pos x="f98" y="f99"/>
                  </a:cxn>
                  <a:cxn ang="f55">
                    <a:pos x="f96" y="f100"/>
                  </a:cxn>
                  <a:cxn ang="f55">
                    <a:pos x="f101" y="f99"/>
                  </a:cxn>
                  <a:cxn ang="f55">
                    <a:pos x="f96" y="f97"/>
                  </a:cxn>
                  <a:cxn ang="f55">
                    <a:pos x="f102" y="f103"/>
                  </a:cxn>
                  <a:cxn ang="f55">
                    <a:pos x="f104" y="f105"/>
                  </a:cxn>
                  <a:cxn ang="f55">
                    <a:pos x="f102" y="f106"/>
                  </a:cxn>
                  <a:cxn ang="f55">
                    <a:pos x="f107" y="f105"/>
                  </a:cxn>
                  <a:cxn ang="f55">
                    <a:pos x="f102" y="f103"/>
                  </a:cxn>
                  <a:cxn ang="f55">
                    <a:pos x="f108" y="f109"/>
                  </a:cxn>
                  <a:cxn ang="f55">
                    <a:pos x="f110" y="f109"/>
                  </a:cxn>
                  <a:cxn ang="f55">
                    <a:pos x="f110" y="f111"/>
                  </a:cxn>
                  <a:cxn ang="f55">
                    <a:pos x="f112" y="f111"/>
                  </a:cxn>
                  <a:cxn ang="f55">
                    <a:pos x="f112" y="f113"/>
                  </a:cxn>
                  <a:cxn ang="f55">
                    <a:pos x="f114" y="f113"/>
                  </a:cxn>
                  <a:cxn ang="f55">
                    <a:pos x="f114" y="f115"/>
                  </a:cxn>
                  <a:cxn ang="f55">
                    <a:pos x="f104" y="f115"/>
                  </a:cxn>
                  <a:cxn ang="f55">
                    <a:pos x="f104" y="f113"/>
                  </a:cxn>
                  <a:cxn ang="f55">
                    <a:pos x="f104" y="f111"/>
                  </a:cxn>
                  <a:cxn ang="f55">
                    <a:pos x="f108" y="f111"/>
                  </a:cxn>
                  <a:cxn ang="f55">
                    <a:pos x="f108" y="f109"/>
                  </a:cxn>
                </a:cxnLst>
                <a:rect l="f92" t="f95" r="f93" b="f94"/>
                <a:pathLst>
                  <a:path w="291719" h="291719">
                    <a:moveTo>
                      <a:pt x="f7" y="f5"/>
                    </a:moveTo>
                    <a:cubicBezTo>
                      <a:pt x="f8" y="f5"/>
                      <a:pt x="f5" y="f8"/>
                      <a:pt x="f5" y="f7"/>
                    </a:cubicBezTo>
                    <a:cubicBezTo>
                      <a:pt x="f5" y="f9"/>
                      <a:pt x="f8" y="f10"/>
                      <a:pt x="f7" y="f10"/>
                    </a:cubicBezTo>
                    <a:cubicBezTo>
                      <a:pt x="f9" y="f10"/>
                      <a:pt x="f10" y="f9"/>
                      <a:pt x="f10" y="f7"/>
                    </a:cubicBezTo>
                    <a:cubicBezTo>
                      <a:pt x="f10" y="f8"/>
                      <a:pt x="f9" y="f5"/>
                      <a:pt x="f7" y="f5"/>
                    </a:cubicBezTo>
                    <a:close/>
                    <a:moveTo>
                      <a:pt x="f11" y="f12"/>
                    </a:moveTo>
                    <a:cubicBezTo>
                      <a:pt x="f13" y="f12"/>
                      <a:pt x="f14" y="f15"/>
                      <a:pt x="f14" y="f16"/>
                    </a:cubicBezTo>
                    <a:cubicBezTo>
                      <a:pt x="f14" y="f17"/>
                      <a:pt x="f13" y="f18"/>
                      <a:pt x="f11" y="f18"/>
                    </a:cubicBezTo>
                    <a:cubicBezTo>
                      <a:pt x="f19" y="f18"/>
                      <a:pt x="f20" y="f17"/>
                      <a:pt x="f20" y="f16"/>
                    </a:cubicBezTo>
                    <a:cubicBezTo>
                      <a:pt x="f20" y="f15"/>
                      <a:pt x="f19" y="f12"/>
                      <a:pt x="f11" y="f12"/>
                    </a:cubicBezTo>
                    <a:close/>
                    <a:moveTo>
                      <a:pt x="f21" y="f22"/>
                    </a:moveTo>
                    <a:lnTo>
                      <a:pt x="f23" y="f22"/>
                    </a:lnTo>
                    <a:lnTo>
                      <a:pt x="f23" y="f24"/>
                    </a:lnTo>
                    <a:lnTo>
                      <a:pt x="f25" y="f24"/>
                    </a:lnTo>
                    <a:lnTo>
                      <a:pt x="f25" y="f26"/>
                    </a:lnTo>
                    <a:lnTo>
                      <a:pt x="f27" y="f26"/>
                    </a:lnTo>
                    <a:lnTo>
                      <a:pt x="f27" y="f28"/>
                    </a:lnTo>
                    <a:lnTo>
                      <a:pt x="f14" y="f28"/>
                    </a:lnTo>
                    <a:lnTo>
                      <a:pt x="f14" y="f26"/>
                    </a:lnTo>
                    <a:lnTo>
                      <a:pt x="f14" y="f24"/>
                    </a:lnTo>
                    <a:lnTo>
                      <a:pt x="f21" y="f24"/>
                    </a:lnTo>
                    <a:lnTo>
                      <a:pt x="f21" y="f22"/>
                    </a:lnTo>
                    <a:close/>
                  </a:path>
                </a:pathLst>
              </a:custGeom>
              <a:solidFill>
                <a:srgbClr val="1FF524"/>
              </a:solidFill>
              <a:ln>
                <a:noFill/>
                <a:prstDash val="soli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2000" b="0" i="0" u="none" strike="noStrike" kern="1200" cap="none" spc="0" baseline="0">
                  <a:solidFill>
                    <a:srgbClr val="211F26"/>
                  </a:solidFill>
                  <a:uFillTx/>
                  <a:latin typeface="Calibri" pitchFamily="34"/>
                  <a:cs typeface="Calibri" pitchFamily="34"/>
                </a:endParaRPr>
              </a:p>
            </p:txBody>
          </p:sp>
        </p:grpSp>
        <p:grpSp>
          <p:nvGrpSpPr>
            <p:cNvPr id="37" name="VOORBEELD">
              <a:extLst>
                <a:ext uri="{FF2B5EF4-FFF2-40B4-BE49-F238E27FC236}">
                  <a16:creationId xmlns:a16="http://schemas.microsoft.com/office/drawing/2014/main" id="{54A7DC5F-3221-0A4A-8F15-744A8866CBA4}"/>
                </a:ext>
              </a:extLst>
            </p:cNvPr>
            <p:cNvGrpSpPr/>
            <p:nvPr/>
          </p:nvGrpSpPr>
          <p:grpSpPr>
            <a:xfrm>
              <a:off x="-3605168" y="458672"/>
              <a:ext cx="3234315" cy="558871"/>
              <a:chOff x="-3605168" y="458672"/>
              <a:chExt cx="3234315" cy="558871"/>
            </a:xfrm>
          </p:grpSpPr>
          <p:sp>
            <p:nvSpPr>
              <p:cNvPr id="38" name="Rechthoek 48">
                <a:extLst>
                  <a:ext uri="{FF2B5EF4-FFF2-40B4-BE49-F238E27FC236}">
                    <a16:creationId xmlns:a16="http://schemas.microsoft.com/office/drawing/2014/main" id="{885E5AD2-1D24-4EB5-4777-2B3237384A10}"/>
                  </a:ext>
                </a:extLst>
              </p:cNvPr>
              <p:cNvSpPr/>
              <p:nvPr/>
            </p:nvSpPr>
            <p:spPr>
              <a:xfrm>
                <a:off x="-3604180" y="458672"/>
                <a:ext cx="393457" cy="184059"/>
              </a:xfrm>
              <a:prstGeom prst="rect">
                <a:avLst/>
              </a:prstGeom>
              <a:solidFill>
                <a:srgbClr val="F8F8F8"/>
              </a:solidFill>
              <a:ln>
                <a:noFill/>
                <a:prstDash val="solid"/>
              </a:ln>
            </p:spPr>
            <p:txBody>
              <a:bodyPr vert="horz" wrap="square" lIns="0" tIns="18004" rIns="0" bIns="0" anchor="t"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900" b="1" i="0" u="none" strike="noStrike" kern="1200" cap="none" spc="0" baseline="0">
                    <a:solidFill>
                      <a:srgbClr val="211F26"/>
                    </a:solidFill>
                    <a:uFillTx/>
                    <a:latin typeface="Calibri" pitchFamily="34"/>
                    <a:cs typeface="Calibri" pitchFamily="34"/>
                  </a:rPr>
                  <a:t>Home</a:t>
                </a:r>
              </a:p>
            </p:txBody>
          </p:sp>
          <p:sp>
            <p:nvSpPr>
              <p:cNvPr id="39" name="Rechthoek 49">
                <a:extLst>
                  <a:ext uri="{FF2B5EF4-FFF2-40B4-BE49-F238E27FC236}">
                    <a16:creationId xmlns:a16="http://schemas.microsoft.com/office/drawing/2014/main" id="{52C6DE42-C6A5-3AA4-D783-06C4E1387F12}"/>
                  </a:ext>
                </a:extLst>
              </p:cNvPr>
              <p:cNvSpPr/>
              <p:nvPr/>
            </p:nvSpPr>
            <p:spPr>
              <a:xfrm>
                <a:off x="-3599188" y="621343"/>
                <a:ext cx="383782" cy="27166"/>
              </a:xfrm>
              <a:prstGeom prst="rect">
                <a:avLst/>
              </a:prstGeom>
              <a:solidFill>
                <a:srgbClr val="B74629"/>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nvGrpSpPr>
              <p:cNvPr id="40" name="Groep 50">
                <a:extLst>
                  <a:ext uri="{FF2B5EF4-FFF2-40B4-BE49-F238E27FC236}">
                    <a16:creationId xmlns:a16="http://schemas.microsoft.com/office/drawing/2014/main" id="{C5AED72A-6209-DFDA-822C-B7A91BEB0CDB}"/>
                  </a:ext>
                </a:extLst>
              </p:cNvPr>
              <p:cNvGrpSpPr/>
              <p:nvPr/>
            </p:nvGrpSpPr>
            <p:grpSpPr>
              <a:xfrm>
                <a:off x="-3386242" y="830869"/>
                <a:ext cx="139418" cy="109563"/>
                <a:chOff x="-3386242" y="830869"/>
                <a:chExt cx="139418" cy="109563"/>
              </a:xfrm>
            </p:grpSpPr>
            <p:grpSp>
              <p:nvGrpSpPr>
                <p:cNvPr id="41" name="Groep 81">
                  <a:extLst>
                    <a:ext uri="{FF2B5EF4-FFF2-40B4-BE49-F238E27FC236}">
                      <a16:creationId xmlns:a16="http://schemas.microsoft.com/office/drawing/2014/main" id="{F387B313-3971-6F1C-32EB-814B2EA2AE74}"/>
                    </a:ext>
                  </a:extLst>
                </p:cNvPr>
                <p:cNvGrpSpPr/>
                <p:nvPr/>
              </p:nvGrpSpPr>
              <p:grpSpPr>
                <a:xfrm>
                  <a:off x="-3386242" y="830869"/>
                  <a:ext cx="139418" cy="109563"/>
                  <a:chOff x="-3386242" y="830869"/>
                  <a:chExt cx="139418" cy="109563"/>
                </a:xfrm>
              </p:grpSpPr>
              <p:cxnSp>
                <p:nvCxnSpPr>
                  <p:cNvPr id="42" name="Rechte verbindingslijn 83">
                    <a:extLst>
                      <a:ext uri="{FF2B5EF4-FFF2-40B4-BE49-F238E27FC236}">
                        <a16:creationId xmlns:a16="http://schemas.microsoft.com/office/drawing/2014/main" id="{4A0880D5-E5AB-0D6B-9949-7D4C20F88C61}"/>
                      </a:ext>
                    </a:extLst>
                  </p:cNvPr>
                  <p:cNvCxnSpPr/>
                  <p:nvPr/>
                </p:nvCxnSpPr>
                <p:spPr>
                  <a:xfrm>
                    <a:off x="-3386242" y="830869"/>
                    <a:ext cx="139418" cy="0"/>
                  </a:xfrm>
                  <a:prstGeom prst="straightConnector1">
                    <a:avLst/>
                  </a:prstGeom>
                  <a:noFill/>
                  <a:ln w="12701" cap="flat">
                    <a:solidFill>
                      <a:srgbClr val="9D9FA1"/>
                    </a:solidFill>
                    <a:prstDash val="solid"/>
                  </a:ln>
                </p:spPr>
              </p:cxnSp>
              <p:cxnSp>
                <p:nvCxnSpPr>
                  <p:cNvPr id="43" name="Rechte verbindingslijn 84">
                    <a:extLst>
                      <a:ext uri="{FF2B5EF4-FFF2-40B4-BE49-F238E27FC236}">
                        <a16:creationId xmlns:a16="http://schemas.microsoft.com/office/drawing/2014/main" id="{06108851-3448-D383-7F39-6245A9B06031}"/>
                      </a:ext>
                    </a:extLst>
                  </p:cNvPr>
                  <p:cNvCxnSpPr/>
                  <p:nvPr/>
                </p:nvCxnSpPr>
                <p:spPr>
                  <a:xfrm>
                    <a:off x="-3386242" y="940432"/>
                    <a:ext cx="139418" cy="0"/>
                  </a:xfrm>
                  <a:prstGeom prst="straightConnector1">
                    <a:avLst/>
                  </a:prstGeom>
                  <a:noFill/>
                  <a:ln w="12701" cap="flat">
                    <a:solidFill>
                      <a:srgbClr val="9D9FA1"/>
                    </a:solidFill>
                    <a:prstDash val="solid"/>
                  </a:ln>
                </p:spPr>
              </p:cxnSp>
              <p:cxnSp>
                <p:nvCxnSpPr>
                  <p:cNvPr id="44" name="Rechte verbindingslijn 85">
                    <a:extLst>
                      <a:ext uri="{FF2B5EF4-FFF2-40B4-BE49-F238E27FC236}">
                        <a16:creationId xmlns:a16="http://schemas.microsoft.com/office/drawing/2014/main" id="{CC43A93E-3BD6-D0B4-FF19-85829A4EA5F6}"/>
                      </a:ext>
                    </a:extLst>
                  </p:cNvPr>
                  <p:cNvCxnSpPr/>
                  <p:nvPr/>
                </p:nvCxnSpPr>
                <p:spPr>
                  <a:xfrm>
                    <a:off x="-3309588" y="913046"/>
                    <a:ext cx="62764" cy="0"/>
                  </a:xfrm>
                  <a:prstGeom prst="straightConnector1">
                    <a:avLst/>
                  </a:prstGeom>
                  <a:noFill/>
                  <a:ln w="12701" cap="flat">
                    <a:solidFill>
                      <a:srgbClr val="9D9FA1"/>
                    </a:solidFill>
                    <a:prstDash val="solid"/>
                  </a:ln>
                </p:spPr>
              </p:cxnSp>
              <p:cxnSp>
                <p:nvCxnSpPr>
                  <p:cNvPr id="45" name="Rechte verbindingslijn 86">
                    <a:extLst>
                      <a:ext uri="{FF2B5EF4-FFF2-40B4-BE49-F238E27FC236}">
                        <a16:creationId xmlns:a16="http://schemas.microsoft.com/office/drawing/2014/main" id="{58300C4B-BC17-4BE5-E496-5946A0401F85}"/>
                      </a:ext>
                    </a:extLst>
                  </p:cNvPr>
                  <p:cNvCxnSpPr/>
                  <p:nvPr/>
                </p:nvCxnSpPr>
                <p:spPr>
                  <a:xfrm>
                    <a:off x="-3309588" y="885651"/>
                    <a:ext cx="62764" cy="0"/>
                  </a:xfrm>
                  <a:prstGeom prst="straightConnector1">
                    <a:avLst/>
                  </a:prstGeom>
                  <a:noFill/>
                  <a:ln w="12701" cap="flat">
                    <a:solidFill>
                      <a:srgbClr val="9D9FA1"/>
                    </a:solidFill>
                    <a:prstDash val="solid"/>
                  </a:ln>
                </p:spPr>
              </p:cxnSp>
              <p:cxnSp>
                <p:nvCxnSpPr>
                  <p:cNvPr id="46" name="Rechte verbindingslijn 87">
                    <a:extLst>
                      <a:ext uri="{FF2B5EF4-FFF2-40B4-BE49-F238E27FC236}">
                        <a16:creationId xmlns:a16="http://schemas.microsoft.com/office/drawing/2014/main" id="{F03BBF4E-2A95-C3B1-B466-DF9BED396E08}"/>
                      </a:ext>
                    </a:extLst>
                  </p:cNvPr>
                  <p:cNvCxnSpPr/>
                  <p:nvPr/>
                </p:nvCxnSpPr>
                <p:spPr>
                  <a:xfrm>
                    <a:off x="-3309588" y="858264"/>
                    <a:ext cx="62764" cy="0"/>
                  </a:xfrm>
                  <a:prstGeom prst="straightConnector1">
                    <a:avLst/>
                  </a:prstGeom>
                  <a:noFill/>
                  <a:ln w="12701" cap="flat">
                    <a:solidFill>
                      <a:srgbClr val="9D9FA1"/>
                    </a:solidFill>
                    <a:prstDash val="solid"/>
                  </a:ln>
                </p:spPr>
              </p:cxnSp>
            </p:grpSp>
            <p:sp>
              <p:nvSpPr>
                <p:cNvPr id="47" name="Pijl: rechts 82">
                  <a:extLst>
                    <a:ext uri="{FF2B5EF4-FFF2-40B4-BE49-F238E27FC236}">
                      <a16:creationId xmlns:a16="http://schemas.microsoft.com/office/drawing/2014/main" id="{C93E2F38-F7F6-B2C5-1E15-9B0CD98CFAE6}"/>
                    </a:ext>
                  </a:extLst>
                </p:cNvPr>
                <p:cNvSpPr/>
                <p:nvPr/>
              </p:nvSpPr>
              <p:spPr>
                <a:xfrm>
                  <a:off x="-3386242" y="857039"/>
                  <a:ext cx="58411" cy="56116"/>
                </a:xfrm>
                <a:custGeom>
                  <a:avLst>
                    <a:gd name="f0" fmla="val 8396"/>
                    <a:gd name="f1" fmla="val 8064"/>
                  </a:avLst>
                  <a:gdLst>
                    <a:gd name="f2" fmla="val 10800000"/>
                    <a:gd name="f3" fmla="val 5400000"/>
                    <a:gd name="f4" fmla="val 180"/>
                    <a:gd name="f5" fmla="val w"/>
                    <a:gd name="f6" fmla="val h"/>
                    <a:gd name="f7" fmla="val 0"/>
                    <a:gd name="f8" fmla="val 21600"/>
                    <a:gd name="f9" fmla="val 10800"/>
                    <a:gd name="f10" fmla="+- 0 0 0"/>
                    <a:gd name="f11" fmla="+- 0 0 180"/>
                    <a:gd name="f12" fmla="*/ f5 1 21600"/>
                    <a:gd name="f13" fmla="*/ f6 1 21600"/>
                    <a:gd name="f14" fmla="pin 0 f0 21600"/>
                    <a:gd name="f15" fmla="pin 0 f1 10800"/>
                    <a:gd name="f16" fmla="*/ f10 f2 1"/>
                    <a:gd name="f17" fmla="*/ f11 f2 1"/>
                    <a:gd name="f18" fmla="val f15"/>
                    <a:gd name="f19" fmla="val f14"/>
                    <a:gd name="f20" fmla="+- 21600 0 f15"/>
                    <a:gd name="f21" fmla="*/ f14 f12 1"/>
                    <a:gd name="f22" fmla="*/ f15 f13 1"/>
                    <a:gd name="f23" fmla="*/ 0 f12 1"/>
                    <a:gd name="f24" fmla="*/ 0 f13 1"/>
                    <a:gd name="f25" fmla="*/ f16 1 f4"/>
                    <a:gd name="f26" fmla="*/ 21600 f13 1"/>
                    <a:gd name="f27" fmla="*/ f17 1 f4"/>
                    <a:gd name="f28" fmla="+- 21600 0 f19"/>
                    <a:gd name="f29" fmla="*/ f20 f13 1"/>
                    <a:gd name="f30" fmla="*/ f18 f13 1"/>
                    <a:gd name="f31" fmla="*/ f19 f12 1"/>
                    <a:gd name="f32" fmla="+- f25 0 f3"/>
                    <a:gd name="f33" fmla="+- f27 0 f3"/>
                    <a:gd name="f34" fmla="*/ f28 f18 1"/>
                    <a:gd name="f35" fmla="*/ f34 1 10800"/>
                    <a:gd name="f36" fmla="+- f19 f35 0"/>
                    <a:gd name="f37" fmla="*/ f36 f12 1"/>
                  </a:gdLst>
                  <a:ahLst>
                    <a:ahXY gdRefX="f0" minX="f7" maxX="f8" gdRefY="f1" minY="f7" maxY="f9">
                      <a:pos x="f21" y="f22"/>
                    </a:ahXY>
                  </a:ahLst>
                  <a:cxnLst>
                    <a:cxn ang="3cd4">
                      <a:pos x="hc" y="t"/>
                    </a:cxn>
                    <a:cxn ang="0">
                      <a:pos x="r" y="vc"/>
                    </a:cxn>
                    <a:cxn ang="cd4">
                      <a:pos x="hc" y="b"/>
                    </a:cxn>
                    <a:cxn ang="cd2">
                      <a:pos x="l" y="vc"/>
                    </a:cxn>
                    <a:cxn ang="f32">
                      <a:pos x="f31" y="f24"/>
                    </a:cxn>
                    <a:cxn ang="f33">
                      <a:pos x="f31" y="f26"/>
                    </a:cxn>
                  </a:cxnLst>
                  <a:rect l="f23" t="f30" r="f37" b="f29"/>
                  <a:pathLst>
                    <a:path w="21600" h="21600">
                      <a:moveTo>
                        <a:pt x="f7" y="f18"/>
                      </a:moveTo>
                      <a:lnTo>
                        <a:pt x="f19" y="f18"/>
                      </a:lnTo>
                      <a:lnTo>
                        <a:pt x="f19" y="f7"/>
                      </a:lnTo>
                      <a:lnTo>
                        <a:pt x="f8" y="f9"/>
                      </a:lnTo>
                      <a:lnTo>
                        <a:pt x="f19" y="f8"/>
                      </a:lnTo>
                      <a:lnTo>
                        <a:pt x="f19" y="f20"/>
                      </a:lnTo>
                      <a:lnTo>
                        <a:pt x="f7" y="f20"/>
                      </a:lnTo>
                      <a:close/>
                    </a:path>
                  </a:pathLst>
                </a:custGeom>
                <a:solidFill>
                  <a:srgbClr val="4A7DB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grpSp>
            <p:nvGrpSpPr>
              <p:cNvPr id="48" name="Groep 51">
                <a:extLst>
                  <a:ext uri="{FF2B5EF4-FFF2-40B4-BE49-F238E27FC236}">
                    <a16:creationId xmlns:a16="http://schemas.microsoft.com/office/drawing/2014/main" id="{3D6A5E9D-F0B1-427E-17ED-F3E3502D8C75}"/>
                  </a:ext>
                </a:extLst>
              </p:cNvPr>
              <p:cNvGrpSpPr/>
              <p:nvPr/>
            </p:nvGrpSpPr>
            <p:grpSpPr>
              <a:xfrm>
                <a:off x="-3605168" y="830869"/>
                <a:ext cx="139419" cy="109563"/>
                <a:chOff x="-3605168" y="830869"/>
                <a:chExt cx="139419" cy="109563"/>
              </a:xfrm>
            </p:grpSpPr>
            <p:grpSp>
              <p:nvGrpSpPr>
                <p:cNvPr id="49" name="Groep 74">
                  <a:extLst>
                    <a:ext uri="{FF2B5EF4-FFF2-40B4-BE49-F238E27FC236}">
                      <a16:creationId xmlns:a16="http://schemas.microsoft.com/office/drawing/2014/main" id="{91F55066-9D5E-0058-2140-9F44A96B25EC}"/>
                    </a:ext>
                  </a:extLst>
                </p:cNvPr>
                <p:cNvGrpSpPr/>
                <p:nvPr/>
              </p:nvGrpSpPr>
              <p:grpSpPr>
                <a:xfrm>
                  <a:off x="-3605168" y="830869"/>
                  <a:ext cx="139419" cy="109563"/>
                  <a:chOff x="-3605168" y="830869"/>
                  <a:chExt cx="139419" cy="109563"/>
                </a:xfrm>
              </p:grpSpPr>
              <p:cxnSp>
                <p:nvCxnSpPr>
                  <p:cNvPr id="50" name="Rechte verbindingslijn 76">
                    <a:extLst>
                      <a:ext uri="{FF2B5EF4-FFF2-40B4-BE49-F238E27FC236}">
                        <a16:creationId xmlns:a16="http://schemas.microsoft.com/office/drawing/2014/main" id="{4DB2E7F5-728F-AF27-9190-F139CD54868E}"/>
                      </a:ext>
                    </a:extLst>
                  </p:cNvPr>
                  <p:cNvCxnSpPr/>
                  <p:nvPr/>
                </p:nvCxnSpPr>
                <p:spPr>
                  <a:xfrm>
                    <a:off x="-3605168" y="830869"/>
                    <a:ext cx="139419" cy="0"/>
                  </a:xfrm>
                  <a:prstGeom prst="straightConnector1">
                    <a:avLst/>
                  </a:prstGeom>
                  <a:noFill/>
                  <a:ln w="12701" cap="flat">
                    <a:solidFill>
                      <a:srgbClr val="9D9FA1"/>
                    </a:solidFill>
                    <a:prstDash val="solid"/>
                  </a:ln>
                </p:spPr>
              </p:cxnSp>
              <p:cxnSp>
                <p:nvCxnSpPr>
                  <p:cNvPr id="51" name="Rechte verbindingslijn 77">
                    <a:extLst>
                      <a:ext uri="{FF2B5EF4-FFF2-40B4-BE49-F238E27FC236}">
                        <a16:creationId xmlns:a16="http://schemas.microsoft.com/office/drawing/2014/main" id="{523017A3-F232-AECC-0379-37A1DAE12379}"/>
                      </a:ext>
                    </a:extLst>
                  </p:cNvPr>
                  <p:cNvCxnSpPr/>
                  <p:nvPr/>
                </p:nvCxnSpPr>
                <p:spPr>
                  <a:xfrm>
                    <a:off x="-3605168" y="940432"/>
                    <a:ext cx="139419" cy="0"/>
                  </a:xfrm>
                  <a:prstGeom prst="straightConnector1">
                    <a:avLst/>
                  </a:prstGeom>
                  <a:noFill/>
                  <a:ln w="12701" cap="flat">
                    <a:solidFill>
                      <a:srgbClr val="9D9FA1"/>
                    </a:solidFill>
                    <a:prstDash val="solid"/>
                  </a:ln>
                </p:spPr>
              </p:cxnSp>
              <p:cxnSp>
                <p:nvCxnSpPr>
                  <p:cNvPr id="52" name="Rechte verbindingslijn 78">
                    <a:extLst>
                      <a:ext uri="{FF2B5EF4-FFF2-40B4-BE49-F238E27FC236}">
                        <a16:creationId xmlns:a16="http://schemas.microsoft.com/office/drawing/2014/main" id="{E8BE91D4-77FF-C8B8-8B2E-A0BFCB5519A8}"/>
                      </a:ext>
                    </a:extLst>
                  </p:cNvPr>
                  <p:cNvCxnSpPr/>
                  <p:nvPr/>
                </p:nvCxnSpPr>
                <p:spPr>
                  <a:xfrm>
                    <a:off x="-3528514" y="913046"/>
                    <a:ext cx="62765" cy="0"/>
                  </a:xfrm>
                  <a:prstGeom prst="straightConnector1">
                    <a:avLst/>
                  </a:prstGeom>
                  <a:noFill/>
                  <a:ln w="12701" cap="flat">
                    <a:solidFill>
                      <a:srgbClr val="9D9FA1"/>
                    </a:solidFill>
                    <a:prstDash val="solid"/>
                  </a:ln>
                </p:spPr>
              </p:cxnSp>
              <p:cxnSp>
                <p:nvCxnSpPr>
                  <p:cNvPr id="53" name="Rechte verbindingslijn 79">
                    <a:extLst>
                      <a:ext uri="{FF2B5EF4-FFF2-40B4-BE49-F238E27FC236}">
                        <a16:creationId xmlns:a16="http://schemas.microsoft.com/office/drawing/2014/main" id="{8D283EB4-274B-7182-18EA-E414CFF3B9C3}"/>
                      </a:ext>
                    </a:extLst>
                  </p:cNvPr>
                  <p:cNvCxnSpPr/>
                  <p:nvPr/>
                </p:nvCxnSpPr>
                <p:spPr>
                  <a:xfrm>
                    <a:off x="-3528514" y="885651"/>
                    <a:ext cx="62765" cy="0"/>
                  </a:xfrm>
                  <a:prstGeom prst="straightConnector1">
                    <a:avLst/>
                  </a:prstGeom>
                  <a:noFill/>
                  <a:ln w="12701" cap="flat">
                    <a:solidFill>
                      <a:srgbClr val="9D9FA1"/>
                    </a:solidFill>
                    <a:prstDash val="solid"/>
                  </a:ln>
                </p:spPr>
              </p:cxnSp>
              <p:cxnSp>
                <p:nvCxnSpPr>
                  <p:cNvPr id="54" name="Rechte verbindingslijn 80">
                    <a:extLst>
                      <a:ext uri="{FF2B5EF4-FFF2-40B4-BE49-F238E27FC236}">
                        <a16:creationId xmlns:a16="http://schemas.microsoft.com/office/drawing/2014/main" id="{A4872199-8256-56D1-B959-D1859EC46D5C}"/>
                      </a:ext>
                    </a:extLst>
                  </p:cNvPr>
                  <p:cNvCxnSpPr/>
                  <p:nvPr/>
                </p:nvCxnSpPr>
                <p:spPr>
                  <a:xfrm>
                    <a:off x="-3528514" y="858264"/>
                    <a:ext cx="62765" cy="0"/>
                  </a:xfrm>
                  <a:prstGeom prst="straightConnector1">
                    <a:avLst/>
                  </a:prstGeom>
                  <a:noFill/>
                  <a:ln w="12701" cap="flat">
                    <a:solidFill>
                      <a:srgbClr val="9D9FA1"/>
                    </a:solidFill>
                    <a:prstDash val="solid"/>
                  </a:ln>
                </p:spPr>
              </p:cxnSp>
            </p:grpSp>
            <p:sp>
              <p:nvSpPr>
                <p:cNvPr id="55" name="Pijl: rechts 75">
                  <a:extLst>
                    <a:ext uri="{FF2B5EF4-FFF2-40B4-BE49-F238E27FC236}">
                      <a16:creationId xmlns:a16="http://schemas.microsoft.com/office/drawing/2014/main" id="{6A9BA308-6EE5-FE32-8215-07A064CD9649}"/>
                    </a:ext>
                  </a:extLst>
                </p:cNvPr>
                <p:cNvSpPr/>
                <p:nvPr/>
              </p:nvSpPr>
              <p:spPr>
                <a:xfrm flipH="1">
                  <a:off x="-3605168" y="857039"/>
                  <a:ext cx="58411" cy="56116"/>
                </a:xfrm>
                <a:custGeom>
                  <a:avLst>
                    <a:gd name="f0" fmla="val 8396"/>
                    <a:gd name="f1" fmla="val 8064"/>
                  </a:avLst>
                  <a:gdLst>
                    <a:gd name="f2" fmla="val 10800000"/>
                    <a:gd name="f3" fmla="val 5400000"/>
                    <a:gd name="f4" fmla="val 180"/>
                    <a:gd name="f5" fmla="val w"/>
                    <a:gd name="f6" fmla="val h"/>
                    <a:gd name="f7" fmla="val 0"/>
                    <a:gd name="f8" fmla="val 21600"/>
                    <a:gd name="f9" fmla="val 10800"/>
                    <a:gd name="f10" fmla="+- 0 0 0"/>
                    <a:gd name="f11" fmla="+- 0 0 180"/>
                    <a:gd name="f12" fmla="*/ f5 1 21600"/>
                    <a:gd name="f13" fmla="*/ f6 1 21600"/>
                    <a:gd name="f14" fmla="pin 0 f0 21600"/>
                    <a:gd name="f15" fmla="pin 0 f1 10800"/>
                    <a:gd name="f16" fmla="*/ f10 f2 1"/>
                    <a:gd name="f17" fmla="*/ f11 f2 1"/>
                    <a:gd name="f18" fmla="val f15"/>
                    <a:gd name="f19" fmla="val f14"/>
                    <a:gd name="f20" fmla="+- 21600 0 f15"/>
                    <a:gd name="f21" fmla="*/ f14 f12 1"/>
                    <a:gd name="f22" fmla="*/ f15 f13 1"/>
                    <a:gd name="f23" fmla="*/ 0 f12 1"/>
                    <a:gd name="f24" fmla="*/ 0 f13 1"/>
                    <a:gd name="f25" fmla="*/ f16 1 f4"/>
                    <a:gd name="f26" fmla="*/ 21600 f13 1"/>
                    <a:gd name="f27" fmla="*/ f17 1 f4"/>
                    <a:gd name="f28" fmla="+- 21600 0 f19"/>
                    <a:gd name="f29" fmla="*/ f20 f13 1"/>
                    <a:gd name="f30" fmla="*/ f18 f13 1"/>
                    <a:gd name="f31" fmla="*/ f19 f12 1"/>
                    <a:gd name="f32" fmla="+- f25 0 f3"/>
                    <a:gd name="f33" fmla="+- f27 0 f3"/>
                    <a:gd name="f34" fmla="*/ f28 f18 1"/>
                    <a:gd name="f35" fmla="*/ f34 1 10800"/>
                    <a:gd name="f36" fmla="+- f19 f35 0"/>
                    <a:gd name="f37" fmla="*/ f36 f12 1"/>
                  </a:gdLst>
                  <a:ahLst>
                    <a:ahXY gdRefX="f0" minX="f7" maxX="f8" gdRefY="f1" minY="f7" maxY="f9">
                      <a:pos x="f21" y="f22"/>
                    </a:ahXY>
                  </a:ahLst>
                  <a:cxnLst>
                    <a:cxn ang="3cd4">
                      <a:pos x="hc" y="t"/>
                    </a:cxn>
                    <a:cxn ang="0">
                      <a:pos x="r" y="vc"/>
                    </a:cxn>
                    <a:cxn ang="cd4">
                      <a:pos x="hc" y="b"/>
                    </a:cxn>
                    <a:cxn ang="cd2">
                      <a:pos x="l" y="vc"/>
                    </a:cxn>
                    <a:cxn ang="f32">
                      <a:pos x="f31" y="f24"/>
                    </a:cxn>
                    <a:cxn ang="f33">
                      <a:pos x="f31" y="f26"/>
                    </a:cxn>
                  </a:cxnLst>
                  <a:rect l="f23" t="f30" r="f37" b="f29"/>
                  <a:pathLst>
                    <a:path w="21600" h="21600">
                      <a:moveTo>
                        <a:pt x="f7" y="f18"/>
                      </a:moveTo>
                      <a:lnTo>
                        <a:pt x="f19" y="f18"/>
                      </a:lnTo>
                      <a:lnTo>
                        <a:pt x="f19" y="f7"/>
                      </a:lnTo>
                      <a:lnTo>
                        <a:pt x="f8" y="f9"/>
                      </a:lnTo>
                      <a:lnTo>
                        <a:pt x="f19" y="f8"/>
                      </a:lnTo>
                      <a:lnTo>
                        <a:pt x="f19" y="f20"/>
                      </a:lnTo>
                      <a:lnTo>
                        <a:pt x="f7" y="f20"/>
                      </a:lnTo>
                      <a:close/>
                    </a:path>
                  </a:pathLst>
                </a:custGeom>
                <a:solidFill>
                  <a:srgbClr val="4A7DB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cxnSp>
            <p:nvCxnSpPr>
              <p:cNvPr id="56" name="Rechte verbindingslijn 52">
                <a:extLst>
                  <a:ext uri="{FF2B5EF4-FFF2-40B4-BE49-F238E27FC236}">
                    <a16:creationId xmlns:a16="http://schemas.microsoft.com/office/drawing/2014/main" id="{23F4AE7B-EC19-EA52-A423-E1864277D316}"/>
                  </a:ext>
                </a:extLst>
              </p:cNvPr>
              <p:cNvCxnSpPr/>
              <p:nvPr/>
            </p:nvCxnSpPr>
            <p:spPr>
              <a:xfrm flipV="1">
                <a:off x="-3459952" y="588169"/>
                <a:ext cx="547680" cy="219072"/>
              </a:xfrm>
              <a:prstGeom prst="straightConnector1">
                <a:avLst/>
              </a:prstGeom>
              <a:noFill/>
              <a:ln w="19046" cap="rnd">
                <a:solidFill>
                  <a:srgbClr val="00A6D6"/>
                </a:solidFill>
                <a:prstDash val="solid"/>
                <a:headEnd type="arrow"/>
              </a:ln>
            </p:spPr>
          </p:cxnSp>
          <p:cxnSp>
            <p:nvCxnSpPr>
              <p:cNvPr id="57" name="Rechte verbindingslijn 53">
                <a:extLst>
                  <a:ext uri="{FF2B5EF4-FFF2-40B4-BE49-F238E27FC236}">
                    <a16:creationId xmlns:a16="http://schemas.microsoft.com/office/drawing/2014/main" id="{749DD1E4-FC22-9B30-AD67-37A38B3234EA}"/>
                  </a:ext>
                </a:extLst>
              </p:cNvPr>
              <p:cNvCxnSpPr/>
              <p:nvPr/>
            </p:nvCxnSpPr>
            <p:spPr>
              <a:xfrm>
                <a:off x="-3224210" y="828675"/>
                <a:ext cx="319089" cy="0"/>
              </a:xfrm>
              <a:prstGeom prst="straightConnector1">
                <a:avLst/>
              </a:prstGeom>
              <a:noFill/>
              <a:ln w="19046" cap="rnd">
                <a:solidFill>
                  <a:srgbClr val="00A6D6"/>
                </a:solidFill>
                <a:prstDash val="solid"/>
                <a:headEnd type="arrow"/>
              </a:ln>
            </p:spPr>
          </p:cxnSp>
          <p:sp>
            <p:nvSpPr>
              <p:cNvPr id="58" name="Rechthoek 54">
                <a:extLst>
                  <a:ext uri="{FF2B5EF4-FFF2-40B4-BE49-F238E27FC236}">
                    <a16:creationId xmlns:a16="http://schemas.microsoft.com/office/drawing/2014/main" id="{1E42EEDB-9A58-8C56-EECC-3D5F192CB907}"/>
                  </a:ext>
                </a:extLst>
              </p:cNvPr>
              <p:cNvSpPr/>
              <p:nvPr/>
            </p:nvSpPr>
            <p:spPr>
              <a:xfrm>
                <a:off x="-2559899" y="512182"/>
                <a:ext cx="2189046" cy="151086"/>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100" b="0" i="0" u="none" strike="noStrike" kern="0" cap="none" spc="0" baseline="0">
                    <a:solidFill>
                      <a:srgbClr val="000000"/>
                    </a:solidFill>
                    <a:uFillTx/>
                    <a:latin typeface="Calibri" pitchFamily="34"/>
                    <a:cs typeface="Calibri" pitchFamily="34"/>
                  </a:rPr>
                  <a:t>Text level down</a:t>
                </a:r>
              </a:p>
            </p:txBody>
          </p:sp>
          <p:sp>
            <p:nvSpPr>
              <p:cNvPr id="59" name="Rechthoek 55">
                <a:extLst>
                  <a:ext uri="{FF2B5EF4-FFF2-40B4-BE49-F238E27FC236}">
                    <a16:creationId xmlns:a16="http://schemas.microsoft.com/office/drawing/2014/main" id="{A94A537F-99F3-64E9-6B75-34CA699C62E3}"/>
                  </a:ext>
                </a:extLst>
              </p:cNvPr>
              <p:cNvSpPr/>
              <p:nvPr/>
            </p:nvSpPr>
            <p:spPr>
              <a:xfrm>
                <a:off x="-2559899" y="819558"/>
                <a:ext cx="2189046" cy="142198"/>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100" b="0" i="0" u="none" strike="noStrike" kern="0" cap="none" spc="0" baseline="0">
                    <a:solidFill>
                      <a:srgbClr val="000000"/>
                    </a:solidFill>
                    <a:uFillTx/>
                    <a:latin typeface="Calibri" pitchFamily="34"/>
                    <a:cs typeface="Calibri" pitchFamily="34"/>
                  </a:rPr>
                  <a:t>Text level up</a:t>
                </a:r>
              </a:p>
            </p:txBody>
          </p:sp>
          <p:grpSp>
            <p:nvGrpSpPr>
              <p:cNvPr id="60" name="Groep 56">
                <a:extLst>
                  <a:ext uri="{FF2B5EF4-FFF2-40B4-BE49-F238E27FC236}">
                    <a16:creationId xmlns:a16="http://schemas.microsoft.com/office/drawing/2014/main" id="{6A64C1BF-8611-B0D3-E546-5AFCE779C315}"/>
                  </a:ext>
                </a:extLst>
              </p:cNvPr>
              <p:cNvGrpSpPr/>
              <p:nvPr/>
            </p:nvGrpSpPr>
            <p:grpSpPr>
              <a:xfrm>
                <a:off x="-2916762" y="769165"/>
                <a:ext cx="268742" cy="248378"/>
                <a:chOff x="-2916762" y="769165"/>
                <a:chExt cx="268742" cy="248378"/>
              </a:xfrm>
            </p:grpSpPr>
            <p:sp>
              <p:nvSpPr>
                <p:cNvPr id="61" name="Rechthoek 66">
                  <a:extLst>
                    <a:ext uri="{FF2B5EF4-FFF2-40B4-BE49-F238E27FC236}">
                      <a16:creationId xmlns:a16="http://schemas.microsoft.com/office/drawing/2014/main" id="{1D55458C-BC5A-A95A-A300-8F649B755A7F}"/>
                    </a:ext>
                  </a:extLst>
                </p:cNvPr>
                <p:cNvSpPr/>
                <p:nvPr/>
              </p:nvSpPr>
              <p:spPr>
                <a:xfrm>
                  <a:off x="-2916762" y="769165"/>
                  <a:ext cx="268742" cy="248378"/>
                </a:xfrm>
                <a:prstGeom prst="rect">
                  <a:avLst/>
                </a:prstGeom>
                <a:solidFill>
                  <a:srgbClr val="FFFFFF"/>
                </a:solidFill>
                <a:ln w="3172" cap="flat">
                  <a:solidFill>
                    <a:srgbClr val="DADADA"/>
                  </a:solidFill>
                  <a:prstDash val="solid"/>
                  <a:miter/>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50" b="0" i="0" u="none" strike="noStrike" kern="1200" cap="none" spc="0" baseline="0">
                    <a:solidFill>
                      <a:srgbClr val="211F26"/>
                    </a:solidFill>
                    <a:uFillTx/>
                    <a:latin typeface="Calibri" pitchFamily="34"/>
                    <a:cs typeface="Calibri" pitchFamily="34"/>
                  </a:endParaRPr>
                </a:p>
              </p:txBody>
            </p:sp>
            <p:grpSp>
              <p:nvGrpSpPr>
                <p:cNvPr id="62" name="Groep 67">
                  <a:extLst>
                    <a:ext uri="{FF2B5EF4-FFF2-40B4-BE49-F238E27FC236}">
                      <a16:creationId xmlns:a16="http://schemas.microsoft.com/office/drawing/2014/main" id="{58D9A3EB-EFA2-8D15-2CF9-FFB9A40140D5}"/>
                    </a:ext>
                  </a:extLst>
                </p:cNvPr>
                <p:cNvGrpSpPr/>
                <p:nvPr/>
              </p:nvGrpSpPr>
              <p:grpSpPr>
                <a:xfrm>
                  <a:off x="-2866744" y="827074"/>
                  <a:ext cx="168698" cy="132570"/>
                  <a:chOff x="-2866744" y="827074"/>
                  <a:chExt cx="168698" cy="132570"/>
                </a:xfrm>
              </p:grpSpPr>
              <p:cxnSp>
                <p:nvCxnSpPr>
                  <p:cNvPr id="63" name="Rechte verbindingslijn 69">
                    <a:extLst>
                      <a:ext uri="{FF2B5EF4-FFF2-40B4-BE49-F238E27FC236}">
                        <a16:creationId xmlns:a16="http://schemas.microsoft.com/office/drawing/2014/main" id="{E69A7770-A79A-8CE1-46C6-CAEAF03EA3CD}"/>
                      </a:ext>
                    </a:extLst>
                  </p:cNvPr>
                  <p:cNvCxnSpPr/>
                  <p:nvPr/>
                </p:nvCxnSpPr>
                <p:spPr>
                  <a:xfrm>
                    <a:off x="-2866744" y="827074"/>
                    <a:ext cx="168698" cy="0"/>
                  </a:xfrm>
                  <a:prstGeom prst="straightConnector1">
                    <a:avLst/>
                  </a:prstGeom>
                  <a:noFill/>
                  <a:ln w="12701" cap="flat">
                    <a:solidFill>
                      <a:srgbClr val="9D9FA1"/>
                    </a:solidFill>
                    <a:prstDash val="solid"/>
                  </a:ln>
                </p:spPr>
              </p:cxnSp>
              <p:cxnSp>
                <p:nvCxnSpPr>
                  <p:cNvPr id="64" name="Rechte verbindingslijn 70">
                    <a:extLst>
                      <a:ext uri="{FF2B5EF4-FFF2-40B4-BE49-F238E27FC236}">
                        <a16:creationId xmlns:a16="http://schemas.microsoft.com/office/drawing/2014/main" id="{ACC88D79-083A-2879-EDC5-A12BE91D1BBD}"/>
                      </a:ext>
                    </a:extLst>
                  </p:cNvPr>
                  <p:cNvCxnSpPr/>
                  <p:nvPr/>
                </p:nvCxnSpPr>
                <p:spPr>
                  <a:xfrm>
                    <a:off x="-2866744" y="959644"/>
                    <a:ext cx="168698" cy="0"/>
                  </a:xfrm>
                  <a:prstGeom prst="straightConnector1">
                    <a:avLst/>
                  </a:prstGeom>
                  <a:noFill/>
                  <a:ln w="12701" cap="flat">
                    <a:solidFill>
                      <a:srgbClr val="9D9FA1"/>
                    </a:solidFill>
                    <a:prstDash val="solid"/>
                  </a:ln>
                </p:spPr>
              </p:cxnSp>
              <p:cxnSp>
                <p:nvCxnSpPr>
                  <p:cNvPr id="65" name="Rechte verbindingslijn 71">
                    <a:extLst>
                      <a:ext uri="{FF2B5EF4-FFF2-40B4-BE49-F238E27FC236}">
                        <a16:creationId xmlns:a16="http://schemas.microsoft.com/office/drawing/2014/main" id="{E97B554F-51E2-A55D-5FE8-B51EECDF0A4F}"/>
                      </a:ext>
                    </a:extLst>
                  </p:cNvPr>
                  <p:cNvCxnSpPr/>
                  <p:nvPr/>
                </p:nvCxnSpPr>
                <p:spPr>
                  <a:xfrm>
                    <a:off x="-2773987" y="926506"/>
                    <a:ext cx="75941" cy="0"/>
                  </a:xfrm>
                  <a:prstGeom prst="straightConnector1">
                    <a:avLst/>
                  </a:prstGeom>
                  <a:noFill/>
                  <a:ln w="12701" cap="flat">
                    <a:solidFill>
                      <a:srgbClr val="9D9FA1"/>
                    </a:solidFill>
                    <a:prstDash val="solid"/>
                  </a:ln>
                </p:spPr>
              </p:cxnSp>
              <p:cxnSp>
                <p:nvCxnSpPr>
                  <p:cNvPr id="66" name="Rechte verbindingslijn 72">
                    <a:extLst>
                      <a:ext uri="{FF2B5EF4-FFF2-40B4-BE49-F238E27FC236}">
                        <a16:creationId xmlns:a16="http://schemas.microsoft.com/office/drawing/2014/main" id="{03511CF7-5F0E-6A13-49EF-052DEB6FC6B4}"/>
                      </a:ext>
                    </a:extLst>
                  </p:cNvPr>
                  <p:cNvCxnSpPr/>
                  <p:nvPr/>
                </p:nvCxnSpPr>
                <p:spPr>
                  <a:xfrm>
                    <a:off x="-2773987" y="893359"/>
                    <a:ext cx="75941" cy="0"/>
                  </a:xfrm>
                  <a:prstGeom prst="straightConnector1">
                    <a:avLst/>
                  </a:prstGeom>
                  <a:noFill/>
                  <a:ln w="12701" cap="flat">
                    <a:solidFill>
                      <a:srgbClr val="9D9FA1"/>
                    </a:solidFill>
                    <a:prstDash val="solid"/>
                  </a:ln>
                </p:spPr>
              </p:cxnSp>
              <p:cxnSp>
                <p:nvCxnSpPr>
                  <p:cNvPr id="67" name="Rechte verbindingslijn 73">
                    <a:extLst>
                      <a:ext uri="{FF2B5EF4-FFF2-40B4-BE49-F238E27FC236}">
                        <a16:creationId xmlns:a16="http://schemas.microsoft.com/office/drawing/2014/main" id="{1C587C5A-F653-839D-8347-284A54C84DBA}"/>
                      </a:ext>
                    </a:extLst>
                  </p:cNvPr>
                  <p:cNvCxnSpPr/>
                  <p:nvPr/>
                </p:nvCxnSpPr>
                <p:spPr>
                  <a:xfrm>
                    <a:off x="-2773987" y="860212"/>
                    <a:ext cx="75941" cy="0"/>
                  </a:xfrm>
                  <a:prstGeom prst="straightConnector1">
                    <a:avLst/>
                  </a:prstGeom>
                  <a:noFill/>
                  <a:ln w="12701" cap="flat">
                    <a:solidFill>
                      <a:srgbClr val="9D9FA1"/>
                    </a:solidFill>
                    <a:prstDash val="solid"/>
                  </a:ln>
                </p:spPr>
              </p:cxnSp>
            </p:grpSp>
            <p:sp>
              <p:nvSpPr>
                <p:cNvPr id="68" name="Pijl: rechts 68">
                  <a:extLst>
                    <a:ext uri="{FF2B5EF4-FFF2-40B4-BE49-F238E27FC236}">
                      <a16:creationId xmlns:a16="http://schemas.microsoft.com/office/drawing/2014/main" id="{FC100D76-A16C-D03C-D06C-66FA4A264946}"/>
                    </a:ext>
                  </a:extLst>
                </p:cNvPr>
                <p:cNvSpPr/>
                <p:nvPr/>
              </p:nvSpPr>
              <p:spPr>
                <a:xfrm>
                  <a:off x="-2866744" y="858740"/>
                  <a:ext cx="70673" cy="67903"/>
                </a:xfrm>
                <a:custGeom>
                  <a:avLst>
                    <a:gd name="f0" fmla="val 8396"/>
                    <a:gd name="f1" fmla="val 8064"/>
                  </a:avLst>
                  <a:gdLst>
                    <a:gd name="f2" fmla="val 10800000"/>
                    <a:gd name="f3" fmla="val 5400000"/>
                    <a:gd name="f4" fmla="val 180"/>
                    <a:gd name="f5" fmla="val w"/>
                    <a:gd name="f6" fmla="val h"/>
                    <a:gd name="f7" fmla="val 0"/>
                    <a:gd name="f8" fmla="val 21600"/>
                    <a:gd name="f9" fmla="val 10800"/>
                    <a:gd name="f10" fmla="+- 0 0 0"/>
                    <a:gd name="f11" fmla="+- 0 0 180"/>
                    <a:gd name="f12" fmla="*/ f5 1 21600"/>
                    <a:gd name="f13" fmla="*/ f6 1 21600"/>
                    <a:gd name="f14" fmla="pin 0 f0 21600"/>
                    <a:gd name="f15" fmla="pin 0 f1 10800"/>
                    <a:gd name="f16" fmla="*/ f10 f2 1"/>
                    <a:gd name="f17" fmla="*/ f11 f2 1"/>
                    <a:gd name="f18" fmla="val f15"/>
                    <a:gd name="f19" fmla="val f14"/>
                    <a:gd name="f20" fmla="+- 21600 0 f15"/>
                    <a:gd name="f21" fmla="*/ f14 f12 1"/>
                    <a:gd name="f22" fmla="*/ f15 f13 1"/>
                    <a:gd name="f23" fmla="*/ 0 f12 1"/>
                    <a:gd name="f24" fmla="*/ 0 f13 1"/>
                    <a:gd name="f25" fmla="*/ f16 1 f4"/>
                    <a:gd name="f26" fmla="*/ 21600 f13 1"/>
                    <a:gd name="f27" fmla="*/ f17 1 f4"/>
                    <a:gd name="f28" fmla="+- 21600 0 f19"/>
                    <a:gd name="f29" fmla="*/ f20 f13 1"/>
                    <a:gd name="f30" fmla="*/ f18 f13 1"/>
                    <a:gd name="f31" fmla="*/ f19 f12 1"/>
                    <a:gd name="f32" fmla="+- f25 0 f3"/>
                    <a:gd name="f33" fmla="+- f27 0 f3"/>
                    <a:gd name="f34" fmla="*/ f28 f18 1"/>
                    <a:gd name="f35" fmla="*/ f34 1 10800"/>
                    <a:gd name="f36" fmla="+- f19 f35 0"/>
                    <a:gd name="f37" fmla="*/ f36 f12 1"/>
                  </a:gdLst>
                  <a:ahLst>
                    <a:ahXY gdRefX="f0" minX="f7" maxX="f8" gdRefY="f1" minY="f7" maxY="f9">
                      <a:pos x="f21" y="f22"/>
                    </a:ahXY>
                  </a:ahLst>
                  <a:cxnLst>
                    <a:cxn ang="3cd4">
                      <a:pos x="hc" y="t"/>
                    </a:cxn>
                    <a:cxn ang="0">
                      <a:pos x="r" y="vc"/>
                    </a:cxn>
                    <a:cxn ang="cd4">
                      <a:pos x="hc" y="b"/>
                    </a:cxn>
                    <a:cxn ang="cd2">
                      <a:pos x="l" y="vc"/>
                    </a:cxn>
                    <a:cxn ang="f32">
                      <a:pos x="f31" y="f24"/>
                    </a:cxn>
                    <a:cxn ang="f33">
                      <a:pos x="f31" y="f26"/>
                    </a:cxn>
                  </a:cxnLst>
                  <a:rect l="f23" t="f30" r="f37" b="f29"/>
                  <a:pathLst>
                    <a:path w="21600" h="21600">
                      <a:moveTo>
                        <a:pt x="f7" y="f18"/>
                      </a:moveTo>
                      <a:lnTo>
                        <a:pt x="f19" y="f18"/>
                      </a:lnTo>
                      <a:lnTo>
                        <a:pt x="f19" y="f7"/>
                      </a:lnTo>
                      <a:lnTo>
                        <a:pt x="f8" y="f9"/>
                      </a:lnTo>
                      <a:lnTo>
                        <a:pt x="f19" y="f8"/>
                      </a:lnTo>
                      <a:lnTo>
                        <a:pt x="f19" y="f20"/>
                      </a:lnTo>
                      <a:lnTo>
                        <a:pt x="f7" y="f20"/>
                      </a:lnTo>
                      <a:close/>
                    </a:path>
                  </a:pathLst>
                </a:custGeom>
                <a:solidFill>
                  <a:srgbClr val="4A7DB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grpSp>
            <p:nvGrpSpPr>
              <p:cNvPr id="69" name="Groep 57">
                <a:extLst>
                  <a:ext uri="{FF2B5EF4-FFF2-40B4-BE49-F238E27FC236}">
                    <a16:creationId xmlns:a16="http://schemas.microsoft.com/office/drawing/2014/main" id="{29C75FBC-2B15-48E5-77A0-888E4BD16C29}"/>
                  </a:ext>
                </a:extLst>
              </p:cNvPr>
              <p:cNvGrpSpPr/>
              <p:nvPr/>
            </p:nvGrpSpPr>
            <p:grpSpPr>
              <a:xfrm>
                <a:off x="-2916762" y="460171"/>
                <a:ext cx="268742" cy="248378"/>
                <a:chOff x="-2916762" y="460171"/>
                <a:chExt cx="268742" cy="248378"/>
              </a:xfrm>
            </p:grpSpPr>
            <p:sp>
              <p:nvSpPr>
                <p:cNvPr id="70" name="Rechthoek 58">
                  <a:extLst>
                    <a:ext uri="{FF2B5EF4-FFF2-40B4-BE49-F238E27FC236}">
                      <a16:creationId xmlns:a16="http://schemas.microsoft.com/office/drawing/2014/main" id="{829EAF6D-9F07-A0E5-0009-81B81D21016E}"/>
                    </a:ext>
                  </a:extLst>
                </p:cNvPr>
                <p:cNvSpPr/>
                <p:nvPr/>
              </p:nvSpPr>
              <p:spPr>
                <a:xfrm>
                  <a:off x="-2916762" y="460171"/>
                  <a:ext cx="268742" cy="248378"/>
                </a:xfrm>
                <a:prstGeom prst="rect">
                  <a:avLst/>
                </a:prstGeom>
                <a:solidFill>
                  <a:srgbClr val="FFFFFF"/>
                </a:solidFill>
                <a:ln w="3172" cap="flat">
                  <a:solidFill>
                    <a:srgbClr val="DADADA"/>
                  </a:solidFill>
                  <a:prstDash val="solid"/>
                  <a:miter/>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50" b="0" i="0" u="none" strike="noStrike" kern="1200" cap="none" spc="0" baseline="0">
                    <a:solidFill>
                      <a:srgbClr val="211F26"/>
                    </a:solidFill>
                    <a:uFillTx/>
                    <a:latin typeface="Calibri" pitchFamily="34"/>
                    <a:cs typeface="Calibri" pitchFamily="34"/>
                  </a:endParaRPr>
                </a:p>
              </p:txBody>
            </p:sp>
            <p:grpSp>
              <p:nvGrpSpPr>
                <p:cNvPr id="71" name="Groep 59">
                  <a:extLst>
                    <a:ext uri="{FF2B5EF4-FFF2-40B4-BE49-F238E27FC236}">
                      <a16:creationId xmlns:a16="http://schemas.microsoft.com/office/drawing/2014/main" id="{AE433478-880F-7A46-9E16-2C125303F162}"/>
                    </a:ext>
                  </a:extLst>
                </p:cNvPr>
                <p:cNvGrpSpPr/>
                <p:nvPr/>
              </p:nvGrpSpPr>
              <p:grpSpPr>
                <a:xfrm>
                  <a:off x="-2866744" y="518071"/>
                  <a:ext cx="168698" cy="132579"/>
                  <a:chOff x="-2866744" y="518071"/>
                  <a:chExt cx="168698" cy="132579"/>
                </a:xfrm>
              </p:grpSpPr>
              <p:cxnSp>
                <p:nvCxnSpPr>
                  <p:cNvPr id="72" name="Rechte verbindingslijn 61">
                    <a:extLst>
                      <a:ext uri="{FF2B5EF4-FFF2-40B4-BE49-F238E27FC236}">
                        <a16:creationId xmlns:a16="http://schemas.microsoft.com/office/drawing/2014/main" id="{4CCF5C51-2DE1-A757-C442-812DECA57FF0}"/>
                      </a:ext>
                    </a:extLst>
                  </p:cNvPr>
                  <p:cNvCxnSpPr/>
                  <p:nvPr/>
                </p:nvCxnSpPr>
                <p:spPr>
                  <a:xfrm>
                    <a:off x="-2866744" y="518071"/>
                    <a:ext cx="168698" cy="0"/>
                  </a:xfrm>
                  <a:prstGeom prst="straightConnector1">
                    <a:avLst/>
                  </a:prstGeom>
                  <a:noFill/>
                  <a:ln w="12701" cap="flat">
                    <a:solidFill>
                      <a:srgbClr val="9D9FA1"/>
                    </a:solidFill>
                    <a:prstDash val="solid"/>
                  </a:ln>
                </p:spPr>
              </p:cxnSp>
              <p:cxnSp>
                <p:nvCxnSpPr>
                  <p:cNvPr id="73" name="Rechte verbindingslijn 62">
                    <a:extLst>
                      <a:ext uri="{FF2B5EF4-FFF2-40B4-BE49-F238E27FC236}">
                        <a16:creationId xmlns:a16="http://schemas.microsoft.com/office/drawing/2014/main" id="{0F9BC0B6-2406-4DC5-76D9-422BCC5DA690}"/>
                      </a:ext>
                    </a:extLst>
                  </p:cNvPr>
                  <p:cNvCxnSpPr/>
                  <p:nvPr/>
                </p:nvCxnSpPr>
                <p:spPr>
                  <a:xfrm>
                    <a:off x="-2866744" y="650650"/>
                    <a:ext cx="168698" cy="0"/>
                  </a:xfrm>
                  <a:prstGeom prst="straightConnector1">
                    <a:avLst/>
                  </a:prstGeom>
                  <a:noFill/>
                  <a:ln w="12701" cap="flat">
                    <a:solidFill>
                      <a:srgbClr val="9D9FA1"/>
                    </a:solidFill>
                    <a:prstDash val="solid"/>
                  </a:ln>
                </p:spPr>
              </p:cxnSp>
              <p:cxnSp>
                <p:nvCxnSpPr>
                  <p:cNvPr id="74" name="Rechte verbindingslijn 63">
                    <a:extLst>
                      <a:ext uri="{FF2B5EF4-FFF2-40B4-BE49-F238E27FC236}">
                        <a16:creationId xmlns:a16="http://schemas.microsoft.com/office/drawing/2014/main" id="{3207D123-1404-3744-7385-87D99FD6A4B1}"/>
                      </a:ext>
                    </a:extLst>
                  </p:cNvPr>
                  <p:cNvCxnSpPr/>
                  <p:nvPr/>
                </p:nvCxnSpPr>
                <p:spPr>
                  <a:xfrm>
                    <a:off x="-2773987" y="617503"/>
                    <a:ext cx="75941" cy="0"/>
                  </a:xfrm>
                  <a:prstGeom prst="straightConnector1">
                    <a:avLst/>
                  </a:prstGeom>
                  <a:noFill/>
                  <a:ln w="12701" cap="flat">
                    <a:solidFill>
                      <a:srgbClr val="9D9FA1"/>
                    </a:solidFill>
                    <a:prstDash val="solid"/>
                  </a:ln>
                </p:spPr>
              </p:cxnSp>
              <p:cxnSp>
                <p:nvCxnSpPr>
                  <p:cNvPr id="75" name="Rechte verbindingslijn 64">
                    <a:extLst>
                      <a:ext uri="{FF2B5EF4-FFF2-40B4-BE49-F238E27FC236}">
                        <a16:creationId xmlns:a16="http://schemas.microsoft.com/office/drawing/2014/main" id="{F20F8D15-DE05-27F5-609A-C8A07E1B1DEB}"/>
                      </a:ext>
                    </a:extLst>
                  </p:cNvPr>
                  <p:cNvCxnSpPr/>
                  <p:nvPr/>
                </p:nvCxnSpPr>
                <p:spPr>
                  <a:xfrm>
                    <a:off x="-2773987" y="584365"/>
                    <a:ext cx="75941" cy="0"/>
                  </a:xfrm>
                  <a:prstGeom prst="straightConnector1">
                    <a:avLst/>
                  </a:prstGeom>
                  <a:noFill/>
                  <a:ln w="12701" cap="flat">
                    <a:solidFill>
                      <a:srgbClr val="9D9FA1"/>
                    </a:solidFill>
                    <a:prstDash val="solid"/>
                  </a:ln>
                </p:spPr>
              </p:cxnSp>
              <p:cxnSp>
                <p:nvCxnSpPr>
                  <p:cNvPr id="76" name="Rechte verbindingslijn 65">
                    <a:extLst>
                      <a:ext uri="{FF2B5EF4-FFF2-40B4-BE49-F238E27FC236}">
                        <a16:creationId xmlns:a16="http://schemas.microsoft.com/office/drawing/2014/main" id="{0790E7C0-AE17-6F37-7617-28EBEEE7D313}"/>
                      </a:ext>
                    </a:extLst>
                  </p:cNvPr>
                  <p:cNvCxnSpPr/>
                  <p:nvPr/>
                </p:nvCxnSpPr>
                <p:spPr>
                  <a:xfrm>
                    <a:off x="-2773987" y="551218"/>
                    <a:ext cx="75941" cy="0"/>
                  </a:xfrm>
                  <a:prstGeom prst="straightConnector1">
                    <a:avLst/>
                  </a:prstGeom>
                  <a:noFill/>
                  <a:ln w="12701" cap="flat">
                    <a:solidFill>
                      <a:srgbClr val="9D9FA1"/>
                    </a:solidFill>
                    <a:prstDash val="solid"/>
                  </a:ln>
                </p:spPr>
              </p:cxnSp>
            </p:grpSp>
            <p:sp>
              <p:nvSpPr>
                <p:cNvPr id="77" name="Pijl: rechts 60">
                  <a:extLst>
                    <a:ext uri="{FF2B5EF4-FFF2-40B4-BE49-F238E27FC236}">
                      <a16:creationId xmlns:a16="http://schemas.microsoft.com/office/drawing/2014/main" id="{50CB4AF2-0D11-58D8-F18B-8D3789E7B33F}"/>
                    </a:ext>
                  </a:extLst>
                </p:cNvPr>
                <p:cNvSpPr/>
                <p:nvPr/>
              </p:nvSpPr>
              <p:spPr>
                <a:xfrm flipH="1">
                  <a:off x="-2866744" y="549737"/>
                  <a:ext cx="70673" cy="67903"/>
                </a:xfrm>
                <a:custGeom>
                  <a:avLst>
                    <a:gd name="f0" fmla="val 8396"/>
                    <a:gd name="f1" fmla="val 8064"/>
                  </a:avLst>
                  <a:gdLst>
                    <a:gd name="f2" fmla="val 10800000"/>
                    <a:gd name="f3" fmla="val 5400000"/>
                    <a:gd name="f4" fmla="val 180"/>
                    <a:gd name="f5" fmla="val w"/>
                    <a:gd name="f6" fmla="val h"/>
                    <a:gd name="f7" fmla="val 0"/>
                    <a:gd name="f8" fmla="val 21600"/>
                    <a:gd name="f9" fmla="val 10800"/>
                    <a:gd name="f10" fmla="+- 0 0 0"/>
                    <a:gd name="f11" fmla="+- 0 0 180"/>
                    <a:gd name="f12" fmla="*/ f5 1 21600"/>
                    <a:gd name="f13" fmla="*/ f6 1 21600"/>
                    <a:gd name="f14" fmla="pin 0 f0 21600"/>
                    <a:gd name="f15" fmla="pin 0 f1 10800"/>
                    <a:gd name="f16" fmla="*/ f10 f2 1"/>
                    <a:gd name="f17" fmla="*/ f11 f2 1"/>
                    <a:gd name="f18" fmla="val f15"/>
                    <a:gd name="f19" fmla="val f14"/>
                    <a:gd name="f20" fmla="+- 21600 0 f15"/>
                    <a:gd name="f21" fmla="*/ f14 f12 1"/>
                    <a:gd name="f22" fmla="*/ f15 f13 1"/>
                    <a:gd name="f23" fmla="*/ 0 f12 1"/>
                    <a:gd name="f24" fmla="*/ 0 f13 1"/>
                    <a:gd name="f25" fmla="*/ f16 1 f4"/>
                    <a:gd name="f26" fmla="*/ 21600 f13 1"/>
                    <a:gd name="f27" fmla="*/ f17 1 f4"/>
                    <a:gd name="f28" fmla="+- 21600 0 f19"/>
                    <a:gd name="f29" fmla="*/ f20 f13 1"/>
                    <a:gd name="f30" fmla="*/ f18 f13 1"/>
                    <a:gd name="f31" fmla="*/ f19 f12 1"/>
                    <a:gd name="f32" fmla="+- f25 0 f3"/>
                    <a:gd name="f33" fmla="+- f27 0 f3"/>
                    <a:gd name="f34" fmla="*/ f28 f18 1"/>
                    <a:gd name="f35" fmla="*/ f34 1 10800"/>
                    <a:gd name="f36" fmla="+- f19 f35 0"/>
                    <a:gd name="f37" fmla="*/ f36 f12 1"/>
                  </a:gdLst>
                  <a:ahLst>
                    <a:ahXY gdRefX="f0" minX="f7" maxX="f8" gdRefY="f1" minY="f7" maxY="f9">
                      <a:pos x="f21" y="f22"/>
                    </a:ahXY>
                  </a:ahLst>
                  <a:cxnLst>
                    <a:cxn ang="3cd4">
                      <a:pos x="hc" y="t"/>
                    </a:cxn>
                    <a:cxn ang="0">
                      <a:pos x="r" y="vc"/>
                    </a:cxn>
                    <a:cxn ang="cd4">
                      <a:pos x="hc" y="b"/>
                    </a:cxn>
                    <a:cxn ang="cd2">
                      <a:pos x="l" y="vc"/>
                    </a:cxn>
                    <a:cxn ang="f32">
                      <a:pos x="f31" y="f24"/>
                    </a:cxn>
                    <a:cxn ang="f33">
                      <a:pos x="f31" y="f26"/>
                    </a:cxn>
                  </a:cxnLst>
                  <a:rect l="f23" t="f30" r="f37" b="f29"/>
                  <a:pathLst>
                    <a:path w="21600" h="21600">
                      <a:moveTo>
                        <a:pt x="f7" y="f18"/>
                      </a:moveTo>
                      <a:lnTo>
                        <a:pt x="f19" y="f18"/>
                      </a:lnTo>
                      <a:lnTo>
                        <a:pt x="f19" y="f7"/>
                      </a:lnTo>
                      <a:lnTo>
                        <a:pt x="f8" y="f9"/>
                      </a:lnTo>
                      <a:lnTo>
                        <a:pt x="f19" y="f8"/>
                      </a:lnTo>
                      <a:lnTo>
                        <a:pt x="f19" y="f20"/>
                      </a:lnTo>
                      <a:lnTo>
                        <a:pt x="f7" y="f20"/>
                      </a:lnTo>
                      <a:close/>
                    </a:path>
                  </a:pathLst>
                </a:custGeom>
                <a:solidFill>
                  <a:srgbClr val="4A7DB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grpSp>
        <p:grpSp>
          <p:nvGrpSpPr>
            <p:cNvPr id="78" name="Groep 42">
              <a:extLst>
                <a:ext uri="{FF2B5EF4-FFF2-40B4-BE49-F238E27FC236}">
                  <a16:creationId xmlns:a16="http://schemas.microsoft.com/office/drawing/2014/main" id="{3C3F5913-7AB0-E8BF-1FEE-B2C4577B5FA8}"/>
                </a:ext>
              </a:extLst>
            </p:cNvPr>
            <p:cNvGrpSpPr/>
            <p:nvPr/>
          </p:nvGrpSpPr>
          <p:grpSpPr>
            <a:xfrm>
              <a:off x="-938430" y="4663037"/>
              <a:ext cx="627799" cy="576684"/>
              <a:chOff x="-938430" y="4663037"/>
              <a:chExt cx="627799" cy="576684"/>
            </a:xfrm>
          </p:grpSpPr>
          <p:grpSp>
            <p:nvGrpSpPr>
              <p:cNvPr id="79" name="Inspireren">
                <a:extLst>
                  <a:ext uri="{FF2B5EF4-FFF2-40B4-BE49-F238E27FC236}">
                    <a16:creationId xmlns:a16="http://schemas.microsoft.com/office/drawing/2014/main" id="{099B3E2B-D783-55A7-E8C4-6FCC70B0D479}"/>
                  </a:ext>
                </a:extLst>
              </p:cNvPr>
              <p:cNvGrpSpPr/>
              <p:nvPr/>
            </p:nvGrpSpPr>
            <p:grpSpPr>
              <a:xfrm>
                <a:off x="-716112" y="4663037"/>
                <a:ext cx="169776" cy="242380"/>
                <a:chOff x="-716112" y="4663037"/>
                <a:chExt cx="169776" cy="242380"/>
              </a:xfrm>
            </p:grpSpPr>
            <p:sp>
              <p:nvSpPr>
                <p:cNvPr id="80" name="Freeform 12">
                  <a:extLst>
                    <a:ext uri="{FF2B5EF4-FFF2-40B4-BE49-F238E27FC236}">
                      <a16:creationId xmlns:a16="http://schemas.microsoft.com/office/drawing/2014/main" id="{7DB61791-D095-D1A2-9383-39B3E6AD0F40}"/>
                    </a:ext>
                  </a:extLst>
                </p:cNvPr>
                <p:cNvSpPr/>
                <p:nvPr/>
              </p:nvSpPr>
              <p:spPr>
                <a:xfrm>
                  <a:off x="-665911" y="4749869"/>
                  <a:ext cx="68726" cy="62051"/>
                </a:xfrm>
                <a:custGeom>
                  <a:avLst/>
                  <a:gdLst>
                    <a:gd name="f0" fmla="val 10800000"/>
                    <a:gd name="f1" fmla="val 5400000"/>
                    <a:gd name="f2" fmla="val 180"/>
                    <a:gd name="f3" fmla="val w"/>
                    <a:gd name="f4" fmla="val h"/>
                    <a:gd name="f5" fmla="val 0"/>
                    <a:gd name="f6" fmla="val 319"/>
                    <a:gd name="f7" fmla="val 288"/>
                    <a:gd name="f8" fmla="val 220"/>
                    <a:gd name="f9" fmla="val 107"/>
                    <a:gd name="f10" fmla="+- 0 0 -90"/>
                    <a:gd name="f11" fmla="*/ f3 1 319"/>
                    <a:gd name="f12" fmla="*/ f4 1 288"/>
                    <a:gd name="f13" fmla="val f5"/>
                    <a:gd name="f14" fmla="val f6"/>
                    <a:gd name="f15" fmla="val f7"/>
                    <a:gd name="f16" fmla="*/ f10 f0 1"/>
                    <a:gd name="f17" fmla="+- f15 0 f13"/>
                    <a:gd name="f18" fmla="+- f14 0 f13"/>
                    <a:gd name="f19" fmla="*/ f16 1 f2"/>
                    <a:gd name="f20" fmla="*/ f18 1 319"/>
                    <a:gd name="f21" fmla="*/ f17 1 288"/>
                    <a:gd name="f22" fmla="*/ 220 f18 1"/>
                    <a:gd name="f23" fmla="*/ 288 f17 1"/>
                    <a:gd name="f24" fmla="*/ 107 f18 1"/>
                    <a:gd name="f25" fmla="*/ 0 f18 1"/>
                    <a:gd name="f26" fmla="*/ 0 f17 1"/>
                    <a:gd name="f27" fmla="*/ 319 f18 1"/>
                    <a:gd name="f28" fmla="+- f19 0 f1"/>
                    <a:gd name="f29" fmla="*/ f22 1 319"/>
                    <a:gd name="f30" fmla="*/ f23 1 288"/>
                    <a:gd name="f31" fmla="*/ f24 1 319"/>
                    <a:gd name="f32" fmla="*/ f25 1 319"/>
                    <a:gd name="f33" fmla="*/ f26 1 288"/>
                    <a:gd name="f34" fmla="*/ f27 1 319"/>
                    <a:gd name="f35" fmla="*/ 0 1 f20"/>
                    <a:gd name="f36" fmla="*/ f14 1 f20"/>
                    <a:gd name="f37" fmla="*/ 0 1 f21"/>
                    <a:gd name="f38" fmla="*/ f15 1 f21"/>
                    <a:gd name="f39" fmla="*/ f29 1 f20"/>
                    <a:gd name="f40" fmla="*/ f30 1 f21"/>
                    <a:gd name="f41" fmla="*/ f31 1 f20"/>
                    <a:gd name="f42" fmla="*/ f32 1 f20"/>
                    <a:gd name="f43" fmla="*/ f33 1 f21"/>
                    <a:gd name="f44" fmla="*/ f34 1 f20"/>
                    <a:gd name="f45" fmla="*/ f35 f11 1"/>
                    <a:gd name="f46" fmla="*/ f36 f11 1"/>
                    <a:gd name="f47" fmla="*/ f38 f12 1"/>
                    <a:gd name="f48" fmla="*/ f37 f12 1"/>
                    <a:gd name="f49" fmla="*/ f39 f11 1"/>
                    <a:gd name="f50" fmla="*/ f40 f12 1"/>
                    <a:gd name="f51" fmla="*/ f41 f11 1"/>
                    <a:gd name="f52" fmla="*/ f42 f11 1"/>
                    <a:gd name="f53" fmla="*/ f43 f12 1"/>
                    <a:gd name="f54" fmla="*/ f44 f11 1"/>
                  </a:gdLst>
                  <a:ahLst/>
                  <a:cxnLst>
                    <a:cxn ang="3cd4">
                      <a:pos x="hc" y="t"/>
                    </a:cxn>
                    <a:cxn ang="0">
                      <a:pos x="r" y="vc"/>
                    </a:cxn>
                    <a:cxn ang="cd4">
                      <a:pos x="hc" y="b"/>
                    </a:cxn>
                    <a:cxn ang="cd2">
                      <a:pos x="l" y="vc"/>
                    </a:cxn>
                    <a:cxn ang="f28">
                      <a:pos x="f49" y="f50"/>
                    </a:cxn>
                    <a:cxn ang="f28">
                      <a:pos x="f51" y="f50"/>
                    </a:cxn>
                    <a:cxn ang="f28">
                      <a:pos x="f52" y="f53"/>
                    </a:cxn>
                    <a:cxn ang="f28">
                      <a:pos x="f54" y="f53"/>
                    </a:cxn>
                    <a:cxn ang="f28">
                      <a:pos x="f49" y="f50"/>
                    </a:cxn>
                  </a:cxnLst>
                  <a:rect l="f45" t="f48" r="f46" b="f47"/>
                  <a:pathLst>
                    <a:path w="319" h="288">
                      <a:moveTo>
                        <a:pt x="f8" y="f7"/>
                      </a:moveTo>
                      <a:lnTo>
                        <a:pt x="f9" y="f7"/>
                      </a:lnTo>
                      <a:lnTo>
                        <a:pt x="f5" y="f5"/>
                      </a:lnTo>
                      <a:lnTo>
                        <a:pt x="f6" y="f5"/>
                      </a:lnTo>
                      <a:lnTo>
                        <a:pt x="f8" y="f7"/>
                      </a:lnTo>
                      <a:close/>
                    </a:path>
                  </a:pathLst>
                </a:custGeom>
                <a:solidFill>
                  <a:srgbClr val="1FF524"/>
                </a:solidFill>
                <a:ln>
                  <a:noFill/>
                  <a:prstDash val="solid"/>
                </a:ln>
              </p:spPr>
              <p:txBody>
                <a:bodyPr vert="horz" wrap="square" lIns="91440" tIns="45720" rIns="91440" bIns="45720" anchor="t"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300" b="0" i="0" u="none" strike="noStrike" kern="0" cap="none" spc="0" baseline="0">
                    <a:solidFill>
                      <a:srgbClr val="211F26"/>
                    </a:solidFill>
                    <a:uFillTx/>
                    <a:latin typeface="Arial"/>
                  </a:endParaRPr>
                </a:p>
              </p:txBody>
            </p:sp>
            <p:sp>
              <p:nvSpPr>
                <p:cNvPr id="81" name="Freeform 13">
                  <a:extLst>
                    <a:ext uri="{FF2B5EF4-FFF2-40B4-BE49-F238E27FC236}">
                      <a16:creationId xmlns:a16="http://schemas.microsoft.com/office/drawing/2014/main" id="{4AB5CD60-DE3D-C009-34D2-1895509D80F4}"/>
                    </a:ext>
                  </a:extLst>
                </p:cNvPr>
                <p:cNvSpPr/>
                <p:nvPr/>
              </p:nvSpPr>
              <p:spPr>
                <a:xfrm>
                  <a:off x="-661394" y="4881286"/>
                  <a:ext cx="60761" cy="24131"/>
                </a:xfrm>
                <a:custGeom>
                  <a:avLst/>
                  <a:gdLst>
                    <a:gd name="f0" fmla="val 10800000"/>
                    <a:gd name="f1" fmla="val 5400000"/>
                    <a:gd name="f2" fmla="val 180"/>
                    <a:gd name="f3" fmla="val w"/>
                    <a:gd name="f4" fmla="val h"/>
                    <a:gd name="f5" fmla="val 0"/>
                    <a:gd name="f6" fmla="val 251"/>
                    <a:gd name="f7" fmla="val 100"/>
                    <a:gd name="f8" fmla="val 229"/>
                    <a:gd name="f9" fmla="val 70"/>
                    <a:gd name="f10" fmla="val 69"/>
                    <a:gd name="f11" fmla="val 22"/>
                    <a:gd name="f12" fmla="val 27"/>
                    <a:gd name="f13" fmla="val 87"/>
                    <a:gd name="f14" fmla="val 44"/>
                    <a:gd name="f15" fmla="val 63"/>
                    <a:gd name="f16" fmla="val 188"/>
                    <a:gd name="f17" fmla="val 207"/>
                    <a:gd name="f18" fmla="val 223"/>
                    <a:gd name="f19" fmla="val 88"/>
                    <a:gd name="f20" fmla="val 71"/>
                    <a:gd name="f21" fmla="+- 0 0 -90"/>
                    <a:gd name="f22" fmla="*/ f3 1 251"/>
                    <a:gd name="f23" fmla="*/ f4 1 100"/>
                    <a:gd name="f24" fmla="val f5"/>
                    <a:gd name="f25" fmla="val f6"/>
                    <a:gd name="f26" fmla="val f7"/>
                    <a:gd name="f27" fmla="*/ f21 f0 1"/>
                    <a:gd name="f28" fmla="+- f26 0 f24"/>
                    <a:gd name="f29" fmla="+- f25 0 f24"/>
                    <a:gd name="f30" fmla="*/ f27 1 f2"/>
                    <a:gd name="f31" fmla="*/ f29 1 251"/>
                    <a:gd name="f32" fmla="*/ f28 1 100"/>
                    <a:gd name="f33" fmla="*/ 229 f29 1"/>
                    <a:gd name="f34" fmla="*/ 70 f28 1"/>
                    <a:gd name="f35" fmla="*/ 69 f28 1"/>
                    <a:gd name="f36" fmla="*/ 251 f29 1"/>
                    <a:gd name="f37" fmla="*/ 0 f28 1"/>
                    <a:gd name="f38" fmla="*/ 0 f29 1"/>
                    <a:gd name="f39" fmla="*/ 22 f29 1"/>
                    <a:gd name="f40" fmla="*/ 63 f29 1"/>
                    <a:gd name="f41" fmla="*/ 100 f28 1"/>
                    <a:gd name="f42" fmla="*/ 188 f29 1"/>
                    <a:gd name="f43" fmla="*/ 71 f28 1"/>
                    <a:gd name="f44" fmla="+- f30 0 f1"/>
                    <a:gd name="f45" fmla="*/ f33 1 251"/>
                    <a:gd name="f46" fmla="*/ f34 1 100"/>
                    <a:gd name="f47" fmla="*/ f35 1 100"/>
                    <a:gd name="f48" fmla="*/ f36 1 251"/>
                    <a:gd name="f49" fmla="*/ f37 1 100"/>
                    <a:gd name="f50" fmla="*/ f38 1 251"/>
                    <a:gd name="f51" fmla="*/ f39 1 251"/>
                    <a:gd name="f52" fmla="*/ f40 1 251"/>
                    <a:gd name="f53" fmla="*/ f41 1 100"/>
                    <a:gd name="f54" fmla="*/ f42 1 251"/>
                    <a:gd name="f55" fmla="*/ f43 1 100"/>
                    <a:gd name="f56" fmla="*/ 0 1 f31"/>
                    <a:gd name="f57" fmla="*/ f25 1 f31"/>
                    <a:gd name="f58" fmla="*/ 0 1 f32"/>
                    <a:gd name="f59" fmla="*/ f26 1 f32"/>
                    <a:gd name="f60" fmla="*/ f45 1 f31"/>
                    <a:gd name="f61" fmla="*/ f46 1 f32"/>
                    <a:gd name="f62" fmla="*/ f47 1 f32"/>
                    <a:gd name="f63" fmla="*/ f48 1 f31"/>
                    <a:gd name="f64" fmla="*/ f49 1 f32"/>
                    <a:gd name="f65" fmla="*/ f50 1 f31"/>
                    <a:gd name="f66" fmla="*/ f51 1 f31"/>
                    <a:gd name="f67" fmla="*/ f52 1 f31"/>
                    <a:gd name="f68" fmla="*/ f53 1 f32"/>
                    <a:gd name="f69" fmla="*/ f54 1 f31"/>
                    <a:gd name="f70" fmla="*/ f55 1 f32"/>
                    <a:gd name="f71" fmla="*/ f56 f22 1"/>
                    <a:gd name="f72" fmla="*/ f57 f22 1"/>
                    <a:gd name="f73" fmla="*/ f59 f23 1"/>
                    <a:gd name="f74" fmla="*/ f58 f23 1"/>
                    <a:gd name="f75" fmla="*/ f60 f22 1"/>
                    <a:gd name="f76" fmla="*/ f61 f23 1"/>
                    <a:gd name="f77" fmla="*/ f62 f23 1"/>
                    <a:gd name="f78" fmla="*/ f63 f22 1"/>
                    <a:gd name="f79" fmla="*/ f64 f23 1"/>
                    <a:gd name="f80" fmla="*/ f65 f22 1"/>
                    <a:gd name="f81" fmla="*/ f66 f22 1"/>
                    <a:gd name="f82" fmla="*/ f67 f22 1"/>
                    <a:gd name="f83" fmla="*/ f68 f23 1"/>
                    <a:gd name="f84" fmla="*/ f69 f22 1"/>
                    <a:gd name="f85" fmla="*/ f70 f23 1"/>
                  </a:gdLst>
                  <a:ahLst/>
                  <a:cxnLst>
                    <a:cxn ang="3cd4">
                      <a:pos x="hc" y="t"/>
                    </a:cxn>
                    <a:cxn ang="0">
                      <a:pos x="r" y="vc"/>
                    </a:cxn>
                    <a:cxn ang="cd4">
                      <a:pos x="hc" y="b"/>
                    </a:cxn>
                    <a:cxn ang="cd2">
                      <a:pos x="l" y="vc"/>
                    </a:cxn>
                    <a:cxn ang="f44">
                      <a:pos x="f75" y="f76"/>
                    </a:cxn>
                    <a:cxn ang="f44">
                      <a:pos x="f75" y="f77"/>
                    </a:cxn>
                    <a:cxn ang="f44">
                      <a:pos x="f78" y="f79"/>
                    </a:cxn>
                    <a:cxn ang="f44">
                      <a:pos x="f80" y="f79"/>
                    </a:cxn>
                    <a:cxn ang="f44">
                      <a:pos x="f81" y="f77"/>
                    </a:cxn>
                    <a:cxn ang="f44">
                      <a:pos x="f82" y="f83"/>
                    </a:cxn>
                    <a:cxn ang="f44">
                      <a:pos x="f84" y="f83"/>
                    </a:cxn>
                    <a:cxn ang="f44">
                      <a:pos x="f75" y="f85"/>
                    </a:cxn>
                    <a:cxn ang="f44">
                      <a:pos x="f75" y="f85"/>
                    </a:cxn>
                    <a:cxn ang="f44">
                      <a:pos x="f75" y="f76"/>
                    </a:cxn>
                  </a:cxnLst>
                  <a:rect l="f71" t="f74" r="f72" b="f73"/>
                  <a:pathLst>
                    <a:path w="251" h="100">
                      <a:moveTo>
                        <a:pt x="f8" y="f9"/>
                      </a:moveTo>
                      <a:cubicBezTo>
                        <a:pt x="f8" y="f9"/>
                        <a:pt x="f8" y="f10"/>
                        <a:pt x="f8" y="f10"/>
                      </a:cubicBezTo>
                      <a:cubicBezTo>
                        <a:pt x="f6" y="f5"/>
                        <a:pt x="f6" y="f5"/>
                        <a:pt x="f6" y="f5"/>
                      </a:cubicBezTo>
                      <a:cubicBezTo>
                        <a:pt x="f5" y="f5"/>
                        <a:pt x="f5" y="f5"/>
                        <a:pt x="f5" y="f5"/>
                      </a:cubicBezTo>
                      <a:cubicBezTo>
                        <a:pt x="f11" y="f10"/>
                        <a:pt x="f11" y="f10"/>
                        <a:pt x="f11" y="f10"/>
                      </a:cubicBezTo>
                      <a:cubicBezTo>
                        <a:pt x="f12" y="f13"/>
                        <a:pt x="f14" y="f7"/>
                        <a:pt x="f15" y="f7"/>
                      </a:cubicBezTo>
                      <a:cubicBezTo>
                        <a:pt x="f16" y="f7"/>
                        <a:pt x="f16" y="f7"/>
                        <a:pt x="f16" y="f7"/>
                      </a:cubicBezTo>
                      <a:cubicBezTo>
                        <a:pt x="f17" y="f7"/>
                        <a:pt x="f18" y="f19"/>
                        <a:pt x="f8" y="f20"/>
                      </a:cubicBezTo>
                      <a:cubicBezTo>
                        <a:pt x="f8" y="f20"/>
                        <a:pt x="f8" y="f20"/>
                        <a:pt x="f8" y="f20"/>
                      </a:cubicBezTo>
                      <a:lnTo>
                        <a:pt x="f8" y="f9"/>
                      </a:lnTo>
                      <a:close/>
                    </a:path>
                  </a:pathLst>
                </a:custGeom>
                <a:gradFill>
                  <a:gsLst>
                    <a:gs pos="0">
                      <a:srgbClr val="9D9FA1"/>
                    </a:gs>
                    <a:gs pos="100000">
                      <a:srgbClr val="211F26"/>
                    </a:gs>
                  </a:gsLst>
                  <a:lin ang="2700000"/>
                </a:gradFill>
                <a:ln>
                  <a:noFill/>
                  <a:prstDash val="solid"/>
                </a:ln>
              </p:spPr>
              <p:txBody>
                <a:bodyPr vert="horz" wrap="square" lIns="91440" tIns="45720" rIns="91440" bIns="45720" anchor="t"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300" b="0" i="0" u="none" strike="noStrike" kern="0" cap="none" spc="0" baseline="0">
                    <a:solidFill>
                      <a:srgbClr val="211F26"/>
                    </a:solidFill>
                    <a:uFillTx/>
                    <a:latin typeface="Arial"/>
                  </a:endParaRPr>
                </a:p>
              </p:txBody>
            </p:sp>
            <p:sp>
              <p:nvSpPr>
                <p:cNvPr id="82" name="Freeform 14">
                  <a:extLst>
                    <a:ext uri="{FF2B5EF4-FFF2-40B4-BE49-F238E27FC236}">
                      <a16:creationId xmlns:a16="http://schemas.microsoft.com/office/drawing/2014/main" id="{0083E0E6-3A9A-26D5-7ABA-65CCBBB149B6}"/>
                    </a:ext>
                  </a:extLst>
                </p:cNvPr>
                <p:cNvSpPr/>
                <p:nvPr/>
              </p:nvSpPr>
              <p:spPr>
                <a:xfrm>
                  <a:off x="-716112" y="4663037"/>
                  <a:ext cx="169776" cy="208126"/>
                </a:xfrm>
                <a:custGeom>
                  <a:avLst/>
                  <a:gdLst>
                    <a:gd name="f0" fmla="val 10800000"/>
                    <a:gd name="f1" fmla="val 5400000"/>
                    <a:gd name="f2" fmla="val 180"/>
                    <a:gd name="f3" fmla="val w"/>
                    <a:gd name="f4" fmla="val h"/>
                    <a:gd name="f5" fmla="val 0"/>
                    <a:gd name="f6" fmla="val 702"/>
                    <a:gd name="f7" fmla="val 860"/>
                    <a:gd name="f8" fmla="val 351"/>
                    <a:gd name="f9" fmla="val 157"/>
                    <a:gd name="f10" fmla="val 463"/>
                    <a:gd name="f11" fmla="val 52"/>
                    <a:gd name="f12" fmla="val 562"/>
                    <a:gd name="f13" fmla="val 134"/>
                    <a:gd name="f14" fmla="val 627"/>
                    <a:gd name="f15" fmla="val 165"/>
                    <a:gd name="f16" fmla="val 718"/>
                    <a:gd name="f17" fmla="val 266"/>
                    <a:gd name="f18" fmla="val 434"/>
                    <a:gd name="f19" fmla="val 419"/>
                    <a:gd name="f20" fmla="val 760"/>
                    <a:gd name="f21" fmla="val 284"/>
                    <a:gd name="f22" fmla="val 179"/>
                    <a:gd name="f23" fmla="val 212"/>
                    <a:gd name="f24" fmla="val 216"/>
                    <a:gd name="f25" fmla="val 488"/>
                    <a:gd name="f26" fmla="val 491"/>
                    <a:gd name="f27" fmla="val 570"/>
                    <a:gd name="f28" fmla="val 625"/>
                    <a:gd name="f29" fmla="val 651"/>
                    <a:gd name="f30" fmla="val 560"/>
                    <a:gd name="f31" fmla="val 461"/>
                    <a:gd name="f32" fmla="val 545"/>
                    <a:gd name="f33" fmla="val 587"/>
                    <a:gd name="f34" fmla="val 438"/>
                    <a:gd name="f35" fmla="val 568"/>
                    <a:gd name="f36" fmla="val 490"/>
                    <a:gd name="f37" fmla="val 531"/>
                    <a:gd name="f38" fmla="val 534"/>
                    <a:gd name="f39" fmla="val 485"/>
                    <a:gd name="f40" fmla="val 563"/>
                    <a:gd name="f41" fmla="val 454"/>
                    <a:gd name="f42" fmla="val 658"/>
                    <a:gd name="f43" fmla="val 250"/>
                    <a:gd name="f44" fmla="val 219"/>
                    <a:gd name="f45" fmla="val 565"/>
                    <a:gd name="f46" fmla="val 172"/>
                    <a:gd name="f47" fmla="val 536"/>
                    <a:gd name="f48" fmla="val 135"/>
                    <a:gd name="f49" fmla="val 115"/>
                    <a:gd name="f50" fmla="val 439"/>
                    <a:gd name="f51" fmla="val 105"/>
                    <a:gd name="f52" fmla="val 411"/>
                    <a:gd name="f53" fmla="val 99"/>
                    <a:gd name="f54" fmla="val 382"/>
                    <a:gd name="f55" fmla="val 603"/>
                    <a:gd name="f56" fmla="val 381"/>
                    <a:gd name="f57" fmla="val 597"/>
                    <a:gd name="f58" fmla="+- 0 0 -90"/>
                    <a:gd name="f59" fmla="*/ f3 1 702"/>
                    <a:gd name="f60" fmla="*/ f4 1 860"/>
                    <a:gd name="f61" fmla="val f5"/>
                    <a:gd name="f62" fmla="val f6"/>
                    <a:gd name="f63" fmla="val f7"/>
                    <a:gd name="f64" fmla="*/ f58 f0 1"/>
                    <a:gd name="f65" fmla="+- f63 0 f61"/>
                    <a:gd name="f66" fmla="+- f62 0 f61"/>
                    <a:gd name="f67" fmla="*/ f64 1 f2"/>
                    <a:gd name="f68" fmla="*/ f66 1 702"/>
                    <a:gd name="f69" fmla="*/ f65 1 860"/>
                    <a:gd name="f70" fmla="*/ 351 f66 1"/>
                    <a:gd name="f71" fmla="*/ 0 f65 1"/>
                    <a:gd name="f72" fmla="*/ 0 f66 1"/>
                    <a:gd name="f73" fmla="*/ 351 f65 1"/>
                    <a:gd name="f74" fmla="*/ 134 f66 1"/>
                    <a:gd name="f75" fmla="*/ 627 f65 1"/>
                    <a:gd name="f76" fmla="*/ 165 f66 1"/>
                    <a:gd name="f77" fmla="*/ 718 f65 1"/>
                    <a:gd name="f78" fmla="*/ 266 f66 1"/>
                    <a:gd name="f79" fmla="*/ 434 f66 1"/>
                    <a:gd name="f80" fmla="*/ 419 f66 1"/>
                    <a:gd name="f81" fmla="*/ 760 f65 1"/>
                    <a:gd name="f82" fmla="*/ 284 f66 1"/>
                    <a:gd name="f83" fmla="*/ 179 f66 1"/>
                    <a:gd name="f84" fmla="*/ 212 f66 1"/>
                    <a:gd name="f85" fmla="*/ 860 f65 1"/>
                    <a:gd name="f86" fmla="*/ 216 f66 1"/>
                    <a:gd name="f87" fmla="*/ 488 f66 1"/>
                    <a:gd name="f88" fmla="*/ 491 f66 1"/>
                    <a:gd name="f89" fmla="*/ 570 f66 1"/>
                    <a:gd name="f90" fmla="*/ 625 f65 1"/>
                    <a:gd name="f91" fmla="*/ 702 f66 1"/>
                    <a:gd name="f92" fmla="*/ 587 f66 1"/>
                    <a:gd name="f93" fmla="*/ 438 f65 1"/>
                    <a:gd name="f94" fmla="*/ 485 f66 1"/>
                    <a:gd name="f95" fmla="*/ 563 f65 1"/>
                    <a:gd name="f96" fmla="*/ 454 f66 1"/>
                    <a:gd name="f97" fmla="*/ 658 f65 1"/>
                    <a:gd name="f98" fmla="*/ 250 f66 1"/>
                    <a:gd name="f99" fmla="*/ 219 f66 1"/>
                    <a:gd name="f100" fmla="*/ 565 f65 1"/>
                    <a:gd name="f101" fmla="*/ 115 f66 1"/>
                    <a:gd name="f102" fmla="*/ 439 f65 1"/>
                    <a:gd name="f103" fmla="*/ 99 f66 1"/>
                    <a:gd name="f104" fmla="*/ 99 f65 1"/>
                    <a:gd name="f105" fmla="*/ 603 f66 1"/>
                    <a:gd name="f106" fmla="+- f67 0 f1"/>
                    <a:gd name="f107" fmla="*/ f70 1 702"/>
                    <a:gd name="f108" fmla="*/ f71 1 860"/>
                    <a:gd name="f109" fmla="*/ f72 1 702"/>
                    <a:gd name="f110" fmla="*/ f73 1 860"/>
                    <a:gd name="f111" fmla="*/ f74 1 702"/>
                    <a:gd name="f112" fmla="*/ f75 1 860"/>
                    <a:gd name="f113" fmla="*/ f76 1 702"/>
                    <a:gd name="f114" fmla="*/ f77 1 860"/>
                    <a:gd name="f115" fmla="*/ f78 1 702"/>
                    <a:gd name="f116" fmla="*/ f79 1 702"/>
                    <a:gd name="f117" fmla="*/ f80 1 702"/>
                    <a:gd name="f118" fmla="*/ f81 1 860"/>
                    <a:gd name="f119" fmla="*/ f82 1 702"/>
                    <a:gd name="f120" fmla="*/ f83 1 702"/>
                    <a:gd name="f121" fmla="*/ f84 1 702"/>
                    <a:gd name="f122" fmla="*/ f85 1 860"/>
                    <a:gd name="f123" fmla="*/ f86 1 702"/>
                    <a:gd name="f124" fmla="*/ f87 1 702"/>
                    <a:gd name="f125" fmla="*/ f88 1 702"/>
                    <a:gd name="f126" fmla="*/ f89 1 702"/>
                    <a:gd name="f127" fmla="*/ f90 1 860"/>
                    <a:gd name="f128" fmla="*/ f91 1 702"/>
                    <a:gd name="f129" fmla="*/ f92 1 702"/>
                    <a:gd name="f130" fmla="*/ f93 1 860"/>
                    <a:gd name="f131" fmla="*/ f94 1 702"/>
                    <a:gd name="f132" fmla="*/ f95 1 860"/>
                    <a:gd name="f133" fmla="*/ f96 1 702"/>
                    <a:gd name="f134" fmla="*/ f97 1 860"/>
                    <a:gd name="f135" fmla="*/ f98 1 702"/>
                    <a:gd name="f136" fmla="*/ f99 1 702"/>
                    <a:gd name="f137" fmla="*/ f100 1 860"/>
                    <a:gd name="f138" fmla="*/ f101 1 702"/>
                    <a:gd name="f139" fmla="*/ f102 1 860"/>
                    <a:gd name="f140" fmla="*/ f103 1 702"/>
                    <a:gd name="f141" fmla="*/ f104 1 860"/>
                    <a:gd name="f142" fmla="*/ f105 1 702"/>
                    <a:gd name="f143" fmla="*/ 0 1 f68"/>
                    <a:gd name="f144" fmla="*/ f62 1 f68"/>
                    <a:gd name="f145" fmla="*/ 0 1 f69"/>
                    <a:gd name="f146" fmla="*/ f63 1 f69"/>
                    <a:gd name="f147" fmla="*/ f107 1 f68"/>
                    <a:gd name="f148" fmla="*/ f108 1 f69"/>
                    <a:gd name="f149" fmla="*/ f109 1 f68"/>
                    <a:gd name="f150" fmla="*/ f110 1 f69"/>
                    <a:gd name="f151" fmla="*/ f111 1 f68"/>
                    <a:gd name="f152" fmla="*/ f112 1 f69"/>
                    <a:gd name="f153" fmla="*/ f113 1 f68"/>
                    <a:gd name="f154" fmla="*/ f114 1 f69"/>
                    <a:gd name="f155" fmla="*/ f115 1 f68"/>
                    <a:gd name="f156" fmla="*/ f116 1 f68"/>
                    <a:gd name="f157" fmla="*/ f117 1 f68"/>
                    <a:gd name="f158" fmla="*/ f118 1 f69"/>
                    <a:gd name="f159" fmla="*/ f119 1 f68"/>
                    <a:gd name="f160" fmla="*/ f120 1 f68"/>
                    <a:gd name="f161" fmla="*/ f121 1 f68"/>
                    <a:gd name="f162" fmla="*/ f122 1 f69"/>
                    <a:gd name="f163" fmla="*/ f123 1 f68"/>
                    <a:gd name="f164" fmla="*/ f124 1 f68"/>
                    <a:gd name="f165" fmla="*/ f125 1 f68"/>
                    <a:gd name="f166" fmla="*/ f126 1 f68"/>
                    <a:gd name="f167" fmla="*/ f127 1 f69"/>
                    <a:gd name="f168" fmla="*/ f128 1 f68"/>
                    <a:gd name="f169" fmla="*/ f129 1 f68"/>
                    <a:gd name="f170" fmla="*/ f130 1 f69"/>
                    <a:gd name="f171" fmla="*/ f131 1 f68"/>
                    <a:gd name="f172" fmla="*/ f132 1 f69"/>
                    <a:gd name="f173" fmla="*/ f133 1 f68"/>
                    <a:gd name="f174" fmla="*/ f134 1 f69"/>
                    <a:gd name="f175" fmla="*/ f135 1 f68"/>
                    <a:gd name="f176" fmla="*/ f136 1 f68"/>
                    <a:gd name="f177" fmla="*/ f137 1 f69"/>
                    <a:gd name="f178" fmla="*/ f138 1 f68"/>
                    <a:gd name="f179" fmla="*/ f139 1 f69"/>
                    <a:gd name="f180" fmla="*/ f140 1 f68"/>
                    <a:gd name="f181" fmla="*/ f141 1 f69"/>
                    <a:gd name="f182" fmla="*/ f142 1 f68"/>
                    <a:gd name="f183" fmla="*/ f143 f59 1"/>
                    <a:gd name="f184" fmla="*/ f144 f59 1"/>
                    <a:gd name="f185" fmla="*/ f146 f60 1"/>
                    <a:gd name="f186" fmla="*/ f145 f60 1"/>
                    <a:gd name="f187" fmla="*/ f147 f59 1"/>
                    <a:gd name="f188" fmla="*/ f148 f60 1"/>
                    <a:gd name="f189" fmla="*/ f149 f59 1"/>
                    <a:gd name="f190" fmla="*/ f150 f60 1"/>
                    <a:gd name="f191" fmla="*/ f151 f59 1"/>
                    <a:gd name="f192" fmla="*/ f152 f60 1"/>
                    <a:gd name="f193" fmla="*/ f153 f59 1"/>
                    <a:gd name="f194" fmla="*/ f154 f60 1"/>
                    <a:gd name="f195" fmla="*/ f155 f59 1"/>
                    <a:gd name="f196" fmla="*/ f156 f59 1"/>
                    <a:gd name="f197" fmla="*/ f157 f59 1"/>
                    <a:gd name="f198" fmla="*/ f158 f60 1"/>
                    <a:gd name="f199" fmla="*/ f159 f59 1"/>
                    <a:gd name="f200" fmla="*/ f160 f59 1"/>
                    <a:gd name="f201" fmla="*/ f161 f59 1"/>
                    <a:gd name="f202" fmla="*/ f162 f60 1"/>
                    <a:gd name="f203" fmla="*/ f163 f59 1"/>
                    <a:gd name="f204" fmla="*/ f164 f59 1"/>
                    <a:gd name="f205" fmla="*/ f165 f59 1"/>
                    <a:gd name="f206" fmla="*/ f166 f59 1"/>
                    <a:gd name="f207" fmla="*/ f167 f60 1"/>
                    <a:gd name="f208" fmla="*/ f168 f59 1"/>
                    <a:gd name="f209" fmla="*/ f169 f59 1"/>
                    <a:gd name="f210" fmla="*/ f170 f60 1"/>
                    <a:gd name="f211" fmla="*/ f171 f59 1"/>
                    <a:gd name="f212" fmla="*/ f172 f60 1"/>
                    <a:gd name="f213" fmla="*/ f173 f59 1"/>
                    <a:gd name="f214" fmla="*/ f174 f60 1"/>
                    <a:gd name="f215" fmla="*/ f175 f59 1"/>
                    <a:gd name="f216" fmla="*/ f176 f59 1"/>
                    <a:gd name="f217" fmla="*/ f177 f60 1"/>
                    <a:gd name="f218" fmla="*/ f178 f59 1"/>
                    <a:gd name="f219" fmla="*/ f179 f60 1"/>
                    <a:gd name="f220" fmla="*/ f180 f59 1"/>
                    <a:gd name="f221" fmla="*/ f181 f60 1"/>
                    <a:gd name="f222" fmla="*/ f182 f59 1"/>
                  </a:gdLst>
                  <a:ahLst/>
                  <a:cxnLst>
                    <a:cxn ang="3cd4">
                      <a:pos x="hc" y="t"/>
                    </a:cxn>
                    <a:cxn ang="0">
                      <a:pos x="r" y="vc"/>
                    </a:cxn>
                    <a:cxn ang="cd4">
                      <a:pos x="hc" y="b"/>
                    </a:cxn>
                    <a:cxn ang="cd2">
                      <a:pos x="l" y="vc"/>
                    </a:cxn>
                    <a:cxn ang="f106">
                      <a:pos x="f187" y="f188"/>
                    </a:cxn>
                    <a:cxn ang="f106">
                      <a:pos x="f189" y="f190"/>
                    </a:cxn>
                    <a:cxn ang="f106">
                      <a:pos x="f191" y="f192"/>
                    </a:cxn>
                    <a:cxn ang="f106">
                      <a:pos x="f193" y="f194"/>
                    </a:cxn>
                    <a:cxn ang="f106">
                      <a:pos x="f195" y="f194"/>
                    </a:cxn>
                    <a:cxn ang="f106">
                      <a:pos x="f195" y="f194"/>
                    </a:cxn>
                    <a:cxn ang="f106">
                      <a:pos x="f196" y="f194"/>
                    </a:cxn>
                    <a:cxn ang="f106">
                      <a:pos x="f197" y="f198"/>
                    </a:cxn>
                    <a:cxn ang="f106">
                      <a:pos x="f199" y="f198"/>
                    </a:cxn>
                    <a:cxn ang="f106">
                      <a:pos x="f199" y="f198"/>
                    </a:cxn>
                    <a:cxn ang="f106">
                      <a:pos x="f200" y="f198"/>
                    </a:cxn>
                    <a:cxn ang="f106">
                      <a:pos x="f201" y="f202"/>
                    </a:cxn>
                    <a:cxn ang="f106">
                      <a:pos x="f201" y="f202"/>
                    </a:cxn>
                    <a:cxn ang="f106">
                      <a:pos x="f203" y="f202"/>
                    </a:cxn>
                    <a:cxn ang="f106">
                      <a:pos x="f204" y="f202"/>
                    </a:cxn>
                    <a:cxn ang="f106">
                      <a:pos x="f205" y="f202"/>
                    </a:cxn>
                    <a:cxn ang="f106">
                      <a:pos x="f206" y="f207"/>
                    </a:cxn>
                    <a:cxn ang="f106">
                      <a:pos x="f208" y="f190"/>
                    </a:cxn>
                    <a:cxn ang="f106">
                      <a:pos x="f187" y="f188"/>
                    </a:cxn>
                    <a:cxn ang="f106">
                      <a:pos x="f209" y="f210"/>
                    </a:cxn>
                    <a:cxn ang="f106">
                      <a:pos x="f211" y="f212"/>
                    </a:cxn>
                    <a:cxn ang="f106">
                      <a:pos x="f213" y="f214"/>
                    </a:cxn>
                    <a:cxn ang="f106">
                      <a:pos x="f215" y="f214"/>
                    </a:cxn>
                    <a:cxn ang="f106">
                      <a:pos x="f216" y="f217"/>
                    </a:cxn>
                    <a:cxn ang="f106">
                      <a:pos x="f218" y="f219"/>
                    </a:cxn>
                    <a:cxn ang="f106">
                      <a:pos x="f220" y="f190"/>
                    </a:cxn>
                    <a:cxn ang="f106">
                      <a:pos x="f187" y="f221"/>
                    </a:cxn>
                    <a:cxn ang="f106">
                      <a:pos x="f222" y="f190"/>
                    </a:cxn>
                    <a:cxn ang="f106">
                      <a:pos x="f209" y="f210"/>
                    </a:cxn>
                  </a:cxnLst>
                  <a:rect l="f183" t="f186" r="f184" b="f185"/>
                  <a:pathLst>
                    <a:path w="702" h="860">
                      <a:moveTo>
                        <a:pt x="f8" y="f5"/>
                      </a:moveTo>
                      <a:cubicBezTo>
                        <a:pt x="f9" y="f5"/>
                        <a:pt x="f5" y="f9"/>
                        <a:pt x="f5" y="f8"/>
                      </a:cubicBezTo>
                      <a:cubicBezTo>
                        <a:pt x="f5" y="f10"/>
                        <a:pt x="f11" y="f12"/>
                        <a:pt x="f13" y="f14"/>
                      </a:cubicBezTo>
                      <a:cubicBezTo>
                        <a:pt x="f15" y="f16"/>
                        <a:pt x="f15" y="f16"/>
                        <a:pt x="f15" y="f16"/>
                      </a:cubicBezTo>
                      <a:cubicBezTo>
                        <a:pt x="f17" y="f16"/>
                        <a:pt x="f17" y="f16"/>
                        <a:pt x="f17" y="f16"/>
                      </a:cubicBezTo>
                      <a:cubicBezTo>
                        <a:pt x="f17" y="f16"/>
                        <a:pt x="f17" y="f16"/>
                        <a:pt x="f17" y="f16"/>
                      </a:cubicBezTo>
                      <a:cubicBezTo>
                        <a:pt x="f18" y="f16"/>
                        <a:pt x="f18" y="f16"/>
                        <a:pt x="f18" y="f16"/>
                      </a:cubicBezTo>
                      <a:cubicBezTo>
                        <a:pt x="f19" y="f20"/>
                        <a:pt x="f19" y="f20"/>
                        <a:pt x="f19" y="f20"/>
                      </a:cubicBezTo>
                      <a:cubicBezTo>
                        <a:pt x="f21" y="f20"/>
                        <a:pt x="f21" y="f20"/>
                        <a:pt x="f21" y="f20"/>
                      </a:cubicBezTo>
                      <a:cubicBezTo>
                        <a:pt x="f21" y="f20"/>
                        <a:pt x="f21" y="f20"/>
                        <a:pt x="f21" y="f20"/>
                      </a:cubicBezTo>
                      <a:cubicBezTo>
                        <a:pt x="f22" y="f20"/>
                        <a:pt x="f22" y="f20"/>
                        <a:pt x="f22" y="f20"/>
                      </a:cubicBezTo>
                      <a:cubicBezTo>
                        <a:pt x="f23" y="f7"/>
                        <a:pt x="f23" y="f7"/>
                        <a:pt x="f23" y="f7"/>
                      </a:cubicBezTo>
                      <a:cubicBezTo>
                        <a:pt x="f23" y="f7"/>
                        <a:pt x="f23" y="f7"/>
                        <a:pt x="f23" y="f7"/>
                      </a:cubicBezTo>
                      <a:cubicBezTo>
                        <a:pt x="f24" y="f7"/>
                        <a:pt x="f24" y="f7"/>
                        <a:pt x="f24" y="f7"/>
                      </a:cubicBezTo>
                      <a:cubicBezTo>
                        <a:pt x="f25" y="f7"/>
                        <a:pt x="f25" y="f7"/>
                        <a:pt x="f25" y="f7"/>
                      </a:cubicBezTo>
                      <a:cubicBezTo>
                        <a:pt x="f26" y="f7"/>
                        <a:pt x="f26" y="f7"/>
                        <a:pt x="f26" y="f7"/>
                      </a:cubicBezTo>
                      <a:cubicBezTo>
                        <a:pt x="f27" y="f28"/>
                        <a:pt x="f27" y="f28"/>
                        <a:pt x="f27" y="f28"/>
                      </a:cubicBezTo>
                      <a:cubicBezTo>
                        <a:pt x="f29" y="f30"/>
                        <a:pt x="f6" y="f31"/>
                        <a:pt x="f6" y="f8"/>
                      </a:cubicBezTo>
                      <a:cubicBezTo>
                        <a:pt x="f6" y="f9"/>
                        <a:pt x="f32" y="f5"/>
                        <a:pt x="f8" y="f5"/>
                      </a:cubicBezTo>
                      <a:close/>
                      <a:moveTo>
                        <a:pt x="f33" y="f34"/>
                      </a:moveTo>
                      <a:cubicBezTo>
                        <a:pt x="f35" y="f36"/>
                        <a:pt x="f37" y="f38"/>
                        <a:pt x="f39" y="f40"/>
                      </a:cubicBezTo>
                      <a:cubicBezTo>
                        <a:pt x="f41" y="f42"/>
                        <a:pt x="f41" y="f42"/>
                        <a:pt x="f41" y="f42"/>
                      </a:cubicBezTo>
                      <a:cubicBezTo>
                        <a:pt x="f43" y="f42"/>
                        <a:pt x="f43" y="f42"/>
                        <a:pt x="f43" y="f42"/>
                      </a:cubicBezTo>
                      <a:cubicBezTo>
                        <a:pt x="f44" y="f45"/>
                        <a:pt x="f44" y="f45"/>
                        <a:pt x="f44" y="f45"/>
                      </a:cubicBezTo>
                      <a:cubicBezTo>
                        <a:pt x="f46" y="f47"/>
                        <a:pt x="f48" y="f26"/>
                        <a:pt x="f49" y="f50"/>
                      </a:cubicBezTo>
                      <a:cubicBezTo>
                        <a:pt x="f51" y="f52"/>
                        <a:pt x="f53" y="f54"/>
                        <a:pt x="f53" y="f8"/>
                      </a:cubicBezTo>
                      <a:cubicBezTo>
                        <a:pt x="f53" y="f23"/>
                        <a:pt x="f23" y="f53"/>
                        <a:pt x="f8" y="f53"/>
                      </a:cubicBezTo>
                      <a:cubicBezTo>
                        <a:pt x="f36" y="f53"/>
                        <a:pt x="f55" y="f23"/>
                        <a:pt x="f55" y="f8"/>
                      </a:cubicBezTo>
                      <a:cubicBezTo>
                        <a:pt x="f55" y="f56"/>
                        <a:pt x="f57" y="f52"/>
                        <a:pt x="f33" y="f34"/>
                      </a:cubicBezTo>
                      <a:close/>
                    </a:path>
                  </a:pathLst>
                </a:custGeom>
                <a:gradFill>
                  <a:gsLst>
                    <a:gs pos="0">
                      <a:srgbClr val="9D9FA1"/>
                    </a:gs>
                    <a:gs pos="100000">
                      <a:srgbClr val="211F26"/>
                    </a:gs>
                  </a:gsLst>
                  <a:lin ang="2700000"/>
                </a:gradFill>
                <a:ln>
                  <a:noFill/>
                  <a:prstDash val="solid"/>
                </a:ln>
              </p:spPr>
              <p:txBody>
                <a:bodyPr vert="horz" wrap="square" lIns="91440" tIns="45720" rIns="91440" bIns="45720" anchor="t"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300" b="0" i="0" u="none" strike="noStrike" kern="0" cap="none" spc="0" baseline="0">
                    <a:solidFill>
                      <a:srgbClr val="211F26"/>
                    </a:solidFill>
                    <a:uFillTx/>
                    <a:latin typeface="Arial"/>
                  </a:endParaRPr>
                </a:p>
              </p:txBody>
            </p:sp>
          </p:grpSp>
          <p:sp>
            <p:nvSpPr>
              <p:cNvPr id="83" name="Tekstvak 44">
                <a:extLst>
                  <a:ext uri="{FF2B5EF4-FFF2-40B4-BE49-F238E27FC236}">
                    <a16:creationId xmlns:a16="http://schemas.microsoft.com/office/drawing/2014/main" id="{303EB2E8-E2C7-8049-7476-EA3DA24C1CFD}"/>
                  </a:ext>
                </a:extLst>
              </p:cNvPr>
              <p:cNvSpPr txBox="1"/>
              <p:nvPr/>
            </p:nvSpPr>
            <p:spPr>
              <a:xfrm>
                <a:off x="-938430" y="4917487"/>
                <a:ext cx="627799" cy="322234"/>
              </a:xfrm>
              <a:prstGeom prst="rect">
                <a:avLst/>
              </a:prstGeom>
              <a:noFill/>
              <a:ln>
                <a:noFill/>
              </a:ln>
            </p:spPr>
            <p:txBody>
              <a:bodyPr vert="horz" wrap="square" lIns="0" tIns="0" rIns="0" bIns="0"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000" b="0" i="0" u="none" strike="noStrike" kern="0" cap="none" spc="0" baseline="0">
                    <a:solidFill>
                      <a:srgbClr val="211F26"/>
                    </a:solidFill>
                    <a:uFillTx/>
                    <a:latin typeface="Calibri" pitchFamily="34"/>
                    <a:cs typeface="Calibri" pitchFamily="34"/>
                  </a:rPr>
                  <a:t>Inspiration</a:t>
                </a:r>
              </a:p>
            </p:txBody>
          </p:sp>
        </p:grpSp>
      </p:grpSp>
      <p:grpSp>
        <p:nvGrpSpPr>
          <p:cNvPr id="84" name="INSTRUCTION">
            <a:extLst>
              <a:ext uri="{FF2B5EF4-FFF2-40B4-BE49-F238E27FC236}">
                <a16:creationId xmlns:a16="http://schemas.microsoft.com/office/drawing/2014/main" id="{AB5BC7A6-8620-31FD-3AB1-0032796059CB}"/>
              </a:ext>
            </a:extLst>
          </p:cNvPr>
          <p:cNvGrpSpPr/>
          <p:nvPr/>
        </p:nvGrpSpPr>
        <p:grpSpPr>
          <a:xfrm>
            <a:off x="12377592" y="0"/>
            <a:ext cx="3693389" cy="5715923"/>
            <a:chOff x="12377592" y="0"/>
            <a:chExt cx="3693389" cy="5715923"/>
          </a:xfrm>
        </p:grpSpPr>
        <p:grpSp>
          <p:nvGrpSpPr>
            <p:cNvPr id="85" name="Groep 163">
              <a:extLst>
                <a:ext uri="{FF2B5EF4-FFF2-40B4-BE49-F238E27FC236}">
                  <a16:creationId xmlns:a16="http://schemas.microsoft.com/office/drawing/2014/main" id="{3EFE016E-FB74-61BB-7AD7-681FE5921D3B}"/>
                </a:ext>
              </a:extLst>
            </p:cNvPr>
            <p:cNvGrpSpPr/>
            <p:nvPr/>
          </p:nvGrpSpPr>
          <p:grpSpPr>
            <a:xfrm>
              <a:off x="12377592" y="3234717"/>
              <a:ext cx="3693389" cy="2481206"/>
              <a:chOff x="12377592" y="3234717"/>
              <a:chExt cx="3693389" cy="2481206"/>
            </a:xfrm>
          </p:grpSpPr>
          <p:sp>
            <p:nvSpPr>
              <p:cNvPr id="86" name="Rechthoek 187">
                <a:extLst>
                  <a:ext uri="{FF2B5EF4-FFF2-40B4-BE49-F238E27FC236}">
                    <a16:creationId xmlns:a16="http://schemas.microsoft.com/office/drawing/2014/main" id="{0A55E73E-B39F-BE9B-ACFD-8C7CBA8C5701}"/>
                  </a:ext>
                </a:extLst>
              </p:cNvPr>
              <p:cNvSpPr/>
              <p:nvPr/>
            </p:nvSpPr>
            <p:spPr>
              <a:xfrm>
                <a:off x="12377867" y="3234717"/>
                <a:ext cx="3593089" cy="1849346"/>
              </a:xfrm>
              <a:prstGeom prst="rect">
                <a:avLst/>
              </a:prstGeom>
              <a:solidFill>
                <a:srgbClr val="FFFFFF"/>
              </a:solidFill>
              <a:ln w="6345" cap="flat">
                <a:solidFill>
                  <a:srgbClr val="ECECEC"/>
                </a:solidFill>
                <a:prstDash val="solid"/>
                <a:miter/>
              </a:ln>
            </p:spPr>
            <p:txBody>
              <a:bodyPr vert="horz" wrap="square" lIns="179999" tIns="143999" rIns="179999" bIns="143999"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400" b="1" i="0" u="none" strike="noStrike" kern="1200" cap="all" spc="0" baseline="0">
                    <a:solidFill>
                      <a:srgbClr val="00A6D6"/>
                    </a:solidFill>
                    <a:uFillTx/>
                    <a:latin typeface="Calibri" pitchFamily="34"/>
                    <a:cs typeface="Calibri" pitchFamily="34"/>
                  </a:rPr>
                  <a:t>Edit chart data</a:t>
                </a:r>
              </a:p>
            </p:txBody>
          </p:sp>
          <p:sp>
            <p:nvSpPr>
              <p:cNvPr id="87" name="Ovaal 188">
                <a:extLst>
                  <a:ext uri="{FF2B5EF4-FFF2-40B4-BE49-F238E27FC236}">
                    <a16:creationId xmlns:a16="http://schemas.microsoft.com/office/drawing/2014/main" id="{703DE65C-6D76-65E3-18A6-54C199B4B0A1}"/>
                  </a:ext>
                </a:extLst>
              </p:cNvPr>
              <p:cNvSpPr/>
              <p:nvPr/>
            </p:nvSpPr>
            <p:spPr>
              <a:xfrm>
                <a:off x="12560445" y="3699314"/>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1</a:t>
                </a:r>
              </a:p>
            </p:txBody>
          </p:sp>
          <p:sp>
            <p:nvSpPr>
              <p:cNvPr id="88" name="Rechthoek 189">
                <a:extLst>
                  <a:ext uri="{FF2B5EF4-FFF2-40B4-BE49-F238E27FC236}">
                    <a16:creationId xmlns:a16="http://schemas.microsoft.com/office/drawing/2014/main" id="{4F9F3E3E-D5D2-063A-3F10-11397378EC32}"/>
                  </a:ext>
                </a:extLst>
              </p:cNvPr>
              <p:cNvSpPr/>
              <p:nvPr/>
            </p:nvSpPr>
            <p:spPr>
              <a:xfrm>
                <a:off x="12844613" y="3699314"/>
                <a:ext cx="2944678" cy="327693"/>
              </a:xfrm>
              <a:prstGeom prst="rect">
                <a:avLst/>
              </a:prstGeom>
              <a:noFill/>
              <a:ln>
                <a:noFill/>
                <a:prstDash val="solid"/>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0" i="0" u="none" strike="noStrike" kern="0" cap="none" spc="0" baseline="0">
                    <a:solidFill>
                      <a:srgbClr val="000000"/>
                    </a:solidFill>
                    <a:uFillTx/>
                    <a:latin typeface="Calibri" pitchFamily="34"/>
                    <a:cs typeface="Calibri" pitchFamily="34"/>
                  </a:rPr>
                  <a:t>Click with the right mouse button on the chart</a:t>
                </a:r>
                <a:br>
                  <a:rPr lang="en-GB" sz="1200" b="0" i="0" u="none" strike="noStrike" kern="0" cap="none" spc="0" baseline="0">
                    <a:solidFill>
                      <a:srgbClr val="000000"/>
                    </a:solidFill>
                    <a:uFillTx/>
                    <a:latin typeface="Calibri" pitchFamily="34"/>
                    <a:cs typeface="Calibri" pitchFamily="34"/>
                  </a:rPr>
                </a:br>
                <a:r>
                  <a:rPr lang="en-GB" sz="1200" b="0" i="0" u="none" strike="noStrike" kern="0" cap="none" spc="0" baseline="0">
                    <a:solidFill>
                      <a:srgbClr val="000000"/>
                    </a:solidFill>
                    <a:uFillTx/>
                    <a:latin typeface="Calibri" pitchFamily="34"/>
                    <a:cs typeface="Calibri" pitchFamily="34"/>
                  </a:rPr>
                  <a:t>and choose </a:t>
                </a:r>
                <a:r>
                  <a:rPr lang="en-GB" sz="1200" b="1" i="0" u="none" strike="noStrike" kern="0" cap="none" spc="0" baseline="0">
                    <a:solidFill>
                      <a:srgbClr val="000000"/>
                    </a:solidFill>
                    <a:uFillTx/>
                    <a:latin typeface="Calibri" pitchFamily="34"/>
                    <a:cs typeface="Calibri" pitchFamily="34"/>
                  </a:rPr>
                  <a:t>‘Edit data’</a:t>
                </a:r>
                <a:r>
                  <a:rPr lang="en-GB" sz="1200" b="0" i="0" u="none" strike="noStrike" kern="0" cap="none" spc="0" baseline="0">
                    <a:solidFill>
                      <a:srgbClr val="000000"/>
                    </a:solidFill>
                    <a:uFillTx/>
                    <a:latin typeface="Calibri" pitchFamily="34"/>
                    <a:cs typeface="Calibri" pitchFamily="34"/>
                  </a:rPr>
                  <a:t>.</a:t>
                </a:r>
              </a:p>
            </p:txBody>
          </p:sp>
          <p:grpSp>
            <p:nvGrpSpPr>
              <p:cNvPr id="89" name="Groep 190">
                <a:extLst>
                  <a:ext uri="{FF2B5EF4-FFF2-40B4-BE49-F238E27FC236}">
                    <a16:creationId xmlns:a16="http://schemas.microsoft.com/office/drawing/2014/main" id="{CC6253A0-A49B-0978-02DE-6E42AAB1D2FA}"/>
                  </a:ext>
                </a:extLst>
              </p:cNvPr>
              <p:cNvGrpSpPr/>
              <p:nvPr/>
            </p:nvGrpSpPr>
            <p:grpSpPr>
              <a:xfrm>
                <a:off x="12849212" y="4139104"/>
                <a:ext cx="1495190" cy="563938"/>
                <a:chOff x="12849212" y="4139104"/>
                <a:chExt cx="1495190" cy="563938"/>
              </a:xfrm>
            </p:grpSpPr>
            <p:sp>
              <p:nvSpPr>
                <p:cNvPr id="90" name="Rechthoek 201">
                  <a:extLst>
                    <a:ext uri="{FF2B5EF4-FFF2-40B4-BE49-F238E27FC236}">
                      <a16:creationId xmlns:a16="http://schemas.microsoft.com/office/drawing/2014/main" id="{53D14C94-5A22-53D2-CAB4-05AF8AC7D4EA}"/>
                    </a:ext>
                  </a:extLst>
                </p:cNvPr>
                <p:cNvSpPr/>
                <p:nvPr/>
              </p:nvSpPr>
              <p:spPr>
                <a:xfrm>
                  <a:off x="12849212" y="4139104"/>
                  <a:ext cx="1403796" cy="504849"/>
                </a:xfrm>
                <a:prstGeom prst="rect">
                  <a:avLst/>
                </a:prstGeom>
                <a:solidFill>
                  <a:srgbClr val="FFFFFF"/>
                </a:solidFill>
                <a:ln w="12701" cap="flat">
                  <a:solidFill>
                    <a:srgbClr val="D1D1D1"/>
                  </a:solidFill>
                  <a:prstDash val="solid"/>
                  <a:miter/>
                </a:ln>
              </p:spPr>
              <p:txBody>
                <a:bodyPr vert="horz" wrap="square" lIns="107999"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800" b="0" i="0" u="none" strike="noStrike" kern="1200" cap="none" spc="0" baseline="0">
                    <a:solidFill>
                      <a:srgbClr val="211F26"/>
                    </a:solidFill>
                    <a:uFillTx/>
                    <a:latin typeface="Calibri" pitchFamily="34"/>
                    <a:cs typeface="Calibri" pitchFamily="34"/>
                  </a:endParaRPr>
                </a:p>
              </p:txBody>
            </p:sp>
            <p:sp>
              <p:nvSpPr>
                <p:cNvPr id="91" name="Rechthoek 202">
                  <a:extLst>
                    <a:ext uri="{FF2B5EF4-FFF2-40B4-BE49-F238E27FC236}">
                      <a16:creationId xmlns:a16="http://schemas.microsoft.com/office/drawing/2014/main" id="{1C52B8AD-03DC-8A45-211E-61ADE2FD7302}"/>
                    </a:ext>
                  </a:extLst>
                </p:cNvPr>
                <p:cNvSpPr/>
                <p:nvPr/>
              </p:nvSpPr>
              <p:spPr>
                <a:xfrm>
                  <a:off x="12859316" y="4392832"/>
                  <a:ext cx="1387812" cy="246604"/>
                </a:xfrm>
                <a:prstGeom prst="rect">
                  <a:avLst/>
                </a:prstGeom>
                <a:solidFill>
                  <a:srgbClr val="FCE4DC"/>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92" name="Tekstvak 203">
                  <a:extLst>
                    <a:ext uri="{FF2B5EF4-FFF2-40B4-BE49-F238E27FC236}">
                      <a16:creationId xmlns:a16="http://schemas.microsoft.com/office/drawing/2014/main" id="{1CEFDCBB-0B41-1D78-204C-4C91693107A8}"/>
                    </a:ext>
                  </a:extLst>
                </p:cNvPr>
                <p:cNvSpPr txBox="1"/>
                <p:nvPr/>
              </p:nvSpPr>
              <p:spPr>
                <a:xfrm>
                  <a:off x="13041913" y="4197809"/>
                  <a:ext cx="1258625" cy="137498"/>
                </a:xfrm>
                <a:prstGeom prst="rect">
                  <a:avLst/>
                </a:prstGeom>
                <a:noFill/>
                <a:ln>
                  <a:noFill/>
                </a:ln>
              </p:spPr>
              <p:txBody>
                <a:bodyPr vert="horz" wrap="square" lIns="91440" tIns="45720" rIns="91440" bIns="45720" anchor="ctr" anchorCtr="0" compatLnSpc="1">
                  <a:noAutofit/>
                </a:bodyPr>
                <a:lstStyle/>
                <a:p>
                  <a:pPr marL="0" marR="0" lvl="0" indent="0" algn="l" defTabSz="1217514"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900" b="0" i="0" u="none" strike="noStrike" kern="1200" cap="none" spc="0" baseline="0">
                      <a:solidFill>
                        <a:srgbClr val="211F26"/>
                      </a:solidFill>
                      <a:uFillTx/>
                      <a:latin typeface="Calibri" pitchFamily="34"/>
                      <a:cs typeface="Calibri" pitchFamily="34"/>
                    </a:rPr>
                    <a:t>Change chart type</a:t>
                  </a:r>
                </a:p>
              </p:txBody>
            </p:sp>
            <p:sp>
              <p:nvSpPr>
                <p:cNvPr id="93" name="Tekstvak 204">
                  <a:extLst>
                    <a:ext uri="{FF2B5EF4-FFF2-40B4-BE49-F238E27FC236}">
                      <a16:creationId xmlns:a16="http://schemas.microsoft.com/office/drawing/2014/main" id="{F8A53F3A-B883-F760-DCDA-2BFD9B2790C6}"/>
                    </a:ext>
                  </a:extLst>
                </p:cNvPr>
                <p:cNvSpPr txBox="1"/>
                <p:nvPr/>
              </p:nvSpPr>
              <p:spPr>
                <a:xfrm>
                  <a:off x="13048195" y="4452926"/>
                  <a:ext cx="1296207" cy="126415"/>
                </a:xfrm>
                <a:prstGeom prst="rect">
                  <a:avLst/>
                </a:prstGeom>
                <a:noFill/>
                <a:ln>
                  <a:noFill/>
                </a:ln>
              </p:spPr>
              <p:txBody>
                <a:bodyPr vert="horz" wrap="square" lIns="91440" tIns="45720" rIns="91440" bIns="45720" anchor="ctr" anchorCtr="0" compatLnSpc="1">
                  <a:noAutofit/>
                </a:bodyPr>
                <a:lstStyle/>
                <a:p>
                  <a:pPr marL="0" marR="0" lvl="0" indent="0" algn="l" defTabSz="1217514"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900" b="0" i="0" u="none" strike="noStrike" kern="1200" cap="none" spc="0" baseline="0">
                      <a:solidFill>
                        <a:srgbClr val="211F26"/>
                      </a:solidFill>
                      <a:uFillTx/>
                      <a:latin typeface="Calibri" pitchFamily="34"/>
                      <a:cs typeface="Calibri" pitchFamily="34"/>
                    </a:rPr>
                    <a:t>Edit data</a:t>
                  </a:r>
                </a:p>
              </p:txBody>
            </p:sp>
            <p:sp>
              <p:nvSpPr>
                <p:cNvPr id="94" name="Vrije vorm: vorm 205">
                  <a:extLst>
                    <a:ext uri="{FF2B5EF4-FFF2-40B4-BE49-F238E27FC236}">
                      <a16:creationId xmlns:a16="http://schemas.microsoft.com/office/drawing/2014/main" id="{D529FE45-C0FA-B029-99F7-DB304FE51194}"/>
                    </a:ext>
                  </a:extLst>
                </p:cNvPr>
                <p:cNvSpPr/>
                <p:nvPr/>
              </p:nvSpPr>
              <p:spPr>
                <a:xfrm>
                  <a:off x="14204198" y="4523043"/>
                  <a:ext cx="97566" cy="179999"/>
                </a:xfrm>
                <a:custGeom>
                  <a:avLst/>
                  <a:gdLst>
                    <a:gd name="f0" fmla="val 10800000"/>
                    <a:gd name="f1" fmla="val 5400000"/>
                    <a:gd name="f2" fmla="val 180"/>
                    <a:gd name="f3" fmla="val w"/>
                    <a:gd name="f4" fmla="val h"/>
                    <a:gd name="f5" fmla="val 0"/>
                    <a:gd name="f6" fmla="val 880280"/>
                    <a:gd name="f7" fmla="val 1624084"/>
                    <a:gd name="f8" fmla="val 1262418"/>
                    <a:gd name="f9" fmla="val 313898"/>
                    <a:gd name="f10" fmla="val 996287"/>
                    <a:gd name="f11" fmla="val 620973"/>
                    <a:gd name="f12" fmla="val 839337"/>
                    <a:gd name="f13" fmla="val 1480782"/>
                    <a:gd name="f14" fmla="val 498144"/>
                    <a:gd name="f15" fmla="val 900753"/>
                    <a:gd name="f16" fmla="val 893929"/>
                    <a:gd name="f17" fmla="+- 0 0 -90"/>
                    <a:gd name="f18" fmla="*/ f3 1 880280"/>
                    <a:gd name="f19" fmla="*/ f4 1 1624084"/>
                    <a:gd name="f20" fmla="val f5"/>
                    <a:gd name="f21" fmla="val f6"/>
                    <a:gd name="f22" fmla="val f7"/>
                    <a:gd name="f23" fmla="*/ f17 f0 1"/>
                    <a:gd name="f24" fmla="+- f22 0 f20"/>
                    <a:gd name="f25" fmla="+- f21 0 f20"/>
                    <a:gd name="f26" fmla="*/ f23 1 f2"/>
                    <a:gd name="f27" fmla="*/ f25 1 880280"/>
                    <a:gd name="f28" fmla="*/ f24 1 1624084"/>
                    <a:gd name="f29" fmla="*/ 0 f25 1"/>
                    <a:gd name="f30" fmla="*/ 0 f24 1"/>
                    <a:gd name="f31" fmla="*/ 1262418 f24 1"/>
                    <a:gd name="f32" fmla="*/ 620973 f25 1"/>
                    <a:gd name="f33" fmla="*/ 1624084 f24 1"/>
                    <a:gd name="f34" fmla="*/ 839337 f25 1"/>
                    <a:gd name="f35" fmla="*/ 1480782 f24 1"/>
                    <a:gd name="f36" fmla="*/ 900753 f24 1"/>
                    <a:gd name="f37" fmla="*/ 880280 f25 1"/>
                    <a:gd name="f38" fmla="*/ 893929 f24 1"/>
                    <a:gd name="f39" fmla="*/ 313898 f25 1"/>
                    <a:gd name="f40" fmla="*/ 996287 f24 1"/>
                    <a:gd name="f41" fmla="*/ 498144 f25 1"/>
                    <a:gd name="f42" fmla="+- f26 0 f1"/>
                    <a:gd name="f43" fmla="*/ f29 1 880280"/>
                    <a:gd name="f44" fmla="*/ f30 1 1624084"/>
                    <a:gd name="f45" fmla="*/ f31 1 1624084"/>
                    <a:gd name="f46" fmla="*/ f32 1 880280"/>
                    <a:gd name="f47" fmla="*/ f33 1 1624084"/>
                    <a:gd name="f48" fmla="*/ f34 1 880280"/>
                    <a:gd name="f49" fmla="*/ f35 1 1624084"/>
                    <a:gd name="f50" fmla="*/ f36 1 1624084"/>
                    <a:gd name="f51" fmla="*/ f37 1 880280"/>
                    <a:gd name="f52" fmla="*/ f38 1 1624084"/>
                    <a:gd name="f53" fmla="*/ f39 1 880280"/>
                    <a:gd name="f54" fmla="*/ f40 1 1624084"/>
                    <a:gd name="f55" fmla="*/ f41 1 880280"/>
                    <a:gd name="f56" fmla="*/ f20 1 f27"/>
                    <a:gd name="f57" fmla="*/ f21 1 f27"/>
                    <a:gd name="f58" fmla="*/ f20 1 f28"/>
                    <a:gd name="f59" fmla="*/ f22 1 f28"/>
                    <a:gd name="f60" fmla="*/ f43 1 f27"/>
                    <a:gd name="f61" fmla="*/ f44 1 f28"/>
                    <a:gd name="f62" fmla="*/ f45 1 f28"/>
                    <a:gd name="f63" fmla="*/ f53 1 f27"/>
                    <a:gd name="f64" fmla="*/ f54 1 f28"/>
                    <a:gd name="f65" fmla="*/ f46 1 f27"/>
                    <a:gd name="f66" fmla="*/ f47 1 f28"/>
                    <a:gd name="f67" fmla="*/ f48 1 f27"/>
                    <a:gd name="f68" fmla="*/ f49 1 f28"/>
                    <a:gd name="f69" fmla="*/ f55 1 f27"/>
                    <a:gd name="f70" fmla="*/ f50 1 f28"/>
                    <a:gd name="f71" fmla="*/ f51 1 f27"/>
                    <a:gd name="f72" fmla="*/ f52 1 f28"/>
                    <a:gd name="f73" fmla="*/ f56 f18 1"/>
                    <a:gd name="f74" fmla="*/ f57 f18 1"/>
                    <a:gd name="f75" fmla="*/ f59 f19 1"/>
                    <a:gd name="f76" fmla="*/ f58 f19 1"/>
                    <a:gd name="f77" fmla="*/ f60 f18 1"/>
                    <a:gd name="f78" fmla="*/ f61 f19 1"/>
                    <a:gd name="f79" fmla="*/ f62 f19 1"/>
                    <a:gd name="f80" fmla="*/ f63 f18 1"/>
                    <a:gd name="f81" fmla="*/ f64 f19 1"/>
                    <a:gd name="f82" fmla="*/ f65 f18 1"/>
                    <a:gd name="f83" fmla="*/ f66 f19 1"/>
                    <a:gd name="f84" fmla="*/ f67 f18 1"/>
                    <a:gd name="f85" fmla="*/ f68 f19 1"/>
                    <a:gd name="f86" fmla="*/ f69 f18 1"/>
                    <a:gd name="f87" fmla="*/ f70 f19 1"/>
                    <a:gd name="f88" fmla="*/ f71 f18 1"/>
                    <a:gd name="f89" fmla="*/ f72 f19 1"/>
                  </a:gdLst>
                  <a:ahLst/>
                  <a:cxnLst>
                    <a:cxn ang="3cd4">
                      <a:pos x="hc" y="t"/>
                    </a:cxn>
                    <a:cxn ang="0">
                      <a:pos x="r" y="vc"/>
                    </a:cxn>
                    <a:cxn ang="cd4">
                      <a:pos x="hc" y="b"/>
                    </a:cxn>
                    <a:cxn ang="cd2">
                      <a:pos x="l" y="vc"/>
                    </a:cxn>
                    <a:cxn ang="f42">
                      <a:pos x="f77" y="f78"/>
                    </a:cxn>
                    <a:cxn ang="f42">
                      <a:pos x="f77" y="f79"/>
                    </a:cxn>
                    <a:cxn ang="f42">
                      <a:pos x="f80" y="f81"/>
                    </a:cxn>
                    <a:cxn ang="f42">
                      <a:pos x="f82" y="f83"/>
                    </a:cxn>
                    <a:cxn ang="f42">
                      <a:pos x="f84" y="f85"/>
                    </a:cxn>
                    <a:cxn ang="f42">
                      <a:pos x="f86" y="f87"/>
                    </a:cxn>
                    <a:cxn ang="f42">
                      <a:pos x="f88" y="f89"/>
                    </a:cxn>
                    <a:cxn ang="f42">
                      <a:pos x="f77" y="f78"/>
                    </a:cxn>
                  </a:cxnLst>
                  <a:rect l="f73" t="f76" r="f74" b="f75"/>
                  <a:pathLst>
                    <a:path w="880280" h="1624084">
                      <a:moveTo>
                        <a:pt x="f5" y="f5"/>
                      </a:moveTo>
                      <a:lnTo>
                        <a:pt x="f5" y="f8"/>
                      </a:lnTo>
                      <a:lnTo>
                        <a:pt x="f9" y="f10"/>
                      </a:lnTo>
                      <a:lnTo>
                        <a:pt x="f11" y="f7"/>
                      </a:lnTo>
                      <a:lnTo>
                        <a:pt x="f12" y="f13"/>
                      </a:lnTo>
                      <a:lnTo>
                        <a:pt x="f14" y="f15"/>
                      </a:lnTo>
                      <a:lnTo>
                        <a:pt x="f6" y="f16"/>
                      </a:lnTo>
                      <a:lnTo>
                        <a:pt x="f5" y="f5"/>
                      </a:lnTo>
                      <a:close/>
                    </a:path>
                  </a:pathLst>
                </a:custGeom>
                <a:solidFill>
                  <a:srgbClr val="FFFFFF"/>
                </a:solidFill>
                <a:ln w="12701" cap="flat">
                  <a:solidFill>
                    <a:srgbClr val="000000"/>
                  </a:solidFill>
                  <a:prstDash val="solid"/>
                  <a:miter/>
                </a:ln>
              </p:spPr>
              <p:txBody>
                <a:bodyPr vert="horz" wrap="square" lIns="179999" tIns="179999" rIns="179999" bIns="179999"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1600" b="0" i="0" u="none" strike="noStrike" kern="1200" cap="all" spc="0" baseline="0">
                    <a:solidFill>
                      <a:srgbClr val="FFFFFF"/>
                    </a:solidFill>
                    <a:uFillTx/>
                    <a:latin typeface="Calibri" pitchFamily="34"/>
                    <a:cs typeface="Calibri" pitchFamily="34"/>
                  </a:endParaRPr>
                </a:p>
              </p:txBody>
            </p:sp>
            <p:grpSp>
              <p:nvGrpSpPr>
                <p:cNvPr id="95" name="Groep 206">
                  <a:extLst>
                    <a:ext uri="{FF2B5EF4-FFF2-40B4-BE49-F238E27FC236}">
                      <a16:creationId xmlns:a16="http://schemas.microsoft.com/office/drawing/2014/main" id="{96F7351C-139A-7AAB-C2C2-A3FCEDADE775}"/>
                    </a:ext>
                  </a:extLst>
                </p:cNvPr>
                <p:cNvGrpSpPr/>
                <p:nvPr/>
              </p:nvGrpSpPr>
              <p:grpSpPr>
                <a:xfrm>
                  <a:off x="12902055" y="4190430"/>
                  <a:ext cx="139857" cy="152247"/>
                  <a:chOff x="12902055" y="4190430"/>
                  <a:chExt cx="139857" cy="152247"/>
                </a:xfrm>
              </p:grpSpPr>
              <p:sp>
                <p:nvSpPr>
                  <p:cNvPr id="96" name="Rechthoek 226">
                    <a:extLst>
                      <a:ext uri="{FF2B5EF4-FFF2-40B4-BE49-F238E27FC236}">
                        <a16:creationId xmlns:a16="http://schemas.microsoft.com/office/drawing/2014/main" id="{71027393-A628-DBB7-CF28-1B2819BF6B7A}"/>
                      </a:ext>
                    </a:extLst>
                  </p:cNvPr>
                  <p:cNvSpPr/>
                  <p:nvPr/>
                </p:nvSpPr>
                <p:spPr>
                  <a:xfrm>
                    <a:off x="12902055" y="4238070"/>
                    <a:ext cx="38258" cy="104607"/>
                  </a:xfrm>
                  <a:prstGeom prst="rect">
                    <a:avLst/>
                  </a:prstGeom>
                  <a:solidFill>
                    <a:srgbClr val="4D82B8"/>
                  </a:solidFill>
                  <a:ln>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2000" b="0" i="0" u="none" strike="noStrike" kern="1200" cap="none" spc="0" baseline="0">
                      <a:solidFill>
                        <a:srgbClr val="211F26"/>
                      </a:solidFill>
                      <a:uFillTx/>
                      <a:latin typeface="Calibri" pitchFamily="34"/>
                      <a:cs typeface="Calibri" pitchFamily="34"/>
                    </a:endParaRPr>
                  </a:p>
                </p:txBody>
              </p:sp>
              <p:sp>
                <p:nvSpPr>
                  <p:cNvPr id="97" name="Rechthoek 227">
                    <a:extLst>
                      <a:ext uri="{FF2B5EF4-FFF2-40B4-BE49-F238E27FC236}">
                        <a16:creationId xmlns:a16="http://schemas.microsoft.com/office/drawing/2014/main" id="{B196C528-5F8D-08F6-5EEE-8C4EB6C778C9}"/>
                      </a:ext>
                    </a:extLst>
                  </p:cNvPr>
                  <p:cNvSpPr/>
                  <p:nvPr/>
                </p:nvSpPr>
                <p:spPr>
                  <a:xfrm>
                    <a:off x="12952448" y="4190430"/>
                    <a:ext cx="38258" cy="152247"/>
                  </a:xfrm>
                  <a:prstGeom prst="rect">
                    <a:avLst/>
                  </a:prstGeom>
                  <a:solidFill>
                    <a:srgbClr val="EDC87E"/>
                  </a:solidFill>
                  <a:ln>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2000" b="0" i="0" u="none" strike="noStrike" kern="1200" cap="none" spc="0" baseline="0">
                      <a:solidFill>
                        <a:srgbClr val="211F26"/>
                      </a:solidFill>
                      <a:uFillTx/>
                      <a:latin typeface="Calibri" pitchFamily="34"/>
                      <a:cs typeface="Calibri" pitchFamily="34"/>
                    </a:endParaRPr>
                  </a:p>
                </p:txBody>
              </p:sp>
              <p:sp>
                <p:nvSpPr>
                  <p:cNvPr id="98" name="Rechthoek 228">
                    <a:extLst>
                      <a:ext uri="{FF2B5EF4-FFF2-40B4-BE49-F238E27FC236}">
                        <a16:creationId xmlns:a16="http://schemas.microsoft.com/office/drawing/2014/main" id="{4D670921-2C23-6F5D-B91B-3BBB9704F690}"/>
                      </a:ext>
                    </a:extLst>
                  </p:cNvPr>
                  <p:cNvSpPr/>
                  <p:nvPr/>
                </p:nvSpPr>
                <p:spPr>
                  <a:xfrm>
                    <a:off x="13003654" y="4224326"/>
                    <a:ext cx="38258" cy="118350"/>
                  </a:xfrm>
                  <a:prstGeom prst="rect">
                    <a:avLst/>
                  </a:prstGeom>
                  <a:solidFill>
                    <a:srgbClr val="808080"/>
                  </a:solidFill>
                  <a:ln>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2000" b="0" i="0" u="none" strike="noStrike" kern="1200" cap="none" spc="0" baseline="0">
                      <a:solidFill>
                        <a:srgbClr val="211F26"/>
                      </a:solidFill>
                      <a:uFillTx/>
                      <a:latin typeface="Calibri" pitchFamily="34"/>
                      <a:cs typeface="Calibri" pitchFamily="34"/>
                    </a:endParaRPr>
                  </a:p>
                </p:txBody>
              </p:sp>
            </p:grpSp>
            <p:grpSp>
              <p:nvGrpSpPr>
                <p:cNvPr id="99" name="Groep 207">
                  <a:extLst>
                    <a:ext uri="{FF2B5EF4-FFF2-40B4-BE49-F238E27FC236}">
                      <a16:creationId xmlns:a16="http://schemas.microsoft.com/office/drawing/2014/main" id="{2234D8A0-5415-FD69-F0DE-050C856FE4DD}"/>
                    </a:ext>
                  </a:extLst>
                </p:cNvPr>
                <p:cNvGrpSpPr/>
                <p:nvPr/>
              </p:nvGrpSpPr>
              <p:grpSpPr>
                <a:xfrm>
                  <a:off x="12902961" y="4463890"/>
                  <a:ext cx="152879" cy="140554"/>
                  <a:chOff x="12902961" y="4463890"/>
                  <a:chExt cx="152879" cy="140554"/>
                </a:xfrm>
              </p:grpSpPr>
              <p:sp>
                <p:nvSpPr>
                  <p:cNvPr id="100" name="Rechthoek 208">
                    <a:extLst>
                      <a:ext uri="{FF2B5EF4-FFF2-40B4-BE49-F238E27FC236}">
                        <a16:creationId xmlns:a16="http://schemas.microsoft.com/office/drawing/2014/main" id="{4CCCC937-5999-4616-356C-56AB01A0C01B}"/>
                      </a:ext>
                    </a:extLst>
                  </p:cNvPr>
                  <p:cNvSpPr/>
                  <p:nvPr/>
                </p:nvSpPr>
                <p:spPr>
                  <a:xfrm>
                    <a:off x="12902961" y="4483879"/>
                    <a:ext cx="124541" cy="82926"/>
                  </a:xfrm>
                  <a:prstGeom prst="rect">
                    <a:avLst/>
                  </a:prstGeom>
                  <a:solidFill>
                    <a:srgbClr val="FFFFFF"/>
                  </a:solidFill>
                  <a:ln>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2400" b="0" i="0" u="none" strike="noStrike" kern="1200" cap="none" spc="0" baseline="0">
                      <a:solidFill>
                        <a:srgbClr val="211F26"/>
                      </a:solidFill>
                      <a:uFillTx/>
                      <a:latin typeface="Calibri" pitchFamily="34"/>
                      <a:cs typeface="Calibri" pitchFamily="34"/>
                    </a:endParaRPr>
                  </a:p>
                </p:txBody>
              </p:sp>
              <p:grpSp>
                <p:nvGrpSpPr>
                  <p:cNvPr id="101" name="Groep 209">
                    <a:extLst>
                      <a:ext uri="{FF2B5EF4-FFF2-40B4-BE49-F238E27FC236}">
                        <a16:creationId xmlns:a16="http://schemas.microsoft.com/office/drawing/2014/main" id="{F08EDBD6-D702-D0DC-8055-7597DEBDB99B}"/>
                      </a:ext>
                    </a:extLst>
                  </p:cNvPr>
                  <p:cNvGrpSpPr/>
                  <p:nvPr/>
                </p:nvGrpSpPr>
                <p:grpSpPr>
                  <a:xfrm>
                    <a:off x="12902961" y="4464878"/>
                    <a:ext cx="122913" cy="102202"/>
                    <a:chOff x="12902961" y="4464878"/>
                    <a:chExt cx="122913" cy="102202"/>
                  </a:xfrm>
                </p:grpSpPr>
                <p:cxnSp>
                  <p:nvCxnSpPr>
                    <p:cNvPr id="102" name="Rechte verbindingslijn 219">
                      <a:extLst>
                        <a:ext uri="{FF2B5EF4-FFF2-40B4-BE49-F238E27FC236}">
                          <a16:creationId xmlns:a16="http://schemas.microsoft.com/office/drawing/2014/main" id="{B57A0EE0-0F6C-756C-3C9B-CCD404866031}"/>
                        </a:ext>
                      </a:extLst>
                    </p:cNvPr>
                    <p:cNvCxnSpPr/>
                    <p:nvPr/>
                  </p:nvCxnSpPr>
                  <p:spPr>
                    <a:xfrm>
                      <a:off x="12902961" y="4464878"/>
                      <a:ext cx="0" cy="102202"/>
                    </a:xfrm>
                    <a:prstGeom prst="straightConnector1">
                      <a:avLst/>
                    </a:prstGeom>
                    <a:noFill/>
                    <a:ln w="6345" cap="flat">
                      <a:solidFill>
                        <a:srgbClr val="818181"/>
                      </a:solidFill>
                      <a:prstDash val="solid"/>
                      <a:miter/>
                    </a:ln>
                  </p:spPr>
                </p:cxnSp>
                <p:cxnSp>
                  <p:nvCxnSpPr>
                    <p:cNvPr id="103" name="Rechte verbindingslijn 220">
                      <a:extLst>
                        <a:ext uri="{FF2B5EF4-FFF2-40B4-BE49-F238E27FC236}">
                          <a16:creationId xmlns:a16="http://schemas.microsoft.com/office/drawing/2014/main" id="{BD302DA2-A678-0BB0-1E47-79A805BA4076}"/>
                        </a:ext>
                      </a:extLst>
                    </p:cNvPr>
                    <p:cNvCxnSpPr/>
                    <p:nvPr/>
                  </p:nvCxnSpPr>
                  <p:spPr>
                    <a:xfrm>
                      <a:off x="13025874" y="4464878"/>
                      <a:ext cx="0" cy="102202"/>
                    </a:xfrm>
                    <a:prstGeom prst="straightConnector1">
                      <a:avLst/>
                    </a:prstGeom>
                    <a:noFill/>
                    <a:ln w="6345" cap="flat">
                      <a:solidFill>
                        <a:srgbClr val="818181"/>
                      </a:solidFill>
                      <a:prstDash val="solid"/>
                      <a:miter/>
                    </a:ln>
                  </p:spPr>
                </p:cxnSp>
                <p:grpSp>
                  <p:nvGrpSpPr>
                    <p:cNvPr id="104" name="Groep 221">
                      <a:extLst>
                        <a:ext uri="{FF2B5EF4-FFF2-40B4-BE49-F238E27FC236}">
                          <a16:creationId xmlns:a16="http://schemas.microsoft.com/office/drawing/2014/main" id="{45C93CB2-FE3F-E7A0-817E-016626930D72}"/>
                        </a:ext>
                      </a:extLst>
                    </p:cNvPr>
                    <p:cNvGrpSpPr/>
                    <p:nvPr/>
                  </p:nvGrpSpPr>
                  <p:grpSpPr>
                    <a:xfrm>
                      <a:off x="12927851" y="4464878"/>
                      <a:ext cx="74679" cy="102202"/>
                      <a:chOff x="12927851" y="4464878"/>
                      <a:chExt cx="74679" cy="102202"/>
                    </a:xfrm>
                  </p:grpSpPr>
                  <p:cxnSp>
                    <p:nvCxnSpPr>
                      <p:cNvPr id="105" name="Rechte verbindingslijn 222">
                        <a:extLst>
                          <a:ext uri="{FF2B5EF4-FFF2-40B4-BE49-F238E27FC236}">
                            <a16:creationId xmlns:a16="http://schemas.microsoft.com/office/drawing/2014/main" id="{6AE6CE7C-490E-50E7-3FCB-5C85FA259531}"/>
                          </a:ext>
                        </a:extLst>
                      </p:cNvPr>
                      <p:cNvCxnSpPr/>
                      <p:nvPr/>
                    </p:nvCxnSpPr>
                    <p:spPr>
                      <a:xfrm>
                        <a:off x="12952750" y="4464878"/>
                        <a:ext cx="0" cy="102202"/>
                      </a:xfrm>
                      <a:prstGeom prst="straightConnector1">
                        <a:avLst/>
                      </a:prstGeom>
                      <a:noFill/>
                      <a:ln w="3172" cap="flat">
                        <a:solidFill>
                          <a:srgbClr val="818181"/>
                        </a:solidFill>
                        <a:prstDash val="solid"/>
                        <a:miter/>
                      </a:ln>
                    </p:spPr>
                  </p:cxnSp>
                  <p:cxnSp>
                    <p:nvCxnSpPr>
                      <p:cNvPr id="106" name="Rechte verbindingslijn 223">
                        <a:extLst>
                          <a:ext uri="{FF2B5EF4-FFF2-40B4-BE49-F238E27FC236}">
                            <a16:creationId xmlns:a16="http://schemas.microsoft.com/office/drawing/2014/main" id="{DC75AE09-DACE-F571-B49F-F22EAD95F8D7}"/>
                          </a:ext>
                        </a:extLst>
                      </p:cNvPr>
                      <p:cNvCxnSpPr/>
                      <p:nvPr/>
                    </p:nvCxnSpPr>
                    <p:spPr>
                      <a:xfrm>
                        <a:off x="12927851" y="4464878"/>
                        <a:ext cx="0" cy="102202"/>
                      </a:xfrm>
                      <a:prstGeom prst="straightConnector1">
                        <a:avLst/>
                      </a:prstGeom>
                      <a:noFill/>
                      <a:ln w="3172" cap="flat">
                        <a:solidFill>
                          <a:srgbClr val="818181"/>
                        </a:solidFill>
                        <a:prstDash val="solid"/>
                        <a:miter/>
                      </a:ln>
                    </p:spPr>
                  </p:cxnSp>
                  <p:cxnSp>
                    <p:nvCxnSpPr>
                      <p:cNvPr id="107" name="Rechte verbindingslijn 224">
                        <a:extLst>
                          <a:ext uri="{FF2B5EF4-FFF2-40B4-BE49-F238E27FC236}">
                            <a16:creationId xmlns:a16="http://schemas.microsoft.com/office/drawing/2014/main" id="{E4B5FBD1-BE1C-A875-6143-880D00D3005C}"/>
                          </a:ext>
                        </a:extLst>
                      </p:cNvPr>
                      <p:cNvCxnSpPr/>
                      <p:nvPr/>
                    </p:nvCxnSpPr>
                    <p:spPr>
                      <a:xfrm>
                        <a:off x="12977640" y="4464878"/>
                        <a:ext cx="0" cy="102202"/>
                      </a:xfrm>
                      <a:prstGeom prst="straightConnector1">
                        <a:avLst/>
                      </a:prstGeom>
                      <a:noFill/>
                      <a:ln w="3172" cap="flat">
                        <a:solidFill>
                          <a:srgbClr val="818181"/>
                        </a:solidFill>
                        <a:prstDash val="solid"/>
                        <a:miter/>
                      </a:ln>
                    </p:spPr>
                  </p:cxnSp>
                  <p:cxnSp>
                    <p:nvCxnSpPr>
                      <p:cNvPr id="108" name="Rechte verbindingslijn 225">
                        <a:extLst>
                          <a:ext uri="{FF2B5EF4-FFF2-40B4-BE49-F238E27FC236}">
                            <a16:creationId xmlns:a16="http://schemas.microsoft.com/office/drawing/2014/main" id="{BBF2CE7E-816F-12A6-EE89-5CF460CB3938}"/>
                          </a:ext>
                        </a:extLst>
                      </p:cNvPr>
                      <p:cNvCxnSpPr/>
                      <p:nvPr/>
                    </p:nvCxnSpPr>
                    <p:spPr>
                      <a:xfrm>
                        <a:off x="13002530" y="4464878"/>
                        <a:ext cx="0" cy="102202"/>
                      </a:xfrm>
                      <a:prstGeom prst="straightConnector1">
                        <a:avLst/>
                      </a:prstGeom>
                      <a:noFill/>
                      <a:ln w="3172" cap="flat">
                        <a:solidFill>
                          <a:srgbClr val="818181"/>
                        </a:solidFill>
                        <a:prstDash val="solid"/>
                        <a:miter/>
                      </a:ln>
                    </p:spPr>
                  </p:cxnSp>
                </p:grpSp>
              </p:grpSp>
              <p:cxnSp>
                <p:nvCxnSpPr>
                  <p:cNvPr id="109" name="Rechte verbindingslijn 210">
                    <a:extLst>
                      <a:ext uri="{FF2B5EF4-FFF2-40B4-BE49-F238E27FC236}">
                        <a16:creationId xmlns:a16="http://schemas.microsoft.com/office/drawing/2014/main" id="{88AF930B-2B6F-1034-721A-DDAD7C341AC7}"/>
                      </a:ext>
                    </a:extLst>
                  </p:cNvPr>
                  <p:cNvCxnSpPr/>
                  <p:nvPr/>
                </p:nvCxnSpPr>
                <p:spPr>
                  <a:xfrm flipH="1">
                    <a:off x="12903482" y="4567080"/>
                    <a:ext cx="124843" cy="0"/>
                  </a:xfrm>
                  <a:prstGeom prst="straightConnector1">
                    <a:avLst/>
                  </a:prstGeom>
                  <a:noFill/>
                  <a:ln w="6345" cap="flat">
                    <a:solidFill>
                      <a:srgbClr val="818181"/>
                    </a:solidFill>
                    <a:prstDash val="solid"/>
                    <a:miter/>
                  </a:ln>
                </p:spPr>
              </p:cxnSp>
              <p:cxnSp>
                <p:nvCxnSpPr>
                  <p:cNvPr id="110" name="Rechte verbindingslijn 211">
                    <a:extLst>
                      <a:ext uri="{FF2B5EF4-FFF2-40B4-BE49-F238E27FC236}">
                        <a16:creationId xmlns:a16="http://schemas.microsoft.com/office/drawing/2014/main" id="{87801971-E87C-D354-2F4D-9A256ED7D7C3}"/>
                      </a:ext>
                    </a:extLst>
                  </p:cNvPr>
                  <p:cNvCxnSpPr/>
                  <p:nvPr/>
                </p:nvCxnSpPr>
                <p:spPr>
                  <a:xfrm flipH="1">
                    <a:off x="12902961" y="4544394"/>
                    <a:ext cx="124459" cy="0"/>
                  </a:xfrm>
                  <a:prstGeom prst="straightConnector1">
                    <a:avLst/>
                  </a:prstGeom>
                  <a:noFill/>
                  <a:ln w="3172" cap="flat">
                    <a:solidFill>
                      <a:srgbClr val="818181"/>
                    </a:solidFill>
                    <a:prstDash val="solid"/>
                    <a:miter/>
                  </a:ln>
                </p:spPr>
              </p:cxnSp>
              <p:cxnSp>
                <p:nvCxnSpPr>
                  <p:cNvPr id="111" name="Rechte verbindingslijn 212">
                    <a:extLst>
                      <a:ext uri="{FF2B5EF4-FFF2-40B4-BE49-F238E27FC236}">
                        <a16:creationId xmlns:a16="http://schemas.microsoft.com/office/drawing/2014/main" id="{2C116C07-85BA-5E37-D8B9-060A8AB1864B}"/>
                      </a:ext>
                    </a:extLst>
                  </p:cNvPr>
                  <p:cNvCxnSpPr/>
                  <p:nvPr/>
                </p:nvCxnSpPr>
                <p:spPr>
                  <a:xfrm flipH="1">
                    <a:off x="12902961" y="4523765"/>
                    <a:ext cx="124459" cy="0"/>
                  </a:xfrm>
                  <a:prstGeom prst="straightConnector1">
                    <a:avLst/>
                  </a:prstGeom>
                  <a:noFill/>
                  <a:ln w="3172" cap="flat">
                    <a:solidFill>
                      <a:srgbClr val="818181"/>
                    </a:solidFill>
                    <a:prstDash val="solid"/>
                    <a:miter/>
                  </a:ln>
                </p:spPr>
              </p:cxnSp>
              <p:cxnSp>
                <p:nvCxnSpPr>
                  <p:cNvPr id="112" name="Rechte verbindingslijn 213">
                    <a:extLst>
                      <a:ext uri="{FF2B5EF4-FFF2-40B4-BE49-F238E27FC236}">
                        <a16:creationId xmlns:a16="http://schemas.microsoft.com/office/drawing/2014/main" id="{DA2C1629-019E-B9AE-83B2-EFE5FE48B0EB}"/>
                      </a:ext>
                    </a:extLst>
                  </p:cNvPr>
                  <p:cNvCxnSpPr/>
                  <p:nvPr/>
                </p:nvCxnSpPr>
                <p:spPr>
                  <a:xfrm flipH="1">
                    <a:off x="12902961" y="4501069"/>
                    <a:ext cx="124459" cy="0"/>
                  </a:xfrm>
                  <a:prstGeom prst="straightConnector1">
                    <a:avLst/>
                  </a:prstGeom>
                  <a:noFill/>
                  <a:ln w="3172" cap="flat">
                    <a:solidFill>
                      <a:srgbClr val="818181"/>
                    </a:solidFill>
                    <a:prstDash val="solid"/>
                    <a:miter/>
                  </a:ln>
                </p:spPr>
              </p:cxnSp>
              <p:sp>
                <p:nvSpPr>
                  <p:cNvPr id="113" name="Rechthoek 214">
                    <a:extLst>
                      <a:ext uri="{FF2B5EF4-FFF2-40B4-BE49-F238E27FC236}">
                        <a16:creationId xmlns:a16="http://schemas.microsoft.com/office/drawing/2014/main" id="{A8DCCBF6-8F8D-252E-0624-D949A2ECE473}"/>
                      </a:ext>
                    </a:extLst>
                  </p:cNvPr>
                  <p:cNvSpPr/>
                  <p:nvPr/>
                </p:nvSpPr>
                <p:spPr>
                  <a:xfrm>
                    <a:off x="12902961" y="4463890"/>
                    <a:ext cx="124458" cy="21698"/>
                  </a:xfrm>
                  <a:prstGeom prst="rect">
                    <a:avLst/>
                  </a:prstGeom>
                  <a:solidFill>
                    <a:srgbClr val="818181"/>
                  </a:solidFill>
                  <a:ln>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2400" b="0" i="0" u="none" strike="noStrike" kern="1200" cap="none" spc="0" baseline="0">
                      <a:solidFill>
                        <a:srgbClr val="211F26"/>
                      </a:solidFill>
                      <a:uFillTx/>
                      <a:latin typeface="Calibri" pitchFamily="34"/>
                      <a:cs typeface="Calibri" pitchFamily="34"/>
                    </a:endParaRPr>
                  </a:p>
                </p:txBody>
              </p:sp>
              <p:grpSp>
                <p:nvGrpSpPr>
                  <p:cNvPr id="114" name="Groep 215">
                    <a:extLst>
                      <a:ext uri="{FF2B5EF4-FFF2-40B4-BE49-F238E27FC236}">
                        <a16:creationId xmlns:a16="http://schemas.microsoft.com/office/drawing/2014/main" id="{638B4795-52B0-A029-4C75-ABD49A822790}"/>
                      </a:ext>
                    </a:extLst>
                  </p:cNvPr>
                  <p:cNvGrpSpPr/>
                  <p:nvPr/>
                </p:nvGrpSpPr>
                <p:grpSpPr>
                  <a:xfrm>
                    <a:off x="12961056" y="4499793"/>
                    <a:ext cx="94784" cy="104651"/>
                    <a:chOff x="12961056" y="4499793"/>
                    <a:chExt cx="94784" cy="104651"/>
                  </a:xfrm>
                </p:grpSpPr>
                <p:sp>
                  <p:nvSpPr>
                    <p:cNvPr id="115" name="Rechthoek 216">
                      <a:extLst>
                        <a:ext uri="{FF2B5EF4-FFF2-40B4-BE49-F238E27FC236}">
                          <a16:creationId xmlns:a16="http://schemas.microsoft.com/office/drawing/2014/main" id="{508658EC-4FAB-FBF2-D0C7-4DD862F87633}"/>
                        </a:ext>
                      </a:extLst>
                    </p:cNvPr>
                    <p:cNvSpPr/>
                    <p:nvPr/>
                  </p:nvSpPr>
                  <p:spPr>
                    <a:xfrm rot="2700006">
                      <a:off x="12999820" y="4516110"/>
                      <a:ext cx="29864" cy="60579"/>
                    </a:xfrm>
                    <a:prstGeom prst="rect">
                      <a:avLst/>
                    </a:prstGeom>
                    <a:solidFill>
                      <a:srgbClr val="4D82B8"/>
                    </a:solidFill>
                    <a:ln>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2400" b="0" i="0" u="none" strike="noStrike" kern="1200" cap="none" spc="0" baseline="0">
                        <a:solidFill>
                          <a:srgbClr val="211F26"/>
                        </a:solidFill>
                        <a:uFillTx/>
                        <a:latin typeface="Calibri" pitchFamily="34"/>
                        <a:cs typeface="Calibri" pitchFamily="34"/>
                      </a:endParaRPr>
                    </a:p>
                  </p:txBody>
                </p:sp>
                <p:sp>
                  <p:nvSpPr>
                    <p:cNvPr id="116" name="Rechthoek: afgeronde bovenhoeken 217">
                      <a:extLst>
                        <a:ext uri="{FF2B5EF4-FFF2-40B4-BE49-F238E27FC236}">
                          <a16:creationId xmlns:a16="http://schemas.microsoft.com/office/drawing/2014/main" id="{FDC03CFA-B80D-51D8-9594-7C11A0256DFD}"/>
                        </a:ext>
                      </a:extLst>
                    </p:cNvPr>
                    <p:cNvSpPr/>
                    <p:nvPr/>
                  </p:nvSpPr>
                  <p:spPr>
                    <a:xfrm rot="2700006">
                      <a:off x="13031476" y="4505293"/>
                      <a:ext cx="29864" cy="18864"/>
                    </a:xfrm>
                    <a:custGeom>
                      <a:avLst>
                        <a:gd name="f9" fmla="val 50000"/>
                        <a:gd name="f10" fmla="val 0"/>
                      </a:avLst>
                      <a:gdLst>
                        <a:gd name="f2" fmla="val 10800000"/>
                        <a:gd name="f3" fmla="val 5400000"/>
                        <a:gd name="f4" fmla="val 16200000"/>
                        <a:gd name="f5" fmla="val w"/>
                        <a:gd name="f6" fmla="val h"/>
                        <a:gd name="f7" fmla="val ss"/>
                        <a:gd name="f8" fmla="val 0"/>
                        <a:gd name="f9" fmla="val 50000"/>
                        <a:gd name="f10" fmla="val 0"/>
                        <a:gd name="f11" fmla="abs f5"/>
                        <a:gd name="f12" fmla="abs f6"/>
                        <a:gd name="f13" fmla="abs f7"/>
                        <a:gd name="f14" fmla="val f8"/>
                        <a:gd name="f15" fmla="val f9"/>
                        <a:gd name="f16" fmla="val f10"/>
                        <a:gd name="f17" fmla="?: f11 f5 1"/>
                        <a:gd name="f18" fmla="?: f12 f6 1"/>
                        <a:gd name="f19" fmla="?: f13 f7 1"/>
                        <a:gd name="f20" fmla="*/ f17 1 21600"/>
                        <a:gd name="f21" fmla="*/ f18 1 21600"/>
                        <a:gd name="f22" fmla="*/ 21600 f17 1"/>
                        <a:gd name="f23" fmla="*/ 21600 f18 1"/>
                        <a:gd name="f24" fmla="min f21 f20"/>
                        <a:gd name="f25" fmla="*/ f22 1 f19"/>
                        <a:gd name="f26" fmla="*/ f23 1 f19"/>
                        <a:gd name="f27" fmla="val f25"/>
                        <a:gd name="f28" fmla="val f26"/>
                        <a:gd name="f29" fmla="*/ f14 f24 1"/>
                        <a:gd name="f30" fmla="+- f28 0 f14"/>
                        <a:gd name="f31" fmla="+- f27 0 f14"/>
                        <a:gd name="f32" fmla="*/ f27 f24 1"/>
                        <a:gd name="f33" fmla="*/ f28 f24 1"/>
                        <a:gd name="f34" fmla="min f31 f30"/>
                        <a:gd name="f35" fmla="*/ f34 f15 1"/>
                        <a:gd name="f36" fmla="*/ f34 f16 1"/>
                        <a:gd name="f37" fmla="*/ f35 1 100000"/>
                        <a:gd name="f38" fmla="*/ f36 1 100000"/>
                        <a:gd name="f39" fmla="+- f27 0 f37"/>
                        <a:gd name="f40" fmla="+- f28 0 f38"/>
                        <a:gd name="f41" fmla="+- f37 0 f38"/>
                        <a:gd name="f42" fmla="*/ f37 29289 1"/>
                        <a:gd name="f43" fmla="*/ f38 29289 1"/>
                        <a:gd name="f44" fmla="*/ f37 f24 1"/>
                        <a:gd name="f45" fmla="*/ f38 f24 1"/>
                        <a:gd name="f46" fmla="*/ f42 1 100000"/>
                        <a:gd name="f47" fmla="*/ f43 1 100000"/>
                        <a:gd name="f48" fmla="*/ f39 f24 1"/>
                        <a:gd name="f49" fmla="*/ f40 f24 1"/>
                        <a:gd name="f50" fmla="?: f41 f46 f47"/>
                        <a:gd name="f51" fmla="+- f28 0 f47"/>
                        <a:gd name="f52" fmla="*/ f46 f24 1"/>
                        <a:gd name="f53" fmla="+- f27 0 f50"/>
                        <a:gd name="f54" fmla="*/ f50 f24 1"/>
                        <a:gd name="f55" fmla="*/ f51 f24 1"/>
                        <a:gd name="f56" fmla="*/ f53 f24 1"/>
                      </a:gdLst>
                      <a:ahLst/>
                      <a:cxnLst>
                        <a:cxn ang="3cd4">
                          <a:pos x="hc" y="t"/>
                        </a:cxn>
                        <a:cxn ang="0">
                          <a:pos x="r" y="vc"/>
                        </a:cxn>
                        <a:cxn ang="cd4">
                          <a:pos x="hc" y="b"/>
                        </a:cxn>
                        <a:cxn ang="cd2">
                          <a:pos x="l" y="vc"/>
                        </a:cxn>
                      </a:cxnLst>
                      <a:rect l="f54" t="f52" r="f56" b="f55"/>
                      <a:pathLst>
                        <a:path>
                          <a:moveTo>
                            <a:pt x="f44" y="f29"/>
                          </a:moveTo>
                          <a:lnTo>
                            <a:pt x="f48" y="f29"/>
                          </a:lnTo>
                          <a:arcTo wR="f44" hR="f44" stAng="f4" swAng="f3"/>
                          <a:lnTo>
                            <a:pt x="f32" y="f49"/>
                          </a:lnTo>
                          <a:arcTo wR="f45" hR="f45" stAng="f8" swAng="f3"/>
                          <a:lnTo>
                            <a:pt x="f45" y="f33"/>
                          </a:lnTo>
                          <a:arcTo wR="f45" hR="f45" stAng="f3" swAng="f3"/>
                          <a:lnTo>
                            <a:pt x="f29" y="f44"/>
                          </a:lnTo>
                          <a:arcTo wR="f44" hR="f44" stAng="f2" swAng="f3"/>
                          <a:close/>
                        </a:path>
                      </a:pathLst>
                    </a:custGeom>
                    <a:solidFill>
                      <a:srgbClr val="4D82B8"/>
                    </a:solidFill>
                    <a:ln>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2400" b="0" i="0" u="none" strike="noStrike" kern="1200" cap="none" spc="0" baseline="0">
                        <a:solidFill>
                          <a:srgbClr val="211F26"/>
                        </a:solidFill>
                        <a:uFillTx/>
                        <a:latin typeface="Calibri" pitchFamily="34"/>
                        <a:cs typeface="Calibri" pitchFamily="34"/>
                      </a:endParaRPr>
                    </a:p>
                  </p:txBody>
                </p:sp>
                <p:sp>
                  <p:nvSpPr>
                    <p:cNvPr id="117" name="Gelijkbenige driehoek 218">
                      <a:extLst>
                        <a:ext uri="{FF2B5EF4-FFF2-40B4-BE49-F238E27FC236}">
                          <a16:creationId xmlns:a16="http://schemas.microsoft.com/office/drawing/2014/main" id="{6408AA7B-57C3-9BE7-63DE-A84799DA185C}"/>
                        </a:ext>
                      </a:extLst>
                    </p:cNvPr>
                    <p:cNvSpPr/>
                    <p:nvPr/>
                  </p:nvSpPr>
                  <p:spPr>
                    <a:xfrm rot="13499997">
                      <a:off x="12961056" y="4565738"/>
                      <a:ext cx="29864" cy="38706"/>
                    </a:xfrm>
                    <a:custGeom>
                      <a:avLst>
                        <a:gd name="f8" fmla="val 50000"/>
                      </a:avLst>
                      <a:gdLst>
                        <a:gd name="f1" fmla="val 10800000"/>
                        <a:gd name="f2" fmla="val 5400000"/>
                        <a:gd name="f3" fmla="val 180"/>
                        <a:gd name="f4" fmla="val w"/>
                        <a:gd name="f5" fmla="val h"/>
                        <a:gd name="f6" fmla="val ss"/>
                        <a:gd name="f7" fmla="val 0"/>
                        <a:gd name="f8" fmla="val 50000"/>
                        <a:gd name="f9" fmla="+- 0 0 -360"/>
                        <a:gd name="f10" fmla="+- 0 0 -270"/>
                        <a:gd name="f11" fmla="+- 0 0 -180"/>
                        <a:gd name="f12" fmla="+- 0 0 -90"/>
                        <a:gd name="f13" fmla="abs f4"/>
                        <a:gd name="f14" fmla="abs f5"/>
                        <a:gd name="f15" fmla="abs f6"/>
                        <a:gd name="f16" fmla="val f7"/>
                        <a:gd name="f17" fmla="val f8"/>
                        <a:gd name="f18" fmla="*/ f9 f1 1"/>
                        <a:gd name="f19" fmla="*/ f10 f1 1"/>
                        <a:gd name="f20" fmla="*/ f11 f1 1"/>
                        <a:gd name="f21" fmla="*/ f12 f1 1"/>
                        <a:gd name="f22" fmla="?: f13 f4 1"/>
                        <a:gd name="f23" fmla="?: f14 f5 1"/>
                        <a:gd name="f24" fmla="?: f15 f6 1"/>
                        <a:gd name="f25" fmla="*/ f18 1 f3"/>
                        <a:gd name="f26" fmla="*/ f19 1 f3"/>
                        <a:gd name="f27" fmla="*/ f20 1 f3"/>
                        <a:gd name="f28" fmla="*/ f21 1 f3"/>
                        <a:gd name="f29" fmla="*/ f22 1 21600"/>
                        <a:gd name="f30" fmla="*/ f23 1 21600"/>
                        <a:gd name="f31" fmla="*/ 21600 f22 1"/>
                        <a:gd name="f32" fmla="*/ 21600 f23 1"/>
                        <a:gd name="f33" fmla="+- f25 0 f2"/>
                        <a:gd name="f34" fmla="+- f26 0 f2"/>
                        <a:gd name="f35" fmla="+- f27 0 f2"/>
                        <a:gd name="f36" fmla="+- f28 0 f2"/>
                        <a:gd name="f37" fmla="min f30 f29"/>
                        <a:gd name="f38" fmla="*/ f31 1 f24"/>
                        <a:gd name="f39" fmla="*/ f32 1 f24"/>
                        <a:gd name="f40" fmla="val f38"/>
                        <a:gd name="f41" fmla="val f39"/>
                        <a:gd name="f42" fmla="*/ f16 f37 1"/>
                        <a:gd name="f43" fmla="+- f41 0 f16"/>
                        <a:gd name="f44" fmla="+- f40 0 f16"/>
                        <a:gd name="f45" fmla="*/ f41 f37 1"/>
                        <a:gd name="f46" fmla="*/ f40 f37 1"/>
                        <a:gd name="f47" fmla="*/ f43 1 2"/>
                        <a:gd name="f48" fmla="*/ f44 1 2"/>
                        <a:gd name="f49" fmla="*/ f44 f17 1"/>
                        <a:gd name="f50" fmla="+- f16 f47 0"/>
                        <a:gd name="f51" fmla="*/ f49 1 200000"/>
                        <a:gd name="f52" fmla="*/ f49 1 100000"/>
                        <a:gd name="f53" fmla="+- f51 f48 0"/>
                        <a:gd name="f54" fmla="*/ f51 f37 1"/>
                        <a:gd name="f55" fmla="*/ f50 f37 1"/>
                        <a:gd name="f56" fmla="*/ f52 f37 1"/>
                        <a:gd name="f57" fmla="*/ f53 f37 1"/>
                      </a:gdLst>
                      <a:ahLst/>
                      <a:cxnLst>
                        <a:cxn ang="3cd4">
                          <a:pos x="hc" y="t"/>
                        </a:cxn>
                        <a:cxn ang="0">
                          <a:pos x="r" y="vc"/>
                        </a:cxn>
                        <a:cxn ang="cd4">
                          <a:pos x="hc" y="b"/>
                        </a:cxn>
                        <a:cxn ang="cd2">
                          <a:pos x="l" y="vc"/>
                        </a:cxn>
                        <a:cxn ang="f33">
                          <a:pos x="f56" y="f42"/>
                        </a:cxn>
                        <a:cxn ang="f34">
                          <a:pos x="f54" y="f55"/>
                        </a:cxn>
                        <a:cxn ang="f35">
                          <a:pos x="f42" y="f45"/>
                        </a:cxn>
                        <a:cxn ang="f35">
                          <a:pos x="f56" y="f45"/>
                        </a:cxn>
                        <a:cxn ang="f35">
                          <a:pos x="f46" y="f45"/>
                        </a:cxn>
                        <a:cxn ang="f36">
                          <a:pos x="f57" y="f55"/>
                        </a:cxn>
                      </a:cxnLst>
                      <a:rect l="f54" t="f55" r="f57" b="f45"/>
                      <a:pathLst>
                        <a:path>
                          <a:moveTo>
                            <a:pt x="f42" y="f45"/>
                          </a:moveTo>
                          <a:lnTo>
                            <a:pt x="f56" y="f42"/>
                          </a:lnTo>
                          <a:lnTo>
                            <a:pt x="f46" y="f45"/>
                          </a:lnTo>
                          <a:close/>
                        </a:path>
                      </a:pathLst>
                    </a:custGeom>
                    <a:solidFill>
                      <a:srgbClr val="4D82B8"/>
                    </a:solidFill>
                    <a:ln>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2400" b="0" i="0" u="none" strike="noStrike" kern="1200" cap="none" spc="0" baseline="0">
                        <a:solidFill>
                          <a:srgbClr val="211F26"/>
                        </a:solidFill>
                        <a:uFillTx/>
                        <a:latin typeface="Calibri" pitchFamily="34"/>
                        <a:cs typeface="Calibri" pitchFamily="34"/>
                      </a:endParaRPr>
                    </a:p>
                  </p:txBody>
                </p:sp>
              </p:grpSp>
            </p:grpSp>
          </p:grpSp>
          <p:sp>
            <p:nvSpPr>
              <p:cNvPr id="118" name="Rechthoek 191">
                <a:extLst>
                  <a:ext uri="{FF2B5EF4-FFF2-40B4-BE49-F238E27FC236}">
                    <a16:creationId xmlns:a16="http://schemas.microsoft.com/office/drawing/2014/main" id="{B7240ADF-33AB-6C5E-BE0E-01F3B23E77F8}"/>
                  </a:ext>
                </a:extLst>
              </p:cNvPr>
              <p:cNvSpPr/>
              <p:nvPr/>
            </p:nvSpPr>
            <p:spPr>
              <a:xfrm>
                <a:off x="12377592" y="4887925"/>
                <a:ext cx="3593637" cy="827998"/>
              </a:xfrm>
              <a:prstGeom prst="rect">
                <a:avLst/>
              </a:prstGeom>
              <a:solidFill>
                <a:srgbClr val="ECECEC"/>
              </a:solidFill>
              <a:ln w="6345" cap="flat">
                <a:solidFill>
                  <a:srgbClr val="ECECEC"/>
                </a:solidFill>
                <a:prstDash val="solid"/>
                <a:miter/>
              </a:ln>
            </p:spPr>
            <p:txBody>
              <a:bodyPr vert="horz" wrap="square" lIns="179999" tIns="143999" rIns="179999" bIns="143999"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1" i="0" u="none" strike="noStrike" kern="1200" cap="all" spc="0" baseline="0">
                    <a:solidFill>
                      <a:srgbClr val="211F26"/>
                    </a:solidFill>
                    <a:uFillTx/>
                    <a:latin typeface="Calibri" pitchFamily="34"/>
                    <a:cs typeface="Calibri" pitchFamily="34"/>
                  </a:rPr>
                  <a:t>Want to know more?</a:t>
                </a:r>
                <a:br>
                  <a:rPr lang="en-GB" sz="1200" b="1" i="0" u="none" strike="noStrike" kern="1200" cap="all" spc="0" baseline="0">
                    <a:solidFill>
                      <a:srgbClr val="211F26"/>
                    </a:solidFill>
                    <a:uFillTx/>
                    <a:latin typeface="Calibri" pitchFamily="34"/>
                    <a:cs typeface="Calibri" pitchFamily="34"/>
                  </a:rPr>
                </a:br>
                <a:r>
                  <a:rPr lang="en-GB" sz="1200" b="0" i="0" u="none" strike="noStrike" kern="1200" cap="none" spc="0" baseline="0">
                    <a:solidFill>
                      <a:srgbClr val="211F26"/>
                    </a:solidFill>
                    <a:uFillTx/>
                    <a:latin typeface="Calibri" pitchFamily="34"/>
                    <a:cs typeface="Calibri" pitchFamily="34"/>
                  </a:rPr>
                  <a:t>Go to the tab</a:t>
                </a:r>
                <a:r>
                  <a:rPr lang="en-GB" sz="1200" b="1" i="0" u="none" strike="noStrike" kern="1200" cap="all" spc="0" baseline="0">
                    <a:solidFill>
                      <a:srgbClr val="211F26"/>
                    </a:solidFill>
                    <a:uFillTx/>
                    <a:latin typeface="Calibri" pitchFamily="34"/>
                    <a:cs typeface="Calibri" pitchFamily="34"/>
                  </a:rPr>
                  <a:t> 'SLIDEBUILDER’ </a:t>
                </a:r>
                <a:r>
                  <a:rPr lang="en-GB" sz="1200" b="0" i="0" u="none" strike="noStrike" kern="1200" cap="none" spc="0" baseline="0">
                    <a:solidFill>
                      <a:srgbClr val="211F26"/>
                    </a:solidFill>
                    <a:uFillTx/>
                    <a:latin typeface="Calibri" pitchFamily="34"/>
                    <a:cs typeface="Calibri" pitchFamily="34"/>
                  </a:rPr>
                  <a:t>and click</a:t>
                </a:r>
                <a:br>
                  <a:rPr lang="en-GB" sz="1200" b="0" i="0" u="none" strike="noStrike" kern="1200" cap="none" spc="0" baseline="0">
                    <a:solidFill>
                      <a:srgbClr val="211F26"/>
                    </a:solidFill>
                    <a:uFillTx/>
                    <a:latin typeface="Calibri" pitchFamily="34"/>
                    <a:cs typeface="Calibri" pitchFamily="34"/>
                  </a:rPr>
                </a:br>
                <a:r>
                  <a:rPr lang="en-GB" sz="1200" b="0" i="0" u="none" strike="noStrike" kern="1200" cap="none" spc="0" baseline="0">
                    <a:solidFill>
                      <a:srgbClr val="211F26"/>
                    </a:solidFill>
                    <a:uFillTx/>
                    <a:latin typeface="Calibri" pitchFamily="34"/>
                    <a:cs typeface="Calibri" pitchFamily="34"/>
                  </a:rPr>
                  <a:t>on the button </a:t>
                </a:r>
                <a:r>
                  <a:rPr lang="en-GB" sz="1200" b="1" i="0" u="none" strike="noStrike" kern="1200" cap="all" spc="0" baseline="0">
                    <a:solidFill>
                      <a:srgbClr val="211F26"/>
                    </a:solidFill>
                    <a:uFillTx/>
                    <a:latin typeface="Calibri" pitchFamily="34"/>
                    <a:cs typeface="Calibri" pitchFamily="34"/>
                  </a:rPr>
                  <a:t>‘Inspiration'</a:t>
                </a:r>
              </a:p>
            </p:txBody>
          </p:sp>
          <p:grpSp>
            <p:nvGrpSpPr>
              <p:cNvPr id="119" name="ICOON_info">
                <a:extLst>
                  <a:ext uri="{FF2B5EF4-FFF2-40B4-BE49-F238E27FC236}">
                    <a16:creationId xmlns:a16="http://schemas.microsoft.com/office/drawing/2014/main" id="{3F08223B-207E-89D7-2BDE-7795AB69D96B}"/>
                  </a:ext>
                </a:extLst>
              </p:cNvPr>
              <p:cNvGrpSpPr/>
              <p:nvPr/>
            </p:nvGrpSpPr>
            <p:grpSpPr>
              <a:xfrm>
                <a:off x="15787298" y="4751899"/>
                <a:ext cx="283683" cy="283683"/>
                <a:chOff x="15787298" y="4751899"/>
                <a:chExt cx="283683" cy="283683"/>
              </a:xfrm>
            </p:grpSpPr>
            <p:sp>
              <p:nvSpPr>
                <p:cNvPr id="120" name="Ovaal 199">
                  <a:extLst>
                    <a:ext uri="{FF2B5EF4-FFF2-40B4-BE49-F238E27FC236}">
                      <a16:creationId xmlns:a16="http://schemas.microsoft.com/office/drawing/2014/main" id="{7B869B30-9658-890F-376A-D9C04A6A5822}"/>
                    </a:ext>
                  </a:extLst>
                </p:cNvPr>
                <p:cNvSpPr/>
                <p:nvPr/>
              </p:nvSpPr>
              <p:spPr>
                <a:xfrm>
                  <a:off x="15807324" y="4771366"/>
                  <a:ext cx="244748" cy="244748"/>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211F26"/>
                </a:solidFill>
                <a:ln>
                  <a:noFill/>
                  <a:prstDash val="solid"/>
                </a:ln>
              </p:spPr>
              <p:txBody>
                <a:bodyPr vert="horz" wrap="square" lIns="179999" tIns="179999" rIns="179999" bIns="179999"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1600" b="0" i="0" u="none" strike="noStrike" kern="1200" cap="all" spc="0" baseline="0">
                    <a:solidFill>
                      <a:srgbClr val="FFFFFF"/>
                    </a:solidFill>
                    <a:uFillTx/>
                    <a:latin typeface="Calibri" pitchFamily="34"/>
                    <a:cs typeface="Calibri" pitchFamily="34"/>
                  </a:endParaRPr>
                </a:p>
              </p:txBody>
            </p:sp>
            <p:sp>
              <p:nvSpPr>
                <p:cNvPr id="121" name="Graphic 163" descr="Informatie">
                  <a:extLst>
                    <a:ext uri="{FF2B5EF4-FFF2-40B4-BE49-F238E27FC236}">
                      <a16:creationId xmlns:a16="http://schemas.microsoft.com/office/drawing/2014/main" id="{D7739743-176F-AAAB-4242-D02653C33A67}"/>
                    </a:ext>
                  </a:extLst>
                </p:cNvPr>
                <p:cNvSpPr/>
                <p:nvPr/>
              </p:nvSpPr>
              <p:spPr>
                <a:xfrm>
                  <a:off x="15787298" y="4751899"/>
                  <a:ext cx="283683" cy="283683"/>
                </a:xfrm>
                <a:custGeom>
                  <a:avLst/>
                  <a:gdLst>
                    <a:gd name="f0" fmla="val 10800000"/>
                    <a:gd name="f1" fmla="val 5400000"/>
                    <a:gd name="f2" fmla="val 180"/>
                    <a:gd name="f3" fmla="val w"/>
                    <a:gd name="f4" fmla="val h"/>
                    <a:gd name="f5" fmla="val 0"/>
                    <a:gd name="f6" fmla="val 291719"/>
                    <a:gd name="f7" fmla="val 145860"/>
                    <a:gd name="f8" fmla="val 65253"/>
                    <a:gd name="f9" fmla="val 226467"/>
                    <a:gd name="f10" fmla="val 291720"/>
                    <a:gd name="f11" fmla="val 138183"/>
                    <a:gd name="f12" fmla="val 38384"/>
                    <a:gd name="f13" fmla="val 148931"/>
                    <a:gd name="f14" fmla="val 157375"/>
                    <a:gd name="f15" fmla="val 46829"/>
                    <a:gd name="f16" fmla="val 57576"/>
                    <a:gd name="f17" fmla="val 68324"/>
                    <a:gd name="f18" fmla="val 76768"/>
                    <a:gd name="f19" fmla="val 127435"/>
                    <a:gd name="f20" fmla="val 118991"/>
                    <a:gd name="f21" fmla="val 184244"/>
                    <a:gd name="f22" fmla="val 253336"/>
                    <a:gd name="f23" fmla="val 107476"/>
                    <a:gd name="f24" fmla="val 230305"/>
                    <a:gd name="f25" fmla="val 134345"/>
                    <a:gd name="f26" fmla="val 115153"/>
                    <a:gd name="f27" fmla="val 111314"/>
                    <a:gd name="f28" fmla="val 92122"/>
                    <a:gd name="f29" fmla="+- 0 0 -90"/>
                    <a:gd name="f30" fmla="*/ f3 1 291719"/>
                    <a:gd name="f31" fmla="*/ f4 1 291719"/>
                    <a:gd name="f32" fmla="val f5"/>
                    <a:gd name="f33" fmla="val f6"/>
                    <a:gd name="f34" fmla="*/ f29 f0 1"/>
                    <a:gd name="f35" fmla="+- f33 0 f32"/>
                    <a:gd name="f36" fmla="*/ f34 1 f2"/>
                    <a:gd name="f37" fmla="*/ f35 1 291719"/>
                    <a:gd name="f38" fmla="*/ 145860 f35 1"/>
                    <a:gd name="f39" fmla="*/ 0 f35 1"/>
                    <a:gd name="f40" fmla="*/ 291720 f35 1"/>
                    <a:gd name="f41" fmla="*/ 138183 f35 1"/>
                    <a:gd name="f42" fmla="*/ 38384 f35 1"/>
                    <a:gd name="f43" fmla="*/ 157375 f35 1"/>
                    <a:gd name="f44" fmla="*/ 57576 f35 1"/>
                    <a:gd name="f45" fmla="*/ 76768 f35 1"/>
                    <a:gd name="f46" fmla="*/ 118991 f35 1"/>
                    <a:gd name="f47" fmla="*/ 184244 f35 1"/>
                    <a:gd name="f48" fmla="*/ 253336 f35 1"/>
                    <a:gd name="f49" fmla="*/ 107476 f35 1"/>
                    <a:gd name="f50" fmla="*/ 230305 f35 1"/>
                    <a:gd name="f51" fmla="*/ 134345 f35 1"/>
                    <a:gd name="f52" fmla="*/ 115153 f35 1"/>
                    <a:gd name="f53" fmla="*/ 111314 f35 1"/>
                    <a:gd name="f54" fmla="*/ 92122 f35 1"/>
                    <a:gd name="f55" fmla="+- f36 0 f1"/>
                    <a:gd name="f56" fmla="*/ f38 1 291719"/>
                    <a:gd name="f57" fmla="*/ f39 1 291719"/>
                    <a:gd name="f58" fmla="*/ f40 1 291719"/>
                    <a:gd name="f59" fmla="*/ f41 1 291719"/>
                    <a:gd name="f60" fmla="*/ f42 1 291719"/>
                    <a:gd name="f61" fmla="*/ f43 1 291719"/>
                    <a:gd name="f62" fmla="*/ f44 1 291719"/>
                    <a:gd name="f63" fmla="*/ f45 1 291719"/>
                    <a:gd name="f64" fmla="*/ f46 1 291719"/>
                    <a:gd name="f65" fmla="*/ f47 1 291719"/>
                    <a:gd name="f66" fmla="*/ f48 1 291719"/>
                    <a:gd name="f67" fmla="*/ f49 1 291719"/>
                    <a:gd name="f68" fmla="*/ f50 1 291719"/>
                    <a:gd name="f69" fmla="*/ f51 1 291719"/>
                    <a:gd name="f70" fmla="*/ f52 1 291719"/>
                    <a:gd name="f71" fmla="*/ f53 1 291719"/>
                    <a:gd name="f72" fmla="*/ f54 1 291719"/>
                    <a:gd name="f73" fmla="*/ f32 1 f37"/>
                    <a:gd name="f74" fmla="*/ f33 1 f37"/>
                    <a:gd name="f75" fmla="*/ f56 1 f37"/>
                    <a:gd name="f76" fmla="*/ f57 1 f37"/>
                    <a:gd name="f77" fmla="*/ f58 1 f37"/>
                    <a:gd name="f78" fmla="*/ f59 1 f37"/>
                    <a:gd name="f79" fmla="*/ f60 1 f37"/>
                    <a:gd name="f80" fmla="*/ f61 1 f37"/>
                    <a:gd name="f81" fmla="*/ f62 1 f37"/>
                    <a:gd name="f82" fmla="*/ f63 1 f37"/>
                    <a:gd name="f83" fmla="*/ f64 1 f37"/>
                    <a:gd name="f84" fmla="*/ f65 1 f37"/>
                    <a:gd name="f85" fmla="*/ f66 1 f37"/>
                    <a:gd name="f86" fmla="*/ f67 1 f37"/>
                    <a:gd name="f87" fmla="*/ f68 1 f37"/>
                    <a:gd name="f88" fmla="*/ f69 1 f37"/>
                    <a:gd name="f89" fmla="*/ f70 1 f37"/>
                    <a:gd name="f90" fmla="*/ f71 1 f37"/>
                    <a:gd name="f91" fmla="*/ f72 1 f37"/>
                    <a:gd name="f92" fmla="*/ f73 f30 1"/>
                    <a:gd name="f93" fmla="*/ f74 f30 1"/>
                    <a:gd name="f94" fmla="*/ f74 f31 1"/>
                    <a:gd name="f95" fmla="*/ f73 f31 1"/>
                    <a:gd name="f96" fmla="*/ f75 f30 1"/>
                    <a:gd name="f97" fmla="*/ f76 f31 1"/>
                    <a:gd name="f98" fmla="*/ f76 f30 1"/>
                    <a:gd name="f99" fmla="*/ f75 f31 1"/>
                    <a:gd name="f100" fmla="*/ f77 f31 1"/>
                    <a:gd name="f101" fmla="*/ f77 f30 1"/>
                    <a:gd name="f102" fmla="*/ f78 f30 1"/>
                    <a:gd name="f103" fmla="*/ f79 f31 1"/>
                    <a:gd name="f104" fmla="*/ f80 f30 1"/>
                    <a:gd name="f105" fmla="*/ f81 f31 1"/>
                    <a:gd name="f106" fmla="*/ f82 f31 1"/>
                    <a:gd name="f107" fmla="*/ f83 f30 1"/>
                    <a:gd name="f108" fmla="*/ f84 f30 1"/>
                    <a:gd name="f109" fmla="*/ f85 f31 1"/>
                    <a:gd name="f110" fmla="*/ f86 f30 1"/>
                    <a:gd name="f111" fmla="*/ f87 f31 1"/>
                    <a:gd name="f112" fmla="*/ f88 f30 1"/>
                    <a:gd name="f113" fmla="*/ f89 f31 1"/>
                    <a:gd name="f114" fmla="*/ f90 f30 1"/>
                    <a:gd name="f115" fmla="*/ f91 f31 1"/>
                  </a:gdLst>
                  <a:ahLst/>
                  <a:cxnLst>
                    <a:cxn ang="3cd4">
                      <a:pos x="hc" y="t"/>
                    </a:cxn>
                    <a:cxn ang="0">
                      <a:pos x="r" y="vc"/>
                    </a:cxn>
                    <a:cxn ang="cd4">
                      <a:pos x="hc" y="b"/>
                    </a:cxn>
                    <a:cxn ang="cd2">
                      <a:pos x="l" y="vc"/>
                    </a:cxn>
                    <a:cxn ang="f55">
                      <a:pos x="f96" y="f97"/>
                    </a:cxn>
                    <a:cxn ang="f55">
                      <a:pos x="f98" y="f99"/>
                    </a:cxn>
                    <a:cxn ang="f55">
                      <a:pos x="f96" y="f100"/>
                    </a:cxn>
                    <a:cxn ang="f55">
                      <a:pos x="f101" y="f99"/>
                    </a:cxn>
                    <a:cxn ang="f55">
                      <a:pos x="f96" y="f97"/>
                    </a:cxn>
                    <a:cxn ang="f55">
                      <a:pos x="f102" y="f103"/>
                    </a:cxn>
                    <a:cxn ang="f55">
                      <a:pos x="f104" y="f105"/>
                    </a:cxn>
                    <a:cxn ang="f55">
                      <a:pos x="f102" y="f106"/>
                    </a:cxn>
                    <a:cxn ang="f55">
                      <a:pos x="f107" y="f105"/>
                    </a:cxn>
                    <a:cxn ang="f55">
                      <a:pos x="f102" y="f103"/>
                    </a:cxn>
                    <a:cxn ang="f55">
                      <a:pos x="f108" y="f109"/>
                    </a:cxn>
                    <a:cxn ang="f55">
                      <a:pos x="f110" y="f109"/>
                    </a:cxn>
                    <a:cxn ang="f55">
                      <a:pos x="f110" y="f111"/>
                    </a:cxn>
                    <a:cxn ang="f55">
                      <a:pos x="f112" y="f111"/>
                    </a:cxn>
                    <a:cxn ang="f55">
                      <a:pos x="f112" y="f113"/>
                    </a:cxn>
                    <a:cxn ang="f55">
                      <a:pos x="f114" y="f113"/>
                    </a:cxn>
                    <a:cxn ang="f55">
                      <a:pos x="f114" y="f115"/>
                    </a:cxn>
                    <a:cxn ang="f55">
                      <a:pos x="f104" y="f115"/>
                    </a:cxn>
                    <a:cxn ang="f55">
                      <a:pos x="f104" y="f113"/>
                    </a:cxn>
                    <a:cxn ang="f55">
                      <a:pos x="f104" y="f111"/>
                    </a:cxn>
                    <a:cxn ang="f55">
                      <a:pos x="f108" y="f111"/>
                    </a:cxn>
                    <a:cxn ang="f55">
                      <a:pos x="f108" y="f109"/>
                    </a:cxn>
                  </a:cxnLst>
                  <a:rect l="f92" t="f95" r="f93" b="f94"/>
                  <a:pathLst>
                    <a:path w="291719" h="291719">
                      <a:moveTo>
                        <a:pt x="f7" y="f5"/>
                      </a:moveTo>
                      <a:cubicBezTo>
                        <a:pt x="f8" y="f5"/>
                        <a:pt x="f5" y="f8"/>
                        <a:pt x="f5" y="f7"/>
                      </a:cubicBezTo>
                      <a:cubicBezTo>
                        <a:pt x="f5" y="f9"/>
                        <a:pt x="f8" y="f10"/>
                        <a:pt x="f7" y="f10"/>
                      </a:cubicBezTo>
                      <a:cubicBezTo>
                        <a:pt x="f9" y="f10"/>
                        <a:pt x="f10" y="f9"/>
                        <a:pt x="f10" y="f7"/>
                      </a:cubicBezTo>
                      <a:cubicBezTo>
                        <a:pt x="f10" y="f8"/>
                        <a:pt x="f9" y="f5"/>
                        <a:pt x="f7" y="f5"/>
                      </a:cubicBezTo>
                      <a:close/>
                      <a:moveTo>
                        <a:pt x="f11" y="f12"/>
                      </a:moveTo>
                      <a:cubicBezTo>
                        <a:pt x="f13" y="f12"/>
                        <a:pt x="f14" y="f15"/>
                        <a:pt x="f14" y="f16"/>
                      </a:cubicBezTo>
                      <a:cubicBezTo>
                        <a:pt x="f14" y="f17"/>
                        <a:pt x="f13" y="f18"/>
                        <a:pt x="f11" y="f18"/>
                      </a:cubicBezTo>
                      <a:cubicBezTo>
                        <a:pt x="f19" y="f18"/>
                        <a:pt x="f20" y="f17"/>
                        <a:pt x="f20" y="f16"/>
                      </a:cubicBezTo>
                      <a:cubicBezTo>
                        <a:pt x="f20" y="f15"/>
                        <a:pt x="f19" y="f12"/>
                        <a:pt x="f11" y="f12"/>
                      </a:cubicBezTo>
                      <a:close/>
                      <a:moveTo>
                        <a:pt x="f21" y="f22"/>
                      </a:moveTo>
                      <a:lnTo>
                        <a:pt x="f23" y="f22"/>
                      </a:lnTo>
                      <a:lnTo>
                        <a:pt x="f23" y="f24"/>
                      </a:lnTo>
                      <a:lnTo>
                        <a:pt x="f25" y="f24"/>
                      </a:lnTo>
                      <a:lnTo>
                        <a:pt x="f25" y="f26"/>
                      </a:lnTo>
                      <a:lnTo>
                        <a:pt x="f27" y="f26"/>
                      </a:lnTo>
                      <a:lnTo>
                        <a:pt x="f27" y="f28"/>
                      </a:lnTo>
                      <a:lnTo>
                        <a:pt x="f14" y="f28"/>
                      </a:lnTo>
                      <a:lnTo>
                        <a:pt x="f14" y="f26"/>
                      </a:lnTo>
                      <a:lnTo>
                        <a:pt x="f14" y="f24"/>
                      </a:lnTo>
                      <a:lnTo>
                        <a:pt x="f21" y="f24"/>
                      </a:lnTo>
                      <a:lnTo>
                        <a:pt x="f21" y="f22"/>
                      </a:lnTo>
                      <a:close/>
                    </a:path>
                  </a:pathLst>
                </a:custGeom>
                <a:solidFill>
                  <a:srgbClr val="1FF524"/>
                </a:solidFill>
                <a:ln>
                  <a:noFill/>
                  <a:prstDash val="soli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2000" b="0" i="0" u="none" strike="noStrike" kern="1200" cap="none" spc="0" baseline="0">
                    <a:solidFill>
                      <a:srgbClr val="211F26"/>
                    </a:solidFill>
                    <a:uFillTx/>
                    <a:latin typeface="Calibri" pitchFamily="34"/>
                    <a:cs typeface="Calibri" pitchFamily="34"/>
                  </a:endParaRPr>
                </a:p>
              </p:txBody>
            </p:sp>
          </p:grpSp>
          <p:grpSp>
            <p:nvGrpSpPr>
              <p:cNvPr id="122" name="Groep 193">
                <a:extLst>
                  <a:ext uri="{FF2B5EF4-FFF2-40B4-BE49-F238E27FC236}">
                    <a16:creationId xmlns:a16="http://schemas.microsoft.com/office/drawing/2014/main" id="{0D80D361-1F53-36E2-1AF6-93AC4B8DB584}"/>
                  </a:ext>
                </a:extLst>
              </p:cNvPr>
              <p:cNvGrpSpPr/>
              <p:nvPr/>
            </p:nvGrpSpPr>
            <p:grpSpPr>
              <a:xfrm>
                <a:off x="15225601" y="5025295"/>
                <a:ext cx="627799" cy="576693"/>
                <a:chOff x="15225601" y="5025295"/>
                <a:chExt cx="627799" cy="576693"/>
              </a:xfrm>
            </p:grpSpPr>
            <p:grpSp>
              <p:nvGrpSpPr>
                <p:cNvPr id="123" name="Inspireren">
                  <a:extLst>
                    <a:ext uri="{FF2B5EF4-FFF2-40B4-BE49-F238E27FC236}">
                      <a16:creationId xmlns:a16="http://schemas.microsoft.com/office/drawing/2014/main" id="{745C9055-610B-7CD9-707B-D0426B08BFE3}"/>
                    </a:ext>
                  </a:extLst>
                </p:cNvPr>
                <p:cNvGrpSpPr/>
                <p:nvPr/>
              </p:nvGrpSpPr>
              <p:grpSpPr>
                <a:xfrm>
                  <a:off x="15447919" y="5025295"/>
                  <a:ext cx="169776" cy="242389"/>
                  <a:chOff x="15447919" y="5025295"/>
                  <a:chExt cx="169776" cy="242389"/>
                </a:xfrm>
              </p:grpSpPr>
              <p:sp>
                <p:nvSpPr>
                  <p:cNvPr id="124" name="Freeform 12">
                    <a:extLst>
                      <a:ext uri="{FF2B5EF4-FFF2-40B4-BE49-F238E27FC236}">
                        <a16:creationId xmlns:a16="http://schemas.microsoft.com/office/drawing/2014/main" id="{4392AB14-6AF6-5641-C720-0F5B2C9B9962}"/>
                      </a:ext>
                    </a:extLst>
                  </p:cNvPr>
                  <p:cNvSpPr/>
                  <p:nvPr/>
                </p:nvSpPr>
                <p:spPr>
                  <a:xfrm>
                    <a:off x="15498119" y="5112126"/>
                    <a:ext cx="68726" cy="62051"/>
                  </a:xfrm>
                  <a:custGeom>
                    <a:avLst/>
                    <a:gdLst>
                      <a:gd name="f0" fmla="val 10800000"/>
                      <a:gd name="f1" fmla="val 5400000"/>
                      <a:gd name="f2" fmla="val 180"/>
                      <a:gd name="f3" fmla="val w"/>
                      <a:gd name="f4" fmla="val h"/>
                      <a:gd name="f5" fmla="val 0"/>
                      <a:gd name="f6" fmla="val 319"/>
                      <a:gd name="f7" fmla="val 288"/>
                      <a:gd name="f8" fmla="val 220"/>
                      <a:gd name="f9" fmla="val 107"/>
                      <a:gd name="f10" fmla="+- 0 0 -90"/>
                      <a:gd name="f11" fmla="*/ f3 1 319"/>
                      <a:gd name="f12" fmla="*/ f4 1 288"/>
                      <a:gd name="f13" fmla="val f5"/>
                      <a:gd name="f14" fmla="val f6"/>
                      <a:gd name="f15" fmla="val f7"/>
                      <a:gd name="f16" fmla="*/ f10 f0 1"/>
                      <a:gd name="f17" fmla="+- f15 0 f13"/>
                      <a:gd name="f18" fmla="+- f14 0 f13"/>
                      <a:gd name="f19" fmla="*/ f16 1 f2"/>
                      <a:gd name="f20" fmla="*/ f18 1 319"/>
                      <a:gd name="f21" fmla="*/ f17 1 288"/>
                      <a:gd name="f22" fmla="*/ 220 f18 1"/>
                      <a:gd name="f23" fmla="*/ 288 f17 1"/>
                      <a:gd name="f24" fmla="*/ 107 f18 1"/>
                      <a:gd name="f25" fmla="*/ 0 f18 1"/>
                      <a:gd name="f26" fmla="*/ 0 f17 1"/>
                      <a:gd name="f27" fmla="*/ 319 f18 1"/>
                      <a:gd name="f28" fmla="+- f19 0 f1"/>
                      <a:gd name="f29" fmla="*/ f22 1 319"/>
                      <a:gd name="f30" fmla="*/ f23 1 288"/>
                      <a:gd name="f31" fmla="*/ f24 1 319"/>
                      <a:gd name="f32" fmla="*/ f25 1 319"/>
                      <a:gd name="f33" fmla="*/ f26 1 288"/>
                      <a:gd name="f34" fmla="*/ f27 1 319"/>
                      <a:gd name="f35" fmla="*/ 0 1 f20"/>
                      <a:gd name="f36" fmla="*/ f14 1 f20"/>
                      <a:gd name="f37" fmla="*/ 0 1 f21"/>
                      <a:gd name="f38" fmla="*/ f15 1 f21"/>
                      <a:gd name="f39" fmla="*/ f29 1 f20"/>
                      <a:gd name="f40" fmla="*/ f30 1 f21"/>
                      <a:gd name="f41" fmla="*/ f31 1 f20"/>
                      <a:gd name="f42" fmla="*/ f32 1 f20"/>
                      <a:gd name="f43" fmla="*/ f33 1 f21"/>
                      <a:gd name="f44" fmla="*/ f34 1 f20"/>
                      <a:gd name="f45" fmla="*/ f35 f11 1"/>
                      <a:gd name="f46" fmla="*/ f36 f11 1"/>
                      <a:gd name="f47" fmla="*/ f38 f12 1"/>
                      <a:gd name="f48" fmla="*/ f37 f12 1"/>
                      <a:gd name="f49" fmla="*/ f39 f11 1"/>
                      <a:gd name="f50" fmla="*/ f40 f12 1"/>
                      <a:gd name="f51" fmla="*/ f41 f11 1"/>
                      <a:gd name="f52" fmla="*/ f42 f11 1"/>
                      <a:gd name="f53" fmla="*/ f43 f12 1"/>
                      <a:gd name="f54" fmla="*/ f44 f11 1"/>
                    </a:gdLst>
                    <a:ahLst/>
                    <a:cxnLst>
                      <a:cxn ang="3cd4">
                        <a:pos x="hc" y="t"/>
                      </a:cxn>
                      <a:cxn ang="0">
                        <a:pos x="r" y="vc"/>
                      </a:cxn>
                      <a:cxn ang="cd4">
                        <a:pos x="hc" y="b"/>
                      </a:cxn>
                      <a:cxn ang="cd2">
                        <a:pos x="l" y="vc"/>
                      </a:cxn>
                      <a:cxn ang="f28">
                        <a:pos x="f49" y="f50"/>
                      </a:cxn>
                      <a:cxn ang="f28">
                        <a:pos x="f51" y="f50"/>
                      </a:cxn>
                      <a:cxn ang="f28">
                        <a:pos x="f52" y="f53"/>
                      </a:cxn>
                      <a:cxn ang="f28">
                        <a:pos x="f54" y="f53"/>
                      </a:cxn>
                      <a:cxn ang="f28">
                        <a:pos x="f49" y="f50"/>
                      </a:cxn>
                    </a:cxnLst>
                    <a:rect l="f45" t="f48" r="f46" b="f47"/>
                    <a:pathLst>
                      <a:path w="319" h="288">
                        <a:moveTo>
                          <a:pt x="f8" y="f7"/>
                        </a:moveTo>
                        <a:lnTo>
                          <a:pt x="f9" y="f7"/>
                        </a:lnTo>
                        <a:lnTo>
                          <a:pt x="f5" y="f5"/>
                        </a:lnTo>
                        <a:lnTo>
                          <a:pt x="f6" y="f5"/>
                        </a:lnTo>
                        <a:lnTo>
                          <a:pt x="f8" y="f7"/>
                        </a:lnTo>
                        <a:close/>
                      </a:path>
                    </a:pathLst>
                  </a:custGeom>
                  <a:solidFill>
                    <a:srgbClr val="1FF524"/>
                  </a:solidFill>
                  <a:ln>
                    <a:noFill/>
                    <a:prstDash val="solid"/>
                  </a:ln>
                </p:spPr>
                <p:txBody>
                  <a:bodyPr vert="horz" wrap="square" lIns="91440" tIns="45720" rIns="91440" bIns="45720" anchor="t"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300" b="0" i="0" u="none" strike="noStrike" kern="0" cap="none" spc="0" baseline="0">
                      <a:solidFill>
                        <a:srgbClr val="211F26"/>
                      </a:solidFill>
                      <a:uFillTx/>
                      <a:latin typeface="Arial"/>
                    </a:endParaRPr>
                  </a:p>
                </p:txBody>
              </p:sp>
              <p:sp>
                <p:nvSpPr>
                  <p:cNvPr id="125" name="Freeform 13">
                    <a:extLst>
                      <a:ext uri="{FF2B5EF4-FFF2-40B4-BE49-F238E27FC236}">
                        <a16:creationId xmlns:a16="http://schemas.microsoft.com/office/drawing/2014/main" id="{3250335E-1CFD-3C53-32E4-2DAFF0F532CF}"/>
                      </a:ext>
                    </a:extLst>
                  </p:cNvPr>
                  <p:cNvSpPr/>
                  <p:nvPr/>
                </p:nvSpPr>
                <p:spPr>
                  <a:xfrm>
                    <a:off x="15502637" y="5243553"/>
                    <a:ext cx="60761" cy="24131"/>
                  </a:xfrm>
                  <a:custGeom>
                    <a:avLst/>
                    <a:gdLst>
                      <a:gd name="f0" fmla="val 10800000"/>
                      <a:gd name="f1" fmla="val 5400000"/>
                      <a:gd name="f2" fmla="val 180"/>
                      <a:gd name="f3" fmla="val w"/>
                      <a:gd name="f4" fmla="val h"/>
                      <a:gd name="f5" fmla="val 0"/>
                      <a:gd name="f6" fmla="val 251"/>
                      <a:gd name="f7" fmla="val 100"/>
                      <a:gd name="f8" fmla="val 229"/>
                      <a:gd name="f9" fmla="val 70"/>
                      <a:gd name="f10" fmla="val 69"/>
                      <a:gd name="f11" fmla="val 22"/>
                      <a:gd name="f12" fmla="val 27"/>
                      <a:gd name="f13" fmla="val 87"/>
                      <a:gd name="f14" fmla="val 44"/>
                      <a:gd name="f15" fmla="val 63"/>
                      <a:gd name="f16" fmla="val 188"/>
                      <a:gd name="f17" fmla="val 207"/>
                      <a:gd name="f18" fmla="val 223"/>
                      <a:gd name="f19" fmla="val 88"/>
                      <a:gd name="f20" fmla="val 71"/>
                      <a:gd name="f21" fmla="+- 0 0 -90"/>
                      <a:gd name="f22" fmla="*/ f3 1 251"/>
                      <a:gd name="f23" fmla="*/ f4 1 100"/>
                      <a:gd name="f24" fmla="val f5"/>
                      <a:gd name="f25" fmla="val f6"/>
                      <a:gd name="f26" fmla="val f7"/>
                      <a:gd name="f27" fmla="*/ f21 f0 1"/>
                      <a:gd name="f28" fmla="+- f26 0 f24"/>
                      <a:gd name="f29" fmla="+- f25 0 f24"/>
                      <a:gd name="f30" fmla="*/ f27 1 f2"/>
                      <a:gd name="f31" fmla="*/ f29 1 251"/>
                      <a:gd name="f32" fmla="*/ f28 1 100"/>
                      <a:gd name="f33" fmla="*/ 229 f29 1"/>
                      <a:gd name="f34" fmla="*/ 70 f28 1"/>
                      <a:gd name="f35" fmla="*/ 69 f28 1"/>
                      <a:gd name="f36" fmla="*/ 251 f29 1"/>
                      <a:gd name="f37" fmla="*/ 0 f28 1"/>
                      <a:gd name="f38" fmla="*/ 0 f29 1"/>
                      <a:gd name="f39" fmla="*/ 22 f29 1"/>
                      <a:gd name="f40" fmla="*/ 63 f29 1"/>
                      <a:gd name="f41" fmla="*/ 100 f28 1"/>
                      <a:gd name="f42" fmla="*/ 188 f29 1"/>
                      <a:gd name="f43" fmla="*/ 71 f28 1"/>
                      <a:gd name="f44" fmla="+- f30 0 f1"/>
                      <a:gd name="f45" fmla="*/ f33 1 251"/>
                      <a:gd name="f46" fmla="*/ f34 1 100"/>
                      <a:gd name="f47" fmla="*/ f35 1 100"/>
                      <a:gd name="f48" fmla="*/ f36 1 251"/>
                      <a:gd name="f49" fmla="*/ f37 1 100"/>
                      <a:gd name="f50" fmla="*/ f38 1 251"/>
                      <a:gd name="f51" fmla="*/ f39 1 251"/>
                      <a:gd name="f52" fmla="*/ f40 1 251"/>
                      <a:gd name="f53" fmla="*/ f41 1 100"/>
                      <a:gd name="f54" fmla="*/ f42 1 251"/>
                      <a:gd name="f55" fmla="*/ f43 1 100"/>
                      <a:gd name="f56" fmla="*/ 0 1 f31"/>
                      <a:gd name="f57" fmla="*/ f25 1 f31"/>
                      <a:gd name="f58" fmla="*/ 0 1 f32"/>
                      <a:gd name="f59" fmla="*/ f26 1 f32"/>
                      <a:gd name="f60" fmla="*/ f45 1 f31"/>
                      <a:gd name="f61" fmla="*/ f46 1 f32"/>
                      <a:gd name="f62" fmla="*/ f47 1 f32"/>
                      <a:gd name="f63" fmla="*/ f48 1 f31"/>
                      <a:gd name="f64" fmla="*/ f49 1 f32"/>
                      <a:gd name="f65" fmla="*/ f50 1 f31"/>
                      <a:gd name="f66" fmla="*/ f51 1 f31"/>
                      <a:gd name="f67" fmla="*/ f52 1 f31"/>
                      <a:gd name="f68" fmla="*/ f53 1 f32"/>
                      <a:gd name="f69" fmla="*/ f54 1 f31"/>
                      <a:gd name="f70" fmla="*/ f55 1 f32"/>
                      <a:gd name="f71" fmla="*/ f56 f22 1"/>
                      <a:gd name="f72" fmla="*/ f57 f22 1"/>
                      <a:gd name="f73" fmla="*/ f59 f23 1"/>
                      <a:gd name="f74" fmla="*/ f58 f23 1"/>
                      <a:gd name="f75" fmla="*/ f60 f22 1"/>
                      <a:gd name="f76" fmla="*/ f61 f23 1"/>
                      <a:gd name="f77" fmla="*/ f62 f23 1"/>
                      <a:gd name="f78" fmla="*/ f63 f22 1"/>
                      <a:gd name="f79" fmla="*/ f64 f23 1"/>
                      <a:gd name="f80" fmla="*/ f65 f22 1"/>
                      <a:gd name="f81" fmla="*/ f66 f22 1"/>
                      <a:gd name="f82" fmla="*/ f67 f22 1"/>
                      <a:gd name="f83" fmla="*/ f68 f23 1"/>
                      <a:gd name="f84" fmla="*/ f69 f22 1"/>
                      <a:gd name="f85" fmla="*/ f70 f23 1"/>
                    </a:gdLst>
                    <a:ahLst/>
                    <a:cxnLst>
                      <a:cxn ang="3cd4">
                        <a:pos x="hc" y="t"/>
                      </a:cxn>
                      <a:cxn ang="0">
                        <a:pos x="r" y="vc"/>
                      </a:cxn>
                      <a:cxn ang="cd4">
                        <a:pos x="hc" y="b"/>
                      </a:cxn>
                      <a:cxn ang="cd2">
                        <a:pos x="l" y="vc"/>
                      </a:cxn>
                      <a:cxn ang="f44">
                        <a:pos x="f75" y="f76"/>
                      </a:cxn>
                      <a:cxn ang="f44">
                        <a:pos x="f75" y="f77"/>
                      </a:cxn>
                      <a:cxn ang="f44">
                        <a:pos x="f78" y="f79"/>
                      </a:cxn>
                      <a:cxn ang="f44">
                        <a:pos x="f80" y="f79"/>
                      </a:cxn>
                      <a:cxn ang="f44">
                        <a:pos x="f81" y="f77"/>
                      </a:cxn>
                      <a:cxn ang="f44">
                        <a:pos x="f82" y="f83"/>
                      </a:cxn>
                      <a:cxn ang="f44">
                        <a:pos x="f84" y="f83"/>
                      </a:cxn>
                      <a:cxn ang="f44">
                        <a:pos x="f75" y="f85"/>
                      </a:cxn>
                      <a:cxn ang="f44">
                        <a:pos x="f75" y="f85"/>
                      </a:cxn>
                      <a:cxn ang="f44">
                        <a:pos x="f75" y="f76"/>
                      </a:cxn>
                    </a:cxnLst>
                    <a:rect l="f71" t="f74" r="f72" b="f73"/>
                    <a:pathLst>
                      <a:path w="251" h="100">
                        <a:moveTo>
                          <a:pt x="f8" y="f9"/>
                        </a:moveTo>
                        <a:cubicBezTo>
                          <a:pt x="f8" y="f9"/>
                          <a:pt x="f8" y="f10"/>
                          <a:pt x="f8" y="f10"/>
                        </a:cubicBezTo>
                        <a:cubicBezTo>
                          <a:pt x="f6" y="f5"/>
                          <a:pt x="f6" y="f5"/>
                          <a:pt x="f6" y="f5"/>
                        </a:cubicBezTo>
                        <a:cubicBezTo>
                          <a:pt x="f5" y="f5"/>
                          <a:pt x="f5" y="f5"/>
                          <a:pt x="f5" y="f5"/>
                        </a:cubicBezTo>
                        <a:cubicBezTo>
                          <a:pt x="f11" y="f10"/>
                          <a:pt x="f11" y="f10"/>
                          <a:pt x="f11" y="f10"/>
                        </a:cubicBezTo>
                        <a:cubicBezTo>
                          <a:pt x="f12" y="f13"/>
                          <a:pt x="f14" y="f7"/>
                          <a:pt x="f15" y="f7"/>
                        </a:cubicBezTo>
                        <a:cubicBezTo>
                          <a:pt x="f16" y="f7"/>
                          <a:pt x="f16" y="f7"/>
                          <a:pt x="f16" y="f7"/>
                        </a:cubicBezTo>
                        <a:cubicBezTo>
                          <a:pt x="f17" y="f7"/>
                          <a:pt x="f18" y="f19"/>
                          <a:pt x="f8" y="f20"/>
                        </a:cubicBezTo>
                        <a:cubicBezTo>
                          <a:pt x="f8" y="f20"/>
                          <a:pt x="f8" y="f20"/>
                          <a:pt x="f8" y="f20"/>
                        </a:cubicBezTo>
                        <a:lnTo>
                          <a:pt x="f8" y="f9"/>
                        </a:lnTo>
                        <a:close/>
                      </a:path>
                    </a:pathLst>
                  </a:custGeom>
                  <a:gradFill>
                    <a:gsLst>
                      <a:gs pos="0">
                        <a:srgbClr val="9D9FA1"/>
                      </a:gs>
                      <a:gs pos="100000">
                        <a:srgbClr val="211F26"/>
                      </a:gs>
                    </a:gsLst>
                    <a:lin ang="2700000"/>
                  </a:gradFill>
                  <a:ln>
                    <a:noFill/>
                    <a:prstDash val="solid"/>
                  </a:ln>
                </p:spPr>
                <p:txBody>
                  <a:bodyPr vert="horz" wrap="square" lIns="91440" tIns="45720" rIns="91440" bIns="45720" anchor="t"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300" b="0" i="0" u="none" strike="noStrike" kern="0" cap="none" spc="0" baseline="0">
                      <a:solidFill>
                        <a:srgbClr val="211F26"/>
                      </a:solidFill>
                      <a:uFillTx/>
                      <a:latin typeface="Arial"/>
                    </a:endParaRPr>
                  </a:p>
                </p:txBody>
              </p:sp>
              <p:sp>
                <p:nvSpPr>
                  <p:cNvPr id="126" name="Freeform 14">
                    <a:extLst>
                      <a:ext uri="{FF2B5EF4-FFF2-40B4-BE49-F238E27FC236}">
                        <a16:creationId xmlns:a16="http://schemas.microsoft.com/office/drawing/2014/main" id="{75C6E6AF-20C4-0EA3-DD02-D2F102575790}"/>
                      </a:ext>
                    </a:extLst>
                  </p:cNvPr>
                  <p:cNvSpPr/>
                  <p:nvPr/>
                </p:nvSpPr>
                <p:spPr>
                  <a:xfrm>
                    <a:off x="15447919" y="5025295"/>
                    <a:ext cx="169776" cy="208126"/>
                  </a:xfrm>
                  <a:custGeom>
                    <a:avLst/>
                    <a:gdLst>
                      <a:gd name="f0" fmla="val 10800000"/>
                      <a:gd name="f1" fmla="val 5400000"/>
                      <a:gd name="f2" fmla="val 180"/>
                      <a:gd name="f3" fmla="val w"/>
                      <a:gd name="f4" fmla="val h"/>
                      <a:gd name="f5" fmla="val 0"/>
                      <a:gd name="f6" fmla="val 702"/>
                      <a:gd name="f7" fmla="val 860"/>
                      <a:gd name="f8" fmla="val 351"/>
                      <a:gd name="f9" fmla="val 157"/>
                      <a:gd name="f10" fmla="val 463"/>
                      <a:gd name="f11" fmla="val 52"/>
                      <a:gd name="f12" fmla="val 562"/>
                      <a:gd name="f13" fmla="val 134"/>
                      <a:gd name="f14" fmla="val 627"/>
                      <a:gd name="f15" fmla="val 165"/>
                      <a:gd name="f16" fmla="val 718"/>
                      <a:gd name="f17" fmla="val 266"/>
                      <a:gd name="f18" fmla="val 434"/>
                      <a:gd name="f19" fmla="val 419"/>
                      <a:gd name="f20" fmla="val 760"/>
                      <a:gd name="f21" fmla="val 284"/>
                      <a:gd name="f22" fmla="val 179"/>
                      <a:gd name="f23" fmla="val 212"/>
                      <a:gd name="f24" fmla="val 216"/>
                      <a:gd name="f25" fmla="val 488"/>
                      <a:gd name="f26" fmla="val 491"/>
                      <a:gd name="f27" fmla="val 570"/>
                      <a:gd name="f28" fmla="val 625"/>
                      <a:gd name="f29" fmla="val 651"/>
                      <a:gd name="f30" fmla="val 560"/>
                      <a:gd name="f31" fmla="val 461"/>
                      <a:gd name="f32" fmla="val 545"/>
                      <a:gd name="f33" fmla="val 587"/>
                      <a:gd name="f34" fmla="val 438"/>
                      <a:gd name="f35" fmla="val 568"/>
                      <a:gd name="f36" fmla="val 490"/>
                      <a:gd name="f37" fmla="val 531"/>
                      <a:gd name="f38" fmla="val 534"/>
                      <a:gd name="f39" fmla="val 485"/>
                      <a:gd name="f40" fmla="val 563"/>
                      <a:gd name="f41" fmla="val 454"/>
                      <a:gd name="f42" fmla="val 658"/>
                      <a:gd name="f43" fmla="val 250"/>
                      <a:gd name="f44" fmla="val 219"/>
                      <a:gd name="f45" fmla="val 565"/>
                      <a:gd name="f46" fmla="val 172"/>
                      <a:gd name="f47" fmla="val 536"/>
                      <a:gd name="f48" fmla="val 135"/>
                      <a:gd name="f49" fmla="val 115"/>
                      <a:gd name="f50" fmla="val 439"/>
                      <a:gd name="f51" fmla="val 105"/>
                      <a:gd name="f52" fmla="val 411"/>
                      <a:gd name="f53" fmla="val 99"/>
                      <a:gd name="f54" fmla="val 382"/>
                      <a:gd name="f55" fmla="val 603"/>
                      <a:gd name="f56" fmla="val 381"/>
                      <a:gd name="f57" fmla="val 597"/>
                      <a:gd name="f58" fmla="+- 0 0 -90"/>
                      <a:gd name="f59" fmla="*/ f3 1 702"/>
                      <a:gd name="f60" fmla="*/ f4 1 860"/>
                      <a:gd name="f61" fmla="val f5"/>
                      <a:gd name="f62" fmla="val f6"/>
                      <a:gd name="f63" fmla="val f7"/>
                      <a:gd name="f64" fmla="*/ f58 f0 1"/>
                      <a:gd name="f65" fmla="+- f63 0 f61"/>
                      <a:gd name="f66" fmla="+- f62 0 f61"/>
                      <a:gd name="f67" fmla="*/ f64 1 f2"/>
                      <a:gd name="f68" fmla="*/ f66 1 702"/>
                      <a:gd name="f69" fmla="*/ f65 1 860"/>
                      <a:gd name="f70" fmla="*/ 351 f66 1"/>
                      <a:gd name="f71" fmla="*/ 0 f65 1"/>
                      <a:gd name="f72" fmla="*/ 0 f66 1"/>
                      <a:gd name="f73" fmla="*/ 351 f65 1"/>
                      <a:gd name="f74" fmla="*/ 134 f66 1"/>
                      <a:gd name="f75" fmla="*/ 627 f65 1"/>
                      <a:gd name="f76" fmla="*/ 165 f66 1"/>
                      <a:gd name="f77" fmla="*/ 718 f65 1"/>
                      <a:gd name="f78" fmla="*/ 266 f66 1"/>
                      <a:gd name="f79" fmla="*/ 434 f66 1"/>
                      <a:gd name="f80" fmla="*/ 419 f66 1"/>
                      <a:gd name="f81" fmla="*/ 760 f65 1"/>
                      <a:gd name="f82" fmla="*/ 284 f66 1"/>
                      <a:gd name="f83" fmla="*/ 179 f66 1"/>
                      <a:gd name="f84" fmla="*/ 212 f66 1"/>
                      <a:gd name="f85" fmla="*/ 860 f65 1"/>
                      <a:gd name="f86" fmla="*/ 216 f66 1"/>
                      <a:gd name="f87" fmla="*/ 488 f66 1"/>
                      <a:gd name="f88" fmla="*/ 491 f66 1"/>
                      <a:gd name="f89" fmla="*/ 570 f66 1"/>
                      <a:gd name="f90" fmla="*/ 625 f65 1"/>
                      <a:gd name="f91" fmla="*/ 702 f66 1"/>
                      <a:gd name="f92" fmla="*/ 587 f66 1"/>
                      <a:gd name="f93" fmla="*/ 438 f65 1"/>
                      <a:gd name="f94" fmla="*/ 485 f66 1"/>
                      <a:gd name="f95" fmla="*/ 563 f65 1"/>
                      <a:gd name="f96" fmla="*/ 454 f66 1"/>
                      <a:gd name="f97" fmla="*/ 658 f65 1"/>
                      <a:gd name="f98" fmla="*/ 250 f66 1"/>
                      <a:gd name="f99" fmla="*/ 219 f66 1"/>
                      <a:gd name="f100" fmla="*/ 565 f65 1"/>
                      <a:gd name="f101" fmla="*/ 115 f66 1"/>
                      <a:gd name="f102" fmla="*/ 439 f65 1"/>
                      <a:gd name="f103" fmla="*/ 99 f66 1"/>
                      <a:gd name="f104" fmla="*/ 99 f65 1"/>
                      <a:gd name="f105" fmla="*/ 603 f66 1"/>
                      <a:gd name="f106" fmla="+- f67 0 f1"/>
                      <a:gd name="f107" fmla="*/ f70 1 702"/>
                      <a:gd name="f108" fmla="*/ f71 1 860"/>
                      <a:gd name="f109" fmla="*/ f72 1 702"/>
                      <a:gd name="f110" fmla="*/ f73 1 860"/>
                      <a:gd name="f111" fmla="*/ f74 1 702"/>
                      <a:gd name="f112" fmla="*/ f75 1 860"/>
                      <a:gd name="f113" fmla="*/ f76 1 702"/>
                      <a:gd name="f114" fmla="*/ f77 1 860"/>
                      <a:gd name="f115" fmla="*/ f78 1 702"/>
                      <a:gd name="f116" fmla="*/ f79 1 702"/>
                      <a:gd name="f117" fmla="*/ f80 1 702"/>
                      <a:gd name="f118" fmla="*/ f81 1 860"/>
                      <a:gd name="f119" fmla="*/ f82 1 702"/>
                      <a:gd name="f120" fmla="*/ f83 1 702"/>
                      <a:gd name="f121" fmla="*/ f84 1 702"/>
                      <a:gd name="f122" fmla="*/ f85 1 860"/>
                      <a:gd name="f123" fmla="*/ f86 1 702"/>
                      <a:gd name="f124" fmla="*/ f87 1 702"/>
                      <a:gd name="f125" fmla="*/ f88 1 702"/>
                      <a:gd name="f126" fmla="*/ f89 1 702"/>
                      <a:gd name="f127" fmla="*/ f90 1 860"/>
                      <a:gd name="f128" fmla="*/ f91 1 702"/>
                      <a:gd name="f129" fmla="*/ f92 1 702"/>
                      <a:gd name="f130" fmla="*/ f93 1 860"/>
                      <a:gd name="f131" fmla="*/ f94 1 702"/>
                      <a:gd name="f132" fmla="*/ f95 1 860"/>
                      <a:gd name="f133" fmla="*/ f96 1 702"/>
                      <a:gd name="f134" fmla="*/ f97 1 860"/>
                      <a:gd name="f135" fmla="*/ f98 1 702"/>
                      <a:gd name="f136" fmla="*/ f99 1 702"/>
                      <a:gd name="f137" fmla="*/ f100 1 860"/>
                      <a:gd name="f138" fmla="*/ f101 1 702"/>
                      <a:gd name="f139" fmla="*/ f102 1 860"/>
                      <a:gd name="f140" fmla="*/ f103 1 702"/>
                      <a:gd name="f141" fmla="*/ f104 1 860"/>
                      <a:gd name="f142" fmla="*/ f105 1 702"/>
                      <a:gd name="f143" fmla="*/ 0 1 f68"/>
                      <a:gd name="f144" fmla="*/ f62 1 f68"/>
                      <a:gd name="f145" fmla="*/ 0 1 f69"/>
                      <a:gd name="f146" fmla="*/ f63 1 f69"/>
                      <a:gd name="f147" fmla="*/ f107 1 f68"/>
                      <a:gd name="f148" fmla="*/ f108 1 f69"/>
                      <a:gd name="f149" fmla="*/ f109 1 f68"/>
                      <a:gd name="f150" fmla="*/ f110 1 f69"/>
                      <a:gd name="f151" fmla="*/ f111 1 f68"/>
                      <a:gd name="f152" fmla="*/ f112 1 f69"/>
                      <a:gd name="f153" fmla="*/ f113 1 f68"/>
                      <a:gd name="f154" fmla="*/ f114 1 f69"/>
                      <a:gd name="f155" fmla="*/ f115 1 f68"/>
                      <a:gd name="f156" fmla="*/ f116 1 f68"/>
                      <a:gd name="f157" fmla="*/ f117 1 f68"/>
                      <a:gd name="f158" fmla="*/ f118 1 f69"/>
                      <a:gd name="f159" fmla="*/ f119 1 f68"/>
                      <a:gd name="f160" fmla="*/ f120 1 f68"/>
                      <a:gd name="f161" fmla="*/ f121 1 f68"/>
                      <a:gd name="f162" fmla="*/ f122 1 f69"/>
                      <a:gd name="f163" fmla="*/ f123 1 f68"/>
                      <a:gd name="f164" fmla="*/ f124 1 f68"/>
                      <a:gd name="f165" fmla="*/ f125 1 f68"/>
                      <a:gd name="f166" fmla="*/ f126 1 f68"/>
                      <a:gd name="f167" fmla="*/ f127 1 f69"/>
                      <a:gd name="f168" fmla="*/ f128 1 f68"/>
                      <a:gd name="f169" fmla="*/ f129 1 f68"/>
                      <a:gd name="f170" fmla="*/ f130 1 f69"/>
                      <a:gd name="f171" fmla="*/ f131 1 f68"/>
                      <a:gd name="f172" fmla="*/ f132 1 f69"/>
                      <a:gd name="f173" fmla="*/ f133 1 f68"/>
                      <a:gd name="f174" fmla="*/ f134 1 f69"/>
                      <a:gd name="f175" fmla="*/ f135 1 f68"/>
                      <a:gd name="f176" fmla="*/ f136 1 f68"/>
                      <a:gd name="f177" fmla="*/ f137 1 f69"/>
                      <a:gd name="f178" fmla="*/ f138 1 f68"/>
                      <a:gd name="f179" fmla="*/ f139 1 f69"/>
                      <a:gd name="f180" fmla="*/ f140 1 f68"/>
                      <a:gd name="f181" fmla="*/ f141 1 f69"/>
                      <a:gd name="f182" fmla="*/ f142 1 f68"/>
                      <a:gd name="f183" fmla="*/ f143 f59 1"/>
                      <a:gd name="f184" fmla="*/ f144 f59 1"/>
                      <a:gd name="f185" fmla="*/ f146 f60 1"/>
                      <a:gd name="f186" fmla="*/ f145 f60 1"/>
                      <a:gd name="f187" fmla="*/ f147 f59 1"/>
                      <a:gd name="f188" fmla="*/ f148 f60 1"/>
                      <a:gd name="f189" fmla="*/ f149 f59 1"/>
                      <a:gd name="f190" fmla="*/ f150 f60 1"/>
                      <a:gd name="f191" fmla="*/ f151 f59 1"/>
                      <a:gd name="f192" fmla="*/ f152 f60 1"/>
                      <a:gd name="f193" fmla="*/ f153 f59 1"/>
                      <a:gd name="f194" fmla="*/ f154 f60 1"/>
                      <a:gd name="f195" fmla="*/ f155 f59 1"/>
                      <a:gd name="f196" fmla="*/ f156 f59 1"/>
                      <a:gd name="f197" fmla="*/ f157 f59 1"/>
                      <a:gd name="f198" fmla="*/ f158 f60 1"/>
                      <a:gd name="f199" fmla="*/ f159 f59 1"/>
                      <a:gd name="f200" fmla="*/ f160 f59 1"/>
                      <a:gd name="f201" fmla="*/ f161 f59 1"/>
                      <a:gd name="f202" fmla="*/ f162 f60 1"/>
                      <a:gd name="f203" fmla="*/ f163 f59 1"/>
                      <a:gd name="f204" fmla="*/ f164 f59 1"/>
                      <a:gd name="f205" fmla="*/ f165 f59 1"/>
                      <a:gd name="f206" fmla="*/ f166 f59 1"/>
                      <a:gd name="f207" fmla="*/ f167 f60 1"/>
                      <a:gd name="f208" fmla="*/ f168 f59 1"/>
                      <a:gd name="f209" fmla="*/ f169 f59 1"/>
                      <a:gd name="f210" fmla="*/ f170 f60 1"/>
                      <a:gd name="f211" fmla="*/ f171 f59 1"/>
                      <a:gd name="f212" fmla="*/ f172 f60 1"/>
                      <a:gd name="f213" fmla="*/ f173 f59 1"/>
                      <a:gd name="f214" fmla="*/ f174 f60 1"/>
                      <a:gd name="f215" fmla="*/ f175 f59 1"/>
                      <a:gd name="f216" fmla="*/ f176 f59 1"/>
                      <a:gd name="f217" fmla="*/ f177 f60 1"/>
                      <a:gd name="f218" fmla="*/ f178 f59 1"/>
                      <a:gd name="f219" fmla="*/ f179 f60 1"/>
                      <a:gd name="f220" fmla="*/ f180 f59 1"/>
                      <a:gd name="f221" fmla="*/ f181 f60 1"/>
                      <a:gd name="f222" fmla="*/ f182 f59 1"/>
                    </a:gdLst>
                    <a:ahLst/>
                    <a:cxnLst>
                      <a:cxn ang="3cd4">
                        <a:pos x="hc" y="t"/>
                      </a:cxn>
                      <a:cxn ang="0">
                        <a:pos x="r" y="vc"/>
                      </a:cxn>
                      <a:cxn ang="cd4">
                        <a:pos x="hc" y="b"/>
                      </a:cxn>
                      <a:cxn ang="cd2">
                        <a:pos x="l" y="vc"/>
                      </a:cxn>
                      <a:cxn ang="f106">
                        <a:pos x="f187" y="f188"/>
                      </a:cxn>
                      <a:cxn ang="f106">
                        <a:pos x="f189" y="f190"/>
                      </a:cxn>
                      <a:cxn ang="f106">
                        <a:pos x="f191" y="f192"/>
                      </a:cxn>
                      <a:cxn ang="f106">
                        <a:pos x="f193" y="f194"/>
                      </a:cxn>
                      <a:cxn ang="f106">
                        <a:pos x="f195" y="f194"/>
                      </a:cxn>
                      <a:cxn ang="f106">
                        <a:pos x="f195" y="f194"/>
                      </a:cxn>
                      <a:cxn ang="f106">
                        <a:pos x="f196" y="f194"/>
                      </a:cxn>
                      <a:cxn ang="f106">
                        <a:pos x="f197" y="f198"/>
                      </a:cxn>
                      <a:cxn ang="f106">
                        <a:pos x="f199" y="f198"/>
                      </a:cxn>
                      <a:cxn ang="f106">
                        <a:pos x="f199" y="f198"/>
                      </a:cxn>
                      <a:cxn ang="f106">
                        <a:pos x="f200" y="f198"/>
                      </a:cxn>
                      <a:cxn ang="f106">
                        <a:pos x="f201" y="f202"/>
                      </a:cxn>
                      <a:cxn ang="f106">
                        <a:pos x="f201" y="f202"/>
                      </a:cxn>
                      <a:cxn ang="f106">
                        <a:pos x="f203" y="f202"/>
                      </a:cxn>
                      <a:cxn ang="f106">
                        <a:pos x="f204" y="f202"/>
                      </a:cxn>
                      <a:cxn ang="f106">
                        <a:pos x="f205" y="f202"/>
                      </a:cxn>
                      <a:cxn ang="f106">
                        <a:pos x="f206" y="f207"/>
                      </a:cxn>
                      <a:cxn ang="f106">
                        <a:pos x="f208" y="f190"/>
                      </a:cxn>
                      <a:cxn ang="f106">
                        <a:pos x="f187" y="f188"/>
                      </a:cxn>
                      <a:cxn ang="f106">
                        <a:pos x="f209" y="f210"/>
                      </a:cxn>
                      <a:cxn ang="f106">
                        <a:pos x="f211" y="f212"/>
                      </a:cxn>
                      <a:cxn ang="f106">
                        <a:pos x="f213" y="f214"/>
                      </a:cxn>
                      <a:cxn ang="f106">
                        <a:pos x="f215" y="f214"/>
                      </a:cxn>
                      <a:cxn ang="f106">
                        <a:pos x="f216" y="f217"/>
                      </a:cxn>
                      <a:cxn ang="f106">
                        <a:pos x="f218" y="f219"/>
                      </a:cxn>
                      <a:cxn ang="f106">
                        <a:pos x="f220" y="f190"/>
                      </a:cxn>
                      <a:cxn ang="f106">
                        <a:pos x="f187" y="f221"/>
                      </a:cxn>
                      <a:cxn ang="f106">
                        <a:pos x="f222" y="f190"/>
                      </a:cxn>
                      <a:cxn ang="f106">
                        <a:pos x="f209" y="f210"/>
                      </a:cxn>
                    </a:cxnLst>
                    <a:rect l="f183" t="f186" r="f184" b="f185"/>
                    <a:pathLst>
                      <a:path w="702" h="860">
                        <a:moveTo>
                          <a:pt x="f8" y="f5"/>
                        </a:moveTo>
                        <a:cubicBezTo>
                          <a:pt x="f9" y="f5"/>
                          <a:pt x="f5" y="f9"/>
                          <a:pt x="f5" y="f8"/>
                        </a:cubicBezTo>
                        <a:cubicBezTo>
                          <a:pt x="f5" y="f10"/>
                          <a:pt x="f11" y="f12"/>
                          <a:pt x="f13" y="f14"/>
                        </a:cubicBezTo>
                        <a:cubicBezTo>
                          <a:pt x="f15" y="f16"/>
                          <a:pt x="f15" y="f16"/>
                          <a:pt x="f15" y="f16"/>
                        </a:cubicBezTo>
                        <a:cubicBezTo>
                          <a:pt x="f17" y="f16"/>
                          <a:pt x="f17" y="f16"/>
                          <a:pt x="f17" y="f16"/>
                        </a:cubicBezTo>
                        <a:cubicBezTo>
                          <a:pt x="f17" y="f16"/>
                          <a:pt x="f17" y="f16"/>
                          <a:pt x="f17" y="f16"/>
                        </a:cubicBezTo>
                        <a:cubicBezTo>
                          <a:pt x="f18" y="f16"/>
                          <a:pt x="f18" y="f16"/>
                          <a:pt x="f18" y="f16"/>
                        </a:cubicBezTo>
                        <a:cubicBezTo>
                          <a:pt x="f19" y="f20"/>
                          <a:pt x="f19" y="f20"/>
                          <a:pt x="f19" y="f20"/>
                        </a:cubicBezTo>
                        <a:cubicBezTo>
                          <a:pt x="f21" y="f20"/>
                          <a:pt x="f21" y="f20"/>
                          <a:pt x="f21" y="f20"/>
                        </a:cubicBezTo>
                        <a:cubicBezTo>
                          <a:pt x="f21" y="f20"/>
                          <a:pt x="f21" y="f20"/>
                          <a:pt x="f21" y="f20"/>
                        </a:cubicBezTo>
                        <a:cubicBezTo>
                          <a:pt x="f22" y="f20"/>
                          <a:pt x="f22" y="f20"/>
                          <a:pt x="f22" y="f20"/>
                        </a:cubicBezTo>
                        <a:cubicBezTo>
                          <a:pt x="f23" y="f7"/>
                          <a:pt x="f23" y="f7"/>
                          <a:pt x="f23" y="f7"/>
                        </a:cubicBezTo>
                        <a:cubicBezTo>
                          <a:pt x="f23" y="f7"/>
                          <a:pt x="f23" y="f7"/>
                          <a:pt x="f23" y="f7"/>
                        </a:cubicBezTo>
                        <a:cubicBezTo>
                          <a:pt x="f24" y="f7"/>
                          <a:pt x="f24" y="f7"/>
                          <a:pt x="f24" y="f7"/>
                        </a:cubicBezTo>
                        <a:cubicBezTo>
                          <a:pt x="f25" y="f7"/>
                          <a:pt x="f25" y="f7"/>
                          <a:pt x="f25" y="f7"/>
                        </a:cubicBezTo>
                        <a:cubicBezTo>
                          <a:pt x="f26" y="f7"/>
                          <a:pt x="f26" y="f7"/>
                          <a:pt x="f26" y="f7"/>
                        </a:cubicBezTo>
                        <a:cubicBezTo>
                          <a:pt x="f27" y="f28"/>
                          <a:pt x="f27" y="f28"/>
                          <a:pt x="f27" y="f28"/>
                        </a:cubicBezTo>
                        <a:cubicBezTo>
                          <a:pt x="f29" y="f30"/>
                          <a:pt x="f6" y="f31"/>
                          <a:pt x="f6" y="f8"/>
                        </a:cubicBezTo>
                        <a:cubicBezTo>
                          <a:pt x="f6" y="f9"/>
                          <a:pt x="f32" y="f5"/>
                          <a:pt x="f8" y="f5"/>
                        </a:cubicBezTo>
                        <a:close/>
                        <a:moveTo>
                          <a:pt x="f33" y="f34"/>
                        </a:moveTo>
                        <a:cubicBezTo>
                          <a:pt x="f35" y="f36"/>
                          <a:pt x="f37" y="f38"/>
                          <a:pt x="f39" y="f40"/>
                        </a:cubicBezTo>
                        <a:cubicBezTo>
                          <a:pt x="f41" y="f42"/>
                          <a:pt x="f41" y="f42"/>
                          <a:pt x="f41" y="f42"/>
                        </a:cubicBezTo>
                        <a:cubicBezTo>
                          <a:pt x="f43" y="f42"/>
                          <a:pt x="f43" y="f42"/>
                          <a:pt x="f43" y="f42"/>
                        </a:cubicBezTo>
                        <a:cubicBezTo>
                          <a:pt x="f44" y="f45"/>
                          <a:pt x="f44" y="f45"/>
                          <a:pt x="f44" y="f45"/>
                        </a:cubicBezTo>
                        <a:cubicBezTo>
                          <a:pt x="f46" y="f47"/>
                          <a:pt x="f48" y="f26"/>
                          <a:pt x="f49" y="f50"/>
                        </a:cubicBezTo>
                        <a:cubicBezTo>
                          <a:pt x="f51" y="f52"/>
                          <a:pt x="f53" y="f54"/>
                          <a:pt x="f53" y="f8"/>
                        </a:cubicBezTo>
                        <a:cubicBezTo>
                          <a:pt x="f53" y="f23"/>
                          <a:pt x="f23" y="f53"/>
                          <a:pt x="f8" y="f53"/>
                        </a:cubicBezTo>
                        <a:cubicBezTo>
                          <a:pt x="f36" y="f53"/>
                          <a:pt x="f55" y="f23"/>
                          <a:pt x="f55" y="f8"/>
                        </a:cubicBezTo>
                        <a:cubicBezTo>
                          <a:pt x="f55" y="f56"/>
                          <a:pt x="f57" y="f52"/>
                          <a:pt x="f33" y="f34"/>
                        </a:cubicBezTo>
                        <a:close/>
                      </a:path>
                    </a:pathLst>
                  </a:custGeom>
                  <a:gradFill>
                    <a:gsLst>
                      <a:gs pos="0">
                        <a:srgbClr val="9D9FA1"/>
                      </a:gs>
                      <a:gs pos="100000">
                        <a:srgbClr val="211F26"/>
                      </a:gs>
                    </a:gsLst>
                    <a:lin ang="2700000"/>
                  </a:gradFill>
                  <a:ln>
                    <a:noFill/>
                    <a:prstDash val="solid"/>
                  </a:ln>
                </p:spPr>
                <p:txBody>
                  <a:bodyPr vert="horz" wrap="square" lIns="91440" tIns="45720" rIns="91440" bIns="45720" anchor="t"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300" b="0" i="0" u="none" strike="noStrike" kern="0" cap="none" spc="0" baseline="0">
                      <a:solidFill>
                        <a:srgbClr val="211F26"/>
                      </a:solidFill>
                      <a:uFillTx/>
                      <a:latin typeface="Arial"/>
                    </a:endParaRPr>
                  </a:p>
                </p:txBody>
              </p:sp>
            </p:grpSp>
            <p:sp>
              <p:nvSpPr>
                <p:cNvPr id="127" name="Tekstvak 195">
                  <a:extLst>
                    <a:ext uri="{FF2B5EF4-FFF2-40B4-BE49-F238E27FC236}">
                      <a16:creationId xmlns:a16="http://schemas.microsoft.com/office/drawing/2014/main" id="{89CA9205-8001-38AC-3EB2-74002093C448}"/>
                    </a:ext>
                  </a:extLst>
                </p:cNvPr>
                <p:cNvSpPr txBox="1"/>
                <p:nvPr/>
              </p:nvSpPr>
              <p:spPr>
                <a:xfrm>
                  <a:off x="15225601" y="5279754"/>
                  <a:ext cx="627799" cy="322234"/>
                </a:xfrm>
                <a:prstGeom prst="rect">
                  <a:avLst/>
                </a:prstGeom>
                <a:noFill/>
                <a:ln>
                  <a:noFill/>
                </a:ln>
              </p:spPr>
              <p:txBody>
                <a:bodyPr vert="horz" wrap="square" lIns="0" tIns="0" rIns="0" bIns="0"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000" b="0" i="0" u="none" strike="noStrike" kern="0" cap="none" spc="0" baseline="0">
                      <a:solidFill>
                        <a:srgbClr val="211F26"/>
                      </a:solidFill>
                      <a:uFillTx/>
                      <a:latin typeface="Calibri" pitchFamily="34"/>
                      <a:cs typeface="Calibri" pitchFamily="34"/>
                    </a:rPr>
                    <a:t>Inspiration</a:t>
                  </a:r>
                </a:p>
              </p:txBody>
            </p:sp>
          </p:grpSp>
        </p:grpSp>
        <p:grpSp>
          <p:nvGrpSpPr>
            <p:cNvPr id="128" name="Groep 164">
              <a:extLst>
                <a:ext uri="{FF2B5EF4-FFF2-40B4-BE49-F238E27FC236}">
                  <a16:creationId xmlns:a16="http://schemas.microsoft.com/office/drawing/2014/main" id="{7C90EEAB-4FF2-1123-032F-8036032B43F2}"/>
                </a:ext>
              </a:extLst>
            </p:cNvPr>
            <p:cNvGrpSpPr/>
            <p:nvPr/>
          </p:nvGrpSpPr>
          <p:grpSpPr>
            <a:xfrm>
              <a:off x="12377867" y="0"/>
              <a:ext cx="3593089" cy="3041230"/>
              <a:chOff x="12377867" y="0"/>
              <a:chExt cx="3593089" cy="3041230"/>
            </a:xfrm>
          </p:grpSpPr>
          <p:sp>
            <p:nvSpPr>
              <p:cNvPr id="129" name="Rechthoek 165">
                <a:extLst>
                  <a:ext uri="{FF2B5EF4-FFF2-40B4-BE49-F238E27FC236}">
                    <a16:creationId xmlns:a16="http://schemas.microsoft.com/office/drawing/2014/main" id="{8FD8376D-CA62-B569-3FB6-8BA773EE1CBF}"/>
                  </a:ext>
                </a:extLst>
              </p:cNvPr>
              <p:cNvSpPr/>
              <p:nvPr/>
            </p:nvSpPr>
            <p:spPr>
              <a:xfrm>
                <a:off x="12377867" y="0"/>
                <a:ext cx="3593089" cy="3041230"/>
              </a:xfrm>
              <a:prstGeom prst="rect">
                <a:avLst/>
              </a:prstGeom>
              <a:solidFill>
                <a:srgbClr val="FFFFFF"/>
              </a:solidFill>
              <a:ln w="6345" cap="flat">
                <a:solidFill>
                  <a:srgbClr val="ECECEC"/>
                </a:solidFill>
                <a:prstDash val="solid"/>
                <a:miter/>
              </a:ln>
            </p:spPr>
            <p:txBody>
              <a:bodyPr vert="horz" wrap="square" lIns="179999" tIns="143999" rIns="179999" bIns="143999"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400" b="1" i="0" u="none" strike="noStrike" kern="1200" cap="all" spc="0" baseline="0">
                    <a:solidFill>
                      <a:srgbClr val="00A6D6"/>
                    </a:solidFill>
                    <a:uFillTx/>
                    <a:latin typeface="Calibri" pitchFamily="34"/>
                    <a:cs typeface="Calibri" pitchFamily="34"/>
                  </a:rPr>
                  <a:t>Format CHART</a:t>
                </a:r>
              </a:p>
            </p:txBody>
          </p:sp>
          <p:sp>
            <p:nvSpPr>
              <p:cNvPr id="130" name="Ovaal 166">
                <a:extLst>
                  <a:ext uri="{FF2B5EF4-FFF2-40B4-BE49-F238E27FC236}">
                    <a16:creationId xmlns:a16="http://schemas.microsoft.com/office/drawing/2014/main" id="{8C6CE322-0E88-BE89-3446-EEA1868FE1C8}"/>
                  </a:ext>
                </a:extLst>
              </p:cNvPr>
              <p:cNvSpPr/>
              <p:nvPr/>
            </p:nvSpPr>
            <p:spPr>
              <a:xfrm>
                <a:off x="12560445" y="465319"/>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1</a:t>
                </a:r>
              </a:p>
            </p:txBody>
          </p:sp>
          <p:sp>
            <p:nvSpPr>
              <p:cNvPr id="131" name="Rechthoek 167">
                <a:extLst>
                  <a:ext uri="{FF2B5EF4-FFF2-40B4-BE49-F238E27FC236}">
                    <a16:creationId xmlns:a16="http://schemas.microsoft.com/office/drawing/2014/main" id="{CD861B4A-BEC0-7657-3BED-ABB33998D610}"/>
                  </a:ext>
                </a:extLst>
              </p:cNvPr>
              <p:cNvSpPr/>
              <p:nvPr/>
            </p:nvSpPr>
            <p:spPr>
              <a:xfrm>
                <a:off x="12844613" y="465319"/>
                <a:ext cx="2944678" cy="490017"/>
              </a:xfrm>
              <a:prstGeom prst="rect">
                <a:avLst/>
              </a:prstGeom>
              <a:noFill/>
              <a:ln>
                <a:noFill/>
                <a:prstDash val="solid"/>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0" i="0" u="none" strike="noStrike" kern="0" cap="none" spc="0" baseline="0">
                    <a:solidFill>
                      <a:srgbClr val="000000"/>
                    </a:solidFill>
                    <a:uFillTx/>
                    <a:latin typeface="Calibri" pitchFamily="34"/>
                    <a:cs typeface="Calibri" pitchFamily="34"/>
                  </a:rPr>
                  <a:t>When you want to change the lay-out of the chart, select the preferred part of the chart and go to the tab </a:t>
                </a:r>
                <a:r>
                  <a:rPr lang="en-GB" sz="1200" b="1" i="0" u="none" strike="noStrike" kern="0" cap="none" spc="0" baseline="0">
                    <a:solidFill>
                      <a:srgbClr val="000000"/>
                    </a:solidFill>
                    <a:uFillTx/>
                    <a:latin typeface="Calibri" pitchFamily="34"/>
                    <a:cs typeface="Calibri" pitchFamily="34"/>
                  </a:rPr>
                  <a:t>‘Format’.</a:t>
                </a:r>
                <a:endParaRPr lang="en-GB" sz="1200" b="0" i="0" u="none" strike="noStrike" kern="0" cap="none" spc="0" baseline="0">
                  <a:solidFill>
                    <a:srgbClr val="000000"/>
                  </a:solidFill>
                  <a:uFillTx/>
                  <a:latin typeface="Calibri" pitchFamily="34"/>
                  <a:cs typeface="Calibri" pitchFamily="34"/>
                </a:endParaRPr>
              </a:p>
            </p:txBody>
          </p:sp>
          <p:sp>
            <p:nvSpPr>
              <p:cNvPr id="132" name="Ovaal 168">
                <a:extLst>
                  <a:ext uri="{FF2B5EF4-FFF2-40B4-BE49-F238E27FC236}">
                    <a16:creationId xmlns:a16="http://schemas.microsoft.com/office/drawing/2014/main" id="{0E98EFBD-AA59-02B3-85BD-262912E86A30}"/>
                  </a:ext>
                </a:extLst>
              </p:cNvPr>
              <p:cNvSpPr/>
              <p:nvPr/>
            </p:nvSpPr>
            <p:spPr>
              <a:xfrm>
                <a:off x="12560445" y="1493635"/>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2</a:t>
                </a:r>
              </a:p>
            </p:txBody>
          </p:sp>
          <p:sp>
            <p:nvSpPr>
              <p:cNvPr id="133" name="Rechthoek 169">
                <a:extLst>
                  <a:ext uri="{FF2B5EF4-FFF2-40B4-BE49-F238E27FC236}">
                    <a16:creationId xmlns:a16="http://schemas.microsoft.com/office/drawing/2014/main" id="{D009FAB5-A7D0-76CB-A949-F01A54BAF500}"/>
                  </a:ext>
                </a:extLst>
              </p:cNvPr>
              <p:cNvSpPr/>
              <p:nvPr/>
            </p:nvSpPr>
            <p:spPr>
              <a:xfrm>
                <a:off x="12844613" y="1493635"/>
                <a:ext cx="2944678" cy="658057"/>
              </a:xfrm>
              <a:prstGeom prst="rect">
                <a:avLst/>
              </a:prstGeom>
              <a:noFill/>
              <a:ln>
                <a:noFill/>
                <a:prstDash val="solid"/>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0" i="0" u="none" strike="noStrike" kern="0" cap="none" spc="0" baseline="0">
                    <a:solidFill>
                      <a:srgbClr val="000000"/>
                    </a:solidFill>
                    <a:uFillTx/>
                    <a:latin typeface="Calibri" pitchFamily="34"/>
                    <a:cs typeface="Calibri" pitchFamily="34"/>
                  </a:rPr>
                  <a:t>You can change the settings of the axes and data series by clicking on them with the right mouse button. Choose </a:t>
                </a:r>
                <a:r>
                  <a:rPr lang="en-GB" sz="1200" b="1" i="0" u="none" strike="noStrike" kern="0" cap="none" spc="0" baseline="0">
                    <a:solidFill>
                      <a:srgbClr val="000000"/>
                    </a:solidFill>
                    <a:uFillTx/>
                    <a:latin typeface="Calibri" pitchFamily="34"/>
                    <a:cs typeface="Calibri" pitchFamily="34"/>
                  </a:rPr>
                  <a:t>‘Format Axis’</a:t>
                </a:r>
                <a:r>
                  <a:rPr lang="en-GB" sz="1200" b="0" i="0" u="none" strike="noStrike" kern="0" cap="none" spc="0" baseline="0">
                    <a:solidFill>
                      <a:srgbClr val="000000"/>
                    </a:solidFill>
                    <a:uFillTx/>
                    <a:latin typeface="Calibri" pitchFamily="34"/>
                    <a:cs typeface="Calibri" pitchFamily="34"/>
                  </a:rPr>
                  <a:t> or </a:t>
                </a:r>
                <a:r>
                  <a:rPr lang="en-GB" sz="1200" b="1" i="0" u="none" strike="noStrike" kern="0" cap="none" spc="0" baseline="0">
                    <a:solidFill>
                      <a:srgbClr val="000000"/>
                    </a:solidFill>
                    <a:uFillTx/>
                    <a:latin typeface="Calibri" pitchFamily="34"/>
                    <a:cs typeface="Calibri" pitchFamily="34"/>
                  </a:rPr>
                  <a:t>‘Format Data Series’</a:t>
                </a:r>
                <a:r>
                  <a:rPr lang="en-GB" sz="1200" b="0" i="0" u="none" strike="noStrike" kern="0" cap="none" spc="0" baseline="0">
                    <a:solidFill>
                      <a:srgbClr val="000000"/>
                    </a:solidFill>
                    <a:uFillTx/>
                    <a:latin typeface="Calibri" pitchFamily="34"/>
                    <a:cs typeface="Calibri" pitchFamily="34"/>
                  </a:rPr>
                  <a:t>.</a:t>
                </a:r>
              </a:p>
            </p:txBody>
          </p:sp>
          <p:grpSp>
            <p:nvGrpSpPr>
              <p:cNvPr id="134" name="Groep 170">
                <a:extLst>
                  <a:ext uri="{FF2B5EF4-FFF2-40B4-BE49-F238E27FC236}">
                    <a16:creationId xmlns:a16="http://schemas.microsoft.com/office/drawing/2014/main" id="{7AA79F02-2573-9B4C-E711-FB29E2B408F0}"/>
                  </a:ext>
                </a:extLst>
              </p:cNvPr>
              <p:cNvGrpSpPr/>
              <p:nvPr/>
            </p:nvGrpSpPr>
            <p:grpSpPr>
              <a:xfrm>
                <a:off x="12851453" y="1060758"/>
                <a:ext cx="575998" cy="246595"/>
                <a:chOff x="12851453" y="1060758"/>
                <a:chExt cx="575998" cy="246595"/>
              </a:xfrm>
            </p:grpSpPr>
            <p:sp>
              <p:nvSpPr>
                <p:cNvPr id="135" name="Rechthoek 185">
                  <a:extLst>
                    <a:ext uri="{FF2B5EF4-FFF2-40B4-BE49-F238E27FC236}">
                      <a16:creationId xmlns:a16="http://schemas.microsoft.com/office/drawing/2014/main" id="{1C7D5405-4575-03DE-45B6-5F0AC68A8DB3}"/>
                    </a:ext>
                  </a:extLst>
                </p:cNvPr>
                <p:cNvSpPr/>
                <p:nvPr/>
              </p:nvSpPr>
              <p:spPr>
                <a:xfrm>
                  <a:off x="12851453" y="1060758"/>
                  <a:ext cx="575998" cy="215450"/>
                </a:xfrm>
                <a:prstGeom prst="rect">
                  <a:avLst/>
                </a:prstGeom>
                <a:solidFill>
                  <a:srgbClr val="F8F8F8"/>
                </a:solidFill>
                <a:ln w="6345" cap="flat">
                  <a:solidFill>
                    <a:srgbClr val="F2F2F2"/>
                  </a:solidFill>
                  <a:prstDash val="solid"/>
                  <a:miter/>
                </a:ln>
              </p:spPr>
              <p:txBody>
                <a:bodyPr vert="horz" wrap="square" lIns="0" tIns="18004" rIns="0" bIns="0" anchor="t"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50" b="1" i="0" u="none" strike="noStrike" kern="1200" cap="none" spc="0" baseline="0">
                      <a:solidFill>
                        <a:srgbClr val="B74629"/>
                      </a:solidFill>
                      <a:uFillTx/>
                      <a:latin typeface="Calibri" pitchFamily="34"/>
                      <a:cs typeface="Calibri" pitchFamily="34"/>
                    </a:rPr>
                    <a:t>Format</a:t>
                  </a:r>
                </a:p>
              </p:txBody>
            </p:sp>
            <p:sp>
              <p:nvSpPr>
                <p:cNvPr id="136" name="Rechthoek 186">
                  <a:extLst>
                    <a:ext uri="{FF2B5EF4-FFF2-40B4-BE49-F238E27FC236}">
                      <a16:creationId xmlns:a16="http://schemas.microsoft.com/office/drawing/2014/main" id="{59E368C5-6E39-89FF-62BF-0EBE0C4BCEE0}"/>
                    </a:ext>
                  </a:extLst>
                </p:cNvPr>
                <p:cNvSpPr/>
                <p:nvPr/>
              </p:nvSpPr>
              <p:spPr>
                <a:xfrm>
                  <a:off x="12851453" y="1280187"/>
                  <a:ext cx="575998" cy="27166"/>
                </a:xfrm>
                <a:prstGeom prst="rect">
                  <a:avLst/>
                </a:prstGeom>
                <a:solidFill>
                  <a:srgbClr val="B74629"/>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grpSp>
            <p:nvGrpSpPr>
              <p:cNvPr id="137" name="Groep 171">
                <a:extLst>
                  <a:ext uri="{FF2B5EF4-FFF2-40B4-BE49-F238E27FC236}">
                    <a16:creationId xmlns:a16="http://schemas.microsoft.com/office/drawing/2014/main" id="{ED850BA6-D405-0A26-E064-01CF3BC6B0FD}"/>
                  </a:ext>
                </a:extLst>
              </p:cNvPr>
              <p:cNvGrpSpPr/>
              <p:nvPr/>
            </p:nvGrpSpPr>
            <p:grpSpPr>
              <a:xfrm>
                <a:off x="12849212" y="2257498"/>
                <a:ext cx="1377260" cy="591689"/>
                <a:chOff x="12849212" y="2257498"/>
                <a:chExt cx="1377260" cy="591689"/>
              </a:xfrm>
            </p:grpSpPr>
            <p:sp>
              <p:nvSpPr>
                <p:cNvPr id="138" name="Rechthoek 172">
                  <a:extLst>
                    <a:ext uri="{FF2B5EF4-FFF2-40B4-BE49-F238E27FC236}">
                      <a16:creationId xmlns:a16="http://schemas.microsoft.com/office/drawing/2014/main" id="{5F85FDEB-1289-6B4C-63D5-096A74DA176C}"/>
                    </a:ext>
                  </a:extLst>
                </p:cNvPr>
                <p:cNvSpPr/>
                <p:nvPr/>
              </p:nvSpPr>
              <p:spPr>
                <a:xfrm>
                  <a:off x="12849212" y="2257498"/>
                  <a:ext cx="1360371" cy="504849"/>
                </a:xfrm>
                <a:prstGeom prst="rect">
                  <a:avLst/>
                </a:prstGeom>
                <a:solidFill>
                  <a:srgbClr val="FFFFFF"/>
                </a:solidFill>
                <a:ln w="12701" cap="flat">
                  <a:solidFill>
                    <a:srgbClr val="D1D1D1"/>
                  </a:solidFill>
                  <a:prstDash val="solid"/>
                  <a:miter/>
                </a:ln>
              </p:spPr>
              <p:txBody>
                <a:bodyPr vert="horz" wrap="square" lIns="107999"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800" b="0" i="0" u="none" strike="noStrike" kern="1200" cap="none" spc="0" baseline="0">
                    <a:solidFill>
                      <a:srgbClr val="211F26"/>
                    </a:solidFill>
                    <a:uFillTx/>
                    <a:latin typeface="Calibri" pitchFamily="34"/>
                    <a:cs typeface="Calibri" pitchFamily="34"/>
                  </a:endParaRPr>
                </a:p>
              </p:txBody>
            </p:sp>
            <p:sp>
              <p:nvSpPr>
                <p:cNvPr id="139" name="Rechthoek 173">
                  <a:extLst>
                    <a:ext uri="{FF2B5EF4-FFF2-40B4-BE49-F238E27FC236}">
                      <a16:creationId xmlns:a16="http://schemas.microsoft.com/office/drawing/2014/main" id="{72D5B91D-02D7-B6FD-C37B-F27CDDBA79E1}"/>
                    </a:ext>
                  </a:extLst>
                </p:cNvPr>
                <p:cNvSpPr/>
                <p:nvPr/>
              </p:nvSpPr>
              <p:spPr>
                <a:xfrm>
                  <a:off x="12859316" y="2511216"/>
                  <a:ext cx="1344881" cy="246604"/>
                </a:xfrm>
                <a:prstGeom prst="rect">
                  <a:avLst/>
                </a:prstGeom>
                <a:solidFill>
                  <a:srgbClr val="FCE4DC"/>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140" name="Tekstvak 174">
                  <a:extLst>
                    <a:ext uri="{FF2B5EF4-FFF2-40B4-BE49-F238E27FC236}">
                      <a16:creationId xmlns:a16="http://schemas.microsoft.com/office/drawing/2014/main" id="{B8DD49F3-E669-7503-8614-53910CE3FD09}"/>
                    </a:ext>
                  </a:extLst>
                </p:cNvPr>
                <p:cNvSpPr txBox="1"/>
                <p:nvPr/>
              </p:nvSpPr>
              <p:spPr>
                <a:xfrm>
                  <a:off x="13041913" y="2316193"/>
                  <a:ext cx="1115997" cy="137498"/>
                </a:xfrm>
                <a:prstGeom prst="rect">
                  <a:avLst/>
                </a:prstGeom>
                <a:noFill/>
                <a:ln>
                  <a:noFill/>
                </a:ln>
              </p:spPr>
              <p:txBody>
                <a:bodyPr vert="horz" wrap="square" lIns="91440" tIns="45720" rIns="91440" bIns="45720" anchor="ctr" anchorCtr="0" compatLnSpc="1">
                  <a:noAutofit/>
                </a:bodyPr>
                <a:lstStyle/>
                <a:p>
                  <a:pPr marL="0" marR="0" lvl="0" indent="0" algn="l" defTabSz="1217514"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900" b="0" i="0" u="none" strike="noStrike" kern="1200" cap="none" spc="0" baseline="0">
                      <a:solidFill>
                        <a:srgbClr val="211F26"/>
                      </a:solidFill>
                      <a:uFillTx/>
                      <a:latin typeface="Calibri" pitchFamily="34"/>
                      <a:cs typeface="Calibri" pitchFamily="34"/>
                    </a:rPr>
                    <a:t>Add Trendline</a:t>
                  </a:r>
                </a:p>
              </p:txBody>
            </p:sp>
            <p:sp>
              <p:nvSpPr>
                <p:cNvPr id="141" name="Tekstvak 175">
                  <a:extLst>
                    <a:ext uri="{FF2B5EF4-FFF2-40B4-BE49-F238E27FC236}">
                      <a16:creationId xmlns:a16="http://schemas.microsoft.com/office/drawing/2014/main" id="{A835BDEF-4906-3745-523C-9846F6A7EE49}"/>
                    </a:ext>
                  </a:extLst>
                </p:cNvPr>
                <p:cNvSpPr txBox="1"/>
                <p:nvPr/>
              </p:nvSpPr>
              <p:spPr>
                <a:xfrm>
                  <a:off x="13048195" y="2589224"/>
                  <a:ext cx="1115997" cy="108502"/>
                </a:xfrm>
                <a:prstGeom prst="rect">
                  <a:avLst/>
                </a:prstGeom>
                <a:noFill/>
                <a:ln>
                  <a:noFill/>
                </a:ln>
              </p:spPr>
              <p:txBody>
                <a:bodyPr vert="horz" wrap="square" lIns="91440" tIns="45720" rIns="91440" bIns="45720" anchor="ctr" anchorCtr="0" compatLnSpc="1">
                  <a:noAutofit/>
                </a:bodyPr>
                <a:lstStyle/>
                <a:p>
                  <a:pPr marL="0" marR="0" lvl="0" indent="0" algn="l" defTabSz="1217514"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900" b="0" i="0" u="none" strike="noStrike" kern="1200" cap="none" spc="0" baseline="0">
                      <a:solidFill>
                        <a:srgbClr val="211F26"/>
                      </a:solidFill>
                      <a:uFillTx/>
                      <a:latin typeface="Calibri" pitchFamily="34"/>
                      <a:cs typeface="Calibri" pitchFamily="34"/>
                    </a:rPr>
                    <a:t>Format Data Series</a:t>
                  </a:r>
                </a:p>
              </p:txBody>
            </p:sp>
            <p:sp>
              <p:nvSpPr>
                <p:cNvPr id="142" name="Vrije vorm: vorm 176">
                  <a:extLst>
                    <a:ext uri="{FF2B5EF4-FFF2-40B4-BE49-F238E27FC236}">
                      <a16:creationId xmlns:a16="http://schemas.microsoft.com/office/drawing/2014/main" id="{A91497E1-573F-AD59-22F5-D2D509858788}"/>
                    </a:ext>
                  </a:extLst>
                </p:cNvPr>
                <p:cNvSpPr/>
                <p:nvPr/>
              </p:nvSpPr>
              <p:spPr>
                <a:xfrm>
                  <a:off x="14128906" y="2669188"/>
                  <a:ext cx="97566" cy="179999"/>
                </a:xfrm>
                <a:custGeom>
                  <a:avLst/>
                  <a:gdLst>
                    <a:gd name="f0" fmla="val 10800000"/>
                    <a:gd name="f1" fmla="val 5400000"/>
                    <a:gd name="f2" fmla="val 180"/>
                    <a:gd name="f3" fmla="val w"/>
                    <a:gd name="f4" fmla="val h"/>
                    <a:gd name="f5" fmla="val 0"/>
                    <a:gd name="f6" fmla="val 880280"/>
                    <a:gd name="f7" fmla="val 1624084"/>
                    <a:gd name="f8" fmla="val 1262418"/>
                    <a:gd name="f9" fmla="val 313898"/>
                    <a:gd name="f10" fmla="val 996287"/>
                    <a:gd name="f11" fmla="val 620973"/>
                    <a:gd name="f12" fmla="val 839337"/>
                    <a:gd name="f13" fmla="val 1480782"/>
                    <a:gd name="f14" fmla="val 498144"/>
                    <a:gd name="f15" fmla="val 900753"/>
                    <a:gd name="f16" fmla="val 893929"/>
                    <a:gd name="f17" fmla="+- 0 0 -90"/>
                    <a:gd name="f18" fmla="*/ f3 1 880280"/>
                    <a:gd name="f19" fmla="*/ f4 1 1624084"/>
                    <a:gd name="f20" fmla="val f5"/>
                    <a:gd name="f21" fmla="val f6"/>
                    <a:gd name="f22" fmla="val f7"/>
                    <a:gd name="f23" fmla="*/ f17 f0 1"/>
                    <a:gd name="f24" fmla="+- f22 0 f20"/>
                    <a:gd name="f25" fmla="+- f21 0 f20"/>
                    <a:gd name="f26" fmla="*/ f23 1 f2"/>
                    <a:gd name="f27" fmla="*/ f25 1 880280"/>
                    <a:gd name="f28" fmla="*/ f24 1 1624084"/>
                    <a:gd name="f29" fmla="*/ 0 f25 1"/>
                    <a:gd name="f30" fmla="*/ 0 f24 1"/>
                    <a:gd name="f31" fmla="*/ 1262418 f24 1"/>
                    <a:gd name="f32" fmla="*/ 620973 f25 1"/>
                    <a:gd name="f33" fmla="*/ 1624084 f24 1"/>
                    <a:gd name="f34" fmla="*/ 839337 f25 1"/>
                    <a:gd name="f35" fmla="*/ 1480782 f24 1"/>
                    <a:gd name="f36" fmla="*/ 900753 f24 1"/>
                    <a:gd name="f37" fmla="*/ 880280 f25 1"/>
                    <a:gd name="f38" fmla="*/ 893929 f24 1"/>
                    <a:gd name="f39" fmla="*/ 313898 f25 1"/>
                    <a:gd name="f40" fmla="*/ 996287 f24 1"/>
                    <a:gd name="f41" fmla="*/ 498144 f25 1"/>
                    <a:gd name="f42" fmla="+- f26 0 f1"/>
                    <a:gd name="f43" fmla="*/ f29 1 880280"/>
                    <a:gd name="f44" fmla="*/ f30 1 1624084"/>
                    <a:gd name="f45" fmla="*/ f31 1 1624084"/>
                    <a:gd name="f46" fmla="*/ f32 1 880280"/>
                    <a:gd name="f47" fmla="*/ f33 1 1624084"/>
                    <a:gd name="f48" fmla="*/ f34 1 880280"/>
                    <a:gd name="f49" fmla="*/ f35 1 1624084"/>
                    <a:gd name="f50" fmla="*/ f36 1 1624084"/>
                    <a:gd name="f51" fmla="*/ f37 1 880280"/>
                    <a:gd name="f52" fmla="*/ f38 1 1624084"/>
                    <a:gd name="f53" fmla="*/ f39 1 880280"/>
                    <a:gd name="f54" fmla="*/ f40 1 1624084"/>
                    <a:gd name="f55" fmla="*/ f41 1 880280"/>
                    <a:gd name="f56" fmla="*/ f20 1 f27"/>
                    <a:gd name="f57" fmla="*/ f21 1 f27"/>
                    <a:gd name="f58" fmla="*/ f20 1 f28"/>
                    <a:gd name="f59" fmla="*/ f22 1 f28"/>
                    <a:gd name="f60" fmla="*/ f43 1 f27"/>
                    <a:gd name="f61" fmla="*/ f44 1 f28"/>
                    <a:gd name="f62" fmla="*/ f45 1 f28"/>
                    <a:gd name="f63" fmla="*/ f53 1 f27"/>
                    <a:gd name="f64" fmla="*/ f54 1 f28"/>
                    <a:gd name="f65" fmla="*/ f46 1 f27"/>
                    <a:gd name="f66" fmla="*/ f47 1 f28"/>
                    <a:gd name="f67" fmla="*/ f48 1 f27"/>
                    <a:gd name="f68" fmla="*/ f49 1 f28"/>
                    <a:gd name="f69" fmla="*/ f55 1 f27"/>
                    <a:gd name="f70" fmla="*/ f50 1 f28"/>
                    <a:gd name="f71" fmla="*/ f51 1 f27"/>
                    <a:gd name="f72" fmla="*/ f52 1 f28"/>
                    <a:gd name="f73" fmla="*/ f56 f18 1"/>
                    <a:gd name="f74" fmla="*/ f57 f18 1"/>
                    <a:gd name="f75" fmla="*/ f59 f19 1"/>
                    <a:gd name="f76" fmla="*/ f58 f19 1"/>
                    <a:gd name="f77" fmla="*/ f60 f18 1"/>
                    <a:gd name="f78" fmla="*/ f61 f19 1"/>
                    <a:gd name="f79" fmla="*/ f62 f19 1"/>
                    <a:gd name="f80" fmla="*/ f63 f18 1"/>
                    <a:gd name="f81" fmla="*/ f64 f19 1"/>
                    <a:gd name="f82" fmla="*/ f65 f18 1"/>
                    <a:gd name="f83" fmla="*/ f66 f19 1"/>
                    <a:gd name="f84" fmla="*/ f67 f18 1"/>
                    <a:gd name="f85" fmla="*/ f68 f19 1"/>
                    <a:gd name="f86" fmla="*/ f69 f18 1"/>
                    <a:gd name="f87" fmla="*/ f70 f19 1"/>
                    <a:gd name="f88" fmla="*/ f71 f18 1"/>
                    <a:gd name="f89" fmla="*/ f72 f19 1"/>
                  </a:gdLst>
                  <a:ahLst/>
                  <a:cxnLst>
                    <a:cxn ang="3cd4">
                      <a:pos x="hc" y="t"/>
                    </a:cxn>
                    <a:cxn ang="0">
                      <a:pos x="r" y="vc"/>
                    </a:cxn>
                    <a:cxn ang="cd4">
                      <a:pos x="hc" y="b"/>
                    </a:cxn>
                    <a:cxn ang="cd2">
                      <a:pos x="l" y="vc"/>
                    </a:cxn>
                    <a:cxn ang="f42">
                      <a:pos x="f77" y="f78"/>
                    </a:cxn>
                    <a:cxn ang="f42">
                      <a:pos x="f77" y="f79"/>
                    </a:cxn>
                    <a:cxn ang="f42">
                      <a:pos x="f80" y="f81"/>
                    </a:cxn>
                    <a:cxn ang="f42">
                      <a:pos x="f82" y="f83"/>
                    </a:cxn>
                    <a:cxn ang="f42">
                      <a:pos x="f84" y="f85"/>
                    </a:cxn>
                    <a:cxn ang="f42">
                      <a:pos x="f86" y="f87"/>
                    </a:cxn>
                    <a:cxn ang="f42">
                      <a:pos x="f88" y="f89"/>
                    </a:cxn>
                    <a:cxn ang="f42">
                      <a:pos x="f77" y="f78"/>
                    </a:cxn>
                  </a:cxnLst>
                  <a:rect l="f73" t="f76" r="f74" b="f75"/>
                  <a:pathLst>
                    <a:path w="880280" h="1624084">
                      <a:moveTo>
                        <a:pt x="f5" y="f5"/>
                      </a:moveTo>
                      <a:lnTo>
                        <a:pt x="f5" y="f8"/>
                      </a:lnTo>
                      <a:lnTo>
                        <a:pt x="f9" y="f10"/>
                      </a:lnTo>
                      <a:lnTo>
                        <a:pt x="f11" y="f7"/>
                      </a:lnTo>
                      <a:lnTo>
                        <a:pt x="f12" y="f13"/>
                      </a:lnTo>
                      <a:lnTo>
                        <a:pt x="f14" y="f15"/>
                      </a:lnTo>
                      <a:lnTo>
                        <a:pt x="f6" y="f16"/>
                      </a:lnTo>
                      <a:lnTo>
                        <a:pt x="f5" y="f5"/>
                      </a:lnTo>
                      <a:close/>
                    </a:path>
                  </a:pathLst>
                </a:custGeom>
                <a:solidFill>
                  <a:srgbClr val="FFFFFF"/>
                </a:solidFill>
                <a:ln w="12701" cap="flat">
                  <a:solidFill>
                    <a:srgbClr val="000000"/>
                  </a:solidFill>
                  <a:prstDash val="solid"/>
                  <a:miter/>
                </a:ln>
              </p:spPr>
              <p:txBody>
                <a:bodyPr vert="horz" wrap="square" lIns="179999" tIns="179999" rIns="179999" bIns="179999"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1600" b="0" i="0" u="none" strike="noStrike" kern="1200" cap="all" spc="0" baseline="0">
                    <a:solidFill>
                      <a:srgbClr val="FFFFFF"/>
                    </a:solidFill>
                    <a:uFillTx/>
                    <a:latin typeface="Calibri" pitchFamily="34"/>
                    <a:cs typeface="Calibri" pitchFamily="34"/>
                  </a:endParaRPr>
                </a:p>
              </p:txBody>
            </p:sp>
            <p:grpSp>
              <p:nvGrpSpPr>
                <p:cNvPr id="143" name="Groep 177">
                  <a:extLst>
                    <a:ext uri="{FF2B5EF4-FFF2-40B4-BE49-F238E27FC236}">
                      <a16:creationId xmlns:a16="http://schemas.microsoft.com/office/drawing/2014/main" id="{59583A5B-FB5B-2F1B-8FCB-5B374FBBCE72}"/>
                    </a:ext>
                  </a:extLst>
                </p:cNvPr>
                <p:cNvGrpSpPr/>
                <p:nvPr/>
              </p:nvGrpSpPr>
              <p:grpSpPr>
                <a:xfrm>
                  <a:off x="12905551" y="2554358"/>
                  <a:ext cx="225664" cy="229648"/>
                  <a:chOff x="12905551" y="2554358"/>
                  <a:chExt cx="225664" cy="229648"/>
                </a:xfrm>
              </p:grpSpPr>
              <p:sp>
                <p:nvSpPr>
                  <p:cNvPr id="144" name="Rechthoek 181">
                    <a:extLst>
                      <a:ext uri="{FF2B5EF4-FFF2-40B4-BE49-F238E27FC236}">
                        <a16:creationId xmlns:a16="http://schemas.microsoft.com/office/drawing/2014/main" id="{97FD011E-4AFF-AA74-8A8B-8A862C373D87}"/>
                      </a:ext>
                    </a:extLst>
                  </p:cNvPr>
                  <p:cNvSpPr/>
                  <p:nvPr/>
                </p:nvSpPr>
                <p:spPr>
                  <a:xfrm>
                    <a:off x="12918780" y="2601998"/>
                    <a:ext cx="43196" cy="104607"/>
                  </a:xfrm>
                  <a:prstGeom prst="rect">
                    <a:avLst/>
                  </a:prstGeom>
                  <a:solidFill>
                    <a:srgbClr val="4D82B8"/>
                  </a:solidFill>
                  <a:ln>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2000" b="0" i="0" u="none" strike="noStrike" kern="1200" cap="none" spc="0" baseline="0">
                      <a:solidFill>
                        <a:srgbClr val="211F26"/>
                      </a:solidFill>
                      <a:uFillTx/>
                      <a:latin typeface="Calibri" pitchFamily="34"/>
                      <a:cs typeface="Calibri" pitchFamily="34"/>
                    </a:endParaRPr>
                  </a:p>
                </p:txBody>
              </p:sp>
              <p:sp>
                <p:nvSpPr>
                  <p:cNvPr id="145" name="Rechthoek 182">
                    <a:extLst>
                      <a:ext uri="{FF2B5EF4-FFF2-40B4-BE49-F238E27FC236}">
                        <a16:creationId xmlns:a16="http://schemas.microsoft.com/office/drawing/2014/main" id="{99F2CE01-5641-C5DE-DD30-EF94763F5AEB}"/>
                      </a:ext>
                    </a:extLst>
                  </p:cNvPr>
                  <p:cNvSpPr/>
                  <p:nvPr/>
                </p:nvSpPr>
                <p:spPr>
                  <a:xfrm>
                    <a:off x="12964445" y="2554358"/>
                    <a:ext cx="43196" cy="152247"/>
                  </a:xfrm>
                  <a:prstGeom prst="rect">
                    <a:avLst/>
                  </a:prstGeom>
                  <a:solidFill>
                    <a:srgbClr val="EDC87E"/>
                  </a:solidFill>
                  <a:ln>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2000" b="0" i="0" u="none" strike="noStrike" kern="1200" cap="none" spc="0" baseline="0">
                      <a:solidFill>
                        <a:srgbClr val="211F26"/>
                      </a:solidFill>
                      <a:uFillTx/>
                      <a:latin typeface="Calibri" pitchFamily="34"/>
                      <a:cs typeface="Calibri" pitchFamily="34"/>
                    </a:endParaRPr>
                  </a:p>
                </p:txBody>
              </p:sp>
              <p:sp>
                <p:nvSpPr>
                  <p:cNvPr id="146" name="Rechthoek 183">
                    <a:extLst>
                      <a:ext uri="{FF2B5EF4-FFF2-40B4-BE49-F238E27FC236}">
                        <a16:creationId xmlns:a16="http://schemas.microsoft.com/office/drawing/2014/main" id="{E165AB4A-14F4-B83C-1D54-A67683979A38}"/>
                      </a:ext>
                    </a:extLst>
                  </p:cNvPr>
                  <p:cNvSpPr/>
                  <p:nvPr/>
                </p:nvSpPr>
                <p:spPr>
                  <a:xfrm>
                    <a:off x="13011893" y="2588254"/>
                    <a:ext cx="43196" cy="118350"/>
                  </a:xfrm>
                  <a:prstGeom prst="rect">
                    <a:avLst/>
                  </a:prstGeom>
                  <a:solidFill>
                    <a:srgbClr val="808080"/>
                  </a:solidFill>
                  <a:ln>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2000" b="0" i="0" u="none" strike="noStrike" kern="1200" cap="none" spc="0" baseline="0">
                      <a:solidFill>
                        <a:srgbClr val="211F26"/>
                      </a:solidFill>
                      <a:uFillTx/>
                      <a:latin typeface="Calibri" pitchFamily="34"/>
                      <a:cs typeface="Calibri" pitchFamily="34"/>
                    </a:endParaRPr>
                  </a:p>
                </p:txBody>
              </p:sp>
              <p:sp>
                <p:nvSpPr>
                  <p:cNvPr id="147" name="Rechthoek 282">
                    <a:extLst>
                      <a:ext uri="{FF2B5EF4-FFF2-40B4-BE49-F238E27FC236}">
                        <a16:creationId xmlns:a16="http://schemas.microsoft.com/office/drawing/2014/main" id="{BE47CDBA-A016-1214-96E3-176E44134029}"/>
                      </a:ext>
                    </a:extLst>
                  </p:cNvPr>
                  <p:cNvSpPr/>
                  <p:nvPr/>
                </p:nvSpPr>
                <p:spPr>
                  <a:xfrm rot="19731945">
                    <a:off x="12905551" y="2637200"/>
                    <a:ext cx="225664" cy="146806"/>
                  </a:xfrm>
                  <a:custGeom>
                    <a:avLst/>
                    <a:gdLst>
                      <a:gd name="f0" fmla="val 10800000"/>
                      <a:gd name="f1" fmla="val 5400000"/>
                      <a:gd name="f2" fmla="val 180"/>
                      <a:gd name="f3" fmla="val w"/>
                      <a:gd name="f4" fmla="val h"/>
                      <a:gd name="f5" fmla="val 0"/>
                      <a:gd name="f6" fmla="val 225663"/>
                      <a:gd name="f7" fmla="val 146804"/>
                      <a:gd name="f8" fmla="val 13407"/>
                      <a:gd name="f9" fmla="val 11860"/>
                      <a:gd name="f10" fmla="val 160746"/>
                      <a:gd name="f11" fmla="val 50836"/>
                      <a:gd name="f12" fmla="+- 0 0 -90"/>
                      <a:gd name="f13" fmla="*/ f3 1 225663"/>
                      <a:gd name="f14" fmla="*/ f4 1 146804"/>
                      <a:gd name="f15" fmla="val f5"/>
                      <a:gd name="f16" fmla="val f6"/>
                      <a:gd name="f17" fmla="val f7"/>
                      <a:gd name="f18" fmla="*/ f12 f0 1"/>
                      <a:gd name="f19" fmla="+- f17 0 f15"/>
                      <a:gd name="f20" fmla="+- f16 0 f15"/>
                      <a:gd name="f21" fmla="*/ f18 1 f2"/>
                      <a:gd name="f22" fmla="*/ f20 1 225663"/>
                      <a:gd name="f23" fmla="*/ f19 1 146804"/>
                      <a:gd name="f24" fmla="*/ 13407 f20 1"/>
                      <a:gd name="f25" fmla="*/ 11860 f19 1"/>
                      <a:gd name="f26" fmla="*/ 225663 f20 1"/>
                      <a:gd name="f27" fmla="*/ 0 f19 1"/>
                      <a:gd name="f28" fmla="*/ 160746 f20 1"/>
                      <a:gd name="f29" fmla="*/ 146804 f19 1"/>
                      <a:gd name="f30" fmla="*/ 0 f20 1"/>
                      <a:gd name="f31" fmla="*/ 50836 f19 1"/>
                      <a:gd name="f32" fmla="+- f21 0 f1"/>
                      <a:gd name="f33" fmla="*/ f24 1 225663"/>
                      <a:gd name="f34" fmla="*/ f25 1 146804"/>
                      <a:gd name="f35" fmla="*/ f26 1 225663"/>
                      <a:gd name="f36" fmla="*/ f27 1 146804"/>
                      <a:gd name="f37" fmla="*/ f28 1 225663"/>
                      <a:gd name="f38" fmla="*/ f29 1 146804"/>
                      <a:gd name="f39" fmla="*/ f30 1 225663"/>
                      <a:gd name="f40" fmla="*/ f31 1 146804"/>
                      <a:gd name="f41" fmla="*/ f15 1 f22"/>
                      <a:gd name="f42" fmla="*/ f16 1 f22"/>
                      <a:gd name="f43" fmla="*/ f15 1 f23"/>
                      <a:gd name="f44" fmla="*/ f17 1 f23"/>
                      <a:gd name="f45" fmla="*/ f33 1 f22"/>
                      <a:gd name="f46" fmla="*/ f34 1 f23"/>
                      <a:gd name="f47" fmla="*/ f35 1 f22"/>
                      <a:gd name="f48" fmla="*/ f36 1 f23"/>
                      <a:gd name="f49" fmla="*/ f37 1 f22"/>
                      <a:gd name="f50" fmla="*/ f38 1 f23"/>
                      <a:gd name="f51" fmla="*/ f39 1 f22"/>
                      <a:gd name="f52" fmla="*/ f40 1 f23"/>
                      <a:gd name="f53" fmla="*/ f41 f13 1"/>
                      <a:gd name="f54" fmla="*/ f42 f13 1"/>
                      <a:gd name="f55" fmla="*/ f44 f14 1"/>
                      <a:gd name="f56" fmla="*/ f43 f14 1"/>
                      <a:gd name="f57" fmla="*/ f45 f13 1"/>
                      <a:gd name="f58" fmla="*/ f46 f14 1"/>
                      <a:gd name="f59" fmla="*/ f47 f13 1"/>
                      <a:gd name="f60" fmla="*/ f48 f14 1"/>
                      <a:gd name="f61" fmla="*/ f49 f13 1"/>
                      <a:gd name="f62" fmla="*/ f50 f14 1"/>
                      <a:gd name="f63" fmla="*/ f51 f13 1"/>
                      <a:gd name="f64" fmla="*/ f52 f14 1"/>
                    </a:gdLst>
                    <a:ahLst/>
                    <a:cxnLst>
                      <a:cxn ang="3cd4">
                        <a:pos x="hc" y="t"/>
                      </a:cxn>
                      <a:cxn ang="0">
                        <a:pos x="r" y="vc"/>
                      </a:cxn>
                      <a:cxn ang="cd4">
                        <a:pos x="hc" y="b"/>
                      </a:cxn>
                      <a:cxn ang="cd2">
                        <a:pos x="l" y="vc"/>
                      </a:cxn>
                      <a:cxn ang="f32">
                        <a:pos x="f57" y="f58"/>
                      </a:cxn>
                      <a:cxn ang="f32">
                        <a:pos x="f59" y="f60"/>
                      </a:cxn>
                      <a:cxn ang="f32">
                        <a:pos x="f61" y="f62"/>
                      </a:cxn>
                      <a:cxn ang="f32">
                        <a:pos x="f63" y="f64"/>
                      </a:cxn>
                      <a:cxn ang="f32">
                        <a:pos x="f57" y="f58"/>
                      </a:cxn>
                    </a:cxnLst>
                    <a:rect l="f53" t="f56" r="f54" b="f55"/>
                    <a:pathLst>
                      <a:path w="225663" h="146804">
                        <a:moveTo>
                          <a:pt x="f8" y="f9"/>
                        </a:moveTo>
                        <a:lnTo>
                          <a:pt x="f6" y="f5"/>
                        </a:lnTo>
                        <a:lnTo>
                          <a:pt x="f10" y="f7"/>
                        </a:lnTo>
                        <a:lnTo>
                          <a:pt x="f5" y="f11"/>
                        </a:lnTo>
                        <a:lnTo>
                          <a:pt x="f8" y="f9"/>
                        </a:lnTo>
                        <a:close/>
                      </a:path>
                    </a:pathLst>
                  </a:custGeom>
                  <a:solidFill>
                    <a:srgbClr val="FCE4DC"/>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grpSp>
              <p:nvGrpSpPr>
                <p:cNvPr id="148" name="Groep 178">
                  <a:extLst>
                    <a:ext uri="{FF2B5EF4-FFF2-40B4-BE49-F238E27FC236}">
                      <a16:creationId xmlns:a16="http://schemas.microsoft.com/office/drawing/2014/main" id="{CC779BD8-7DC3-2BD5-AB3E-265E1E080992}"/>
                    </a:ext>
                  </a:extLst>
                </p:cNvPr>
                <p:cNvGrpSpPr/>
                <p:nvPr/>
              </p:nvGrpSpPr>
              <p:grpSpPr>
                <a:xfrm>
                  <a:off x="12944053" y="2607750"/>
                  <a:ext cx="140242" cy="116558"/>
                  <a:chOff x="12944053" y="2607750"/>
                  <a:chExt cx="140242" cy="116558"/>
                </a:xfrm>
              </p:grpSpPr>
              <p:sp>
                <p:nvSpPr>
                  <p:cNvPr id="149" name="Vrije vorm: vorm 179">
                    <a:extLst>
                      <a:ext uri="{FF2B5EF4-FFF2-40B4-BE49-F238E27FC236}">
                        <a16:creationId xmlns:a16="http://schemas.microsoft.com/office/drawing/2014/main" id="{74AFAED6-C7A6-BC5C-C817-8B469A627A3B}"/>
                      </a:ext>
                    </a:extLst>
                  </p:cNvPr>
                  <p:cNvSpPr/>
                  <p:nvPr/>
                </p:nvSpPr>
                <p:spPr>
                  <a:xfrm rot="513874">
                    <a:off x="13009077" y="2607750"/>
                    <a:ext cx="75218" cy="89163"/>
                  </a:xfrm>
                  <a:custGeom>
                    <a:avLst/>
                    <a:gdLst>
                      <a:gd name="f0" fmla="val 10800000"/>
                      <a:gd name="f1" fmla="val 5400000"/>
                      <a:gd name="f2" fmla="val 180"/>
                      <a:gd name="f3" fmla="val w"/>
                      <a:gd name="f4" fmla="val h"/>
                      <a:gd name="f5" fmla="val 0"/>
                      <a:gd name="f6" fmla="val 165794"/>
                      <a:gd name="f7" fmla="val 200436"/>
                      <a:gd name="f8" fmla="val 163491"/>
                      <a:gd name="f9" fmla="val 14624"/>
                      <a:gd name="f10" fmla="val 129624"/>
                      <a:gd name="f11" fmla="val 137006"/>
                      <a:gd name="f12" fmla="val -18157"/>
                      <a:gd name="f13" fmla="val 161637"/>
                      <a:gd name="f14" fmla="val 1854"/>
                      <a:gd name="f15" fmla="val 186268"/>
                      <a:gd name="f16" fmla="val 21865"/>
                      <a:gd name="f17" fmla="val 94672"/>
                      <a:gd name="f18" fmla="val 172727"/>
                      <a:gd name="f19" fmla="val 64654"/>
                      <a:gd name="f20" fmla="+- 0 0 -90"/>
                      <a:gd name="f21" fmla="*/ f3 1 165794"/>
                      <a:gd name="f22" fmla="*/ f4 1 200436"/>
                      <a:gd name="f23" fmla="val f5"/>
                      <a:gd name="f24" fmla="val f6"/>
                      <a:gd name="f25" fmla="val f7"/>
                      <a:gd name="f26" fmla="*/ f20 f0 1"/>
                      <a:gd name="f27" fmla="+- f25 0 f23"/>
                      <a:gd name="f28" fmla="+- f24 0 f23"/>
                      <a:gd name="f29" fmla="*/ f26 1 f2"/>
                      <a:gd name="f30" fmla="*/ f28 1 165794"/>
                      <a:gd name="f31" fmla="*/ f27 1 200436"/>
                      <a:gd name="f32" fmla="*/ 0 f28 1"/>
                      <a:gd name="f33" fmla="*/ 163491 f27 1"/>
                      <a:gd name="f34" fmla="*/ 161637 f28 1"/>
                      <a:gd name="f35" fmla="*/ 1854 f27 1"/>
                      <a:gd name="f36" fmla="*/ 64654 f28 1"/>
                      <a:gd name="f37" fmla="*/ 200436 f27 1"/>
                      <a:gd name="f38" fmla="+- f29 0 f1"/>
                      <a:gd name="f39" fmla="*/ f32 1 165794"/>
                      <a:gd name="f40" fmla="*/ f33 1 200436"/>
                      <a:gd name="f41" fmla="*/ f34 1 165794"/>
                      <a:gd name="f42" fmla="*/ f35 1 200436"/>
                      <a:gd name="f43" fmla="*/ f36 1 165794"/>
                      <a:gd name="f44" fmla="*/ f37 1 200436"/>
                      <a:gd name="f45" fmla="*/ f23 1 f30"/>
                      <a:gd name="f46" fmla="*/ f24 1 f30"/>
                      <a:gd name="f47" fmla="*/ f23 1 f31"/>
                      <a:gd name="f48" fmla="*/ f25 1 f31"/>
                      <a:gd name="f49" fmla="*/ f39 1 f30"/>
                      <a:gd name="f50" fmla="*/ f40 1 f31"/>
                      <a:gd name="f51" fmla="*/ f41 1 f30"/>
                      <a:gd name="f52" fmla="*/ f42 1 f31"/>
                      <a:gd name="f53" fmla="*/ f43 1 f30"/>
                      <a:gd name="f54" fmla="*/ f44 1 f31"/>
                      <a:gd name="f55" fmla="*/ f45 f21 1"/>
                      <a:gd name="f56" fmla="*/ f46 f21 1"/>
                      <a:gd name="f57" fmla="*/ f48 f22 1"/>
                      <a:gd name="f58" fmla="*/ f47 f22 1"/>
                      <a:gd name="f59" fmla="*/ f49 f21 1"/>
                      <a:gd name="f60" fmla="*/ f50 f22 1"/>
                      <a:gd name="f61" fmla="*/ f51 f21 1"/>
                      <a:gd name="f62" fmla="*/ f52 f22 1"/>
                      <a:gd name="f63" fmla="*/ f53 f21 1"/>
                      <a:gd name="f64" fmla="*/ f54 f22 1"/>
                    </a:gdLst>
                    <a:ahLst/>
                    <a:cxnLst>
                      <a:cxn ang="3cd4">
                        <a:pos x="hc" y="t"/>
                      </a:cxn>
                      <a:cxn ang="0">
                        <a:pos x="r" y="vc"/>
                      </a:cxn>
                      <a:cxn ang="cd4">
                        <a:pos x="hc" y="b"/>
                      </a:cxn>
                      <a:cxn ang="cd2">
                        <a:pos x="l" y="vc"/>
                      </a:cxn>
                      <a:cxn ang="f38">
                        <a:pos x="f59" y="f60"/>
                      </a:cxn>
                      <a:cxn ang="f38">
                        <a:pos x="f61" y="f62"/>
                      </a:cxn>
                      <a:cxn ang="f38">
                        <a:pos x="f63" y="f64"/>
                      </a:cxn>
                      <a:cxn ang="f38">
                        <a:pos x="f59" y="f60"/>
                      </a:cxn>
                    </a:cxnLst>
                    <a:rect l="f55" t="f58" r="f56" b="f57"/>
                    <a:pathLst>
                      <a:path w="165794" h="200436">
                        <a:moveTo>
                          <a:pt x="f5" y="f8"/>
                        </a:moveTo>
                        <a:cubicBezTo>
                          <a:pt x="f9" y="f10"/>
                          <a:pt x="f11" y="f12"/>
                          <a:pt x="f13" y="f14"/>
                        </a:cubicBezTo>
                        <a:cubicBezTo>
                          <a:pt x="f15" y="f16"/>
                          <a:pt x="f17" y="f18"/>
                          <a:pt x="f19" y="f7"/>
                        </a:cubicBezTo>
                        <a:lnTo>
                          <a:pt x="f5" y="f8"/>
                        </a:lnTo>
                        <a:close/>
                      </a:path>
                    </a:pathLst>
                  </a:custGeom>
                  <a:solidFill>
                    <a:srgbClr val="FFFFFF"/>
                  </a:solidFill>
                  <a:ln w="9528" cap="flat">
                    <a:solidFill>
                      <a:srgbClr val="3F3E3C"/>
                    </a:solidFill>
                    <a:prstDash val="solid"/>
                    <a:miter/>
                  </a:ln>
                </p:spPr>
                <p:txBody>
                  <a:bodyPr vert="horz" wrap="square" lIns="179999" tIns="179999" rIns="179999" bIns="179999"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1600" b="0" i="0" u="none" strike="noStrike" kern="1200" cap="all" spc="0" baseline="0">
                      <a:solidFill>
                        <a:srgbClr val="FFFFFF"/>
                      </a:solidFill>
                      <a:uFillTx/>
                      <a:latin typeface="Arial"/>
                    </a:endParaRPr>
                  </a:p>
                </p:txBody>
              </p:sp>
              <p:sp>
                <p:nvSpPr>
                  <p:cNvPr id="150" name="Vrije vorm: vorm 180">
                    <a:extLst>
                      <a:ext uri="{FF2B5EF4-FFF2-40B4-BE49-F238E27FC236}">
                        <a16:creationId xmlns:a16="http://schemas.microsoft.com/office/drawing/2014/main" id="{6A4DAEB7-6EC2-79A5-DF43-AAB3A2C018ED}"/>
                      </a:ext>
                    </a:extLst>
                  </p:cNvPr>
                  <p:cNvSpPr/>
                  <p:nvPr/>
                </p:nvSpPr>
                <p:spPr>
                  <a:xfrm rot="513874">
                    <a:off x="12944053" y="2671666"/>
                    <a:ext cx="94055" cy="52642"/>
                  </a:xfrm>
                  <a:custGeom>
                    <a:avLst/>
                    <a:gdLst>
                      <a:gd name="f0" fmla="val 10800000"/>
                      <a:gd name="f1" fmla="val 5400000"/>
                      <a:gd name="f2" fmla="val 180"/>
                      <a:gd name="f3" fmla="val w"/>
                      <a:gd name="f4" fmla="val h"/>
                      <a:gd name="f5" fmla="val 0"/>
                      <a:gd name="f6" fmla="val 117808"/>
                      <a:gd name="f7" fmla="val 67245"/>
                      <a:gd name="f8" fmla="val 220"/>
                      <a:gd name="f9" fmla="val 56172"/>
                      <a:gd name="f10" fmla="val -3628"/>
                      <a:gd name="f11" fmla="val 70796"/>
                      <a:gd name="f12" fmla="val 44022"/>
                      <a:gd name="f13" fmla="val 68627"/>
                      <a:gd name="f14" fmla="val 63614"/>
                      <a:gd name="f15" fmla="val 62785"/>
                      <a:gd name="f16" fmla="val 83206"/>
                      <a:gd name="f17" fmla="val 56943"/>
                      <a:gd name="f18" fmla="val 116546"/>
                      <a:gd name="f19" fmla="val 31369"/>
                      <a:gd name="f20" fmla="val 117770"/>
                      <a:gd name="f21" fmla="val 21119"/>
                      <a:gd name="f22" fmla="val 118994"/>
                      <a:gd name="f23" fmla="val 10869"/>
                      <a:gd name="f24" fmla="val 90549"/>
                      <a:gd name="f25" fmla="val -4559"/>
                      <a:gd name="f26" fmla="val 70957"/>
                      <a:gd name="f27" fmla="val 1283"/>
                      <a:gd name="f28" fmla="val 51365"/>
                      <a:gd name="f29" fmla="val 7125"/>
                      <a:gd name="f30" fmla="val 61415"/>
                      <a:gd name="f31" fmla="val 48373"/>
                      <a:gd name="f32" fmla="+- 0 0 -90"/>
                      <a:gd name="f33" fmla="*/ f3 1 117808"/>
                      <a:gd name="f34" fmla="*/ f4 1 67245"/>
                      <a:gd name="f35" fmla="val f5"/>
                      <a:gd name="f36" fmla="val f6"/>
                      <a:gd name="f37" fmla="val f7"/>
                      <a:gd name="f38" fmla="*/ f32 f0 1"/>
                      <a:gd name="f39" fmla="+- f37 0 f35"/>
                      <a:gd name="f40" fmla="+- f36 0 f35"/>
                      <a:gd name="f41" fmla="*/ f38 1 f2"/>
                      <a:gd name="f42" fmla="*/ f40 1 117808"/>
                      <a:gd name="f43" fmla="*/ f39 1 67245"/>
                      <a:gd name="f44" fmla="*/ 220 f40 1"/>
                      <a:gd name="f45" fmla="*/ 56172 f39 1"/>
                      <a:gd name="f46" fmla="*/ 63614 f40 1"/>
                      <a:gd name="f47" fmla="*/ 62785 f39 1"/>
                      <a:gd name="f48" fmla="*/ 117770 f40 1"/>
                      <a:gd name="f49" fmla="*/ 21119 f39 1"/>
                      <a:gd name="f50" fmla="*/ 70957 f40 1"/>
                      <a:gd name="f51" fmla="*/ 1283 f39 1"/>
                      <a:gd name="f52" fmla="+- f41 0 f1"/>
                      <a:gd name="f53" fmla="*/ f44 1 117808"/>
                      <a:gd name="f54" fmla="*/ f45 1 67245"/>
                      <a:gd name="f55" fmla="*/ f46 1 117808"/>
                      <a:gd name="f56" fmla="*/ f47 1 67245"/>
                      <a:gd name="f57" fmla="*/ f48 1 117808"/>
                      <a:gd name="f58" fmla="*/ f49 1 67245"/>
                      <a:gd name="f59" fmla="*/ f50 1 117808"/>
                      <a:gd name="f60" fmla="*/ f51 1 67245"/>
                      <a:gd name="f61" fmla="*/ f35 1 f42"/>
                      <a:gd name="f62" fmla="*/ f36 1 f42"/>
                      <a:gd name="f63" fmla="*/ f35 1 f43"/>
                      <a:gd name="f64" fmla="*/ f37 1 f43"/>
                      <a:gd name="f65" fmla="*/ f53 1 f42"/>
                      <a:gd name="f66" fmla="*/ f54 1 f43"/>
                      <a:gd name="f67" fmla="*/ f55 1 f42"/>
                      <a:gd name="f68" fmla="*/ f56 1 f43"/>
                      <a:gd name="f69" fmla="*/ f57 1 f42"/>
                      <a:gd name="f70" fmla="*/ f58 1 f43"/>
                      <a:gd name="f71" fmla="*/ f59 1 f42"/>
                      <a:gd name="f72" fmla="*/ f60 1 f43"/>
                      <a:gd name="f73" fmla="*/ f61 f33 1"/>
                      <a:gd name="f74" fmla="*/ f62 f33 1"/>
                      <a:gd name="f75" fmla="*/ f64 f34 1"/>
                      <a:gd name="f76" fmla="*/ f63 f34 1"/>
                      <a:gd name="f77" fmla="*/ f65 f33 1"/>
                      <a:gd name="f78" fmla="*/ f66 f34 1"/>
                      <a:gd name="f79" fmla="*/ f67 f33 1"/>
                      <a:gd name="f80" fmla="*/ f68 f34 1"/>
                      <a:gd name="f81" fmla="*/ f69 f33 1"/>
                      <a:gd name="f82" fmla="*/ f70 f34 1"/>
                      <a:gd name="f83" fmla="*/ f71 f33 1"/>
                      <a:gd name="f84" fmla="*/ f72 f34 1"/>
                    </a:gdLst>
                    <a:ahLst/>
                    <a:cxnLst>
                      <a:cxn ang="3cd4">
                        <a:pos x="hc" y="t"/>
                      </a:cxn>
                      <a:cxn ang="0">
                        <a:pos x="r" y="vc"/>
                      </a:cxn>
                      <a:cxn ang="cd4">
                        <a:pos x="hc" y="b"/>
                      </a:cxn>
                      <a:cxn ang="cd2">
                        <a:pos x="l" y="vc"/>
                      </a:cxn>
                      <a:cxn ang="f52">
                        <a:pos x="f77" y="f78"/>
                      </a:cxn>
                      <a:cxn ang="f52">
                        <a:pos x="f79" y="f80"/>
                      </a:cxn>
                      <a:cxn ang="f52">
                        <a:pos x="f81" y="f82"/>
                      </a:cxn>
                      <a:cxn ang="f52">
                        <a:pos x="f83" y="f84"/>
                      </a:cxn>
                      <a:cxn ang="f52">
                        <a:pos x="f77" y="f78"/>
                      </a:cxn>
                    </a:cxnLst>
                    <a:rect l="f73" t="f76" r="f74" b="f75"/>
                    <a:pathLst>
                      <a:path w="117808" h="67245">
                        <a:moveTo>
                          <a:pt x="f8" y="f9"/>
                        </a:moveTo>
                        <a:cubicBezTo>
                          <a:pt x="f10" y="f11"/>
                          <a:pt x="f12" y="f13"/>
                          <a:pt x="f14" y="f15"/>
                        </a:cubicBezTo>
                        <a:cubicBezTo>
                          <a:pt x="f16" y="f17"/>
                          <a:pt x="f18" y="f19"/>
                          <a:pt x="f20" y="f21"/>
                        </a:cubicBezTo>
                        <a:cubicBezTo>
                          <a:pt x="f22" y="f23"/>
                          <a:pt x="f24" y="f25"/>
                          <a:pt x="f26" y="f27"/>
                        </a:cubicBezTo>
                        <a:cubicBezTo>
                          <a:pt x="f28" y="f29"/>
                          <a:pt x="f30" y="f31"/>
                          <a:pt x="f8" y="f9"/>
                        </a:cubicBezTo>
                        <a:close/>
                      </a:path>
                    </a:pathLst>
                  </a:custGeom>
                  <a:solidFill>
                    <a:srgbClr val="8AC3EF"/>
                  </a:solidFill>
                  <a:ln w="9528" cap="flat">
                    <a:solidFill>
                      <a:srgbClr val="307EBD"/>
                    </a:solidFill>
                    <a:prstDash val="solid"/>
                    <a:miter/>
                  </a:ln>
                </p:spPr>
                <p:txBody>
                  <a:bodyPr vert="horz" wrap="square" lIns="179999" tIns="179999" rIns="179999" bIns="179999"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1600" b="0" i="0" u="none" strike="noStrike" kern="1200" cap="all" spc="0" baseline="0">
                      <a:solidFill>
                        <a:srgbClr val="FFFFFF"/>
                      </a:solidFill>
                      <a:uFillTx/>
                      <a:latin typeface="Arial"/>
                    </a:endParaRPr>
                  </a:p>
                </p:txBody>
              </p:sp>
            </p:grpSp>
          </p:grpSp>
        </p:grpSp>
      </p:grpSp>
    </p:spTree>
    <p:extLst>
      <p:ext uri="{BB962C8B-B14F-4D97-AF65-F5344CB8AC3E}">
        <p14:creationId xmlns:p14="http://schemas.microsoft.com/office/powerpoint/2010/main" val="764806479"/>
      </p:ext>
    </p:extLst>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Graph">
    <p:spTree>
      <p:nvGrpSpPr>
        <p:cNvPr id="1" name=""/>
        <p:cNvGrpSpPr/>
        <p:nvPr/>
      </p:nvGrpSpPr>
      <p:grpSpPr>
        <a:xfrm>
          <a:off x="0" y="0"/>
          <a:ext cx="0" cy="0"/>
          <a:chOff x="0" y="0"/>
          <a:chExt cx="0" cy="0"/>
        </a:xfrm>
      </p:grpSpPr>
    </p:spTree>
    <p:extLst>
      <p:ext uri="{BB962C8B-B14F-4D97-AF65-F5344CB8AC3E}">
        <p14:creationId xmlns:p14="http://schemas.microsoft.com/office/powerpoint/2010/main" val="1289184583"/>
      </p:ext>
    </p:extLst>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ext + table">
    <p:spTree>
      <p:nvGrpSpPr>
        <p:cNvPr id="1" name=""/>
        <p:cNvGrpSpPr/>
        <p:nvPr/>
      </p:nvGrpSpPr>
      <p:grpSpPr>
        <a:xfrm>
          <a:off x="0" y="0"/>
          <a:ext cx="0" cy="0"/>
          <a:chOff x="0" y="0"/>
          <a:chExt cx="0" cy="0"/>
        </a:xfrm>
      </p:grpSpPr>
      <p:sp>
        <p:nvSpPr>
          <p:cNvPr id="2" name="Tijdelijke aanduiding voor tabel 16">
            <a:extLst>
              <a:ext uri="{FF2B5EF4-FFF2-40B4-BE49-F238E27FC236}">
                <a16:creationId xmlns:a16="http://schemas.microsoft.com/office/drawing/2014/main" id="{B4E945D0-C4C2-8F18-0D29-F0B1B1435554}"/>
              </a:ext>
            </a:extLst>
          </p:cNvPr>
          <p:cNvSpPr txBox="1">
            <a:spLocks noGrp="1"/>
          </p:cNvSpPr>
          <p:nvPr>
            <p:ph type="tbl" idx="4294967295"/>
          </p:nvPr>
        </p:nvSpPr>
        <p:spPr>
          <a:xfrm>
            <a:off x="6090333" y="719139"/>
            <a:ext cx="5378665" cy="5281610"/>
          </a:xfrm>
          <a:solidFill>
            <a:srgbClr val="F2F2F2"/>
          </a:solidFill>
        </p:spPr>
        <p:txBody>
          <a:bodyPr bIns="1259997" anchor="ctr" anchorCtr="1"/>
          <a:lstStyle>
            <a:lvl1pPr marL="0" indent="0" algn="ctr">
              <a:lnSpc>
                <a:spcPct val="100000"/>
              </a:lnSpc>
              <a:spcBef>
                <a:spcPts val="0"/>
              </a:spcBef>
              <a:spcAft>
                <a:spcPts val="0"/>
              </a:spcAft>
              <a:buNone/>
              <a:defRPr sz="1200" i="1">
                <a:solidFill>
                  <a:srgbClr val="7F7F7F"/>
                </a:solidFill>
              </a:defRPr>
            </a:lvl1pPr>
          </a:lstStyle>
          <a:p>
            <a:pPr lvl="0"/>
            <a:r>
              <a:rPr lang="en-GB"/>
              <a:t>Click on the icon below</a:t>
            </a:r>
            <a:br>
              <a:rPr lang="en-GB"/>
            </a:br>
            <a:r>
              <a:rPr lang="en-GB"/>
              <a:t>to insert a table</a:t>
            </a:r>
          </a:p>
        </p:txBody>
      </p:sp>
      <p:grpSp>
        <p:nvGrpSpPr>
          <p:cNvPr id="3" name="INSTRUCTION">
            <a:extLst>
              <a:ext uri="{FF2B5EF4-FFF2-40B4-BE49-F238E27FC236}">
                <a16:creationId xmlns:a16="http://schemas.microsoft.com/office/drawing/2014/main" id="{111D4049-4E47-EF8D-CDF8-368B297E475C}"/>
              </a:ext>
            </a:extLst>
          </p:cNvPr>
          <p:cNvGrpSpPr/>
          <p:nvPr/>
        </p:nvGrpSpPr>
        <p:grpSpPr>
          <a:xfrm>
            <a:off x="12377327" y="-12070"/>
            <a:ext cx="3693380" cy="6705422"/>
            <a:chOff x="12377327" y="-12070"/>
            <a:chExt cx="3693380" cy="6705422"/>
          </a:xfrm>
        </p:grpSpPr>
        <p:grpSp>
          <p:nvGrpSpPr>
            <p:cNvPr id="4" name="Groep 17">
              <a:extLst>
                <a:ext uri="{FF2B5EF4-FFF2-40B4-BE49-F238E27FC236}">
                  <a16:creationId xmlns:a16="http://schemas.microsoft.com/office/drawing/2014/main" id="{5F1565A9-B08B-FE4D-5326-CE6412ECFF38}"/>
                </a:ext>
              </a:extLst>
            </p:cNvPr>
            <p:cNvGrpSpPr/>
            <p:nvPr/>
          </p:nvGrpSpPr>
          <p:grpSpPr>
            <a:xfrm>
              <a:off x="12379613" y="-12070"/>
              <a:ext cx="3592796" cy="3238704"/>
              <a:chOff x="12379613" y="-12070"/>
              <a:chExt cx="3592796" cy="3238704"/>
            </a:xfrm>
          </p:grpSpPr>
          <p:sp>
            <p:nvSpPr>
              <p:cNvPr id="5" name="Rechthoek 90">
                <a:extLst>
                  <a:ext uri="{FF2B5EF4-FFF2-40B4-BE49-F238E27FC236}">
                    <a16:creationId xmlns:a16="http://schemas.microsoft.com/office/drawing/2014/main" id="{5CE91C2F-0142-6ECB-49E0-20A3B8E73964}"/>
                  </a:ext>
                </a:extLst>
              </p:cNvPr>
              <p:cNvSpPr/>
              <p:nvPr/>
            </p:nvSpPr>
            <p:spPr>
              <a:xfrm>
                <a:off x="12379613" y="-12070"/>
                <a:ext cx="3592796" cy="3238704"/>
              </a:xfrm>
              <a:prstGeom prst="rect">
                <a:avLst/>
              </a:prstGeom>
              <a:solidFill>
                <a:srgbClr val="FFFFFF"/>
              </a:solidFill>
              <a:ln w="6345" cap="flat">
                <a:solidFill>
                  <a:srgbClr val="ECECEC"/>
                </a:solidFill>
                <a:prstDash val="solid"/>
                <a:miter/>
              </a:ln>
            </p:spPr>
            <p:txBody>
              <a:bodyPr vert="horz" wrap="square" lIns="179999" tIns="143999" rIns="179999" bIns="143999"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400" b="1" i="0" u="none" strike="noStrike" kern="1200" cap="all" spc="0" baseline="0">
                    <a:solidFill>
                      <a:srgbClr val="00A6D6"/>
                    </a:solidFill>
                    <a:uFillTx/>
                    <a:latin typeface="Calibri" pitchFamily="34"/>
                    <a:cs typeface="Calibri" pitchFamily="34"/>
                  </a:rPr>
                  <a:t>Format Table</a:t>
                </a:r>
              </a:p>
            </p:txBody>
          </p:sp>
          <p:sp>
            <p:nvSpPr>
              <p:cNvPr id="6" name="Ovaal 91">
                <a:extLst>
                  <a:ext uri="{FF2B5EF4-FFF2-40B4-BE49-F238E27FC236}">
                    <a16:creationId xmlns:a16="http://schemas.microsoft.com/office/drawing/2014/main" id="{1FF66211-0769-C925-A5AF-6B2E85A2D81C}"/>
                  </a:ext>
                </a:extLst>
              </p:cNvPr>
              <p:cNvSpPr/>
              <p:nvPr/>
            </p:nvSpPr>
            <p:spPr>
              <a:xfrm>
                <a:off x="12560170" y="465319"/>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1</a:t>
                </a:r>
              </a:p>
            </p:txBody>
          </p:sp>
          <p:sp>
            <p:nvSpPr>
              <p:cNvPr id="7" name="Rechthoek 92">
                <a:extLst>
                  <a:ext uri="{FF2B5EF4-FFF2-40B4-BE49-F238E27FC236}">
                    <a16:creationId xmlns:a16="http://schemas.microsoft.com/office/drawing/2014/main" id="{A96FF9CD-245D-9BFD-8040-D870366D83BE}"/>
                  </a:ext>
                </a:extLst>
              </p:cNvPr>
              <p:cNvSpPr/>
              <p:nvPr/>
            </p:nvSpPr>
            <p:spPr>
              <a:xfrm>
                <a:off x="12844348" y="465319"/>
                <a:ext cx="2944678" cy="499509"/>
              </a:xfrm>
              <a:prstGeom prst="rect">
                <a:avLst/>
              </a:prstGeom>
              <a:noFill/>
              <a:ln>
                <a:noFill/>
                <a:prstDash val="solid"/>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0" i="0" u="none" strike="noStrike" kern="0" cap="none" spc="0" baseline="0">
                    <a:solidFill>
                      <a:srgbClr val="000000"/>
                    </a:solidFill>
                    <a:uFillTx/>
                    <a:latin typeface="Calibri" pitchFamily="34"/>
                    <a:cs typeface="Calibri" pitchFamily="34"/>
                  </a:rPr>
                  <a:t>When you want to change the lay-out of the table, select the preferred part of the table and go to the tab </a:t>
                </a:r>
                <a:r>
                  <a:rPr lang="en-GB" sz="1200" b="1" i="0" u="none" strike="noStrike" kern="0" cap="none" spc="0" baseline="0">
                    <a:solidFill>
                      <a:srgbClr val="000000"/>
                    </a:solidFill>
                    <a:uFillTx/>
                    <a:latin typeface="Calibri" pitchFamily="34"/>
                    <a:cs typeface="Calibri" pitchFamily="34"/>
                  </a:rPr>
                  <a:t>‘Format’.</a:t>
                </a:r>
                <a:endParaRPr lang="en-GB" sz="1200" b="0" i="0" u="none" strike="noStrike" kern="0" cap="none" spc="0" baseline="0">
                  <a:solidFill>
                    <a:srgbClr val="000000"/>
                  </a:solidFill>
                  <a:uFillTx/>
                  <a:latin typeface="Calibri" pitchFamily="34"/>
                  <a:cs typeface="Calibri" pitchFamily="34"/>
                </a:endParaRPr>
              </a:p>
            </p:txBody>
          </p:sp>
          <p:grpSp>
            <p:nvGrpSpPr>
              <p:cNvPr id="8" name="Groep 93">
                <a:extLst>
                  <a:ext uri="{FF2B5EF4-FFF2-40B4-BE49-F238E27FC236}">
                    <a16:creationId xmlns:a16="http://schemas.microsoft.com/office/drawing/2014/main" id="{11219C2F-AD36-9C8F-8E05-93759FC4E2B1}"/>
                  </a:ext>
                </a:extLst>
              </p:cNvPr>
              <p:cNvGrpSpPr/>
              <p:nvPr/>
            </p:nvGrpSpPr>
            <p:grpSpPr>
              <a:xfrm>
                <a:off x="12851178" y="1060758"/>
                <a:ext cx="575998" cy="246595"/>
                <a:chOff x="12851178" y="1060758"/>
                <a:chExt cx="575998" cy="246595"/>
              </a:xfrm>
            </p:grpSpPr>
            <p:sp>
              <p:nvSpPr>
                <p:cNvPr id="9" name="Rechthoek 112">
                  <a:extLst>
                    <a:ext uri="{FF2B5EF4-FFF2-40B4-BE49-F238E27FC236}">
                      <a16:creationId xmlns:a16="http://schemas.microsoft.com/office/drawing/2014/main" id="{93F8094D-4CF7-617F-A0CB-E53F19AC4E4F}"/>
                    </a:ext>
                  </a:extLst>
                </p:cNvPr>
                <p:cNvSpPr/>
                <p:nvPr/>
              </p:nvSpPr>
              <p:spPr>
                <a:xfrm>
                  <a:off x="12851178" y="1060758"/>
                  <a:ext cx="575998" cy="215450"/>
                </a:xfrm>
                <a:prstGeom prst="rect">
                  <a:avLst/>
                </a:prstGeom>
                <a:solidFill>
                  <a:srgbClr val="F8F8F8"/>
                </a:solidFill>
                <a:ln w="6345" cap="flat">
                  <a:solidFill>
                    <a:srgbClr val="F2F2F2"/>
                  </a:solidFill>
                  <a:prstDash val="solid"/>
                  <a:miter/>
                </a:ln>
              </p:spPr>
              <p:txBody>
                <a:bodyPr vert="horz" wrap="square" lIns="0" tIns="18004" rIns="0" bIns="0" anchor="t"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50" b="1" i="0" u="none" strike="noStrike" kern="1200" cap="none" spc="0" baseline="0">
                      <a:solidFill>
                        <a:srgbClr val="B74629"/>
                      </a:solidFill>
                      <a:uFillTx/>
                      <a:latin typeface="Calibri" pitchFamily="34"/>
                      <a:cs typeface="Calibri" pitchFamily="34"/>
                    </a:rPr>
                    <a:t>Format</a:t>
                  </a:r>
                </a:p>
              </p:txBody>
            </p:sp>
            <p:sp>
              <p:nvSpPr>
                <p:cNvPr id="10" name="Rechthoek 113">
                  <a:extLst>
                    <a:ext uri="{FF2B5EF4-FFF2-40B4-BE49-F238E27FC236}">
                      <a16:creationId xmlns:a16="http://schemas.microsoft.com/office/drawing/2014/main" id="{A69DE261-3F68-470F-8D00-F6BC3C778AD2}"/>
                    </a:ext>
                  </a:extLst>
                </p:cNvPr>
                <p:cNvSpPr/>
                <p:nvPr/>
              </p:nvSpPr>
              <p:spPr>
                <a:xfrm>
                  <a:off x="12851178" y="1280187"/>
                  <a:ext cx="575998" cy="27166"/>
                </a:xfrm>
                <a:prstGeom prst="rect">
                  <a:avLst/>
                </a:prstGeom>
                <a:solidFill>
                  <a:srgbClr val="B74629"/>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sp>
            <p:nvSpPr>
              <p:cNvPr id="11" name="Ovaal 94">
                <a:extLst>
                  <a:ext uri="{FF2B5EF4-FFF2-40B4-BE49-F238E27FC236}">
                    <a16:creationId xmlns:a16="http://schemas.microsoft.com/office/drawing/2014/main" id="{08E493FA-3611-10B1-7E5F-292357053CF0}"/>
                  </a:ext>
                </a:extLst>
              </p:cNvPr>
              <p:cNvSpPr/>
              <p:nvPr/>
            </p:nvSpPr>
            <p:spPr>
              <a:xfrm>
                <a:off x="12560170" y="1493635"/>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2</a:t>
                </a:r>
              </a:p>
            </p:txBody>
          </p:sp>
          <p:sp>
            <p:nvSpPr>
              <p:cNvPr id="12" name="Rechthoek 95">
                <a:extLst>
                  <a:ext uri="{FF2B5EF4-FFF2-40B4-BE49-F238E27FC236}">
                    <a16:creationId xmlns:a16="http://schemas.microsoft.com/office/drawing/2014/main" id="{63F290E2-AED9-7A39-D924-203C43F4E70D}"/>
                  </a:ext>
                </a:extLst>
              </p:cNvPr>
              <p:cNvSpPr/>
              <p:nvPr/>
            </p:nvSpPr>
            <p:spPr>
              <a:xfrm>
                <a:off x="12844348" y="1493635"/>
                <a:ext cx="2944678" cy="813486"/>
              </a:xfrm>
              <a:prstGeom prst="rect">
                <a:avLst/>
              </a:prstGeom>
              <a:noFill/>
              <a:ln>
                <a:noFill/>
                <a:prstDash val="solid"/>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0" i="0" u="none" strike="noStrike" kern="0" cap="none" spc="0" baseline="0">
                    <a:solidFill>
                      <a:srgbClr val="000000"/>
                    </a:solidFill>
                    <a:uFillTx/>
                    <a:latin typeface="Calibri" pitchFamily="34"/>
                    <a:cs typeface="Calibri" pitchFamily="34"/>
                  </a:rPr>
                  <a:t>Under this tab you can choose a different fill colour at </a:t>
                </a:r>
                <a:r>
                  <a:rPr lang="en-GB" sz="1200" b="1" i="0" u="none" strike="noStrike" kern="0" cap="none" spc="0" baseline="0">
                    <a:solidFill>
                      <a:srgbClr val="000000"/>
                    </a:solidFill>
                    <a:uFillTx/>
                    <a:latin typeface="Calibri" pitchFamily="34"/>
                    <a:cs typeface="Calibri" pitchFamily="34"/>
                  </a:rPr>
                  <a:t>‘Shading’</a:t>
                </a:r>
                <a:r>
                  <a:rPr lang="en-GB" sz="1200" b="0" i="0" u="none" strike="noStrike" kern="0" cap="none" spc="0" baseline="0">
                    <a:solidFill>
                      <a:srgbClr val="000000"/>
                    </a:solidFill>
                    <a:uFillTx/>
                    <a:latin typeface="Calibri" pitchFamily="34"/>
                    <a:cs typeface="Calibri" pitchFamily="34"/>
                  </a:rPr>
                  <a:t>. You can choose a border format as well. Find and edit this at the section  </a:t>
                </a:r>
                <a:r>
                  <a:rPr lang="en-GB" sz="1200" b="1" i="0" u="none" strike="noStrike" kern="0" cap="none" spc="0" baseline="0">
                    <a:solidFill>
                      <a:srgbClr val="000000"/>
                    </a:solidFill>
                    <a:uFillTx/>
                    <a:latin typeface="Calibri" pitchFamily="34"/>
                    <a:cs typeface="Calibri" pitchFamily="34"/>
                  </a:rPr>
                  <a:t>‘Draw borders’ </a:t>
                </a:r>
                <a:r>
                  <a:rPr lang="en-GB" sz="1200" b="0" i="0" u="none" strike="noStrike" kern="0" cap="none" spc="0" baseline="0">
                    <a:solidFill>
                      <a:srgbClr val="000000"/>
                    </a:solidFill>
                    <a:uFillTx/>
                    <a:latin typeface="Calibri" pitchFamily="34"/>
                    <a:cs typeface="Calibri" pitchFamily="34"/>
                  </a:rPr>
                  <a:t>and apply this to the table by clicking on </a:t>
                </a:r>
                <a:r>
                  <a:rPr lang="en-GB" sz="1200" b="1" i="0" u="none" strike="noStrike" kern="0" cap="none" spc="0" baseline="0">
                    <a:solidFill>
                      <a:srgbClr val="000000"/>
                    </a:solidFill>
                    <a:uFillTx/>
                    <a:latin typeface="Calibri" pitchFamily="34"/>
                    <a:cs typeface="Calibri" pitchFamily="34"/>
                  </a:rPr>
                  <a:t>‘Borders’.</a:t>
                </a:r>
              </a:p>
            </p:txBody>
          </p:sp>
          <p:grpSp>
            <p:nvGrpSpPr>
              <p:cNvPr id="13" name="Groep 96">
                <a:extLst>
                  <a:ext uri="{FF2B5EF4-FFF2-40B4-BE49-F238E27FC236}">
                    <a16:creationId xmlns:a16="http://schemas.microsoft.com/office/drawing/2014/main" id="{2BC788D2-051F-8053-CDEA-01DE49396BE7}"/>
                  </a:ext>
                </a:extLst>
              </p:cNvPr>
              <p:cNvGrpSpPr/>
              <p:nvPr/>
            </p:nvGrpSpPr>
            <p:grpSpPr>
              <a:xfrm>
                <a:off x="12848938" y="2412754"/>
                <a:ext cx="1026871" cy="628850"/>
                <a:chOff x="12848938" y="2412754"/>
                <a:chExt cx="1026871" cy="628850"/>
              </a:xfrm>
            </p:grpSpPr>
            <p:sp>
              <p:nvSpPr>
                <p:cNvPr id="14" name="Rechthoek 97">
                  <a:extLst>
                    <a:ext uri="{FF2B5EF4-FFF2-40B4-BE49-F238E27FC236}">
                      <a16:creationId xmlns:a16="http://schemas.microsoft.com/office/drawing/2014/main" id="{505AD9D1-CD0C-E147-D6B6-79F4FB120609}"/>
                    </a:ext>
                  </a:extLst>
                </p:cNvPr>
                <p:cNvSpPr/>
                <p:nvPr/>
              </p:nvSpPr>
              <p:spPr>
                <a:xfrm>
                  <a:off x="12848938" y="2412754"/>
                  <a:ext cx="998433" cy="531037"/>
                </a:xfrm>
                <a:prstGeom prst="rect">
                  <a:avLst/>
                </a:prstGeom>
                <a:solidFill>
                  <a:srgbClr val="FFFFFF"/>
                </a:solidFill>
                <a:ln w="12701" cap="flat">
                  <a:solidFill>
                    <a:srgbClr val="D1D1D1"/>
                  </a:solidFill>
                  <a:prstDash val="solid"/>
                  <a:miter/>
                </a:ln>
              </p:spPr>
              <p:txBody>
                <a:bodyPr vert="horz" wrap="square" lIns="107999"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800" b="0" i="0" u="none" strike="noStrike" kern="1200" cap="none" spc="0" baseline="0">
                    <a:solidFill>
                      <a:srgbClr val="211F26"/>
                    </a:solidFill>
                    <a:uFillTx/>
                    <a:latin typeface="Calibri" pitchFamily="34"/>
                    <a:cs typeface="Calibri" pitchFamily="34"/>
                  </a:endParaRPr>
                </a:p>
              </p:txBody>
            </p:sp>
            <p:sp>
              <p:nvSpPr>
                <p:cNvPr id="15" name="Rechthoek 98">
                  <a:extLst>
                    <a:ext uri="{FF2B5EF4-FFF2-40B4-BE49-F238E27FC236}">
                      <a16:creationId xmlns:a16="http://schemas.microsoft.com/office/drawing/2014/main" id="{62591219-62F6-DC47-4AA1-DAF7A08F2FF5}"/>
                    </a:ext>
                  </a:extLst>
                </p:cNvPr>
                <p:cNvSpPr/>
                <p:nvPr/>
              </p:nvSpPr>
              <p:spPr>
                <a:xfrm>
                  <a:off x="12859042" y="2684815"/>
                  <a:ext cx="982998" cy="254011"/>
                </a:xfrm>
                <a:prstGeom prst="rect">
                  <a:avLst/>
                </a:prstGeom>
                <a:solidFill>
                  <a:srgbClr val="FCE4DC"/>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16" name="Tekstvak 99">
                  <a:extLst>
                    <a:ext uri="{FF2B5EF4-FFF2-40B4-BE49-F238E27FC236}">
                      <a16:creationId xmlns:a16="http://schemas.microsoft.com/office/drawing/2014/main" id="{D9E0225D-3F84-D228-3CFB-99DE591D876A}"/>
                    </a:ext>
                  </a:extLst>
                </p:cNvPr>
                <p:cNvSpPr txBox="1"/>
                <p:nvPr/>
              </p:nvSpPr>
              <p:spPr>
                <a:xfrm>
                  <a:off x="13080556" y="2493998"/>
                  <a:ext cx="635800" cy="126415"/>
                </a:xfrm>
                <a:prstGeom prst="rect">
                  <a:avLst/>
                </a:prstGeom>
                <a:noFill/>
                <a:ln>
                  <a:noFill/>
                </a:ln>
              </p:spPr>
              <p:txBody>
                <a:bodyPr vert="horz" wrap="square" lIns="91440" tIns="45720" rIns="91440" bIns="45720" anchor="ctr" anchorCtr="0" compatLnSpc="1">
                  <a:noAutofit/>
                </a:bodyPr>
                <a:lstStyle/>
                <a:p>
                  <a:pPr marL="0" marR="0" lvl="0" indent="0" algn="l" defTabSz="1217514"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900" b="0" i="0" u="none" strike="noStrike" kern="1200" cap="none" spc="0" baseline="0">
                      <a:solidFill>
                        <a:srgbClr val="211F26"/>
                      </a:solidFill>
                      <a:uFillTx/>
                      <a:latin typeface="Calibri" pitchFamily="34"/>
                      <a:cs typeface="Calibri" pitchFamily="34"/>
                    </a:rPr>
                    <a:t>Shading</a:t>
                  </a:r>
                </a:p>
              </p:txBody>
            </p:sp>
            <p:sp>
              <p:nvSpPr>
                <p:cNvPr id="17" name="Vrije vorm: vorm 100">
                  <a:extLst>
                    <a:ext uri="{FF2B5EF4-FFF2-40B4-BE49-F238E27FC236}">
                      <a16:creationId xmlns:a16="http://schemas.microsoft.com/office/drawing/2014/main" id="{DD890085-E328-5C21-56F6-35E6AE81B7A8}"/>
                    </a:ext>
                  </a:extLst>
                </p:cNvPr>
                <p:cNvSpPr/>
                <p:nvPr/>
              </p:nvSpPr>
              <p:spPr>
                <a:xfrm>
                  <a:off x="13778243" y="2861605"/>
                  <a:ext cx="97566" cy="179999"/>
                </a:xfrm>
                <a:custGeom>
                  <a:avLst/>
                  <a:gdLst>
                    <a:gd name="f0" fmla="val 10800000"/>
                    <a:gd name="f1" fmla="val 5400000"/>
                    <a:gd name="f2" fmla="val 180"/>
                    <a:gd name="f3" fmla="val w"/>
                    <a:gd name="f4" fmla="val h"/>
                    <a:gd name="f5" fmla="val 0"/>
                    <a:gd name="f6" fmla="val 880280"/>
                    <a:gd name="f7" fmla="val 1624084"/>
                    <a:gd name="f8" fmla="val 1262418"/>
                    <a:gd name="f9" fmla="val 313898"/>
                    <a:gd name="f10" fmla="val 996287"/>
                    <a:gd name="f11" fmla="val 620973"/>
                    <a:gd name="f12" fmla="val 839337"/>
                    <a:gd name="f13" fmla="val 1480782"/>
                    <a:gd name="f14" fmla="val 498144"/>
                    <a:gd name="f15" fmla="val 900753"/>
                    <a:gd name="f16" fmla="val 893929"/>
                    <a:gd name="f17" fmla="+- 0 0 -90"/>
                    <a:gd name="f18" fmla="*/ f3 1 880280"/>
                    <a:gd name="f19" fmla="*/ f4 1 1624084"/>
                    <a:gd name="f20" fmla="val f5"/>
                    <a:gd name="f21" fmla="val f6"/>
                    <a:gd name="f22" fmla="val f7"/>
                    <a:gd name="f23" fmla="*/ f17 f0 1"/>
                    <a:gd name="f24" fmla="+- f22 0 f20"/>
                    <a:gd name="f25" fmla="+- f21 0 f20"/>
                    <a:gd name="f26" fmla="*/ f23 1 f2"/>
                    <a:gd name="f27" fmla="*/ f25 1 880280"/>
                    <a:gd name="f28" fmla="*/ f24 1 1624084"/>
                    <a:gd name="f29" fmla="*/ 0 f25 1"/>
                    <a:gd name="f30" fmla="*/ 0 f24 1"/>
                    <a:gd name="f31" fmla="*/ 1262418 f24 1"/>
                    <a:gd name="f32" fmla="*/ 620973 f25 1"/>
                    <a:gd name="f33" fmla="*/ 1624084 f24 1"/>
                    <a:gd name="f34" fmla="*/ 839337 f25 1"/>
                    <a:gd name="f35" fmla="*/ 1480782 f24 1"/>
                    <a:gd name="f36" fmla="*/ 900753 f24 1"/>
                    <a:gd name="f37" fmla="*/ 880280 f25 1"/>
                    <a:gd name="f38" fmla="*/ 893929 f24 1"/>
                    <a:gd name="f39" fmla="*/ 313898 f25 1"/>
                    <a:gd name="f40" fmla="*/ 996287 f24 1"/>
                    <a:gd name="f41" fmla="*/ 498144 f25 1"/>
                    <a:gd name="f42" fmla="+- f26 0 f1"/>
                    <a:gd name="f43" fmla="*/ f29 1 880280"/>
                    <a:gd name="f44" fmla="*/ f30 1 1624084"/>
                    <a:gd name="f45" fmla="*/ f31 1 1624084"/>
                    <a:gd name="f46" fmla="*/ f32 1 880280"/>
                    <a:gd name="f47" fmla="*/ f33 1 1624084"/>
                    <a:gd name="f48" fmla="*/ f34 1 880280"/>
                    <a:gd name="f49" fmla="*/ f35 1 1624084"/>
                    <a:gd name="f50" fmla="*/ f36 1 1624084"/>
                    <a:gd name="f51" fmla="*/ f37 1 880280"/>
                    <a:gd name="f52" fmla="*/ f38 1 1624084"/>
                    <a:gd name="f53" fmla="*/ f39 1 880280"/>
                    <a:gd name="f54" fmla="*/ f40 1 1624084"/>
                    <a:gd name="f55" fmla="*/ f41 1 880280"/>
                    <a:gd name="f56" fmla="*/ f20 1 f27"/>
                    <a:gd name="f57" fmla="*/ f21 1 f27"/>
                    <a:gd name="f58" fmla="*/ f20 1 f28"/>
                    <a:gd name="f59" fmla="*/ f22 1 f28"/>
                    <a:gd name="f60" fmla="*/ f43 1 f27"/>
                    <a:gd name="f61" fmla="*/ f44 1 f28"/>
                    <a:gd name="f62" fmla="*/ f45 1 f28"/>
                    <a:gd name="f63" fmla="*/ f53 1 f27"/>
                    <a:gd name="f64" fmla="*/ f54 1 f28"/>
                    <a:gd name="f65" fmla="*/ f46 1 f27"/>
                    <a:gd name="f66" fmla="*/ f47 1 f28"/>
                    <a:gd name="f67" fmla="*/ f48 1 f27"/>
                    <a:gd name="f68" fmla="*/ f49 1 f28"/>
                    <a:gd name="f69" fmla="*/ f55 1 f27"/>
                    <a:gd name="f70" fmla="*/ f50 1 f28"/>
                    <a:gd name="f71" fmla="*/ f51 1 f27"/>
                    <a:gd name="f72" fmla="*/ f52 1 f28"/>
                    <a:gd name="f73" fmla="*/ f56 f18 1"/>
                    <a:gd name="f74" fmla="*/ f57 f18 1"/>
                    <a:gd name="f75" fmla="*/ f59 f19 1"/>
                    <a:gd name="f76" fmla="*/ f58 f19 1"/>
                    <a:gd name="f77" fmla="*/ f60 f18 1"/>
                    <a:gd name="f78" fmla="*/ f61 f19 1"/>
                    <a:gd name="f79" fmla="*/ f62 f19 1"/>
                    <a:gd name="f80" fmla="*/ f63 f18 1"/>
                    <a:gd name="f81" fmla="*/ f64 f19 1"/>
                    <a:gd name="f82" fmla="*/ f65 f18 1"/>
                    <a:gd name="f83" fmla="*/ f66 f19 1"/>
                    <a:gd name="f84" fmla="*/ f67 f18 1"/>
                    <a:gd name="f85" fmla="*/ f68 f19 1"/>
                    <a:gd name="f86" fmla="*/ f69 f18 1"/>
                    <a:gd name="f87" fmla="*/ f70 f19 1"/>
                    <a:gd name="f88" fmla="*/ f71 f18 1"/>
                    <a:gd name="f89" fmla="*/ f72 f19 1"/>
                  </a:gdLst>
                  <a:ahLst/>
                  <a:cxnLst>
                    <a:cxn ang="3cd4">
                      <a:pos x="hc" y="t"/>
                    </a:cxn>
                    <a:cxn ang="0">
                      <a:pos x="r" y="vc"/>
                    </a:cxn>
                    <a:cxn ang="cd4">
                      <a:pos x="hc" y="b"/>
                    </a:cxn>
                    <a:cxn ang="cd2">
                      <a:pos x="l" y="vc"/>
                    </a:cxn>
                    <a:cxn ang="f42">
                      <a:pos x="f77" y="f78"/>
                    </a:cxn>
                    <a:cxn ang="f42">
                      <a:pos x="f77" y="f79"/>
                    </a:cxn>
                    <a:cxn ang="f42">
                      <a:pos x="f80" y="f81"/>
                    </a:cxn>
                    <a:cxn ang="f42">
                      <a:pos x="f82" y="f83"/>
                    </a:cxn>
                    <a:cxn ang="f42">
                      <a:pos x="f84" y="f85"/>
                    </a:cxn>
                    <a:cxn ang="f42">
                      <a:pos x="f86" y="f87"/>
                    </a:cxn>
                    <a:cxn ang="f42">
                      <a:pos x="f88" y="f89"/>
                    </a:cxn>
                    <a:cxn ang="f42">
                      <a:pos x="f77" y="f78"/>
                    </a:cxn>
                  </a:cxnLst>
                  <a:rect l="f73" t="f76" r="f74" b="f75"/>
                  <a:pathLst>
                    <a:path w="880280" h="1624084">
                      <a:moveTo>
                        <a:pt x="f5" y="f5"/>
                      </a:moveTo>
                      <a:lnTo>
                        <a:pt x="f5" y="f8"/>
                      </a:lnTo>
                      <a:lnTo>
                        <a:pt x="f9" y="f10"/>
                      </a:lnTo>
                      <a:lnTo>
                        <a:pt x="f11" y="f7"/>
                      </a:lnTo>
                      <a:lnTo>
                        <a:pt x="f12" y="f13"/>
                      </a:lnTo>
                      <a:lnTo>
                        <a:pt x="f14" y="f15"/>
                      </a:lnTo>
                      <a:lnTo>
                        <a:pt x="f6" y="f16"/>
                      </a:lnTo>
                      <a:lnTo>
                        <a:pt x="f5" y="f5"/>
                      </a:lnTo>
                      <a:close/>
                    </a:path>
                  </a:pathLst>
                </a:custGeom>
                <a:solidFill>
                  <a:srgbClr val="FFFFFF"/>
                </a:solidFill>
                <a:ln w="12701" cap="flat">
                  <a:solidFill>
                    <a:srgbClr val="000000"/>
                  </a:solidFill>
                  <a:prstDash val="solid"/>
                  <a:miter/>
                </a:ln>
              </p:spPr>
              <p:txBody>
                <a:bodyPr vert="horz" wrap="square" lIns="179999" tIns="179999" rIns="179999" bIns="179999"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1600" b="0" i="0" u="none" strike="noStrike" kern="1200" cap="all" spc="0" baseline="0">
                    <a:solidFill>
                      <a:srgbClr val="FFFFFF"/>
                    </a:solidFill>
                    <a:uFillTx/>
                    <a:latin typeface="Calibri" pitchFamily="34"/>
                    <a:cs typeface="Calibri" pitchFamily="34"/>
                  </a:endParaRPr>
                </a:p>
              </p:txBody>
            </p:sp>
            <p:grpSp>
              <p:nvGrpSpPr>
                <p:cNvPr id="18" name="Groep 101">
                  <a:extLst>
                    <a:ext uri="{FF2B5EF4-FFF2-40B4-BE49-F238E27FC236}">
                      <a16:creationId xmlns:a16="http://schemas.microsoft.com/office/drawing/2014/main" id="{C8FADB19-3559-52C8-96DD-FC2992C74187}"/>
                    </a:ext>
                  </a:extLst>
                </p:cNvPr>
                <p:cNvGrpSpPr/>
                <p:nvPr/>
              </p:nvGrpSpPr>
              <p:grpSpPr>
                <a:xfrm>
                  <a:off x="12919904" y="2463210"/>
                  <a:ext cx="157451" cy="147831"/>
                  <a:chOff x="12919904" y="2463210"/>
                  <a:chExt cx="157451" cy="147831"/>
                </a:xfrm>
              </p:grpSpPr>
              <p:sp>
                <p:nvSpPr>
                  <p:cNvPr id="19" name="Vrije vorm: vorm 109">
                    <a:extLst>
                      <a:ext uri="{FF2B5EF4-FFF2-40B4-BE49-F238E27FC236}">
                        <a16:creationId xmlns:a16="http://schemas.microsoft.com/office/drawing/2014/main" id="{12910DBC-B05F-0A02-76D4-242B9AE32D21}"/>
                      </a:ext>
                    </a:extLst>
                  </p:cNvPr>
                  <p:cNvSpPr/>
                  <p:nvPr/>
                </p:nvSpPr>
                <p:spPr>
                  <a:xfrm>
                    <a:off x="13005081" y="2502383"/>
                    <a:ext cx="72274" cy="108658"/>
                  </a:xfrm>
                  <a:custGeom>
                    <a:avLst/>
                    <a:gdLst>
                      <a:gd name="f0" fmla="val 10800000"/>
                      <a:gd name="f1" fmla="val 5400000"/>
                      <a:gd name="f2" fmla="val 180"/>
                      <a:gd name="f3" fmla="val w"/>
                      <a:gd name="f4" fmla="val h"/>
                      <a:gd name="f5" fmla="val 0"/>
                      <a:gd name="f6" fmla="val 80781"/>
                      <a:gd name="f7" fmla="val 121443"/>
                      <a:gd name="f8" fmla="val 30217"/>
                      <a:gd name="f9" fmla="val 50006"/>
                      <a:gd name="f10" fmla="val 34979"/>
                      <a:gd name="f11" fmla="val 80222"/>
                      <a:gd name="f12" fmla="val 52387"/>
                      <a:gd name="f13" fmla="val 84191"/>
                      <a:gd name="f14" fmla="val 29368"/>
                      <a:gd name="f15" fmla="val 66729"/>
                      <a:gd name="f16" fmla="val 1588"/>
                      <a:gd name="f17" fmla="val 37360"/>
                      <a:gd name="f18" fmla="val -43602"/>
                      <a:gd name="f19" fmla="val 21431"/>
                      <a:gd name="f20" fmla="val 32598"/>
                      <a:gd name="f21" fmla="val 33337"/>
                      <a:gd name="f22" fmla="+- 0 0 -90"/>
                      <a:gd name="f23" fmla="*/ f3 1 80781"/>
                      <a:gd name="f24" fmla="*/ f4 1 121443"/>
                      <a:gd name="f25" fmla="val f5"/>
                      <a:gd name="f26" fmla="val f6"/>
                      <a:gd name="f27" fmla="val f7"/>
                      <a:gd name="f28" fmla="*/ f22 f0 1"/>
                      <a:gd name="f29" fmla="+- f27 0 f25"/>
                      <a:gd name="f30" fmla="+- f26 0 f25"/>
                      <a:gd name="f31" fmla="*/ f28 1 f2"/>
                      <a:gd name="f32" fmla="*/ f30 1 80781"/>
                      <a:gd name="f33" fmla="*/ f29 1 121443"/>
                      <a:gd name="f34" fmla="*/ 50006 f29 1"/>
                      <a:gd name="f35" fmla="*/ 121443 f29 1"/>
                      <a:gd name="f36" fmla="*/ 0 f29 1"/>
                      <a:gd name="f37" fmla="*/ 30217 f30 1"/>
                      <a:gd name="f38" fmla="*/ 34979 f30 1"/>
                      <a:gd name="f39" fmla="*/ 80222 f30 1"/>
                      <a:gd name="f40" fmla="*/ 52387 f29 1"/>
                      <a:gd name="f41" fmla="*/ 37360 f30 1"/>
                      <a:gd name="f42" fmla="+- f31 0 f1"/>
                      <a:gd name="f43" fmla="*/ f34 1 121443"/>
                      <a:gd name="f44" fmla="*/ f35 1 121443"/>
                      <a:gd name="f45" fmla="*/ f36 1 121443"/>
                      <a:gd name="f46" fmla="*/ f37 1 80781"/>
                      <a:gd name="f47" fmla="*/ f38 1 80781"/>
                      <a:gd name="f48" fmla="*/ f39 1 80781"/>
                      <a:gd name="f49" fmla="*/ f40 1 121443"/>
                      <a:gd name="f50" fmla="*/ f41 1 80781"/>
                      <a:gd name="f51" fmla="*/ f25 1 f32"/>
                      <a:gd name="f52" fmla="*/ f26 1 f32"/>
                      <a:gd name="f53" fmla="*/ f25 1 f33"/>
                      <a:gd name="f54" fmla="*/ f27 1 f33"/>
                      <a:gd name="f55" fmla="*/ f46 1 f32"/>
                      <a:gd name="f56" fmla="*/ f43 1 f33"/>
                      <a:gd name="f57" fmla="*/ f47 1 f32"/>
                      <a:gd name="f58" fmla="*/ f44 1 f33"/>
                      <a:gd name="f59" fmla="*/ f48 1 f32"/>
                      <a:gd name="f60" fmla="*/ f49 1 f33"/>
                      <a:gd name="f61" fmla="*/ f50 1 f32"/>
                      <a:gd name="f62" fmla="*/ f45 1 f33"/>
                      <a:gd name="f63" fmla="*/ f51 f23 1"/>
                      <a:gd name="f64" fmla="*/ f52 f23 1"/>
                      <a:gd name="f65" fmla="*/ f54 f24 1"/>
                      <a:gd name="f66" fmla="*/ f53 f24 1"/>
                      <a:gd name="f67" fmla="*/ f55 f23 1"/>
                      <a:gd name="f68" fmla="*/ f56 f24 1"/>
                      <a:gd name="f69" fmla="*/ f57 f23 1"/>
                      <a:gd name="f70" fmla="*/ f58 f24 1"/>
                      <a:gd name="f71" fmla="*/ f59 f23 1"/>
                      <a:gd name="f72" fmla="*/ f60 f24 1"/>
                      <a:gd name="f73" fmla="*/ f61 f23 1"/>
                      <a:gd name="f74" fmla="*/ f62 f24 1"/>
                    </a:gdLst>
                    <a:ahLst/>
                    <a:cxnLst>
                      <a:cxn ang="3cd4">
                        <a:pos x="hc" y="t"/>
                      </a:cxn>
                      <a:cxn ang="0">
                        <a:pos x="r" y="vc"/>
                      </a:cxn>
                      <a:cxn ang="cd4">
                        <a:pos x="hc" y="b"/>
                      </a:cxn>
                      <a:cxn ang="cd2">
                        <a:pos x="l" y="vc"/>
                      </a:cxn>
                      <a:cxn ang="f42">
                        <a:pos x="f67" y="f68"/>
                      </a:cxn>
                      <a:cxn ang="f42">
                        <a:pos x="f69" y="f70"/>
                      </a:cxn>
                      <a:cxn ang="f42">
                        <a:pos x="f71" y="f72"/>
                      </a:cxn>
                      <a:cxn ang="f42">
                        <a:pos x="f73" y="f74"/>
                      </a:cxn>
                      <a:cxn ang="f42">
                        <a:pos x="f67" y="f68"/>
                      </a:cxn>
                    </a:cxnLst>
                    <a:rect l="f63" t="f66" r="f64" b="f65"/>
                    <a:pathLst>
                      <a:path w="80781" h="121443">
                        <a:moveTo>
                          <a:pt x="f8" y="f9"/>
                        </a:moveTo>
                        <a:lnTo>
                          <a:pt x="f10" y="f7"/>
                        </a:lnTo>
                        <a:lnTo>
                          <a:pt x="f11" y="f12"/>
                        </a:lnTo>
                        <a:cubicBezTo>
                          <a:pt x="f13" y="f14"/>
                          <a:pt x="f15" y="f16"/>
                          <a:pt x="f17" y="f5"/>
                        </a:cubicBezTo>
                        <a:cubicBezTo>
                          <a:pt x="f18" y="f19"/>
                          <a:pt x="f20" y="f21"/>
                          <a:pt x="f8" y="f9"/>
                        </a:cubicBezTo>
                        <a:close/>
                      </a:path>
                    </a:pathLst>
                  </a:custGeom>
                  <a:solidFill>
                    <a:srgbClr val="366FA8"/>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900" b="1" i="0" u="none" strike="noStrike" kern="0" cap="none" spc="0" baseline="0">
                      <a:solidFill>
                        <a:srgbClr val="000000"/>
                      </a:solidFill>
                      <a:uFillTx/>
                      <a:latin typeface="Arial"/>
                    </a:endParaRPr>
                  </a:p>
                </p:txBody>
              </p:sp>
              <p:sp>
                <p:nvSpPr>
                  <p:cNvPr id="20" name="Rechthoek: afgeronde hoeken 110">
                    <a:extLst>
                      <a:ext uri="{FF2B5EF4-FFF2-40B4-BE49-F238E27FC236}">
                        <a16:creationId xmlns:a16="http://schemas.microsoft.com/office/drawing/2014/main" id="{4814638A-F26F-7CEF-381C-B67B946D5CF1}"/>
                      </a:ext>
                    </a:extLst>
                  </p:cNvPr>
                  <p:cNvSpPr/>
                  <p:nvPr/>
                </p:nvSpPr>
                <p:spPr>
                  <a:xfrm rot="2903865">
                    <a:off x="12930264" y="2506243"/>
                    <a:ext cx="89245" cy="109965"/>
                  </a:xfrm>
                  <a:custGeom>
                    <a:avLst>
                      <a:gd name="f0" fmla="val 629"/>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FFFF"/>
                  </a:solidFill>
                  <a:ln w="12701" cap="flat">
                    <a:solidFill>
                      <a:srgbClr val="818181"/>
                    </a:solidFill>
                    <a:prstDash val="solid"/>
                    <a:miter/>
                  </a:ln>
                </p:spPr>
                <p:txBody>
                  <a:bodyPr vert="horz" wrap="square" lIns="107999"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700" b="0" i="0" u="none" strike="noStrike" kern="0" cap="none" spc="0" baseline="0">
                      <a:solidFill>
                        <a:srgbClr val="000000"/>
                      </a:solidFill>
                      <a:uFillTx/>
                      <a:latin typeface="Calibri" pitchFamily="34"/>
                      <a:cs typeface="Calibri" pitchFamily="34"/>
                    </a:endParaRPr>
                  </a:p>
                </p:txBody>
              </p:sp>
              <p:sp>
                <p:nvSpPr>
                  <p:cNvPr id="21" name="Vrije vorm: vorm 111">
                    <a:extLst>
                      <a:ext uri="{FF2B5EF4-FFF2-40B4-BE49-F238E27FC236}">
                        <a16:creationId xmlns:a16="http://schemas.microsoft.com/office/drawing/2014/main" id="{C935D837-55BF-0A4F-9640-A8D96B0F619C}"/>
                      </a:ext>
                    </a:extLst>
                  </p:cNvPr>
                  <p:cNvSpPr/>
                  <p:nvPr/>
                </p:nvSpPr>
                <p:spPr>
                  <a:xfrm>
                    <a:off x="12924083" y="2463210"/>
                    <a:ext cx="57936" cy="76736"/>
                  </a:xfrm>
                  <a:custGeom>
                    <a:avLst/>
                    <a:gdLst>
                      <a:gd name="f0" fmla="val 10800000"/>
                      <a:gd name="f1" fmla="val 5400000"/>
                      <a:gd name="f2" fmla="val 180"/>
                      <a:gd name="f3" fmla="val w"/>
                      <a:gd name="f4" fmla="val h"/>
                      <a:gd name="f5" fmla="val 0"/>
                      <a:gd name="f6" fmla="val 40422"/>
                      <a:gd name="f7" fmla="val 78381"/>
                      <a:gd name="f8" fmla="val 219"/>
                      <a:gd name="f9" fmla="val -1454"/>
                      <a:gd name="f10" fmla="val 18717"/>
                      <a:gd name="f11" fmla="val 6534"/>
                      <a:gd name="f12" fmla="val -324"/>
                      <a:gd name="f13" fmla="val 20468"/>
                      <a:gd name="f14" fmla="val 5"/>
                      <a:gd name="f15" fmla="val 34402"/>
                      <a:gd name="f16" fmla="val 334"/>
                      <a:gd name="f17" fmla="val 43874"/>
                      <a:gd name="f18" fmla="val 23658"/>
                      <a:gd name="f19" fmla="val 39229"/>
                      <a:gd name="f20" fmla="val 67295"/>
                      <a:gd name="f21" fmla="+- 0 0 -90"/>
                      <a:gd name="f22" fmla="*/ f3 1 40422"/>
                      <a:gd name="f23" fmla="*/ f4 1 78381"/>
                      <a:gd name="f24" fmla="val f5"/>
                      <a:gd name="f25" fmla="val f6"/>
                      <a:gd name="f26" fmla="val f7"/>
                      <a:gd name="f27" fmla="*/ f21 f0 1"/>
                      <a:gd name="f28" fmla="+- f26 0 f24"/>
                      <a:gd name="f29" fmla="+- f25 0 f24"/>
                      <a:gd name="f30" fmla="*/ f27 1 f2"/>
                      <a:gd name="f31" fmla="*/ f29 1 40422"/>
                      <a:gd name="f32" fmla="*/ f28 1 78381"/>
                      <a:gd name="f33" fmla="*/ 219 f29 1"/>
                      <a:gd name="f34" fmla="*/ 78381 f28 1"/>
                      <a:gd name="f35" fmla="*/ 20468 f29 1"/>
                      <a:gd name="f36" fmla="*/ 5 f28 1"/>
                      <a:gd name="f37" fmla="*/ 39229 f29 1"/>
                      <a:gd name="f38" fmla="*/ 67295 f28 1"/>
                      <a:gd name="f39" fmla="+- f30 0 f1"/>
                      <a:gd name="f40" fmla="*/ f33 1 40422"/>
                      <a:gd name="f41" fmla="*/ f34 1 78381"/>
                      <a:gd name="f42" fmla="*/ f35 1 40422"/>
                      <a:gd name="f43" fmla="*/ f36 1 78381"/>
                      <a:gd name="f44" fmla="*/ f37 1 40422"/>
                      <a:gd name="f45" fmla="*/ f38 1 78381"/>
                      <a:gd name="f46" fmla="*/ f24 1 f31"/>
                      <a:gd name="f47" fmla="*/ f25 1 f31"/>
                      <a:gd name="f48" fmla="*/ f24 1 f32"/>
                      <a:gd name="f49" fmla="*/ f26 1 f32"/>
                      <a:gd name="f50" fmla="*/ f40 1 f31"/>
                      <a:gd name="f51" fmla="*/ f41 1 f32"/>
                      <a:gd name="f52" fmla="*/ f42 1 f31"/>
                      <a:gd name="f53" fmla="*/ f43 1 f32"/>
                      <a:gd name="f54" fmla="*/ f44 1 f31"/>
                      <a:gd name="f55" fmla="*/ f45 1 f32"/>
                      <a:gd name="f56" fmla="*/ f46 f22 1"/>
                      <a:gd name="f57" fmla="*/ f47 f22 1"/>
                      <a:gd name="f58" fmla="*/ f49 f23 1"/>
                      <a:gd name="f59" fmla="*/ f48 f23 1"/>
                      <a:gd name="f60" fmla="*/ f50 f22 1"/>
                      <a:gd name="f61" fmla="*/ f51 f23 1"/>
                      <a:gd name="f62" fmla="*/ f52 f22 1"/>
                      <a:gd name="f63" fmla="*/ f53 f23 1"/>
                      <a:gd name="f64" fmla="*/ f54 f22 1"/>
                      <a:gd name="f65" fmla="*/ f55 f23 1"/>
                    </a:gdLst>
                    <a:ahLst/>
                    <a:cxnLst>
                      <a:cxn ang="3cd4">
                        <a:pos x="hc" y="t"/>
                      </a:cxn>
                      <a:cxn ang="0">
                        <a:pos x="r" y="vc"/>
                      </a:cxn>
                      <a:cxn ang="cd4">
                        <a:pos x="hc" y="b"/>
                      </a:cxn>
                      <a:cxn ang="cd2">
                        <a:pos x="l" y="vc"/>
                      </a:cxn>
                      <a:cxn ang="f39">
                        <a:pos x="f60" y="f61"/>
                      </a:cxn>
                      <a:cxn ang="f39">
                        <a:pos x="f62" y="f63"/>
                      </a:cxn>
                      <a:cxn ang="f39">
                        <a:pos x="f64" y="f65"/>
                      </a:cxn>
                    </a:cxnLst>
                    <a:rect l="f56" t="f59" r="f57" b="f58"/>
                    <a:pathLst>
                      <a:path w="40422" h="78381">
                        <a:moveTo>
                          <a:pt x="f8" y="f7"/>
                        </a:moveTo>
                        <a:cubicBezTo>
                          <a:pt x="f9" y="f10"/>
                          <a:pt x="f11" y="f12"/>
                          <a:pt x="f13" y="f14"/>
                        </a:cubicBezTo>
                        <a:cubicBezTo>
                          <a:pt x="f15" y="f16"/>
                          <a:pt x="f17" y="f18"/>
                          <a:pt x="f19" y="f20"/>
                        </a:cubicBezTo>
                      </a:path>
                    </a:pathLst>
                  </a:custGeom>
                  <a:noFill/>
                  <a:ln w="12701" cap="flat">
                    <a:solidFill>
                      <a:srgbClr val="818181"/>
                    </a:solidFill>
                    <a:prstDash val="solid"/>
                    <a:miter/>
                  </a:ln>
                </p:spPr>
                <p:txBody>
                  <a:bodyPr vert="horz" wrap="square" lIns="107999"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700" b="0" i="0" u="none" strike="noStrike" kern="0" cap="none" spc="0" baseline="0">
                      <a:solidFill>
                        <a:srgbClr val="000000"/>
                      </a:solidFill>
                      <a:uFillTx/>
                      <a:latin typeface="Calibri" pitchFamily="34"/>
                      <a:cs typeface="Calibri" pitchFamily="34"/>
                    </a:endParaRPr>
                  </a:p>
                </p:txBody>
              </p:sp>
            </p:grpSp>
            <p:sp>
              <p:nvSpPr>
                <p:cNvPr id="22" name="Gelijkbenige driehoek 102">
                  <a:extLst>
                    <a:ext uri="{FF2B5EF4-FFF2-40B4-BE49-F238E27FC236}">
                      <a16:creationId xmlns:a16="http://schemas.microsoft.com/office/drawing/2014/main" id="{1336307E-F1FB-6F82-0B4D-78025F20C0B5}"/>
                    </a:ext>
                  </a:extLst>
                </p:cNvPr>
                <p:cNvSpPr/>
                <p:nvPr/>
              </p:nvSpPr>
              <p:spPr>
                <a:xfrm rot="10799991">
                  <a:off x="13634856" y="2540203"/>
                  <a:ext cx="94887" cy="50292"/>
                </a:xfrm>
                <a:custGeom>
                  <a:avLst>
                    <a:gd name="f8" fmla="val 50000"/>
                  </a:avLst>
                  <a:gdLst>
                    <a:gd name="f1" fmla="val 10800000"/>
                    <a:gd name="f2" fmla="val 5400000"/>
                    <a:gd name="f3" fmla="val 180"/>
                    <a:gd name="f4" fmla="val w"/>
                    <a:gd name="f5" fmla="val h"/>
                    <a:gd name="f6" fmla="val ss"/>
                    <a:gd name="f7" fmla="val 0"/>
                    <a:gd name="f8" fmla="val 50000"/>
                    <a:gd name="f9" fmla="+- 0 0 -360"/>
                    <a:gd name="f10" fmla="+- 0 0 -270"/>
                    <a:gd name="f11" fmla="+- 0 0 -180"/>
                    <a:gd name="f12" fmla="+- 0 0 -90"/>
                    <a:gd name="f13" fmla="abs f4"/>
                    <a:gd name="f14" fmla="abs f5"/>
                    <a:gd name="f15" fmla="abs f6"/>
                    <a:gd name="f16" fmla="val f7"/>
                    <a:gd name="f17" fmla="val f8"/>
                    <a:gd name="f18" fmla="*/ f9 f1 1"/>
                    <a:gd name="f19" fmla="*/ f10 f1 1"/>
                    <a:gd name="f20" fmla="*/ f11 f1 1"/>
                    <a:gd name="f21" fmla="*/ f12 f1 1"/>
                    <a:gd name="f22" fmla="?: f13 f4 1"/>
                    <a:gd name="f23" fmla="?: f14 f5 1"/>
                    <a:gd name="f24" fmla="?: f15 f6 1"/>
                    <a:gd name="f25" fmla="*/ f18 1 f3"/>
                    <a:gd name="f26" fmla="*/ f19 1 f3"/>
                    <a:gd name="f27" fmla="*/ f20 1 f3"/>
                    <a:gd name="f28" fmla="*/ f21 1 f3"/>
                    <a:gd name="f29" fmla="*/ f22 1 21600"/>
                    <a:gd name="f30" fmla="*/ f23 1 21600"/>
                    <a:gd name="f31" fmla="*/ 21600 f22 1"/>
                    <a:gd name="f32" fmla="*/ 21600 f23 1"/>
                    <a:gd name="f33" fmla="+- f25 0 f2"/>
                    <a:gd name="f34" fmla="+- f26 0 f2"/>
                    <a:gd name="f35" fmla="+- f27 0 f2"/>
                    <a:gd name="f36" fmla="+- f28 0 f2"/>
                    <a:gd name="f37" fmla="min f30 f29"/>
                    <a:gd name="f38" fmla="*/ f31 1 f24"/>
                    <a:gd name="f39" fmla="*/ f32 1 f24"/>
                    <a:gd name="f40" fmla="val f38"/>
                    <a:gd name="f41" fmla="val f39"/>
                    <a:gd name="f42" fmla="*/ f16 f37 1"/>
                    <a:gd name="f43" fmla="+- f41 0 f16"/>
                    <a:gd name="f44" fmla="+- f40 0 f16"/>
                    <a:gd name="f45" fmla="*/ f41 f37 1"/>
                    <a:gd name="f46" fmla="*/ f40 f37 1"/>
                    <a:gd name="f47" fmla="*/ f43 1 2"/>
                    <a:gd name="f48" fmla="*/ f44 1 2"/>
                    <a:gd name="f49" fmla="*/ f44 f17 1"/>
                    <a:gd name="f50" fmla="+- f16 f47 0"/>
                    <a:gd name="f51" fmla="*/ f49 1 200000"/>
                    <a:gd name="f52" fmla="*/ f49 1 100000"/>
                    <a:gd name="f53" fmla="+- f51 f48 0"/>
                    <a:gd name="f54" fmla="*/ f51 f37 1"/>
                    <a:gd name="f55" fmla="*/ f50 f37 1"/>
                    <a:gd name="f56" fmla="*/ f52 f37 1"/>
                    <a:gd name="f57" fmla="*/ f53 f37 1"/>
                  </a:gdLst>
                  <a:ahLst/>
                  <a:cxnLst>
                    <a:cxn ang="3cd4">
                      <a:pos x="hc" y="t"/>
                    </a:cxn>
                    <a:cxn ang="0">
                      <a:pos x="r" y="vc"/>
                    </a:cxn>
                    <a:cxn ang="cd4">
                      <a:pos x="hc" y="b"/>
                    </a:cxn>
                    <a:cxn ang="cd2">
                      <a:pos x="l" y="vc"/>
                    </a:cxn>
                    <a:cxn ang="f33">
                      <a:pos x="f56" y="f42"/>
                    </a:cxn>
                    <a:cxn ang="f34">
                      <a:pos x="f54" y="f55"/>
                    </a:cxn>
                    <a:cxn ang="f35">
                      <a:pos x="f42" y="f45"/>
                    </a:cxn>
                    <a:cxn ang="f35">
                      <a:pos x="f56" y="f45"/>
                    </a:cxn>
                    <a:cxn ang="f35">
                      <a:pos x="f46" y="f45"/>
                    </a:cxn>
                    <a:cxn ang="f36">
                      <a:pos x="f57" y="f55"/>
                    </a:cxn>
                  </a:cxnLst>
                  <a:rect l="f54" t="f55" r="f57" b="f45"/>
                  <a:pathLst>
                    <a:path>
                      <a:moveTo>
                        <a:pt x="f42" y="f45"/>
                      </a:moveTo>
                      <a:lnTo>
                        <a:pt x="f56" y="f42"/>
                      </a:lnTo>
                      <a:lnTo>
                        <a:pt x="f46" y="f45"/>
                      </a:lnTo>
                      <a:close/>
                    </a:path>
                  </a:pathLst>
                </a:custGeom>
                <a:solidFill>
                  <a:srgbClr val="000000"/>
                </a:solidFill>
                <a:ln>
                  <a:noFill/>
                  <a:prstDash val="solid"/>
                </a:ln>
              </p:spPr>
              <p:txBody>
                <a:bodyPr vert="horz" wrap="square" lIns="143999" tIns="143999" rIns="143999" bIns="143999"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100" b="0" i="0" u="none" strike="noStrike" kern="0" cap="none" spc="0" baseline="0">
                    <a:solidFill>
                      <a:srgbClr val="FFFFFF"/>
                    </a:solidFill>
                    <a:uFillTx/>
                    <a:latin typeface="Arial"/>
                  </a:endParaRPr>
                </a:p>
              </p:txBody>
            </p:sp>
            <p:sp>
              <p:nvSpPr>
                <p:cNvPr id="23" name="Tekstvak 103">
                  <a:extLst>
                    <a:ext uri="{FF2B5EF4-FFF2-40B4-BE49-F238E27FC236}">
                      <a16:creationId xmlns:a16="http://schemas.microsoft.com/office/drawing/2014/main" id="{C988804D-2097-B236-A9FE-2ED7799F2836}"/>
                    </a:ext>
                  </a:extLst>
                </p:cNvPr>
                <p:cNvSpPr txBox="1"/>
                <p:nvPr/>
              </p:nvSpPr>
              <p:spPr>
                <a:xfrm>
                  <a:off x="13080556" y="2750277"/>
                  <a:ext cx="635800" cy="126415"/>
                </a:xfrm>
                <a:prstGeom prst="rect">
                  <a:avLst/>
                </a:prstGeom>
                <a:noFill/>
                <a:ln>
                  <a:noFill/>
                </a:ln>
              </p:spPr>
              <p:txBody>
                <a:bodyPr vert="horz" wrap="square" lIns="91440" tIns="45720" rIns="91440" bIns="45720" anchor="ctr" anchorCtr="0" compatLnSpc="1">
                  <a:noAutofit/>
                </a:bodyPr>
                <a:lstStyle/>
                <a:p>
                  <a:pPr marL="0" marR="0" lvl="0" indent="0" algn="l" defTabSz="1217514"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900" b="0" i="0" u="none" strike="noStrike" kern="1200" cap="none" spc="0" baseline="0">
                      <a:solidFill>
                        <a:srgbClr val="211F26"/>
                      </a:solidFill>
                      <a:uFillTx/>
                      <a:latin typeface="Calibri" pitchFamily="34"/>
                      <a:cs typeface="Calibri" pitchFamily="34"/>
                    </a:rPr>
                    <a:t>Borders</a:t>
                  </a:r>
                </a:p>
              </p:txBody>
            </p:sp>
            <p:sp>
              <p:nvSpPr>
                <p:cNvPr id="24" name="Gelijkbenige driehoek 104">
                  <a:extLst>
                    <a:ext uri="{FF2B5EF4-FFF2-40B4-BE49-F238E27FC236}">
                      <a16:creationId xmlns:a16="http://schemas.microsoft.com/office/drawing/2014/main" id="{8F860572-3FBB-C0F9-EEA7-E9DC25F383FE}"/>
                    </a:ext>
                  </a:extLst>
                </p:cNvPr>
                <p:cNvSpPr/>
                <p:nvPr/>
              </p:nvSpPr>
              <p:spPr>
                <a:xfrm rot="10799991">
                  <a:off x="13634856" y="2796472"/>
                  <a:ext cx="94887" cy="50292"/>
                </a:xfrm>
                <a:custGeom>
                  <a:avLst>
                    <a:gd name="f8" fmla="val 50000"/>
                  </a:avLst>
                  <a:gdLst>
                    <a:gd name="f1" fmla="val 10800000"/>
                    <a:gd name="f2" fmla="val 5400000"/>
                    <a:gd name="f3" fmla="val 180"/>
                    <a:gd name="f4" fmla="val w"/>
                    <a:gd name="f5" fmla="val h"/>
                    <a:gd name="f6" fmla="val ss"/>
                    <a:gd name="f7" fmla="val 0"/>
                    <a:gd name="f8" fmla="val 50000"/>
                    <a:gd name="f9" fmla="+- 0 0 -360"/>
                    <a:gd name="f10" fmla="+- 0 0 -270"/>
                    <a:gd name="f11" fmla="+- 0 0 -180"/>
                    <a:gd name="f12" fmla="+- 0 0 -90"/>
                    <a:gd name="f13" fmla="abs f4"/>
                    <a:gd name="f14" fmla="abs f5"/>
                    <a:gd name="f15" fmla="abs f6"/>
                    <a:gd name="f16" fmla="val f7"/>
                    <a:gd name="f17" fmla="val f8"/>
                    <a:gd name="f18" fmla="*/ f9 f1 1"/>
                    <a:gd name="f19" fmla="*/ f10 f1 1"/>
                    <a:gd name="f20" fmla="*/ f11 f1 1"/>
                    <a:gd name="f21" fmla="*/ f12 f1 1"/>
                    <a:gd name="f22" fmla="?: f13 f4 1"/>
                    <a:gd name="f23" fmla="?: f14 f5 1"/>
                    <a:gd name="f24" fmla="?: f15 f6 1"/>
                    <a:gd name="f25" fmla="*/ f18 1 f3"/>
                    <a:gd name="f26" fmla="*/ f19 1 f3"/>
                    <a:gd name="f27" fmla="*/ f20 1 f3"/>
                    <a:gd name="f28" fmla="*/ f21 1 f3"/>
                    <a:gd name="f29" fmla="*/ f22 1 21600"/>
                    <a:gd name="f30" fmla="*/ f23 1 21600"/>
                    <a:gd name="f31" fmla="*/ 21600 f22 1"/>
                    <a:gd name="f32" fmla="*/ 21600 f23 1"/>
                    <a:gd name="f33" fmla="+- f25 0 f2"/>
                    <a:gd name="f34" fmla="+- f26 0 f2"/>
                    <a:gd name="f35" fmla="+- f27 0 f2"/>
                    <a:gd name="f36" fmla="+- f28 0 f2"/>
                    <a:gd name="f37" fmla="min f30 f29"/>
                    <a:gd name="f38" fmla="*/ f31 1 f24"/>
                    <a:gd name="f39" fmla="*/ f32 1 f24"/>
                    <a:gd name="f40" fmla="val f38"/>
                    <a:gd name="f41" fmla="val f39"/>
                    <a:gd name="f42" fmla="*/ f16 f37 1"/>
                    <a:gd name="f43" fmla="+- f41 0 f16"/>
                    <a:gd name="f44" fmla="+- f40 0 f16"/>
                    <a:gd name="f45" fmla="*/ f41 f37 1"/>
                    <a:gd name="f46" fmla="*/ f40 f37 1"/>
                    <a:gd name="f47" fmla="*/ f43 1 2"/>
                    <a:gd name="f48" fmla="*/ f44 1 2"/>
                    <a:gd name="f49" fmla="*/ f44 f17 1"/>
                    <a:gd name="f50" fmla="+- f16 f47 0"/>
                    <a:gd name="f51" fmla="*/ f49 1 200000"/>
                    <a:gd name="f52" fmla="*/ f49 1 100000"/>
                    <a:gd name="f53" fmla="+- f51 f48 0"/>
                    <a:gd name="f54" fmla="*/ f51 f37 1"/>
                    <a:gd name="f55" fmla="*/ f50 f37 1"/>
                    <a:gd name="f56" fmla="*/ f52 f37 1"/>
                    <a:gd name="f57" fmla="*/ f53 f37 1"/>
                  </a:gdLst>
                  <a:ahLst/>
                  <a:cxnLst>
                    <a:cxn ang="3cd4">
                      <a:pos x="hc" y="t"/>
                    </a:cxn>
                    <a:cxn ang="0">
                      <a:pos x="r" y="vc"/>
                    </a:cxn>
                    <a:cxn ang="cd4">
                      <a:pos x="hc" y="b"/>
                    </a:cxn>
                    <a:cxn ang="cd2">
                      <a:pos x="l" y="vc"/>
                    </a:cxn>
                    <a:cxn ang="f33">
                      <a:pos x="f56" y="f42"/>
                    </a:cxn>
                    <a:cxn ang="f34">
                      <a:pos x="f54" y="f55"/>
                    </a:cxn>
                    <a:cxn ang="f35">
                      <a:pos x="f42" y="f45"/>
                    </a:cxn>
                    <a:cxn ang="f35">
                      <a:pos x="f56" y="f45"/>
                    </a:cxn>
                    <a:cxn ang="f35">
                      <a:pos x="f46" y="f45"/>
                    </a:cxn>
                    <a:cxn ang="f36">
                      <a:pos x="f57" y="f55"/>
                    </a:cxn>
                  </a:cxnLst>
                  <a:rect l="f54" t="f55" r="f57" b="f45"/>
                  <a:pathLst>
                    <a:path>
                      <a:moveTo>
                        <a:pt x="f42" y="f45"/>
                      </a:moveTo>
                      <a:lnTo>
                        <a:pt x="f56" y="f42"/>
                      </a:lnTo>
                      <a:lnTo>
                        <a:pt x="f46" y="f45"/>
                      </a:lnTo>
                      <a:close/>
                    </a:path>
                  </a:pathLst>
                </a:custGeom>
                <a:solidFill>
                  <a:srgbClr val="000000"/>
                </a:solidFill>
                <a:ln>
                  <a:noFill/>
                  <a:prstDash val="solid"/>
                </a:ln>
              </p:spPr>
              <p:txBody>
                <a:bodyPr vert="horz" wrap="square" lIns="143999" tIns="143999" rIns="143999" bIns="143999"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100" b="0" i="0" u="none" strike="noStrike" kern="0" cap="none" spc="0" baseline="0">
                    <a:solidFill>
                      <a:srgbClr val="FFFFFF"/>
                    </a:solidFill>
                    <a:uFillTx/>
                    <a:latin typeface="Arial"/>
                  </a:endParaRPr>
                </a:p>
              </p:txBody>
            </p:sp>
            <p:grpSp>
              <p:nvGrpSpPr>
                <p:cNvPr id="25" name="Groep 105">
                  <a:extLst>
                    <a:ext uri="{FF2B5EF4-FFF2-40B4-BE49-F238E27FC236}">
                      <a16:creationId xmlns:a16="http://schemas.microsoft.com/office/drawing/2014/main" id="{8B85E49A-0443-8539-1F66-25A3DCDD9940}"/>
                    </a:ext>
                  </a:extLst>
                </p:cNvPr>
                <p:cNvGrpSpPr/>
                <p:nvPr/>
              </p:nvGrpSpPr>
              <p:grpSpPr>
                <a:xfrm>
                  <a:off x="12913348" y="2732592"/>
                  <a:ext cx="164052" cy="164052"/>
                  <a:chOff x="12913348" y="2732592"/>
                  <a:chExt cx="164052" cy="164052"/>
                </a:xfrm>
              </p:grpSpPr>
              <p:sp>
                <p:nvSpPr>
                  <p:cNvPr id="26" name="Rechthoek 106">
                    <a:extLst>
                      <a:ext uri="{FF2B5EF4-FFF2-40B4-BE49-F238E27FC236}">
                        <a16:creationId xmlns:a16="http://schemas.microsoft.com/office/drawing/2014/main" id="{98D9C15F-3E76-3E2C-BF90-790B2A6F85A4}"/>
                      </a:ext>
                    </a:extLst>
                  </p:cNvPr>
                  <p:cNvSpPr/>
                  <p:nvPr/>
                </p:nvSpPr>
                <p:spPr>
                  <a:xfrm>
                    <a:off x="12913348" y="2732592"/>
                    <a:ext cx="164052" cy="164052"/>
                  </a:xfrm>
                  <a:prstGeom prst="rect">
                    <a:avLst/>
                  </a:prstGeom>
                  <a:noFill/>
                  <a:ln w="12701" cap="flat">
                    <a:solidFill>
                      <a:srgbClr val="818181"/>
                    </a:solidFill>
                    <a:custDash>
                      <a:ds d="100000" sp="100000"/>
                    </a:custDash>
                    <a:miter/>
                  </a:ln>
                </p:spPr>
                <p:txBody>
                  <a:bodyPr vert="horz" wrap="square" lIns="179999" tIns="179999" rIns="179999" bIns="179999"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1600" b="0" i="0" u="none" strike="noStrike" kern="1200" cap="all" spc="0" baseline="0">
                      <a:solidFill>
                        <a:srgbClr val="FFFFFF"/>
                      </a:solidFill>
                      <a:uFillTx/>
                      <a:latin typeface="Arial"/>
                    </a:endParaRPr>
                  </a:p>
                </p:txBody>
              </p:sp>
              <p:cxnSp>
                <p:nvCxnSpPr>
                  <p:cNvPr id="27" name="Rechte verbindingslijn 107">
                    <a:extLst>
                      <a:ext uri="{FF2B5EF4-FFF2-40B4-BE49-F238E27FC236}">
                        <a16:creationId xmlns:a16="http://schemas.microsoft.com/office/drawing/2014/main" id="{C9DF9BC2-3BCB-6F2D-AA3B-2E28620A569F}"/>
                      </a:ext>
                    </a:extLst>
                  </p:cNvPr>
                  <p:cNvCxnSpPr>
                    <a:stCxn id="26" idx="0"/>
                    <a:endCxn id="26" idx="2"/>
                  </p:cNvCxnSpPr>
                  <p:nvPr/>
                </p:nvCxnSpPr>
                <p:spPr>
                  <a:xfrm>
                    <a:off x="12995374" y="2732592"/>
                    <a:ext cx="0" cy="164052"/>
                  </a:xfrm>
                  <a:prstGeom prst="straightConnector1">
                    <a:avLst/>
                  </a:prstGeom>
                  <a:noFill/>
                  <a:ln w="12701" cap="flat">
                    <a:solidFill>
                      <a:srgbClr val="818181"/>
                    </a:solidFill>
                    <a:custDash>
                      <a:ds d="100000" sp="100000"/>
                    </a:custDash>
                    <a:miter/>
                  </a:ln>
                </p:spPr>
              </p:cxnSp>
              <p:cxnSp>
                <p:nvCxnSpPr>
                  <p:cNvPr id="28" name="Rechte verbindingslijn 108">
                    <a:extLst>
                      <a:ext uri="{FF2B5EF4-FFF2-40B4-BE49-F238E27FC236}">
                        <a16:creationId xmlns:a16="http://schemas.microsoft.com/office/drawing/2014/main" id="{31E2681C-735C-6F8F-D141-686A955B197F}"/>
                      </a:ext>
                    </a:extLst>
                  </p:cNvPr>
                  <p:cNvCxnSpPr>
                    <a:stCxn id="26" idx="1"/>
                    <a:endCxn id="26" idx="3"/>
                  </p:cNvCxnSpPr>
                  <p:nvPr/>
                </p:nvCxnSpPr>
                <p:spPr>
                  <a:xfrm>
                    <a:off x="12913348" y="2814618"/>
                    <a:ext cx="164052" cy="0"/>
                  </a:xfrm>
                  <a:prstGeom prst="straightConnector1">
                    <a:avLst/>
                  </a:prstGeom>
                  <a:noFill/>
                  <a:ln w="12701" cap="flat">
                    <a:solidFill>
                      <a:srgbClr val="818181"/>
                    </a:solidFill>
                    <a:custDash>
                      <a:ds d="100000" sp="100000"/>
                    </a:custDash>
                    <a:miter/>
                  </a:ln>
                </p:spPr>
              </p:cxnSp>
            </p:grpSp>
          </p:grpSp>
        </p:grpSp>
        <p:grpSp>
          <p:nvGrpSpPr>
            <p:cNvPr id="29" name="Groep 19">
              <a:extLst>
                <a:ext uri="{FF2B5EF4-FFF2-40B4-BE49-F238E27FC236}">
                  <a16:creationId xmlns:a16="http://schemas.microsoft.com/office/drawing/2014/main" id="{AC90620F-A032-C849-946C-631104299902}"/>
                </a:ext>
              </a:extLst>
            </p:cNvPr>
            <p:cNvGrpSpPr/>
            <p:nvPr/>
          </p:nvGrpSpPr>
          <p:grpSpPr>
            <a:xfrm>
              <a:off x="12377327" y="3410163"/>
              <a:ext cx="3693380" cy="3283189"/>
              <a:chOff x="12377327" y="3410163"/>
              <a:chExt cx="3693380" cy="3283189"/>
            </a:xfrm>
          </p:grpSpPr>
          <p:sp>
            <p:nvSpPr>
              <p:cNvPr id="30" name="Rechthoek 20">
                <a:extLst>
                  <a:ext uri="{FF2B5EF4-FFF2-40B4-BE49-F238E27FC236}">
                    <a16:creationId xmlns:a16="http://schemas.microsoft.com/office/drawing/2014/main" id="{DC752A25-A588-CF38-F265-2E7802693B63}"/>
                  </a:ext>
                </a:extLst>
              </p:cNvPr>
              <p:cNvSpPr/>
              <p:nvPr/>
            </p:nvSpPr>
            <p:spPr>
              <a:xfrm>
                <a:off x="12377592" y="3410163"/>
                <a:ext cx="3593089" cy="2641381"/>
              </a:xfrm>
              <a:prstGeom prst="rect">
                <a:avLst/>
              </a:prstGeom>
              <a:solidFill>
                <a:srgbClr val="FFFFFF"/>
              </a:solidFill>
              <a:ln w="6345" cap="flat">
                <a:solidFill>
                  <a:srgbClr val="ECECEC"/>
                </a:solidFill>
                <a:prstDash val="solid"/>
                <a:miter/>
              </a:ln>
            </p:spPr>
            <p:txBody>
              <a:bodyPr vert="horz" wrap="square" lIns="179999" tIns="143999" rIns="179999" bIns="143999"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400" b="1" i="0" u="none" strike="noStrike" kern="1200" cap="all" spc="0" baseline="0">
                    <a:solidFill>
                      <a:srgbClr val="00A6D6"/>
                    </a:solidFill>
                    <a:uFillTx/>
                    <a:latin typeface="Calibri" pitchFamily="34"/>
                    <a:cs typeface="Calibri" pitchFamily="34"/>
                  </a:rPr>
                  <a:t>Edit table</a:t>
                </a:r>
              </a:p>
            </p:txBody>
          </p:sp>
          <p:sp>
            <p:nvSpPr>
              <p:cNvPr id="31" name="Ovaal 21">
                <a:extLst>
                  <a:ext uri="{FF2B5EF4-FFF2-40B4-BE49-F238E27FC236}">
                    <a16:creationId xmlns:a16="http://schemas.microsoft.com/office/drawing/2014/main" id="{418ED36B-6F6F-5E3B-9960-E980AC63930B}"/>
                  </a:ext>
                </a:extLst>
              </p:cNvPr>
              <p:cNvSpPr/>
              <p:nvPr/>
            </p:nvSpPr>
            <p:spPr>
              <a:xfrm>
                <a:off x="12560170" y="3874770"/>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1</a:t>
                </a:r>
              </a:p>
            </p:txBody>
          </p:sp>
          <p:sp>
            <p:nvSpPr>
              <p:cNvPr id="32" name="Rechthoek 22">
                <a:extLst>
                  <a:ext uri="{FF2B5EF4-FFF2-40B4-BE49-F238E27FC236}">
                    <a16:creationId xmlns:a16="http://schemas.microsoft.com/office/drawing/2014/main" id="{564C1697-75DD-350F-569D-1290BE4CF213}"/>
                  </a:ext>
                </a:extLst>
              </p:cNvPr>
              <p:cNvSpPr/>
              <p:nvPr/>
            </p:nvSpPr>
            <p:spPr>
              <a:xfrm>
                <a:off x="12844348" y="3874770"/>
                <a:ext cx="3008778" cy="327693"/>
              </a:xfrm>
              <a:prstGeom prst="rect">
                <a:avLst/>
              </a:prstGeom>
              <a:noFill/>
              <a:ln>
                <a:noFill/>
                <a:prstDash val="solid"/>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0" i="0" u="none" strike="noStrike" kern="0" cap="none" spc="0" baseline="0">
                    <a:solidFill>
                      <a:srgbClr val="000000"/>
                    </a:solidFill>
                    <a:uFillTx/>
                    <a:latin typeface="Calibri" pitchFamily="34"/>
                    <a:cs typeface="Calibri" pitchFamily="34"/>
                  </a:rPr>
                  <a:t>Select the preferred number of rows and/or columns of the table and go to the tab </a:t>
                </a:r>
                <a:r>
                  <a:rPr lang="en-GB" sz="1200" b="1" i="0" u="none" strike="noStrike" kern="0" cap="none" spc="0" baseline="0">
                    <a:solidFill>
                      <a:srgbClr val="000000"/>
                    </a:solidFill>
                    <a:uFillTx/>
                    <a:latin typeface="Calibri" pitchFamily="34"/>
                    <a:cs typeface="Calibri" pitchFamily="34"/>
                  </a:rPr>
                  <a:t>‘Layout’</a:t>
                </a:r>
                <a:r>
                  <a:rPr lang="en-GB" sz="1200" b="0" i="0" u="none" strike="noStrike" kern="0" cap="none" spc="0" baseline="0">
                    <a:solidFill>
                      <a:srgbClr val="000000"/>
                    </a:solidFill>
                    <a:uFillTx/>
                    <a:latin typeface="Calibri" pitchFamily="34"/>
                    <a:cs typeface="Calibri" pitchFamily="34"/>
                  </a:rPr>
                  <a:t>.</a:t>
                </a:r>
              </a:p>
            </p:txBody>
          </p:sp>
          <p:sp>
            <p:nvSpPr>
              <p:cNvPr id="33" name="Rechthoek 23">
                <a:extLst>
                  <a:ext uri="{FF2B5EF4-FFF2-40B4-BE49-F238E27FC236}">
                    <a16:creationId xmlns:a16="http://schemas.microsoft.com/office/drawing/2014/main" id="{8A35860F-2EA9-BEC3-C082-FCA0FB4ED676}"/>
                  </a:ext>
                </a:extLst>
              </p:cNvPr>
              <p:cNvSpPr/>
              <p:nvPr/>
            </p:nvSpPr>
            <p:spPr>
              <a:xfrm>
                <a:off x="12377327" y="5865354"/>
                <a:ext cx="3593637" cy="827998"/>
              </a:xfrm>
              <a:prstGeom prst="rect">
                <a:avLst/>
              </a:prstGeom>
              <a:solidFill>
                <a:srgbClr val="ECECEC"/>
              </a:solidFill>
              <a:ln w="6345" cap="flat">
                <a:solidFill>
                  <a:srgbClr val="ECECEC"/>
                </a:solidFill>
                <a:prstDash val="solid"/>
                <a:miter/>
              </a:ln>
            </p:spPr>
            <p:txBody>
              <a:bodyPr vert="horz" wrap="square" lIns="179999" tIns="143999" rIns="179999" bIns="143999"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1" i="0" u="none" strike="noStrike" kern="1200" cap="all" spc="0" baseline="0">
                    <a:solidFill>
                      <a:srgbClr val="211F26"/>
                    </a:solidFill>
                    <a:uFillTx/>
                    <a:latin typeface="Calibri" pitchFamily="34"/>
                    <a:cs typeface="Calibri" pitchFamily="34"/>
                  </a:rPr>
                  <a:t>Want to know more?</a:t>
                </a:r>
                <a:br>
                  <a:rPr lang="en-GB" sz="1200" b="1" i="0" u="none" strike="noStrike" kern="1200" cap="all" spc="0" baseline="0">
                    <a:solidFill>
                      <a:srgbClr val="211F26"/>
                    </a:solidFill>
                    <a:uFillTx/>
                    <a:latin typeface="Calibri" pitchFamily="34"/>
                    <a:cs typeface="Calibri" pitchFamily="34"/>
                  </a:rPr>
                </a:br>
                <a:r>
                  <a:rPr lang="en-GB" sz="1200" b="0" i="0" u="none" strike="noStrike" kern="1200" cap="none" spc="0" baseline="0">
                    <a:solidFill>
                      <a:srgbClr val="211F26"/>
                    </a:solidFill>
                    <a:uFillTx/>
                    <a:latin typeface="Calibri" pitchFamily="34"/>
                    <a:cs typeface="Calibri" pitchFamily="34"/>
                  </a:rPr>
                  <a:t>Go to the tab</a:t>
                </a:r>
                <a:r>
                  <a:rPr lang="en-GB" sz="1200" b="1" i="0" u="none" strike="noStrike" kern="1200" cap="all" spc="0" baseline="0">
                    <a:solidFill>
                      <a:srgbClr val="211F26"/>
                    </a:solidFill>
                    <a:uFillTx/>
                    <a:latin typeface="Calibri" pitchFamily="34"/>
                    <a:cs typeface="Calibri" pitchFamily="34"/>
                  </a:rPr>
                  <a:t> 'SLIDEBUILDER’ </a:t>
                </a:r>
                <a:r>
                  <a:rPr lang="en-GB" sz="1200" b="0" i="0" u="none" strike="noStrike" kern="1200" cap="none" spc="0" baseline="0">
                    <a:solidFill>
                      <a:srgbClr val="211F26"/>
                    </a:solidFill>
                    <a:uFillTx/>
                    <a:latin typeface="Calibri" pitchFamily="34"/>
                    <a:cs typeface="Calibri" pitchFamily="34"/>
                  </a:rPr>
                  <a:t>and click</a:t>
                </a:r>
                <a:br>
                  <a:rPr lang="en-GB" sz="1200" b="0" i="0" u="none" strike="noStrike" kern="1200" cap="none" spc="0" baseline="0">
                    <a:solidFill>
                      <a:srgbClr val="211F26"/>
                    </a:solidFill>
                    <a:uFillTx/>
                    <a:latin typeface="Calibri" pitchFamily="34"/>
                    <a:cs typeface="Calibri" pitchFamily="34"/>
                  </a:rPr>
                </a:br>
                <a:r>
                  <a:rPr lang="en-GB" sz="1200" b="0" i="0" u="none" strike="noStrike" kern="1200" cap="none" spc="0" baseline="0">
                    <a:solidFill>
                      <a:srgbClr val="211F26"/>
                    </a:solidFill>
                    <a:uFillTx/>
                    <a:latin typeface="Calibri" pitchFamily="34"/>
                    <a:cs typeface="Calibri" pitchFamily="34"/>
                  </a:rPr>
                  <a:t>on the button </a:t>
                </a:r>
                <a:r>
                  <a:rPr lang="en-GB" sz="1200" b="1" i="0" u="none" strike="noStrike" kern="1200" cap="all" spc="0" baseline="0">
                    <a:solidFill>
                      <a:srgbClr val="211F26"/>
                    </a:solidFill>
                    <a:uFillTx/>
                    <a:latin typeface="Calibri" pitchFamily="34"/>
                    <a:cs typeface="Calibri" pitchFamily="34"/>
                  </a:rPr>
                  <a:t>‘Inspiration'</a:t>
                </a:r>
              </a:p>
            </p:txBody>
          </p:sp>
          <p:grpSp>
            <p:nvGrpSpPr>
              <p:cNvPr id="34" name="ICOON_info">
                <a:extLst>
                  <a:ext uri="{FF2B5EF4-FFF2-40B4-BE49-F238E27FC236}">
                    <a16:creationId xmlns:a16="http://schemas.microsoft.com/office/drawing/2014/main" id="{E5F61340-4C0A-B01A-2634-7D6D4EB20137}"/>
                  </a:ext>
                </a:extLst>
              </p:cNvPr>
              <p:cNvGrpSpPr/>
              <p:nvPr/>
            </p:nvGrpSpPr>
            <p:grpSpPr>
              <a:xfrm>
                <a:off x="15787024" y="5729337"/>
                <a:ext cx="283683" cy="283683"/>
                <a:chOff x="15787024" y="5729337"/>
                <a:chExt cx="283683" cy="283683"/>
              </a:xfrm>
            </p:grpSpPr>
            <p:sp>
              <p:nvSpPr>
                <p:cNvPr id="35" name="Ovaal 88">
                  <a:extLst>
                    <a:ext uri="{FF2B5EF4-FFF2-40B4-BE49-F238E27FC236}">
                      <a16:creationId xmlns:a16="http://schemas.microsoft.com/office/drawing/2014/main" id="{6E6E75A6-D27E-1AB6-6082-0ACC37A630ED}"/>
                    </a:ext>
                  </a:extLst>
                </p:cNvPr>
                <p:cNvSpPr/>
                <p:nvPr/>
              </p:nvSpPr>
              <p:spPr>
                <a:xfrm>
                  <a:off x="15807049" y="5748805"/>
                  <a:ext cx="244748" cy="244748"/>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211F26"/>
                </a:solidFill>
                <a:ln>
                  <a:noFill/>
                  <a:prstDash val="solid"/>
                </a:ln>
              </p:spPr>
              <p:txBody>
                <a:bodyPr vert="horz" wrap="square" lIns="179999" tIns="179999" rIns="179999" bIns="179999"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1600" b="0" i="0" u="none" strike="noStrike" kern="1200" cap="all" spc="0" baseline="0">
                    <a:solidFill>
                      <a:srgbClr val="FFFFFF"/>
                    </a:solidFill>
                    <a:uFillTx/>
                    <a:latin typeface="Calibri" pitchFamily="34"/>
                    <a:cs typeface="Calibri" pitchFamily="34"/>
                  </a:endParaRPr>
                </a:p>
              </p:txBody>
            </p:sp>
            <p:sp>
              <p:nvSpPr>
                <p:cNvPr id="36" name="Graphic 163" descr="Informatie">
                  <a:extLst>
                    <a:ext uri="{FF2B5EF4-FFF2-40B4-BE49-F238E27FC236}">
                      <a16:creationId xmlns:a16="http://schemas.microsoft.com/office/drawing/2014/main" id="{28062536-98F9-EB20-3DB7-387386150718}"/>
                    </a:ext>
                  </a:extLst>
                </p:cNvPr>
                <p:cNvSpPr/>
                <p:nvPr/>
              </p:nvSpPr>
              <p:spPr>
                <a:xfrm>
                  <a:off x="15787024" y="5729337"/>
                  <a:ext cx="283683" cy="283683"/>
                </a:xfrm>
                <a:custGeom>
                  <a:avLst/>
                  <a:gdLst>
                    <a:gd name="f0" fmla="val 10800000"/>
                    <a:gd name="f1" fmla="val 5400000"/>
                    <a:gd name="f2" fmla="val 180"/>
                    <a:gd name="f3" fmla="val w"/>
                    <a:gd name="f4" fmla="val h"/>
                    <a:gd name="f5" fmla="val 0"/>
                    <a:gd name="f6" fmla="val 291719"/>
                    <a:gd name="f7" fmla="val 145860"/>
                    <a:gd name="f8" fmla="val 65253"/>
                    <a:gd name="f9" fmla="val 226467"/>
                    <a:gd name="f10" fmla="val 291720"/>
                    <a:gd name="f11" fmla="val 138183"/>
                    <a:gd name="f12" fmla="val 38384"/>
                    <a:gd name="f13" fmla="val 148931"/>
                    <a:gd name="f14" fmla="val 157375"/>
                    <a:gd name="f15" fmla="val 46829"/>
                    <a:gd name="f16" fmla="val 57576"/>
                    <a:gd name="f17" fmla="val 68324"/>
                    <a:gd name="f18" fmla="val 76768"/>
                    <a:gd name="f19" fmla="val 127435"/>
                    <a:gd name="f20" fmla="val 118991"/>
                    <a:gd name="f21" fmla="val 184244"/>
                    <a:gd name="f22" fmla="val 253336"/>
                    <a:gd name="f23" fmla="val 107476"/>
                    <a:gd name="f24" fmla="val 230305"/>
                    <a:gd name="f25" fmla="val 134345"/>
                    <a:gd name="f26" fmla="val 115153"/>
                    <a:gd name="f27" fmla="val 111314"/>
                    <a:gd name="f28" fmla="val 92122"/>
                    <a:gd name="f29" fmla="+- 0 0 -90"/>
                    <a:gd name="f30" fmla="*/ f3 1 291719"/>
                    <a:gd name="f31" fmla="*/ f4 1 291719"/>
                    <a:gd name="f32" fmla="val f5"/>
                    <a:gd name="f33" fmla="val f6"/>
                    <a:gd name="f34" fmla="*/ f29 f0 1"/>
                    <a:gd name="f35" fmla="+- f33 0 f32"/>
                    <a:gd name="f36" fmla="*/ f34 1 f2"/>
                    <a:gd name="f37" fmla="*/ f35 1 291719"/>
                    <a:gd name="f38" fmla="*/ 145860 f35 1"/>
                    <a:gd name="f39" fmla="*/ 0 f35 1"/>
                    <a:gd name="f40" fmla="*/ 291720 f35 1"/>
                    <a:gd name="f41" fmla="*/ 138183 f35 1"/>
                    <a:gd name="f42" fmla="*/ 38384 f35 1"/>
                    <a:gd name="f43" fmla="*/ 157375 f35 1"/>
                    <a:gd name="f44" fmla="*/ 57576 f35 1"/>
                    <a:gd name="f45" fmla="*/ 76768 f35 1"/>
                    <a:gd name="f46" fmla="*/ 118991 f35 1"/>
                    <a:gd name="f47" fmla="*/ 184244 f35 1"/>
                    <a:gd name="f48" fmla="*/ 253336 f35 1"/>
                    <a:gd name="f49" fmla="*/ 107476 f35 1"/>
                    <a:gd name="f50" fmla="*/ 230305 f35 1"/>
                    <a:gd name="f51" fmla="*/ 134345 f35 1"/>
                    <a:gd name="f52" fmla="*/ 115153 f35 1"/>
                    <a:gd name="f53" fmla="*/ 111314 f35 1"/>
                    <a:gd name="f54" fmla="*/ 92122 f35 1"/>
                    <a:gd name="f55" fmla="+- f36 0 f1"/>
                    <a:gd name="f56" fmla="*/ f38 1 291719"/>
                    <a:gd name="f57" fmla="*/ f39 1 291719"/>
                    <a:gd name="f58" fmla="*/ f40 1 291719"/>
                    <a:gd name="f59" fmla="*/ f41 1 291719"/>
                    <a:gd name="f60" fmla="*/ f42 1 291719"/>
                    <a:gd name="f61" fmla="*/ f43 1 291719"/>
                    <a:gd name="f62" fmla="*/ f44 1 291719"/>
                    <a:gd name="f63" fmla="*/ f45 1 291719"/>
                    <a:gd name="f64" fmla="*/ f46 1 291719"/>
                    <a:gd name="f65" fmla="*/ f47 1 291719"/>
                    <a:gd name="f66" fmla="*/ f48 1 291719"/>
                    <a:gd name="f67" fmla="*/ f49 1 291719"/>
                    <a:gd name="f68" fmla="*/ f50 1 291719"/>
                    <a:gd name="f69" fmla="*/ f51 1 291719"/>
                    <a:gd name="f70" fmla="*/ f52 1 291719"/>
                    <a:gd name="f71" fmla="*/ f53 1 291719"/>
                    <a:gd name="f72" fmla="*/ f54 1 291719"/>
                    <a:gd name="f73" fmla="*/ f32 1 f37"/>
                    <a:gd name="f74" fmla="*/ f33 1 f37"/>
                    <a:gd name="f75" fmla="*/ f56 1 f37"/>
                    <a:gd name="f76" fmla="*/ f57 1 f37"/>
                    <a:gd name="f77" fmla="*/ f58 1 f37"/>
                    <a:gd name="f78" fmla="*/ f59 1 f37"/>
                    <a:gd name="f79" fmla="*/ f60 1 f37"/>
                    <a:gd name="f80" fmla="*/ f61 1 f37"/>
                    <a:gd name="f81" fmla="*/ f62 1 f37"/>
                    <a:gd name="f82" fmla="*/ f63 1 f37"/>
                    <a:gd name="f83" fmla="*/ f64 1 f37"/>
                    <a:gd name="f84" fmla="*/ f65 1 f37"/>
                    <a:gd name="f85" fmla="*/ f66 1 f37"/>
                    <a:gd name="f86" fmla="*/ f67 1 f37"/>
                    <a:gd name="f87" fmla="*/ f68 1 f37"/>
                    <a:gd name="f88" fmla="*/ f69 1 f37"/>
                    <a:gd name="f89" fmla="*/ f70 1 f37"/>
                    <a:gd name="f90" fmla="*/ f71 1 f37"/>
                    <a:gd name="f91" fmla="*/ f72 1 f37"/>
                    <a:gd name="f92" fmla="*/ f73 f30 1"/>
                    <a:gd name="f93" fmla="*/ f74 f30 1"/>
                    <a:gd name="f94" fmla="*/ f74 f31 1"/>
                    <a:gd name="f95" fmla="*/ f73 f31 1"/>
                    <a:gd name="f96" fmla="*/ f75 f30 1"/>
                    <a:gd name="f97" fmla="*/ f76 f31 1"/>
                    <a:gd name="f98" fmla="*/ f76 f30 1"/>
                    <a:gd name="f99" fmla="*/ f75 f31 1"/>
                    <a:gd name="f100" fmla="*/ f77 f31 1"/>
                    <a:gd name="f101" fmla="*/ f77 f30 1"/>
                    <a:gd name="f102" fmla="*/ f78 f30 1"/>
                    <a:gd name="f103" fmla="*/ f79 f31 1"/>
                    <a:gd name="f104" fmla="*/ f80 f30 1"/>
                    <a:gd name="f105" fmla="*/ f81 f31 1"/>
                    <a:gd name="f106" fmla="*/ f82 f31 1"/>
                    <a:gd name="f107" fmla="*/ f83 f30 1"/>
                    <a:gd name="f108" fmla="*/ f84 f30 1"/>
                    <a:gd name="f109" fmla="*/ f85 f31 1"/>
                    <a:gd name="f110" fmla="*/ f86 f30 1"/>
                    <a:gd name="f111" fmla="*/ f87 f31 1"/>
                    <a:gd name="f112" fmla="*/ f88 f30 1"/>
                    <a:gd name="f113" fmla="*/ f89 f31 1"/>
                    <a:gd name="f114" fmla="*/ f90 f30 1"/>
                    <a:gd name="f115" fmla="*/ f91 f31 1"/>
                  </a:gdLst>
                  <a:ahLst/>
                  <a:cxnLst>
                    <a:cxn ang="3cd4">
                      <a:pos x="hc" y="t"/>
                    </a:cxn>
                    <a:cxn ang="0">
                      <a:pos x="r" y="vc"/>
                    </a:cxn>
                    <a:cxn ang="cd4">
                      <a:pos x="hc" y="b"/>
                    </a:cxn>
                    <a:cxn ang="cd2">
                      <a:pos x="l" y="vc"/>
                    </a:cxn>
                    <a:cxn ang="f55">
                      <a:pos x="f96" y="f97"/>
                    </a:cxn>
                    <a:cxn ang="f55">
                      <a:pos x="f98" y="f99"/>
                    </a:cxn>
                    <a:cxn ang="f55">
                      <a:pos x="f96" y="f100"/>
                    </a:cxn>
                    <a:cxn ang="f55">
                      <a:pos x="f101" y="f99"/>
                    </a:cxn>
                    <a:cxn ang="f55">
                      <a:pos x="f96" y="f97"/>
                    </a:cxn>
                    <a:cxn ang="f55">
                      <a:pos x="f102" y="f103"/>
                    </a:cxn>
                    <a:cxn ang="f55">
                      <a:pos x="f104" y="f105"/>
                    </a:cxn>
                    <a:cxn ang="f55">
                      <a:pos x="f102" y="f106"/>
                    </a:cxn>
                    <a:cxn ang="f55">
                      <a:pos x="f107" y="f105"/>
                    </a:cxn>
                    <a:cxn ang="f55">
                      <a:pos x="f102" y="f103"/>
                    </a:cxn>
                    <a:cxn ang="f55">
                      <a:pos x="f108" y="f109"/>
                    </a:cxn>
                    <a:cxn ang="f55">
                      <a:pos x="f110" y="f109"/>
                    </a:cxn>
                    <a:cxn ang="f55">
                      <a:pos x="f110" y="f111"/>
                    </a:cxn>
                    <a:cxn ang="f55">
                      <a:pos x="f112" y="f111"/>
                    </a:cxn>
                    <a:cxn ang="f55">
                      <a:pos x="f112" y="f113"/>
                    </a:cxn>
                    <a:cxn ang="f55">
                      <a:pos x="f114" y="f113"/>
                    </a:cxn>
                    <a:cxn ang="f55">
                      <a:pos x="f114" y="f115"/>
                    </a:cxn>
                    <a:cxn ang="f55">
                      <a:pos x="f104" y="f115"/>
                    </a:cxn>
                    <a:cxn ang="f55">
                      <a:pos x="f104" y="f113"/>
                    </a:cxn>
                    <a:cxn ang="f55">
                      <a:pos x="f104" y="f111"/>
                    </a:cxn>
                    <a:cxn ang="f55">
                      <a:pos x="f108" y="f111"/>
                    </a:cxn>
                    <a:cxn ang="f55">
                      <a:pos x="f108" y="f109"/>
                    </a:cxn>
                  </a:cxnLst>
                  <a:rect l="f92" t="f95" r="f93" b="f94"/>
                  <a:pathLst>
                    <a:path w="291719" h="291719">
                      <a:moveTo>
                        <a:pt x="f7" y="f5"/>
                      </a:moveTo>
                      <a:cubicBezTo>
                        <a:pt x="f8" y="f5"/>
                        <a:pt x="f5" y="f8"/>
                        <a:pt x="f5" y="f7"/>
                      </a:cubicBezTo>
                      <a:cubicBezTo>
                        <a:pt x="f5" y="f9"/>
                        <a:pt x="f8" y="f10"/>
                        <a:pt x="f7" y="f10"/>
                      </a:cubicBezTo>
                      <a:cubicBezTo>
                        <a:pt x="f9" y="f10"/>
                        <a:pt x="f10" y="f9"/>
                        <a:pt x="f10" y="f7"/>
                      </a:cubicBezTo>
                      <a:cubicBezTo>
                        <a:pt x="f10" y="f8"/>
                        <a:pt x="f9" y="f5"/>
                        <a:pt x="f7" y="f5"/>
                      </a:cubicBezTo>
                      <a:close/>
                      <a:moveTo>
                        <a:pt x="f11" y="f12"/>
                      </a:moveTo>
                      <a:cubicBezTo>
                        <a:pt x="f13" y="f12"/>
                        <a:pt x="f14" y="f15"/>
                        <a:pt x="f14" y="f16"/>
                      </a:cubicBezTo>
                      <a:cubicBezTo>
                        <a:pt x="f14" y="f17"/>
                        <a:pt x="f13" y="f18"/>
                        <a:pt x="f11" y="f18"/>
                      </a:cubicBezTo>
                      <a:cubicBezTo>
                        <a:pt x="f19" y="f18"/>
                        <a:pt x="f20" y="f17"/>
                        <a:pt x="f20" y="f16"/>
                      </a:cubicBezTo>
                      <a:cubicBezTo>
                        <a:pt x="f20" y="f15"/>
                        <a:pt x="f19" y="f12"/>
                        <a:pt x="f11" y="f12"/>
                      </a:cubicBezTo>
                      <a:close/>
                      <a:moveTo>
                        <a:pt x="f21" y="f22"/>
                      </a:moveTo>
                      <a:lnTo>
                        <a:pt x="f23" y="f22"/>
                      </a:lnTo>
                      <a:lnTo>
                        <a:pt x="f23" y="f24"/>
                      </a:lnTo>
                      <a:lnTo>
                        <a:pt x="f25" y="f24"/>
                      </a:lnTo>
                      <a:lnTo>
                        <a:pt x="f25" y="f26"/>
                      </a:lnTo>
                      <a:lnTo>
                        <a:pt x="f27" y="f26"/>
                      </a:lnTo>
                      <a:lnTo>
                        <a:pt x="f27" y="f28"/>
                      </a:lnTo>
                      <a:lnTo>
                        <a:pt x="f14" y="f28"/>
                      </a:lnTo>
                      <a:lnTo>
                        <a:pt x="f14" y="f26"/>
                      </a:lnTo>
                      <a:lnTo>
                        <a:pt x="f14" y="f24"/>
                      </a:lnTo>
                      <a:lnTo>
                        <a:pt x="f21" y="f24"/>
                      </a:lnTo>
                      <a:lnTo>
                        <a:pt x="f21" y="f22"/>
                      </a:lnTo>
                      <a:close/>
                    </a:path>
                  </a:pathLst>
                </a:custGeom>
                <a:solidFill>
                  <a:srgbClr val="1FF524"/>
                </a:solidFill>
                <a:ln>
                  <a:noFill/>
                  <a:prstDash val="soli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2000" b="0" i="0" u="none" strike="noStrike" kern="1200" cap="none" spc="0" baseline="0">
                    <a:solidFill>
                      <a:srgbClr val="211F26"/>
                    </a:solidFill>
                    <a:uFillTx/>
                    <a:latin typeface="Calibri" pitchFamily="34"/>
                    <a:cs typeface="Calibri" pitchFamily="34"/>
                  </a:endParaRPr>
                </a:p>
              </p:txBody>
            </p:sp>
          </p:grpSp>
          <p:grpSp>
            <p:nvGrpSpPr>
              <p:cNvPr id="37" name="Groep 25">
                <a:extLst>
                  <a:ext uri="{FF2B5EF4-FFF2-40B4-BE49-F238E27FC236}">
                    <a16:creationId xmlns:a16="http://schemas.microsoft.com/office/drawing/2014/main" id="{F48260A5-64B7-4029-79C9-7B932E9A95E1}"/>
                  </a:ext>
                </a:extLst>
              </p:cNvPr>
              <p:cNvGrpSpPr/>
              <p:nvPr/>
            </p:nvGrpSpPr>
            <p:grpSpPr>
              <a:xfrm>
                <a:off x="15225326" y="6002734"/>
                <a:ext cx="627799" cy="576684"/>
                <a:chOff x="15225326" y="6002734"/>
                <a:chExt cx="627799" cy="576684"/>
              </a:xfrm>
            </p:grpSpPr>
            <p:grpSp>
              <p:nvGrpSpPr>
                <p:cNvPr id="38" name="Inspireren">
                  <a:extLst>
                    <a:ext uri="{FF2B5EF4-FFF2-40B4-BE49-F238E27FC236}">
                      <a16:creationId xmlns:a16="http://schemas.microsoft.com/office/drawing/2014/main" id="{44626E2E-7935-06AA-D7F4-A20D159C3E71}"/>
                    </a:ext>
                  </a:extLst>
                </p:cNvPr>
                <p:cNvGrpSpPr/>
                <p:nvPr/>
              </p:nvGrpSpPr>
              <p:grpSpPr>
                <a:xfrm>
                  <a:off x="15447645" y="6002734"/>
                  <a:ext cx="169776" cy="242380"/>
                  <a:chOff x="15447645" y="6002734"/>
                  <a:chExt cx="169776" cy="242380"/>
                </a:xfrm>
              </p:grpSpPr>
              <p:sp>
                <p:nvSpPr>
                  <p:cNvPr id="39" name="Freeform 12">
                    <a:extLst>
                      <a:ext uri="{FF2B5EF4-FFF2-40B4-BE49-F238E27FC236}">
                        <a16:creationId xmlns:a16="http://schemas.microsoft.com/office/drawing/2014/main" id="{7877F3A1-783A-F60F-C1BB-8317880AEACA}"/>
                      </a:ext>
                    </a:extLst>
                  </p:cNvPr>
                  <p:cNvSpPr/>
                  <p:nvPr/>
                </p:nvSpPr>
                <p:spPr>
                  <a:xfrm>
                    <a:off x="15497845" y="6089556"/>
                    <a:ext cx="68726" cy="62051"/>
                  </a:xfrm>
                  <a:custGeom>
                    <a:avLst/>
                    <a:gdLst>
                      <a:gd name="f0" fmla="val 10800000"/>
                      <a:gd name="f1" fmla="val 5400000"/>
                      <a:gd name="f2" fmla="val 180"/>
                      <a:gd name="f3" fmla="val w"/>
                      <a:gd name="f4" fmla="val h"/>
                      <a:gd name="f5" fmla="val 0"/>
                      <a:gd name="f6" fmla="val 319"/>
                      <a:gd name="f7" fmla="val 288"/>
                      <a:gd name="f8" fmla="val 220"/>
                      <a:gd name="f9" fmla="val 107"/>
                      <a:gd name="f10" fmla="+- 0 0 -90"/>
                      <a:gd name="f11" fmla="*/ f3 1 319"/>
                      <a:gd name="f12" fmla="*/ f4 1 288"/>
                      <a:gd name="f13" fmla="val f5"/>
                      <a:gd name="f14" fmla="val f6"/>
                      <a:gd name="f15" fmla="val f7"/>
                      <a:gd name="f16" fmla="*/ f10 f0 1"/>
                      <a:gd name="f17" fmla="+- f15 0 f13"/>
                      <a:gd name="f18" fmla="+- f14 0 f13"/>
                      <a:gd name="f19" fmla="*/ f16 1 f2"/>
                      <a:gd name="f20" fmla="*/ f18 1 319"/>
                      <a:gd name="f21" fmla="*/ f17 1 288"/>
                      <a:gd name="f22" fmla="*/ 220 f18 1"/>
                      <a:gd name="f23" fmla="*/ 288 f17 1"/>
                      <a:gd name="f24" fmla="*/ 107 f18 1"/>
                      <a:gd name="f25" fmla="*/ 0 f18 1"/>
                      <a:gd name="f26" fmla="*/ 0 f17 1"/>
                      <a:gd name="f27" fmla="*/ 319 f18 1"/>
                      <a:gd name="f28" fmla="+- f19 0 f1"/>
                      <a:gd name="f29" fmla="*/ f22 1 319"/>
                      <a:gd name="f30" fmla="*/ f23 1 288"/>
                      <a:gd name="f31" fmla="*/ f24 1 319"/>
                      <a:gd name="f32" fmla="*/ f25 1 319"/>
                      <a:gd name="f33" fmla="*/ f26 1 288"/>
                      <a:gd name="f34" fmla="*/ f27 1 319"/>
                      <a:gd name="f35" fmla="*/ 0 1 f20"/>
                      <a:gd name="f36" fmla="*/ f14 1 f20"/>
                      <a:gd name="f37" fmla="*/ 0 1 f21"/>
                      <a:gd name="f38" fmla="*/ f15 1 f21"/>
                      <a:gd name="f39" fmla="*/ f29 1 f20"/>
                      <a:gd name="f40" fmla="*/ f30 1 f21"/>
                      <a:gd name="f41" fmla="*/ f31 1 f20"/>
                      <a:gd name="f42" fmla="*/ f32 1 f20"/>
                      <a:gd name="f43" fmla="*/ f33 1 f21"/>
                      <a:gd name="f44" fmla="*/ f34 1 f20"/>
                      <a:gd name="f45" fmla="*/ f35 f11 1"/>
                      <a:gd name="f46" fmla="*/ f36 f11 1"/>
                      <a:gd name="f47" fmla="*/ f38 f12 1"/>
                      <a:gd name="f48" fmla="*/ f37 f12 1"/>
                      <a:gd name="f49" fmla="*/ f39 f11 1"/>
                      <a:gd name="f50" fmla="*/ f40 f12 1"/>
                      <a:gd name="f51" fmla="*/ f41 f11 1"/>
                      <a:gd name="f52" fmla="*/ f42 f11 1"/>
                      <a:gd name="f53" fmla="*/ f43 f12 1"/>
                      <a:gd name="f54" fmla="*/ f44 f11 1"/>
                    </a:gdLst>
                    <a:ahLst/>
                    <a:cxnLst>
                      <a:cxn ang="3cd4">
                        <a:pos x="hc" y="t"/>
                      </a:cxn>
                      <a:cxn ang="0">
                        <a:pos x="r" y="vc"/>
                      </a:cxn>
                      <a:cxn ang="cd4">
                        <a:pos x="hc" y="b"/>
                      </a:cxn>
                      <a:cxn ang="cd2">
                        <a:pos x="l" y="vc"/>
                      </a:cxn>
                      <a:cxn ang="f28">
                        <a:pos x="f49" y="f50"/>
                      </a:cxn>
                      <a:cxn ang="f28">
                        <a:pos x="f51" y="f50"/>
                      </a:cxn>
                      <a:cxn ang="f28">
                        <a:pos x="f52" y="f53"/>
                      </a:cxn>
                      <a:cxn ang="f28">
                        <a:pos x="f54" y="f53"/>
                      </a:cxn>
                      <a:cxn ang="f28">
                        <a:pos x="f49" y="f50"/>
                      </a:cxn>
                    </a:cxnLst>
                    <a:rect l="f45" t="f48" r="f46" b="f47"/>
                    <a:pathLst>
                      <a:path w="319" h="288">
                        <a:moveTo>
                          <a:pt x="f8" y="f7"/>
                        </a:moveTo>
                        <a:lnTo>
                          <a:pt x="f9" y="f7"/>
                        </a:lnTo>
                        <a:lnTo>
                          <a:pt x="f5" y="f5"/>
                        </a:lnTo>
                        <a:lnTo>
                          <a:pt x="f6" y="f5"/>
                        </a:lnTo>
                        <a:lnTo>
                          <a:pt x="f8" y="f7"/>
                        </a:lnTo>
                        <a:close/>
                      </a:path>
                    </a:pathLst>
                  </a:custGeom>
                  <a:solidFill>
                    <a:srgbClr val="1FF524"/>
                  </a:solidFill>
                  <a:ln>
                    <a:noFill/>
                    <a:prstDash val="solid"/>
                  </a:ln>
                </p:spPr>
                <p:txBody>
                  <a:bodyPr vert="horz" wrap="square" lIns="91440" tIns="45720" rIns="91440" bIns="45720" anchor="t"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300" b="0" i="0" u="none" strike="noStrike" kern="0" cap="none" spc="0" baseline="0">
                      <a:solidFill>
                        <a:srgbClr val="211F26"/>
                      </a:solidFill>
                      <a:uFillTx/>
                      <a:latin typeface="Arial"/>
                    </a:endParaRPr>
                  </a:p>
                </p:txBody>
              </p:sp>
              <p:sp>
                <p:nvSpPr>
                  <p:cNvPr id="40" name="Freeform 13">
                    <a:extLst>
                      <a:ext uri="{FF2B5EF4-FFF2-40B4-BE49-F238E27FC236}">
                        <a16:creationId xmlns:a16="http://schemas.microsoft.com/office/drawing/2014/main" id="{04356D6F-87A7-99B4-9848-173D1D1BA60B}"/>
                      </a:ext>
                    </a:extLst>
                  </p:cNvPr>
                  <p:cNvSpPr/>
                  <p:nvPr/>
                </p:nvSpPr>
                <p:spPr>
                  <a:xfrm>
                    <a:off x="15502371" y="6220983"/>
                    <a:ext cx="60761" cy="24131"/>
                  </a:xfrm>
                  <a:custGeom>
                    <a:avLst/>
                    <a:gdLst>
                      <a:gd name="f0" fmla="val 10800000"/>
                      <a:gd name="f1" fmla="val 5400000"/>
                      <a:gd name="f2" fmla="val 180"/>
                      <a:gd name="f3" fmla="val w"/>
                      <a:gd name="f4" fmla="val h"/>
                      <a:gd name="f5" fmla="val 0"/>
                      <a:gd name="f6" fmla="val 251"/>
                      <a:gd name="f7" fmla="val 100"/>
                      <a:gd name="f8" fmla="val 229"/>
                      <a:gd name="f9" fmla="val 70"/>
                      <a:gd name="f10" fmla="val 69"/>
                      <a:gd name="f11" fmla="val 22"/>
                      <a:gd name="f12" fmla="val 27"/>
                      <a:gd name="f13" fmla="val 87"/>
                      <a:gd name="f14" fmla="val 44"/>
                      <a:gd name="f15" fmla="val 63"/>
                      <a:gd name="f16" fmla="val 188"/>
                      <a:gd name="f17" fmla="val 207"/>
                      <a:gd name="f18" fmla="val 223"/>
                      <a:gd name="f19" fmla="val 88"/>
                      <a:gd name="f20" fmla="val 71"/>
                      <a:gd name="f21" fmla="+- 0 0 -90"/>
                      <a:gd name="f22" fmla="*/ f3 1 251"/>
                      <a:gd name="f23" fmla="*/ f4 1 100"/>
                      <a:gd name="f24" fmla="val f5"/>
                      <a:gd name="f25" fmla="val f6"/>
                      <a:gd name="f26" fmla="val f7"/>
                      <a:gd name="f27" fmla="*/ f21 f0 1"/>
                      <a:gd name="f28" fmla="+- f26 0 f24"/>
                      <a:gd name="f29" fmla="+- f25 0 f24"/>
                      <a:gd name="f30" fmla="*/ f27 1 f2"/>
                      <a:gd name="f31" fmla="*/ f29 1 251"/>
                      <a:gd name="f32" fmla="*/ f28 1 100"/>
                      <a:gd name="f33" fmla="*/ 229 f29 1"/>
                      <a:gd name="f34" fmla="*/ 70 f28 1"/>
                      <a:gd name="f35" fmla="*/ 69 f28 1"/>
                      <a:gd name="f36" fmla="*/ 251 f29 1"/>
                      <a:gd name="f37" fmla="*/ 0 f28 1"/>
                      <a:gd name="f38" fmla="*/ 0 f29 1"/>
                      <a:gd name="f39" fmla="*/ 22 f29 1"/>
                      <a:gd name="f40" fmla="*/ 63 f29 1"/>
                      <a:gd name="f41" fmla="*/ 100 f28 1"/>
                      <a:gd name="f42" fmla="*/ 188 f29 1"/>
                      <a:gd name="f43" fmla="*/ 71 f28 1"/>
                      <a:gd name="f44" fmla="+- f30 0 f1"/>
                      <a:gd name="f45" fmla="*/ f33 1 251"/>
                      <a:gd name="f46" fmla="*/ f34 1 100"/>
                      <a:gd name="f47" fmla="*/ f35 1 100"/>
                      <a:gd name="f48" fmla="*/ f36 1 251"/>
                      <a:gd name="f49" fmla="*/ f37 1 100"/>
                      <a:gd name="f50" fmla="*/ f38 1 251"/>
                      <a:gd name="f51" fmla="*/ f39 1 251"/>
                      <a:gd name="f52" fmla="*/ f40 1 251"/>
                      <a:gd name="f53" fmla="*/ f41 1 100"/>
                      <a:gd name="f54" fmla="*/ f42 1 251"/>
                      <a:gd name="f55" fmla="*/ f43 1 100"/>
                      <a:gd name="f56" fmla="*/ 0 1 f31"/>
                      <a:gd name="f57" fmla="*/ f25 1 f31"/>
                      <a:gd name="f58" fmla="*/ 0 1 f32"/>
                      <a:gd name="f59" fmla="*/ f26 1 f32"/>
                      <a:gd name="f60" fmla="*/ f45 1 f31"/>
                      <a:gd name="f61" fmla="*/ f46 1 f32"/>
                      <a:gd name="f62" fmla="*/ f47 1 f32"/>
                      <a:gd name="f63" fmla="*/ f48 1 f31"/>
                      <a:gd name="f64" fmla="*/ f49 1 f32"/>
                      <a:gd name="f65" fmla="*/ f50 1 f31"/>
                      <a:gd name="f66" fmla="*/ f51 1 f31"/>
                      <a:gd name="f67" fmla="*/ f52 1 f31"/>
                      <a:gd name="f68" fmla="*/ f53 1 f32"/>
                      <a:gd name="f69" fmla="*/ f54 1 f31"/>
                      <a:gd name="f70" fmla="*/ f55 1 f32"/>
                      <a:gd name="f71" fmla="*/ f56 f22 1"/>
                      <a:gd name="f72" fmla="*/ f57 f22 1"/>
                      <a:gd name="f73" fmla="*/ f59 f23 1"/>
                      <a:gd name="f74" fmla="*/ f58 f23 1"/>
                      <a:gd name="f75" fmla="*/ f60 f22 1"/>
                      <a:gd name="f76" fmla="*/ f61 f23 1"/>
                      <a:gd name="f77" fmla="*/ f62 f23 1"/>
                      <a:gd name="f78" fmla="*/ f63 f22 1"/>
                      <a:gd name="f79" fmla="*/ f64 f23 1"/>
                      <a:gd name="f80" fmla="*/ f65 f22 1"/>
                      <a:gd name="f81" fmla="*/ f66 f22 1"/>
                      <a:gd name="f82" fmla="*/ f67 f22 1"/>
                      <a:gd name="f83" fmla="*/ f68 f23 1"/>
                      <a:gd name="f84" fmla="*/ f69 f22 1"/>
                      <a:gd name="f85" fmla="*/ f70 f23 1"/>
                    </a:gdLst>
                    <a:ahLst/>
                    <a:cxnLst>
                      <a:cxn ang="3cd4">
                        <a:pos x="hc" y="t"/>
                      </a:cxn>
                      <a:cxn ang="0">
                        <a:pos x="r" y="vc"/>
                      </a:cxn>
                      <a:cxn ang="cd4">
                        <a:pos x="hc" y="b"/>
                      </a:cxn>
                      <a:cxn ang="cd2">
                        <a:pos x="l" y="vc"/>
                      </a:cxn>
                      <a:cxn ang="f44">
                        <a:pos x="f75" y="f76"/>
                      </a:cxn>
                      <a:cxn ang="f44">
                        <a:pos x="f75" y="f77"/>
                      </a:cxn>
                      <a:cxn ang="f44">
                        <a:pos x="f78" y="f79"/>
                      </a:cxn>
                      <a:cxn ang="f44">
                        <a:pos x="f80" y="f79"/>
                      </a:cxn>
                      <a:cxn ang="f44">
                        <a:pos x="f81" y="f77"/>
                      </a:cxn>
                      <a:cxn ang="f44">
                        <a:pos x="f82" y="f83"/>
                      </a:cxn>
                      <a:cxn ang="f44">
                        <a:pos x="f84" y="f83"/>
                      </a:cxn>
                      <a:cxn ang="f44">
                        <a:pos x="f75" y="f85"/>
                      </a:cxn>
                      <a:cxn ang="f44">
                        <a:pos x="f75" y="f85"/>
                      </a:cxn>
                      <a:cxn ang="f44">
                        <a:pos x="f75" y="f76"/>
                      </a:cxn>
                    </a:cxnLst>
                    <a:rect l="f71" t="f74" r="f72" b="f73"/>
                    <a:pathLst>
                      <a:path w="251" h="100">
                        <a:moveTo>
                          <a:pt x="f8" y="f9"/>
                        </a:moveTo>
                        <a:cubicBezTo>
                          <a:pt x="f8" y="f9"/>
                          <a:pt x="f8" y="f10"/>
                          <a:pt x="f8" y="f10"/>
                        </a:cubicBezTo>
                        <a:cubicBezTo>
                          <a:pt x="f6" y="f5"/>
                          <a:pt x="f6" y="f5"/>
                          <a:pt x="f6" y="f5"/>
                        </a:cubicBezTo>
                        <a:cubicBezTo>
                          <a:pt x="f5" y="f5"/>
                          <a:pt x="f5" y="f5"/>
                          <a:pt x="f5" y="f5"/>
                        </a:cubicBezTo>
                        <a:cubicBezTo>
                          <a:pt x="f11" y="f10"/>
                          <a:pt x="f11" y="f10"/>
                          <a:pt x="f11" y="f10"/>
                        </a:cubicBezTo>
                        <a:cubicBezTo>
                          <a:pt x="f12" y="f13"/>
                          <a:pt x="f14" y="f7"/>
                          <a:pt x="f15" y="f7"/>
                        </a:cubicBezTo>
                        <a:cubicBezTo>
                          <a:pt x="f16" y="f7"/>
                          <a:pt x="f16" y="f7"/>
                          <a:pt x="f16" y="f7"/>
                        </a:cubicBezTo>
                        <a:cubicBezTo>
                          <a:pt x="f17" y="f7"/>
                          <a:pt x="f18" y="f19"/>
                          <a:pt x="f8" y="f20"/>
                        </a:cubicBezTo>
                        <a:cubicBezTo>
                          <a:pt x="f8" y="f20"/>
                          <a:pt x="f8" y="f20"/>
                          <a:pt x="f8" y="f20"/>
                        </a:cubicBezTo>
                        <a:lnTo>
                          <a:pt x="f8" y="f9"/>
                        </a:lnTo>
                        <a:close/>
                      </a:path>
                    </a:pathLst>
                  </a:custGeom>
                  <a:gradFill>
                    <a:gsLst>
                      <a:gs pos="0">
                        <a:srgbClr val="9D9FA1"/>
                      </a:gs>
                      <a:gs pos="100000">
                        <a:srgbClr val="211F26"/>
                      </a:gs>
                    </a:gsLst>
                    <a:lin ang="2700000"/>
                  </a:gradFill>
                  <a:ln>
                    <a:noFill/>
                    <a:prstDash val="solid"/>
                  </a:ln>
                </p:spPr>
                <p:txBody>
                  <a:bodyPr vert="horz" wrap="square" lIns="91440" tIns="45720" rIns="91440" bIns="45720" anchor="t"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300" b="0" i="0" u="none" strike="noStrike" kern="0" cap="none" spc="0" baseline="0">
                      <a:solidFill>
                        <a:srgbClr val="211F26"/>
                      </a:solidFill>
                      <a:uFillTx/>
                      <a:latin typeface="Arial"/>
                    </a:endParaRPr>
                  </a:p>
                </p:txBody>
              </p:sp>
              <p:sp>
                <p:nvSpPr>
                  <p:cNvPr id="41" name="Freeform 14">
                    <a:extLst>
                      <a:ext uri="{FF2B5EF4-FFF2-40B4-BE49-F238E27FC236}">
                        <a16:creationId xmlns:a16="http://schemas.microsoft.com/office/drawing/2014/main" id="{AF10782B-862E-2DA4-8A04-3BC6CA3B8E02}"/>
                      </a:ext>
                    </a:extLst>
                  </p:cNvPr>
                  <p:cNvSpPr/>
                  <p:nvPr/>
                </p:nvSpPr>
                <p:spPr>
                  <a:xfrm>
                    <a:off x="15447645" y="6002734"/>
                    <a:ext cx="169776" cy="208126"/>
                  </a:xfrm>
                  <a:custGeom>
                    <a:avLst/>
                    <a:gdLst>
                      <a:gd name="f0" fmla="val 10800000"/>
                      <a:gd name="f1" fmla="val 5400000"/>
                      <a:gd name="f2" fmla="val 180"/>
                      <a:gd name="f3" fmla="val w"/>
                      <a:gd name="f4" fmla="val h"/>
                      <a:gd name="f5" fmla="val 0"/>
                      <a:gd name="f6" fmla="val 702"/>
                      <a:gd name="f7" fmla="val 860"/>
                      <a:gd name="f8" fmla="val 351"/>
                      <a:gd name="f9" fmla="val 157"/>
                      <a:gd name="f10" fmla="val 463"/>
                      <a:gd name="f11" fmla="val 52"/>
                      <a:gd name="f12" fmla="val 562"/>
                      <a:gd name="f13" fmla="val 134"/>
                      <a:gd name="f14" fmla="val 627"/>
                      <a:gd name="f15" fmla="val 165"/>
                      <a:gd name="f16" fmla="val 718"/>
                      <a:gd name="f17" fmla="val 266"/>
                      <a:gd name="f18" fmla="val 434"/>
                      <a:gd name="f19" fmla="val 419"/>
                      <a:gd name="f20" fmla="val 760"/>
                      <a:gd name="f21" fmla="val 284"/>
                      <a:gd name="f22" fmla="val 179"/>
                      <a:gd name="f23" fmla="val 212"/>
                      <a:gd name="f24" fmla="val 216"/>
                      <a:gd name="f25" fmla="val 488"/>
                      <a:gd name="f26" fmla="val 491"/>
                      <a:gd name="f27" fmla="val 570"/>
                      <a:gd name="f28" fmla="val 625"/>
                      <a:gd name="f29" fmla="val 651"/>
                      <a:gd name="f30" fmla="val 560"/>
                      <a:gd name="f31" fmla="val 461"/>
                      <a:gd name="f32" fmla="val 545"/>
                      <a:gd name="f33" fmla="val 587"/>
                      <a:gd name="f34" fmla="val 438"/>
                      <a:gd name="f35" fmla="val 568"/>
                      <a:gd name="f36" fmla="val 490"/>
                      <a:gd name="f37" fmla="val 531"/>
                      <a:gd name="f38" fmla="val 534"/>
                      <a:gd name="f39" fmla="val 485"/>
                      <a:gd name="f40" fmla="val 563"/>
                      <a:gd name="f41" fmla="val 454"/>
                      <a:gd name="f42" fmla="val 658"/>
                      <a:gd name="f43" fmla="val 250"/>
                      <a:gd name="f44" fmla="val 219"/>
                      <a:gd name="f45" fmla="val 565"/>
                      <a:gd name="f46" fmla="val 172"/>
                      <a:gd name="f47" fmla="val 536"/>
                      <a:gd name="f48" fmla="val 135"/>
                      <a:gd name="f49" fmla="val 115"/>
                      <a:gd name="f50" fmla="val 439"/>
                      <a:gd name="f51" fmla="val 105"/>
                      <a:gd name="f52" fmla="val 411"/>
                      <a:gd name="f53" fmla="val 99"/>
                      <a:gd name="f54" fmla="val 382"/>
                      <a:gd name="f55" fmla="val 603"/>
                      <a:gd name="f56" fmla="val 381"/>
                      <a:gd name="f57" fmla="val 597"/>
                      <a:gd name="f58" fmla="+- 0 0 -90"/>
                      <a:gd name="f59" fmla="*/ f3 1 702"/>
                      <a:gd name="f60" fmla="*/ f4 1 860"/>
                      <a:gd name="f61" fmla="val f5"/>
                      <a:gd name="f62" fmla="val f6"/>
                      <a:gd name="f63" fmla="val f7"/>
                      <a:gd name="f64" fmla="*/ f58 f0 1"/>
                      <a:gd name="f65" fmla="+- f63 0 f61"/>
                      <a:gd name="f66" fmla="+- f62 0 f61"/>
                      <a:gd name="f67" fmla="*/ f64 1 f2"/>
                      <a:gd name="f68" fmla="*/ f66 1 702"/>
                      <a:gd name="f69" fmla="*/ f65 1 860"/>
                      <a:gd name="f70" fmla="*/ 351 f66 1"/>
                      <a:gd name="f71" fmla="*/ 0 f65 1"/>
                      <a:gd name="f72" fmla="*/ 0 f66 1"/>
                      <a:gd name="f73" fmla="*/ 351 f65 1"/>
                      <a:gd name="f74" fmla="*/ 134 f66 1"/>
                      <a:gd name="f75" fmla="*/ 627 f65 1"/>
                      <a:gd name="f76" fmla="*/ 165 f66 1"/>
                      <a:gd name="f77" fmla="*/ 718 f65 1"/>
                      <a:gd name="f78" fmla="*/ 266 f66 1"/>
                      <a:gd name="f79" fmla="*/ 434 f66 1"/>
                      <a:gd name="f80" fmla="*/ 419 f66 1"/>
                      <a:gd name="f81" fmla="*/ 760 f65 1"/>
                      <a:gd name="f82" fmla="*/ 284 f66 1"/>
                      <a:gd name="f83" fmla="*/ 179 f66 1"/>
                      <a:gd name="f84" fmla="*/ 212 f66 1"/>
                      <a:gd name="f85" fmla="*/ 860 f65 1"/>
                      <a:gd name="f86" fmla="*/ 216 f66 1"/>
                      <a:gd name="f87" fmla="*/ 488 f66 1"/>
                      <a:gd name="f88" fmla="*/ 491 f66 1"/>
                      <a:gd name="f89" fmla="*/ 570 f66 1"/>
                      <a:gd name="f90" fmla="*/ 625 f65 1"/>
                      <a:gd name="f91" fmla="*/ 702 f66 1"/>
                      <a:gd name="f92" fmla="*/ 587 f66 1"/>
                      <a:gd name="f93" fmla="*/ 438 f65 1"/>
                      <a:gd name="f94" fmla="*/ 485 f66 1"/>
                      <a:gd name="f95" fmla="*/ 563 f65 1"/>
                      <a:gd name="f96" fmla="*/ 454 f66 1"/>
                      <a:gd name="f97" fmla="*/ 658 f65 1"/>
                      <a:gd name="f98" fmla="*/ 250 f66 1"/>
                      <a:gd name="f99" fmla="*/ 219 f66 1"/>
                      <a:gd name="f100" fmla="*/ 565 f65 1"/>
                      <a:gd name="f101" fmla="*/ 115 f66 1"/>
                      <a:gd name="f102" fmla="*/ 439 f65 1"/>
                      <a:gd name="f103" fmla="*/ 99 f66 1"/>
                      <a:gd name="f104" fmla="*/ 99 f65 1"/>
                      <a:gd name="f105" fmla="*/ 603 f66 1"/>
                      <a:gd name="f106" fmla="+- f67 0 f1"/>
                      <a:gd name="f107" fmla="*/ f70 1 702"/>
                      <a:gd name="f108" fmla="*/ f71 1 860"/>
                      <a:gd name="f109" fmla="*/ f72 1 702"/>
                      <a:gd name="f110" fmla="*/ f73 1 860"/>
                      <a:gd name="f111" fmla="*/ f74 1 702"/>
                      <a:gd name="f112" fmla="*/ f75 1 860"/>
                      <a:gd name="f113" fmla="*/ f76 1 702"/>
                      <a:gd name="f114" fmla="*/ f77 1 860"/>
                      <a:gd name="f115" fmla="*/ f78 1 702"/>
                      <a:gd name="f116" fmla="*/ f79 1 702"/>
                      <a:gd name="f117" fmla="*/ f80 1 702"/>
                      <a:gd name="f118" fmla="*/ f81 1 860"/>
                      <a:gd name="f119" fmla="*/ f82 1 702"/>
                      <a:gd name="f120" fmla="*/ f83 1 702"/>
                      <a:gd name="f121" fmla="*/ f84 1 702"/>
                      <a:gd name="f122" fmla="*/ f85 1 860"/>
                      <a:gd name="f123" fmla="*/ f86 1 702"/>
                      <a:gd name="f124" fmla="*/ f87 1 702"/>
                      <a:gd name="f125" fmla="*/ f88 1 702"/>
                      <a:gd name="f126" fmla="*/ f89 1 702"/>
                      <a:gd name="f127" fmla="*/ f90 1 860"/>
                      <a:gd name="f128" fmla="*/ f91 1 702"/>
                      <a:gd name="f129" fmla="*/ f92 1 702"/>
                      <a:gd name="f130" fmla="*/ f93 1 860"/>
                      <a:gd name="f131" fmla="*/ f94 1 702"/>
                      <a:gd name="f132" fmla="*/ f95 1 860"/>
                      <a:gd name="f133" fmla="*/ f96 1 702"/>
                      <a:gd name="f134" fmla="*/ f97 1 860"/>
                      <a:gd name="f135" fmla="*/ f98 1 702"/>
                      <a:gd name="f136" fmla="*/ f99 1 702"/>
                      <a:gd name="f137" fmla="*/ f100 1 860"/>
                      <a:gd name="f138" fmla="*/ f101 1 702"/>
                      <a:gd name="f139" fmla="*/ f102 1 860"/>
                      <a:gd name="f140" fmla="*/ f103 1 702"/>
                      <a:gd name="f141" fmla="*/ f104 1 860"/>
                      <a:gd name="f142" fmla="*/ f105 1 702"/>
                      <a:gd name="f143" fmla="*/ 0 1 f68"/>
                      <a:gd name="f144" fmla="*/ f62 1 f68"/>
                      <a:gd name="f145" fmla="*/ 0 1 f69"/>
                      <a:gd name="f146" fmla="*/ f63 1 f69"/>
                      <a:gd name="f147" fmla="*/ f107 1 f68"/>
                      <a:gd name="f148" fmla="*/ f108 1 f69"/>
                      <a:gd name="f149" fmla="*/ f109 1 f68"/>
                      <a:gd name="f150" fmla="*/ f110 1 f69"/>
                      <a:gd name="f151" fmla="*/ f111 1 f68"/>
                      <a:gd name="f152" fmla="*/ f112 1 f69"/>
                      <a:gd name="f153" fmla="*/ f113 1 f68"/>
                      <a:gd name="f154" fmla="*/ f114 1 f69"/>
                      <a:gd name="f155" fmla="*/ f115 1 f68"/>
                      <a:gd name="f156" fmla="*/ f116 1 f68"/>
                      <a:gd name="f157" fmla="*/ f117 1 f68"/>
                      <a:gd name="f158" fmla="*/ f118 1 f69"/>
                      <a:gd name="f159" fmla="*/ f119 1 f68"/>
                      <a:gd name="f160" fmla="*/ f120 1 f68"/>
                      <a:gd name="f161" fmla="*/ f121 1 f68"/>
                      <a:gd name="f162" fmla="*/ f122 1 f69"/>
                      <a:gd name="f163" fmla="*/ f123 1 f68"/>
                      <a:gd name="f164" fmla="*/ f124 1 f68"/>
                      <a:gd name="f165" fmla="*/ f125 1 f68"/>
                      <a:gd name="f166" fmla="*/ f126 1 f68"/>
                      <a:gd name="f167" fmla="*/ f127 1 f69"/>
                      <a:gd name="f168" fmla="*/ f128 1 f68"/>
                      <a:gd name="f169" fmla="*/ f129 1 f68"/>
                      <a:gd name="f170" fmla="*/ f130 1 f69"/>
                      <a:gd name="f171" fmla="*/ f131 1 f68"/>
                      <a:gd name="f172" fmla="*/ f132 1 f69"/>
                      <a:gd name="f173" fmla="*/ f133 1 f68"/>
                      <a:gd name="f174" fmla="*/ f134 1 f69"/>
                      <a:gd name="f175" fmla="*/ f135 1 f68"/>
                      <a:gd name="f176" fmla="*/ f136 1 f68"/>
                      <a:gd name="f177" fmla="*/ f137 1 f69"/>
                      <a:gd name="f178" fmla="*/ f138 1 f68"/>
                      <a:gd name="f179" fmla="*/ f139 1 f69"/>
                      <a:gd name="f180" fmla="*/ f140 1 f68"/>
                      <a:gd name="f181" fmla="*/ f141 1 f69"/>
                      <a:gd name="f182" fmla="*/ f142 1 f68"/>
                      <a:gd name="f183" fmla="*/ f143 f59 1"/>
                      <a:gd name="f184" fmla="*/ f144 f59 1"/>
                      <a:gd name="f185" fmla="*/ f146 f60 1"/>
                      <a:gd name="f186" fmla="*/ f145 f60 1"/>
                      <a:gd name="f187" fmla="*/ f147 f59 1"/>
                      <a:gd name="f188" fmla="*/ f148 f60 1"/>
                      <a:gd name="f189" fmla="*/ f149 f59 1"/>
                      <a:gd name="f190" fmla="*/ f150 f60 1"/>
                      <a:gd name="f191" fmla="*/ f151 f59 1"/>
                      <a:gd name="f192" fmla="*/ f152 f60 1"/>
                      <a:gd name="f193" fmla="*/ f153 f59 1"/>
                      <a:gd name="f194" fmla="*/ f154 f60 1"/>
                      <a:gd name="f195" fmla="*/ f155 f59 1"/>
                      <a:gd name="f196" fmla="*/ f156 f59 1"/>
                      <a:gd name="f197" fmla="*/ f157 f59 1"/>
                      <a:gd name="f198" fmla="*/ f158 f60 1"/>
                      <a:gd name="f199" fmla="*/ f159 f59 1"/>
                      <a:gd name="f200" fmla="*/ f160 f59 1"/>
                      <a:gd name="f201" fmla="*/ f161 f59 1"/>
                      <a:gd name="f202" fmla="*/ f162 f60 1"/>
                      <a:gd name="f203" fmla="*/ f163 f59 1"/>
                      <a:gd name="f204" fmla="*/ f164 f59 1"/>
                      <a:gd name="f205" fmla="*/ f165 f59 1"/>
                      <a:gd name="f206" fmla="*/ f166 f59 1"/>
                      <a:gd name="f207" fmla="*/ f167 f60 1"/>
                      <a:gd name="f208" fmla="*/ f168 f59 1"/>
                      <a:gd name="f209" fmla="*/ f169 f59 1"/>
                      <a:gd name="f210" fmla="*/ f170 f60 1"/>
                      <a:gd name="f211" fmla="*/ f171 f59 1"/>
                      <a:gd name="f212" fmla="*/ f172 f60 1"/>
                      <a:gd name="f213" fmla="*/ f173 f59 1"/>
                      <a:gd name="f214" fmla="*/ f174 f60 1"/>
                      <a:gd name="f215" fmla="*/ f175 f59 1"/>
                      <a:gd name="f216" fmla="*/ f176 f59 1"/>
                      <a:gd name="f217" fmla="*/ f177 f60 1"/>
                      <a:gd name="f218" fmla="*/ f178 f59 1"/>
                      <a:gd name="f219" fmla="*/ f179 f60 1"/>
                      <a:gd name="f220" fmla="*/ f180 f59 1"/>
                      <a:gd name="f221" fmla="*/ f181 f60 1"/>
                      <a:gd name="f222" fmla="*/ f182 f59 1"/>
                    </a:gdLst>
                    <a:ahLst/>
                    <a:cxnLst>
                      <a:cxn ang="3cd4">
                        <a:pos x="hc" y="t"/>
                      </a:cxn>
                      <a:cxn ang="0">
                        <a:pos x="r" y="vc"/>
                      </a:cxn>
                      <a:cxn ang="cd4">
                        <a:pos x="hc" y="b"/>
                      </a:cxn>
                      <a:cxn ang="cd2">
                        <a:pos x="l" y="vc"/>
                      </a:cxn>
                      <a:cxn ang="f106">
                        <a:pos x="f187" y="f188"/>
                      </a:cxn>
                      <a:cxn ang="f106">
                        <a:pos x="f189" y="f190"/>
                      </a:cxn>
                      <a:cxn ang="f106">
                        <a:pos x="f191" y="f192"/>
                      </a:cxn>
                      <a:cxn ang="f106">
                        <a:pos x="f193" y="f194"/>
                      </a:cxn>
                      <a:cxn ang="f106">
                        <a:pos x="f195" y="f194"/>
                      </a:cxn>
                      <a:cxn ang="f106">
                        <a:pos x="f195" y="f194"/>
                      </a:cxn>
                      <a:cxn ang="f106">
                        <a:pos x="f196" y="f194"/>
                      </a:cxn>
                      <a:cxn ang="f106">
                        <a:pos x="f197" y="f198"/>
                      </a:cxn>
                      <a:cxn ang="f106">
                        <a:pos x="f199" y="f198"/>
                      </a:cxn>
                      <a:cxn ang="f106">
                        <a:pos x="f199" y="f198"/>
                      </a:cxn>
                      <a:cxn ang="f106">
                        <a:pos x="f200" y="f198"/>
                      </a:cxn>
                      <a:cxn ang="f106">
                        <a:pos x="f201" y="f202"/>
                      </a:cxn>
                      <a:cxn ang="f106">
                        <a:pos x="f201" y="f202"/>
                      </a:cxn>
                      <a:cxn ang="f106">
                        <a:pos x="f203" y="f202"/>
                      </a:cxn>
                      <a:cxn ang="f106">
                        <a:pos x="f204" y="f202"/>
                      </a:cxn>
                      <a:cxn ang="f106">
                        <a:pos x="f205" y="f202"/>
                      </a:cxn>
                      <a:cxn ang="f106">
                        <a:pos x="f206" y="f207"/>
                      </a:cxn>
                      <a:cxn ang="f106">
                        <a:pos x="f208" y="f190"/>
                      </a:cxn>
                      <a:cxn ang="f106">
                        <a:pos x="f187" y="f188"/>
                      </a:cxn>
                      <a:cxn ang="f106">
                        <a:pos x="f209" y="f210"/>
                      </a:cxn>
                      <a:cxn ang="f106">
                        <a:pos x="f211" y="f212"/>
                      </a:cxn>
                      <a:cxn ang="f106">
                        <a:pos x="f213" y="f214"/>
                      </a:cxn>
                      <a:cxn ang="f106">
                        <a:pos x="f215" y="f214"/>
                      </a:cxn>
                      <a:cxn ang="f106">
                        <a:pos x="f216" y="f217"/>
                      </a:cxn>
                      <a:cxn ang="f106">
                        <a:pos x="f218" y="f219"/>
                      </a:cxn>
                      <a:cxn ang="f106">
                        <a:pos x="f220" y="f190"/>
                      </a:cxn>
                      <a:cxn ang="f106">
                        <a:pos x="f187" y="f221"/>
                      </a:cxn>
                      <a:cxn ang="f106">
                        <a:pos x="f222" y="f190"/>
                      </a:cxn>
                      <a:cxn ang="f106">
                        <a:pos x="f209" y="f210"/>
                      </a:cxn>
                    </a:cxnLst>
                    <a:rect l="f183" t="f186" r="f184" b="f185"/>
                    <a:pathLst>
                      <a:path w="702" h="860">
                        <a:moveTo>
                          <a:pt x="f8" y="f5"/>
                        </a:moveTo>
                        <a:cubicBezTo>
                          <a:pt x="f9" y="f5"/>
                          <a:pt x="f5" y="f9"/>
                          <a:pt x="f5" y="f8"/>
                        </a:cubicBezTo>
                        <a:cubicBezTo>
                          <a:pt x="f5" y="f10"/>
                          <a:pt x="f11" y="f12"/>
                          <a:pt x="f13" y="f14"/>
                        </a:cubicBezTo>
                        <a:cubicBezTo>
                          <a:pt x="f15" y="f16"/>
                          <a:pt x="f15" y="f16"/>
                          <a:pt x="f15" y="f16"/>
                        </a:cubicBezTo>
                        <a:cubicBezTo>
                          <a:pt x="f17" y="f16"/>
                          <a:pt x="f17" y="f16"/>
                          <a:pt x="f17" y="f16"/>
                        </a:cubicBezTo>
                        <a:cubicBezTo>
                          <a:pt x="f17" y="f16"/>
                          <a:pt x="f17" y="f16"/>
                          <a:pt x="f17" y="f16"/>
                        </a:cubicBezTo>
                        <a:cubicBezTo>
                          <a:pt x="f18" y="f16"/>
                          <a:pt x="f18" y="f16"/>
                          <a:pt x="f18" y="f16"/>
                        </a:cubicBezTo>
                        <a:cubicBezTo>
                          <a:pt x="f19" y="f20"/>
                          <a:pt x="f19" y="f20"/>
                          <a:pt x="f19" y="f20"/>
                        </a:cubicBezTo>
                        <a:cubicBezTo>
                          <a:pt x="f21" y="f20"/>
                          <a:pt x="f21" y="f20"/>
                          <a:pt x="f21" y="f20"/>
                        </a:cubicBezTo>
                        <a:cubicBezTo>
                          <a:pt x="f21" y="f20"/>
                          <a:pt x="f21" y="f20"/>
                          <a:pt x="f21" y="f20"/>
                        </a:cubicBezTo>
                        <a:cubicBezTo>
                          <a:pt x="f22" y="f20"/>
                          <a:pt x="f22" y="f20"/>
                          <a:pt x="f22" y="f20"/>
                        </a:cubicBezTo>
                        <a:cubicBezTo>
                          <a:pt x="f23" y="f7"/>
                          <a:pt x="f23" y="f7"/>
                          <a:pt x="f23" y="f7"/>
                        </a:cubicBezTo>
                        <a:cubicBezTo>
                          <a:pt x="f23" y="f7"/>
                          <a:pt x="f23" y="f7"/>
                          <a:pt x="f23" y="f7"/>
                        </a:cubicBezTo>
                        <a:cubicBezTo>
                          <a:pt x="f24" y="f7"/>
                          <a:pt x="f24" y="f7"/>
                          <a:pt x="f24" y="f7"/>
                        </a:cubicBezTo>
                        <a:cubicBezTo>
                          <a:pt x="f25" y="f7"/>
                          <a:pt x="f25" y="f7"/>
                          <a:pt x="f25" y="f7"/>
                        </a:cubicBezTo>
                        <a:cubicBezTo>
                          <a:pt x="f26" y="f7"/>
                          <a:pt x="f26" y="f7"/>
                          <a:pt x="f26" y="f7"/>
                        </a:cubicBezTo>
                        <a:cubicBezTo>
                          <a:pt x="f27" y="f28"/>
                          <a:pt x="f27" y="f28"/>
                          <a:pt x="f27" y="f28"/>
                        </a:cubicBezTo>
                        <a:cubicBezTo>
                          <a:pt x="f29" y="f30"/>
                          <a:pt x="f6" y="f31"/>
                          <a:pt x="f6" y="f8"/>
                        </a:cubicBezTo>
                        <a:cubicBezTo>
                          <a:pt x="f6" y="f9"/>
                          <a:pt x="f32" y="f5"/>
                          <a:pt x="f8" y="f5"/>
                        </a:cubicBezTo>
                        <a:close/>
                        <a:moveTo>
                          <a:pt x="f33" y="f34"/>
                        </a:moveTo>
                        <a:cubicBezTo>
                          <a:pt x="f35" y="f36"/>
                          <a:pt x="f37" y="f38"/>
                          <a:pt x="f39" y="f40"/>
                        </a:cubicBezTo>
                        <a:cubicBezTo>
                          <a:pt x="f41" y="f42"/>
                          <a:pt x="f41" y="f42"/>
                          <a:pt x="f41" y="f42"/>
                        </a:cubicBezTo>
                        <a:cubicBezTo>
                          <a:pt x="f43" y="f42"/>
                          <a:pt x="f43" y="f42"/>
                          <a:pt x="f43" y="f42"/>
                        </a:cubicBezTo>
                        <a:cubicBezTo>
                          <a:pt x="f44" y="f45"/>
                          <a:pt x="f44" y="f45"/>
                          <a:pt x="f44" y="f45"/>
                        </a:cubicBezTo>
                        <a:cubicBezTo>
                          <a:pt x="f46" y="f47"/>
                          <a:pt x="f48" y="f26"/>
                          <a:pt x="f49" y="f50"/>
                        </a:cubicBezTo>
                        <a:cubicBezTo>
                          <a:pt x="f51" y="f52"/>
                          <a:pt x="f53" y="f54"/>
                          <a:pt x="f53" y="f8"/>
                        </a:cubicBezTo>
                        <a:cubicBezTo>
                          <a:pt x="f53" y="f23"/>
                          <a:pt x="f23" y="f53"/>
                          <a:pt x="f8" y="f53"/>
                        </a:cubicBezTo>
                        <a:cubicBezTo>
                          <a:pt x="f36" y="f53"/>
                          <a:pt x="f55" y="f23"/>
                          <a:pt x="f55" y="f8"/>
                        </a:cubicBezTo>
                        <a:cubicBezTo>
                          <a:pt x="f55" y="f56"/>
                          <a:pt x="f57" y="f52"/>
                          <a:pt x="f33" y="f34"/>
                        </a:cubicBezTo>
                        <a:close/>
                      </a:path>
                    </a:pathLst>
                  </a:custGeom>
                  <a:gradFill>
                    <a:gsLst>
                      <a:gs pos="0">
                        <a:srgbClr val="9D9FA1"/>
                      </a:gs>
                      <a:gs pos="100000">
                        <a:srgbClr val="211F26"/>
                      </a:gs>
                    </a:gsLst>
                    <a:lin ang="2700000"/>
                  </a:gradFill>
                  <a:ln>
                    <a:noFill/>
                    <a:prstDash val="solid"/>
                  </a:ln>
                </p:spPr>
                <p:txBody>
                  <a:bodyPr vert="horz" wrap="square" lIns="91440" tIns="45720" rIns="91440" bIns="45720" anchor="t"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300" b="0" i="0" u="none" strike="noStrike" kern="0" cap="none" spc="0" baseline="0">
                      <a:solidFill>
                        <a:srgbClr val="211F26"/>
                      </a:solidFill>
                      <a:uFillTx/>
                      <a:latin typeface="Arial"/>
                    </a:endParaRPr>
                  </a:p>
                </p:txBody>
              </p:sp>
            </p:grpSp>
            <p:sp>
              <p:nvSpPr>
                <p:cNvPr id="42" name="Tekstvak 84">
                  <a:extLst>
                    <a:ext uri="{FF2B5EF4-FFF2-40B4-BE49-F238E27FC236}">
                      <a16:creationId xmlns:a16="http://schemas.microsoft.com/office/drawing/2014/main" id="{E33262C0-6C63-5479-19D6-0EA234F71A5D}"/>
                    </a:ext>
                  </a:extLst>
                </p:cNvPr>
                <p:cNvSpPr txBox="1"/>
                <p:nvPr/>
              </p:nvSpPr>
              <p:spPr>
                <a:xfrm>
                  <a:off x="15225326" y="6257184"/>
                  <a:ext cx="627799" cy="322234"/>
                </a:xfrm>
                <a:prstGeom prst="rect">
                  <a:avLst/>
                </a:prstGeom>
                <a:noFill/>
                <a:ln>
                  <a:noFill/>
                </a:ln>
              </p:spPr>
              <p:txBody>
                <a:bodyPr vert="horz" wrap="square" lIns="0" tIns="0" rIns="0" bIns="0"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000" b="0" i="0" u="none" strike="noStrike" kern="0" cap="none" spc="0" baseline="0">
                      <a:solidFill>
                        <a:srgbClr val="211F26"/>
                      </a:solidFill>
                      <a:uFillTx/>
                      <a:latin typeface="Calibri" pitchFamily="34"/>
                      <a:cs typeface="Calibri" pitchFamily="34"/>
                    </a:rPr>
                    <a:t>Inspiration</a:t>
                  </a:r>
                </a:p>
              </p:txBody>
            </p:sp>
          </p:grpSp>
          <p:sp>
            <p:nvSpPr>
              <p:cNvPr id="43" name="Ovaal 26">
                <a:extLst>
                  <a:ext uri="{FF2B5EF4-FFF2-40B4-BE49-F238E27FC236}">
                    <a16:creationId xmlns:a16="http://schemas.microsoft.com/office/drawing/2014/main" id="{54EB63D7-F711-5409-7C35-8A194222CE0B}"/>
                  </a:ext>
                </a:extLst>
              </p:cNvPr>
              <p:cNvSpPr/>
              <p:nvPr/>
            </p:nvSpPr>
            <p:spPr>
              <a:xfrm>
                <a:off x="12560170" y="4396124"/>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2</a:t>
                </a:r>
              </a:p>
            </p:txBody>
          </p:sp>
          <p:sp>
            <p:nvSpPr>
              <p:cNvPr id="44" name="Rechthoek 27">
                <a:extLst>
                  <a:ext uri="{FF2B5EF4-FFF2-40B4-BE49-F238E27FC236}">
                    <a16:creationId xmlns:a16="http://schemas.microsoft.com/office/drawing/2014/main" id="{8C37D436-FE3A-A94E-3D3A-49E96542263A}"/>
                  </a:ext>
                </a:extLst>
              </p:cNvPr>
              <p:cNvSpPr/>
              <p:nvPr/>
            </p:nvSpPr>
            <p:spPr>
              <a:xfrm>
                <a:off x="12844348" y="4396124"/>
                <a:ext cx="2944678" cy="495915"/>
              </a:xfrm>
              <a:prstGeom prst="rect">
                <a:avLst/>
              </a:prstGeom>
              <a:noFill/>
              <a:ln>
                <a:noFill/>
                <a:prstDash val="solid"/>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0" i="0" u="none" strike="noStrike" kern="0" cap="none" spc="0" baseline="0">
                    <a:solidFill>
                      <a:srgbClr val="000000"/>
                    </a:solidFill>
                    <a:uFillTx/>
                    <a:latin typeface="Calibri" pitchFamily="34"/>
                    <a:cs typeface="Calibri" pitchFamily="34"/>
                  </a:rPr>
                  <a:t>At the section </a:t>
                </a:r>
                <a:r>
                  <a:rPr lang="en-GB" sz="1200" b="1" i="0" u="none" strike="noStrike" kern="0" cap="none" spc="0" baseline="0">
                    <a:solidFill>
                      <a:srgbClr val="000000"/>
                    </a:solidFill>
                    <a:uFillTx/>
                    <a:latin typeface="Calibri" pitchFamily="34"/>
                    <a:cs typeface="Calibri" pitchFamily="34"/>
                  </a:rPr>
                  <a:t>‘Rows and columns’</a:t>
                </a:r>
                <a:r>
                  <a:rPr lang="en-GB" sz="1200" b="0" i="0" u="none" strike="noStrike" kern="0" cap="none" spc="0" baseline="0">
                    <a:solidFill>
                      <a:srgbClr val="000000"/>
                    </a:solidFill>
                    <a:uFillTx/>
                    <a:latin typeface="Calibri" pitchFamily="34"/>
                    <a:cs typeface="Calibri" pitchFamily="34"/>
                  </a:rPr>
                  <a:t> you can delete or add rows and columns. Choose from the variety of options:</a:t>
                </a:r>
              </a:p>
            </p:txBody>
          </p:sp>
          <p:grpSp>
            <p:nvGrpSpPr>
              <p:cNvPr id="45" name="Groep 28">
                <a:extLst>
                  <a:ext uri="{FF2B5EF4-FFF2-40B4-BE49-F238E27FC236}">
                    <a16:creationId xmlns:a16="http://schemas.microsoft.com/office/drawing/2014/main" id="{B69DBC30-FEDD-D027-CF7D-420C3955DB7A}"/>
                  </a:ext>
                </a:extLst>
              </p:cNvPr>
              <p:cNvGrpSpPr/>
              <p:nvPr/>
            </p:nvGrpSpPr>
            <p:grpSpPr>
              <a:xfrm>
                <a:off x="12748445" y="4996921"/>
                <a:ext cx="3013679" cy="673629"/>
                <a:chOff x="12748445" y="4996921"/>
                <a:chExt cx="3013679" cy="673629"/>
              </a:xfrm>
            </p:grpSpPr>
            <p:grpSp>
              <p:nvGrpSpPr>
                <p:cNvPr id="46" name="Groep 29">
                  <a:extLst>
                    <a:ext uri="{FF2B5EF4-FFF2-40B4-BE49-F238E27FC236}">
                      <a16:creationId xmlns:a16="http://schemas.microsoft.com/office/drawing/2014/main" id="{5187482B-FBB6-CC62-00DD-C553D3D55792}"/>
                    </a:ext>
                  </a:extLst>
                </p:cNvPr>
                <p:cNvGrpSpPr/>
                <p:nvPr/>
              </p:nvGrpSpPr>
              <p:grpSpPr>
                <a:xfrm>
                  <a:off x="12748445" y="5041535"/>
                  <a:ext cx="761484" cy="529519"/>
                  <a:chOff x="12748445" y="5041535"/>
                  <a:chExt cx="761484" cy="529519"/>
                </a:xfrm>
              </p:grpSpPr>
              <p:grpSp>
                <p:nvGrpSpPr>
                  <p:cNvPr id="47" name="Groep 74">
                    <a:extLst>
                      <a:ext uri="{FF2B5EF4-FFF2-40B4-BE49-F238E27FC236}">
                        <a16:creationId xmlns:a16="http://schemas.microsoft.com/office/drawing/2014/main" id="{A7168D6D-D4A4-B2A1-45BD-D50EC84CE159}"/>
                      </a:ext>
                    </a:extLst>
                  </p:cNvPr>
                  <p:cNvGrpSpPr/>
                  <p:nvPr/>
                </p:nvGrpSpPr>
                <p:grpSpPr>
                  <a:xfrm>
                    <a:off x="12933246" y="5041535"/>
                    <a:ext cx="485596" cy="437048"/>
                    <a:chOff x="12933246" y="5041535"/>
                    <a:chExt cx="485596" cy="437048"/>
                  </a:xfrm>
                </p:grpSpPr>
                <p:grpSp>
                  <p:nvGrpSpPr>
                    <p:cNvPr id="48" name="Groep 76">
                      <a:extLst>
                        <a:ext uri="{FF2B5EF4-FFF2-40B4-BE49-F238E27FC236}">
                          <a16:creationId xmlns:a16="http://schemas.microsoft.com/office/drawing/2014/main" id="{3AC1F62E-3345-EB67-645B-E283F9FA16BC}"/>
                        </a:ext>
                      </a:extLst>
                    </p:cNvPr>
                    <p:cNvGrpSpPr/>
                    <p:nvPr/>
                  </p:nvGrpSpPr>
                  <p:grpSpPr>
                    <a:xfrm>
                      <a:off x="12933246" y="5041535"/>
                      <a:ext cx="389113" cy="330793"/>
                      <a:chOff x="12933246" y="5041535"/>
                      <a:chExt cx="389113" cy="330793"/>
                    </a:xfrm>
                  </p:grpSpPr>
                  <p:cxnSp>
                    <p:nvCxnSpPr>
                      <p:cNvPr id="49" name="Rechte verbindingslijn 78">
                        <a:extLst>
                          <a:ext uri="{FF2B5EF4-FFF2-40B4-BE49-F238E27FC236}">
                            <a16:creationId xmlns:a16="http://schemas.microsoft.com/office/drawing/2014/main" id="{4B404C32-53A2-A42E-6C64-107990330B06}"/>
                          </a:ext>
                        </a:extLst>
                      </p:cNvPr>
                      <p:cNvCxnSpPr/>
                      <p:nvPr/>
                    </p:nvCxnSpPr>
                    <p:spPr>
                      <a:xfrm>
                        <a:off x="12933246" y="5148840"/>
                        <a:ext cx="389113" cy="0"/>
                      </a:xfrm>
                      <a:prstGeom prst="straightConnector1">
                        <a:avLst/>
                      </a:prstGeom>
                      <a:noFill/>
                      <a:ln w="6345" cap="flat">
                        <a:solidFill>
                          <a:srgbClr val="817F7C"/>
                        </a:solidFill>
                        <a:prstDash val="solid"/>
                        <a:miter/>
                      </a:ln>
                    </p:spPr>
                  </p:cxnSp>
                  <p:cxnSp>
                    <p:nvCxnSpPr>
                      <p:cNvPr id="50" name="Rechte verbindingslijn 79">
                        <a:extLst>
                          <a:ext uri="{FF2B5EF4-FFF2-40B4-BE49-F238E27FC236}">
                            <a16:creationId xmlns:a16="http://schemas.microsoft.com/office/drawing/2014/main" id="{B0012B24-4BC0-FB1A-CFE2-A73D6CE6F596}"/>
                          </a:ext>
                        </a:extLst>
                      </p:cNvPr>
                      <p:cNvCxnSpPr/>
                      <p:nvPr/>
                    </p:nvCxnSpPr>
                    <p:spPr>
                      <a:xfrm>
                        <a:off x="12933246" y="5260579"/>
                        <a:ext cx="389113" cy="0"/>
                      </a:xfrm>
                      <a:prstGeom prst="straightConnector1">
                        <a:avLst/>
                      </a:prstGeom>
                      <a:noFill/>
                      <a:ln w="6345" cap="flat">
                        <a:solidFill>
                          <a:srgbClr val="817F7C"/>
                        </a:solidFill>
                        <a:prstDash val="solid"/>
                        <a:miter/>
                      </a:ln>
                    </p:spPr>
                  </p:cxnSp>
                  <p:cxnSp>
                    <p:nvCxnSpPr>
                      <p:cNvPr id="51" name="Rechte verbindingslijn 80">
                        <a:extLst>
                          <a:ext uri="{FF2B5EF4-FFF2-40B4-BE49-F238E27FC236}">
                            <a16:creationId xmlns:a16="http://schemas.microsoft.com/office/drawing/2014/main" id="{43AE7886-856E-0A02-1690-CA70E1FE632A}"/>
                          </a:ext>
                        </a:extLst>
                      </p:cNvPr>
                      <p:cNvCxnSpPr/>
                      <p:nvPr/>
                    </p:nvCxnSpPr>
                    <p:spPr>
                      <a:xfrm flipH="1">
                        <a:off x="13187714" y="5041535"/>
                        <a:ext cx="1052" cy="330793"/>
                      </a:xfrm>
                      <a:prstGeom prst="straightConnector1">
                        <a:avLst/>
                      </a:prstGeom>
                      <a:noFill/>
                      <a:ln w="6345" cap="flat">
                        <a:solidFill>
                          <a:srgbClr val="817F7C"/>
                        </a:solidFill>
                        <a:prstDash val="solid"/>
                        <a:miter/>
                      </a:ln>
                    </p:spPr>
                  </p:cxnSp>
                  <p:cxnSp>
                    <p:nvCxnSpPr>
                      <p:cNvPr id="52" name="Rechte verbindingslijn 81">
                        <a:extLst>
                          <a:ext uri="{FF2B5EF4-FFF2-40B4-BE49-F238E27FC236}">
                            <a16:creationId xmlns:a16="http://schemas.microsoft.com/office/drawing/2014/main" id="{5FC68BA7-EFA9-88FF-9B45-CB6EF51A73C8}"/>
                          </a:ext>
                        </a:extLst>
                      </p:cNvPr>
                      <p:cNvCxnSpPr/>
                      <p:nvPr/>
                    </p:nvCxnSpPr>
                    <p:spPr>
                      <a:xfrm flipH="1">
                        <a:off x="13058016" y="5041535"/>
                        <a:ext cx="1051" cy="330793"/>
                      </a:xfrm>
                      <a:prstGeom prst="straightConnector1">
                        <a:avLst/>
                      </a:prstGeom>
                      <a:noFill/>
                      <a:ln w="6345" cap="flat">
                        <a:solidFill>
                          <a:srgbClr val="817F7C"/>
                        </a:solidFill>
                        <a:prstDash val="solid"/>
                        <a:miter/>
                      </a:ln>
                    </p:spPr>
                  </p:cxnSp>
                  <p:sp>
                    <p:nvSpPr>
                      <p:cNvPr id="53" name="Rechthoek 82">
                        <a:extLst>
                          <a:ext uri="{FF2B5EF4-FFF2-40B4-BE49-F238E27FC236}">
                            <a16:creationId xmlns:a16="http://schemas.microsoft.com/office/drawing/2014/main" id="{3C976F48-8C07-4976-70C0-29B09009DEED}"/>
                          </a:ext>
                        </a:extLst>
                      </p:cNvPr>
                      <p:cNvSpPr/>
                      <p:nvPr/>
                    </p:nvSpPr>
                    <p:spPr>
                      <a:xfrm>
                        <a:off x="12935523" y="5041535"/>
                        <a:ext cx="386836" cy="330793"/>
                      </a:xfrm>
                      <a:prstGeom prst="rect">
                        <a:avLst/>
                      </a:prstGeom>
                      <a:noFill/>
                      <a:ln w="12701" cap="flat">
                        <a:solidFill>
                          <a:srgbClr val="6C6C6C"/>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2400" b="0" i="0" u="none" strike="noStrike" kern="1200" cap="none" spc="0" baseline="0">
                          <a:solidFill>
                            <a:srgbClr val="00A6D6"/>
                          </a:solidFill>
                          <a:uFillTx/>
                          <a:latin typeface="Calibri" pitchFamily="34"/>
                          <a:cs typeface="Calibri" pitchFamily="34"/>
                        </a:endParaRPr>
                      </a:p>
                    </p:txBody>
                  </p:sp>
                </p:grpSp>
                <p:sp>
                  <p:nvSpPr>
                    <p:cNvPr id="54" name="Vrije vorm: vorm 77">
                      <a:extLst>
                        <a:ext uri="{FF2B5EF4-FFF2-40B4-BE49-F238E27FC236}">
                          <a16:creationId xmlns:a16="http://schemas.microsoft.com/office/drawing/2014/main" id="{3E329F3B-0D12-DAEE-5F6F-61921DAA74BD}"/>
                        </a:ext>
                      </a:extLst>
                    </p:cNvPr>
                    <p:cNvSpPr/>
                    <p:nvPr/>
                  </p:nvSpPr>
                  <p:spPr>
                    <a:xfrm rot="2700006">
                      <a:off x="13147805" y="5207546"/>
                      <a:ext cx="271037" cy="271037"/>
                    </a:xfrm>
                    <a:custGeom>
                      <a:avLst/>
                      <a:gdLst>
                        <a:gd name="f0" fmla="val 10800000"/>
                        <a:gd name="f1" fmla="val 5400000"/>
                        <a:gd name="f2" fmla="val 180"/>
                        <a:gd name="f3" fmla="val w"/>
                        <a:gd name="f4" fmla="val h"/>
                        <a:gd name="f5" fmla="val 0"/>
                        <a:gd name="f6" fmla="val 360000"/>
                        <a:gd name="f7" fmla="val 7908"/>
                        <a:gd name="f8" fmla="val 160908"/>
                        <a:gd name="f9" fmla="val 12794"/>
                        <a:gd name="f10" fmla="val 156022"/>
                        <a:gd name="f11" fmla="val 19544"/>
                        <a:gd name="f12" fmla="val 153000"/>
                        <a:gd name="f13" fmla="val 27000"/>
                        <a:gd name="f14" fmla="val 12088"/>
                        <a:gd name="f15" fmla="val 165088"/>
                        <a:gd name="f16" fmla="val 180000"/>
                        <a:gd name="f17" fmla="val 194912"/>
                        <a:gd name="f18" fmla="val 207000"/>
                        <a:gd name="f19" fmla="val 333000"/>
                        <a:gd name="f20" fmla="val 347912"/>
                        <a:gd name="f21" fmla="val 172544"/>
                        <a:gd name="f22" fmla="val 3022"/>
                        <a:gd name="f23" fmla="val 165794"/>
                        <a:gd name="f24" fmla="+- 0 0 -90"/>
                        <a:gd name="f25" fmla="*/ f3 1 360000"/>
                        <a:gd name="f26" fmla="*/ f4 1 360000"/>
                        <a:gd name="f27" fmla="val f5"/>
                        <a:gd name="f28" fmla="val f6"/>
                        <a:gd name="f29" fmla="*/ f24 f0 1"/>
                        <a:gd name="f30" fmla="+- f28 0 f27"/>
                        <a:gd name="f31" fmla="*/ f29 1 f2"/>
                        <a:gd name="f32" fmla="*/ f30 1 360000"/>
                        <a:gd name="f33" fmla="*/ 7908 f30 1"/>
                        <a:gd name="f34" fmla="*/ 160908 f30 1"/>
                        <a:gd name="f35" fmla="*/ 27000 f30 1"/>
                        <a:gd name="f36" fmla="*/ 153000 f30 1"/>
                        <a:gd name="f37" fmla="*/ 180000 f30 1"/>
                        <a:gd name="f38" fmla="*/ 0 f30 1"/>
                        <a:gd name="f39" fmla="*/ 207000 f30 1"/>
                        <a:gd name="f40" fmla="*/ 333000 f30 1"/>
                        <a:gd name="f41" fmla="*/ 360000 f30 1"/>
                        <a:gd name="f42" fmla="+- f31 0 f1"/>
                        <a:gd name="f43" fmla="*/ f33 1 360000"/>
                        <a:gd name="f44" fmla="*/ f34 1 360000"/>
                        <a:gd name="f45" fmla="*/ f35 1 360000"/>
                        <a:gd name="f46" fmla="*/ f36 1 360000"/>
                        <a:gd name="f47" fmla="*/ f37 1 360000"/>
                        <a:gd name="f48" fmla="*/ f38 1 360000"/>
                        <a:gd name="f49" fmla="*/ f39 1 360000"/>
                        <a:gd name="f50" fmla="*/ f40 1 360000"/>
                        <a:gd name="f51" fmla="*/ f41 1 360000"/>
                        <a:gd name="f52" fmla="*/ f27 1 f32"/>
                        <a:gd name="f53" fmla="*/ f28 1 f32"/>
                        <a:gd name="f54" fmla="*/ f43 1 f32"/>
                        <a:gd name="f55" fmla="*/ f44 1 f32"/>
                        <a:gd name="f56" fmla="*/ f45 1 f32"/>
                        <a:gd name="f57" fmla="*/ f46 1 f32"/>
                        <a:gd name="f58" fmla="*/ f47 1 f32"/>
                        <a:gd name="f59" fmla="*/ f48 1 f32"/>
                        <a:gd name="f60" fmla="*/ f49 1 f32"/>
                        <a:gd name="f61" fmla="*/ f50 1 f32"/>
                        <a:gd name="f62" fmla="*/ f51 1 f32"/>
                        <a:gd name="f63" fmla="*/ f52 f25 1"/>
                        <a:gd name="f64" fmla="*/ f53 f25 1"/>
                        <a:gd name="f65" fmla="*/ f53 f26 1"/>
                        <a:gd name="f66" fmla="*/ f52 f26 1"/>
                        <a:gd name="f67" fmla="*/ f54 f25 1"/>
                        <a:gd name="f68" fmla="*/ f55 f26 1"/>
                        <a:gd name="f69" fmla="*/ f56 f25 1"/>
                        <a:gd name="f70" fmla="*/ f57 f26 1"/>
                        <a:gd name="f71" fmla="*/ f57 f25 1"/>
                        <a:gd name="f72" fmla="*/ f56 f26 1"/>
                        <a:gd name="f73" fmla="*/ f58 f25 1"/>
                        <a:gd name="f74" fmla="*/ f59 f26 1"/>
                        <a:gd name="f75" fmla="*/ f60 f25 1"/>
                        <a:gd name="f76" fmla="*/ f61 f25 1"/>
                        <a:gd name="f77" fmla="*/ f62 f25 1"/>
                        <a:gd name="f78" fmla="*/ f58 f26 1"/>
                        <a:gd name="f79" fmla="*/ f60 f26 1"/>
                        <a:gd name="f80" fmla="*/ f61 f26 1"/>
                        <a:gd name="f81" fmla="*/ f62 f26 1"/>
                        <a:gd name="f82" fmla="*/ f59 f25 1"/>
                      </a:gdLst>
                      <a:ahLst/>
                      <a:cxnLst>
                        <a:cxn ang="3cd4">
                          <a:pos x="hc" y="t"/>
                        </a:cxn>
                        <a:cxn ang="0">
                          <a:pos x="r" y="vc"/>
                        </a:cxn>
                        <a:cxn ang="cd4">
                          <a:pos x="hc" y="b"/>
                        </a:cxn>
                        <a:cxn ang="cd2">
                          <a:pos x="l" y="vc"/>
                        </a:cxn>
                        <a:cxn ang="f42">
                          <a:pos x="f67" y="f68"/>
                        </a:cxn>
                        <a:cxn ang="f42">
                          <a:pos x="f69" y="f70"/>
                        </a:cxn>
                        <a:cxn ang="f42">
                          <a:pos x="f71" y="f70"/>
                        </a:cxn>
                        <a:cxn ang="f42">
                          <a:pos x="f71" y="f72"/>
                        </a:cxn>
                        <a:cxn ang="f42">
                          <a:pos x="f73" y="f74"/>
                        </a:cxn>
                        <a:cxn ang="f42">
                          <a:pos x="f75" y="f72"/>
                        </a:cxn>
                        <a:cxn ang="f42">
                          <a:pos x="f75" y="f70"/>
                        </a:cxn>
                        <a:cxn ang="f42">
                          <a:pos x="f76" y="f70"/>
                        </a:cxn>
                        <a:cxn ang="f42">
                          <a:pos x="f77" y="f78"/>
                        </a:cxn>
                        <a:cxn ang="f42">
                          <a:pos x="f76" y="f79"/>
                        </a:cxn>
                        <a:cxn ang="f42">
                          <a:pos x="f75" y="f79"/>
                        </a:cxn>
                        <a:cxn ang="f42">
                          <a:pos x="f75" y="f80"/>
                        </a:cxn>
                        <a:cxn ang="f42">
                          <a:pos x="f73" y="f81"/>
                        </a:cxn>
                        <a:cxn ang="f42">
                          <a:pos x="f71" y="f80"/>
                        </a:cxn>
                        <a:cxn ang="f42">
                          <a:pos x="f71" y="f79"/>
                        </a:cxn>
                        <a:cxn ang="f42">
                          <a:pos x="f69" y="f79"/>
                        </a:cxn>
                        <a:cxn ang="f42">
                          <a:pos x="f82" y="f78"/>
                        </a:cxn>
                        <a:cxn ang="f42">
                          <a:pos x="f67" y="f68"/>
                        </a:cxn>
                      </a:cxnLst>
                      <a:rect l="f63" t="f66" r="f64" b="f65"/>
                      <a:pathLst>
                        <a:path w="360000" h="360000">
                          <a:moveTo>
                            <a:pt x="f7" y="f8"/>
                          </a:moveTo>
                          <a:cubicBezTo>
                            <a:pt x="f9" y="f10"/>
                            <a:pt x="f11" y="f12"/>
                            <a:pt x="f13" y="f12"/>
                          </a:cubicBezTo>
                          <a:lnTo>
                            <a:pt x="f12" y="f12"/>
                          </a:lnTo>
                          <a:lnTo>
                            <a:pt x="f12" y="f13"/>
                          </a:lnTo>
                          <a:cubicBezTo>
                            <a:pt x="f12" y="f14"/>
                            <a:pt x="f15" y="f5"/>
                            <a:pt x="f16" y="f5"/>
                          </a:cubicBezTo>
                          <a:cubicBezTo>
                            <a:pt x="f17" y="f5"/>
                            <a:pt x="f18" y="f14"/>
                            <a:pt x="f18" y="f13"/>
                          </a:cubicBezTo>
                          <a:lnTo>
                            <a:pt x="f18" y="f12"/>
                          </a:lnTo>
                          <a:lnTo>
                            <a:pt x="f19" y="f12"/>
                          </a:lnTo>
                          <a:cubicBezTo>
                            <a:pt x="f20" y="f12"/>
                            <a:pt x="f6" y="f15"/>
                            <a:pt x="f6" y="f16"/>
                          </a:cubicBezTo>
                          <a:cubicBezTo>
                            <a:pt x="f6" y="f17"/>
                            <a:pt x="f20" y="f18"/>
                            <a:pt x="f19" y="f18"/>
                          </a:cubicBezTo>
                          <a:lnTo>
                            <a:pt x="f18" y="f18"/>
                          </a:lnTo>
                          <a:lnTo>
                            <a:pt x="f18" y="f19"/>
                          </a:lnTo>
                          <a:cubicBezTo>
                            <a:pt x="f18" y="f20"/>
                            <a:pt x="f17" y="f6"/>
                            <a:pt x="f16" y="f6"/>
                          </a:cubicBezTo>
                          <a:cubicBezTo>
                            <a:pt x="f15" y="f6"/>
                            <a:pt x="f12" y="f20"/>
                            <a:pt x="f12" y="f19"/>
                          </a:cubicBezTo>
                          <a:lnTo>
                            <a:pt x="f12" y="f18"/>
                          </a:lnTo>
                          <a:lnTo>
                            <a:pt x="f13" y="f18"/>
                          </a:lnTo>
                          <a:cubicBezTo>
                            <a:pt x="f14" y="f18"/>
                            <a:pt x="f5" y="f17"/>
                            <a:pt x="f5" y="f16"/>
                          </a:cubicBezTo>
                          <a:cubicBezTo>
                            <a:pt x="f5" y="f21"/>
                            <a:pt x="f22" y="f23"/>
                            <a:pt x="f7" y="f8"/>
                          </a:cubicBezTo>
                          <a:close/>
                        </a:path>
                      </a:pathLst>
                    </a:custGeom>
                    <a:solidFill>
                      <a:srgbClr val="F0615F"/>
                    </a:solidFill>
                    <a:ln w="28575" cap="flat">
                      <a:solidFill>
                        <a:srgbClr val="FFFFFF"/>
                      </a:solidFill>
                      <a:prstDash val="solid"/>
                      <a:miter/>
                    </a:ln>
                  </p:spPr>
                  <p:txBody>
                    <a:bodyPr vert="horz" wrap="square" lIns="179999" tIns="179999" rIns="179999" bIns="179999"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1800" b="0" i="0" u="none" strike="noStrike" kern="1200" cap="none" spc="0" baseline="0">
                        <a:solidFill>
                          <a:srgbClr val="FFFFFF"/>
                        </a:solidFill>
                        <a:uFillTx/>
                        <a:latin typeface="Arial"/>
                      </a:endParaRPr>
                    </a:p>
                  </p:txBody>
                </p:sp>
              </p:grpSp>
              <p:sp>
                <p:nvSpPr>
                  <p:cNvPr id="55" name="Tekstvak 75">
                    <a:extLst>
                      <a:ext uri="{FF2B5EF4-FFF2-40B4-BE49-F238E27FC236}">
                        <a16:creationId xmlns:a16="http://schemas.microsoft.com/office/drawing/2014/main" id="{2D5797BE-F267-4C32-C23B-B08608A0C437}"/>
                      </a:ext>
                    </a:extLst>
                  </p:cNvPr>
                  <p:cNvSpPr txBox="1"/>
                  <p:nvPr/>
                </p:nvSpPr>
                <p:spPr>
                  <a:xfrm>
                    <a:off x="12748445" y="5440652"/>
                    <a:ext cx="761484" cy="130402"/>
                  </a:xfrm>
                  <a:prstGeom prst="rect">
                    <a:avLst/>
                  </a:prstGeom>
                  <a:noFill/>
                  <a:ln>
                    <a:noFill/>
                  </a:ln>
                </p:spPr>
                <p:txBody>
                  <a:bodyPr vert="horz" wrap="square" lIns="0" tIns="0" rIns="0" bIns="0" anchor="ctr" anchorCtr="1" compatLnSpc="1">
                    <a:noAutofit/>
                  </a:bodyPr>
                  <a:lstStyle/>
                  <a:p>
                    <a:pPr marL="0" marR="0" lvl="0" indent="0" algn="ctr" defTabSz="1217514"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900" b="0" i="0" u="none" strike="noStrike" kern="1200" cap="none" spc="0" baseline="0">
                        <a:solidFill>
                          <a:srgbClr val="211F26"/>
                        </a:solidFill>
                        <a:uFillTx/>
                        <a:latin typeface="Calibri" pitchFamily="34"/>
                        <a:cs typeface="Calibri" pitchFamily="34"/>
                      </a:rPr>
                      <a:t>Delete</a:t>
                    </a:r>
                  </a:p>
                </p:txBody>
              </p:sp>
            </p:grpSp>
            <p:grpSp>
              <p:nvGrpSpPr>
                <p:cNvPr id="56" name="Groep 30">
                  <a:extLst>
                    <a:ext uri="{FF2B5EF4-FFF2-40B4-BE49-F238E27FC236}">
                      <a16:creationId xmlns:a16="http://schemas.microsoft.com/office/drawing/2014/main" id="{C41A0B2B-B25A-1729-9EAE-7F579A994694}"/>
                    </a:ext>
                  </a:extLst>
                </p:cNvPr>
                <p:cNvGrpSpPr/>
                <p:nvPr/>
              </p:nvGrpSpPr>
              <p:grpSpPr>
                <a:xfrm>
                  <a:off x="13581601" y="4996921"/>
                  <a:ext cx="572112" cy="673629"/>
                  <a:chOff x="13581601" y="4996921"/>
                  <a:chExt cx="572112" cy="673629"/>
                </a:xfrm>
              </p:grpSpPr>
              <p:grpSp>
                <p:nvGrpSpPr>
                  <p:cNvPr id="57" name="Groep 64">
                    <a:extLst>
                      <a:ext uri="{FF2B5EF4-FFF2-40B4-BE49-F238E27FC236}">
                        <a16:creationId xmlns:a16="http://schemas.microsoft.com/office/drawing/2014/main" id="{99D31B60-72A1-AB39-2A44-9D047FC5BCF8}"/>
                      </a:ext>
                    </a:extLst>
                  </p:cNvPr>
                  <p:cNvGrpSpPr/>
                  <p:nvPr/>
                </p:nvGrpSpPr>
                <p:grpSpPr>
                  <a:xfrm>
                    <a:off x="13680777" y="4996921"/>
                    <a:ext cx="389114" cy="375407"/>
                    <a:chOff x="13680777" y="4996921"/>
                    <a:chExt cx="389114" cy="375407"/>
                  </a:xfrm>
                </p:grpSpPr>
                <p:sp>
                  <p:nvSpPr>
                    <p:cNvPr id="58" name="Rechthoek 66">
                      <a:extLst>
                        <a:ext uri="{FF2B5EF4-FFF2-40B4-BE49-F238E27FC236}">
                          <a16:creationId xmlns:a16="http://schemas.microsoft.com/office/drawing/2014/main" id="{F97AF67A-2188-2759-F0B0-278C15B64F59}"/>
                        </a:ext>
                      </a:extLst>
                    </p:cNvPr>
                    <p:cNvSpPr/>
                    <p:nvPr/>
                  </p:nvSpPr>
                  <p:spPr>
                    <a:xfrm>
                      <a:off x="13683529" y="5151418"/>
                      <a:ext cx="384523" cy="113221"/>
                    </a:xfrm>
                    <a:prstGeom prst="rect">
                      <a:avLst/>
                    </a:prstGeom>
                    <a:solidFill>
                      <a:srgbClr val="C3D6E8"/>
                    </a:solidFill>
                    <a:ln>
                      <a:noFill/>
                      <a:prstDash val="solid"/>
                    </a:ln>
                  </p:spPr>
                  <p:txBody>
                    <a:bodyPr vert="horz" wrap="square" lIns="179999" tIns="179999" rIns="179999" bIns="179999"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1600" b="0" i="0" u="none" strike="noStrike" kern="1200" cap="all" spc="0" baseline="0">
                        <a:solidFill>
                          <a:srgbClr val="FFFFFF"/>
                        </a:solidFill>
                        <a:uFillTx/>
                        <a:latin typeface="Arial"/>
                      </a:endParaRPr>
                    </a:p>
                  </p:txBody>
                </p:sp>
                <p:grpSp>
                  <p:nvGrpSpPr>
                    <p:cNvPr id="59" name="Groep 67">
                      <a:extLst>
                        <a:ext uri="{FF2B5EF4-FFF2-40B4-BE49-F238E27FC236}">
                          <a16:creationId xmlns:a16="http://schemas.microsoft.com/office/drawing/2014/main" id="{14AE6FF6-0101-64E0-0A9A-D159CE31D4EC}"/>
                        </a:ext>
                      </a:extLst>
                    </p:cNvPr>
                    <p:cNvGrpSpPr/>
                    <p:nvPr/>
                  </p:nvGrpSpPr>
                  <p:grpSpPr>
                    <a:xfrm>
                      <a:off x="13680777" y="5041535"/>
                      <a:ext cx="389114" cy="330793"/>
                      <a:chOff x="13680777" y="5041535"/>
                      <a:chExt cx="389114" cy="330793"/>
                    </a:xfrm>
                  </p:grpSpPr>
                  <p:cxnSp>
                    <p:nvCxnSpPr>
                      <p:cNvPr id="60" name="Rechte verbindingslijn 69">
                        <a:extLst>
                          <a:ext uri="{FF2B5EF4-FFF2-40B4-BE49-F238E27FC236}">
                            <a16:creationId xmlns:a16="http://schemas.microsoft.com/office/drawing/2014/main" id="{BC49F2EA-3DDF-E302-1EE4-3D0B8A3351B7}"/>
                          </a:ext>
                        </a:extLst>
                      </p:cNvPr>
                      <p:cNvCxnSpPr/>
                      <p:nvPr/>
                    </p:nvCxnSpPr>
                    <p:spPr>
                      <a:xfrm>
                        <a:off x="13680777" y="5148840"/>
                        <a:ext cx="389114" cy="0"/>
                      </a:xfrm>
                      <a:prstGeom prst="straightConnector1">
                        <a:avLst/>
                      </a:prstGeom>
                      <a:noFill/>
                      <a:ln w="6345" cap="flat">
                        <a:solidFill>
                          <a:srgbClr val="817F7C"/>
                        </a:solidFill>
                        <a:prstDash val="solid"/>
                        <a:miter/>
                      </a:ln>
                    </p:spPr>
                  </p:cxnSp>
                  <p:cxnSp>
                    <p:nvCxnSpPr>
                      <p:cNvPr id="61" name="Rechte verbindingslijn 70">
                        <a:extLst>
                          <a:ext uri="{FF2B5EF4-FFF2-40B4-BE49-F238E27FC236}">
                            <a16:creationId xmlns:a16="http://schemas.microsoft.com/office/drawing/2014/main" id="{74331BE6-02E8-F388-D3A7-433B810433CA}"/>
                          </a:ext>
                        </a:extLst>
                      </p:cNvPr>
                      <p:cNvCxnSpPr/>
                      <p:nvPr/>
                    </p:nvCxnSpPr>
                    <p:spPr>
                      <a:xfrm>
                        <a:off x="13680777" y="5260579"/>
                        <a:ext cx="389114" cy="0"/>
                      </a:xfrm>
                      <a:prstGeom prst="straightConnector1">
                        <a:avLst/>
                      </a:prstGeom>
                      <a:noFill/>
                      <a:ln w="6345" cap="flat">
                        <a:solidFill>
                          <a:srgbClr val="817F7C"/>
                        </a:solidFill>
                        <a:prstDash val="solid"/>
                        <a:miter/>
                      </a:ln>
                    </p:spPr>
                  </p:cxnSp>
                  <p:cxnSp>
                    <p:nvCxnSpPr>
                      <p:cNvPr id="62" name="Rechte verbindingslijn 71">
                        <a:extLst>
                          <a:ext uri="{FF2B5EF4-FFF2-40B4-BE49-F238E27FC236}">
                            <a16:creationId xmlns:a16="http://schemas.microsoft.com/office/drawing/2014/main" id="{FBD4D667-C17B-9436-B993-E0E774B1CB15}"/>
                          </a:ext>
                        </a:extLst>
                      </p:cNvPr>
                      <p:cNvCxnSpPr/>
                      <p:nvPr/>
                    </p:nvCxnSpPr>
                    <p:spPr>
                      <a:xfrm>
                        <a:off x="13935245" y="5264575"/>
                        <a:ext cx="0" cy="107753"/>
                      </a:xfrm>
                      <a:prstGeom prst="straightConnector1">
                        <a:avLst/>
                      </a:prstGeom>
                      <a:noFill/>
                      <a:ln w="6345" cap="flat">
                        <a:solidFill>
                          <a:srgbClr val="817F7C"/>
                        </a:solidFill>
                        <a:prstDash val="solid"/>
                        <a:miter/>
                      </a:ln>
                    </p:spPr>
                  </p:cxnSp>
                  <p:cxnSp>
                    <p:nvCxnSpPr>
                      <p:cNvPr id="63" name="Rechte verbindingslijn 72">
                        <a:extLst>
                          <a:ext uri="{FF2B5EF4-FFF2-40B4-BE49-F238E27FC236}">
                            <a16:creationId xmlns:a16="http://schemas.microsoft.com/office/drawing/2014/main" id="{7A1E3C9F-2AE8-7090-A216-F0F33CA7305D}"/>
                          </a:ext>
                        </a:extLst>
                      </p:cNvPr>
                      <p:cNvCxnSpPr/>
                      <p:nvPr/>
                    </p:nvCxnSpPr>
                    <p:spPr>
                      <a:xfrm>
                        <a:off x="13805547" y="5264575"/>
                        <a:ext cx="0" cy="107753"/>
                      </a:xfrm>
                      <a:prstGeom prst="straightConnector1">
                        <a:avLst/>
                      </a:prstGeom>
                      <a:noFill/>
                      <a:ln w="6345" cap="flat">
                        <a:solidFill>
                          <a:srgbClr val="817F7C"/>
                        </a:solidFill>
                        <a:prstDash val="solid"/>
                        <a:miter/>
                      </a:ln>
                    </p:spPr>
                  </p:cxnSp>
                  <p:sp>
                    <p:nvSpPr>
                      <p:cNvPr id="64" name="Rechthoek 73">
                        <a:extLst>
                          <a:ext uri="{FF2B5EF4-FFF2-40B4-BE49-F238E27FC236}">
                            <a16:creationId xmlns:a16="http://schemas.microsoft.com/office/drawing/2014/main" id="{2120A1DF-338B-0557-73C4-1AAA4A3096EB}"/>
                          </a:ext>
                        </a:extLst>
                      </p:cNvPr>
                      <p:cNvSpPr/>
                      <p:nvPr/>
                    </p:nvSpPr>
                    <p:spPr>
                      <a:xfrm>
                        <a:off x="13683054" y="5041535"/>
                        <a:ext cx="386836" cy="330793"/>
                      </a:xfrm>
                      <a:prstGeom prst="rect">
                        <a:avLst/>
                      </a:prstGeom>
                      <a:noFill/>
                      <a:ln w="12701" cap="flat">
                        <a:solidFill>
                          <a:srgbClr val="6C6C6C"/>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2400" b="0" i="0" u="none" strike="noStrike" kern="1200" cap="none" spc="0" baseline="0">
                          <a:solidFill>
                            <a:srgbClr val="00A6D6"/>
                          </a:solidFill>
                          <a:uFillTx/>
                          <a:latin typeface="Calibri" pitchFamily="34"/>
                          <a:cs typeface="Calibri" pitchFamily="34"/>
                        </a:endParaRPr>
                      </a:p>
                    </p:txBody>
                  </p:sp>
                </p:grpSp>
                <p:sp>
                  <p:nvSpPr>
                    <p:cNvPr id="65" name="Pijl: rechts 68">
                      <a:extLst>
                        <a:ext uri="{FF2B5EF4-FFF2-40B4-BE49-F238E27FC236}">
                          <a16:creationId xmlns:a16="http://schemas.microsoft.com/office/drawing/2014/main" id="{841E4392-0891-1BAE-7C51-5F5025E14B22}"/>
                        </a:ext>
                      </a:extLst>
                    </p:cNvPr>
                    <p:cNvSpPr/>
                    <p:nvPr/>
                  </p:nvSpPr>
                  <p:spPr>
                    <a:xfrm rot="16200004">
                      <a:off x="13776533" y="5001036"/>
                      <a:ext cx="209708" cy="201478"/>
                    </a:xfrm>
                    <a:custGeom>
                      <a:avLst>
                        <a:gd name="f0" fmla="val 8396"/>
                        <a:gd name="f1" fmla="val 8064"/>
                      </a:avLst>
                      <a:gdLst>
                        <a:gd name="f2" fmla="val 10800000"/>
                        <a:gd name="f3" fmla="val 5400000"/>
                        <a:gd name="f4" fmla="val 180"/>
                        <a:gd name="f5" fmla="val w"/>
                        <a:gd name="f6" fmla="val h"/>
                        <a:gd name="f7" fmla="val 0"/>
                        <a:gd name="f8" fmla="val 21600"/>
                        <a:gd name="f9" fmla="val 10800"/>
                        <a:gd name="f10" fmla="+- 0 0 0"/>
                        <a:gd name="f11" fmla="+- 0 0 180"/>
                        <a:gd name="f12" fmla="*/ f5 1 21600"/>
                        <a:gd name="f13" fmla="*/ f6 1 21600"/>
                        <a:gd name="f14" fmla="pin 0 f0 21600"/>
                        <a:gd name="f15" fmla="pin 0 f1 10800"/>
                        <a:gd name="f16" fmla="*/ f10 f2 1"/>
                        <a:gd name="f17" fmla="*/ f11 f2 1"/>
                        <a:gd name="f18" fmla="val f15"/>
                        <a:gd name="f19" fmla="val f14"/>
                        <a:gd name="f20" fmla="+- 21600 0 f15"/>
                        <a:gd name="f21" fmla="*/ f14 f12 1"/>
                        <a:gd name="f22" fmla="*/ f15 f13 1"/>
                        <a:gd name="f23" fmla="*/ 0 f12 1"/>
                        <a:gd name="f24" fmla="*/ 0 f13 1"/>
                        <a:gd name="f25" fmla="*/ f16 1 f4"/>
                        <a:gd name="f26" fmla="*/ 21600 f13 1"/>
                        <a:gd name="f27" fmla="*/ f17 1 f4"/>
                        <a:gd name="f28" fmla="+- 21600 0 f19"/>
                        <a:gd name="f29" fmla="*/ f20 f13 1"/>
                        <a:gd name="f30" fmla="*/ f18 f13 1"/>
                        <a:gd name="f31" fmla="*/ f19 f12 1"/>
                        <a:gd name="f32" fmla="+- f25 0 f3"/>
                        <a:gd name="f33" fmla="+- f27 0 f3"/>
                        <a:gd name="f34" fmla="*/ f28 f18 1"/>
                        <a:gd name="f35" fmla="*/ f34 1 10800"/>
                        <a:gd name="f36" fmla="+- f19 f35 0"/>
                        <a:gd name="f37" fmla="*/ f36 f12 1"/>
                      </a:gdLst>
                      <a:ahLst>
                        <a:ahXY gdRefX="f0" minX="f7" maxX="f8" gdRefY="f1" minY="f7" maxY="f9">
                          <a:pos x="f21" y="f22"/>
                        </a:ahXY>
                      </a:ahLst>
                      <a:cxnLst>
                        <a:cxn ang="3cd4">
                          <a:pos x="hc" y="t"/>
                        </a:cxn>
                        <a:cxn ang="0">
                          <a:pos x="r" y="vc"/>
                        </a:cxn>
                        <a:cxn ang="cd4">
                          <a:pos x="hc" y="b"/>
                        </a:cxn>
                        <a:cxn ang="cd2">
                          <a:pos x="l" y="vc"/>
                        </a:cxn>
                        <a:cxn ang="f32">
                          <a:pos x="f31" y="f24"/>
                        </a:cxn>
                        <a:cxn ang="f33">
                          <a:pos x="f31" y="f26"/>
                        </a:cxn>
                      </a:cxnLst>
                      <a:rect l="f23" t="f30" r="f37" b="f29"/>
                      <a:pathLst>
                        <a:path w="21600" h="21600">
                          <a:moveTo>
                            <a:pt x="f7" y="f18"/>
                          </a:moveTo>
                          <a:lnTo>
                            <a:pt x="f19" y="f18"/>
                          </a:lnTo>
                          <a:lnTo>
                            <a:pt x="f19" y="f7"/>
                          </a:lnTo>
                          <a:lnTo>
                            <a:pt x="f8" y="f9"/>
                          </a:lnTo>
                          <a:lnTo>
                            <a:pt x="f19" y="f8"/>
                          </a:lnTo>
                          <a:lnTo>
                            <a:pt x="f19" y="f20"/>
                          </a:lnTo>
                          <a:lnTo>
                            <a:pt x="f7" y="f20"/>
                          </a:lnTo>
                          <a:close/>
                        </a:path>
                      </a:pathLst>
                    </a:custGeom>
                    <a:solidFill>
                      <a:srgbClr val="4A7DB1"/>
                    </a:solidFill>
                    <a:ln w="28575" cap="flat">
                      <a:solidFill>
                        <a:srgbClr val="FFFFFF"/>
                      </a:solidFill>
                      <a:prstDash val="solid"/>
                      <a:miter/>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sp>
                <p:nvSpPr>
                  <p:cNvPr id="66" name="Tekstvak 65">
                    <a:extLst>
                      <a:ext uri="{FF2B5EF4-FFF2-40B4-BE49-F238E27FC236}">
                        <a16:creationId xmlns:a16="http://schemas.microsoft.com/office/drawing/2014/main" id="{138B3935-18F6-F87B-48E6-2F4BB896245D}"/>
                      </a:ext>
                    </a:extLst>
                  </p:cNvPr>
                  <p:cNvSpPr txBox="1"/>
                  <p:nvPr/>
                </p:nvSpPr>
                <p:spPr>
                  <a:xfrm>
                    <a:off x="13581601" y="5460796"/>
                    <a:ext cx="572112" cy="209754"/>
                  </a:xfrm>
                  <a:prstGeom prst="rect">
                    <a:avLst/>
                  </a:prstGeom>
                  <a:noFill/>
                  <a:ln>
                    <a:noFill/>
                  </a:ln>
                </p:spPr>
                <p:txBody>
                  <a:bodyPr vert="horz" wrap="square" lIns="0" tIns="0" rIns="0" bIns="0" anchor="ctr" anchorCtr="1" compatLnSpc="1">
                    <a:noAutofit/>
                  </a:bodyPr>
                  <a:lstStyle/>
                  <a:p>
                    <a:pPr marL="0" marR="0" lvl="0" indent="0" algn="ctr" defTabSz="1217514"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900" b="0" i="0" u="none" strike="noStrike" kern="1200" cap="none" spc="0" baseline="0">
                        <a:solidFill>
                          <a:srgbClr val="211F26"/>
                        </a:solidFill>
                        <a:uFillTx/>
                        <a:latin typeface="Calibri" pitchFamily="34"/>
                        <a:cs typeface="Calibri" pitchFamily="34"/>
                      </a:rPr>
                      <a:t>Insert Above</a:t>
                    </a:r>
                  </a:p>
                </p:txBody>
              </p:sp>
            </p:grpSp>
            <p:grpSp>
              <p:nvGrpSpPr>
                <p:cNvPr id="67" name="Groep 31">
                  <a:extLst>
                    <a:ext uri="{FF2B5EF4-FFF2-40B4-BE49-F238E27FC236}">
                      <a16:creationId xmlns:a16="http://schemas.microsoft.com/office/drawing/2014/main" id="{65C020DF-E4B3-8F0D-4E98-B8A54EBCDD9F}"/>
                    </a:ext>
                  </a:extLst>
                </p:cNvPr>
                <p:cNvGrpSpPr/>
                <p:nvPr/>
              </p:nvGrpSpPr>
              <p:grpSpPr>
                <a:xfrm>
                  <a:off x="14127617" y="5039724"/>
                  <a:ext cx="572112" cy="630826"/>
                  <a:chOff x="14127617" y="5039724"/>
                  <a:chExt cx="572112" cy="630826"/>
                </a:xfrm>
              </p:grpSpPr>
              <p:grpSp>
                <p:nvGrpSpPr>
                  <p:cNvPr id="68" name="Groep 54">
                    <a:extLst>
                      <a:ext uri="{FF2B5EF4-FFF2-40B4-BE49-F238E27FC236}">
                        <a16:creationId xmlns:a16="http://schemas.microsoft.com/office/drawing/2014/main" id="{831EAF1D-48BA-90C2-5343-86C10A5CC754}"/>
                      </a:ext>
                    </a:extLst>
                  </p:cNvPr>
                  <p:cNvGrpSpPr/>
                  <p:nvPr/>
                </p:nvGrpSpPr>
                <p:grpSpPr>
                  <a:xfrm>
                    <a:off x="14222915" y="5039724"/>
                    <a:ext cx="389114" cy="375407"/>
                    <a:chOff x="14222915" y="5039724"/>
                    <a:chExt cx="389114" cy="375407"/>
                  </a:xfrm>
                </p:grpSpPr>
                <p:sp>
                  <p:nvSpPr>
                    <p:cNvPr id="69" name="Rechthoek 56">
                      <a:extLst>
                        <a:ext uri="{FF2B5EF4-FFF2-40B4-BE49-F238E27FC236}">
                          <a16:creationId xmlns:a16="http://schemas.microsoft.com/office/drawing/2014/main" id="{298E15CF-22E5-F2C6-D49E-C2CBAF7A3D17}"/>
                        </a:ext>
                      </a:extLst>
                    </p:cNvPr>
                    <p:cNvSpPr/>
                    <p:nvPr/>
                  </p:nvSpPr>
                  <p:spPr>
                    <a:xfrm rot="10799991">
                      <a:off x="14224762" y="5158550"/>
                      <a:ext cx="384523" cy="102074"/>
                    </a:xfrm>
                    <a:prstGeom prst="rect">
                      <a:avLst/>
                    </a:prstGeom>
                    <a:solidFill>
                      <a:srgbClr val="C3D6E8"/>
                    </a:solidFill>
                    <a:ln>
                      <a:noFill/>
                      <a:prstDash val="solid"/>
                    </a:ln>
                  </p:spPr>
                  <p:txBody>
                    <a:bodyPr vert="horz" wrap="square" lIns="179999" tIns="179999" rIns="179999" bIns="179999"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1600" b="0" i="0" u="none" strike="noStrike" kern="1200" cap="all" spc="0" baseline="0">
                        <a:solidFill>
                          <a:srgbClr val="FFFFFF"/>
                        </a:solidFill>
                        <a:uFillTx/>
                        <a:latin typeface="Arial"/>
                      </a:endParaRPr>
                    </a:p>
                  </p:txBody>
                </p:sp>
                <p:grpSp>
                  <p:nvGrpSpPr>
                    <p:cNvPr id="70" name="Groep 57">
                      <a:extLst>
                        <a:ext uri="{FF2B5EF4-FFF2-40B4-BE49-F238E27FC236}">
                          <a16:creationId xmlns:a16="http://schemas.microsoft.com/office/drawing/2014/main" id="{DB232519-2400-9D88-4EC1-BD2037FFB8E1}"/>
                        </a:ext>
                      </a:extLst>
                    </p:cNvPr>
                    <p:cNvGrpSpPr/>
                    <p:nvPr/>
                  </p:nvGrpSpPr>
                  <p:grpSpPr>
                    <a:xfrm>
                      <a:off x="14222915" y="5039724"/>
                      <a:ext cx="389114" cy="330793"/>
                      <a:chOff x="14222915" y="5039724"/>
                      <a:chExt cx="389114" cy="330793"/>
                    </a:xfrm>
                  </p:grpSpPr>
                  <p:cxnSp>
                    <p:nvCxnSpPr>
                      <p:cNvPr id="71" name="Rechte verbindingslijn 59">
                        <a:extLst>
                          <a:ext uri="{FF2B5EF4-FFF2-40B4-BE49-F238E27FC236}">
                            <a16:creationId xmlns:a16="http://schemas.microsoft.com/office/drawing/2014/main" id="{DEF14204-3DA9-3F35-8C67-BE684D27D562}"/>
                          </a:ext>
                        </a:extLst>
                      </p:cNvPr>
                      <p:cNvCxnSpPr/>
                      <p:nvPr/>
                    </p:nvCxnSpPr>
                    <p:spPr>
                      <a:xfrm rot="10799991">
                        <a:off x="14222915" y="5263213"/>
                        <a:ext cx="389114" cy="0"/>
                      </a:xfrm>
                      <a:prstGeom prst="straightConnector1">
                        <a:avLst/>
                      </a:prstGeom>
                      <a:noFill/>
                      <a:ln w="6345" cap="flat">
                        <a:solidFill>
                          <a:srgbClr val="817F7C"/>
                        </a:solidFill>
                        <a:prstDash val="solid"/>
                        <a:miter/>
                      </a:ln>
                    </p:spPr>
                  </p:cxnSp>
                  <p:cxnSp>
                    <p:nvCxnSpPr>
                      <p:cNvPr id="72" name="Rechte verbindingslijn 60">
                        <a:extLst>
                          <a:ext uri="{FF2B5EF4-FFF2-40B4-BE49-F238E27FC236}">
                            <a16:creationId xmlns:a16="http://schemas.microsoft.com/office/drawing/2014/main" id="{DDA1A231-552D-8706-5028-D636CBE3DC1D}"/>
                          </a:ext>
                        </a:extLst>
                      </p:cNvPr>
                      <p:cNvCxnSpPr/>
                      <p:nvPr/>
                    </p:nvCxnSpPr>
                    <p:spPr>
                      <a:xfrm rot="10799991">
                        <a:off x="14222915" y="5151473"/>
                        <a:ext cx="389114" cy="0"/>
                      </a:xfrm>
                      <a:prstGeom prst="straightConnector1">
                        <a:avLst/>
                      </a:prstGeom>
                      <a:noFill/>
                      <a:ln w="6345" cap="flat">
                        <a:solidFill>
                          <a:srgbClr val="817F7C"/>
                        </a:solidFill>
                        <a:prstDash val="solid"/>
                        <a:miter/>
                      </a:ln>
                    </p:spPr>
                  </p:cxnSp>
                  <p:cxnSp>
                    <p:nvCxnSpPr>
                      <p:cNvPr id="73" name="Rechte verbindingslijn 61">
                        <a:extLst>
                          <a:ext uri="{FF2B5EF4-FFF2-40B4-BE49-F238E27FC236}">
                            <a16:creationId xmlns:a16="http://schemas.microsoft.com/office/drawing/2014/main" id="{8508D99C-2AE0-0B98-FB5F-85AB4C3E6AFD}"/>
                          </a:ext>
                        </a:extLst>
                      </p:cNvPr>
                      <p:cNvCxnSpPr/>
                      <p:nvPr/>
                    </p:nvCxnSpPr>
                    <p:spPr>
                      <a:xfrm rot="10799991">
                        <a:off x="14357561" y="5039725"/>
                        <a:ext cx="0" cy="107753"/>
                      </a:xfrm>
                      <a:prstGeom prst="straightConnector1">
                        <a:avLst/>
                      </a:prstGeom>
                      <a:noFill/>
                      <a:ln w="6345" cap="flat">
                        <a:solidFill>
                          <a:srgbClr val="817F7C"/>
                        </a:solidFill>
                        <a:prstDash val="solid"/>
                        <a:miter/>
                      </a:ln>
                    </p:spPr>
                  </p:cxnSp>
                  <p:cxnSp>
                    <p:nvCxnSpPr>
                      <p:cNvPr id="74" name="Rechte verbindingslijn 62">
                        <a:extLst>
                          <a:ext uri="{FF2B5EF4-FFF2-40B4-BE49-F238E27FC236}">
                            <a16:creationId xmlns:a16="http://schemas.microsoft.com/office/drawing/2014/main" id="{D86F9876-C369-848E-E3F2-112D88134C7F}"/>
                          </a:ext>
                        </a:extLst>
                      </p:cNvPr>
                      <p:cNvCxnSpPr/>
                      <p:nvPr/>
                    </p:nvCxnSpPr>
                    <p:spPr>
                      <a:xfrm rot="10799991">
                        <a:off x="14487259" y="5039725"/>
                        <a:ext cx="0" cy="107753"/>
                      </a:xfrm>
                      <a:prstGeom prst="straightConnector1">
                        <a:avLst/>
                      </a:prstGeom>
                      <a:noFill/>
                      <a:ln w="6345" cap="flat">
                        <a:solidFill>
                          <a:srgbClr val="817F7C"/>
                        </a:solidFill>
                        <a:prstDash val="solid"/>
                        <a:miter/>
                      </a:ln>
                    </p:spPr>
                  </p:cxnSp>
                  <p:sp>
                    <p:nvSpPr>
                      <p:cNvPr id="75" name="Rechthoek 63">
                        <a:extLst>
                          <a:ext uri="{FF2B5EF4-FFF2-40B4-BE49-F238E27FC236}">
                            <a16:creationId xmlns:a16="http://schemas.microsoft.com/office/drawing/2014/main" id="{AE70065A-6AA8-BFCE-98C5-4B0F409E1A70}"/>
                          </a:ext>
                        </a:extLst>
                      </p:cNvPr>
                      <p:cNvSpPr/>
                      <p:nvPr/>
                    </p:nvSpPr>
                    <p:spPr>
                      <a:xfrm rot="10799991">
                        <a:off x="14222915" y="5039724"/>
                        <a:ext cx="386836" cy="330793"/>
                      </a:xfrm>
                      <a:prstGeom prst="rect">
                        <a:avLst/>
                      </a:prstGeom>
                      <a:noFill/>
                      <a:ln w="12701" cap="flat">
                        <a:solidFill>
                          <a:srgbClr val="6C6C6C"/>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2400" b="0" i="0" u="none" strike="noStrike" kern="1200" cap="none" spc="0" baseline="0">
                          <a:solidFill>
                            <a:srgbClr val="00A6D6"/>
                          </a:solidFill>
                          <a:uFillTx/>
                          <a:latin typeface="Calibri" pitchFamily="34"/>
                          <a:cs typeface="Calibri" pitchFamily="34"/>
                        </a:endParaRPr>
                      </a:p>
                    </p:txBody>
                  </p:sp>
                </p:grpSp>
                <p:sp>
                  <p:nvSpPr>
                    <p:cNvPr id="76" name="Pijl: rechts 58">
                      <a:extLst>
                        <a:ext uri="{FF2B5EF4-FFF2-40B4-BE49-F238E27FC236}">
                          <a16:creationId xmlns:a16="http://schemas.microsoft.com/office/drawing/2014/main" id="{5A09A377-1864-1930-0553-F7BD1D47966B}"/>
                        </a:ext>
                      </a:extLst>
                    </p:cNvPr>
                    <p:cNvSpPr/>
                    <p:nvPr/>
                  </p:nvSpPr>
                  <p:spPr>
                    <a:xfrm rot="5400013">
                      <a:off x="14306574" y="5209538"/>
                      <a:ext cx="209708" cy="201478"/>
                    </a:xfrm>
                    <a:custGeom>
                      <a:avLst>
                        <a:gd name="f0" fmla="val 8396"/>
                        <a:gd name="f1" fmla="val 8064"/>
                      </a:avLst>
                      <a:gdLst>
                        <a:gd name="f2" fmla="val 10800000"/>
                        <a:gd name="f3" fmla="val 5400000"/>
                        <a:gd name="f4" fmla="val 180"/>
                        <a:gd name="f5" fmla="val w"/>
                        <a:gd name="f6" fmla="val h"/>
                        <a:gd name="f7" fmla="val 0"/>
                        <a:gd name="f8" fmla="val 21600"/>
                        <a:gd name="f9" fmla="val 10800"/>
                        <a:gd name="f10" fmla="+- 0 0 0"/>
                        <a:gd name="f11" fmla="+- 0 0 180"/>
                        <a:gd name="f12" fmla="*/ f5 1 21600"/>
                        <a:gd name="f13" fmla="*/ f6 1 21600"/>
                        <a:gd name="f14" fmla="pin 0 f0 21600"/>
                        <a:gd name="f15" fmla="pin 0 f1 10800"/>
                        <a:gd name="f16" fmla="*/ f10 f2 1"/>
                        <a:gd name="f17" fmla="*/ f11 f2 1"/>
                        <a:gd name="f18" fmla="val f15"/>
                        <a:gd name="f19" fmla="val f14"/>
                        <a:gd name="f20" fmla="+- 21600 0 f15"/>
                        <a:gd name="f21" fmla="*/ f14 f12 1"/>
                        <a:gd name="f22" fmla="*/ f15 f13 1"/>
                        <a:gd name="f23" fmla="*/ 0 f12 1"/>
                        <a:gd name="f24" fmla="*/ 0 f13 1"/>
                        <a:gd name="f25" fmla="*/ f16 1 f4"/>
                        <a:gd name="f26" fmla="*/ 21600 f13 1"/>
                        <a:gd name="f27" fmla="*/ f17 1 f4"/>
                        <a:gd name="f28" fmla="+- 21600 0 f19"/>
                        <a:gd name="f29" fmla="*/ f20 f13 1"/>
                        <a:gd name="f30" fmla="*/ f18 f13 1"/>
                        <a:gd name="f31" fmla="*/ f19 f12 1"/>
                        <a:gd name="f32" fmla="+- f25 0 f3"/>
                        <a:gd name="f33" fmla="+- f27 0 f3"/>
                        <a:gd name="f34" fmla="*/ f28 f18 1"/>
                        <a:gd name="f35" fmla="*/ f34 1 10800"/>
                        <a:gd name="f36" fmla="+- f19 f35 0"/>
                        <a:gd name="f37" fmla="*/ f36 f12 1"/>
                      </a:gdLst>
                      <a:ahLst>
                        <a:ahXY gdRefX="f0" minX="f7" maxX="f8" gdRefY="f1" minY="f7" maxY="f9">
                          <a:pos x="f21" y="f22"/>
                        </a:ahXY>
                      </a:ahLst>
                      <a:cxnLst>
                        <a:cxn ang="3cd4">
                          <a:pos x="hc" y="t"/>
                        </a:cxn>
                        <a:cxn ang="0">
                          <a:pos x="r" y="vc"/>
                        </a:cxn>
                        <a:cxn ang="cd4">
                          <a:pos x="hc" y="b"/>
                        </a:cxn>
                        <a:cxn ang="cd2">
                          <a:pos x="l" y="vc"/>
                        </a:cxn>
                        <a:cxn ang="f32">
                          <a:pos x="f31" y="f24"/>
                        </a:cxn>
                        <a:cxn ang="f33">
                          <a:pos x="f31" y="f26"/>
                        </a:cxn>
                      </a:cxnLst>
                      <a:rect l="f23" t="f30" r="f37" b="f29"/>
                      <a:pathLst>
                        <a:path w="21600" h="21600">
                          <a:moveTo>
                            <a:pt x="f7" y="f18"/>
                          </a:moveTo>
                          <a:lnTo>
                            <a:pt x="f19" y="f18"/>
                          </a:lnTo>
                          <a:lnTo>
                            <a:pt x="f19" y="f7"/>
                          </a:lnTo>
                          <a:lnTo>
                            <a:pt x="f8" y="f9"/>
                          </a:lnTo>
                          <a:lnTo>
                            <a:pt x="f19" y="f8"/>
                          </a:lnTo>
                          <a:lnTo>
                            <a:pt x="f19" y="f20"/>
                          </a:lnTo>
                          <a:lnTo>
                            <a:pt x="f7" y="f20"/>
                          </a:lnTo>
                          <a:close/>
                        </a:path>
                      </a:pathLst>
                    </a:custGeom>
                    <a:solidFill>
                      <a:srgbClr val="4A7DB1"/>
                    </a:solidFill>
                    <a:ln w="28575" cap="flat">
                      <a:solidFill>
                        <a:srgbClr val="FFFFFF"/>
                      </a:solidFill>
                      <a:prstDash val="solid"/>
                      <a:miter/>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sp>
                <p:nvSpPr>
                  <p:cNvPr id="77" name="Tekstvak 55">
                    <a:extLst>
                      <a:ext uri="{FF2B5EF4-FFF2-40B4-BE49-F238E27FC236}">
                        <a16:creationId xmlns:a16="http://schemas.microsoft.com/office/drawing/2014/main" id="{B131F7EB-986D-EEFE-5E3A-35C9A5D6883D}"/>
                      </a:ext>
                    </a:extLst>
                  </p:cNvPr>
                  <p:cNvSpPr txBox="1"/>
                  <p:nvPr/>
                </p:nvSpPr>
                <p:spPr>
                  <a:xfrm>
                    <a:off x="14127617" y="5460796"/>
                    <a:ext cx="572112" cy="209754"/>
                  </a:xfrm>
                  <a:prstGeom prst="rect">
                    <a:avLst/>
                  </a:prstGeom>
                  <a:noFill/>
                  <a:ln>
                    <a:noFill/>
                  </a:ln>
                </p:spPr>
                <p:txBody>
                  <a:bodyPr vert="horz" wrap="square" lIns="0" tIns="0" rIns="0" bIns="0" anchor="ctr" anchorCtr="1" compatLnSpc="1">
                    <a:noAutofit/>
                  </a:bodyPr>
                  <a:lstStyle/>
                  <a:p>
                    <a:pPr marL="0" marR="0" lvl="0" indent="0" algn="ctr" defTabSz="1217514"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900" b="0" i="0" u="none" strike="noStrike" kern="1200" cap="none" spc="0" baseline="0">
                        <a:solidFill>
                          <a:srgbClr val="211F26"/>
                        </a:solidFill>
                        <a:uFillTx/>
                        <a:latin typeface="Calibri" pitchFamily="34"/>
                        <a:cs typeface="Calibri" pitchFamily="34"/>
                      </a:rPr>
                      <a:t>Insert Below</a:t>
                    </a:r>
                  </a:p>
                </p:txBody>
              </p:sp>
            </p:grpSp>
            <p:grpSp>
              <p:nvGrpSpPr>
                <p:cNvPr id="78" name="Groep 32">
                  <a:extLst>
                    <a:ext uri="{FF2B5EF4-FFF2-40B4-BE49-F238E27FC236}">
                      <a16:creationId xmlns:a16="http://schemas.microsoft.com/office/drawing/2014/main" id="{C8CFAF9F-E363-6283-2507-6AFC6BBD5460}"/>
                    </a:ext>
                  </a:extLst>
                </p:cNvPr>
                <p:cNvGrpSpPr/>
                <p:nvPr/>
              </p:nvGrpSpPr>
              <p:grpSpPr>
                <a:xfrm>
                  <a:off x="14666601" y="5039724"/>
                  <a:ext cx="572112" cy="630826"/>
                  <a:chOff x="14666601" y="5039724"/>
                  <a:chExt cx="572112" cy="630826"/>
                </a:xfrm>
              </p:grpSpPr>
              <p:grpSp>
                <p:nvGrpSpPr>
                  <p:cNvPr id="79" name="Groep 44">
                    <a:extLst>
                      <a:ext uri="{FF2B5EF4-FFF2-40B4-BE49-F238E27FC236}">
                        <a16:creationId xmlns:a16="http://schemas.microsoft.com/office/drawing/2014/main" id="{DAC5D0AF-B767-5D75-1DE9-1BC07CA4BB9C}"/>
                      </a:ext>
                    </a:extLst>
                  </p:cNvPr>
                  <p:cNvGrpSpPr/>
                  <p:nvPr/>
                </p:nvGrpSpPr>
                <p:grpSpPr>
                  <a:xfrm>
                    <a:off x="14714223" y="5039724"/>
                    <a:ext cx="426732" cy="332851"/>
                    <a:chOff x="14714223" y="5039724"/>
                    <a:chExt cx="426732" cy="332851"/>
                  </a:xfrm>
                </p:grpSpPr>
                <p:sp>
                  <p:nvSpPr>
                    <p:cNvPr id="80" name="Rechthoek 46">
                      <a:extLst>
                        <a:ext uri="{FF2B5EF4-FFF2-40B4-BE49-F238E27FC236}">
                          <a16:creationId xmlns:a16="http://schemas.microsoft.com/office/drawing/2014/main" id="{9B68AA4C-8C9E-1913-668A-EF4E87FF84BF}"/>
                        </a:ext>
                      </a:extLst>
                    </p:cNvPr>
                    <p:cNvSpPr/>
                    <p:nvPr/>
                  </p:nvSpPr>
                  <p:spPr>
                    <a:xfrm rot="10799991">
                      <a:off x="14890373" y="5044415"/>
                      <a:ext cx="124843" cy="328159"/>
                    </a:xfrm>
                    <a:prstGeom prst="rect">
                      <a:avLst/>
                    </a:prstGeom>
                    <a:solidFill>
                      <a:srgbClr val="C3D6E8"/>
                    </a:solidFill>
                    <a:ln>
                      <a:noFill/>
                      <a:prstDash val="solid"/>
                    </a:ln>
                  </p:spPr>
                  <p:txBody>
                    <a:bodyPr vert="horz" wrap="square" lIns="179999" tIns="179999" rIns="179999" bIns="179999"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1600" b="0" i="0" u="none" strike="noStrike" kern="1200" cap="all" spc="0" baseline="0">
                        <a:solidFill>
                          <a:srgbClr val="FFFFFF"/>
                        </a:solidFill>
                        <a:uFillTx/>
                        <a:latin typeface="Arial"/>
                      </a:endParaRPr>
                    </a:p>
                  </p:txBody>
                </p:sp>
                <p:grpSp>
                  <p:nvGrpSpPr>
                    <p:cNvPr id="81" name="Groep 47">
                      <a:extLst>
                        <a:ext uri="{FF2B5EF4-FFF2-40B4-BE49-F238E27FC236}">
                          <a16:creationId xmlns:a16="http://schemas.microsoft.com/office/drawing/2014/main" id="{930E57D1-71DC-7BFD-4091-EF6ABBDE2413}"/>
                        </a:ext>
                      </a:extLst>
                    </p:cNvPr>
                    <p:cNvGrpSpPr/>
                    <p:nvPr/>
                  </p:nvGrpSpPr>
                  <p:grpSpPr>
                    <a:xfrm>
                      <a:off x="14751841" y="5039724"/>
                      <a:ext cx="389114" cy="332851"/>
                      <a:chOff x="14751841" y="5039724"/>
                      <a:chExt cx="389114" cy="332851"/>
                    </a:xfrm>
                  </p:grpSpPr>
                  <p:cxnSp>
                    <p:nvCxnSpPr>
                      <p:cNvPr id="82" name="Rechte verbindingslijn 49">
                        <a:extLst>
                          <a:ext uri="{FF2B5EF4-FFF2-40B4-BE49-F238E27FC236}">
                            <a16:creationId xmlns:a16="http://schemas.microsoft.com/office/drawing/2014/main" id="{F806301D-C075-E9DF-025A-2CA478E19730}"/>
                          </a:ext>
                        </a:extLst>
                      </p:cNvPr>
                      <p:cNvCxnSpPr/>
                      <p:nvPr/>
                    </p:nvCxnSpPr>
                    <p:spPr>
                      <a:xfrm flipH="1">
                        <a:off x="15018773" y="5263213"/>
                        <a:ext cx="122182" cy="0"/>
                      </a:xfrm>
                      <a:prstGeom prst="straightConnector1">
                        <a:avLst/>
                      </a:prstGeom>
                      <a:noFill/>
                      <a:ln w="6345" cap="flat">
                        <a:solidFill>
                          <a:srgbClr val="817F7C"/>
                        </a:solidFill>
                        <a:prstDash val="solid"/>
                        <a:miter/>
                      </a:ln>
                    </p:spPr>
                  </p:cxnSp>
                  <p:cxnSp>
                    <p:nvCxnSpPr>
                      <p:cNvPr id="83" name="Rechte verbindingslijn 50">
                        <a:extLst>
                          <a:ext uri="{FF2B5EF4-FFF2-40B4-BE49-F238E27FC236}">
                            <a16:creationId xmlns:a16="http://schemas.microsoft.com/office/drawing/2014/main" id="{2F3C4792-F85A-D554-F2C4-04730A23A641}"/>
                          </a:ext>
                        </a:extLst>
                      </p:cNvPr>
                      <p:cNvCxnSpPr/>
                      <p:nvPr/>
                    </p:nvCxnSpPr>
                    <p:spPr>
                      <a:xfrm flipH="1">
                        <a:off x="15015206" y="5151473"/>
                        <a:ext cx="125749" cy="0"/>
                      </a:xfrm>
                      <a:prstGeom prst="straightConnector1">
                        <a:avLst/>
                      </a:prstGeom>
                      <a:noFill/>
                      <a:ln w="6345" cap="flat">
                        <a:solidFill>
                          <a:srgbClr val="817F7C"/>
                        </a:solidFill>
                        <a:prstDash val="solid"/>
                        <a:miter/>
                      </a:ln>
                    </p:spPr>
                  </p:cxnSp>
                  <p:cxnSp>
                    <p:nvCxnSpPr>
                      <p:cNvPr id="84" name="Rechte verbindingslijn 51">
                        <a:extLst>
                          <a:ext uri="{FF2B5EF4-FFF2-40B4-BE49-F238E27FC236}">
                            <a16:creationId xmlns:a16="http://schemas.microsoft.com/office/drawing/2014/main" id="{1509ECA5-B7CF-836D-997E-863EEB89FEF7}"/>
                          </a:ext>
                        </a:extLst>
                      </p:cNvPr>
                      <p:cNvCxnSpPr/>
                      <p:nvPr/>
                    </p:nvCxnSpPr>
                    <p:spPr>
                      <a:xfrm flipV="1">
                        <a:off x="14886486" y="5039724"/>
                        <a:ext cx="0" cy="329285"/>
                      </a:xfrm>
                      <a:prstGeom prst="straightConnector1">
                        <a:avLst/>
                      </a:prstGeom>
                      <a:noFill/>
                      <a:ln w="6345" cap="flat">
                        <a:solidFill>
                          <a:srgbClr val="817F7C"/>
                        </a:solidFill>
                        <a:prstDash val="solid"/>
                        <a:miter/>
                      </a:ln>
                    </p:spPr>
                  </p:cxnSp>
                  <p:cxnSp>
                    <p:nvCxnSpPr>
                      <p:cNvPr id="85" name="Rechte verbindingslijn 52">
                        <a:extLst>
                          <a:ext uri="{FF2B5EF4-FFF2-40B4-BE49-F238E27FC236}">
                            <a16:creationId xmlns:a16="http://schemas.microsoft.com/office/drawing/2014/main" id="{15021EAF-AD68-5FE8-1B53-AC13BD5251DD}"/>
                          </a:ext>
                        </a:extLst>
                      </p:cNvPr>
                      <p:cNvCxnSpPr/>
                      <p:nvPr/>
                    </p:nvCxnSpPr>
                    <p:spPr>
                      <a:xfrm flipV="1">
                        <a:off x="15016185" y="5039724"/>
                        <a:ext cx="0" cy="332851"/>
                      </a:xfrm>
                      <a:prstGeom prst="straightConnector1">
                        <a:avLst/>
                      </a:prstGeom>
                      <a:noFill/>
                      <a:ln w="6345" cap="flat">
                        <a:solidFill>
                          <a:srgbClr val="817F7C"/>
                        </a:solidFill>
                        <a:prstDash val="solid"/>
                        <a:miter/>
                      </a:ln>
                    </p:spPr>
                  </p:cxnSp>
                  <p:sp>
                    <p:nvSpPr>
                      <p:cNvPr id="86" name="Rechthoek 53">
                        <a:extLst>
                          <a:ext uri="{FF2B5EF4-FFF2-40B4-BE49-F238E27FC236}">
                            <a16:creationId xmlns:a16="http://schemas.microsoft.com/office/drawing/2014/main" id="{2106B995-45AA-11D8-F673-9394EB27599A}"/>
                          </a:ext>
                        </a:extLst>
                      </p:cNvPr>
                      <p:cNvSpPr/>
                      <p:nvPr/>
                    </p:nvSpPr>
                    <p:spPr>
                      <a:xfrm rot="10799991">
                        <a:off x="14751841" y="5039724"/>
                        <a:ext cx="386836" cy="330793"/>
                      </a:xfrm>
                      <a:prstGeom prst="rect">
                        <a:avLst/>
                      </a:prstGeom>
                      <a:noFill/>
                      <a:ln w="12701" cap="flat">
                        <a:solidFill>
                          <a:srgbClr val="6C6C6C"/>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2400" b="0" i="0" u="none" strike="noStrike" kern="1200" cap="none" spc="0" baseline="0">
                          <a:solidFill>
                            <a:srgbClr val="00A6D6"/>
                          </a:solidFill>
                          <a:uFillTx/>
                          <a:latin typeface="Calibri" pitchFamily="34"/>
                          <a:cs typeface="Calibri" pitchFamily="34"/>
                        </a:endParaRPr>
                      </a:p>
                    </p:txBody>
                  </p:sp>
                </p:grpSp>
                <p:sp>
                  <p:nvSpPr>
                    <p:cNvPr id="87" name="Pijl: rechts 48">
                      <a:extLst>
                        <a:ext uri="{FF2B5EF4-FFF2-40B4-BE49-F238E27FC236}">
                          <a16:creationId xmlns:a16="http://schemas.microsoft.com/office/drawing/2014/main" id="{7946C4C4-8983-B810-DE4D-58563557DFB3}"/>
                        </a:ext>
                      </a:extLst>
                    </p:cNvPr>
                    <p:cNvSpPr/>
                    <p:nvPr/>
                  </p:nvSpPr>
                  <p:spPr>
                    <a:xfrm rot="10799991">
                      <a:off x="14714223" y="5110243"/>
                      <a:ext cx="209708" cy="201478"/>
                    </a:xfrm>
                    <a:custGeom>
                      <a:avLst>
                        <a:gd name="f0" fmla="val 8396"/>
                        <a:gd name="f1" fmla="val 8064"/>
                      </a:avLst>
                      <a:gdLst>
                        <a:gd name="f2" fmla="val 10800000"/>
                        <a:gd name="f3" fmla="val 5400000"/>
                        <a:gd name="f4" fmla="val 180"/>
                        <a:gd name="f5" fmla="val w"/>
                        <a:gd name="f6" fmla="val h"/>
                        <a:gd name="f7" fmla="val 0"/>
                        <a:gd name="f8" fmla="val 21600"/>
                        <a:gd name="f9" fmla="val 10800"/>
                        <a:gd name="f10" fmla="+- 0 0 0"/>
                        <a:gd name="f11" fmla="+- 0 0 180"/>
                        <a:gd name="f12" fmla="*/ f5 1 21600"/>
                        <a:gd name="f13" fmla="*/ f6 1 21600"/>
                        <a:gd name="f14" fmla="pin 0 f0 21600"/>
                        <a:gd name="f15" fmla="pin 0 f1 10800"/>
                        <a:gd name="f16" fmla="*/ f10 f2 1"/>
                        <a:gd name="f17" fmla="*/ f11 f2 1"/>
                        <a:gd name="f18" fmla="val f15"/>
                        <a:gd name="f19" fmla="val f14"/>
                        <a:gd name="f20" fmla="+- 21600 0 f15"/>
                        <a:gd name="f21" fmla="*/ f14 f12 1"/>
                        <a:gd name="f22" fmla="*/ f15 f13 1"/>
                        <a:gd name="f23" fmla="*/ 0 f12 1"/>
                        <a:gd name="f24" fmla="*/ 0 f13 1"/>
                        <a:gd name="f25" fmla="*/ f16 1 f4"/>
                        <a:gd name="f26" fmla="*/ 21600 f13 1"/>
                        <a:gd name="f27" fmla="*/ f17 1 f4"/>
                        <a:gd name="f28" fmla="+- 21600 0 f19"/>
                        <a:gd name="f29" fmla="*/ f20 f13 1"/>
                        <a:gd name="f30" fmla="*/ f18 f13 1"/>
                        <a:gd name="f31" fmla="*/ f19 f12 1"/>
                        <a:gd name="f32" fmla="+- f25 0 f3"/>
                        <a:gd name="f33" fmla="+- f27 0 f3"/>
                        <a:gd name="f34" fmla="*/ f28 f18 1"/>
                        <a:gd name="f35" fmla="*/ f34 1 10800"/>
                        <a:gd name="f36" fmla="+- f19 f35 0"/>
                        <a:gd name="f37" fmla="*/ f36 f12 1"/>
                      </a:gdLst>
                      <a:ahLst>
                        <a:ahXY gdRefX="f0" minX="f7" maxX="f8" gdRefY="f1" minY="f7" maxY="f9">
                          <a:pos x="f21" y="f22"/>
                        </a:ahXY>
                      </a:ahLst>
                      <a:cxnLst>
                        <a:cxn ang="3cd4">
                          <a:pos x="hc" y="t"/>
                        </a:cxn>
                        <a:cxn ang="0">
                          <a:pos x="r" y="vc"/>
                        </a:cxn>
                        <a:cxn ang="cd4">
                          <a:pos x="hc" y="b"/>
                        </a:cxn>
                        <a:cxn ang="cd2">
                          <a:pos x="l" y="vc"/>
                        </a:cxn>
                        <a:cxn ang="f32">
                          <a:pos x="f31" y="f24"/>
                        </a:cxn>
                        <a:cxn ang="f33">
                          <a:pos x="f31" y="f26"/>
                        </a:cxn>
                      </a:cxnLst>
                      <a:rect l="f23" t="f30" r="f37" b="f29"/>
                      <a:pathLst>
                        <a:path w="21600" h="21600">
                          <a:moveTo>
                            <a:pt x="f7" y="f18"/>
                          </a:moveTo>
                          <a:lnTo>
                            <a:pt x="f19" y="f18"/>
                          </a:lnTo>
                          <a:lnTo>
                            <a:pt x="f19" y="f7"/>
                          </a:lnTo>
                          <a:lnTo>
                            <a:pt x="f8" y="f9"/>
                          </a:lnTo>
                          <a:lnTo>
                            <a:pt x="f19" y="f8"/>
                          </a:lnTo>
                          <a:lnTo>
                            <a:pt x="f19" y="f20"/>
                          </a:lnTo>
                          <a:lnTo>
                            <a:pt x="f7" y="f20"/>
                          </a:lnTo>
                          <a:close/>
                        </a:path>
                      </a:pathLst>
                    </a:custGeom>
                    <a:solidFill>
                      <a:srgbClr val="4A7DB1"/>
                    </a:solidFill>
                    <a:ln w="28575" cap="flat">
                      <a:solidFill>
                        <a:srgbClr val="FFFFFF"/>
                      </a:solidFill>
                      <a:prstDash val="solid"/>
                      <a:miter/>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sp>
                <p:nvSpPr>
                  <p:cNvPr id="88" name="Tekstvak 45">
                    <a:extLst>
                      <a:ext uri="{FF2B5EF4-FFF2-40B4-BE49-F238E27FC236}">
                        <a16:creationId xmlns:a16="http://schemas.microsoft.com/office/drawing/2014/main" id="{8D6910E5-9B2F-11F9-62A0-D7641CE58140}"/>
                      </a:ext>
                    </a:extLst>
                  </p:cNvPr>
                  <p:cNvSpPr txBox="1"/>
                  <p:nvPr/>
                </p:nvSpPr>
                <p:spPr>
                  <a:xfrm>
                    <a:off x="14666601" y="5460796"/>
                    <a:ext cx="572112" cy="209754"/>
                  </a:xfrm>
                  <a:prstGeom prst="rect">
                    <a:avLst/>
                  </a:prstGeom>
                  <a:noFill/>
                  <a:ln>
                    <a:noFill/>
                  </a:ln>
                </p:spPr>
                <p:txBody>
                  <a:bodyPr vert="horz" wrap="square" lIns="0" tIns="0" rIns="0" bIns="0" anchor="ctr" anchorCtr="1" compatLnSpc="1">
                    <a:noAutofit/>
                  </a:bodyPr>
                  <a:lstStyle/>
                  <a:p>
                    <a:pPr marL="0" marR="0" lvl="0" indent="0" algn="ctr" defTabSz="1217514"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900" b="0" i="0" u="none" strike="noStrike" kern="1200" cap="none" spc="0" baseline="0">
                        <a:solidFill>
                          <a:srgbClr val="211F26"/>
                        </a:solidFill>
                        <a:uFillTx/>
                        <a:latin typeface="Calibri" pitchFamily="34"/>
                        <a:cs typeface="Calibri" pitchFamily="34"/>
                      </a:rPr>
                      <a:t>Insert </a:t>
                    </a:r>
                    <a:br>
                      <a:rPr lang="en-GB" sz="900" b="0" i="0" u="none" strike="noStrike" kern="1200" cap="none" spc="0" baseline="0">
                        <a:solidFill>
                          <a:srgbClr val="211F26"/>
                        </a:solidFill>
                        <a:uFillTx/>
                        <a:latin typeface="Calibri" pitchFamily="34"/>
                        <a:cs typeface="Calibri" pitchFamily="34"/>
                      </a:rPr>
                    </a:br>
                    <a:r>
                      <a:rPr lang="en-GB" sz="900" b="0" i="0" u="none" strike="noStrike" kern="1200" cap="none" spc="0" baseline="0">
                        <a:solidFill>
                          <a:srgbClr val="211F26"/>
                        </a:solidFill>
                        <a:uFillTx/>
                        <a:latin typeface="Calibri" pitchFamily="34"/>
                        <a:cs typeface="Calibri" pitchFamily="34"/>
                      </a:rPr>
                      <a:t>Left</a:t>
                    </a:r>
                  </a:p>
                </p:txBody>
              </p:sp>
            </p:grpSp>
            <p:grpSp>
              <p:nvGrpSpPr>
                <p:cNvPr id="89" name="Groep 33">
                  <a:extLst>
                    <a:ext uri="{FF2B5EF4-FFF2-40B4-BE49-F238E27FC236}">
                      <a16:creationId xmlns:a16="http://schemas.microsoft.com/office/drawing/2014/main" id="{1B6D16CC-8C87-87EC-D3FF-2434BEC6B43B}"/>
                    </a:ext>
                  </a:extLst>
                </p:cNvPr>
                <p:cNvGrpSpPr/>
                <p:nvPr/>
              </p:nvGrpSpPr>
              <p:grpSpPr>
                <a:xfrm>
                  <a:off x="15190012" y="5039724"/>
                  <a:ext cx="572112" cy="630826"/>
                  <a:chOff x="15190012" y="5039724"/>
                  <a:chExt cx="572112" cy="630826"/>
                </a:xfrm>
              </p:grpSpPr>
              <p:grpSp>
                <p:nvGrpSpPr>
                  <p:cNvPr id="90" name="Groep 34">
                    <a:extLst>
                      <a:ext uri="{FF2B5EF4-FFF2-40B4-BE49-F238E27FC236}">
                        <a16:creationId xmlns:a16="http://schemas.microsoft.com/office/drawing/2014/main" id="{CDFD0730-FE6E-069B-4FD0-E3BD1E1322FA}"/>
                      </a:ext>
                    </a:extLst>
                  </p:cNvPr>
                  <p:cNvGrpSpPr/>
                  <p:nvPr/>
                </p:nvGrpSpPr>
                <p:grpSpPr>
                  <a:xfrm>
                    <a:off x="15282742" y="5039724"/>
                    <a:ext cx="426732" cy="332851"/>
                    <a:chOff x="15282742" y="5039724"/>
                    <a:chExt cx="426732" cy="332851"/>
                  </a:xfrm>
                </p:grpSpPr>
                <p:sp>
                  <p:nvSpPr>
                    <p:cNvPr id="91" name="Rechthoek 36">
                      <a:extLst>
                        <a:ext uri="{FF2B5EF4-FFF2-40B4-BE49-F238E27FC236}">
                          <a16:creationId xmlns:a16="http://schemas.microsoft.com/office/drawing/2014/main" id="{5323F89A-04D7-5538-AB2F-E077C72AE568}"/>
                        </a:ext>
                      </a:extLst>
                    </p:cNvPr>
                    <p:cNvSpPr/>
                    <p:nvPr/>
                  </p:nvSpPr>
                  <p:spPr>
                    <a:xfrm rot="10800009" flipH="1">
                      <a:off x="15408499" y="5044415"/>
                      <a:ext cx="124843" cy="328159"/>
                    </a:xfrm>
                    <a:prstGeom prst="rect">
                      <a:avLst/>
                    </a:prstGeom>
                    <a:solidFill>
                      <a:srgbClr val="C3D6E8"/>
                    </a:solidFill>
                    <a:ln>
                      <a:noFill/>
                      <a:prstDash val="solid"/>
                    </a:ln>
                  </p:spPr>
                  <p:txBody>
                    <a:bodyPr vert="horz" wrap="square" lIns="179999" tIns="179999" rIns="179999" bIns="179999"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1600" b="0" i="0" u="none" strike="noStrike" kern="1200" cap="all" spc="0" baseline="0">
                        <a:solidFill>
                          <a:srgbClr val="FFFFFF"/>
                        </a:solidFill>
                        <a:uFillTx/>
                        <a:latin typeface="Arial"/>
                      </a:endParaRPr>
                    </a:p>
                  </p:txBody>
                </p:sp>
                <p:grpSp>
                  <p:nvGrpSpPr>
                    <p:cNvPr id="92" name="Groep 37">
                      <a:extLst>
                        <a:ext uri="{FF2B5EF4-FFF2-40B4-BE49-F238E27FC236}">
                          <a16:creationId xmlns:a16="http://schemas.microsoft.com/office/drawing/2014/main" id="{2ADD9048-77A7-7B4C-5846-7FAC7E891358}"/>
                        </a:ext>
                      </a:extLst>
                    </p:cNvPr>
                    <p:cNvGrpSpPr/>
                    <p:nvPr/>
                  </p:nvGrpSpPr>
                  <p:grpSpPr>
                    <a:xfrm>
                      <a:off x="15282742" y="5039724"/>
                      <a:ext cx="389103" cy="332851"/>
                      <a:chOff x="15282742" y="5039724"/>
                      <a:chExt cx="389103" cy="332851"/>
                    </a:xfrm>
                  </p:grpSpPr>
                  <p:cxnSp>
                    <p:nvCxnSpPr>
                      <p:cNvPr id="93" name="Rechte verbindingslijn 39">
                        <a:extLst>
                          <a:ext uri="{FF2B5EF4-FFF2-40B4-BE49-F238E27FC236}">
                            <a16:creationId xmlns:a16="http://schemas.microsoft.com/office/drawing/2014/main" id="{97D67DC3-8925-70C3-F478-714539933842}"/>
                          </a:ext>
                        </a:extLst>
                      </p:cNvPr>
                      <p:cNvCxnSpPr/>
                      <p:nvPr/>
                    </p:nvCxnSpPr>
                    <p:spPr>
                      <a:xfrm>
                        <a:off x="15282742" y="5263213"/>
                        <a:ext cx="122182" cy="0"/>
                      </a:xfrm>
                      <a:prstGeom prst="straightConnector1">
                        <a:avLst/>
                      </a:prstGeom>
                      <a:noFill/>
                      <a:ln w="6345" cap="flat">
                        <a:solidFill>
                          <a:srgbClr val="817F7C"/>
                        </a:solidFill>
                        <a:prstDash val="solid"/>
                        <a:miter/>
                      </a:ln>
                    </p:spPr>
                  </p:cxnSp>
                  <p:cxnSp>
                    <p:nvCxnSpPr>
                      <p:cNvPr id="94" name="Rechte verbindingslijn 40">
                        <a:extLst>
                          <a:ext uri="{FF2B5EF4-FFF2-40B4-BE49-F238E27FC236}">
                            <a16:creationId xmlns:a16="http://schemas.microsoft.com/office/drawing/2014/main" id="{29473F9B-556A-9DC5-2744-430FA5E8F87F}"/>
                          </a:ext>
                        </a:extLst>
                      </p:cNvPr>
                      <p:cNvCxnSpPr/>
                      <p:nvPr/>
                    </p:nvCxnSpPr>
                    <p:spPr>
                      <a:xfrm>
                        <a:off x="15282742" y="5151473"/>
                        <a:ext cx="125748" cy="0"/>
                      </a:xfrm>
                      <a:prstGeom prst="straightConnector1">
                        <a:avLst/>
                      </a:prstGeom>
                      <a:noFill/>
                      <a:ln w="6345" cap="flat">
                        <a:solidFill>
                          <a:srgbClr val="817F7C"/>
                        </a:solidFill>
                        <a:prstDash val="solid"/>
                        <a:miter/>
                      </a:ln>
                    </p:spPr>
                  </p:cxnSp>
                  <p:cxnSp>
                    <p:nvCxnSpPr>
                      <p:cNvPr id="95" name="Rechte verbindingslijn 41">
                        <a:extLst>
                          <a:ext uri="{FF2B5EF4-FFF2-40B4-BE49-F238E27FC236}">
                            <a16:creationId xmlns:a16="http://schemas.microsoft.com/office/drawing/2014/main" id="{21694838-4280-D955-F28B-0F1F1B44EFCF}"/>
                          </a:ext>
                        </a:extLst>
                      </p:cNvPr>
                      <p:cNvCxnSpPr/>
                      <p:nvPr/>
                    </p:nvCxnSpPr>
                    <p:spPr>
                      <a:xfrm flipV="1">
                        <a:off x="15537210" y="5039724"/>
                        <a:ext cx="0" cy="329285"/>
                      </a:xfrm>
                      <a:prstGeom prst="straightConnector1">
                        <a:avLst/>
                      </a:prstGeom>
                      <a:noFill/>
                      <a:ln w="6345" cap="flat">
                        <a:solidFill>
                          <a:srgbClr val="817F7C"/>
                        </a:solidFill>
                        <a:prstDash val="solid"/>
                        <a:miter/>
                      </a:ln>
                    </p:spPr>
                  </p:cxnSp>
                  <p:cxnSp>
                    <p:nvCxnSpPr>
                      <p:cNvPr id="96" name="Rechte verbindingslijn 42">
                        <a:extLst>
                          <a:ext uri="{FF2B5EF4-FFF2-40B4-BE49-F238E27FC236}">
                            <a16:creationId xmlns:a16="http://schemas.microsoft.com/office/drawing/2014/main" id="{57200D6B-CCF4-1C06-5122-DED050F550B5}"/>
                          </a:ext>
                        </a:extLst>
                      </p:cNvPr>
                      <p:cNvCxnSpPr/>
                      <p:nvPr/>
                    </p:nvCxnSpPr>
                    <p:spPr>
                      <a:xfrm flipV="1">
                        <a:off x="15407511" y="5039724"/>
                        <a:ext cx="0" cy="332851"/>
                      </a:xfrm>
                      <a:prstGeom prst="straightConnector1">
                        <a:avLst/>
                      </a:prstGeom>
                      <a:noFill/>
                      <a:ln w="6345" cap="flat">
                        <a:solidFill>
                          <a:srgbClr val="817F7C"/>
                        </a:solidFill>
                        <a:prstDash val="solid"/>
                        <a:miter/>
                      </a:ln>
                    </p:spPr>
                  </p:cxnSp>
                  <p:sp>
                    <p:nvSpPr>
                      <p:cNvPr id="97" name="Rechthoek 43">
                        <a:extLst>
                          <a:ext uri="{FF2B5EF4-FFF2-40B4-BE49-F238E27FC236}">
                            <a16:creationId xmlns:a16="http://schemas.microsoft.com/office/drawing/2014/main" id="{A80EE23F-AF93-8665-96A1-DF72F0800617}"/>
                          </a:ext>
                        </a:extLst>
                      </p:cNvPr>
                      <p:cNvSpPr/>
                      <p:nvPr/>
                    </p:nvSpPr>
                    <p:spPr>
                      <a:xfrm rot="10800009" flipH="1">
                        <a:off x="15285009" y="5039724"/>
                        <a:ext cx="386836" cy="330793"/>
                      </a:xfrm>
                      <a:prstGeom prst="rect">
                        <a:avLst/>
                      </a:prstGeom>
                      <a:noFill/>
                      <a:ln w="12701" cap="flat">
                        <a:solidFill>
                          <a:srgbClr val="6C6C6C"/>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2400" b="0" i="0" u="none" strike="noStrike" kern="1200" cap="none" spc="0" baseline="0">
                          <a:solidFill>
                            <a:srgbClr val="00A6D6"/>
                          </a:solidFill>
                          <a:uFillTx/>
                          <a:latin typeface="Calibri" pitchFamily="34"/>
                          <a:cs typeface="Calibri" pitchFamily="34"/>
                        </a:endParaRPr>
                      </a:p>
                    </p:txBody>
                  </p:sp>
                </p:grpSp>
                <p:sp>
                  <p:nvSpPr>
                    <p:cNvPr id="98" name="Pijl: rechts 38">
                      <a:extLst>
                        <a:ext uri="{FF2B5EF4-FFF2-40B4-BE49-F238E27FC236}">
                          <a16:creationId xmlns:a16="http://schemas.microsoft.com/office/drawing/2014/main" id="{D30E1F5D-5347-2C60-B256-BEF159A23B2F}"/>
                        </a:ext>
                      </a:extLst>
                    </p:cNvPr>
                    <p:cNvSpPr/>
                    <p:nvPr/>
                  </p:nvSpPr>
                  <p:spPr>
                    <a:xfrm rot="10800009" flipH="1">
                      <a:off x="15499766" y="5110243"/>
                      <a:ext cx="209708" cy="201478"/>
                    </a:xfrm>
                    <a:custGeom>
                      <a:avLst>
                        <a:gd name="f0" fmla="val 8396"/>
                        <a:gd name="f1" fmla="val 8064"/>
                      </a:avLst>
                      <a:gdLst>
                        <a:gd name="f2" fmla="val 10800000"/>
                        <a:gd name="f3" fmla="val 5400000"/>
                        <a:gd name="f4" fmla="val 180"/>
                        <a:gd name="f5" fmla="val w"/>
                        <a:gd name="f6" fmla="val h"/>
                        <a:gd name="f7" fmla="val 0"/>
                        <a:gd name="f8" fmla="val 21600"/>
                        <a:gd name="f9" fmla="val 10800"/>
                        <a:gd name="f10" fmla="+- 0 0 0"/>
                        <a:gd name="f11" fmla="+- 0 0 180"/>
                        <a:gd name="f12" fmla="*/ f5 1 21600"/>
                        <a:gd name="f13" fmla="*/ f6 1 21600"/>
                        <a:gd name="f14" fmla="pin 0 f0 21600"/>
                        <a:gd name="f15" fmla="pin 0 f1 10800"/>
                        <a:gd name="f16" fmla="*/ f10 f2 1"/>
                        <a:gd name="f17" fmla="*/ f11 f2 1"/>
                        <a:gd name="f18" fmla="val f15"/>
                        <a:gd name="f19" fmla="val f14"/>
                        <a:gd name="f20" fmla="+- 21600 0 f15"/>
                        <a:gd name="f21" fmla="*/ f14 f12 1"/>
                        <a:gd name="f22" fmla="*/ f15 f13 1"/>
                        <a:gd name="f23" fmla="*/ 0 f12 1"/>
                        <a:gd name="f24" fmla="*/ 0 f13 1"/>
                        <a:gd name="f25" fmla="*/ f16 1 f4"/>
                        <a:gd name="f26" fmla="*/ 21600 f13 1"/>
                        <a:gd name="f27" fmla="*/ f17 1 f4"/>
                        <a:gd name="f28" fmla="+- 21600 0 f19"/>
                        <a:gd name="f29" fmla="*/ f20 f13 1"/>
                        <a:gd name="f30" fmla="*/ f18 f13 1"/>
                        <a:gd name="f31" fmla="*/ f19 f12 1"/>
                        <a:gd name="f32" fmla="+- f25 0 f3"/>
                        <a:gd name="f33" fmla="+- f27 0 f3"/>
                        <a:gd name="f34" fmla="*/ f28 f18 1"/>
                        <a:gd name="f35" fmla="*/ f34 1 10800"/>
                        <a:gd name="f36" fmla="+- f19 f35 0"/>
                        <a:gd name="f37" fmla="*/ f36 f12 1"/>
                      </a:gdLst>
                      <a:ahLst>
                        <a:ahXY gdRefX="f0" minX="f7" maxX="f8" gdRefY="f1" minY="f7" maxY="f9">
                          <a:pos x="f21" y="f22"/>
                        </a:ahXY>
                      </a:ahLst>
                      <a:cxnLst>
                        <a:cxn ang="3cd4">
                          <a:pos x="hc" y="t"/>
                        </a:cxn>
                        <a:cxn ang="0">
                          <a:pos x="r" y="vc"/>
                        </a:cxn>
                        <a:cxn ang="cd4">
                          <a:pos x="hc" y="b"/>
                        </a:cxn>
                        <a:cxn ang="cd2">
                          <a:pos x="l" y="vc"/>
                        </a:cxn>
                        <a:cxn ang="f32">
                          <a:pos x="f31" y="f24"/>
                        </a:cxn>
                        <a:cxn ang="f33">
                          <a:pos x="f31" y="f26"/>
                        </a:cxn>
                      </a:cxnLst>
                      <a:rect l="f23" t="f30" r="f37" b="f29"/>
                      <a:pathLst>
                        <a:path w="21600" h="21600">
                          <a:moveTo>
                            <a:pt x="f7" y="f18"/>
                          </a:moveTo>
                          <a:lnTo>
                            <a:pt x="f19" y="f18"/>
                          </a:lnTo>
                          <a:lnTo>
                            <a:pt x="f19" y="f7"/>
                          </a:lnTo>
                          <a:lnTo>
                            <a:pt x="f8" y="f9"/>
                          </a:lnTo>
                          <a:lnTo>
                            <a:pt x="f19" y="f8"/>
                          </a:lnTo>
                          <a:lnTo>
                            <a:pt x="f19" y="f20"/>
                          </a:lnTo>
                          <a:lnTo>
                            <a:pt x="f7" y="f20"/>
                          </a:lnTo>
                          <a:close/>
                        </a:path>
                      </a:pathLst>
                    </a:custGeom>
                    <a:solidFill>
                      <a:srgbClr val="4A7DB1"/>
                    </a:solidFill>
                    <a:ln w="28575" cap="flat">
                      <a:solidFill>
                        <a:srgbClr val="FFFFFF"/>
                      </a:solidFill>
                      <a:prstDash val="solid"/>
                      <a:miter/>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sp>
                <p:nvSpPr>
                  <p:cNvPr id="99" name="Tekstvak 35">
                    <a:extLst>
                      <a:ext uri="{FF2B5EF4-FFF2-40B4-BE49-F238E27FC236}">
                        <a16:creationId xmlns:a16="http://schemas.microsoft.com/office/drawing/2014/main" id="{B253DB38-29E1-A950-5BF6-EC3D14D1D5B4}"/>
                      </a:ext>
                    </a:extLst>
                  </p:cNvPr>
                  <p:cNvSpPr txBox="1"/>
                  <p:nvPr/>
                </p:nvSpPr>
                <p:spPr>
                  <a:xfrm>
                    <a:off x="15190012" y="5460796"/>
                    <a:ext cx="572112" cy="209754"/>
                  </a:xfrm>
                  <a:prstGeom prst="rect">
                    <a:avLst/>
                  </a:prstGeom>
                  <a:noFill/>
                  <a:ln>
                    <a:noFill/>
                  </a:ln>
                </p:spPr>
                <p:txBody>
                  <a:bodyPr vert="horz" wrap="square" lIns="0" tIns="0" rIns="0" bIns="0" anchor="ctr" anchorCtr="1" compatLnSpc="1">
                    <a:noAutofit/>
                  </a:bodyPr>
                  <a:lstStyle/>
                  <a:p>
                    <a:pPr marL="0" marR="0" lvl="0" indent="0" algn="ctr" defTabSz="1217514"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900" b="0" i="0" u="none" strike="noStrike" kern="1200" cap="none" spc="0" baseline="0">
                        <a:solidFill>
                          <a:srgbClr val="211F26"/>
                        </a:solidFill>
                        <a:uFillTx/>
                        <a:latin typeface="Calibri" pitchFamily="34"/>
                        <a:cs typeface="Calibri" pitchFamily="34"/>
                      </a:rPr>
                      <a:t>Insert</a:t>
                    </a:r>
                    <a:br>
                      <a:rPr lang="en-GB" sz="900" b="0" i="0" u="none" strike="noStrike" kern="1200" cap="none" spc="0" baseline="0">
                        <a:solidFill>
                          <a:srgbClr val="211F26"/>
                        </a:solidFill>
                        <a:uFillTx/>
                        <a:latin typeface="Calibri" pitchFamily="34"/>
                        <a:cs typeface="Calibri" pitchFamily="34"/>
                      </a:rPr>
                    </a:br>
                    <a:r>
                      <a:rPr lang="en-GB" sz="900" b="0" i="0" u="none" strike="noStrike" kern="1200" cap="none" spc="0" baseline="0">
                        <a:solidFill>
                          <a:srgbClr val="211F26"/>
                        </a:solidFill>
                        <a:uFillTx/>
                        <a:latin typeface="Calibri" pitchFamily="34"/>
                        <a:cs typeface="Calibri" pitchFamily="34"/>
                      </a:rPr>
                      <a:t>Right</a:t>
                    </a:r>
                  </a:p>
                </p:txBody>
              </p:sp>
            </p:grpSp>
          </p:grpSp>
        </p:grpSp>
      </p:grpSp>
      <p:grpSp>
        <p:nvGrpSpPr>
          <p:cNvPr id="100" name="INSTRUCTION">
            <a:extLst>
              <a:ext uri="{FF2B5EF4-FFF2-40B4-BE49-F238E27FC236}">
                <a16:creationId xmlns:a16="http://schemas.microsoft.com/office/drawing/2014/main" id="{35136504-2419-864E-5E84-52BC14E3C7D3}"/>
              </a:ext>
            </a:extLst>
          </p:cNvPr>
          <p:cNvGrpSpPr/>
          <p:nvPr/>
        </p:nvGrpSpPr>
        <p:grpSpPr>
          <a:xfrm>
            <a:off x="-3786438" y="0"/>
            <a:ext cx="3693389" cy="5359343"/>
            <a:chOff x="-3786438" y="0"/>
            <a:chExt cx="3693389" cy="5359343"/>
          </a:xfrm>
        </p:grpSpPr>
        <p:sp>
          <p:nvSpPr>
            <p:cNvPr id="101" name="Rechthoek 115">
              <a:extLst>
                <a:ext uri="{FF2B5EF4-FFF2-40B4-BE49-F238E27FC236}">
                  <a16:creationId xmlns:a16="http://schemas.microsoft.com/office/drawing/2014/main" id="{55FC9606-818D-214D-A43D-77F42A0E0FA4}"/>
                </a:ext>
              </a:extLst>
            </p:cNvPr>
            <p:cNvSpPr/>
            <p:nvPr/>
          </p:nvSpPr>
          <p:spPr>
            <a:xfrm>
              <a:off x="-3786164" y="0"/>
              <a:ext cx="3593089" cy="4641338"/>
            </a:xfrm>
            <a:prstGeom prst="rect">
              <a:avLst/>
            </a:prstGeom>
            <a:solidFill>
              <a:srgbClr val="FFFFFF"/>
            </a:solidFill>
            <a:ln w="6345" cap="flat">
              <a:solidFill>
                <a:srgbClr val="ECECEC"/>
              </a:solidFill>
              <a:prstDash val="solid"/>
              <a:miter/>
            </a:ln>
          </p:spPr>
          <p:txBody>
            <a:bodyPr vert="horz" wrap="square" lIns="179999" tIns="143999" rIns="179999" bIns="143999"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400" b="1" i="0" u="none" strike="noStrike" kern="1200" cap="all" spc="0" baseline="0">
                  <a:solidFill>
                    <a:srgbClr val="00A6D6"/>
                  </a:solidFill>
                  <a:uFillTx/>
                  <a:latin typeface="Calibri" pitchFamily="34"/>
                  <a:cs typeface="Calibri" pitchFamily="34"/>
                </a:rPr>
                <a:t>Choosing text levels</a:t>
              </a:r>
            </a:p>
          </p:txBody>
        </p:sp>
        <p:sp>
          <p:nvSpPr>
            <p:cNvPr id="102" name="Rechthoek 116">
              <a:extLst>
                <a:ext uri="{FF2B5EF4-FFF2-40B4-BE49-F238E27FC236}">
                  <a16:creationId xmlns:a16="http://schemas.microsoft.com/office/drawing/2014/main" id="{8533D77A-0023-3104-B506-156B46D14FF9}"/>
                </a:ext>
              </a:extLst>
            </p:cNvPr>
            <p:cNvSpPr/>
            <p:nvPr/>
          </p:nvSpPr>
          <p:spPr>
            <a:xfrm>
              <a:off x="-3786164" y="1707404"/>
              <a:ext cx="3593089" cy="2836020"/>
            </a:xfrm>
            <a:prstGeom prst="rect">
              <a:avLst/>
            </a:prstGeom>
            <a:solidFill>
              <a:srgbClr val="00A6D6"/>
            </a:solidFill>
            <a:ln w="6345" cap="flat">
              <a:solidFill>
                <a:srgbClr val="ECECEC"/>
              </a:solidFill>
              <a:prstDash val="solid"/>
              <a:miter/>
            </a:ln>
          </p:spPr>
          <p:txBody>
            <a:bodyPr vert="horz" wrap="square" lIns="179999" tIns="143999" rIns="179999" bIns="143999"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400" b="1" i="0" u="none" strike="noStrike" kern="1200" cap="all" spc="0" baseline="0">
                  <a:solidFill>
                    <a:srgbClr val="00A6D6"/>
                  </a:solidFill>
                  <a:uFillTx/>
                  <a:latin typeface="Calibri" pitchFamily="34"/>
                  <a:cs typeface="Calibri" pitchFamily="34"/>
                </a:rPr>
                <a:t> </a:t>
              </a:r>
            </a:p>
          </p:txBody>
        </p:sp>
        <p:sp>
          <p:nvSpPr>
            <p:cNvPr id="103" name="Ovaal 117">
              <a:extLst>
                <a:ext uri="{FF2B5EF4-FFF2-40B4-BE49-F238E27FC236}">
                  <a16:creationId xmlns:a16="http://schemas.microsoft.com/office/drawing/2014/main" id="{E77FCA23-0657-2AEF-FB8B-9E9E9BABA722}"/>
                </a:ext>
              </a:extLst>
            </p:cNvPr>
            <p:cNvSpPr/>
            <p:nvPr/>
          </p:nvSpPr>
          <p:spPr>
            <a:xfrm>
              <a:off x="-3604180" y="1837486"/>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FFFF"/>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00A6D6"/>
                  </a:solidFill>
                  <a:uFillTx/>
                  <a:latin typeface="Calibri" pitchFamily="34"/>
                  <a:cs typeface="Calibri" pitchFamily="34"/>
                </a:rPr>
                <a:t>1</a:t>
              </a:r>
            </a:p>
          </p:txBody>
        </p:sp>
        <p:sp>
          <p:nvSpPr>
            <p:cNvPr id="104" name="Rechthoek 118">
              <a:extLst>
                <a:ext uri="{FF2B5EF4-FFF2-40B4-BE49-F238E27FC236}">
                  <a16:creationId xmlns:a16="http://schemas.microsoft.com/office/drawing/2014/main" id="{51DBF949-BA2B-BC06-5317-8A9BCDE6C9F5}"/>
                </a:ext>
              </a:extLst>
            </p:cNvPr>
            <p:cNvSpPr/>
            <p:nvPr/>
          </p:nvSpPr>
          <p:spPr>
            <a:xfrm>
              <a:off x="-3319418" y="1837486"/>
              <a:ext cx="2949223" cy="179999"/>
            </a:xfrm>
            <a:prstGeom prst="rect">
              <a:avLst/>
            </a:prstGeom>
            <a:noFill/>
            <a:ln>
              <a:noFill/>
              <a:prstDash val="solid"/>
            </a:ln>
          </p:spPr>
          <p:txBody>
            <a:bodyPr vert="horz" wrap="square" lIns="0" tIns="0" rIns="0" bIns="0" anchor="ctr" anchorCtr="0" compatLnSpc="1">
              <a:noAutofit/>
            </a:bodyPr>
            <a:lstStyle/>
            <a:p>
              <a:pPr marL="357192" marR="0" lvl="0" indent="-357192" algn="l" defTabSz="914400" rtl="0" fontAlgn="auto" hangingPunct="1">
                <a:lnSpc>
                  <a:spcPct val="100000"/>
                </a:lnSpc>
                <a:spcBef>
                  <a:spcPts val="600"/>
                </a:spcBef>
                <a:spcAft>
                  <a:spcPts val="600"/>
                </a:spcAft>
                <a:buClr>
                  <a:srgbClr val="FFFFFF"/>
                </a:buClr>
                <a:buSzPct val="100000"/>
                <a:buFont typeface="Calibri" pitchFamily="34"/>
                <a:buChar char="•"/>
                <a:tabLst/>
                <a:defRPr sz="1800" b="0" i="0" u="none" strike="noStrike" kern="0" cap="none" spc="0" baseline="0">
                  <a:solidFill>
                    <a:srgbClr val="000000"/>
                  </a:solidFill>
                  <a:uFillTx/>
                </a:defRPr>
              </a:pPr>
              <a:r>
                <a:rPr lang="en-GB" sz="1400" b="0" i="0" u="none" strike="noStrike" kern="0" cap="none" spc="0" baseline="0">
                  <a:solidFill>
                    <a:srgbClr val="FFFFFF"/>
                  </a:solidFill>
                  <a:uFillTx/>
                  <a:latin typeface="Arial"/>
                  <a:cs typeface="Calibri" pitchFamily="34"/>
                </a:rPr>
                <a:t>Bullet</a:t>
              </a:r>
            </a:p>
          </p:txBody>
        </p:sp>
        <p:sp>
          <p:nvSpPr>
            <p:cNvPr id="105" name="Ovaal 119">
              <a:extLst>
                <a:ext uri="{FF2B5EF4-FFF2-40B4-BE49-F238E27FC236}">
                  <a16:creationId xmlns:a16="http://schemas.microsoft.com/office/drawing/2014/main" id="{AA9D3DD1-5248-6C8D-278A-54E30F2C2A1F}"/>
                </a:ext>
              </a:extLst>
            </p:cNvPr>
            <p:cNvSpPr/>
            <p:nvPr/>
          </p:nvSpPr>
          <p:spPr>
            <a:xfrm>
              <a:off x="-3604180" y="2128768"/>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FFFF"/>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00A6D6"/>
                  </a:solidFill>
                  <a:uFillTx/>
                  <a:latin typeface="Calibri" pitchFamily="34"/>
                  <a:cs typeface="Calibri" pitchFamily="34"/>
                </a:rPr>
                <a:t>2</a:t>
              </a:r>
            </a:p>
          </p:txBody>
        </p:sp>
        <p:sp>
          <p:nvSpPr>
            <p:cNvPr id="106" name="Rechthoek 120">
              <a:extLst>
                <a:ext uri="{FF2B5EF4-FFF2-40B4-BE49-F238E27FC236}">
                  <a16:creationId xmlns:a16="http://schemas.microsoft.com/office/drawing/2014/main" id="{65CC5DC0-DE71-AE9D-5C0A-D36E03B76D16}"/>
                </a:ext>
              </a:extLst>
            </p:cNvPr>
            <p:cNvSpPr/>
            <p:nvPr/>
          </p:nvSpPr>
          <p:spPr>
            <a:xfrm>
              <a:off x="-3604180" y="1196117"/>
              <a:ext cx="3229048" cy="459229"/>
            </a:xfrm>
            <a:prstGeom prst="rect">
              <a:avLst/>
            </a:prstGeom>
            <a:noFill/>
            <a:ln>
              <a:noFill/>
              <a:prstDash val="solid"/>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0" i="0" u="none" strike="noStrike" kern="0" cap="none" spc="0" baseline="0">
                  <a:solidFill>
                    <a:srgbClr val="000000"/>
                  </a:solidFill>
                  <a:uFillTx/>
                  <a:latin typeface="Calibri" pitchFamily="34"/>
                  <a:cs typeface="Calibri" pitchFamily="34"/>
                </a:rPr>
                <a:t>Under the tab </a:t>
              </a:r>
              <a:r>
                <a:rPr lang="en-GB" sz="1200" b="1" i="0" u="none" strike="noStrike" kern="0" cap="none" spc="0" baseline="0">
                  <a:solidFill>
                    <a:srgbClr val="000000"/>
                  </a:solidFill>
                  <a:uFillTx/>
                  <a:latin typeface="Calibri" pitchFamily="34"/>
                  <a:cs typeface="Calibri" pitchFamily="34"/>
                </a:rPr>
                <a:t>‘Home’</a:t>
              </a:r>
              <a:r>
                <a:rPr lang="en-GB" sz="1200" b="0" i="0" u="none" strike="noStrike" kern="0" cap="none" spc="0" baseline="0">
                  <a:solidFill>
                    <a:srgbClr val="000000"/>
                  </a:solidFill>
                  <a:uFillTx/>
                  <a:latin typeface="Calibri" pitchFamily="34"/>
                  <a:cs typeface="Calibri" pitchFamily="34"/>
                </a:rPr>
                <a:t>, use the </a:t>
              </a:r>
              <a:r>
                <a:rPr lang="en-GB" sz="1200" b="1" i="0" u="none" strike="noStrike" kern="0" cap="none" spc="0" baseline="0">
                  <a:solidFill>
                    <a:srgbClr val="000000"/>
                  </a:solidFill>
                  <a:uFillTx/>
                  <a:latin typeface="Calibri" pitchFamily="34"/>
                  <a:cs typeface="Calibri" pitchFamily="34"/>
                </a:rPr>
                <a:t>list level-buttons</a:t>
              </a:r>
              <a:r>
                <a:rPr lang="en-GB" sz="1200" b="0" i="0" u="none" strike="noStrike" kern="0" cap="none" spc="0" baseline="0">
                  <a:solidFill>
                    <a:srgbClr val="000000"/>
                  </a:solidFill>
                  <a:uFillTx/>
                  <a:latin typeface="Calibri" pitchFamily="34"/>
                  <a:cs typeface="Calibri" pitchFamily="34"/>
                </a:rPr>
                <a:t> to choose a text level. </a:t>
              </a:r>
              <a:br>
                <a:rPr lang="en-GB" sz="1200" b="0" i="0" u="none" strike="noStrike" kern="0" cap="none" spc="0" baseline="0">
                  <a:solidFill>
                    <a:srgbClr val="000000"/>
                  </a:solidFill>
                  <a:uFillTx/>
                  <a:latin typeface="Calibri" pitchFamily="34"/>
                  <a:cs typeface="Calibri" pitchFamily="34"/>
                </a:rPr>
              </a:br>
              <a:r>
                <a:rPr lang="en-GB" sz="1200" b="0" i="0" u="none" strike="noStrike" kern="0" cap="none" spc="0" baseline="0">
                  <a:solidFill>
                    <a:srgbClr val="000000"/>
                  </a:solidFill>
                  <a:uFillTx/>
                  <a:latin typeface="Calibri" pitchFamily="34"/>
                  <a:cs typeface="Calibri" pitchFamily="34"/>
                </a:rPr>
                <a:t>Choose from:</a:t>
              </a:r>
            </a:p>
          </p:txBody>
        </p:sp>
        <p:sp>
          <p:nvSpPr>
            <p:cNvPr id="107" name="Rechthoek 121">
              <a:extLst>
                <a:ext uri="{FF2B5EF4-FFF2-40B4-BE49-F238E27FC236}">
                  <a16:creationId xmlns:a16="http://schemas.microsoft.com/office/drawing/2014/main" id="{C4212683-17A7-E250-05C3-42BE2F8D2C5B}"/>
                </a:ext>
              </a:extLst>
            </p:cNvPr>
            <p:cNvSpPr/>
            <p:nvPr/>
          </p:nvSpPr>
          <p:spPr>
            <a:xfrm>
              <a:off x="-3319418" y="2128869"/>
              <a:ext cx="2949223" cy="179999"/>
            </a:xfrm>
            <a:prstGeom prst="rect">
              <a:avLst/>
            </a:prstGeom>
            <a:noFill/>
            <a:ln>
              <a:noFill/>
              <a:prstDash val="solid"/>
            </a:ln>
          </p:spPr>
          <p:txBody>
            <a:bodyPr vert="horz" wrap="square" lIns="0" tIns="0" rIns="0" bIns="0" anchor="ctr" anchorCtr="0" compatLnSpc="1">
              <a:noAutofit/>
            </a:bodyPr>
            <a:lstStyle/>
            <a:p>
              <a:pPr marL="715966" marR="0" lvl="0" indent="-358773" algn="l" defTabSz="914400" rtl="0" fontAlgn="auto" hangingPunct="1">
                <a:lnSpc>
                  <a:spcPct val="100000"/>
                </a:lnSpc>
                <a:spcBef>
                  <a:spcPts val="600"/>
                </a:spcBef>
                <a:spcAft>
                  <a:spcPts val="600"/>
                </a:spcAft>
                <a:buClr>
                  <a:srgbClr val="FFFFFF"/>
                </a:buClr>
                <a:buSzPct val="100000"/>
                <a:buFont typeface="Calibri" pitchFamily="34"/>
                <a:buChar char="•"/>
                <a:tabLst/>
                <a:defRPr sz="1800" b="0" i="0" u="none" strike="noStrike" kern="0" cap="none" spc="0" baseline="0">
                  <a:solidFill>
                    <a:srgbClr val="000000"/>
                  </a:solidFill>
                  <a:uFillTx/>
                </a:defRPr>
              </a:pPr>
              <a:r>
                <a:rPr lang="en-GB" sz="1400" b="0" i="0" u="none" strike="noStrike" kern="0" cap="none" spc="0" baseline="0">
                  <a:solidFill>
                    <a:srgbClr val="FFFFFF"/>
                  </a:solidFill>
                  <a:uFillTx/>
                  <a:latin typeface="Arial"/>
                  <a:cs typeface="Calibri" pitchFamily="34"/>
                </a:rPr>
                <a:t>Sub-bullet </a:t>
              </a:r>
            </a:p>
          </p:txBody>
        </p:sp>
        <p:sp>
          <p:nvSpPr>
            <p:cNvPr id="108" name="Ovaal 122">
              <a:extLst>
                <a:ext uri="{FF2B5EF4-FFF2-40B4-BE49-F238E27FC236}">
                  <a16:creationId xmlns:a16="http://schemas.microsoft.com/office/drawing/2014/main" id="{5832F6E9-D440-E5CE-C41F-92FFEC40D2DA}"/>
                </a:ext>
              </a:extLst>
            </p:cNvPr>
            <p:cNvSpPr/>
            <p:nvPr/>
          </p:nvSpPr>
          <p:spPr>
            <a:xfrm>
              <a:off x="-3604180" y="2420051"/>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FFFF"/>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00A6D6"/>
                  </a:solidFill>
                  <a:uFillTx/>
                  <a:latin typeface="Calibri" pitchFamily="34"/>
                  <a:cs typeface="Calibri" pitchFamily="34"/>
                </a:rPr>
                <a:t>3</a:t>
              </a:r>
            </a:p>
          </p:txBody>
        </p:sp>
        <p:sp>
          <p:nvSpPr>
            <p:cNvPr id="109" name="Rechthoek 123">
              <a:extLst>
                <a:ext uri="{FF2B5EF4-FFF2-40B4-BE49-F238E27FC236}">
                  <a16:creationId xmlns:a16="http://schemas.microsoft.com/office/drawing/2014/main" id="{0EDDDC6F-C31C-673B-FE96-152D32C9F0D3}"/>
                </a:ext>
              </a:extLst>
            </p:cNvPr>
            <p:cNvSpPr/>
            <p:nvPr/>
          </p:nvSpPr>
          <p:spPr>
            <a:xfrm>
              <a:off x="-3319418" y="2420261"/>
              <a:ext cx="2949223" cy="179999"/>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600"/>
                </a:spcBef>
                <a:spcAft>
                  <a:spcPts val="600"/>
                </a:spcAft>
                <a:buNone/>
                <a:tabLst/>
                <a:defRPr sz="1800" b="0" i="0" u="none" strike="noStrike" kern="0" cap="none" spc="0" baseline="0">
                  <a:solidFill>
                    <a:srgbClr val="000000"/>
                  </a:solidFill>
                  <a:uFillTx/>
                </a:defRPr>
              </a:pPr>
              <a:r>
                <a:rPr lang="en-GB" sz="1400" b="0" i="0" u="none" strike="noStrike" kern="0" cap="none" spc="0" baseline="0">
                  <a:solidFill>
                    <a:srgbClr val="FFFFFF"/>
                  </a:solidFill>
                  <a:uFillTx/>
                  <a:latin typeface="Arial"/>
                  <a:cs typeface="Calibri" pitchFamily="34"/>
                </a:rPr>
                <a:t>Default text</a:t>
              </a:r>
            </a:p>
          </p:txBody>
        </p:sp>
        <p:sp>
          <p:nvSpPr>
            <p:cNvPr id="110" name="Ovaal 124">
              <a:extLst>
                <a:ext uri="{FF2B5EF4-FFF2-40B4-BE49-F238E27FC236}">
                  <a16:creationId xmlns:a16="http://schemas.microsoft.com/office/drawing/2014/main" id="{3D8C090A-25DF-0B10-C512-A6CD76D11A88}"/>
                </a:ext>
              </a:extLst>
            </p:cNvPr>
            <p:cNvSpPr/>
            <p:nvPr/>
          </p:nvSpPr>
          <p:spPr>
            <a:xfrm>
              <a:off x="-3604180" y="2711333"/>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FFFF"/>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00A6D6"/>
                  </a:solidFill>
                  <a:uFillTx/>
                  <a:latin typeface="Calibri" pitchFamily="34"/>
                  <a:cs typeface="Calibri" pitchFamily="34"/>
                </a:rPr>
                <a:t>4</a:t>
              </a:r>
            </a:p>
          </p:txBody>
        </p:sp>
        <p:sp>
          <p:nvSpPr>
            <p:cNvPr id="111" name="Rechthoek 125">
              <a:extLst>
                <a:ext uri="{FF2B5EF4-FFF2-40B4-BE49-F238E27FC236}">
                  <a16:creationId xmlns:a16="http://schemas.microsoft.com/office/drawing/2014/main" id="{6C846BD7-DE60-3058-0B50-5242A8A16C91}"/>
                </a:ext>
              </a:extLst>
            </p:cNvPr>
            <p:cNvSpPr/>
            <p:nvPr/>
          </p:nvSpPr>
          <p:spPr>
            <a:xfrm>
              <a:off x="-3319418" y="2711653"/>
              <a:ext cx="2949223" cy="179999"/>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600"/>
                </a:spcBef>
                <a:spcAft>
                  <a:spcPts val="600"/>
                </a:spcAft>
                <a:buNone/>
                <a:tabLst/>
                <a:defRPr sz="1800" b="0" i="0" u="none" strike="noStrike" kern="0" cap="none" spc="0" baseline="0">
                  <a:solidFill>
                    <a:srgbClr val="000000"/>
                  </a:solidFill>
                  <a:uFillTx/>
                </a:defRPr>
              </a:pPr>
              <a:r>
                <a:rPr lang="en-GB" sz="2400" b="1" i="0" u="none" strike="noStrike" kern="0" cap="none" spc="0" baseline="0">
                  <a:solidFill>
                    <a:srgbClr val="000000"/>
                  </a:solidFill>
                  <a:uFillTx/>
                  <a:latin typeface="Arial"/>
                  <a:cs typeface="Calibri" pitchFamily="34"/>
                </a:rPr>
                <a:t>Title/Quote</a:t>
              </a:r>
            </a:p>
          </p:txBody>
        </p:sp>
        <p:sp>
          <p:nvSpPr>
            <p:cNvPr id="112" name="Ovaal 126">
              <a:extLst>
                <a:ext uri="{FF2B5EF4-FFF2-40B4-BE49-F238E27FC236}">
                  <a16:creationId xmlns:a16="http://schemas.microsoft.com/office/drawing/2014/main" id="{7100EDD0-ECD5-04EA-E91E-532D9361ABC9}"/>
                </a:ext>
              </a:extLst>
            </p:cNvPr>
            <p:cNvSpPr/>
            <p:nvPr/>
          </p:nvSpPr>
          <p:spPr>
            <a:xfrm>
              <a:off x="-3604180" y="3002624"/>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FFFF"/>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00A6D6"/>
                  </a:solidFill>
                  <a:uFillTx/>
                  <a:latin typeface="Calibri" pitchFamily="34"/>
                  <a:cs typeface="Calibri" pitchFamily="34"/>
                </a:rPr>
                <a:t>5</a:t>
              </a:r>
            </a:p>
          </p:txBody>
        </p:sp>
        <p:sp>
          <p:nvSpPr>
            <p:cNvPr id="113" name="Rechthoek 127">
              <a:extLst>
                <a:ext uri="{FF2B5EF4-FFF2-40B4-BE49-F238E27FC236}">
                  <a16:creationId xmlns:a16="http://schemas.microsoft.com/office/drawing/2014/main" id="{AF6E475F-7FBE-F2CB-CE6B-F5E122F0E90D}"/>
                </a:ext>
              </a:extLst>
            </p:cNvPr>
            <p:cNvSpPr/>
            <p:nvPr/>
          </p:nvSpPr>
          <p:spPr>
            <a:xfrm>
              <a:off x="-3319418" y="3003035"/>
              <a:ext cx="2949223" cy="179999"/>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600"/>
                </a:spcBef>
                <a:spcAft>
                  <a:spcPts val="600"/>
                </a:spcAft>
                <a:buNone/>
                <a:tabLst/>
                <a:defRPr sz="1800" b="0" i="0" u="none" strike="noStrike" kern="0" cap="none" spc="0" baseline="0">
                  <a:solidFill>
                    <a:srgbClr val="000000"/>
                  </a:solidFill>
                  <a:uFillTx/>
                </a:defRPr>
              </a:pPr>
              <a:r>
                <a:rPr lang="en-GB" sz="1800" b="0" i="0" u="none" strike="noStrike" kern="0" cap="none" spc="0" baseline="0">
                  <a:solidFill>
                    <a:srgbClr val="000000"/>
                  </a:solidFill>
                  <a:uFillTx/>
                  <a:latin typeface="Arial"/>
                  <a:cs typeface="Calibri" pitchFamily="34"/>
                </a:rPr>
                <a:t>Subtitle</a:t>
              </a:r>
            </a:p>
          </p:txBody>
        </p:sp>
        <p:sp>
          <p:nvSpPr>
            <p:cNvPr id="114" name="Ovaal 128">
              <a:extLst>
                <a:ext uri="{FF2B5EF4-FFF2-40B4-BE49-F238E27FC236}">
                  <a16:creationId xmlns:a16="http://schemas.microsoft.com/office/drawing/2014/main" id="{1CF03C4C-800A-FD5C-2A4F-7F273041DA2B}"/>
                </a:ext>
              </a:extLst>
            </p:cNvPr>
            <p:cNvSpPr/>
            <p:nvPr/>
          </p:nvSpPr>
          <p:spPr>
            <a:xfrm>
              <a:off x="-3604180" y="3293906"/>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FFFF"/>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00A6D6"/>
                  </a:solidFill>
                  <a:uFillTx/>
                  <a:latin typeface="Calibri" pitchFamily="34"/>
                  <a:cs typeface="Calibri" pitchFamily="34"/>
                </a:rPr>
                <a:t>6</a:t>
              </a:r>
            </a:p>
          </p:txBody>
        </p:sp>
        <p:sp>
          <p:nvSpPr>
            <p:cNvPr id="115" name="Rechthoek 129">
              <a:extLst>
                <a:ext uri="{FF2B5EF4-FFF2-40B4-BE49-F238E27FC236}">
                  <a16:creationId xmlns:a16="http://schemas.microsoft.com/office/drawing/2014/main" id="{0CC4ABC1-27CB-5CA0-A266-E8FB5A0072D6}"/>
                </a:ext>
              </a:extLst>
            </p:cNvPr>
            <p:cNvSpPr/>
            <p:nvPr/>
          </p:nvSpPr>
          <p:spPr>
            <a:xfrm>
              <a:off x="-3319418" y="3585819"/>
              <a:ext cx="2949223" cy="179999"/>
            </a:xfrm>
            <a:prstGeom prst="rect">
              <a:avLst/>
            </a:prstGeom>
            <a:noFill/>
            <a:ln>
              <a:noFill/>
              <a:prstDash val="solid"/>
            </a:ln>
          </p:spPr>
          <p:txBody>
            <a:bodyPr vert="horz" wrap="square" lIns="0" tIns="0" rIns="0" bIns="0" anchor="ctr" anchorCtr="0" compatLnSpc="1">
              <a:noAutofit/>
            </a:bodyPr>
            <a:lstStyle/>
            <a:p>
              <a:pPr marL="357192" marR="0" lvl="0" indent="-357192" algn="l" defTabSz="914400" rtl="0" fontAlgn="auto" hangingPunct="1">
                <a:lnSpc>
                  <a:spcPct val="100000"/>
                </a:lnSpc>
                <a:spcBef>
                  <a:spcPts val="600"/>
                </a:spcBef>
                <a:spcAft>
                  <a:spcPts val="600"/>
                </a:spcAft>
                <a:buClr>
                  <a:srgbClr val="FFFFFF"/>
                </a:buClr>
                <a:buSzPct val="100000"/>
                <a:buFont typeface="Arial"/>
                <a:buAutoNum type="arabicPeriod"/>
                <a:tabLst/>
                <a:defRPr sz="1800" b="0" i="0" u="none" strike="noStrike" kern="0" cap="none" spc="0" baseline="0">
                  <a:solidFill>
                    <a:srgbClr val="000000"/>
                  </a:solidFill>
                  <a:uFillTx/>
                </a:defRPr>
              </a:pPr>
              <a:r>
                <a:rPr lang="en-GB" sz="1400" b="0" i="0" u="none" strike="noStrike" kern="0" cap="none" spc="0" baseline="0">
                  <a:solidFill>
                    <a:srgbClr val="FFFFFF"/>
                  </a:solidFill>
                  <a:uFillTx/>
                  <a:latin typeface="Arial"/>
                  <a:cs typeface="Calibri" pitchFamily="34"/>
                </a:rPr>
                <a:t>Numerical bullet</a:t>
              </a:r>
            </a:p>
          </p:txBody>
        </p:sp>
        <p:sp>
          <p:nvSpPr>
            <p:cNvPr id="116" name="Ovaal 130">
              <a:extLst>
                <a:ext uri="{FF2B5EF4-FFF2-40B4-BE49-F238E27FC236}">
                  <a16:creationId xmlns:a16="http://schemas.microsoft.com/office/drawing/2014/main" id="{0E059FD1-EBDB-D077-F60B-0BE0F96AB5C2}"/>
                </a:ext>
              </a:extLst>
            </p:cNvPr>
            <p:cNvSpPr/>
            <p:nvPr/>
          </p:nvSpPr>
          <p:spPr>
            <a:xfrm>
              <a:off x="-3604180" y="3585188"/>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FFFF"/>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00A6D6"/>
                  </a:solidFill>
                  <a:uFillTx/>
                  <a:latin typeface="Calibri" pitchFamily="34"/>
                  <a:cs typeface="Calibri" pitchFamily="34"/>
                </a:rPr>
                <a:t>7</a:t>
              </a:r>
            </a:p>
          </p:txBody>
        </p:sp>
        <p:sp>
          <p:nvSpPr>
            <p:cNvPr id="117" name="Rechthoek 131">
              <a:extLst>
                <a:ext uri="{FF2B5EF4-FFF2-40B4-BE49-F238E27FC236}">
                  <a16:creationId xmlns:a16="http://schemas.microsoft.com/office/drawing/2014/main" id="{B4148CA7-987A-9DFC-890E-805856613E4C}"/>
                </a:ext>
              </a:extLst>
            </p:cNvPr>
            <p:cNvSpPr/>
            <p:nvPr/>
          </p:nvSpPr>
          <p:spPr>
            <a:xfrm>
              <a:off x="-3325828" y="3877211"/>
              <a:ext cx="2949223" cy="179999"/>
            </a:xfrm>
            <a:prstGeom prst="rect">
              <a:avLst/>
            </a:prstGeom>
            <a:noFill/>
            <a:ln>
              <a:noFill/>
              <a:prstDash val="solid"/>
            </a:ln>
          </p:spPr>
          <p:txBody>
            <a:bodyPr vert="horz" wrap="square" lIns="0" tIns="0" rIns="0" bIns="0" anchor="ctr" anchorCtr="0" compatLnSpc="1">
              <a:noAutofit/>
            </a:bodyPr>
            <a:lstStyle/>
            <a:p>
              <a:pPr marL="342900" marR="0" lvl="0" indent="-342900" algn="l" defTabSz="914400" rtl="0" fontAlgn="auto" hangingPunct="1">
                <a:lnSpc>
                  <a:spcPct val="100000"/>
                </a:lnSpc>
                <a:spcBef>
                  <a:spcPts val="600"/>
                </a:spcBef>
                <a:spcAft>
                  <a:spcPts val="600"/>
                </a:spcAft>
                <a:buClr>
                  <a:srgbClr val="FFFFFF"/>
                </a:buClr>
                <a:buSzPct val="100000"/>
                <a:buFont typeface="Arial"/>
                <a:buAutoNum type="alphaLcPeriod"/>
                <a:tabLst/>
                <a:defRPr sz="1800" b="0" i="0" u="none" strike="noStrike" kern="0" cap="none" spc="0" baseline="0">
                  <a:solidFill>
                    <a:srgbClr val="000000"/>
                  </a:solidFill>
                  <a:uFillTx/>
                </a:defRPr>
              </a:pPr>
              <a:r>
                <a:rPr lang="en-GB" sz="1400" b="0" i="0" u="none" strike="noStrike" kern="0" cap="none" spc="0" baseline="0">
                  <a:solidFill>
                    <a:srgbClr val="FFFFFF"/>
                  </a:solidFill>
                  <a:uFillTx/>
                  <a:latin typeface="Arial"/>
                  <a:cs typeface="Calibri" pitchFamily="34"/>
                </a:rPr>
                <a:t>Alphabetical bullet</a:t>
              </a:r>
            </a:p>
          </p:txBody>
        </p:sp>
        <p:sp>
          <p:nvSpPr>
            <p:cNvPr id="118" name="Ovaal 132">
              <a:extLst>
                <a:ext uri="{FF2B5EF4-FFF2-40B4-BE49-F238E27FC236}">
                  <a16:creationId xmlns:a16="http://schemas.microsoft.com/office/drawing/2014/main" id="{C1E281CD-CB4B-3A8B-FB12-33F462DFEAAA}"/>
                </a:ext>
              </a:extLst>
            </p:cNvPr>
            <p:cNvSpPr/>
            <p:nvPr/>
          </p:nvSpPr>
          <p:spPr>
            <a:xfrm>
              <a:off x="-3604180" y="3876470"/>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FFFF"/>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00A6D6"/>
                  </a:solidFill>
                  <a:uFillTx/>
                  <a:latin typeface="Calibri" pitchFamily="34"/>
                  <a:cs typeface="Calibri" pitchFamily="34"/>
                </a:rPr>
                <a:t>8</a:t>
              </a:r>
            </a:p>
          </p:txBody>
        </p:sp>
        <p:sp>
          <p:nvSpPr>
            <p:cNvPr id="119" name="Rechthoek 133">
              <a:extLst>
                <a:ext uri="{FF2B5EF4-FFF2-40B4-BE49-F238E27FC236}">
                  <a16:creationId xmlns:a16="http://schemas.microsoft.com/office/drawing/2014/main" id="{1149D77A-D1B8-2AE4-2D7B-035916B334DC}"/>
                </a:ext>
              </a:extLst>
            </p:cNvPr>
            <p:cNvSpPr/>
            <p:nvPr/>
          </p:nvSpPr>
          <p:spPr>
            <a:xfrm>
              <a:off x="-3319418" y="4168594"/>
              <a:ext cx="2949223" cy="179999"/>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600"/>
                </a:spcBef>
                <a:spcAft>
                  <a:spcPts val="600"/>
                </a:spcAft>
                <a:buNone/>
                <a:tabLst/>
                <a:defRPr sz="1800" b="0" i="0" u="none" strike="noStrike" kern="0" cap="none" spc="0" baseline="0">
                  <a:solidFill>
                    <a:srgbClr val="000000"/>
                  </a:solidFill>
                  <a:uFillTx/>
                </a:defRPr>
              </a:pPr>
              <a:r>
                <a:rPr lang="en-GB" sz="1200" b="0" i="1" u="none" strike="noStrike" kern="0" cap="none" spc="0" baseline="0">
                  <a:solidFill>
                    <a:srgbClr val="FFFFFF"/>
                  </a:solidFill>
                  <a:uFillTx/>
                  <a:latin typeface="Arial"/>
                  <a:cs typeface="Calibri" pitchFamily="34"/>
                </a:rPr>
                <a:t>Source</a:t>
              </a:r>
            </a:p>
          </p:txBody>
        </p:sp>
        <p:sp>
          <p:nvSpPr>
            <p:cNvPr id="120" name="Ovaal 134">
              <a:extLst>
                <a:ext uri="{FF2B5EF4-FFF2-40B4-BE49-F238E27FC236}">
                  <a16:creationId xmlns:a16="http://schemas.microsoft.com/office/drawing/2014/main" id="{A581EF78-B0EA-4E76-BAE5-DD83E3CE79AB}"/>
                </a:ext>
              </a:extLst>
            </p:cNvPr>
            <p:cNvSpPr/>
            <p:nvPr/>
          </p:nvSpPr>
          <p:spPr>
            <a:xfrm>
              <a:off x="-3604180" y="4168594"/>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FFFF"/>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00A6D6"/>
                  </a:solidFill>
                  <a:uFillTx/>
                  <a:latin typeface="Calibri" pitchFamily="34"/>
                  <a:cs typeface="Calibri" pitchFamily="34"/>
                </a:rPr>
                <a:t>9</a:t>
              </a:r>
            </a:p>
          </p:txBody>
        </p:sp>
        <p:sp>
          <p:nvSpPr>
            <p:cNvPr id="121" name="Rechthoek 135">
              <a:extLst>
                <a:ext uri="{FF2B5EF4-FFF2-40B4-BE49-F238E27FC236}">
                  <a16:creationId xmlns:a16="http://schemas.microsoft.com/office/drawing/2014/main" id="{779A3626-3F06-7E07-71AF-87FB6EC2667C}"/>
                </a:ext>
              </a:extLst>
            </p:cNvPr>
            <p:cNvSpPr/>
            <p:nvPr/>
          </p:nvSpPr>
          <p:spPr>
            <a:xfrm>
              <a:off x="-3319418" y="3294427"/>
              <a:ext cx="2949223" cy="179999"/>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600"/>
                </a:spcBef>
                <a:spcAft>
                  <a:spcPts val="600"/>
                </a:spcAft>
                <a:buNone/>
                <a:tabLst/>
                <a:defRPr sz="1800" b="0" i="0" u="none" strike="noStrike" kern="0" cap="none" spc="0" baseline="0">
                  <a:solidFill>
                    <a:srgbClr val="000000"/>
                  </a:solidFill>
                  <a:uFillTx/>
                </a:defRPr>
              </a:pPr>
              <a:r>
                <a:rPr lang="en-GB" sz="1400" b="0" i="0" u="none" strike="noStrike" kern="0" cap="none" spc="0" baseline="0">
                  <a:solidFill>
                    <a:srgbClr val="FFFFFF"/>
                  </a:solidFill>
                  <a:uFillTx/>
                  <a:latin typeface="Arial"/>
                  <a:cs typeface="Calibri" pitchFamily="34"/>
                </a:rPr>
                <a:t>Default text</a:t>
              </a:r>
            </a:p>
          </p:txBody>
        </p:sp>
        <p:sp>
          <p:nvSpPr>
            <p:cNvPr id="122" name="Rechthoek 136">
              <a:extLst>
                <a:ext uri="{FF2B5EF4-FFF2-40B4-BE49-F238E27FC236}">
                  <a16:creationId xmlns:a16="http://schemas.microsoft.com/office/drawing/2014/main" id="{C1D684CE-C61D-FCCA-6144-FC4F3E10BFD8}"/>
                </a:ext>
              </a:extLst>
            </p:cNvPr>
            <p:cNvSpPr/>
            <p:nvPr/>
          </p:nvSpPr>
          <p:spPr>
            <a:xfrm>
              <a:off x="-3786438" y="4531345"/>
              <a:ext cx="3593637" cy="827998"/>
            </a:xfrm>
            <a:prstGeom prst="rect">
              <a:avLst/>
            </a:prstGeom>
            <a:solidFill>
              <a:srgbClr val="ECECEC"/>
            </a:solidFill>
            <a:ln w="6345" cap="flat">
              <a:solidFill>
                <a:srgbClr val="ECECEC"/>
              </a:solidFill>
              <a:prstDash val="solid"/>
              <a:miter/>
            </a:ln>
          </p:spPr>
          <p:txBody>
            <a:bodyPr vert="horz" wrap="square" lIns="179999" tIns="143999" rIns="179999" bIns="143999"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1" i="0" u="none" strike="noStrike" kern="1200" cap="all" spc="0" baseline="0">
                  <a:solidFill>
                    <a:srgbClr val="211F26"/>
                  </a:solidFill>
                  <a:uFillTx/>
                  <a:latin typeface="Calibri" pitchFamily="34"/>
                  <a:cs typeface="Calibri" pitchFamily="34"/>
                </a:rPr>
                <a:t>Want to know more?</a:t>
              </a:r>
              <a:br>
                <a:rPr lang="en-GB" sz="1200" b="1" i="0" u="none" strike="noStrike" kern="1200" cap="all" spc="0" baseline="0">
                  <a:solidFill>
                    <a:srgbClr val="211F26"/>
                  </a:solidFill>
                  <a:uFillTx/>
                  <a:latin typeface="Calibri" pitchFamily="34"/>
                  <a:cs typeface="Calibri" pitchFamily="34"/>
                </a:rPr>
              </a:br>
              <a:r>
                <a:rPr lang="en-GB" sz="1200" b="0" i="0" u="none" strike="noStrike" kern="1200" cap="none" spc="0" baseline="0">
                  <a:solidFill>
                    <a:srgbClr val="211F26"/>
                  </a:solidFill>
                  <a:uFillTx/>
                  <a:latin typeface="Calibri" pitchFamily="34"/>
                  <a:cs typeface="Calibri" pitchFamily="34"/>
                </a:rPr>
                <a:t>Go to the tab</a:t>
              </a:r>
              <a:r>
                <a:rPr lang="en-GB" sz="1200" b="1" i="0" u="none" strike="noStrike" kern="1200" cap="all" spc="0" baseline="0">
                  <a:solidFill>
                    <a:srgbClr val="211F26"/>
                  </a:solidFill>
                  <a:uFillTx/>
                  <a:latin typeface="Calibri" pitchFamily="34"/>
                  <a:cs typeface="Calibri" pitchFamily="34"/>
                </a:rPr>
                <a:t> 'SLIDEBUILDER’ </a:t>
              </a:r>
              <a:r>
                <a:rPr lang="en-GB" sz="1200" b="0" i="0" u="none" strike="noStrike" kern="1200" cap="none" spc="0" baseline="0">
                  <a:solidFill>
                    <a:srgbClr val="211F26"/>
                  </a:solidFill>
                  <a:uFillTx/>
                  <a:latin typeface="Calibri" pitchFamily="34"/>
                  <a:cs typeface="Calibri" pitchFamily="34"/>
                </a:rPr>
                <a:t>and click</a:t>
              </a:r>
              <a:br>
                <a:rPr lang="en-GB" sz="1200" b="0" i="0" u="none" strike="noStrike" kern="1200" cap="none" spc="0" baseline="0">
                  <a:solidFill>
                    <a:srgbClr val="211F26"/>
                  </a:solidFill>
                  <a:uFillTx/>
                  <a:latin typeface="Calibri" pitchFamily="34"/>
                  <a:cs typeface="Calibri" pitchFamily="34"/>
                </a:rPr>
              </a:br>
              <a:r>
                <a:rPr lang="en-GB" sz="1200" b="0" i="0" u="none" strike="noStrike" kern="1200" cap="none" spc="0" baseline="0">
                  <a:solidFill>
                    <a:srgbClr val="211F26"/>
                  </a:solidFill>
                  <a:uFillTx/>
                  <a:latin typeface="Calibri" pitchFamily="34"/>
                  <a:cs typeface="Calibri" pitchFamily="34"/>
                </a:rPr>
                <a:t>on the button </a:t>
              </a:r>
              <a:r>
                <a:rPr lang="en-GB" sz="1200" b="1" i="0" u="none" strike="noStrike" kern="1200" cap="all" spc="0" baseline="0">
                  <a:solidFill>
                    <a:srgbClr val="211F26"/>
                  </a:solidFill>
                  <a:uFillTx/>
                  <a:latin typeface="Calibri" pitchFamily="34"/>
                  <a:cs typeface="Calibri" pitchFamily="34"/>
                </a:rPr>
                <a:t>‘Inspiration'</a:t>
              </a:r>
            </a:p>
          </p:txBody>
        </p:sp>
        <p:grpSp>
          <p:nvGrpSpPr>
            <p:cNvPr id="123" name="ICOON_info">
              <a:extLst>
                <a:ext uri="{FF2B5EF4-FFF2-40B4-BE49-F238E27FC236}">
                  <a16:creationId xmlns:a16="http://schemas.microsoft.com/office/drawing/2014/main" id="{5F0F4160-8AD5-1487-0E5F-A0966FC1945A}"/>
                </a:ext>
              </a:extLst>
            </p:cNvPr>
            <p:cNvGrpSpPr/>
            <p:nvPr/>
          </p:nvGrpSpPr>
          <p:grpSpPr>
            <a:xfrm>
              <a:off x="-376732" y="4400184"/>
              <a:ext cx="283683" cy="283683"/>
              <a:chOff x="-376732" y="4400184"/>
              <a:chExt cx="283683" cy="283683"/>
            </a:xfrm>
          </p:grpSpPr>
          <p:sp>
            <p:nvSpPr>
              <p:cNvPr id="124" name="Ovaal 185">
                <a:extLst>
                  <a:ext uri="{FF2B5EF4-FFF2-40B4-BE49-F238E27FC236}">
                    <a16:creationId xmlns:a16="http://schemas.microsoft.com/office/drawing/2014/main" id="{D091011E-72E9-F1C0-1A69-DE03A6329D1A}"/>
                  </a:ext>
                </a:extLst>
              </p:cNvPr>
              <p:cNvSpPr/>
              <p:nvPr/>
            </p:nvSpPr>
            <p:spPr>
              <a:xfrm>
                <a:off x="-356707" y="4419651"/>
                <a:ext cx="244748" cy="244748"/>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211F26"/>
              </a:solidFill>
              <a:ln>
                <a:noFill/>
                <a:prstDash val="solid"/>
              </a:ln>
            </p:spPr>
            <p:txBody>
              <a:bodyPr vert="horz" wrap="square" lIns="179999" tIns="179999" rIns="179999" bIns="179999"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1600" b="0" i="0" u="none" strike="noStrike" kern="1200" cap="all" spc="0" baseline="0">
                  <a:solidFill>
                    <a:srgbClr val="FFFFFF"/>
                  </a:solidFill>
                  <a:uFillTx/>
                  <a:latin typeface="Calibri" pitchFamily="34"/>
                  <a:cs typeface="Calibri" pitchFamily="34"/>
                </a:endParaRPr>
              </a:p>
            </p:txBody>
          </p:sp>
          <p:sp>
            <p:nvSpPr>
              <p:cNvPr id="125" name="Graphic 163" descr="Informatie">
                <a:extLst>
                  <a:ext uri="{FF2B5EF4-FFF2-40B4-BE49-F238E27FC236}">
                    <a16:creationId xmlns:a16="http://schemas.microsoft.com/office/drawing/2014/main" id="{657241DD-05C1-E5CA-5F2B-63CB854109B3}"/>
                  </a:ext>
                </a:extLst>
              </p:cNvPr>
              <p:cNvSpPr/>
              <p:nvPr/>
            </p:nvSpPr>
            <p:spPr>
              <a:xfrm>
                <a:off x="-376732" y="4400184"/>
                <a:ext cx="283683" cy="283683"/>
              </a:xfrm>
              <a:custGeom>
                <a:avLst/>
                <a:gdLst>
                  <a:gd name="f0" fmla="val 10800000"/>
                  <a:gd name="f1" fmla="val 5400000"/>
                  <a:gd name="f2" fmla="val 180"/>
                  <a:gd name="f3" fmla="val w"/>
                  <a:gd name="f4" fmla="val h"/>
                  <a:gd name="f5" fmla="val 0"/>
                  <a:gd name="f6" fmla="val 291719"/>
                  <a:gd name="f7" fmla="val 145860"/>
                  <a:gd name="f8" fmla="val 65253"/>
                  <a:gd name="f9" fmla="val 226467"/>
                  <a:gd name="f10" fmla="val 291720"/>
                  <a:gd name="f11" fmla="val 138183"/>
                  <a:gd name="f12" fmla="val 38384"/>
                  <a:gd name="f13" fmla="val 148931"/>
                  <a:gd name="f14" fmla="val 157375"/>
                  <a:gd name="f15" fmla="val 46829"/>
                  <a:gd name="f16" fmla="val 57576"/>
                  <a:gd name="f17" fmla="val 68324"/>
                  <a:gd name="f18" fmla="val 76768"/>
                  <a:gd name="f19" fmla="val 127435"/>
                  <a:gd name="f20" fmla="val 118991"/>
                  <a:gd name="f21" fmla="val 184244"/>
                  <a:gd name="f22" fmla="val 253336"/>
                  <a:gd name="f23" fmla="val 107476"/>
                  <a:gd name="f24" fmla="val 230305"/>
                  <a:gd name="f25" fmla="val 134345"/>
                  <a:gd name="f26" fmla="val 115153"/>
                  <a:gd name="f27" fmla="val 111314"/>
                  <a:gd name="f28" fmla="val 92122"/>
                  <a:gd name="f29" fmla="+- 0 0 -90"/>
                  <a:gd name="f30" fmla="*/ f3 1 291719"/>
                  <a:gd name="f31" fmla="*/ f4 1 291719"/>
                  <a:gd name="f32" fmla="val f5"/>
                  <a:gd name="f33" fmla="val f6"/>
                  <a:gd name="f34" fmla="*/ f29 f0 1"/>
                  <a:gd name="f35" fmla="+- f33 0 f32"/>
                  <a:gd name="f36" fmla="*/ f34 1 f2"/>
                  <a:gd name="f37" fmla="*/ f35 1 291719"/>
                  <a:gd name="f38" fmla="*/ 145860 f35 1"/>
                  <a:gd name="f39" fmla="*/ 0 f35 1"/>
                  <a:gd name="f40" fmla="*/ 291720 f35 1"/>
                  <a:gd name="f41" fmla="*/ 138183 f35 1"/>
                  <a:gd name="f42" fmla="*/ 38384 f35 1"/>
                  <a:gd name="f43" fmla="*/ 157375 f35 1"/>
                  <a:gd name="f44" fmla="*/ 57576 f35 1"/>
                  <a:gd name="f45" fmla="*/ 76768 f35 1"/>
                  <a:gd name="f46" fmla="*/ 118991 f35 1"/>
                  <a:gd name="f47" fmla="*/ 184244 f35 1"/>
                  <a:gd name="f48" fmla="*/ 253336 f35 1"/>
                  <a:gd name="f49" fmla="*/ 107476 f35 1"/>
                  <a:gd name="f50" fmla="*/ 230305 f35 1"/>
                  <a:gd name="f51" fmla="*/ 134345 f35 1"/>
                  <a:gd name="f52" fmla="*/ 115153 f35 1"/>
                  <a:gd name="f53" fmla="*/ 111314 f35 1"/>
                  <a:gd name="f54" fmla="*/ 92122 f35 1"/>
                  <a:gd name="f55" fmla="+- f36 0 f1"/>
                  <a:gd name="f56" fmla="*/ f38 1 291719"/>
                  <a:gd name="f57" fmla="*/ f39 1 291719"/>
                  <a:gd name="f58" fmla="*/ f40 1 291719"/>
                  <a:gd name="f59" fmla="*/ f41 1 291719"/>
                  <a:gd name="f60" fmla="*/ f42 1 291719"/>
                  <a:gd name="f61" fmla="*/ f43 1 291719"/>
                  <a:gd name="f62" fmla="*/ f44 1 291719"/>
                  <a:gd name="f63" fmla="*/ f45 1 291719"/>
                  <a:gd name="f64" fmla="*/ f46 1 291719"/>
                  <a:gd name="f65" fmla="*/ f47 1 291719"/>
                  <a:gd name="f66" fmla="*/ f48 1 291719"/>
                  <a:gd name="f67" fmla="*/ f49 1 291719"/>
                  <a:gd name="f68" fmla="*/ f50 1 291719"/>
                  <a:gd name="f69" fmla="*/ f51 1 291719"/>
                  <a:gd name="f70" fmla="*/ f52 1 291719"/>
                  <a:gd name="f71" fmla="*/ f53 1 291719"/>
                  <a:gd name="f72" fmla="*/ f54 1 291719"/>
                  <a:gd name="f73" fmla="*/ f32 1 f37"/>
                  <a:gd name="f74" fmla="*/ f33 1 f37"/>
                  <a:gd name="f75" fmla="*/ f56 1 f37"/>
                  <a:gd name="f76" fmla="*/ f57 1 f37"/>
                  <a:gd name="f77" fmla="*/ f58 1 f37"/>
                  <a:gd name="f78" fmla="*/ f59 1 f37"/>
                  <a:gd name="f79" fmla="*/ f60 1 f37"/>
                  <a:gd name="f80" fmla="*/ f61 1 f37"/>
                  <a:gd name="f81" fmla="*/ f62 1 f37"/>
                  <a:gd name="f82" fmla="*/ f63 1 f37"/>
                  <a:gd name="f83" fmla="*/ f64 1 f37"/>
                  <a:gd name="f84" fmla="*/ f65 1 f37"/>
                  <a:gd name="f85" fmla="*/ f66 1 f37"/>
                  <a:gd name="f86" fmla="*/ f67 1 f37"/>
                  <a:gd name="f87" fmla="*/ f68 1 f37"/>
                  <a:gd name="f88" fmla="*/ f69 1 f37"/>
                  <a:gd name="f89" fmla="*/ f70 1 f37"/>
                  <a:gd name="f90" fmla="*/ f71 1 f37"/>
                  <a:gd name="f91" fmla="*/ f72 1 f37"/>
                  <a:gd name="f92" fmla="*/ f73 f30 1"/>
                  <a:gd name="f93" fmla="*/ f74 f30 1"/>
                  <a:gd name="f94" fmla="*/ f74 f31 1"/>
                  <a:gd name="f95" fmla="*/ f73 f31 1"/>
                  <a:gd name="f96" fmla="*/ f75 f30 1"/>
                  <a:gd name="f97" fmla="*/ f76 f31 1"/>
                  <a:gd name="f98" fmla="*/ f76 f30 1"/>
                  <a:gd name="f99" fmla="*/ f75 f31 1"/>
                  <a:gd name="f100" fmla="*/ f77 f31 1"/>
                  <a:gd name="f101" fmla="*/ f77 f30 1"/>
                  <a:gd name="f102" fmla="*/ f78 f30 1"/>
                  <a:gd name="f103" fmla="*/ f79 f31 1"/>
                  <a:gd name="f104" fmla="*/ f80 f30 1"/>
                  <a:gd name="f105" fmla="*/ f81 f31 1"/>
                  <a:gd name="f106" fmla="*/ f82 f31 1"/>
                  <a:gd name="f107" fmla="*/ f83 f30 1"/>
                  <a:gd name="f108" fmla="*/ f84 f30 1"/>
                  <a:gd name="f109" fmla="*/ f85 f31 1"/>
                  <a:gd name="f110" fmla="*/ f86 f30 1"/>
                  <a:gd name="f111" fmla="*/ f87 f31 1"/>
                  <a:gd name="f112" fmla="*/ f88 f30 1"/>
                  <a:gd name="f113" fmla="*/ f89 f31 1"/>
                  <a:gd name="f114" fmla="*/ f90 f30 1"/>
                  <a:gd name="f115" fmla="*/ f91 f31 1"/>
                </a:gdLst>
                <a:ahLst/>
                <a:cxnLst>
                  <a:cxn ang="3cd4">
                    <a:pos x="hc" y="t"/>
                  </a:cxn>
                  <a:cxn ang="0">
                    <a:pos x="r" y="vc"/>
                  </a:cxn>
                  <a:cxn ang="cd4">
                    <a:pos x="hc" y="b"/>
                  </a:cxn>
                  <a:cxn ang="cd2">
                    <a:pos x="l" y="vc"/>
                  </a:cxn>
                  <a:cxn ang="f55">
                    <a:pos x="f96" y="f97"/>
                  </a:cxn>
                  <a:cxn ang="f55">
                    <a:pos x="f98" y="f99"/>
                  </a:cxn>
                  <a:cxn ang="f55">
                    <a:pos x="f96" y="f100"/>
                  </a:cxn>
                  <a:cxn ang="f55">
                    <a:pos x="f101" y="f99"/>
                  </a:cxn>
                  <a:cxn ang="f55">
                    <a:pos x="f96" y="f97"/>
                  </a:cxn>
                  <a:cxn ang="f55">
                    <a:pos x="f102" y="f103"/>
                  </a:cxn>
                  <a:cxn ang="f55">
                    <a:pos x="f104" y="f105"/>
                  </a:cxn>
                  <a:cxn ang="f55">
                    <a:pos x="f102" y="f106"/>
                  </a:cxn>
                  <a:cxn ang="f55">
                    <a:pos x="f107" y="f105"/>
                  </a:cxn>
                  <a:cxn ang="f55">
                    <a:pos x="f102" y="f103"/>
                  </a:cxn>
                  <a:cxn ang="f55">
                    <a:pos x="f108" y="f109"/>
                  </a:cxn>
                  <a:cxn ang="f55">
                    <a:pos x="f110" y="f109"/>
                  </a:cxn>
                  <a:cxn ang="f55">
                    <a:pos x="f110" y="f111"/>
                  </a:cxn>
                  <a:cxn ang="f55">
                    <a:pos x="f112" y="f111"/>
                  </a:cxn>
                  <a:cxn ang="f55">
                    <a:pos x="f112" y="f113"/>
                  </a:cxn>
                  <a:cxn ang="f55">
                    <a:pos x="f114" y="f113"/>
                  </a:cxn>
                  <a:cxn ang="f55">
                    <a:pos x="f114" y="f115"/>
                  </a:cxn>
                  <a:cxn ang="f55">
                    <a:pos x="f104" y="f115"/>
                  </a:cxn>
                  <a:cxn ang="f55">
                    <a:pos x="f104" y="f113"/>
                  </a:cxn>
                  <a:cxn ang="f55">
                    <a:pos x="f104" y="f111"/>
                  </a:cxn>
                  <a:cxn ang="f55">
                    <a:pos x="f108" y="f111"/>
                  </a:cxn>
                  <a:cxn ang="f55">
                    <a:pos x="f108" y="f109"/>
                  </a:cxn>
                </a:cxnLst>
                <a:rect l="f92" t="f95" r="f93" b="f94"/>
                <a:pathLst>
                  <a:path w="291719" h="291719">
                    <a:moveTo>
                      <a:pt x="f7" y="f5"/>
                    </a:moveTo>
                    <a:cubicBezTo>
                      <a:pt x="f8" y="f5"/>
                      <a:pt x="f5" y="f8"/>
                      <a:pt x="f5" y="f7"/>
                    </a:cubicBezTo>
                    <a:cubicBezTo>
                      <a:pt x="f5" y="f9"/>
                      <a:pt x="f8" y="f10"/>
                      <a:pt x="f7" y="f10"/>
                    </a:cubicBezTo>
                    <a:cubicBezTo>
                      <a:pt x="f9" y="f10"/>
                      <a:pt x="f10" y="f9"/>
                      <a:pt x="f10" y="f7"/>
                    </a:cubicBezTo>
                    <a:cubicBezTo>
                      <a:pt x="f10" y="f8"/>
                      <a:pt x="f9" y="f5"/>
                      <a:pt x="f7" y="f5"/>
                    </a:cubicBezTo>
                    <a:close/>
                    <a:moveTo>
                      <a:pt x="f11" y="f12"/>
                    </a:moveTo>
                    <a:cubicBezTo>
                      <a:pt x="f13" y="f12"/>
                      <a:pt x="f14" y="f15"/>
                      <a:pt x="f14" y="f16"/>
                    </a:cubicBezTo>
                    <a:cubicBezTo>
                      <a:pt x="f14" y="f17"/>
                      <a:pt x="f13" y="f18"/>
                      <a:pt x="f11" y="f18"/>
                    </a:cubicBezTo>
                    <a:cubicBezTo>
                      <a:pt x="f19" y="f18"/>
                      <a:pt x="f20" y="f17"/>
                      <a:pt x="f20" y="f16"/>
                    </a:cubicBezTo>
                    <a:cubicBezTo>
                      <a:pt x="f20" y="f15"/>
                      <a:pt x="f19" y="f12"/>
                      <a:pt x="f11" y="f12"/>
                    </a:cubicBezTo>
                    <a:close/>
                    <a:moveTo>
                      <a:pt x="f21" y="f22"/>
                    </a:moveTo>
                    <a:lnTo>
                      <a:pt x="f23" y="f22"/>
                    </a:lnTo>
                    <a:lnTo>
                      <a:pt x="f23" y="f24"/>
                    </a:lnTo>
                    <a:lnTo>
                      <a:pt x="f25" y="f24"/>
                    </a:lnTo>
                    <a:lnTo>
                      <a:pt x="f25" y="f26"/>
                    </a:lnTo>
                    <a:lnTo>
                      <a:pt x="f27" y="f26"/>
                    </a:lnTo>
                    <a:lnTo>
                      <a:pt x="f27" y="f28"/>
                    </a:lnTo>
                    <a:lnTo>
                      <a:pt x="f14" y="f28"/>
                    </a:lnTo>
                    <a:lnTo>
                      <a:pt x="f14" y="f26"/>
                    </a:lnTo>
                    <a:lnTo>
                      <a:pt x="f14" y="f24"/>
                    </a:lnTo>
                    <a:lnTo>
                      <a:pt x="f21" y="f24"/>
                    </a:lnTo>
                    <a:lnTo>
                      <a:pt x="f21" y="f22"/>
                    </a:lnTo>
                    <a:close/>
                  </a:path>
                </a:pathLst>
              </a:custGeom>
              <a:solidFill>
                <a:srgbClr val="1FF524"/>
              </a:solidFill>
              <a:ln>
                <a:noFill/>
                <a:prstDash val="soli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2000" b="0" i="0" u="none" strike="noStrike" kern="1200" cap="none" spc="0" baseline="0">
                  <a:solidFill>
                    <a:srgbClr val="211F26"/>
                  </a:solidFill>
                  <a:uFillTx/>
                  <a:latin typeface="Calibri" pitchFamily="34"/>
                  <a:cs typeface="Calibri" pitchFamily="34"/>
                </a:endParaRPr>
              </a:p>
            </p:txBody>
          </p:sp>
        </p:grpSp>
        <p:grpSp>
          <p:nvGrpSpPr>
            <p:cNvPr id="126" name="VOORBEELD">
              <a:extLst>
                <a:ext uri="{FF2B5EF4-FFF2-40B4-BE49-F238E27FC236}">
                  <a16:creationId xmlns:a16="http://schemas.microsoft.com/office/drawing/2014/main" id="{D6C13C6F-EB07-2BF4-98A2-39E8B301ED5F}"/>
                </a:ext>
              </a:extLst>
            </p:cNvPr>
            <p:cNvGrpSpPr/>
            <p:nvPr/>
          </p:nvGrpSpPr>
          <p:grpSpPr>
            <a:xfrm>
              <a:off x="-3605168" y="458672"/>
              <a:ext cx="3234315" cy="558871"/>
              <a:chOff x="-3605168" y="458672"/>
              <a:chExt cx="3234315" cy="558871"/>
            </a:xfrm>
          </p:grpSpPr>
          <p:sp>
            <p:nvSpPr>
              <p:cNvPr id="127" name="Rechthoek 145">
                <a:extLst>
                  <a:ext uri="{FF2B5EF4-FFF2-40B4-BE49-F238E27FC236}">
                    <a16:creationId xmlns:a16="http://schemas.microsoft.com/office/drawing/2014/main" id="{9094A90E-F368-995E-9008-71CFB7558574}"/>
                  </a:ext>
                </a:extLst>
              </p:cNvPr>
              <p:cNvSpPr/>
              <p:nvPr/>
            </p:nvSpPr>
            <p:spPr>
              <a:xfrm>
                <a:off x="-3604180" y="458672"/>
                <a:ext cx="393457" cy="184059"/>
              </a:xfrm>
              <a:prstGeom prst="rect">
                <a:avLst/>
              </a:prstGeom>
              <a:solidFill>
                <a:srgbClr val="F8F8F8"/>
              </a:solidFill>
              <a:ln>
                <a:noFill/>
                <a:prstDash val="solid"/>
              </a:ln>
            </p:spPr>
            <p:txBody>
              <a:bodyPr vert="horz" wrap="square" lIns="0" tIns="18004" rIns="0" bIns="0" anchor="t"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900" b="1" i="0" u="none" strike="noStrike" kern="1200" cap="none" spc="0" baseline="0">
                    <a:solidFill>
                      <a:srgbClr val="211F26"/>
                    </a:solidFill>
                    <a:uFillTx/>
                    <a:latin typeface="Calibri" pitchFamily="34"/>
                    <a:cs typeface="Calibri" pitchFamily="34"/>
                  </a:rPr>
                  <a:t>Home</a:t>
                </a:r>
              </a:p>
            </p:txBody>
          </p:sp>
          <p:sp>
            <p:nvSpPr>
              <p:cNvPr id="128" name="Rechthoek 146">
                <a:extLst>
                  <a:ext uri="{FF2B5EF4-FFF2-40B4-BE49-F238E27FC236}">
                    <a16:creationId xmlns:a16="http://schemas.microsoft.com/office/drawing/2014/main" id="{8074A706-5376-2E3F-3175-C7C8A47C6C8D}"/>
                  </a:ext>
                </a:extLst>
              </p:cNvPr>
              <p:cNvSpPr/>
              <p:nvPr/>
            </p:nvSpPr>
            <p:spPr>
              <a:xfrm>
                <a:off x="-3599188" y="621343"/>
                <a:ext cx="383782" cy="27166"/>
              </a:xfrm>
              <a:prstGeom prst="rect">
                <a:avLst/>
              </a:prstGeom>
              <a:solidFill>
                <a:srgbClr val="B74629"/>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nvGrpSpPr>
              <p:cNvPr id="129" name="Groep 147">
                <a:extLst>
                  <a:ext uri="{FF2B5EF4-FFF2-40B4-BE49-F238E27FC236}">
                    <a16:creationId xmlns:a16="http://schemas.microsoft.com/office/drawing/2014/main" id="{5F150A53-7F99-8B67-270C-288197D405E1}"/>
                  </a:ext>
                </a:extLst>
              </p:cNvPr>
              <p:cNvGrpSpPr/>
              <p:nvPr/>
            </p:nvGrpSpPr>
            <p:grpSpPr>
              <a:xfrm>
                <a:off x="-3386242" y="830869"/>
                <a:ext cx="139418" cy="109563"/>
                <a:chOff x="-3386242" y="830869"/>
                <a:chExt cx="139418" cy="109563"/>
              </a:xfrm>
            </p:grpSpPr>
            <p:grpSp>
              <p:nvGrpSpPr>
                <p:cNvPr id="130" name="Groep 178">
                  <a:extLst>
                    <a:ext uri="{FF2B5EF4-FFF2-40B4-BE49-F238E27FC236}">
                      <a16:creationId xmlns:a16="http://schemas.microsoft.com/office/drawing/2014/main" id="{C71EBA49-6645-7CFC-38F0-F6D578F60A7A}"/>
                    </a:ext>
                  </a:extLst>
                </p:cNvPr>
                <p:cNvGrpSpPr/>
                <p:nvPr/>
              </p:nvGrpSpPr>
              <p:grpSpPr>
                <a:xfrm>
                  <a:off x="-3386242" y="830869"/>
                  <a:ext cx="139418" cy="109563"/>
                  <a:chOff x="-3386242" y="830869"/>
                  <a:chExt cx="139418" cy="109563"/>
                </a:xfrm>
              </p:grpSpPr>
              <p:cxnSp>
                <p:nvCxnSpPr>
                  <p:cNvPr id="131" name="Rechte verbindingslijn 180">
                    <a:extLst>
                      <a:ext uri="{FF2B5EF4-FFF2-40B4-BE49-F238E27FC236}">
                        <a16:creationId xmlns:a16="http://schemas.microsoft.com/office/drawing/2014/main" id="{BEDA8DB0-5B2E-349A-2397-F040CE638096}"/>
                      </a:ext>
                    </a:extLst>
                  </p:cNvPr>
                  <p:cNvCxnSpPr/>
                  <p:nvPr/>
                </p:nvCxnSpPr>
                <p:spPr>
                  <a:xfrm>
                    <a:off x="-3386242" y="830869"/>
                    <a:ext cx="139418" cy="0"/>
                  </a:xfrm>
                  <a:prstGeom prst="straightConnector1">
                    <a:avLst/>
                  </a:prstGeom>
                  <a:noFill/>
                  <a:ln w="12701" cap="flat">
                    <a:solidFill>
                      <a:srgbClr val="9D9FA1"/>
                    </a:solidFill>
                    <a:prstDash val="solid"/>
                  </a:ln>
                </p:spPr>
              </p:cxnSp>
              <p:cxnSp>
                <p:nvCxnSpPr>
                  <p:cNvPr id="132" name="Rechte verbindingslijn 181">
                    <a:extLst>
                      <a:ext uri="{FF2B5EF4-FFF2-40B4-BE49-F238E27FC236}">
                        <a16:creationId xmlns:a16="http://schemas.microsoft.com/office/drawing/2014/main" id="{B9DCE766-F1F5-AEA1-AD56-0F431D6EAACC}"/>
                      </a:ext>
                    </a:extLst>
                  </p:cNvPr>
                  <p:cNvCxnSpPr/>
                  <p:nvPr/>
                </p:nvCxnSpPr>
                <p:spPr>
                  <a:xfrm>
                    <a:off x="-3386242" y="940432"/>
                    <a:ext cx="139418" cy="0"/>
                  </a:xfrm>
                  <a:prstGeom prst="straightConnector1">
                    <a:avLst/>
                  </a:prstGeom>
                  <a:noFill/>
                  <a:ln w="12701" cap="flat">
                    <a:solidFill>
                      <a:srgbClr val="9D9FA1"/>
                    </a:solidFill>
                    <a:prstDash val="solid"/>
                  </a:ln>
                </p:spPr>
              </p:cxnSp>
              <p:cxnSp>
                <p:nvCxnSpPr>
                  <p:cNvPr id="133" name="Rechte verbindingslijn 182">
                    <a:extLst>
                      <a:ext uri="{FF2B5EF4-FFF2-40B4-BE49-F238E27FC236}">
                        <a16:creationId xmlns:a16="http://schemas.microsoft.com/office/drawing/2014/main" id="{DCD5717C-BF64-2694-EAA2-E4454F6B03B3}"/>
                      </a:ext>
                    </a:extLst>
                  </p:cNvPr>
                  <p:cNvCxnSpPr/>
                  <p:nvPr/>
                </p:nvCxnSpPr>
                <p:spPr>
                  <a:xfrm>
                    <a:off x="-3309588" y="913046"/>
                    <a:ext cx="62764" cy="0"/>
                  </a:xfrm>
                  <a:prstGeom prst="straightConnector1">
                    <a:avLst/>
                  </a:prstGeom>
                  <a:noFill/>
                  <a:ln w="12701" cap="flat">
                    <a:solidFill>
                      <a:srgbClr val="9D9FA1"/>
                    </a:solidFill>
                    <a:prstDash val="solid"/>
                  </a:ln>
                </p:spPr>
              </p:cxnSp>
              <p:cxnSp>
                <p:nvCxnSpPr>
                  <p:cNvPr id="134" name="Rechte verbindingslijn 183">
                    <a:extLst>
                      <a:ext uri="{FF2B5EF4-FFF2-40B4-BE49-F238E27FC236}">
                        <a16:creationId xmlns:a16="http://schemas.microsoft.com/office/drawing/2014/main" id="{3BBB1CFB-5D69-237F-4822-C29F1B7E5D0F}"/>
                      </a:ext>
                    </a:extLst>
                  </p:cNvPr>
                  <p:cNvCxnSpPr/>
                  <p:nvPr/>
                </p:nvCxnSpPr>
                <p:spPr>
                  <a:xfrm>
                    <a:off x="-3309588" y="885651"/>
                    <a:ext cx="62764" cy="0"/>
                  </a:xfrm>
                  <a:prstGeom prst="straightConnector1">
                    <a:avLst/>
                  </a:prstGeom>
                  <a:noFill/>
                  <a:ln w="12701" cap="flat">
                    <a:solidFill>
                      <a:srgbClr val="9D9FA1"/>
                    </a:solidFill>
                    <a:prstDash val="solid"/>
                  </a:ln>
                </p:spPr>
              </p:cxnSp>
              <p:cxnSp>
                <p:nvCxnSpPr>
                  <p:cNvPr id="135" name="Rechte verbindingslijn 184">
                    <a:extLst>
                      <a:ext uri="{FF2B5EF4-FFF2-40B4-BE49-F238E27FC236}">
                        <a16:creationId xmlns:a16="http://schemas.microsoft.com/office/drawing/2014/main" id="{A909526D-2EE0-7AA9-36CA-20F43719962C}"/>
                      </a:ext>
                    </a:extLst>
                  </p:cNvPr>
                  <p:cNvCxnSpPr/>
                  <p:nvPr/>
                </p:nvCxnSpPr>
                <p:spPr>
                  <a:xfrm>
                    <a:off x="-3309588" y="858264"/>
                    <a:ext cx="62764" cy="0"/>
                  </a:xfrm>
                  <a:prstGeom prst="straightConnector1">
                    <a:avLst/>
                  </a:prstGeom>
                  <a:noFill/>
                  <a:ln w="12701" cap="flat">
                    <a:solidFill>
                      <a:srgbClr val="9D9FA1"/>
                    </a:solidFill>
                    <a:prstDash val="solid"/>
                  </a:ln>
                </p:spPr>
              </p:cxnSp>
            </p:grpSp>
            <p:sp>
              <p:nvSpPr>
                <p:cNvPr id="136" name="Pijl: rechts 179">
                  <a:extLst>
                    <a:ext uri="{FF2B5EF4-FFF2-40B4-BE49-F238E27FC236}">
                      <a16:creationId xmlns:a16="http://schemas.microsoft.com/office/drawing/2014/main" id="{99020B01-B11B-811A-1A06-23F0C343C9CA}"/>
                    </a:ext>
                  </a:extLst>
                </p:cNvPr>
                <p:cNvSpPr/>
                <p:nvPr/>
              </p:nvSpPr>
              <p:spPr>
                <a:xfrm>
                  <a:off x="-3386242" y="857039"/>
                  <a:ext cx="58411" cy="56116"/>
                </a:xfrm>
                <a:custGeom>
                  <a:avLst>
                    <a:gd name="f0" fmla="val 8396"/>
                    <a:gd name="f1" fmla="val 8064"/>
                  </a:avLst>
                  <a:gdLst>
                    <a:gd name="f2" fmla="val 10800000"/>
                    <a:gd name="f3" fmla="val 5400000"/>
                    <a:gd name="f4" fmla="val 180"/>
                    <a:gd name="f5" fmla="val w"/>
                    <a:gd name="f6" fmla="val h"/>
                    <a:gd name="f7" fmla="val 0"/>
                    <a:gd name="f8" fmla="val 21600"/>
                    <a:gd name="f9" fmla="val 10800"/>
                    <a:gd name="f10" fmla="+- 0 0 0"/>
                    <a:gd name="f11" fmla="+- 0 0 180"/>
                    <a:gd name="f12" fmla="*/ f5 1 21600"/>
                    <a:gd name="f13" fmla="*/ f6 1 21600"/>
                    <a:gd name="f14" fmla="pin 0 f0 21600"/>
                    <a:gd name="f15" fmla="pin 0 f1 10800"/>
                    <a:gd name="f16" fmla="*/ f10 f2 1"/>
                    <a:gd name="f17" fmla="*/ f11 f2 1"/>
                    <a:gd name="f18" fmla="val f15"/>
                    <a:gd name="f19" fmla="val f14"/>
                    <a:gd name="f20" fmla="+- 21600 0 f15"/>
                    <a:gd name="f21" fmla="*/ f14 f12 1"/>
                    <a:gd name="f22" fmla="*/ f15 f13 1"/>
                    <a:gd name="f23" fmla="*/ 0 f12 1"/>
                    <a:gd name="f24" fmla="*/ 0 f13 1"/>
                    <a:gd name="f25" fmla="*/ f16 1 f4"/>
                    <a:gd name="f26" fmla="*/ 21600 f13 1"/>
                    <a:gd name="f27" fmla="*/ f17 1 f4"/>
                    <a:gd name="f28" fmla="+- 21600 0 f19"/>
                    <a:gd name="f29" fmla="*/ f20 f13 1"/>
                    <a:gd name="f30" fmla="*/ f18 f13 1"/>
                    <a:gd name="f31" fmla="*/ f19 f12 1"/>
                    <a:gd name="f32" fmla="+- f25 0 f3"/>
                    <a:gd name="f33" fmla="+- f27 0 f3"/>
                    <a:gd name="f34" fmla="*/ f28 f18 1"/>
                    <a:gd name="f35" fmla="*/ f34 1 10800"/>
                    <a:gd name="f36" fmla="+- f19 f35 0"/>
                    <a:gd name="f37" fmla="*/ f36 f12 1"/>
                  </a:gdLst>
                  <a:ahLst>
                    <a:ahXY gdRefX="f0" minX="f7" maxX="f8" gdRefY="f1" minY="f7" maxY="f9">
                      <a:pos x="f21" y="f22"/>
                    </a:ahXY>
                  </a:ahLst>
                  <a:cxnLst>
                    <a:cxn ang="3cd4">
                      <a:pos x="hc" y="t"/>
                    </a:cxn>
                    <a:cxn ang="0">
                      <a:pos x="r" y="vc"/>
                    </a:cxn>
                    <a:cxn ang="cd4">
                      <a:pos x="hc" y="b"/>
                    </a:cxn>
                    <a:cxn ang="cd2">
                      <a:pos x="l" y="vc"/>
                    </a:cxn>
                    <a:cxn ang="f32">
                      <a:pos x="f31" y="f24"/>
                    </a:cxn>
                    <a:cxn ang="f33">
                      <a:pos x="f31" y="f26"/>
                    </a:cxn>
                  </a:cxnLst>
                  <a:rect l="f23" t="f30" r="f37" b="f29"/>
                  <a:pathLst>
                    <a:path w="21600" h="21600">
                      <a:moveTo>
                        <a:pt x="f7" y="f18"/>
                      </a:moveTo>
                      <a:lnTo>
                        <a:pt x="f19" y="f18"/>
                      </a:lnTo>
                      <a:lnTo>
                        <a:pt x="f19" y="f7"/>
                      </a:lnTo>
                      <a:lnTo>
                        <a:pt x="f8" y="f9"/>
                      </a:lnTo>
                      <a:lnTo>
                        <a:pt x="f19" y="f8"/>
                      </a:lnTo>
                      <a:lnTo>
                        <a:pt x="f19" y="f20"/>
                      </a:lnTo>
                      <a:lnTo>
                        <a:pt x="f7" y="f20"/>
                      </a:lnTo>
                      <a:close/>
                    </a:path>
                  </a:pathLst>
                </a:custGeom>
                <a:solidFill>
                  <a:srgbClr val="4A7DB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grpSp>
            <p:nvGrpSpPr>
              <p:cNvPr id="137" name="Groep 148">
                <a:extLst>
                  <a:ext uri="{FF2B5EF4-FFF2-40B4-BE49-F238E27FC236}">
                    <a16:creationId xmlns:a16="http://schemas.microsoft.com/office/drawing/2014/main" id="{B11B6E4D-7AAE-4CA3-7139-2BA5D12169B9}"/>
                  </a:ext>
                </a:extLst>
              </p:cNvPr>
              <p:cNvGrpSpPr/>
              <p:nvPr/>
            </p:nvGrpSpPr>
            <p:grpSpPr>
              <a:xfrm>
                <a:off x="-3605168" y="830869"/>
                <a:ext cx="139419" cy="109563"/>
                <a:chOff x="-3605168" y="830869"/>
                <a:chExt cx="139419" cy="109563"/>
              </a:xfrm>
            </p:grpSpPr>
            <p:grpSp>
              <p:nvGrpSpPr>
                <p:cNvPr id="138" name="Groep 171">
                  <a:extLst>
                    <a:ext uri="{FF2B5EF4-FFF2-40B4-BE49-F238E27FC236}">
                      <a16:creationId xmlns:a16="http://schemas.microsoft.com/office/drawing/2014/main" id="{FFB2E4F5-A6E0-8609-F536-90729B205B7D}"/>
                    </a:ext>
                  </a:extLst>
                </p:cNvPr>
                <p:cNvGrpSpPr/>
                <p:nvPr/>
              </p:nvGrpSpPr>
              <p:grpSpPr>
                <a:xfrm>
                  <a:off x="-3605168" y="830869"/>
                  <a:ext cx="139419" cy="109563"/>
                  <a:chOff x="-3605168" y="830869"/>
                  <a:chExt cx="139419" cy="109563"/>
                </a:xfrm>
              </p:grpSpPr>
              <p:cxnSp>
                <p:nvCxnSpPr>
                  <p:cNvPr id="139" name="Rechte verbindingslijn 173">
                    <a:extLst>
                      <a:ext uri="{FF2B5EF4-FFF2-40B4-BE49-F238E27FC236}">
                        <a16:creationId xmlns:a16="http://schemas.microsoft.com/office/drawing/2014/main" id="{62730C89-2F98-F0F9-988B-D1785F6A3DAA}"/>
                      </a:ext>
                    </a:extLst>
                  </p:cNvPr>
                  <p:cNvCxnSpPr/>
                  <p:nvPr/>
                </p:nvCxnSpPr>
                <p:spPr>
                  <a:xfrm>
                    <a:off x="-3605168" y="830869"/>
                    <a:ext cx="139419" cy="0"/>
                  </a:xfrm>
                  <a:prstGeom prst="straightConnector1">
                    <a:avLst/>
                  </a:prstGeom>
                  <a:noFill/>
                  <a:ln w="12701" cap="flat">
                    <a:solidFill>
                      <a:srgbClr val="9D9FA1"/>
                    </a:solidFill>
                    <a:prstDash val="solid"/>
                  </a:ln>
                </p:spPr>
              </p:cxnSp>
              <p:cxnSp>
                <p:nvCxnSpPr>
                  <p:cNvPr id="140" name="Rechte verbindingslijn 174">
                    <a:extLst>
                      <a:ext uri="{FF2B5EF4-FFF2-40B4-BE49-F238E27FC236}">
                        <a16:creationId xmlns:a16="http://schemas.microsoft.com/office/drawing/2014/main" id="{13FEE0D9-F384-04A0-A896-0598C918E103}"/>
                      </a:ext>
                    </a:extLst>
                  </p:cNvPr>
                  <p:cNvCxnSpPr/>
                  <p:nvPr/>
                </p:nvCxnSpPr>
                <p:spPr>
                  <a:xfrm>
                    <a:off x="-3605168" y="940432"/>
                    <a:ext cx="139419" cy="0"/>
                  </a:xfrm>
                  <a:prstGeom prst="straightConnector1">
                    <a:avLst/>
                  </a:prstGeom>
                  <a:noFill/>
                  <a:ln w="12701" cap="flat">
                    <a:solidFill>
                      <a:srgbClr val="9D9FA1"/>
                    </a:solidFill>
                    <a:prstDash val="solid"/>
                  </a:ln>
                </p:spPr>
              </p:cxnSp>
              <p:cxnSp>
                <p:nvCxnSpPr>
                  <p:cNvPr id="141" name="Rechte verbindingslijn 175">
                    <a:extLst>
                      <a:ext uri="{FF2B5EF4-FFF2-40B4-BE49-F238E27FC236}">
                        <a16:creationId xmlns:a16="http://schemas.microsoft.com/office/drawing/2014/main" id="{0FC7848B-A3BB-3228-008E-CF91CADDB6F0}"/>
                      </a:ext>
                    </a:extLst>
                  </p:cNvPr>
                  <p:cNvCxnSpPr/>
                  <p:nvPr/>
                </p:nvCxnSpPr>
                <p:spPr>
                  <a:xfrm>
                    <a:off x="-3528514" y="913046"/>
                    <a:ext cx="62765" cy="0"/>
                  </a:xfrm>
                  <a:prstGeom prst="straightConnector1">
                    <a:avLst/>
                  </a:prstGeom>
                  <a:noFill/>
                  <a:ln w="12701" cap="flat">
                    <a:solidFill>
                      <a:srgbClr val="9D9FA1"/>
                    </a:solidFill>
                    <a:prstDash val="solid"/>
                  </a:ln>
                </p:spPr>
              </p:cxnSp>
              <p:cxnSp>
                <p:nvCxnSpPr>
                  <p:cNvPr id="142" name="Rechte verbindingslijn 176">
                    <a:extLst>
                      <a:ext uri="{FF2B5EF4-FFF2-40B4-BE49-F238E27FC236}">
                        <a16:creationId xmlns:a16="http://schemas.microsoft.com/office/drawing/2014/main" id="{0EE2295A-9F97-7714-BF30-6111CDCFC1E5}"/>
                      </a:ext>
                    </a:extLst>
                  </p:cNvPr>
                  <p:cNvCxnSpPr/>
                  <p:nvPr/>
                </p:nvCxnSpPr>
                <p:spPr>
                  <a:xfrm>
                    <a:off x="-3528514" y="885651"/>
                    <a:ext cx="62765" cy="0"/>
                  </a:xfrm>
                  <a:prstGeom prst="straightConnector1">
                    <a:avLst/>
                  </a:prstGeom>
                  <a:noFill/>
                  <a:ln w="12701" cap="flat">
                    <a:solidFill>
                      <a:srgbClr val="9D9FA1"/>
                    </a:solidFill>
                    <a:prstDash val="solid"/>
                  </a:ln>
                </p:spPr>
              </p:cxnSp>
              <p:cxnSp>
                <p:nvCxnSpPr>
                  <p:cNvPr id="143" name="Rechte verbindingslijn 177">
                    <a:extLst>
                      <a:ext uri="{FF2B5EF4-FFF2-40B4-BE49-F238E27FC236}">
                        <a16:creationId xmlns:a16="http://schemas.microsoft.com/office/drawing/2014/main" id="{30DF1A96-6C93-5EC9-1F55-1514994454C0}"/>
                      </a:ext>
                    </a:extLst>
                  </p:cNvPr>
                  <p:cNvCxnSpPr/>
                  <p:nvPr/>
                </p:nvCxnSpPr>
                <p:spPr>
                  <a:xfrm>
                    <a:off x="-3528514" y="858264"/>
                    <a:ext cx="62765" cy="0"/>
                  </a:xfrm>
                  <a:prstGeom prst="straightConnector1">
                    <a:avLst/>
                  </a:prstGeom>
                  <a:noFill/>
                  <a:ln w="12701" cap="flat">
                    <a:solidFill>
                      <a:srgbClr val="9D9FA1"/>
                    </a:solidFill>
                    <a:prstDash val="solid"/>
                  </a:ln>
                </p:spPr>
              </p:cxnSp>
            </p:grpSp>
            <p:sp>
              <p:nvSpPr>
                <p:cNvPr id="144" name="Pijl: rechts 172">
                  <a:extLst>
                    <a:ext uri="{FF2B5EF4-FFF2-40B4-BE49-F238E27FC236}">
                      <a16:creationId xmlns:a16="http://schemas.microsoft.com/office/drawing/2014/main" id="{03771EE0-402C-D4B0-E09C-52E8F3843FD0}"/>
                    </a:ext>
                  </a:extLst>
                </p:cNvPr>
                <p:cNvSpPr/>
                <p:nvPr/>
              </p:nvSpPr>
              <p:spPr>
                <a:xfrm flipH="1">
                  <a:off x="-3605168" y="857039"/>
                  <a:ext cx="58411" cy="56116"/>
                </a:xfrm>
                <a:custGeom>
                  <a:avLst>
                    <a:gd name="f0" fmla="val 8396"/>
                    <a:gd name="f1" fmla="val 8064"/>
                  </a:avLst>
                  <a:gdLst>
                    <a:gd name="f2" fmla="val 10800000"/>
                    <a:gd name="f3" fmla="val 5400000"/>
                    <a:gd name="f4" fmla="val 180"/>
                    <a:gd name="f5" fmla="val w"/>
                    <a:gd name="f6" fmla="val h"/>
                    <a:gd name="f7" fmla="val 0"/>
                    <a:gd name="f8" fmla="val 21600"/>
                    <a:gd name="f9" fmla="val 10800"/>
                    <a:gd name="f10" fmla="+- 0 0 0"/>
                    <a:gd name="f11" fmla="+- 0 0 180"/>
                    <a:gd name="f12" fmla="*/ f5 1 21600"/>
                    <a:gd name="f13" fmla="*/ f6 1 21600"/>
                    <a:gd name="f14" fmla="pin 0 f0 21600"/>
                    <a:gd name="f15" fmla="pin 0 f1 10800"/>
                    <a:gd name="f16" fmla="*/ f10 f2 1"/>
                    <a:gd name="f17" fmla="*/ f11 f2 1"/>
                    <a:gd name="f18" fmla="val f15"/>
                    <a:gd name="f19" fmla="val f14"/>
                    <a:gd name="f20" fmla="+- 21600 0 f15"/>
                    <a:gd name="f21" fmla="*/ f14 f12 1"/>
                    <a:gd name="f22" fmla="*/ f15 f13 1"/>
                    <a:gd name="f23" fmla="*/ 0 f12 1"/>
                    <a:gd name="f24" fmla="*/ 0 f13 1"/>
                    <a:gd name="f25" fmla="*/ f16 1 f4"/>
                    <a:gd name="f26" fmla="*/ 21600 f13 1"/>
                    <a:gd name="f27" fmla="*/ f17 1 f4"/>
                    <a:gd name="f28" fmla="+- 21600 0 f19"/>
                    <a:gd name="f29" fmla="*/ f20 f13 1"/>
                    <a:gd name="f30" fmla="*/ f18 f13 1"/>
                    <a:gd name="f31" fmla="*/ f19 f12 1"/>
                    <a:gd name="f32" fmla="+- f25 0 f3"/>
                    <a:gd name="f33" fmla="+- f27 0 f3"/>
                    <a:gd name="f34" fmla="*/ f28 f18 1"/>
                    <a:gd name="f35" fmla="*/ f34 1 10800"/>
                    <a:gd name="f36" fmla="+- f19 f35 0"/>
                    <a:gd name="f37" fmla="*/ f36 f12 1"/>
                  </a:gdLst>
                  <a:ahLst>
                    <a:ahXY gdRefX="f0" minX="f7" maxX="f8" gdRefY="f1" minY="f7" maxY="f9">
                      <a:pos x="f21" y="f22"/>
                    </a:ahXY>
                  </a:ahLst>
                  <a:cxnLst>
                    <a:cxn ang="3cd4">
                      <a:pos x="hc" y="t"/>
                    </a:cxn>
                    <a:cxn ang="0">
                      <a:pos x="r" y="vc"/>
                    </a:cxn>
                    <a:cxn ang="cd4">
                      <a:pos x="hc" y="b"/>
                    </a:cxn>
                    <a:cxn ang="cd2">
                      <a:pos x="l" y="vc"/>
                    </a:cxn>
                    <a:cxn ang="f32">
                      <a:pos x="f31" y="f24"/>
                    </a:cxn>
                    <a:cxn ang="f33">
                      <a:pos x="f31" y="f26"/>
                    </a:cxn>
                  </a:cxnLst>
                  <a:rect l="f23" t="f30" r="f37" b="f29"/>
                  <a:pathLst>
                    <a:path w="21600" h="21600">
                      <a:moveTo>
                        <a:pt x="f7" y="f18"/>
                      </a:moveTo>
                      <a:lnTo>
                        <a:pt x="f19" y="f18"/>
                      </a:lnTo>
                      <a:lnTo>
                        <a:pt x="f19" y="f7"/>
                      </a:lnTo>
                      <a:lnTo>
                        <a:pt x="f8" y="f9"/>
                      </a:lnTo>
                      <a:lnTo>
                        <a:pt x="f19" y="f8"/>
                      </a:lnTo>
                      <a:lnTo>
                        <a:pt x="f19" y="f20"/>
                      </a:lnTo>
                      <a:lnTo>
                        <a:pt x="f7" y="f20"/>
                      </a:lnTo>
                      <a:close/>
                    </a:path>
                  </a:pathLst>
                </a:custGeom>
                <a:solidFill>
                  <a:srgbClr val="4A7DB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cxnSp>
            <p:nvCxnSpPr>
              <p:cNvPr id="145" name="Rechte verbindingslijn 149">
                <a:extLst>
                  <a:ext uri="{FF2B5EF4-FFF2-40B4-BE49-F238E27FC236}">
                    <a16:creationId xmlns:a16="http://schemas.microsoft.com/office/drawing/2014/main" id="{FB057550-6C11-6AE7-5E71-DA9D3096FD12}"/>
                  </a:ext>
                </a:extLst>
              </p:cNvPr>
              <p:cNvCxnSpPr/>
              <p:nvPr/>
            </p:nvCxnSpPr>
            <p:spPr>
              <a:xfrm flipV="1">
                <a:off x="-3459952" y="588169"/>
                <a:ext cx="547680" cy="219072"/>
              </a:xfrm>
              <a:prstGeom prst="straightConnector1">
                <a:avLst/>
              </a:prstGeom>
              <a:noFill/>
              <a:ln w="19046" cap="rnd">
                <a:solidFill>
                  <a:srgbClr val="00A6D6"/>
                </a:solidFill>
                <a:prstDash val="solid"/>
                <a:headEnd type="arrow"/>
              </a:ln>
            </p:spPr>
          </p:cxnSp>
          <p:cxnSp>
            <p:nvCxnSpPr>
              <p:cNvPr id="146" name="Rechte verbindingslijn 150">
                <a:extLst>
                  <a:ext uri="{FF2B5EF4-FFF2-40B4-BE49-F238E27FC236}">
                    <a16:creationId xmlns:a16="http://schemas.microsoft.com/office/drawing/2014/main" id="{1ACF34F3-FEC2-E1FD-9D82-0F45B7FB0FD1}"/>
                  </a:ext>
                </a:extLst>
              </p:cNvPr>
              <p:cNvCxnSpPr/>
              <p:nvPr/>
            </p:nvCxnSpPr>
            <p:spPr>
              <a:xfrm>
                <a:off x="-3224210" y="828675"/>
                <a:ext cx="319089" cy="0"/>
              </a:xfrm>
              <a:prstGeom prst="straightConnector1">
                <a:avLst/>
              </a:prstGeom>
              <a:noFill/>
              <a:ln w="19046" cap="rnd">
                <a:solidFill>
                  <a:srgbClr val="00A6D6"/>
                </a:solidFill>
                <a:prstDash val="solid"/>
                <a:headEnd type="arrow"/>
              </a:ln>
            </p:spPr>
          </p:cxnSp>
          <p:sp>
            <p:nvSpPr>
              <p:cNvPr id="147" name="Rechthoek 151">
                <a:extLst>
                  <a:ext uri="{FF2B5EF4-FFF2-40B4-BE49-F238E27FC236}">
                    <a16:creationId xmlns:a16="http://schemas.microsoft.com/office/drawing/2014/main" id="{7BBA220F-7A7C-ACB4-E902-64CC1793EDE9}"/>
                  </a:ext>
                </a:extLst>
              </p:cNvPr>
              <p:cNvSpPr/>
              <p:nvPr/>
            </p:nvSpPr>
            <p:spPr>
              <a:xfrm>
                <a:off x="-2559899" y="512182"/>
                <a:ext cx="2189046" cy="151086"/>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100" b="0" i="0" u="none" strike="noStrike" kern="0" cap="none" spc="0" baseline="0">
                    <a:solidFill>
                      <a:srgbClr val="000000"/>
                    </a:solidFill>
                    <a:uFillTx/>
                    <a:latin typeface="Calibri" pitchFamily="34"/>
                    <a:cs typeface="Calibri" pitchFamily="34"/>
                  </a:rPr>
                  <a:t>Text level down</a:t>
                </a:r>
              </a:p>
            </p:txBody>
          </p:sp>
          <p:sp>
            <p:nvSpPr>
              <p:cNvPr id="148" name="Rechthoek 152">
                <a:extLst>
                  <a:ext uri="{FF2B5EF4-FFF2-40B4-BE49-F238E27FC236}">
                    <a16:creationId xmlns:a16="http://schemas.microsoft.com/office/drawing/2014/main" id="{D0A5C043-5326-32E6-0C43-1A273835FDD6}"/>
                  </a:ext>
                </a:extLst>
              </p:cNvPr>
              <p:cNvSpPr/>
              <p:nvPr/>
            </p:nvSpPr>
            <p:spPr>
              <a:xfrm>
                <a:off x="-2559899" y="819558"/>
                <a:ext cx="2189046" cy="142198"/>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100" b="0" i="0" u="none" strike="noStrike" kern="0" cap="none" spc="0" baseline="0">
                    <a:solidFill>
                      <a:srgbClr val="000000"/>
                    </a:solidFill>
                    <a:uFillTx/>
                    <a:latin typeface="Calibri" pitchFamily="34"/>
                    <a:cs typeface="Calibri" pitchFamily="34"/>
                  </a:rPr>
                  <a:t>Text level up</a:t>
                </a:r>
              </a:p>
            </p:txBody>
          </p:sp>
          <p:grpSp>
            <p:nvGrpSpPr>
              <p:cNvPr id="149" name="Groep 153">
                <a:extLst>
                  <a:ext uri="{FF2B5EF4-FFF2-40B4-BE49-F238E27FC236}">
                    <a16:creationId xmlns:a16="http://schemas.microsoft.com/office/drawing/2014/main" id="{5A025E4C-A21A-FEBD-D68E-B9F8323E5A7D}"/>
                  </a:ext>
                </a:extLst>
              </p:cNvPr>
              <p:cNvGrpSpPr/>
              <p:nvPr/>
            </p:nvGrpSpPr>
            <p:grpSpPr>
              <a:xfrm>
                <a:off x="-2916762" y="769165"/>
                <a:ext cx="268742" cy="248378"/>
                <a:chOff x="-2916762" y="769165"/>
                <a:chExt cx="268742" cy="248378"/>
              </a:xfrm>
            </p:grpSpPr>
            <p:sp>
              <p:nvSpPr>
                <p:cNvPr id="150" name="Rechthoek 163">
                  <a:extLst>
                    <a:ext uri="{FF2B5EF4-FFF2-40B4-BE49-F238E27FC236}">
                      <a16:creationId xmlns:a16="http://schemas.microsoft.com/office/drawing/2014/main" id="{F7A2AA90-3CFB-C3B7-5B64-45C14A1E3EC0}"/>
                    </a:ext>
                  </a:extLst>
                </p:cNvPr>
                <p:cNvSpPr/>
                <p:nvPr/>
              </p:nvSpPr>
              <p:spPr>
                <a:xfrm>
                  <a:off x="-2916762" y="769165"/>
                  <a:ext cx="268742" cy="248378"/>
                </a:xfrm>
                <a:prstGeom prst="rect">
                  <a:avLst/>
                </a:prstGeom>
                <a:solidFill>
                  <a:srgbClr val="FFFFFF"/>
                </a:solidFill>
                <a:ln w="3172" cap="flat">
                  <a:solidFill>
                    <a:srgbClr val="DADADA"/>
                  </a:solidFill>
                  <a:prstDash val="solid"/>
                  <a:miter/>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50" b="0" i="0" u="none" strike="noStrike" kern="1200" cap="none" spc="0" baseline="0">
                    <a:solidFill>
                      <a:srgbClr val="211F26"/>
                    </a:solidFill>
                    <a:uFillTx/>
                    <a:latin typeface="Calibri" pitchFamily="34"/>
                    <a:cs typeface="Calibri" pitchFamily="34"/>
                  </a:endParaRPr>
                </a:p>
              </p:txBody>
            </p:sp>
            <p:grpSp>
              <p:nvGrpSpPr>
                <p:cNvPr id="151" name="Groep 164">
                  <a:extLst>
                    <a:ext uri="{FF2B5EF4-FFF2-40B4-BE49-F238E27FC236}">
                      <a16:creationId xmlns:a16="http://schemas.microsoft.com/office/drawing/2014/main" id="{E490B375-8B10-1AEB-BD8A-54880D9CEF32}"/>
                    </a:ext>
                  </a:extLst>
                </p:cNvPr>
                <p:cNvGrpSpPr/>
                <p:nvPr/>
              </p:nvGrpSpPr>
              <p:grpSpPr>
                <a:xfrm>
                  <a:off x="-2866744" y="827074"/>
                  <a:ext cx="168698" cy="132570"/>
                  <a:chOff x="-2866744" y="827074"/>
                  <a:chExt cx="168698" cy="132570"/>
                </a:xfrm>
              </p:grpSpPr>
              <p:cxnSp>
                <p:nvCxnSpPr>
                  <p:cNvPr id="152" name="Rechte verbindingslijn 166">
                    <a:extLst>
                      <a:ext uri="{FF2B5EF4-FFF2-40B4-BE49-F238E27FC236}">
                        <a16:creationId xmlns:a16="http://schemas.microsoft.com/office/drawing/2014/main" id="{4207384F-3875-C4C5-CB1E-3E17895EDD4C}"/>
                      </a:ext>
                    </a:extLst>
                  </p:cNvPr>
                  <p:cNvCxnSpPr/>
                  <p:nvPr/>
                </p:nvCxnSpPr>
                <p:spPr>
                  <a:xfrm>
                    <a:off x="-2866744" y="827074"/>
                    <a:ext cx="168698" cy="0"/>
                  </a:xfrm>
                  <a:prstGeom prst="straightConnector1">
                    <a:avLst/>
                  </a:prstGeom>
                  <a:noFill/>
                  <a:ln w="12701" cap="flat">
                    <a:solidFill>
                      <a:srgbClr val="9D9FA1"/>
                    </a:solidFill>
                    <a:prstDash val="solid"/>
                  </a:ln>
                </p:spPr>
              </p:cxnSp>
              <p:cxnSp>
                <p:nvCxnSpPr>
                  <p:cNvPr id="153" name="Rechte verbindingslijn 167">
                    <a:extLst>
                      <a:ext uri="{FF2B5EF4-FFF2-40B4-BE49-F238E27FC236}">
                        <a16:creationId xmlns:a16="http://schemas.microsoft.com/office/drawing/2014/main" id="{8ED46808-F454-899F-ECBE-7BEF6008648F}"/>
                      </a:ext>
                    </a:extLst>
                  </p:cNvPr>
                  <p:cNvCxnSpPr/>
                  <p:nvPr/>
                </p:nvCxnSpPr>
                <p:spPr>
                  <a:xfrm>
                    <a:off x="-2866744" y="959644"/>
                    <a:ext cx="168698" cy="0"/>
                  </a:xfrm>
                  <a:prstGeom prst="straightConnector1">
                    <a:avLst/>
                  </a:prstGeom>
                  <a:noFill/>
                  <a:ln w="12701" cap="flat">
                    <a:solidFill>
                      <a:srgbClr val="9D9FA1"/>
                    </a:solidFill>
                    <a:prstDash val="solid"/>
                  </a:ln>
                </p:spPr>
              </p:cxnSp>
              <p:cxnSp>
                <p:nvCxnSpPr>
                  <p:cNvPr id="154" name="Rechte verbindingslijn 168">
                    <a:extLst>
                      <a:ext uri="{FF2B5EF4-FFF2-40B4-BE49-F238E27FC236}">
                        <a16:creationId xmlns:a16="http://schemas.microsoft.com/office/drawing/2014/main" id="{7372BC62-4C1B-8644-72F3-114707B5A677}"/>
                      </a:ext>
                    </a:extLst>
                  </p:cNvPr>
                  <p:cNvCxnSpPr/>
                  <p:nvPr/>
                </p:nvCxnSpPr>
                <p:spPr>
                  <a:xfrm>
                    <a:off x="-2773987" y="926506"/>
                    <a:ext cx="75941" cy="0"/>
                  </a:xfrm>
                  <a:prstGeom prst="straightConnector1">
                    <a:avLst/>
                  </a:prstGeom>
                  <a:noFill/>
                  <a:ln w="12701" cap="flat">
                    <a:solidFill>
                      <a:srgbClr val="9D9FA1"/>
                    </a:solidFill>
                    <a:prstDash val="solid"/>
                  </a:ln>
                </p:spPr>
              </p:cxnSp>
              <p:cxnSp>
                <p:nvCxnSpPr>
                  <p:cNvPr id="155" name="Rechte verbindingslijn 169">
                    <a:extLst>
                      <a:ext uri="{FF2B5EF4-FFF2-40B4-BE49-F238E27FC236}">
                        <a16:creationId xmlns:a16="http://schemas.microsoft.com/office/drawing/2014/main" id="{018FE402-BCAD-BB7E-79AC-92732CCBA89A}"/>
                      </a:ext>
                    </a:extLst>
                  </p:cNvPr>
                  <p:cNvCxnSpPr/>
                  <p:nvPr/>
                </p:nvCxnSpPr>
                <p:spPr>
                  <a:xfrm>
                    <a:off x="-2773987" y="893359"/>
                    <a:ext cx="75941" cy="0"/>
                  </a:xfrm>
                  <a:prstGeom prst="straightConnector1">
                    <a:avLst/>
                  </a:prstGeom>
                  <a:noFill/>
                  <a:ln w="12701" cap="flat">
                    <a:solidFill>
                      <a:srgbClr val="9D9FA1"/>
                    </a:solidFill>
                    <a:prstDash val="solid"/>
                  </a:ln>
                </p:spPr>
              </p:cxnSp>
              <p:cxnSp>
                <p:nvCxnSpPr>
                  <p:cNvPr id="156" name="Rechte verbindingslijn 170">
                    <a:extLst>
                      <a:ext uri="{FF2B5EF4-FFF2-40B4-BE49-F238E27FC236}">
                        <a16:creationId xmlns:a16="http://schemas.microsoft.com/office/drawing/2014/main" id="{76DC6844-9583-1730-DCE4-A679EBAFFDFC}"/>
                      </a:ext>
                    </a:extLst>
                  </p:cNvPr>
                  <p:cNvCxnSpPr/>
                  <p:nvPr/>
                </p:nvCxnSpPr>
                <p:spPr>
                  <a:xfrm>
                    <a:off x="-2773987" y="860212"/>
                    <a:ext cx="75941" cy="0"/>
                  </a:xfrm>
                  <a:prstGeom prst="straightConnector1">
                    <a:avLst/>
                  </a:prstGeom>
                  <a:noFill/>
                  <a:ln w="12701" cap="flat">
                    <a:solidFill>
                      <a:srgbClr val="9D9FA1"/>
                    </a:solidFill>
                    <a:prstDash val="solid"/>
                  </a:ln>
                </p:spPr>
              </p:cxnSp>
            </p:grpSp>
            <p:sp>
              <p:nvSpPr>
                <p:cNvPr id="157" name="Pijl: rechts 165">
                  <a:extLst>
                    <a:ext uri="{FF2B5EF4-FFF2-40B4-BE49-F238E27FC236}">
                      <a16:creationId xmlns:a16="http://schemas.microsoft.com/office/drawing/2014/main" id="{BC166BEA-D1BC-502C-E41C-CE79F30EA09A}"/>
                    </a:ext>
                  </a:extLst>
                </p:cNvPr>
                <p:cNvSpPr/>
                <p:nvPr/>
              </p:nvSpPr>
              <p:spPr>
                <a:xfrm>
                  <a:off x="-2866744" y="858740"/>
                  <a:ext cx="70673" cy="67903"/>
                </a:xfrm>
                <a:custGeom>
                  <a:avLst>
                    <a:gd name="f0" fmla="val 8396"/>
                    <a:gd name="f1" fmla="val 8064"/>
                  </a:avLst>
                  <a:gdLst>
                    <a:gd name="f2" fmla="val 10800000"/>
                    <a:gd name="f3" fmla="val 5400000"/>
                    <a:gd name="f4" fmla="val 180"/>
                    <a:gd name="f5" fmla="val w"/>
                    <a:gd name="f6" fmla="val h"/>
                    <a:gd name="f7" fmla="val 0"/>
                    <a:gd name="f8" fmla="val 21600"/>
                    <a:gd name="f9" fmla="val 10800"/>
                    <a:gd name="f10" fmla="+- 0 0 0"/>
                    <a:gd name="f11" fmla="+- 0 0 180"/>
                    <a:gd name="f12" fmla="*/ f5 1 21600"/>
                    <a:gd name="f13" fmla="*/ f6 1 21600"/>
                    <a:gd name="f14" fmla="pin 0 f0 21600"/>
                    <a:gd name="f15" fmla="pin 0 f1 10800"/>
                    <a:gd name="f16" fmla="*/ f10 f2 1"/>
                    <a:gd name="f17" fmla="*/ f11 f2 1"/>
                    <a:gd name="f18" fmla="val f15"/>
                    <a:gd name="f19" fmla="val f14"/>
                    <a:gd name="f20" fmla="+- 21600 0 f15"/>
                    <a:gd name="f21" fmla="*/ f14 f12 1"/>
                    <a:gd name="f22" fmla="*/ f15 f13 1"/>
                    <a:gd name="f23" fmla="*/ 0 f12 1"/>
                    <a:gd name="f24" fmla="*/ 0 f13 1"/>
                    <a:gd name="f25" fmla="*/ f16 1 f4"/>
                    <a:gd name="f26" fmla="*/ 21600 f13 1"/>
                    <a:gd name="f27" fmla="*/ f17 1 f4"/>
                    <a:gd name="f28" fmla="+- 21600 0 f19"/>
                    <a:gd name="f29" fmla="*/ f20 f13 1"/>
                    <a:gd name="f30" fmla="*/ f18 f13 1"/>
                    <a:gd name="f31" fmla="*/ f19 f12 1"/>
                    <a:gd name="f32" fmla="+- f25 0 f3"/>
                    <a:gd name="f33" fmla="+- f27 0 f3"/>
                    <a:gd name="f34" fmla="*/ f28 f18 1"/>
                    <a:gd name="f35" fmla="*/ f34 1 10800"/>
                    <a:gd name="f36" fmla="+- f19 f35 0"/>
                    <a:gd name="f37" fmla="*/ f36 f12 1"/>
                  </a:gdLst>
                  <a:ahLst>
                    <a:ahXY gdRefX="f0" minX="f7" maxX="f8" gdRefY="f1" minY="f7" maxY="f9">
                      <a:pos x="f21" y="f22"/>
                    </a:ahXY>
                  </a:ahLst>
                  <a:cxnLst>
                    <a:cxn ang="3cd4">
                      <a:pos x="hc" y="t"/>
                    </a:cxn>
                    <a:cxn ang="0">
                      <a:pos x="r" y="vc"/>
                    </a:cxn>
                    <a:cxn ang="cd4">
                      <a:pos x="hc" y="b"/>
                    </a:cxn>
                    <a:cxn ang="cd2">
                      <a:pos x="l" y="vc"/>
                    </a:cxn>
                    <a:cxn ang="f32">
                      <a:pos x="f31" y="f24"/>
                    </a:cxn>
                    <a:cxn ang="f33">
                      <a:pos x="f31" y="f26"/>
                    </a:cxn>
                  </a:cxnLst>
                  <a:rect l="f23" t="f30" r="f37" b="f29"/>
                  <a:pathLst>
                    <a:path w="21600" h="21600">
                      <a:moveTo>
                        <a:pt x="f7" y="f18"/>
                      </a:moveTo>
                      <a:lnTo>
                        <a:pt x="f19" y="f18"/>
                      </a:lnTo>
                      <a:lnTo>
                        <a:pt x="f19" y="f7"/>
                      </a:lnTo>
                      <a:lnTo>
                        <a:pt x="f8" y="f9"/>
                      </a:lnTo>
                      <a:lnTo>
                        <a:pt x="f19" y="f8"/>
                      </a:lnTo>
                      <a:lnTo>
                        <a:pt x="f19" y="f20"/>
                      </a:lnTo>
                      <a:lnTo>
                        <a:pt x="f7" y="f20"/>
                      </a:lnTo>
                      <a:close/>
                    </a:path>
                  </a:pathLst>
                </a:custGeom>
                <a:solidFill>
                  <a:srgbClr val="4A7DB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grpSp>
            <p:nvGrpSpPr>
              <p:cNvPr id="158" name="Groep 154">
                <a:extLst>
                  <a:ext uri="{FF2B5EF4-FFF2-40B4-BE49-F238E27FC236}">
                    <a16:creationId xmlns:a16="http://schemas.microsoft.com/office/drawing/2014/main" id="{5F905342-DDE2-B13E-AB3D-D829ADA446CE}"/>
                  </a:ext>
                </a:extLst>
              </p:cNvPr>
              <p:cNvGrpSpPr/>
              <p:nvPr/>
            </p:nvGrpSpPr>
            <p:grpSpPr>
              <a:xfrm>
                <a:off x="-2916762" y="460171"/>
                <a:ext cx="268742" cy="248378"/>
                <a:chOff x="-2916762" y="460171"/>
                <a:chExt cx="268742" cy="248378"/>
              </a:xfrm>
            </p:grpSpPr>
            <p:sp>
              <p:nvSpPr>
                <p:cNvPr id="159" name="Rechthoek 155">
                  <a:extLst>
                    <a:ext uri="{FF2B5EF4-FFF2-40B4-BE49-F238E27FC236}">
                      <a16:creationId xmlns:a16="http://schemas.microsoft.com/office/drawing/2014/main" id="{8D7F1884-8F89-6F48-4B4B-E241B63F6807}"/>
                    </a:ext>
                  </a:extLst>
                </p:cNvPr>
                <p:cNvSpPr/>
                <p:nvPr/>
              </p:nvSpPr>
              <p:spPr>
                <a:xfrm>
                  <a:off x="-2916762" y="460171"/>
                  <a:ext cx="268742" cy="248378"/>
                </a:xfrm>
                <a:prstGeom prst="rect">
                  <a:avLst/>
                </a:prstGeom>
                <a:solidFill>
                  <a:srgbClr val="FFFFFF"/>
                </a:solidFill>
                <a:ln w="3172" cap="flat">
                  <a:solidFill>
                    <a:srgbClr val="DADADA"/>
                  </a:solidFill>
                  <a:prstDash val="solid"/>
                  <a:miter/>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50" b="0" i="0" u="none" strike="noStrike" kern="1200" cap="none" spc="0" baseline="0">
                    <a:solidFill>
                      <a:srgbClr val="211F26"/>
                    </a:solidFill>
                    <a:uFillTx/>
                    <a:latin typeface="Calibri" pitchFamily="34"/>
                    <a:cs typeface="Calibri" pitchFamily="34"/>
                  </a:endParaRPr>
                </a:p>
              </p:txBody>
            </p:sp>
            <p:grpSp>
              <p:nvGrpSpPr>
                <p:cNvPr id="160" name="Groep 156">
                  <a:extLst>
                    <a:ext uri="{FF2B5EF4-FFF2-40B4-BE49-F238E27FC236}">
                      <a16:creationId xmlns:a16="http://schemas.microsoft.com/office/drawing/2014/main" id="{B470A041-E677-688D-DE70-422F392F05AB}"/>
                    </a:ext>
                  </a:extLst>
                </p:cNvPr>
                <p:cNvGrpSpPr/>
                <p:nvPr/>
              </p:nvGrpSpPr>
              <p:grpSpPr>
                <a:xfrm>
                  <a:off x="-2866744" y="518071"/>
                  <a:ext cx="168698" cy="132579"/>
                  <a:chOff x="-2866744" y="518071"/>
                  <a:chExt cx="168698" cy="132579"/>
                </a:xfrm>
              </p:grpSpPr>
              <p:cxnSp>
                <p:nvCxnSpPr>
                  <p:cNvPr id="161" name="Rechte verbindingslijn 158">
                    <a:extLst>
                      <a:ext uri="{FF2B5EF4-FFF2-40B4-BE49-F238E27FC236}">
                        <a16:creationId xmlns:a16="http://schemas.microsoft.com/office/drawing/2014/main" id="{FC918618-CA3C-4E73-8C66-14166830A620}"/>
                      </a:ext>
                    </a:extLst>
                  </p:cNvPr>
                  <p:cNvCxnSpPr/>
                  <p:nvPr/>
                </p:nvCxnSpPr>
                <p:spPr>
                  <a:xfrm>
                    <a:off x="-2866744" y="518071"/>
                    <a:ext cx="168698" cy="0"/>
                  </a:xfrm>
                  <a:prstGeom prst="straightConnector1">
                    <a:avLst/>
                  </a:prstGeom>
                  <a:noFill/>
                  <a:ln w="12701" cap="flat">
                    <a:solidFill>
                      <a:srgbClr val="9D9FA1"/>
                    </a:solidFill>
                    <a:prstDash val="solid"/>
                  </a:ln>
                </p:spPr>
              </p:cxnSp>
              <p:cxnSp>
                <p:nvCxnSpPr>
                  <p:cNvPr id="162" name="Rechte verbindingslijn 159">
                    <a:extLst>
                      <a:ext uri="{FF2B5EF4-FFF2-40B4-BE49-F238E27FC236}">
                        <a16:creationId xmlns:a16="http://schemas.microsoft.com/office/drawing/2014/main" id="{566C5B6F-4EDB-E7E2-A2C6-AB9A8184E3F5}"/>
                      </a:ext>
                    </a:extLst>
                  </p:cNvPr>
                  <p:cNvCxnSpPr/>
                  <p:nvPr/>
                </p:nvCxnSpPr>
                <p:spPr>
                  <a:xfrm>
                    <a:off x="-2866744" y="650650"/>
                    <a:ext cx="168698" cy="0"/>
                  </a:xfrm>
                  <a:prstGeom prst="straightConnector1">
                    <a:avLst/>
                  </a:prstGeom>
                  <a:noFill/>
                  <a:ln w="12701" cap="flat">
                    <a:solidFill>
                      <a:srgbClr val="9D9FA1"/>
                    </a:solidFill>
                    <a:prstDash val="solid"/>
                  </a:ln>
                </p:spPr>
              </p:cxnSp>
              <p:cxnSp>
                <p:nvCxnSpPr>
                  <p:cNvPr id="163" name="Rechte verbindingslijn 160">
                    <a:extLst>
                      <a:ext uri="{FF2B5EF4-FFF2-40B4-BE49-F238E27FC236}">
                        <a16:creationId xmlns:a16="http://schemas.microsoft.com/office/drawing/2014/main" id="{D0C9E96A-0AF0-1B1E-0C93-011518C09A4C}"/>
                      </a:ext>
                    </a:extLst>
                  </p:cNvPr>
                  <p:cNvCxnSpPr/>
                  <p:nvPr/>
                </p:nvCxnSpPr>
                <p:spPr>
                  <a:xfrm>
                    <a:off x="-2773987" y="617503"/>
                    <a:ext cx="75941" cy="0"/>
                  </a:xfrm>
                  <a:prstGeom prst="straightConnector1">
                    <a:avLst/>
                  </a:prstGeom>
                  <a:noFill/>
                  <a:ln w="12701" cap="flat">
                    <a:solidFill>
                      <a:srgbClr val="9D9FA1"/>
                    </a:solidFill>
                    <a:prstDash val="solid"/>
                  </a:ln>
                </p:spPr>
              </p:cxnSp>
              <p:cxnSp>
                <p:nvCxnSpPr>
                  <p:cNvPr id="164" name="Rechte verbindingslijn 161">
                    <a:extLst>
                      <a:ext uri="{FF2B5EF4-FFF2-40B4-BE49-F238E27FC236}">
                        <a16:creationId xmlns:a16="http://schemas.microsoft.com/office/drawing/2014/main" id="{32164429-FAB0-7FE4-AFC3-C60F80CEE960}"/>
                      </a:ext>
                    </a:extLst>
                  </p:cNvPr>
                  <p:cNvCxnSpPr/>
                  <p:nvPr/>
                </p:nvCxnSpPr>
                <p:spPr>
                  <a:xfrm>
                    <a:off x="-2773987" y="584365"/>
                    <a:ext cx="75941" cy="0"/>
                  </a:xfrm>
                  <a:prstGeom prst="straightConnector1">
                    <a:avLst/>
                  </a:prstGeom>
                  <a:noFill/>
                  <a:ln w="12701" cap="flat">
                    <a:solidFill>
                      <a:srgbClr val="9D9FA1"/>
                    </a:solidFill>
                    <a:prstDash val="solid"/>
                  </a:ln>
                </p:spPr>
              </p:cxnSp>
              <p:cxnSp>
                <p:nvCxnSpPr>
                  <p:cNvPr id="165" name="Rechte verbindingslijn 162">
                    <a:extLst>
                      <a:ext uri="{FF2B5EF4-FFF2-40B4-BE49-F238E27FC236}">
                        <a16:creationId xmlns:a16="http://schemas.microsoft.com/office/drawing/2014/main" id="{D502FB64-F601-3119-905D-46C6813C1607}"/>
                      </a:ext>
                    </a:extLst>
                  </p:cNvPr>
                  <p:cNvCxnSpPr/>
                  <p:nvPr/>
                </p:nvCxnSpPr>
                <p:spPr>
                  <a:xfrm>
                    <a:off x="-2773987" y="551218"/>
                    <a:ext cx="75941" cy="0"/>
                  </a:xfrm>
                  <a:prstGeom prst="straightConnector1">
                    <a:avLst/>
                  </a:prstGeom>
                  <a:noFill/>
                  <a:ln w="12701" cap="flat">
                    <a:solidFill>
                      <a:srgbClr val="9D9FA1"/>
                    </a:solidFill>
                    <a:prstDash val="solid"/>
                  </a:ln>
                </p:spPr>
              </p:cxnSp>
            </p:grpSp>
            <p:sp>
              <p:nvSpPr>
                <p:cNvPr id="166" name="Pijl: rechts 157">
                  <a:extLst>
                    <a:ext uri="{FF2B5EF4-FFF2-40B4-BE49-F238E27FC236}">
                      <a16:creationId xmlns:a16="http://schemas.microsoft.com/office/drawing/2014/main" id="{06B1E482-A370-597A-A151-EA6287807827}"/>
                    </a:ext>
                  </a:extLst>
                </p:cNvPr>
                <p:cNvSpPr/>
                <p:nvPr/>
              </p:nvSpPr>
              <p:spPr>
                <a:xfrm flipH="1">
                  <a:off x="-2866744" y="549737"/>
                  <a:ext cx="70673" cy="67903"/>
                </a:xfrm>
                <a:custGeom>
                  <a:avLst>
                    <a:gd name="f0" fmla="val 8396"/>
                    <a:gd name="f1" fmla="val 8064"/>
                  </a:avLst>
                  <a:gdLst>
                    <a:gd name="f2" fmla="val 10800000"/>
                    <a:gd name="f3" fmla="val 5400000"/>
                    <a:gd name="f4" fmla="val 180"/>
                    <a:gd name="f5" fmla="val w"/>
                    <a:gd name="f6" fmla="val h"/>
                    <a:gd name="f7" fmla="val 0"/>
                    <a:gd name="f8" fmla="val 21600"/>
                    <a:gd name="f9" fmla="val 10800"/>
                    <a:gd name="f10" fmla="+- 0 0 0"/>
                    <a:gd name="f11" fmla="+- 0 0 180"/>
                    <a:gd name="f12" fmla="*/ f5 1 21600"/>
                    <a:gd name="f13" fmla="*/ f6 1 21600"/>
                    <a:gd name="f14" fmla="pin 0 f0 21600"/>
                    <a:gd name="f15" fmla="pin 0 f1 10800"/>
                    <a:gd name="f16" fmla="*/ f10 f2 1"/>
                    <a:gd name="f17" fmla="*/ f11 f2 1"/>
                    <a:gd name="f18" fmla="val f15"/>
                    <a:gd name="f19" fmla="val f14"/>
                    <a:gd name="f20" fmla="+- 21600 0 f15"/>
                    <a:gd name="f21" fmla="*/ f14 f12 1"/>
                    <a:gd name="f22" fmla="*/ f15 f13 1"/>
                    <a:gd name="f23" fmla="*/ 0 f12 1"/>
                    <a:gd name="f24" fmla="*/ 0 f13 1"/>
                    <a:gd name="f25" fmla="*/ f16 1 f4"/>
                    <a:gd name="f26" fmla="*/ 21600 f13 1"/>
                    <a:gd name="f27" fmla="*/ f17 1 f4"/>
                    <a:gd name="f28" fmla="+- 21600 0 f19"/>
                    <a:gd name="f29" fmla="*/ f20 f13 1"/>
                    <a:gd name="f30" fmla="*/ f18 f13 1"/>
                    <a:gd name="f31" fmla="*/ f19 f12 1"/>
                    <a:gd name="f32" fmla="+- f25 0 f3"/>
                    <a:gd name="f33" fmla="+- f27 0 f3"/>
                    <a:gd name="f34" fmla="*/ f28 f18 1"/>
                    <a:gd name="f35" fmla="*/ f34 1 10800"/>
                    <a:gd name="f36" fmla="+- f19 f35 0"/>
                    <a:gd name="f37" fmla="*/ f36 f12 1"/>
                  </a:gdLst>
                  <a:ahLst>
                    <a:ahXY gdRefX="f0" minX="f7" maxX="f8" gdRefY="f1" minY="f7" maxY="f9">
                      <a:pos x="f21" y="f22"/>
                    </a:ahXY>
                  </a:ahLst>
                  <a:cxnLst>
                    <a:cxn ang="3cd4">
                      <a:pos x="hc" y="t"/>
                    </a:cxn>
                    <a:cxn ang="0">
                      <a:pos x="r" y="vc"/>
                    </a:cxn>
                    <a:cxn ang="cd4">
                      <a:pos x="hc" y="b"/>
                    </a:cxn>
                    <a:cxn ang="cd2">
                      <a:pos x="l" y="vc"/>
                    </a:cxn>
                    <a:cxn ang="f32">
                      <a:pos x="f31" y="f24"/>
                    </a:cxn>
                    <a:cxn ang="f33">
                      <a:pos x="f31" y="f26"/>
                    </a:cxn>
                  </a:cxnLst>
                  <a:rect l="f23" t="f30" r="f37" b="f29"/>
                  <a:pathLst>
                    <a:path w="21600" h="21600">
                      <a:moveTo>
                        <a:pt x="f7" y="f18"/>
                      </a:moveTo>
                      <a:lnTo>
                        <a:pt x="f19" y="f18"/>
                      </a:lnTo>
                      <a:lnTo>
                        <a:pt x="f19" y="f7"/>
                      </a:lnTo>
                      <a:lnTo>
                        <a:pt x="f8" y="f9"/>
                      </a:lnTo>
                      <a:lnTo>
                        <a:pt x="f19" y="f8"/>
                      </a:lnTo>
                      <a:lnTo>
                        <a:pt x="f19" y="f20"/>
                      </a:lnTo>
                      <a:lnTo>
                        <a:pt x="f7" y="f20"/>
                      </a:lnTo>
                      <a:close/>
                    </a:path>
                  </a:pathLst>
                </a:custGeom>
                <a:solidFill>
                  <a:srgbClr val="4A7DB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grpSp>
        <p:grpSp>
          <p:nvGrpSpPr>
            <p:cNvPr id="167" name="Groep 139">
              <a:extLst>
                <a:ext uri="{FF2B5EF4-FFF2-40B4-BE49-F238E27FC236}">
                  <a16:creationId xmlns:a16="http://schemas.microsoft.com/office/drawing/2014/main" id="{D39E7601-8035-648F-75D0-BF2690B13C5D}"/>
                </a:ext>
              </a:extLst>
            </p:cNvPr>
            <p:cNvGrpSpPr/>
            <p:nvPr/>
          </p:nvGrpSpPr>
          <p:grpSpPr>
            <a:xfrm>
              <a:off x="-938430" y="4663037"/>
              <a:ext cx="627799" cy="576684"/>
              <a:chOff x="-938430" y="4663037"/>
              <a:chExt cx="627799" cy="576684"/>
            </a:xfrm>
          </p:grpSpPr>
          <p:grpSp>
            <p:nvGrpSpPr>
              <p:cNvPr id="168" name="Inspireren">
                <a:extLst>
                  <a:ext uri="{FF2B5EF4-FFF2-40B4-BE49-F238E27FC236}">
                    <a16:creationId xmlns:a16="http://schemas.microsoft.com/office/drawing/2014/main" id="{D0C895C5-E01B-DD50-B80D-5EFED164A374}"/>
                  </a:ext>
                </a:extLst>
              </p:cNvPr>
              <p:cNvGrpSpPr/>
              <p:nvPr/>
            </p:nvGrpSpPr>
            <p:grpSpPr>
              <a:xfrm>
                <a:off x="-716112" y="4663037"/>
                <a:ext cx="169776" cy="242380"/>
                <a:chOff x="-716112" y="4663037"/>
                <a:chExt cx="169776" cy="242380"/>
              </a:xfrm>
            </p:grpSpPr>
            <p:sp>
              <p:nvSpPr>
                <p:cNvPr id="169" name="Freeform 12">
                  <a:extLst>
                    <a:ext uri="{FF2B5EF4-FFF2-40B4-BE49-F238E27FC236}">
                      <a16:creationId xmlns:a16="http://schemas.microsoft.com/office/drawing/2014/main" id="{E6EA77F5-822B-1CEE-16E3-B3B7BADC7172}"/>
                    </a:ext>
                  </a:extLst>
                </p:cNvPr>
                <p:cNvSpPr/>
                <p:nvPr/>
              </p:nvSpPr>
              <p:spPr>
                <a:xfrm>
                  <a:off x="-665911" y="4749869"/>
                  <a:ext cx="68726" cy="62051"/>
                </a:xfrm>
                <a:custGeom>
                  <a:avLst/>
                  <a:gdLst>
                    <a:gd name="f0" fmla="val 10800000"/>
                    <a:gd name="f1" fmla="val 5400000"/>
                    <a:gd name="f2" fmla="val 180"/>
                    <a:gd name="f3" fmla="val w"/>
                    <a:gd name="f4" fmla="val h"/>
                    <a:gd name="f5" fmla="val 0"/>
                    <a:gd name="f6" fmla="val 319"/>
                    <a:gd name="f7" fmla="val 288"/>
                    <a:gd name="f8" fmla="val 220"/>
                    <a:gd name="f9" fmla="val 107"/>
                    <a:gd name="f10" fmla="+- 0 0 -90"/>
                    <a:gd name="f11" fmla="*/ f3 1 319"/>
                    <a:gd name="f12" fmla="*/ f4 1 288"/>
                    <a:gd name="f13" fmla="val f5"/>
                    <a:gd name="f14" fmla="val f6"/>
                    <a:gd name="f15" fmla="val f7"/>
                    <a:gd name="f16" fmla="*/ f10 f0 1"/>
                    <a:gd name="f17" fmla="+- f15 0 f13"/>
                    <a:gd name="f18" fmla="+- f14 0 f13"/>
                    <a:gd name="f19" fmla="*/ f16 1 f2"/>
                    <a:gd name="f20" fmla="*/ f18 1 319"/>
                    <a:gd name="f21" fmla="*/ f17 1 288"/>
                    <a:gd name="f22" fmla="*/ 220 f18 1"/>
                    <a:gd name="f23" fmla="*/ 288 f17 1"/>
                    <a:gd name="f24" fmla="*/ 107 f18 1"/>
                    <a:gd name="f25" fmla="*/ 0 f18 1"/>
                    <a:gd name="f26" fmla="*/ 0 f17 1"/>
                    <a:gd name="f27" fmla="*/ 319 f18 1"/>
                    <a:gd name="f28" fmla="+- f19 0 f1"/>
                    <a:gd name="f29" fmla="*/ f22 1 319"/>
                    <a:gd name="f30" fmla="*/ f23 1 288"/>
                    <a:gd name="f31" fmla="*/ f24 1 319"/>
                    <a:gd name="f32" fmla="*/ f25 1 319"/>
                    <a:gd name="f33" fmla="*/ f26 1 288"/>
                    <a:gd name="f34" fmla="*/ f27 1 319"/>
                    <a:gd name="f35" fmla="*/ 0 1 f20"/>
                    <a:gd name="f36" fmla="*/ f14 1 f20"/>
                    <a:gd name="f37" fmla="*/ 0 1 f21"/>
                    <a:gd name="f38" fmla="*/ f15 1 f21"/>
                    <a:gd name="f39" fmla="*/ f29 1 f20"/>
                    <a:gd name="f40" fmla="*/ f30 1 f21"/>
                    <a:gd name="f41" fmla="*/ f31 1 f20"/>
                    <a:gd name="f42" fmla="*/ f32 1 f20"/>
                    <a:gd name="f43" fmla="*/ f33 1 f21"/>
                    <a:gd name="f44" fmla="*/ f34 1 f20"/>
                    <a:gd name="f45" fmla="*/ f35 f11 1"/>
                    <a:gd name="f46" fmla="*/ f36 f11 1"/>
                    <a:gd name="f47" fmla="*/ f38 f12 1"/>
                    <a:gd name="f48" fmla="*/ f37 f12 1"/>
                    <a:gd name="f49" fmla="*/ f39 f11 1"/>
                    <a:gd name="f50" fmla="*/ f40 f12 1"/>
                    <a:gd name="f51" fmla="*/ f41 f11 1"/>
                    <a:gd name="f52" fmla="*/ f42 f11 1"/>
                    <a:gd name="f53" fmla="*/ f43 f12 1"/>
                    <a:gd name="f54" fmla="*/ f44 f11 1"/>
                  </a:gdLst>
                  <a:ahLst/>
                  <a:cxnLst>
                    <a:cxn ang="3cd4">
                      <a:pos x="hc" y="t"/>
                    </a:cxn>
                    <a:cxn ang="0">
                      <a:pos x="r" y="vc"/>
                    </a:cxn>
                    <a:cxn ang="cd4">
                      <a:pos x="hc" y="b"/>
                    </a:cxn>
                    <a:cxn ang="cd2">
                      <a:pos x="l" y="vc"/>
                    </a:cxn>
                    <a:cxn ang="f28">
                      <a:pos x="f49" y="f50"/>
                    </a:cxn>
                    <a:cxn ang="f28">
                      <a:pos x="f51" y="f50"/>
                    </a:cxn>
                    <a:cxn ang="f28">
                      <a:pos x="f52" y="f53"/>
                    </a:cxn>
                    <a:cxn ang="f28">
                      <a:pos x="f54" y="f53"/>
                    </a:cxn>
                    <a:cxn ang="f28">
                      <a:pos x="f49" y="f50"/>
                    </a:cxn>
                  </a:cxnLst>
                  <a:rect l="f45" t="f48" r="f46" b="f47"/>
                  <a:pathLst>
                    <a:path w="319" h="288">
                      <a:moveTo>
                        <a:pt x="f8" y="f7"/>
                      </a:moveTo>
                      <a:lnTo>
                        <a:pt x="f9" y="f7"/>
                      </a:lnTo>
                      <a:lnTo>
                        <a:pt x="f5" y="f5"/>
                      </a:lnTo>
                      <a:lnTo>
                        <a:pt x="f6" y="f5"/>
                      </a:lnTo>
                      <a:lnTo>
                        <a:pt x="f8" y="f7"/>
                      </a:lnTo>
                      <a:close/>
                    </a:path>
                  </a:pathLst>
                </a:custGeom>
                <a:solidFill>
                  <a:srgbClr val="1FF524"/>
                </a:solidFill>
                <a:ln>
                  <a:noFill/>
                  <a:prstDash val="solid"/>
                </a:ln>
              </p:spPr>
              <p:txBody>
                <a:bodyPr vert="horz" wrap="square" lIns="91440" tIns="45720" rIns="91440" bIns="45720" anchor="t"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300" b="0" i="0" u="none" strike="noStrike" kern="0" cap="none" spc="0" baseline="0">
                    <a:solidFill>
                      <a:srgbClr val="211F26"/>
                    </a:solidFill>
                    <a:uFillTx/>
                    <a:latin typeface="Arial"/>
                  </a:endParaRPr>
                </a:p>
              </p:txBody>
            </p:sp>
            <p:sp>
              <p:nvSpPr>
                <p:cNvPr id="170" name="Freeform 13">
                  <a:extLst>
                    <a:ext uri="{FF2B5EF4-FFF2-40B4-BE49-F238E27FC236}">
                      <a16:creationId xmlns:a16="http://schemas.microsoft.com/office/drawing/2014/main" id="{69A78DDA-0236-B35F-9948-7F1B52A3B78F}"/>
                    </a:ext>
                  </a:extLst>
                </p:cNvPr>
                <p:cNvSpPr/>
                <p:nvPr/>
              </p:nvSpPr>
              <p:spPr>
                <a:xfrm>
                  <a:off x="-661394" y="4881286"/>
                  <a:ext cx="60761" cy="24131"/>
                </a:xfrm>
                <a:custGeom>
                  <a:avLst/>
                  <a:gdLst>
                    <a:gd name="f0" fmla="val 10800000"/>
                    <a:gd name="f1" fmla="val 5400000"/>
                    <a:gd name="f2" fmla="val 180"/>
                    <a:gd name="f3" fmla="val w"/>
                    <a:gd name="f4" fmla="val h"/>
                    <a:gd name="f5" fmla="val 0"/>
                    <a:gd name="f6" fmla="val 251"/>
                    <a:gd name="f7" fmla="val 100"/>
                    <a:gd name="f8" fmla="val 229"/>
                    <a:gd name="f9" fmla="val 70"/>
                    <a:gd name="f10" fmla="val 69"/>
                    <a:gd name="f11" fmla="val 22"/>
                    <a:gd name="f12" fmla="val 27"/>
                    <a:gd name="f13" fmla="val 87"/>
                    <a:gd name="f14" fmla="val 44"/>
                    <a:gd name="f15" fmla="val 63"/>
                    <a:gd name="f16" fmla="val 188"/>
                    <a:gd name="f17" fmla="val 207"/>
                    <a:gd name="f18" fmla="val 223"/>
                    <a:gd name="f19" fmla="val 88"/>
                    <a:gd name="f20" fmla="val 71"/>
                    <a:gd name="f21" fmla="+- 0 0 -90"/>
                    <a:gd name="f22" fmla="*/ f3 1 251"/>
                    <a:gd name="f23" fmla="*/ f4 1 100"/>
                    <a:gd name="f24" fmla="val f5"/>
                    <a:gd name="f25" fmla="val f6"/>
                    <a:gd name="f26" fmla="val f7"/>
                    <a:gd name="f27" fmla="*/ f21 f0 1"/>
                    <a:gd name="f28" fmla="+- f26 0 f24"/>
                    <a:gd name="f29" fmla="+- f25 0 f24"/>
                    <a:gd name="f30" fmla="*/ f27 1 f2"/>
                    <a:gd name="f31" fmla="*/ f29 1 251"/>
                    <a:gd name="f32" fmla="*/ f28 1 100"/>
                    <a:gd name="f33" fmla="*/ 229 f29 1"/>
                    <a:gd name="f34" fmla="*/ 70 f28 1"/>
                    <a:gd name="f35" fmla="*/ 69 f28 1"/>
                    <a:gd name="f36" fmla="*/ 251 f29 1"/>
                    <a:gd name="f37" fmla="*/ 0 f28 1"/>
                    <a:gd name="f38" fmla="*/ 0 f29 1"/>
                    <a:gd name="f39" fmla="*/ 22 f29 1"/>
                    <a:gd name="f40" fmla="*/ 63 f29 1"/>
                    <a:gd name="f41" fmla="*/ 100 f28 1"/>
                    <a:gd name="f42" fmla="*/ 188 f29 1"/>
                    <a:gd name="f43" fmla="*/ 71 f28 1"/>
                    <a:gd name="f44" fmla="+- f30 0 f1"/>
                    <a:gd name="f45" fmla="*/ f33 1 251"/>
                    <a:gd name="f46" fmla="*/ f34 1 100"/>
                    <a:gd name="f47" fmla="*/ f35 1 100"/>
                    <a:gd name="f48" fmla="*/ f36 1 251"/>
                    <a:gd name="f49" fmla="*/ f37 1 100"/>
                    <a:gd name="f50" fmla="*/ f38 1 251"/>
                    <a:gd name="f51" fmla="*/ f39 1 251"/>
                    <a:gd name="f52" fmla="*/ f40 1 251"/>
                    <a:gd name="f53" fmla="*/ f41 1 100"/>
                    <a:gd name="f54" fmla="*/ f42 1 251"/>
                    <a:gd name="f55" fmla="*/ f43 1 100"/>
                    <a:gd name="f56" fmla="*/ 0 1 f31"/>
                    <a:gd name="f57" fmla="*/ f25 1 f31"/>
                    <a:gd name="f58" fmla="*/ 0 1 f32"/>
                    <a:gd name="f59" fmla="*/ f26 1 f32"/>
                    <a:gd name="f60" fmla="*/ f45 1 f31"/>
                    <a:gd name="f61" fmla="*/ f46 1 f32"/>
                    <a:gd name="f62" fmla="*/ f47 1 f32"/>
                    <a:gd name="f63" fmla="*/ f48 1 f31"/>
                    <a:gd name="f64" fmla="*/ f49 1 f32"/>
                    <a:gd name="f65" fmla="*/ f50 1 f31"/>
                    <a:gd name="f66" fmla="*/ f51 1 f31"/>
                    <a:gd name="f67" fmla="*/ f52 1 f31"/>
                    <a:gd name="f68" fmla="*/ f53 1 f32"/>
                    <a:gd name="f69" fmla="*/ f54 1 f31"/>
                    <a:gd name="f70" fmla="*/ f55 1 f32"/>
                    <a:gd name="f71" fmla="*/ f56 f22 1"/>
                    <a:gd name="f72" fmla="*/ f57 f22 1"/>
                    <a:gd name="f73" fmla="*/ f59 f23 1"/>
                    <a:gd name="f74" fmla="*/ f58 f23 1"/>
                    <a:gd name="f75" fmla="*/ f60 f22 1"/>
                    <a:gd name="f76" fmla="*/ f61 f23 1"/>
                    <a:gd name="f77" fmla="*/ f62 f23 1"/>
                    <a:gd name="f78" fmla="*/ f63 f22 1"/>
                    <a:gd name="f79" fmla="*/ f64 f23 1"/>
                    <a:gd name="f80" fmla="*/ f65 f22 1"/>
                    <a:gd name="f81" fmla="*/ f66 f22 1"/>
                    <a:gd name="f82" fmla="*/ f67 f22 1"/>
                    <a:gd name="f83" fmla="*/ f68 f23 1"/>
                    <a:gd name="f84" fmla="*/ f69 f22 1"/>
                    <a:gd name="f85" fmla="*/ f70 f23 1"/>
                  </a:gdLst>
                  <a:ahLst/>
                  <a:cxnLst>
                    <a:cxn ang="3cd4">
                      <a:pos x="hc" y="t"/>
                    </a:cxn>
                    <a:cxn ang="0">
                      <a:pos x="r" y="vc"/>
                    </a:cxn>
                    <a:cxn ang="cd4">
                      <a:pos x="hc" y="b"/>
                    </a:cxn>
                    <a:cxn ang="cd2">
                      <a:pos x="l" y="vc"/>
                    </a:cxn>
                    <a:cxn ang="f44">
                      <a:pos x="f75" y="f76"/>
                    </a:cxn>
                    <a:cxn ang="f44">
                      <a:pos x="f75" y="f77"/>
                    </a:cxn>
                    <a:cxn ang="f44">
                      <a:pos x="f78" y="f79"/>
                    </a:cxn>
                    <a:cxn ang="f44">
                      <a:pos x="f80" y="f79"/>
                    </a:cxn>
                    <a:cxn ang="f44">
                      <a:pos x="f81" y="f77"/>
                    </a:cxn>
                    <a:cxn ang="f44">
                      <a:pos x="f82" y="f83"/>
                    </a:cxn>
                    <a:cxn ang="f44">
                      <a:pos x="f84" y="f83"/>
                    </a:cxn>
                    <a:cxn ang="f44">
                      <a:pos x="f75" y="f85"/>
                    </a:cxn>
                    <a:cxn ang="f44">
                      <a:pos x="f75" y="f85"/>
                    </a:cxn>
                    <a:cxn ang="f44">
                      <a:pos x="f75" y="f76"/>
                    </a:cxn>
                  </a:cxnLst>
                  <a:rect l="f71" t="f74" r="f72" b="f73"/>
                  <a:pathLst>
                    <a:path w="251" h="100">
                      <a:moveTo>
                        <a:pt x="f8" y="f9"/>
                      </a:moveTo>
                      <a:cubicBezTo>
                        <a:pt x="f8" y="f9"/>
                        <a:pt x="f8" y="f10"/>
                        <a:pt x="f8" y="f10"/>
                      </a:cubicBezTo>
                      <a:cubicBezTo>
                        <a:pt x="f6" y="f5"/>
                        <a:pt x="f6" y="f5"/>
                        <a:pt x="f6" y="f5"/>
                      </a:cubicBezTo>
                      <a:cubicBezTo>
                        <a:pt x="f5" y="f5"/>
                        <a:pt x="f5" y="f5"/>
                        <a:pt x="f5" y="f5"/>
                      </a:cubicBezTo>
                      <a:cubicBezTo>
                        <a:pt x="f11" y="f10"/>
                        <a:pt x="f11" y="f10"/>
                        <a:pt x="f11" y="f10"/>
                      </a:cubicBezTo>
                      <a:cubicBezTo>
                        <a:pt x="f12" y="f13"/>
                        <a:pt x="f14" y="f7"/>
                        <a:pt x="f15" y="f7"/>
                      </a:cubicBezTo>
                      <a:cubicBezTo>
                        <a:pt x="f16" y="f7"/>
                        <a:pt x="f16" y="f7"/>
                        <a:pt x="f16" y="f7"/>
                      </a:cubicBezTo>
                      <a:cubicBezTo>
                        <a:pt x="f17" y="f7"/>
                        <a:pt x="f18" y="f19"/>
                        <a:pt x="f8" y="f20"/>
                      </a:cubicBezTo>
                      <a:cubicBezTo>
                        <a:pt x="f8" y="f20"/>
                        <a:pt x="f8" y="f20"/>
                        <a:pt x="f8" y="f20"/>
                      </a:cubicBezTo>
                      <a:lnTo>
                        <a:pt x="f8" y="f9"/>
                      </a:lnTo>
                      <a:close/>
                    </a:path>
                  </a:pathLst>
                </a:custGeom>
                <a:gradFill>
                  <a:gsLst>
                    <a:gs pos="0">
                      <a:srgbClr val="9D9FA1"/>
                    </a:gs>
                    <a:gs pos="100000">
                      <a:srgbClr val="211F26"/>
                    </a:gs>
                  </a:gsLst>
                  <a:lin ang="2700000"/>
                </a:gradFill>
                <a:ln>
                  <a:noFill/>
                  <a:prstDash val="solid"/>
                </a:ln>
              </p:spPr>
              <p:txBody>
                <a:bodyPr vert="horz" wrap="square" lIns="91440" tIns="45720" rIns="91440" bIns="45720" anchor="t"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300" b="0" i="0" u="none" strike="noStrike" kern="0" cap="none" spc="0" baseline="0">
                    <a:solidFill>
                      <a:srgbClr val="211F26"/>
                    </a:solidFill>
                    <a:uFillTx/>
                    <a:latin typeface="Arial"/>
                  </a:endParaRPr>
                </a:p>
              </p:txBody>
            </p:sp>
            <p:sp>
              <p:nvSpPr>
                <p:cNvPr id="171" name="Freeform 14">
                  <a:extLst>
                    <a:ext uri="{FF2B5EF4-FFF2-40B4-BE49-F238E27FC236}">
                      <a16:creationId xmlns:a16="http://schemas.microsoft.com/office/drawing/2014/main" id="{C029E831-903A-29DF-790E-69B94E753779}"/>
                    </a:ext>
                  </a:extLst>
                </p:cNvPr>
                <p:cNvSpPr/>
                <p:nvPr/>
              </p:nvSpPr>
              <p:spPr>
                <a:xfrm>
                  <a:off x="-716112" y="4663037"/>
                  <a:ext cx="169776" cy="208126"/>
                </a:xfrm>
                <a:custGeom>
                  <a:avLst/>
                  <a:gdLst>
                    <a:gd name="f0" fmla="val 10800000"/>
                    <a:gd name="f1" fmla="val 5400000"/>
                    <a:gd name="f2" fmla="val 180"/>
                    <a:gd name="f3" fmla="val w"/>
                    <a:gd name="f4" fmla="val h"/>
                    <a:gd name="f5" fmla="val 0"/>
                    <a:gd name="f6" fmla="val 702"/>
                    <a:gd name="f7" fmla="val 860"/>
                    <a:gd name="f8" fmla="val 351"/>
                    <a:gd name="f9" fmla="val 157"/>
                    <a:gd name="f10" fmla="val 463"/>
                    <a:gd name="f11" fmla="val 52"/>
                    <a:gd name="f12" fmla="val 562"/>
                    <a:gd name="f13" fmla="val 134"/>
                    <a:gd name="f14" fmla="val 627"/>
                    <a:gd name="f15" fmla="val 165"/>
                    <a:gd name="f16" fmla="val 718"/>
                    <a:gd name="f17" fmla="val 266"/>
                    <a:gd name="f18" fmla="val 434"/>
                    <a:gd name="f19" fmla="val 419"/>
                    <a:gd name="f20" fmla="val 760"/>
                    <a:gd name="f21" fmla="val 284"/>
                    <a:gd name="f22" fmla="val 179"/>
                    <a:gd name="f23" fmla="val 212"/>
                    <a:gd name="f24" fmla="val 216"/>
                    <a:gd name="f25" fmla="val 488"/>
                    <a:gd name="f26" fmla="val 491"/>
                    <a:gd name="f27" fmla="val 570"/>
                    <a:gd name="f28" fmla="val 625"/>
                    <a:gd name="f29" fmla="val 651"/>
                    <a:gd name="f30" fmla="val 560"/>
                    <a:gd name="f31" fmla="val 461"/>
                    <a:gd name="f32" fmla="val 545"/>
                    <a:gd name="f33" fmla="val 587"/>
                    <a:gd name="f34" fmla="val 438"/>
                    <a:gd name="f35" fmla="val 568"/>
                    <a:gd name="f36" fmla="val 490"/>
                    <a:gd name="f37" fmla="val 531"/>
                    <a:gd name="f38" fmla="val 534"/>
                    <a:gd name="f39" fmla="val 485"/>
                    <a:gd name="f40" fmla="val 563"/>
                    <a:gd name="f41" fmla="val 454"/>
                    <a:gd name="f42" fmla="val 658"/>
                    <a:gd name="f43" fmla="val 250"/>
                    <a:gd name="f44" fmla="val 219"/>
                    <a:gd name="f45" fmla="val 565"/>
                    <a:gd name="f46" fmla="val 172"/>
                    <a:gd name="f47" fmla="val 536"/>
                    <a:gd name="f48" fmla="val 135"/>
                    <a:gd name="f49" fmla="val 115"/>
                    <a:gd name="f50" fmla="val 439"/>
                    <a:gd name="f51" fmla="val 105"/>
                    <a:gd name="f52" fmla="val 411"/>
                    <a:gd name="f53" fmla="val 99"/>
                    <a:gd name="f54" fmla="val 382"/>
                    <a:gd name="f55" fmla="val 603"/>
                    <a:gd name="f56" fmla="val 381"/>
                    <a:gd name="f57" fmla="val 597"/>
                    <a:gd name="f58" fmla="+- 0 0 -90"/>
                    <a:gd name="f59" fmla="*/ f3 1 702"/>
                    <a:gd name="f60" fmla="*/ f4 1 860"/>
                    <a:gd name="f61" fmla="val f5"/>
                    <a:gd name="f62" fmla="val f6"/>
                    <a:gd name="f63" fmla="val f7"/>
                    <a:gd name="f64" fmla="*/ f58 f0 1"/>
                    <a:gd name="f65" fmla="+- f63 0 f61"/>
                    <a:gd name="f66" fmla="+- f62 0 f61"/>
                    <a:gd name="f67" fmla="*/ f64 1 f2"/>
                    <a:gd name="f68" fmla="*/ f66 1 702"/>
                    <a:gd name="f69" fmla="*/ f65 1 860"/>
                    <a:gd name="f70" fmla="*/ 351 f66 1"/>
                    <a:gd name="f71" fmla="*/ 0 f65 1"/>
                    <a:gd name="f72" fmla="*/ 0 f66 1"/>
                    <a:gd name="f73" fmla="*/ 351 f65 1"/>
                    <a:gd name="f74" fmla="*/ 134 f66 1"/>
                    <a:gd name="f75" fmla="*/ 627 f65 1"/>
                    <a:gd name="f76" fmla="*/ 165 f66 1"/>
                    <a:gd name="f77" fmla="*/ 718 f65 1"/>
                    <a:gd name="f78" fmla="*/ 266 f66 1"/>
                    <a:gd name="f79" fmla="*/ 434 f66 1"/>
                    <a:gd name="f80" fmla="*/ 419 f66 1"/>
                    <a:gd name="f81" fmla="*/ 760 f65 1"/>
                    <a:gd name="f82" fmla="*/ 284 f66 1"/>
                    <a:gd name="f83" fmla="*/ 179 f66 1"/>
                    <a:gd name="f84" fmla="*/ 212 f66 1"/>
                    <a:gd name="f85" fmla="*/ 860 f65 1"/>
                    <a:gd name="f86" fmla="*/ 216 f66 1"/>
                    <a:gd name="f87" fmla="*/ 488 f66 1"/>
                    <a:gd name="f88" fmla="*/ 491 f66 1"/>
                    <a:gd name="f89" fmla="*/ 570 f66 1"/>
                    <a:gd name="f90" fmla="*/ 625 f65 1"/>
                    <a:gd name="f91" fmla="*/ 702 f66 1"/>
                    <a:gd name="f92" fmla="*/ 587 f66 1"/>
                    <a:gd name="f93" fmla="*/ 438 f65 1"/>
                    <a:gd name="f94" fmla="*/ 485 f66 1"/>
                    <a:gd name="f95" fmla="*/ 563 f65 1"/>
                    <a:gd name="f96" fmla="*/ 454 f66 1"/>
                    <a:gd name="f97" fmla="*/ 658 f65 1"/>
                    <a:gd name="f98" fmla="*/ 250 f66 1"/>
                    <a:gd name="f99" fmla="*/ 219 f66 1"/>
                    <a:gd name="f100" fmla="*/ 565 f65 1"/>
                    <a:gd name="f101" fmla="*/ 115 f66 1"/>
                    <a:gd name="f102" fmla="*/ 439 f65 1"/>
                    <a:gd name="f103" fmla="*/ 99 f66 1"/>
                    <a:gd name="f104" fmla="*/ 99 f65 1"/>
                    <a:gd name="f105" fmla="*/ 603 f66 1"/>
                    <a:gd name="f106" fmla="+- f67 0 f1"/>
                    <a:gd name="f107" fmla="*/ f70 1 702"/>
                    <a:gd name="f108" fmla="*/ f71 1 860"/>
                    <a:gd name="f109" fmla="*/ f72 1 702"/>
                    <a:gd name="f110" fmla="*/ f73 1 860"/>
                    <a:gd name="f111" fmla="*/ f74 1 702"/>
                    <a:gd name="f112" fmla="*/ f75 1 860"/>
                    <a:gd name="f113" fmla="*/ f76 1 702"/>
                    <a:gd name="f114" fmla="*/ f77 1 860"/>
                    <a:gd name="f115" fmla="*/ f78 1 702"/>
                    <a:gd name="f116" fmla="*/ f79 1 702"/>
                    <a:gd name="f117" fmla="*/ f80 1 702"/>
                    <a:gd name="f118" fmla="*/ f81 1 860"/>
                    <a:gd name="f119" fmla="*/ f82 1 702"/>
                    <a:gd name="f120" fmla="*/ f83 1 702"/>
                    <a:gd name="f121" fmla="*/ f84 1 702"/>
                    <a:gd name="f122" fmla="*/ f85 1 860"/>
                    <a:gd name="f123" fmla="*/ f86 1 702"/>
                    <a:gd name="f124" fmla="*/ f87 1 702"/>
                    <a:gd name="f125" fmla="*/ f88 1 702"/>
                    <a:gd name="f126" fmla="*/ f89 1 702"/>
                    <a:gd name="f127" fmla="*/ f90 1 860"/>
                    <a:gd name="f128" fmla="*/ f91 1 702"/>
                    <a:gd name="f129" fmla="*/ f92 1 702"/>
                    <a:gd name="f130" fmla="*/ f93 1 860"/>
                    <a:gd name="f131" fmla="*/ f94 1 702"/>
                    <a:gd name="f132" fmla="*/ f95 1 860"/>
                    <a:gd name="f133" fmla="*/ f96 1 702"/>
                    <a:gd name="f134" fmla="*/ f97 1 860"/>
                    <a:gd name="f135" fmla="*/ f98 1 702"/>
                    <a:gd name="f136" fmla="*/ f99 1 702"/>
                    <a:gd name="f137" fmla="*/ f100 1 860"/>
                    <a:gd name="f138" fmla="*/ f101 1 702"/>
                    <a:gd name="f139" fmla="*/ f102 1 860"/>
                    <a:gd name="f140" fmla="*/ f103 1 702"/>
                    <a:gd name="f141" fmla="*/ f104 1 860"/>
                    <a:gd name="f142" fmla="*/ f105 1 702"/>
                    <a:gd name="f143" fmla="*/ 0 1 f68"/>
                    <a:gd name="f144" fmla="*/ f62 1 f68"/>
                    <a:gd name="f145" fmla="*/ 0 1 f69"/>
                    <a:gd name="f146" fmla="*/ f63 1 f69"/>
                    <a:gd name="f147" fmla="*/ f107 1 f68"/>
                    <a:gd name="f148" fmla="*/ f108 1 f69"/>
                    <a:gd name="f149" fmla="*/ f109 1 f68"/>
                    <a:gd name="f150" fmla="*/ f110 1 f69"/>
                    <a:gd name="f151" fmla="*/ f111 1 f68"/>
                    <a:gd name="f152" fmla="*/ f112 1 f69"/>
                    <a:gd name="f153" fmla="*/ f113 1 f68"/>
                    <a:gd name="f154" fmla="*/ f114 1 f69"/>
                    <a:gd name="f155" fmla="*/ f115 1 f68"/>
                    <a:gd name="f156" fmla="*/ f116 1 f68"/>
                    <a:gd name="f157" fmla="*/ f117 1 f68"/>
                    <a:gd name="f158" fmla="*/ f118 1 f69"/>
                    <a:gd name="f159" fmla="*/ f119 1 f68"/>
                    <a:gd name="f160" fmla="*/ f120 1 f68"/>
                    <a:gd name="f161" fmla="*/ f121 1 f68"/>
                    <a:gd name="f162" fmla="*/ f122 1 f69"/>
                    <a:gd name="f163" fmla="*/ f123 1 f68"/>
                    <a:gd name="f164" fmla="*/ f124 1 f68"/>
                    <a:gd name="f165" fmla="*/ f125 1 f68"/>
                    <a:gd name="f166" fmla="*/ f126 1 f68"/>
                    <a:gd name="f167" fmla="*/ f127 1 f69"/>
                    <a:gd name="f168" fmla="*/ f128 1 f68"/>
                    <a:gd name="f169" fmla="*/ f129 1 f68"/>
                    <a:gd name="f170" fmla="*/ f130 1 f69"/>
                    <a:gd name="f171" fmla="*/ f131 1 f68"/>
                    <a:gd name="f172" fmla="*/ f132 1 f69"/>
                    <a:gd name="f173" fmla="*/ f133 1 f68"/>
                    <a:gd name="f174" fmla="*/ f134 1 f69"/>
                    <a:gd name="f175" fmla="*/ f135 1 f68"/>
                    <a:gd name="f176" fmla="*/ f136 1 f68"/>
                    <a:gd name="f177" fmla="*/ f137 1 f69"/>
                    <a:gd name="f178" fmla="*/ f138 1 f68"/>
                    <a:gd name="f179" fmla="*/ f139 1 f69"/>
                    <a:gd name="f180" fmla="*/ f140 1 f68"/>
                    <a:gd name="f181" fmla="*/ f141 1 f69"/>
                    <a:gd name="f182" fmla="*/ f142 1 f68"/>
                    <a:gd name="f183" fmla="*/ f143 f59 1"/>
                    <a:gd name="f184" fmla="*/ f144 f59 1"/>
                    <a:gd name="f185" fmla="*/ f146 f60 1"/>
                    <a:gd name="f186" fmla="*/ f145 f60 1"/>
                    <a:gd name="f187" fmla="*/ f147 f59 1"/>
                    <a:gd name="f188" fmla="*/ f148 f60 1"/>
                    <a:gd name="f189" fmla="*/ f149 f59 1"/>
                    <a:gd name="f190" fmla="*/ f150 f60 1"/>
                    <a:gd name="f191" fmla="*/ f151 f59 1"/>
                    <a:gd name="f192" fmla="*/ f152 f60 1"/>
                    <a:gd name="f193" fmla="*/ f153 f59 1"/>
                    <a:gd name="f194" fmla="*/ f154 f60 1"/>
                    <a:gd name="f195" fmla="*/ f155 f59 1"/>
                    <a:gd name="f196" fmla="*/ f156 f59 1"/>
                    <a:gd name="f197" fmla="*/ f157 f59 1"/>
                    <a:gd name="f198" fmla="*/ f158 f60 1"/>
                    <a:gd name="f199" fmla="*/ f159 f59 1"/>
                    <a:gd name="f200" fmla="*/ f160 f59 1"/>
                    <a:gd name="f201" fmla="*/ f161 f59 1"/>
                    <a:gd name="f202" fmla="*/ f162 f60 1"/>
                    <a:gd name="f203" fmla="*/ f163 f59 1"/>
                    <a:gd name="f204" fmla="*/ f164 f59 1"/>
                    <a:gd name="f205" fmla="*/ f165 f59 1"/>
                    <a:gd name="f206" fmla="*/ f166 f59 1"/>
                    <a:gd name="f207" fmla="*/ f167 f60 1"/>
                    <a:gd name="f208" fmla="*/ f168 f59 1"/>
                    <a:gd name="f209" fmla="*/ f169 f59 1"/>
                    <a:gd name="f210" fmla="*/ f170 f60 1"/>
                    <a:gd name="f211" fmla="*/ f171 f59 1"/>
                    <a:gd name="f212" fmla="*/ f172 f60 1"/>
                    <a:gd name="f213" fmla="*/ f173 f59 1"/>
                    <a:gd name="f214" fmla="*/ f174 f60 1"/>
                    <a:gd name="f215" fmla="*/ f175 f59 1"/>
                    <a:gd name="f216" fmla="*/ f176 f59 1"/>
                    <a:gd name="f217" fmla="*/ f177 f60 1"/>
                    <a:gd name="f218" fmla="*/ f178 f59 1"/>
                    <a:gd name="f219" fmla="*/ f179 f60 1"/>
                    <a:gd name="f220" fmla="*/ f180 f59 1"/>
                    <a:gd name="f221" fmla="*/ f181 f60 1"/>
                    <a:gd name="f222" fmla="*/ f182 f59 1"/>
                  </a:gdLst>
                  <a:ahLst/>
                  <a:cxnLst>
                    <a:cxn ang="3cd4">
                      <a:pos x="hc" y="t"/>
                    </a:cxn>
                    <a:cxn ang="0">
                      <a:pos x="r" y="vc"/>
                    </a:cxn>
                    <a:cxn ang="cd4">
                      <a:pos x="hc" y="b"/>
                    </a:cxn>
                    <a:cxn ang="cd2">
                      <a:pos x="l" y="vc"/>
                    </a:cxn>
                    <a:cxn ang="f106">
                      <a:pos x="f187" y="f188"/>
                    </a:cxn>
                    <a:cxn ang="f106">
                      <a:pos x="f189" y="f190"/>
                    </a:cxn>
                    <a:cxn ang="f106">
                      <a:pos x="f191" y="f192"/>
                    </a:cxn>
                    <a:cxn ang="f106">
                      <a:pos x="f193" y="f194"/>
                    </a:cxn>
                    <a:cxn ang="f106">
                      <a:pos x="f195" y="f194"/>
                    </a:cxn>
                    <a:cxn ang="f106">
                      <a:pos x="f195" y="f194"/>
                    </a:cxn>
                    <a:cxn ang="f106">
                      <a:pos x="f196" y="f194"/>
                    </a:cxn>
                    <a:cxn ang="f106">
                      <a:pos x="f197" y="f198"/>
                    </a:cxn>
                    <a:cxn ang="f106">
                      <a:pos x="f199" y="f198"/>
                    </a:cxn>
                    <a:cxn ang="f106">
                      <a:pos x="f199" y="f198"/>
                    </a:cxn>
                    <a:cxn ang="f106">
                      <a:pos x="f200" y="f198"/>
                    </a:cxn>
                    <a:cxn ang="f106">
                      <a:pos x="f201" y="f202"/>
                    </a:cxn>
                    <a:cxn ang="f106">
                      <a:pos x="f201" y="f202"/>
                    </a:cxn>
                    <a:cxn ang="f106">
                      <a:pos x="f203" y="f202"/>
                    </a:cxn>
                    <a:cxn ang="f106">
                      <a:pos x="f204" y="f202"/>
                    </a:cxn>
                    <a:cxn ang="f106">
                      <a:pos x="f205" y="f202"/>
                    </a:cxn>
                    <a:cxn ang="f106">
                      <a:pos x="f206" y="f207"/>
                    </a:cxn>
                    <a:cxn ang="f106">
                      <a:pos x="f208" y="f190"/>
                    </a:cxn>
                    <a:cxn ang="f106">
                      <a:pos x="f187" y="f188"/>
                    </a:cxn>
                    <a:cxn ang="f106">
                      <a:pos x="f209" y="f210"/>
                    </a:cxn>
                    <a:cxn ang="f106">
                      <a:pos x="f211" y="f212"/>
                    </a:cxn>
                    <a:cxn ang="f106">
                      <a:pos x="f213" y="f214"/>
                    </a:cxn>
                    <a:cxn ang="f106">
                      <a:pos x="f215" y="f214"/>
                    </a:cxn>
                    <a:cxn ang="f106">
                      <a:pos x="f216" y="f217"/>
                    </a:cxn>
                    <a:cxn ang="f106">
                      <a:pos x="f218" y="f219"/>
                    </a:cxn>
                    <a:cxn ang="f106">
                      <a:pos x="f220" y="f190"/>
                    </a:cxn>
                    <a:cxn ang="f106">
                      <a:pos x="f187" y="f221"/>
                    </a:cxn>
                    <a:cxn ang="f106">
                      <a:pos x="f222" y="f190"/>
                    </a:cxn>
                    <a:cxn ang="f106">
                      <a:pos x="f209" y="f210"/>
                    </a:cxn>
                  </a:cxnLst>
                  <a:rect l="f183" t="f186" r="f184" b="f185"/>
                  <a:pathLst>
                    <a:path w="702" h="860">
                      <a:moveTo>
                        <a:pt x="f8" y="f5"/>
                      </a:moveTo>
                      <a:cubicBezTo>
                        <a:pt x="f9" y="f5"/>
                        <a:pt x="f5" y="f9"/>
                        <a:pt x="f5" y="f8"/>
                      </a:cubicBezTo>
                      <a:cubicBezTo>
                        <a:pt x="f5" y="f10"/>
                        <a:pt x="f11" y="f12"/>
                        <a:pt x="f13" y="f14"/>
                      </a:cubicBezTo>
                      <a:cubicBezTo>
                        <a:pt x="f15" y="f16"/>
                        <a:pt x="f15" y="f16"/>
                        <a:pt x="f15" y="f16"/>
                      </a:cubicBezTo>
                      <a:cubicBezTo>
                        <a:pt x="f17" y="f16"/>
                        <a:pt x="f17" y="f16"/>
                        <a:pt x="f17" y="f16"/>
                      </a:cubicBezTo>
                      <a:cubicBezTo>
                        <a:pt x="f17" y="f16"/>
                        <a:pt x="f17" y="f16"/>
                        <a:pt x="f17" y="f16"/>
                      </a:cubicBezTo>
                      <a:cubicBezTo>
                        <a:pt x="f18" y="f16"/>
                        <a:pt x="f18" y="f16"/>
                        <a:pt x="f18" y="f16"/>
                      </a:cubicBezTo>
                      <a:cubicBezTo>
                        <a:pt x="f19" y="f20"/>
                        <a:pt x="f19" y="f20"/>
                        <a:pt x="f19" y="f20"/>
                      </a:cubicBezTo>
                      <a:cubicBezTo>
                        <a:pt x="f21" y="f20"/>
                        <a:pt x="f21" y="f20"/>
                        <a:pt x="f21" y="f20"/>
                      </a:cubicBezTo>
                      <a:cubicBezTo>
                        <a:pt x="f21" y="f20"/>
                        <a:pt x="f21" y="f20"/>
                        <a:pt x="f21" y="f20"/>
                      </a:cubicBezTo>
                      <a:cubicBezTo>
                        <a:pt x="f22" y="f20"/>
                        <a:pt x="f22" y="f20"/>
                        <a:pt x="f22" y="f20"/>
                      </a:cubicBezTo>
                      <a:cubicBezTo>
                        <a:pt x="f23" y="f7"/>
                        <a:pt x="f23" y="f7"/>
                        <a:pt x="f23" y="f7"/>
                      </a:cubicBezTo>
                      <a:cubicBezTo>
                        <a:pt x="f23" y="f7"/>
                        <a:pt x="f23" y="f7"/>
                        <a:pt x="f23" y="f7"/>
                      </a:cubicBezTo>
                      <a:cubicBezTo>
                        <a:pt x="f24" y="f7"/>
                        <a:pt x="f24" y="f7"/>
                        <a:pt x="f24" y="f7"/>
                      </a:cubicBezTo>
                      <a:cubicBezTo>
                        <a:pt x="f25" y="f7"/>
                        <a:pt x="f25" y="f7"/>
                        <a:pt x="f25" y="f7"/>
                      </a:cubicBezTo>
                      <a:cubicBezTo>
                        <a:pt x="f26" y="f7"/>
                        <a:pt x="f26" y="f7"/>
                        <a:pt x="f26" y="f7"/>
                      </a:cubicBezTo>
                      <a:cubicBezTo>
                        <a:pt x="f27" y="f28"/>
                        <a:pt x="f27" y="f28"/>
                        <a:pt x="f27" y="f28"/>
                      </a:cubicBezTo>
                      <a:cubicBezTo>
                        <a:pt x="f29" y="f30"/>
                        <a:pt x="f6" y="f31"/>
                        <a:pt x="f6" y="f8"/>
                      </a:cubicBezTo>
                      <a:cubicBezTo>
                        <a:pt x="f6" y="f9"/>
                        <a:pt x="f32" y="f5"/>
                        <a:pt x="f8" y="f5"/>
                      </a:cubicBezTo>
                      <a:close/>
                      <a:moveTo>
                        <a:pt x="f33" y="f34"/>
                      </a:moveTo>
                      <a:cubicBezTo>
                        <a:pt x="f35" y="f36"/>
                        <a:pt x="f37" y="f38"/>
                        <a:pt x="f39" y="f40"/>
                      </a:cubicBezTo>
                      <a:cubicBezTo>
                        <a:pt x="f41" y="f42"/>
                        <a:pt x="f41" y="f42"/>
                        <a:pt x="f41" y="f42"/>
                      </a:cubicBezTo>
                      <a:cubicBezTo>
                        <a:pt x="f43" y="f42"/>
                        <a:pt x="f43" y="f42"/>
                        <a:pt x="f43" y="f42"/>
                      </a:cubicBezTo>
                      <a:cubicBezTo>
                        <a:pt x="f44" y="f45"/>
                        <a:pt x="f44" y="f45"/>
                        <a:pt x="f44" y="f45"/>
                      </a:cubicBezTo>
                      <a:cubicBezTo>
                        <a:pt x="f46" y="f47"/>
                        <a:pt x="f48" y="f26"/>
                        <a:pt x="f49" y="f50"/>
                      </a:cubicBezTo>
                      <a:cubicBezTo>
                        <a:pt x="f51" y="f52"/>
                        <a:pt x="f53" y="f54"/>
                        <a:pt x="f53" y="f8"/>
                      </a:cubicBezTo>
                      <a:cubicBezTo>
                        <a:pt x="f53" y="f23"/>
                        <a:pt x="f23" y="f53"/>
                        <a:pt x="f8" y="f53"/>
                      </a:cubicBezTo>
                      <a:cubicBezTo>
                        <a:pt x="f36" y="f53"/>
                        <a:pt x="f55" y="f23"/>
                        <a:pt x="f55" y="f8"/>
                      </a:cubicBezTo>
                      <a:cubicBezTo>
                        <a:pt x="f55" y="f56"/>
                        <a:pt x="f57" y="f52"/>
                        <a:pt x="f33" y="f34"/>
                      </a:cubicBezTo>
                      <a:close/>
                    </a:path>
                  </a:pathLst>
                </a:custGeom>
                <a:gradFill>
                  <a:gsLst>
                    <a:gs pos="0">
                      <a:srgbClr val="9D9FA1"/>
                    </a:gs>
                    <a:gs pos="100000">
                      <a:srgbClr val="211F26"/>
                    </a:gs>
                  </a:gsLst>
                  <a:lin ang="2700000"/>
                </a:gradFill>
                <a:ln>
                  <a:noFill/>
                  <a:prstDash val="solid"/>
                </a:ln>
              </p:spPr>
              <p:txBody>
                <a:bodyPr vert="horz" wrap="square" lIns="91440" tIns="45720" rIns="91440" bIns="45720" anchor="t"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300" b="0" i="0" u="none" strike="noStrike" kern="0" cap="none" spc="0" baseline="0">
                    <a:solidFill>
                      <a:srgbClr val="211F26"/>
                    </a:solidFill>
                    <a:uFillTx/>
                    <a:latin typeface="Arial"/>
                  </a:endParaRPr>
                </a:p>
              </p:txBody>
            </p:sp>
          </p:grpSp>
          <p:sp>
            <p:nvSpPr>
              <p:cNvPr id="172" name="Tekstvak 141">
                <a:extLst>
                  <a:ext uri="{FF2B5EF4-FFF2-40B4-BE49-F238E27FC236}">
                    <a16:creationId xmlns:a16="http://schemas.microsoft.com/office/drawing/2014/main" id="{980862F5-5B86-05F4-A10C-2A27F100B87F}"/>
                  </a:ext>
                </a:extLst>
              </p:cNvPr>
              <p:cNvSpPr txBox="1"/>
              <p:nvPr/>
            </p:nvSpPr>
            <p:spPr>
              <a:xfrm>
                <a:off x="-938430" y="4917487"/>
                <a:ext cx="627799" cy="322234"/>
              </a:xfrm>
              <a:prstGeom prst="rect">
                <a:avLst/>
              </a:prstGeom>
              <a:noFill/>
              <a:ln>
                <a:noFill/>
              </a:ln>
            </p:spPr>
            <p:txBody>
              <a:bodyPr vert="horz" wrap="square" lIns="0" tIns="0" rIns="0" bIns="0"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000" b="0" i="0" u="none" strike="noStrike" kern="0" cap="none" spc="0" baseline="0">
                    <a:solidFill>
                      <a:srgbClr val="211F26"/>
                    </a:solidFill>
                    <a:uFillTx/>
                    <a:latin typeface="Calibri" pitchFamily="34"/>
                    <a:cs typeface="Calibri" pitchFamily="34"/>
                  </a:rPr>
                  <a:t>Inspiration</a:t>
                </a:r>
              </a:p>
            </p:txBody>
          </p:sp>
        </p:grpSp>
      </p:grpSp>
    </p:spTree>
    <p:extLst>
      <p:ext uri="{BB962C8B-B14F-4D97-AF65-F5344CB8AC3E}">
        <p14:creationId xmlns:p14="http://schemas.microsoft.com/office/powerpoint/2010/main" val="318587937"/>
      </p:ext>
    </p:extLst>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able">
    <p:spTree>
      <p:nvGrpSpPr>
        <p:cNvPr id="1" name=""/>
        <p:cNvGrpSpPr/>
        <p:nvPr/>
      </p:nvGrpSpPr>
      <p:grpSpPr>
        <a:xfrm>
          <a:off x="0" y="0"/>
          <a:ext cx="0" cy="0"/>
          <a:chOff x="0" y="0"/>
          <a:chExt cx="0" cy="0"/>
        </a:xfrm>
      </p:grpSpPr>
    </p:spTree>
    <p:extLst>
      <p:ext uri="{BB962C8B-B14F-4D97-AF65-F5344CB8AC3E}">
        <p14:creationId xmlns:p14="http://schemas.microsoft.com/office/powerpoint/2010/main" val="3654164053"/>
      </p:ext>
    </p:extLst>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Video">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2287139"/>
      </p:ext>
    </p:extLst>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343048"/>
      </p:ext>
    </p:extLst>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Organogram + photos">
    <p:spTree>
      <p:nvGrpSpPr>
        <p:cNvPr id="1" name=""/>
        <p:cNvGrpSpPr/>
        <p:nvPr/>
      </p:nvGrpSpPr>
      <p:grpSpPr>
        <a:xfrm>
          <a:off x="0" y="0"/>
          <a:ext cx="0" cy="0"/>
          <a:chOff x="0" y="0"/>
          <a:chExt cx="0" cy="0"/>
        </a:xfrm>
      </p:grpSpPr>
      <p:sp>
        <p:nvSpPr>
          <p:cNvPr id="2" name="Tijdelijke aanduiding voor afbeelding 16">
            <a:extLst>
              <a:ext uri="{FF2B5EF4-FFF2-40B4-BE49-F238E27FC236}">
                <a16:creationId xmlns:a16="http://schemas.microsoft.com/office/drawing/2014/main" id="{291BEFF7-0070-983A-C8FD-7617D52A2848}"/>
              </a:ext>
            </a:extLst>
          </p:cNvPr>
          <p:cNvSpPr txBox="1">
            <a:spLocks noGrp="1"/>
          </p:cNvSpPr>
          <p:nvPr>
            <p:ph type="pic" idx="4294967295"/>
          </p:nvPr>
        </p:nvSpPr>
        <p:spPr>
          <a:xfrm>
            <a:off x="9758623" y="5180048"/>
            <a:ext cx="562648" cy="820701"/>
          </a:xfrm>
          <a:blipFill>
            <a:blip r:embed="rId2"/>
            <a:tile/>
          </a:blipFill>
        </p:spPr>
        <p:txBody>
          <a:bodyPr tIns="251999" bIns="1259997" anchor="ctr" anchorCtr="1"/>
          <a:lstStyle>
            <a:lvl1pPr marL="0" indent="0" algn="ctr">
              <a:lnSpc>
                <a:spcPct val="100000"/>
              </a:lnSpc>
              <a:spcBef>
                <a:spcPts val="0"/>
              </a:spcBef>
              <a:spcAft>
                <a:spcPts val="0"/>
              </a:spcAft>
              <a:buNone/>
              <a:defRPr sz="900" i="1">
                <a:solidFill>
                  <a:srgbClr val="7F7F7F"/>
                </a:solidFill>
              </a:defRPr>
            </a:lvl1pPr>
          </a:lstStyle>
          <a:p>
            <a:pPr lvl="0"/>
            <a:r>
              <a:rPr lang="en-GB"/>
              <a:t>Click on the icon below to insert an image</a:t>
            </a:r>
          </a:p>
        </p:txBody>
      </p:sp>
      <p:sp>
        <p:nvSpPr>
          <p:cNvPr id="3" name="Tijdelijke aanduiding voor afbeelding 16">
            <a:extLst>
              <a:ext uri="{FF2B5EF4-FFF2-40B4-BE49-F238E27FC236}">
                <a16:creationId xmlns:a16="http://schemas.microsoft.com/office/drawing/2014/main" id="{2FA2B2BE-AABD-230E-7616-DEE22C11560E}"/>
              </a:ext>
            </a:extLst>
          </p:cNvPr>
          <p:cNvSpPr txBox="1">
            <a:spLocks noGrp="1"/>
          </p:cNvSpPr>
          <p:nvPr>
            <p:ph type="pic" idx="4294967295"/>
          </p:nvPr>
        </p:nvSpPr>
        <p:spPr>
          <a:xfrm>
            <a:off x="7498628" y="2778038"/>
            <a:ext cx="562648" cy="820701"/>
          </a:xfrm>
          <a:blipFill>
            <a:blip r:embed="rId2"/>
            <a:tile/>
          </a:blipFill>
        </p:spPr>
        <p:txBody>
          <a:bodyPr tIns="251999" bIns="1259997" anchor="ctr" anchorCtr="1"/>
          <a:lstStyle>
            <a:lvl1pPr marL="0" indent="0" algn="ctr">
              <a:lnSpc>
                <a:spcPct val="100000"/>
              </a:lnSpc>
              <a:spcBef>
                <a:spcPts val="0"/>
              </a:spcBef>
              <a:spcAft>
                <a:spcPts val="0"/>
              </a:spcAft>
              <a:buNone/>
              <a:defRPr sz="900" i="1">
                <a:solidFill>
                  <a:srgbClr val="7F7F7F"/>
                </a:solidFill>
              </a:defRPr>
            </a:lvl1pPr>
          </a:lstStyle>
          <a:p>
            <a:pPr lvl="0"/>
            <a:r>
              <a:rPr lang="en-GB"/>
              <a:t>Click on the icon below to insert an image</a:t>
            </a:r>
          </a:p>
        </p:txBody>
      </p:sp>
      <p:sp>
        <p:nvSpPr>
          <p:cNvPr id="4" name="Tijdelijke aanduiding voor afbeelding 16">
            <a:extLst>
              <a:ext uri="{FF2B5EF4-FFF2-40B4-BE49-F238E27FC236}">
                <a16:creationId xmlns:a16="http://schemas.microsoft.com/office/drawing/2014/main" id="{A7F3E953-A135-D40B-75D5-619D2C103EED}"/>
              </a:ext>
            </a:extLst>
          </p:cNvPr>
          <p:cNvSpPr txBox="1">
            <a:spLocks noGrp="1"/>
          </p:cNvSpPr>
          <p:nvPr>
            <p:ph type="pic" idx="4294967295"/>
          </p:nvPr>
        </p:nvSpPr>
        <p:spPr>
          <a:xfrm>
            <a:off x="7498628" y="3979039"/>
            <a:ext cx="562648" cy="820701"/>
          </a:xfrm>
          <a:blipFill>
            <a:blip r:embed="rId2"/>
            <a:tile/>
          </a:blipFill>
        </p:spPr>
        <p:txBody>
          <a:bodyPr tIns="251999" bIns="1259997" anchor="ctr" anchorCtr="1"/>
          <a:lstStyle>
            <a:lvl1pPr marL="0" indent="0" algn="ctr">
              <a:lnSpc>
                <a:spcPct val="100000"/>
              </a:lnSpc>
              <a:spcBef>
                <a:spcPts val="0"/>
              </a:spcBef>
              <a:spcAft>
                <a:spcPts val="0"/>
              </a:spcAft>
              <a:buNone/>
              <a:defRPr sz="900" i="1">
                <a:solidFill>
                  <a:srgbClr val="7F7F7F"/>
                </a:solidFill>
              </a:defRPr>
            </a:lvl1pPr>
          </a:lstStyle>
          <a:p>
            <a:pPr lvl="0"/>
            <a:r>
              <a:rPr lang="en-GB"/>
              <a:t>Click on the icon below to insert an image</a:t>
            </a:r>
          </a:p>
        </p:txBody>
      </p:sp>
      <p:sp>
        <p:nvSpPr>
          <p:cNvPr id="5" name="Tijdelijke aanduiding voor afbeelding 16">
            <a:extLst>
              <a:ext uri="{FF2B5EF4-FFF2-40B4-BE49-F238E27FC236}">
                <a16:creationId xmlns:a16="http://schemas.microsoft.com/office/drawing/2014/main" id="{BC7E8A2B-DEE7-F61C-141A-03A1954EEFEA}"/>
              </a:ext>
            </a:extLst>
          </p:cNvPr>
          <p:cNvSpPr txBox="1">
            <a:spLocks noGrp="1"/>
          </p:cNvSpPr>
          <p:nvPr>
            <p:ph type="pic" idx="4294967295"/>
          </p:nvPr>
        </p:nvSpPr>
        <p:spPr>
          <a:xfrm>
            <a:off x="7498628" y="5180048"/>
            <a:ext cx="562648" cy="820701"/>
          </a:xfrm>
          <a:blipFill>
            <a:blip r:embed="rId2"/>
            <a:tile/>
          </a:blipFill>
        </p:spPr>
        <p:txBody>
          <a:bodyPr tIns="251999" bIns="1259997" anchor="ctr" anchorCtr="1"/>
          <a:lstStyle>
            <a:lvl1pPr marL="0" indent="0" algn="ctr">
              <a:lnSpc>
                <a:spcPct val="100000"/>
              </a:lnSpc>
              <a:spcBef>
                <a:spcPts val="0"/>
              </a:spcBef>
              <a:spcAft>
                <a:spcPts val="0"/>
              </a:spcAft>
              <a:buNone/>
              <a:defRPr sz="900" i="1">
                <a:solidFill>
                  <a:srgbClr val="7F7F7F"/>
                </a:solidFill>
              </a:defRPr>
            </a:lvl1pPr>
          </a:lstStyle>
          <a:p>
            <a:pPr lvl="0"/>
            <a:r>
              <a:rPr lang="en-GB"/>
              <a:t>Click on the icon below to insert an image</a:t>
            </a:r>
          </a:p>
        </p:txBody>
      </p:sp>
      <p:sp>
        <p:nvSpPr>
          <p:cNvPr id="6" name="Tijdelijke aanduiding voor afbeelding 16">
            <a:extLst>
              <a:ext uri="{FF2B5EF4-FFF2-40B4-BE49-F238E27FC236}">
                <a16:creationId xmlns:a16="http://schemas.microsoft.com/office/drawing/2014/main" id="{BF0956FC-0DC4-76EB-9AC3-C0AF4325ECA6}"/>
              </a:ext>
            </a:extLst>
          </p:cNvPr>
          <p:cNvSpPr txBox="1">
            <a:spLocks noGrp="1"/>
          </p:cNvSpPr>
          <p:nvPr>
            <p:ph type="pic" idx="4294967295"/>
          </p:nvPr>
        </p:nvSpPr>
        <p:spPr>
          <a:xfrm>
            <a:off x="5227012" y="2778047"/>
            <a:ext cx="562648" cy="820701"/>
          </a:xfrm>
          <a:blipFill>
            <a:blip r:embed="rId2"/>
            <a:tile/>
          </a:blipFill>
        </p:spPr>
        <p:txBody>
          <a:bodyPr tIns="251999" bIns="1259997" anchor="ctr" anchorCtr="1"/>
          <a:lstStyle>
            <a:lvl1pPr marL="0" indent="0" algn="ctr">
              <a:lnSpc>
                <a:spcPct val="100000"/>
              </a:lnSpc>
              <a:spcBef>
                <a:spcPts val="0"/>
              </a:spcBef>
              <a:spcAft>
                <a:spcPts val="0"/>
              </a:spcAft>
              <a:buNone/>
              <a:defRPr sz="900" i="1">
                <a:solidFill>
                  <a:srgbClr val="7F7F7F"/>
                </a:solidFill>
              </a:defRPr>
            </a:lvl1pPr>
          </a:lstStyle>
          <a:p>
            <a:pPr lvl="0"/>
            <a:r>
              <a:rPr lang="en-GB"/>
              <a:t>Click on the icon below to insert an image</a:t>
            </a:r>
          </a:p>
        </p:txBody>
      </p:sp>
      <p:sp>
        <p:nvSpPr>
          <p:cNvPr id="7" name="Tijdelijke aanduiding voor afbeelding 16">
            <a:extLst>
              <a:ext uri="{FF2B5EF4-FFF2-40B4-BE49-F238E27FC236}">
                <a16:creationId xmlns:a16="http://schemas.microsoft.com/office/drawing/2014/main" id="{3EAFBBB5-4192-B08E-C43A-904FD9A65F17}"/>
              </a:ext>
            </a:extLst>
          </p:cNvPr>
          <p:cNvSpPr txBox="1">
            <a:spLocks noGrp="1"/>
          </p:cNvSpPr>
          <p:nvPr>
            <p:ph type="pic" idx="4294967295"/>
          </p:nvPr>
        </p:nvSpPr>
        <p:spPr>
          <a:xfrm>
            <a:off x="5227012" y="3979048"/>
            <a:ext cx="562648" cy="820701"/>
          </a:xfrm>
          <a:blipFill>
            <a:blip r:embed="rId2"/>
            <a:tile/>
          </a:blipFill>
        </p:spPr>
        <p:txBody>
          <a:bodyPr tIns="251999" bIns="1259997" anchor="ctr" anchorCtr="1"/>
          <a:lstStyle>
            <a:lvl1pPr marL="0" indent="0" algn="ctr">
              <a:lnSpc>
                <a:spcPct val="100000"/>
              </a:lnSpc>
              <a:spcBef>
                <a:spcPts val="0"/>
              </a:spcBef>
              <a:spcAft>
                <a:spcPts val="0"/>
              </a:spcAft>
              <a:buNone/>
              <a:defRPr sz="900" i="1">
                <a:solidFill>
                  <a:srgbClr val="7F7F7F"/>
                </a:solidFill>
              </a:defRPr>
            </a:lvl1pPr>
          </a:lstStyle>
          <a:p>
            <a:pPr lvl="0"/>
            <a:r>
              <a:rPr lang="en-GB"/>
              <a:t>Click on the icon below to insert an image</a:t>
            </a:r>
          </a:p>
        </p:txBody>
      </p:sp>
      <p:sp>
        <p:nvSpPr>
          <p:cNvPr id="8" name="Tijdelijke aanduiding voor afbeelding 16">
            <a:extLst>
              <a:ext uri="{FF2B5EF4-FFF2-40B4-BE49-F238E27FC236}">
                <a16:creationId xmlns:a16="http://schemas.microsoft.com/office/drawing/2014/main" id="{784A05B6-ABB1-81B9-B786-2A54EB426B1D}"/>
              </a:ext>
            </a:extLst>
          </p:cNvPr>
          <p:cNvSpPr txBox="1">
            <a:spLocks noGrp="1"/>
          </p:cNvSpPr>
          <p:nvPr>
            <p:ph type="pic" idx="4294967295"/>
          </p:nvPr>
        </p:nvSpPr>
        <p:spPr>
          <a:xfrm>
            <a:off x="5227012" y="5180048"/>
            <a:ext cx="562648" cy="820701"/>
          </a:xfrm>
          <a:blipFill>
            <a:blip r:embed="rId2"/>
            <a:tile/>
          </a:blipFill>
        </p:spPr>
        <p:txBody>
          <a:bodyPr tIns="251999" bIns="1259997" anchor="ctr" anchorCtr="1"/>
          <a:lstStyle>
            <a:lvl1pPr marL="0" indent="0" algn="ctr">
              <a:lnSpc>
                <a:spcPct val="100000"/>
              </a:lnSpc>
              <a:spcBef>
                <a:spcPts val="0"/>
              </a:spcBef>
              <a:spcAft>
                <a:spcPts val="0"/>
              </a:spcAft>
              <a:buNone/>
              <a:defRPr sz="900" i="1">
                <a:solidFill>
                  <a:srgbClr val="7F7F7F"/>
                </a:solidFill>
              </a:defRPr>
            </a:lvl1pPr>
          </a:lstStyle>
          <a:p>
            <a:pPr lvl="0"/>
            <a:r>
              <a:rPr lang="en-GB"/>
              <a:t>Click on the icon below to insert an image</a:t>
            </a:r>
          </a:p>
        </p:txBody>
      </p:sp>
      <p:sp>
        <p:nvSpPr>
          <p:cNvPr id="9" name="Tijdelijke aanduiding voor afbeelding 16">
            <a:extLst>
              <a:ext uri="{FF2B5EF4-FFF2-40B4-BE49-F238E27FC236}">
                <a16:creationId xmlns:a16="http://schemas.microsoft.com/office/drawing/2014/main" id="{3A9F51D5-4F65-92D8-52C1-757635B610BE}"/>
              </a:ext>
            </a:extLst>
          </p:cNvPr>
          <p:cNvSpPr txBox="1">
            <a:spLocks noGrp="1"/>
          </p:cNvSpPr>
          <p:nvPr>
            <p:ph type="pic" idx="4294967295"/>
          </p:nvPr>
        </p:nvSpPr>
        <p:spPr>
          <a:xfrm>
            <a:off x="2978648" y="2778038"/>
            <a:ext cx="562648" cy="820701"/>
          </a:xfrm>
          <a:blipFill>
            <a:blip r:embed="rId2"/>
            <a:tile/>
          </a:blipFill>
        </p:spPr>
        <p:txBody>
          <a:bodyPr tIns="251999" bIns="1259997" anchor="ctr" anchorCtr="1"/>
          <a:lstStyle>
            <a:lvl1pPr marL="0" indent="0" algn="ctr">
              <a:lnSpc>
                <a:spcPct val="100000"/>
              </a:lnSpc>
              <a:spcBef>
                <a:spcPts val="0"/>
              </a:spcBef>
              <a:spcAft>
                <a:spcPts val="0"/>
              </a:spcAft>
              <a:buNone/>
              <a:defRPr sz="900" i="1">
                <a:solidFill>
                  <a:srgbClr val="7F7F7F"/>
                </a:solidFill>
              </a:defRPr>
            </a:lvl1pPr>
          </a:lstStyle>
          <a:p>
            <a:pPr lvl="0"/>
            <a:r>
              <a:rPr lang="en-GB"/>
              <a:t>Click on the icon below to insert an image</a:t>
            </a:r>
          </a:p>
        </p:txBody>
      </p:sp>
      <p:sp>
        <p:nvSpPr>
          <p:cNvPr id="10" name="Tijdelijke aanduiding voor afbeelding 16">
            <a:extLst>
              <a:ext uri="{FF2B5EF4-FFF2-40B4-BE49-F238E27FC236}">
                <a16:creationId xmlns:a16="http://schemas.microsoft.com/office/drawing/2014/main" id="{DD85C17F-BE1D-57A8-3AD5-2F216A011DDE}"/>
              </a:ext>
            </a:extLst>
          </p:cNvPr>
          <p:cNvSpPr txBox="1">
            <a:spLocks noGrp="1"/>
          </p:cNvSpPr>
          <p:nvPr>
            <p:ph type="pic" idx="4294967295"/>
          </p:nvPr>
        </p:nvSpPr>
        <p:spPr>
          <a:xfrm>
            <a:off x="2978648" y="3979039"/>
            <a:ext cx="562648" cy="820701"/>
          </a:xfrm>
          <a:blipFill>
            <a:blip r:embed="rId2"/>
            <a:tile/>
          </a:blipFill>
        </p:spPr>
        <p:txBody>
          <a:bodyPr tIns="251999" bIns="1259997" anchor="ctr" anchorCtr="1"/>
          <a:lstStyle>
            <a:lvl1pPr marL="0" indent="0" algn="ctr">
              <a:lnSpc>
                <a:spcPct val="100000"/>
              </a:lnSpc>
              <a:spcBef>
                <a:spcPts val="0"/>
              </a:spcBef>
              <a:spcAft>
                <a:spcPts val="0"/>
              </a:spcAft>
              <a:buNone/>
              <a:defRPr sz="900" i="1">
                <a:solidFill>
                  <a:srgbClr val="7F7F7F"/>
                </a:solidFill>
              </a:defRPr>
            </a:lvl1pPr>
          </a:lstStyle>
          <a:p>
            <a:pPr lvl="0"/>
            <a:r>
              <a:rPr lang="en-GB"/>
              <a:t>Click on the icon below to insert an image</a:t>
            </a:r>
          </a:p>
        </p:txBody>
      </p:sp>
      <p:sp>
        <p:nvSpPr>
          <p:cNvPr id="11" name="Tijdelijke aanduiding voor afbeelding 16">
            <a:extLst>
              <a:ext uri="{FF2B5EF4-FFF2-40B4-BE49-F238E27FC236}">
                <a16:creationId xmlns:a16="http://schemas.microsoft.com/office/drawing/2014/main" id="{22E44BB6-45FA-3DBC-FD06-F9FA6B33A760}"/>
              </a:ext>
            </a:extLst>
          </p:cNvPr>
          <p:cNvSpPr txBox="1">
            <a:spLocks noGrp="1"/>
          </p:cNvSpPr>
          <p:nvPr>
            <p:ph type="pic" idx="4294967295"/>
          </p:nvPr>
        </p:nvSpPr>
        <p:spPr>
          <a:xfrm>
            <a:off x="2978648" y="5180048"/>
            <a:ext cx="562648" cy="820701"/>
          </a:xfrm>
          <a:blipFill>
            <a:blip r:embed="rId2"/>
            <a:tile/>
          </a:blipFill>
        </p:spPr>
        <p:txBody>
          <a:bodyPr tIns="251999" bIns="1259997" anchor="ctr" anchorCtr="1"/>
          <a:lstStyle>
            <a:lvl1pPr marL="0" indent="0" algn="ctr">
              <a:lnSpc>
                <a:spcPct val="100000"/>
              </a:lnSpc>
              <a:spcBef>
                <a:spcPts val="0"/>
              </a:spcBef>
              <a:spcAft>
                <a:spcPts val="0"/>
              </a:spcAft>
              <a:buNone/>
              <a:defRPr sz="900" i="1">
                <a:solidFill>
                  <a:srgbClr val="7F7F7F"/>
                </a:solidFill>
              </a:defRPr>
            </a:lvl1pPr>
          </a:lstStyle>
          <a:p>
            <a:pPr lvl="0"/>
            <a:r>
              <a:rPr lang="en-GB"/>
              <a:t>Click on the icon below to insert an image</a:t>
            </a:r>
          </a:p>
        </p:txBody>
      </p:sp>
      <p:sp>
        <p:nvSpPr>
          <p:cNvPr id="12" name="Tijdelijke aanduiding voor afbeelding 16">
            <a:extLst>
              <a:ext uri="{FF2B5EF4-FFF2-40B4-BE49-F238E27FC236}">
                <a16:creationId xmlns:a16="http://schemas.microsoft.com/office/drawing/2014/main" id="{378B53AD-5BFA-DE22-C2C2-6680C39BFB06}"/>
              </a:ext>
            </a:extLst>
          </p:cNvPr>
          <p:cNvSpPr txBox="1">
            <a:spLocks noGrp="1"/>
          </p:cNvSpPr>
          <p:nvPr>
            <p:ph type="pic" idx="4294967295"/>
          </p:nvPr>
        </p:nvSpPr>
        <p:spPr>
          <a:xfrm>
            <a:off x="718663" y="2778038"/>
            <a:ext cx="562648" cy="820701"/>
          </a:xfrm>
          <a:blipFill>
            <a:blip r:embed="rId2"/>
            <a:tile/>
          </a:blipFill>
        </p:spPr>
        <p:txBody>
          <a:bodyPr tIns="251999" bIns="1259997" anchor="ctr" anchorCtr="1"/>
          <a:lstStyle>
            <a:lvl1pPr marL="0" indent="0" algn="ctr">
              <a:lnSpc>
                <a:spcPct val="100000"/>
              </a:lnSpc>
              <a:spcBef>
                <a:spcPts val="0"/>
              </a:spcBef>
              <a:spcAft>
                <a:spcPts val="0"/>
              </a:spcAft>
              <a:buNone/>
              <a:defRPr sz="900" i="1">
                <a:solidFill>
                  <a:srgbClr val="7F7F7F"/>
                </a:solidFill>
              </a:defRPr>
            </a:lvl1pPr>
          </a:lstStyle>
          <a:p>
            <a:pPr lvl="0"/>
            <a:r>
              <a:rPr lang="en-GB"/>
              <a:t>Click on the icon below to insert an image</a:t>
            </a:r>
          </a:p>
        </p:txBody>
      </p:sp>
      <p:sp>
        <p:nvSpPr>
          <p:cNvPr id="13" name="Tijdelijke aanduiding voor afbeelding 16">
            <a:extLst>
              <a:ext uri="{FF2B5EF4-FFF2-40B4-BE49-F238E27FC236}">
                <a16:creationId xmlns:a16="http://schemas.microsoft.com/office/drawing/2014/main" id="{B78ACCEE-4332-E0C7-4366-6FCAF8148319}"/>
              </a:ext>
            </a:extLst>
          </p:cNvPr>
          <p:cNvSpPr txBox="1">
            <a:spLocks noGrp="1"/>
          </p:cNvSpPr>
          <p:nvPr>
            <p:ph type="pic" idx="4294967295"/>
          </p:nvPr>
        </p:nvSpPr>
        <p:spPr>
          <a:xfrm>
            <a:off x="718663" y="3979039"/>
            <a:ext cx="562648" cy="820701"/>
          </a:xfrm>
          <a:blipFill>
            <a:blip r:embed="rId2"/>
            <a:tile/>
          </a:blipFill>
        </p:spPr>
        <p:txBody>
          <a:bodyPr tIns="251999" bIns="1259997" anchor="ctr" anchorCtr="1"/>
          <a:lstStyle>
            <a:lvl1pPr marL="0" indent="0" algn="ctr">
              <a:lnSpc>
                <a:spcPct val="100000"/>
              </a:lnSpc>
              <a:spcBef>
                <a:spcPts val="0"/>
              </a:spcBef>
              <a:spcAft>
                <a:spcPts val="0"/>
              </a:spcAft>
              <a:buNone/>
              <a:defRPr sz="900" i="1">
                <a:solidFill>
                  <a:srgbClr val="7F7F7F"/>
                </a:solidFill>
              </a:defRPr>
            </a:lvl1pPr>
          </a:lstStyle>
          <a:p>
            <a:pPr lvl="0"/>
            <a:r>
              <a:rPr lang="en-GB"/>
              <a:t>Click on the icon below to insert an image</a:t>
            </a:r>
          </a:p>
        </p:txBody>
      </p:sp>
      <p:sp>
        <p:nvSpPr>
          <p:cNvPr id="14" name="Tijdelijke aanduiding voor afbeelding 16">
            <a:extLst>
              <a:ext uri="{FF2B5EF4-FFF2-40B4-BE49-F238E27FC236}">
                <a16:creationId xmlns:a16="http://schemas.microsoft.com/office/drawing/2014/main" id="{C9473DF6-D4A7-B318-C5F8-FB3959904D08}"/>
              </a:ext>
            </a:extLst>
          </p:cNvPr>
          <p:cNvSpPr txBox="1">
            <a:spLocks noGrp="1"/>
          </p:cNvSpPr>
          <p:nvPr>
            <p:ph type="pic" idx="4294967295"/>
          </p:nvPr>
        </p:nvSpPr>
        <p:spPr>
          <a:xfrm>
            <a:off x="718663" y="5180048"/>
            <a:ext cx="562648" cy="820701"/>
          </a:xfrm>
          <a:blipFill>
            <a:blip r:embed="rId2"/>
            <a:tile/>
          </a:blipFill>
        </p:spPr>
        <p:txBody>
          <a:bodyPr tIns="251999" bIns="1259997" anchor="ctr" anchorCtr="1"/>
          <a:lstStyle>
            <a:lvl1pPr marL="0" indent="0" algn="ctr">
              <a:lnSpc>
                <a:spcPct val="100000"/>
              </a:lnSpc>
              <a:spcBef>
                <a:spcPts val="0"/>
              </a:spcBef>
              <a:spcAft>
                <a:spcPts val="0"/>
              </a:spcAft>
              <a:buNone/>
              <a:defRPr sz="900" i="1">
                <a:solidFill>
                  <a:srgbClr val="7F7F7F"/>
                </a:solidFill>
              </a:defRPr>
            </a:lvl1pPr>
          </a:lstStyle>
          <a:p>
            <a:pPr lvl="0"/>
            <a:r>
              <a:rPr lang="en-GB"/>
              <a:t>Click on the icon below to insert an image</a:t>
            </a:r>
          </a:p>
        </p:txBody>
      </p:sp>
    </p:spTree>
    <p:extLst>
      <p:ext uri="{BB962C8B-B14F-4D97-AF65-F5344CB8AC3E}">
        <p14:creationId xmlns:p14="http://schemas.microsoft.com/office/powerpoint/2010/main" val="89462867"/>
      </p:ext>
    </p:extLst>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losure">
    <p:bg>
      <p:bgPr>
        <a:solidFill>
          <a:srgbClr val="00A6D6"/>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9530904"/>
      </p:ext>
    </p:extLst>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ustom">
    <p:spTree>
      <p:nvGrpSpPr>
        <p:cNvPr id="1" name=""/>
        <p:cNvGrpSpPr/>
        <p:nvPr/>
      </p:nvGrpSpPr>
      <p:grpSpPr>
        <a:xfrm>
          <a:off x="0" y="0"/>
          <a:ext cx="0" cy="0"/>
          <a:chOff x="0" y="0"/>
          <a:chExt cx="0" cy="0"/>
        </a:xfrm>
      </p:grpSpPr>
    </p:spTree>
    <p:extLst>
      <p:ext uri="{BB962C8B-B14F-4D97-AF65-F5344CB8AC3E}">
        <p14:creationId xmlns:p14="http://schemas.microsoft.com/office/powerpoint/2010/main" val="2990438458"/>
      </p:ext>
    </p:extLst>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Introduction | 12x">
    <p:bg>
      <p:bgPr>
        <a:solidFill>
          <a:srgbClr val="FFFFFF"/>
        </a:solidFill>
        <a:effectLst/>
      </p:bgPr>
    </p:bg>
    <p:spTree>
      <p:nvGrpSpPr>
        <p:cNvPr id="1" name=""/>
        <p:cNvGrpSpPr/>
        <p:nvPr/>
      </p:nvGrpSpPr>
      <p:grpSpPr>
        <a:xfrm>
          <a:off x="0" y="0"/>
          <a:ext cx="0" cy="0"/>
          <a:chOff x="0" y="0"/>
          <a:chExt cx="0" cy="0"/>
        </a:xfrm>
      </p:grpSpPr>
      <p:sp>
        <p:nvSpPr>
          <p:cNvPr id="2" name="Tijdelijke aanduiding voor tekst 5">
            <a:extLst>
              <a:ext uri="{FF2B5EF4-FFF2-40B4-BE49-F238E27FC236}">
                <a16:creationId xmlns:a16="http://schemas.microsoft.com/office/drawing/2014/main" id="{5EE3689A-79E2-A13E-3A1A-A24B685A869B}"/>
              </a:ext>
            </a:extLst>
          </p:cNvPr>
          <p:cNvSpPr txBox="1">
            <a:spLocks noGrp="1"/>
          </p:cNvSpPr>
          <p:nvPr>
            <p:ph type="body" idx="4294967295"/>
          </p:nvPr>
        </p:nvSpPr>
        <p:spPr>
          <a:xfrm>
            <a:off x="2538941" y="2804300"/>
            <a:ext cx="1643195" cy="564257"/>
          </a:xfrm>
        </p:spPr>
        <p:txBody>
          <a:bodyPr anchor="b">
            <a:normAutofit/>
          </a:bodyPr>
          <a:lstStyle>
            <a:lvl1pPr marL="0" indent="0">
              <a:lnSpc>
                <a:spcPts val="2200"/>
              </a:lnSpc>
              <a:spcBef>
                <a:spcPts val="0"/>
              </a:spcBef>
              <a:spcAft>
                <a:spcPts val="0"/>
              </a:spcAft>
              <a:buNone/>
              <a:defRPr sz="1600">
                <a:solidFill>
                  <a:srgbClr val="00A6D6"/>
                </a:solidFill>
              </a:defRPr>
            </a:lvl1pPr>
          </a:lstStyle>
          <a:p>
            <a:pPr lvl="0"/>
            <a:r>
              <a:rPr lang="en-GB"/>
              <a:t>Name</a:t>
            </a:r>
            <a:br>
              <a:rPr lang="en-GB"/>
            </a:br>
            <a:r>
              <a:rPr lang="en-GB"/>
              <a:t>+ Surname</a:t>
            </a:r>
          </a:p>
        </p:txBody>
      </p:sp>
      <p:sp>
        <p:nvSpPr>
          <p:cNvPr id="3" name="Tijdelijke aanduiding voor tekst 5">
            <a:extLst>
              <a:ext uri="{FF2B5EF4-FFF2-40B4-BE49-F238E27FC236}">
                <a16:creationId xmlns:a16="http://schemas.microsoft.com/office/drawing/2014/main" id="{94DA21AF-8DAD-2146-4046-2B8F6BA20B60}"/>
              </a:ext>
            </a:extLst>
          </p:cNvPr>
          <p:cNvSpPr txBox="1">
            <a:spLocks noGrp="1"/>
          </p:cNvSpPr>
          <p:nvPr>
            <p:ph type="body" idx="4294967295"/>
          </p:nvPr>
        </p:nvSpPr>
        <p:spPr>
          <a:xfrm>
            <a:off x="2538474" y="3379466"/>
            <a:ext cx="1643195" cy="249302"/>
          </a:xfrm>
        </p:spPr>
        <p:txBody>
          <a:bodyPr>
            <a:normAutofit/>
          </a:bodyPr>
          <a:lstStyle>
            <a:lvl1pPr marL="0" indent="0">
              <a:buNone/>
              <a:defRPr sz="1400"/>
            </a:lvl1pPr>
          </a:lstStyle>
          <a:p>
            <a:pPr lvl="0"/>
            <a:r>
              <a:rPr lang="en-GB"/>
              <a:t>Job function</a:t>
            </a:r>
          </a:p>
        </p:txBody>
      </p:sp>
      <p:sp>
        <p:nvSpPr>
          <p:cNvPr id="4" name="Tijdelijke aanduiding voor afbeelding 16">
            <a:extLst>
              <a:ext uri="{FF2B5EF4-FFF2-40B4-BE49-F238E27FC236}">
                <a16:creationId xmlns:a16="http://schemas.microsoft.com/office/drawing/2014/main" id="{8DF34D03-30EC-F5DF-FFBE-E87862CB686F}"/>
              </a:ext>
            </a:extLst>
          </p:cNvPr>
          <p:cNvSpPr txBox="1">
            <a:spLocks noGrp="1"/>
          </p:cNvSpPr>
          <p:nvPr>
            <p:ph type="pic" idx="4294967295"/>
          </p:nvPr>
        </p:nvSpPr>
        <p:spPr>
          <a:xfrm>
            <a:off x="4360691" y="1553208"/>
            <a:ext cx="1643195" cy="1145020"/>
          </a:xfrm>
          <a:blipFill>
            <a:blip r:embed="rId2"/>
            <a:tile/>
          </a:blipFill>
        </p:spPr>
        <p:txBody>
          <a:bodyPr anchor="ctr" anchorCtr="1"/>
          <a:lstStyle>
            <a:lvl1pPr marL="0" indent="0" algn="ctr">
              <a:lnSpc>
                <a:spcPct val="100000"/>
              </a:lnSpc>
              <a:spcBef>
                <a:spcPts val="0"/>
              </a:spcBef>
              <a:spcAft>
                <a:spcPts val="0"/>
              </a:spcAft>
              <a:buNone/>
              <a:defRPr sz="1200" i="1">
                <a:solidFill>
                  <a:srgbClr val="7F7F7F"/>
                </a:solidFill>
              </a:defRPr>
            </a:lvl1pPr>
          </a:lstStyle>
          <a:p>
            <a:pPr lvl="0"/>
            <a:r>
              <a:rPr lang="en-GB"/>
              <a:t>Select this placeholder, go to the tab ‘Slidebuilder’, click on ‘Images’, select the preferred image and click on ‘Insert’.</a:t>
            </a:r>
          </a:p>
        </p:txBody>
      </p:sp>
      <p:sp>
        <p:nvSpPr>
          <p:cNvPr id="5" name="Tijdelijke aanduiding voor tekst 5">
            <a:extLst>
              <a:ext uri="{FF2B5EF4-FFF2-40B4-BE49-F238E27FC236}">
                <a16:creationId xmlns:a16="http://schemas.microsoft.com/office/drawing/2014/main" id="{84F09CB7-09E1-5D80-5A6B-B219BDCE796E}"/>
              </a:ext>
            </a:extLst>
          </p:cNvPr>
          <p:cNvSpPr txBox="1">
            <a:spLocks noGrp="1"/>
          </p:cNvSpPr>
          <p:nvPr>
            <p:ph type="body" idx="4294967295"/>
          </p:nvPr>
        </p:nvSpPr>
        <p:spPr>
          <a:xfrm>
            <a:off x="4358752" y="2804300"/>
            <a:ext cx="1643195" cy="564257"/>
          </a:xfrm>
        </p:spPr>
        <p:txBody>
          <a:bodyPr anchor="b">
            <a:normAutofit/>
          </a:bodyPr>
          <a:lstStyle>
            <a:lvl1pPr marL="0" indent="0">
              <a:lnSpc>
                <a:spcPts val="2200"/>
              </a:lnSpc>
              <a:spcBef>
                <a:spcPts val="0"/>
              </a:spcBef>
              <a:spcAft>
                <a:spcPts val="0"/>
              </a:spcAft>
              <a:buNone/>
              <a:defRPr sz="1600">
                <a:solidFill>
                  <a:srgbClr val="00A6D6"/>
                </a:solidFill>
              </a:defRPr>
            </a:lvl1pPr>
          </a:lstStyle>
          <a:p>
            <a:pPr lvl="0"/>
            <a:r>
              <a:rPr lang="en-GB"/>
              <a:t>Name</a:t>
            </a:r>
            <a:br>
              <a:rPr lang="en-GB"/>
            </a:br>
            <a:r>
              <a:rPr lang="en-GB"/>
              <a:t>+ Surname</a:t>
            </a:r>
          </a:p>
        </p:txBody>
      </p:sp>
      <p:sp>
        <p:nvSpPr>
          <p:cNvPr id="6" name="Tijdelijke aanduiding voor tekst 5">
            <a:extLst>
              <a:ext uri="{FF2B5EF4-FFF2-40B4-BE49-F238E27FC236}">
                <a16:creationId xmlns:a16="http://schemas.microsoft.com/office/drawing/2014/main" id="{806F82B3-7398-F32E-0766-84B587573B87}"/>
              </a:ext>
            </a:extLst>
          </p:cNvPr>
          <p:cNvSpPr txBox="1">
            <a:spLocks noGrp="1"/>
          </p:cNvSpPr>
          <p:nvPr>
            <p:ph type="body" idx="4294967295"/>
          </p:nvPr>
        </p:nvSpPr>
        <p:spPr>
          <a:xfrm>
            <a:off x="4358277" y="3379466"/>
            <a:ext cx="1643195" cy="249302"/>
          </a:xfrm>
        </p:spPr>
        <p:txBody>
          <a:bodyPr>
            <a:normAutofit/>
          </a:bodyPr>
          <a:lstStyle>
            <a:lvl1pPr marL="0" indent="0">
              <a:buNone/>
              <a:defRPr sz="1400"/>
            </a:lvl1pPr>
          </a:lstStyle>
          <a:p>
            <a:pPr lvl="0"/>
            <a:r>
              <a:rPr lang="en-GB"/>
              <a:t>Job function</a:t>
            </a:r>
          </a:p>
        </p:txBody>
      </p:sp>
      <p:sp>
        <p:nvSpPr>
          <p:cNvPr id="7" name="Tijdelijke aanduiding voor afbeelding 16">
            <a:extLst>
              <a:ext uri="{FF2B5EF4-FFF2-40B4-BE49-F238E27FC236}">
                <a16:creationId xmlns:a16="http://schemas.microsoft.com/office/drawing/2014/main" id="{8D11EB07-D6CC-27C9-FC64-B2F011D293EB}"/>
              </a:ext>
            </a:extLst>
          </p:cNvPr>
          <p:cNvSpPr txBox="1">
            <a:spLocks noGrp="1"/>
          </p:cNvSpPr>
          <p:nvPr>
            <p:ph type="pic" idx="4294967295"/>
          </p:nvPr>
        </p:nvSpPr>
        <p:spPr>
          <a:xfrm>
            <a:off x="6180493" y="1553208"/>
            <a:ext cx="1643195" cy="1145020"/>
          </a:xfrm>
          <a:blipFill>
            <a:blip r:embed="rId2"/>
            <a:tile/>
          </a:blipFill>
        </p:spPr>
        <p:txBody>
          <a:bodyPr anchor="ctr" anchorCtr="1"/>
          <a:lstStyle>
            <a:lvl1pPr marL="0" indent="0" algn="ctr">
              <a:lnSpc>
                <a:spcPct val="100000"/>
              </a:lnSpc>
              <a:spcBef>
                <a:spcPts val="0"/>
              </a:spcBef>
              <a:spcAft>
                <a:spcPts val="0"/>
              </a:spcAft>
              <a:buNone/>
              <a:defRPr sz="1200" i="1">
                <a:solidFill>
                  <a:srgbClr val="7F7F7F"/>
                </a:solidFill>
              </a:defRPr>
            </a:lvl1pPr>
          </a:lstStyle>
          <a:p>
            <a:pPr lvl="0"/>
            <a:r>
              <a:rPr lang="en-GB"/>
              <a:t>Select this placeholder, go to the tab ‘Slidebuilder’, click on ‘Images’, select the preferred image and click on ‘Insert’.</a:t>
            </a:r>
          </a:p>
        </p:txBody>
      </p:sp>
      <p:sp>
        <p:nvSpPr>
          <p:cNvPr id="8" name="Tijdelijke aanduiding voor tekst 5">
            <a:extLst>
              <a:ext uri="{FF2B5EF4-FFF2-40B4-BE49-F238E27FC236}">
                <a16:creationId xmlns:a16="http://schemas.microsoft.com/office/drawing/2014/main" id="{05EA350A-5992-A21A-CBBD-8A3018191831}"/>
              </a:ext>
            </a:extLst>
          </p:cNvPr>
          <p:cNvSpPr txBox="1">
            <a:spLocks noGrp="1"/>
          </p:cNvSpPr>
          <p:nvPr>
            <p:ph type="body" idx="4294967295"/>
          </p:nvPr>
        </p:nvSpPr>
        <p:spPr>
          <a:xfrm>
            <a:off x="6178555" y="2804300"/>
            <a:ext cx="1643195" cy="564257"/>
          </a:xfrm>
        </p:spPr>
        <p:txBody>
          <a:bodyPr anchor="b">
            <a:normAutofit/>
          </a:bodyPr>
          <a:lstStyle>
            <a:lvl1pPr marL="0" indent="0">
              <a:lnSpc>
                <a:spcPts val="2200"/>
              </a:lnSpc>
              <a:spcBef>
                <a:spcPts val="0"/>
              </a:spcBef>
              <a:spcAft>
                <a:spcPts val="0"/>
              </a:spcAft>
              <a:buNone/>
              <a:defRPr sz="1600">
                <a:solidFill>
                  <a:srgbClr val="00A6D6"/>
                </a:solidFill>
              </a:defRPr>
            </a:lvl1pPr>
          </a:lstStyle>
          <a:p>
            <a:pPr lvl="0"/>
            <a:r>
              <a:rPr lang="en-GB"/>
              <a:t>Name</a:t>
            </a:r>
            <a:br>
              <a:rPr lang="en-GB"/>
            </a:br>
            <a:r>
              <a:rPr lang="en-GB"/>
              <a:t>+ Surname</a:t>
            </a:r>
          </a:p>
        </p:txBody>
      </p:sp>
      <p:sp>
        <p:nvSpPr>
          <p:cNvPr id="9" name="Tijdelijke aanduiding voor tekst 5">
            <a:extLst>
              <a:ext uri="{FF2B5EF4-FFF2-40B4-BE49-F238E27FC236}">
                <a16:creationId xmlns:a16="http://schemas.microsoft.com/office/drawing/2014/main" id="{4B6F8FF1-3CF0-8F0D-EF41-D7F548777A15}"/>
              </a:ext>
            </a:extLst>
          </p:cNvPr>
          <p:cNvSpPr txBox="1">
            <a:spLocks noGrp="1"/>
          </p:cNvSpPr>
          <p:nvPr>
            <p:ph type="body" idx="4294967295"/>
          </p:nvPr>
        </p:nvSpPr>
        <p:spPr>
          <a:xfrm>
            <a:off x="6178079" y="3379466"/>
            <a:ext cx="1643195" cy="249302"/>
          </a:xfrm>
        </p:spPr>
        <p:txBody>
          <a:bodyPr>
            <a:normAutofit/>
          </a:bodyPr>
          <a:lstStyle>
            <a:lvl1pPr marL="0" indent="0">
              <a:buNone/>
              <a:defRPr sz="1400"/>
            </a:lvl1pPr>
          </a:lstStyle>
          <a:p>
            <a:pPr lvl="0"/>
            <a:r>
              <a:rPr lang="en-GB"/>
              <a:t>Job function</a:t>
            </a:r>
          </a:p>
        </p:txBody>
      </p:sp>
      <p:sp>
        <p:nvSpPr>
          <p:cNvPr id="10" name="Tijdelijke aanduiding voor afbeelding 16">
            <a:extLst>
              <a:ext uri="{FF2B5EF4-FFF2-40B4-BE49-F238E27FC236}">
                <a16:creationId xmlns:a16="http://schemas.microsoft.com/office/drawing/2014/main" id="{119FD0D9-E870-8839-36E1-96EA14F78483}"/>
              </a:ext>
            </a:extLst>
          </p:cNvPr>
          <p:cNvSpPr txBox="1">
            <a:spLocks noGrp="1"/>
          </p:cNvSpPr>
          <p:nvPr>
            <p:ph type="pic" idx="4294967295"/>
          </p:nvPr>
        </p:nvSpPr>
        <p:spPr>
          <a:xfrm>
            <a:off x="8000305" y="1553208"/>
            <a:ext cx="1643195" cy="1145020"/>
          </a:xfrm>
          <a:blipFill>
            <a:blip r:embed="rId2"/>
            <a:tile/>
          </a:blipFill>
        </p:spPr>
        <p:txBody>
          <a:bodyPr anchor="ctr" anchorCtr="1"/>
          <a:lstStyle>
            <a:lvl1pPr marL="0" indent="0" algn="ctr">
              <a:lnSpc>
                <a:spcPct val="100000"/>
              </a:lnSpc>
              <a:spcBef>
                <a:spcPts val="0"/>
              </a:spcBef>
              <a:spcAft>
                <a:spcPts val="0"/>
              </a:spcAft>
              <a:buNone/>
              <a:defRPr sz="1200" i="1">
                <a:solidFill>
                  <a:srgbClr val="7F7F7F"/>
                </a:solidFill>
              </a:defRPr>
            </a:lvl1pPr>
          </a:lstStyle>
          <a:p>
            <a:pPr lvl="0"/>
            <a:r>
              <a:rPr lang="en-GB"/>
              <a:t>Select this placeholder, go to the tab ‘Slidebuilder’, click on ‘Images’, select the preferred image and click on ‘Insert’.</a:t>
            </a:r>
          </a:p>
        </p:txBody>
      </p:sp>
      <p:sp>
        <p:nvSpPr>
          <p:cNvPr id="11" name="Tijdelijke aanduiding voor tekst 5">
            <a:extLst>
              <a:ext uri="{FF2B5EF4-FFF2-40B4-BE49-F238E27FC236}">
                <a16:creationId xmlns:a16="http://schemas.microsoft.com/office/drawing/2014/main" id="{4A4BE998-5630-263B-72E6-E1B7C1DCF06E}"/>
              </a:ext>
            </a:extLst>
          </p:cNvPr>
          <p:cNvSpPr txBox="1">
            <a:spLocks noGrp="1"/>
          </p:cNvSpPr>
          <p:nvPr>
            <p:ph type="body" idx="4294967295"/>
          </p:nvPr>
        </p:nvSpPr>
        <p:spPr>
          <a:xfrm>
            <a:off x="7998357" y="2804300"/>
            <a:ext cx="1643195" cy="564257"/>
          </a:xfrm>
        </p:spPr>
        <p:txBody>
          <a:bodyPr anchor="b">
            <a:normAutofit/>
          </a:bodyPr>
          <a:lstStyle>
            <a:lvl1pPr marL="0" indent="0">
              <a:lnSpc>
                <a:spcPts val="2200"/>
              </a:lnSpc>
              <a:spcBef>
                <a:spcPts val="0"/>
              </a:spcBef>
              <a:spcAft>
                <a:spcPts val="0"/>
              </a:spcAft>
              <a:buNone/>
              <a:defRPr sz="1600">
                <a:solidFill>
                  <a:srgbClr val="00A6D6"/>
                </a:solidFill>
              </a:defRPr>
            </a:lvl1pPr>
          </a:lstStyle>
          <a:p>
            <a:pPr lvl="0"/>
            <a:r>
              <a:rPr lang="en-GB"/>
              <a:t>Name</a:t>
            </a:r>
            <a:br>
              <a:rPr lang="en-GB"/>
            </a:br>
            <a:r>
              <a:rPr lang="en-GB"/>
              <a:t>+ Surname</a:t>
            </a:r>
          </a:p>
        </p:txBody>
      </p:sp>
      <p:sp>
        <p:nvSpPr>
          <p:cNvPr id="12" name="Tijdelijke aanduiding voor tekst 5">
            <a:extLst>
              <a:ext uri="{FF2B5EF4-FFF2-40B4-BE49-F238E27FC236}">
                <a16:creationId xmlns:a16="http://schemas.microsoft.com/office/drawing/2014/main" id="{EF28B35D-EA2D-2F55-C4CD-0837D6CEAFA6}"/>
              </a:ext>
            </a:extLst>
          </p:cNvPr>
          <p:cNvSpPr txBox="1">
            <a:spLocks noGrp="1"/>
          </p:cNvSpPr>
          <p:nvPr>
            <p:ph type="body" idx="4294967295"/>
          </p:nvPr>
        </p:nvSpPr>
        <p:spPr>
          <a:xfrm>
            <a:off x="7997891" y="3379466"/>
            <a:ext cx="1643195" cy="249302"/>
          </a:xfrm>
        </p:spPr>
        <p:txBody>
          <a:bodyPr>
            <a:normAutofit/>
          </a:bodyPr>
          <a:lstStyle>
            <a:lvl1pPr marL="0" indent="0">
              <a:buNone/>
              <a:defRPr sz="1400"/>
            </a:lvl1pPr>
          </a:lstStyle>
          <a:p>
            <a:pPr lvl="0"/>
            <a:r>
              <a:rPr lang="en-GB"/>
              <a:t>Job function</a:t>
            </a:r>
          </a:p>
        </p:txBody>
      </p:sp>
      <p:sp>
        <p:nvSpPr>
          <p:cNvPr id="13" name="Tijdelijke aanduiding voor afbeelding 16">
            <a:extLst>
              <a:ext uri="{FF2B5EF4-FFF2-40B4-BE49-F238E27FC236}">
                <a16:creationId xmlns:a16="http://schemas.microsoft.com/office/drawing/2014/main" id="{5192B055-34FE-DFCE-84A2-37ADE4F60830}"/>
              </a:ext>
            </a:extLst>
          </p:cNvPr>
          <p:cNvSpPr txBox="1">
            <a:spLocks noGrp="1"/>
          </p:cNvSpPr>
          <p:nvPr>
            <p:ph type="pic" idx="4294967295"/>
          </p:nvPr>
        </p:nvSpPr>
        <p:spPr>
          <a:xfrm>
            <a:off x="9820107" y="1553208"/>
            <a:ext cx="1643195" cy="1145020"/>
          </a:xfrm>
          <a:blipFill>
            <a:blip r:embed="rId2"/>
            <a:tile/>
          </a:blipFill>
        </p:spPr>
        <p:txBody>
          <a:bodyPr anchor="ctr" anchorCtr="1"/>
          <a:lstStyle>
            <a:lvl1pPr marL="0" indent="0" algn="ctr">
              <a:lnSpc>
                <a:spcPct val="100000"/>
              </a:lnSpc>
              <a:spcBef>
                <a:spcPts val="0"/>
              </a:spcBef>
              <a:spcAft>
                <a:spcPts val="0"/>
              </a:spcAft>
              <a:buNone/>
              <a:defRPr sz="1200" i="1">
                <a:solidFill>
                  <a:srgbClr val="7F7F7F"/>
                </a:solidFill>
              </a:defRPr>
            </a:lvl1pPr>
          </a:lstStyle>
          <a:p>
            <a:pPr lvl="0"/>
            <a:r>
              <a:rPr lang="en-GB"/>
              <a:t>Select this placeholder, go to the tab ‘Slidebuilder’, click on ‘Images’, select the preferred image and click on ‘Insert’.</a:t>
            </a:r>
          </a:p>
        </p:txBody>
      </p:sp>
      <p:sp>
        <p:nvSpPr>
          <p:cNvPr id="14" name="Tijdelijke aanduiding voor tekst 5">
            <a:extLst>
              <a:ext uri="{FF2B5EF4-FFF2-40B4-BE49-F238E27FC236}">
                <a16:creationId xmlns:a16="http://schemas.microsoft.com/office/drawing/2014/main" id="{6F06FB49-220A-885C-6610-2C8630647707}"/>
              </a:ext>
            </a:extLst>
          </p:cNvPr>
          <p:cNvSpPr txBox="1">
            <a:spLocks noGrp="1"/>
          </p:cNvSpPr>
          <p:nvPr>
            <p:ph type="body" idx="4294967295"/>
          </p:nvPr>
        </p:nvSpPr>
        <p:spPr>
          <a:xfrm>
            <a:off x="9818168" y="2804300"/>
            <a:ext cx="1643195" cy="564257"/>
          </a:xfrm>
        </p:spPr>
        <p:txBody>
          <a:bodyPr anchor="b">
            <a:normAutofit/>
          </a:bodyPr>
          <a:lstStyle>
            <a:lvl1pPr marL="0" indent="0">
              <a:lnSpc>
                <a:spcPts val="2200"/>
              </a:lnSpc>
              <a:spcBef>
                <a:spcPts val="0"/>
              </a:spcBef>
              <a:spcAft>
                <a:spcPts val="0"/>
              </a:spcAft>
              <a:buNone/>
              <a:defRPr sz="1600">
                <a:solidFill>
                  <a:srgbClr val="00A6D6"/>
                </a:solidFill>
              </a:defRPr>
            </a:lvl1pPr>
          </a:lstStyle>
          <a:p>
            <a:pPr lvl="0"/>
            <a:r>
              <a:rPr lang="en-GB"/>
              <a:t>Name</a:t>
            </a:r>
            <a:br>
              <a:rPr lang="en-GB"/>
            </a:br>
            <a:r>
              <a:rPr lang="en-GB"/>
              <a:t>+ Surname</a:t>
            </a:r>
          </a:p>
        </p:txBody>
      </p:sp>
      <p:sp>
        <p:nvSpPr>
          <p:cNvPr id="15" name="Tijdelijke aanduiding voor tekst 5">
            <a:extLst>
              <a:ext uri="{FF2B5EF4-FFF2-40B4-BE49-F238E27FC236}">
                <a16:creationId xmlns:a16="http://schemas.microsoft.com/office/drawing/2014/main" id="{0B3F5068-F4D7-CBF7-5018-49D20BB32505}"/>
              </a:ext>
            </a:extLst>
          </p:cNvPr>
          <p:cNvSpPr txBox="1">
            <a:spLocks noGrp="1"/>
          </p:cNvSpPr>
          <p:nvPr>
            <p:ph type="body" idx="4294967295"/>
          </p:nvPr>
        </p:nvSpPr>
        <p:spPr>
          <a:xfrm>
            <a:off x="9817693" y="3379466"/>
            <a:ext cx="1643195" cy="249302"/>
          </a:xfrm>
        </p:spPr>
        <p:txBody>
          <a:bodyPr>
            <a:normAutofit/>
          </a:bodyPr>
          <a:lstStyle>
            <a:lvl1pPr marL="0" indent="0">
              <a:buNone/>
              <a:defRPr sz="1400"/>
            </a:lvl1pPr>
          </a:lstStyle>
          <a:p>
            <a:pPr lvl="0"/>
            <a:r>
              <a:rPr lang="en-GB"/>
              <a:t>Job function</a:t>
            </a:r>
          </a:p>
        </p:txBody>
      </p:sp>
      <p:sp>
        <p:nvSpPr>
          <p:cNvPr id="16" name="Tijdelijke aanduiding voor afbeelding 16">
            <a:extLst>
              <a:ext uri="{FF2B5EF4-FFF2-40B4-BE49-F238E27FC236}">
                <a16:creationId xmlns:a16="http://schemas.microsoft.com/office/drawing/2014/main" id="{7D2F8F44-1FDE-4912-B6C0-B0EAEDC75ED0}"/>
              </a:ext>
            </a:extLst>
          </p:cNvPr>
          <p:cNvSpPr txBox="1">
            <a:spLocks noGrp="1"/>
          </p:cNvSpPr>
          <p:nvPr>
            <p:ph type="pic" idx="4294967295"/>
          </p:nvPr>
        </p:nvSpPr>
        <p:spPr>
          <a:xfrm>
            <a:off x="721077" y="3926113"/>
            <a:ext cx="1643195" cy="1145020"/>
          </a:xfrm>
          <a:blipFill>
            <a:blip r:embed="rId2"/>
            <a:tile/>
          </a:blipFill>
        </p:spPr>
        <p:txBody>
          <a:bodyPr anchor="ctr" anchorCtr="1"/>
          <a:lstStyle>
            <a:lvl1pPr marL="0" indent="0" algn="ctr">
              <a:lnSpc>
                <a:spcPct val="100000"/>
              </a:lnSpc>
              <a:spcBef>
                <a:spcPts val="0"/>
              </a:spcBef>
              <a:spcAft>
                <a:spcPts val="0"/>
              </a:spcAft>
              <a:buNone/>
              <a:defRPr sz="1200" i="1">
                <a:solidFill>
                  <a:srgbClr val="7F7F7F"/>
                </a:solidFill>
              </a:defRPr>
            </a:lvl1pPr>
          </a:lstStyle>
          <a:p>
            <a:pPr lvl="0"/>
            <a:r>
              <a:rPr lang="en-GB"/>
              <a:t>Select this placeholder, go to the tab ‘Slidebuilder’, click on ‘Images’, select the preferred image and click on ‘Insert’.</a:t>
            </a:r>
          </a:p>
        </p:txBody>
      </p:sp>
      <p:sp>
        <p:nvSpPr>
          <p:cNvPr id="17" name="Tijdelijke aanduiding voor tekst 5">
            <a:extLst>
              <a:ext uri="{FF2B5EF4-FFF2-40B4-BE49-F238E27FC236}">
                <a16:creationId xmlns:a16="http://schemas.microsoft.com/office/drawing/2014/main" id="{7347DC66-1EF1-605F-5C02-2A01BC0128E0}"/>
              </a:ext>
            </a:extLst>
          </p:cNvPr>
          <p:cNvSpPr txBox="1">
            <a:spLocks noGrp="1"/>
          </p:cNvSpPr>
          <p:nvPr>
            <p:ph type="body" idx="4294967295"/>
          </p:nvPr>
        </p:nvSpPr>
        <p:spPr>
          <a:xfrm>
            <a:off x="719139" y="5177204"/>
            <a:ext cx="1643195" cy="564257"/>
          </a:xfrm>
        </p:spPr>
        <p:txBody>
          <a:bodyPr anchor="b">
            <a:normAutofit/>
          </a:bodyPr>
          <a:lstStyle>
            <a:lvl1pPr marL="0" indent="0">
              <a:lnSpc>
                <a:spcPts val="2200"/>
              </a:lnSpc>
              <a:spcBef>
                <a:spcPts val="0"/>
              </a:spcBef>
              <a:spcAft>
                <a:spcPts val="0"/>
              </a:spcAft>
              <a:buNone/>
              <a:defRPr sz="1600">
                <a:solidFill>
                  <a:srgbClr val="00A6D6"/>
                </a:solidFill>
              </a:defRPr>
            </a:lvl1pPr>
          </a:lstStyle>
          <a:p>
            <a:pPr lvl="0"/>
            <a:r>
              <a:rPr lang="en-GB"/>
              <a:t>Name</a:t>
            </a:r>
            <a:br>
              <a:rPr lang="en-GB"/>
            </a:br>
            <a:r>
              <a:rPr lang="en-GB"/>
              <a:t>+ Surname</a:t>
            </a:r>
          </a:p>
        </p:txBody>
      </p:sp>
      <p:sp>
        <p:nvSpPr>
          <p:cNvPr id="18" name="Tijdelijke aanduiding voor tekst 5">
            <a:extLst>
              <a:ext uri="{FF2B5EF4-FFF2-40B4-BE49-F238E27FC236}">
                <a16:creationId xmlns:a16="http://schemas.microsoft.com/office/drawing/2014/main" id="{A3A67853-CB96-CFF8-5AA0-84235D78CC28}"/>
              </a:ext>
            </a:extLst>
          </p:cNvPr>
          <p:cNvSpPr txBox="1">
            <a:spLocks noGrp="1"/>
          </p:cNvSpPr>
          <p:nvPr>
            <p:ph type="body" idx="4294967295"/>
          </p:nvPr>
        </p:nvSpPr>
        <p:spPr>
          <a:xfrm>
            <a:off x="718663" y="5752371"/>
            <a:ext cx="1643195" cy="249302"/>
          </a:xfrm>
        </p:spPr>
        <p:txBody>
          <a:bodyPr>
            <a:normAutofit/>
          </a:bodyPr>
          <a:lstStyle>
            <a:lvl1pPr marL="0" indent="0">
              <a:buNone/>
              <a:defRPr sz="1400"/>
            </a:lvl1pPr>
          </a:lstStyle>
          <a:p>
            <a:pPr lvl="0"/>
            <a:r>
              <a:rPr lang="en-GB"/>
              <a:t>Job function</a:t>
            </a:r>
          </a:p>
        </p:txBody>
      </p:sp>
      <p:sp>
        <p:nvSpPr>
          <p:cNvPr id="19" name="Tijdelijke aanduiding voor afbeelding 16">
            <a:extLst>
              <a:ext uri="{FF2B5EF4-FFF2-40B4-BE49-F238E27FC236}">
                <a16:creationId xmlns:a16="http://schemas.microsoft.com/office/drawing/2014/main" id="{0A98F1AA-680F-FDA6-2B3B-575EF2792C32}"/>
              </a:ext>
            </a:extLst>
          </p:cNvPr>
          <p:cNvSpPr txBox="1">
            <a:spLocks noGrp="1"/>
          </p:cNvSpPr>
          <p:nvPr>
            <p:ph type="pic" idx="4294967295"/>
          </p:nvPr>
        </p:nvSpPr>
        <p:spPr>
          <a:xfrm>
            <a:off x="2540889" y="3926113"/>
            <a:ext cx="1643195" cy="1145020"/>
          </a:xfrm>
          <a:blipFill>
            <a:blip r:embed="rId2"/>
            <a:tile/>
          </a:blipFill>
        </p:spPr>
        <p:txBody>
          <a:bodyPr anchor="ctr" anchorCtr="1"/>
          <a:lstStyle>
            <a:lvl1pPr marL="0" indent="0" algn="ctr">
              <a:lnSpc>
                <a:spcPct val="100000"/>
              </a:lnSpc>
              <a:spcBef>
                <a:spcPts val="0"/>
              </a:spcBef>
              <a:spcAft>
                <a:spcPts val="0"/>
              </a:spcAft>
              <a:buNone/>
              <a:defRPr sz="1200" i="1">
                <a:solidFill>
                  <a:srgbClr val="7F7F7F"/>
                </a:solidFill>
              </a:defRPr>
            </a:lvl1pPr>
          </a:lstStyle>
          <a:p>
            <a:pPr lvl="0"/>
            <a:r>
              <a:rPr lang="en-GB"/>
              <a:t>Select this placeholder, go to the tab ‘Slidebuilder’, click on ‘Images’, select the preferred image and click on ‘Insert’.</a:t>
            </a:r>
          </a:p>
        </p:txBody>
      </p:sp>
      <p:sp>
        <p:nvSpPr>
          <p:cNvPr id="20" name="Tijdelijke aanduiding voor tekst 5">
            <a:extLst>
              <a:ext uri="{FF2B5EF4-FFF2-40B4-BE49-F238E27FC236}">
                <a16:creationId xmlns:a16="http://schemas.microsoft.com/office/drawing/2014/main" id="{1754CC6E-8C5A-4830-AAA8-5E16913F7C72}"/>
              </a:ext>
            </a:extLst>
          </p:cNvPr>
          <p:cNvSpPr txBox="1">
            <a:spLocks noGrp="1"/>
          </p:cNvSpPr>
          <p:nvPr>
            <p:ph type="body" idx="4294967295"/>
          </p:nvPr>
        </p:nvSpPr>
        <p:spPr>
          <a:xfrm>
            <a:off x="2538941" y="5177204"/>
            <a:ext cx="1643195" cy="564257"/>
          </a:xfrm>
        </p:spPr>
        <p:txBody>
          <a:bodyPr anchor="b">
            <a:normAutofit/>
          </a:bodyPr>
          <a:lstStyle>
            <a:lvl1pPr marL="0" indent="0">
              <a:lnSpc>
                <a:spcPts val="2200"/>
              </a:lnSpc>
              <a:spcBef>
                <a:spcPts val="0"/>
              </a:spcBef>
              <a:spcAft>
                <a:spcPts val="0"/>
              </a:spcAft>
              <a:buNone/>
              <a:defRPr sz="1600">
                <a:solidFill>
                  <a:srgbClr val="00A6D6"/>
                </a:solidFill>
              </a:defRPr>
            </a:lvl1pPr>
          </a:lstStyle>
          <a:p>
            <a:pPr lvl="0"/>
            <a:r>
              <a:rPr lang="en-GB"/>
              <a:t>Name</a:t>
            </a:r>
            <a:br>
              <a:rPr lang="en-GB"/>
            </a:br>
            <a:r>
              <a:rPr lang="en-GB"/>
              <a:t>+ Surname</a:t>
            </a:r>
          </a:p>
        </p:txBody>
      </p:sp>
      <p:sp>
        <p:nvSpPr>
          <p:cNvPr id="21" name="Tijdelijke aanduiding voor tekst 5">
            <a:extLst>
              <a:ext uri="{FF2B5EF4-FFF2-40B4-BE49-F238E27FC236}">
                <a16:creationId xmlns:a16="http://schemas.microsoft.com/office/drawing/2014/main" id="{C0520887-26C1-DF1E-C55C-6EAD883C272D}"/>
              </a:ext>
            </a:extLst>
          </p:cNvPr>
          <p:cNvSpPr txBox="1">
            <a:spLocks noGrp="1"/>
          </p:cNvSpPr>
          <p:nvPr>
            <p:ph type="body" idx="4294967295"/>
          </p:nvPr>
        </p:nvSpPr>
        <p:spPr>
          <a:xfrm>
            <a:off x="2538474" y="5752371"/>
            <a:ext cx="1643195" cy="249302"/>
          </a:xfrm>
        </p:spPr>
        <p:txBody>
          <a:bodyPr>
            <a:normAutofit/>
          </a:bodyPr>
          <a:lstStyle>
            <a:lvl1pPr marL="0" indent="0">
              <a:buNone/>
              <a:defRPr sz="1400"/>
            </a:lvl1pPr>
          </a:lstStyle>
          <a:p>
            <a:pPr lvl="0"/>
            <a:r>
              <a:rPr lang="en-GB"/>
              <a:t>Job function</a:t>
            </a:r>
          </a:p>
        </p:txBody>
      </p:sp>
      <p:sp>
        <p:nvSpPr>
          <p:cNvPr id="22" name="Tijdelijke aanduiding voor afbeelding 16">
            <a:extLst>
              <a:ext uri="{FF2B5EF4-FFF2-40B4-BE49-F238E27FC236}">
                <a16:creationId xmlns:a16="http://schemas.microsoft.com/office/drawing/2014/main" id="{14069AE6-E73D-5389-9765-BEA0882D2C62}"/>
              </a:ext>
            </a:extLst>
          </p:cNvPr>
          <p:cNvSpPr txBox="1">
            <a:spLocks noGrp="1"/>
          </p:cNvSpPr>
          <p:nvPr>
            <p:ph type="pic" idx="4294967295"/>
          </p:nvPr>
        </p:nvSpPr>
        <p:spPr>
          <a:xfrm>
            <a:off x="4360691" y="3926113"/>
            <a:ext cx="1643195" cy="1145020"/>
          </a:xfrm>
          <a:blipFill>
            <a:blip r:embed="rId2"/>
            <a:tile/>
          </a:blipFill>
        </p:spPr>
        <p:txBody>
          <a:bodyPr anchor="ctr" anchorCtr="1"/>
          <a:lstStyle>
            <a:lvl1pPr marL="0" indent="0" algn="ctr">
              <a:lnSpc>
                <a:spcPct val="100000"/>
              </a:lnSpc>
              <a:spcBef>
                <a:spcPts val="0"/>
              </a:spcBef>
              <a:spcAft>
                <a:spcPts val="0"/>
              </a:spcAft>
              <a:buNone/>
              <a:defRPr sz="1200" i="1">
                <a:solidFill>
                  <a:srgbClr val="7F7F7F"/>
                </a:solidFill>
              </a:defRPr>
            </a:lvl1pPr>
          </a:lstStyle>
          <a:p>
            <a:pPr lvl="0"/>
            <a:r>
              <a:rPr lang="en-GB"/>
              <a:t>Select this placeholder, go to the tab ‘Slidebuilder’, click on ‘Images’, select the preferred image and click on ‘Insert’.</a:t>
            </a:r>
          </a:p>
        </p:txBody>
      </p:sp>
      <p:sp>
        <p:nvSpPr>
          <p:cNvPr id="23" name="Tijdelijke aanduiding voor tekst 5">
            <a:extLst>
              <a:ext uri="{FF2B5EF4-FFF2-40B4-BE49-F238E27FC236}">
                <a16:creationId xmlns:a16="http://schemas.microsoft.com/office/drawing/2014/main" id="{6EA012AB-4AC1-2A9A-8833-E282D19DF087}"/>
              </a:ext>
            </a:extLst>
          </p:cNvPr>
          <p:cNvSpPr txBox="1">
            <a:spLocks noGrp="1"/>
          </p:cNvSpPr>
          <p:nvPr>
            <p:ph type="body" idx="4294967295"/>
          </p:nvPr>
        </p:nvSpPr>
        <p:spPr>
          <a:xfrm>
            <a:off x="4358752" y="5177204"/>
            <a:ext cx="1643195" cy="564257"/>
          </a:xfrm>
        </p:spPr>
        <p:txBody>
          <a:bodyPr anchor="b">
            <a:normAutofit/>
          </a:bodyPr>
          <a:lstStyle>
            <a:lvl1pPr marL="0" indent="0">
              <a:lnSpc>
                <a:spcPts val="2200"/>
              </a:lnSpc>
              <a:spcBef>
                <a:spcPts val="0"/>
              </a:spcBef>
              <a:spcAft>
                <a:spcPts val="0"/>
              </a:spcAft>
              <a:buNone/>
              <a:defRPr sz="1600">
                <a:solidFill>
                  <a:srgbClr val="00A6D6"/>
                </a:solidFill>
              </a:defRPr>
            </a:lvl1pPr>
          </a:lstStyle>
          <a:p>
            <a:pPr lvl="0"/>
            <a:r>
              <a:rPr lang="en-GB"/>
              <a:t>Name</a:t>
            </a:r>
            <a:br>
              <a:rPr lang="en-GB"/>
            </a:br>
            <a:r>
              <a:rPr lang="en-GB"/>
              <a:t>+ Surname</a:t>
            </a:r>
          </a:p>
        </p:txBody>
      </p:sp>
      <p:sp>
        <p:nvSpPr>
          <p:cNvPr id="24" name="Tijdelijke aanduiding voor tekst 5">
            <a:extLst>
              <a:ext uri="{FF2B5EF4-FFF2-40B4-BE49-F238E27FC236}">
                <a16:creationId xmlns:a16="http://schemas.microsoft.com/office/drawing/2014/main" id="{994D5343-FDE0-AD16-8D47-0FB2B257E0BE}"/>
              </a:ext>
            </a:extLst>
          </p:cNvPr>
          <p:cNvSpPr txBox="1">
            <a:spLocks noGrp="1"/>
          </p:cNvSpPr>
          <p:nvPr>
            <p:ph type="body" idx="4294967295"/>
          </p:nvPr>
        </p:nvSpPr>
        <p:spPr>
          <a:xfrm>
            <a:off x="4358277" y="5752371"/>
            <a:ext cx="1643195" cy="249302"/>
          </a:xfrm>
        </p:spPr>
        <p:txBody>
          <a:bodyPr>
            <a:normAutofit/>
          </a:bodyPr>
          <a:lstStyle>
            <a:lvl1pPr marL="0" indent="0">
              <a:buNone/>
              <a:defRPr sz="1400"/>
            </a:lvl1pPr>
          </a:lstStyle>
          <a:p>
            <a:pPr lvl="0"/>
            <a:r>
              <a:rPr lang="en-GB"/>
              <a:t>Job function</a:t>
            </a:r>
          </a:p>
        </p:txBody>
      </p:sp>
      <p:sp>
        <p:nvSpPr>
          <p:cNvPr id="25" name="Tijdelijke aanduiding voor afbeelding 16">
            <a:extLst>
              <a:ext uri="{FF2B5EF4-FFF2-40B4-BE49-F238E27FC236}">
                <a16:creationId xmlns:a16="http://schemas.microsoft.com/office/drawing/2014/main" id="{AD818FFF-1A0D-5B3F-BED1-20E3CE3EBC3D}"/>
              </a:ext>
            </a:extLst>
          </p:cNvPr>
          <p:cNvSpPr txBox="1">
            <a:spLocks noGrp="1"/>
          </p:cNvSpPr>
          <p:nvPr>
            <p:ph type="pic" idx="4294967295"/>
          </p:nvPr>
        </p:nvSpPr>
        <p:spPr>
          <a:xfrm>
            <a:off x="6180493" y="3926113"/>
            <a:ext cx="1643195" cy="1145020"/>
          </a:xfrm>
          <a:blipFill>
            <a:blip r:embed="rId2"/>
            <a:tile/>
          </a:blipFill>
        </p:spPr>
        <p:txBody>
          <a:bodyPr anchor="ctr" anchorCtr="1"/>
          <a:lstStyle>
            <a:lvl1pPr marL="0" indent="0" algn="ctr">
              <a:lnSpc>
                <a:spcPct val="100000"/>
              </a:lnSpc>
              <a:spcBef>
                <a:spcPts val="0"/>
              </a:spcBef>
              <a:spcAft>
                <a:spcPts val="0"/>
              </a:spcAft>
              <a:buNone/>
              <a:defRPr sz="1200" i="1">
                <a:solidFill>
                  <a:srgbClr val="7F7F7F"/>
                </a:solidFill>
              </a:defRPr>
            </a:lvl1pPr>
          </a:lstStyle>
          <a:p>
            <a:pPr lvl="0"/>
            <a:r>
              <a:rPr lang="en-GB"/>
              <a:t>Select this placeholder, go to the tab ‘Slidebuilder’, click on ‘Images’, select the preferred image and click on ‘Insert’.</a:t>
            </a:r>
          </a:p>
        </p:txBody>
      </p:sp>
      <p:sp>
        <p:nvSpPr>
          <p:cNvPr id="26" name="Tijdelijke aanduiding voor tekst 5">
            <a:extLst>
              <a:ext uri="{FF2B5EF4-FFF2-40B4-BE49-F238E27FC236}">
                <a16:creationId xmlns:a16="http://schemas.microsoft.com/office/drawing/2014/main" id="{15749458-992D-6D39-A953-94F728C647EF}"/>
              </a:ext>
            </a:extLst>
          </p:cNvPr>
          <p:cNvSpPr txBox="1">
            <a:spLocks noGrp="1"/>
          </p:cNvSpPr>
          <p:nvPr>
            <p:ph type="body" idx="4294967295"/>
          </p:nvPr>
        </p:nvSpPr>
        <p:spPr>
          <a:xfrm>
            <a:off x="6178555" y="5177204"/>
            <a:ext cx="1643195" cy="564257"/>
          </a:xfrm>
        </p:spPr>
        <p:txBody>
          <a:bodyPr anchor="b">
            <a:normAutofit/>
          </a:bodyPr>
          <a:lstStyle>
            <a:lvl1pPr marL="0" indent="0">
              <a:lnSpc>
                <a:spcPts val="2200"/>
              </a:lnSpc>
              <a:spcBef>
                <a:spcPts val="0"/>
              </a:spcBef>
              <a:spcAft>
                <a:spcPts val="0"/>
              </a:spcAft>
              <a:buNone/>
              <a:defRPr sz="1600">
                <a:solidFill>
                  <a:srgbClr val="00A6D6"/>
                </a:solidFill>
              </a:defRPr>
            </a:lvl1pPr>
          </a:lstStyle>
          <a:p>
            <a:pPr lvl="0"/>
            <a:r>
              <a:rPr lang="en-GB"/>
              <a:t>Name</a:t>
            </a:r>
            <a:br>
              <a:rPr lang="en-GB"/>
            </a:br>
            <a:r>
              <a:rPr lang="en-GB"/>
              <a:t>+ Surname</a:t>
            </a:r>
          </a:p>
        </p:txBody>
      </p:sp>
      <p:sp>
        <p:nvSpPr>
          <p:cNvPr id="27" name="Tijdelijke aanduiding voor tekst 5">
            <a:extLst>
              <a:ext uri="{FF2B5EF4-FFF2-40B4-BE49-F238E27FC236}">
                <a16:creationId xmlns:a16="http://schemas.microsoft.com/office/drawing/2014/main" id="{FC909CDA-7422-DACB-908B-32DB5FB494A2}"/>
              </a:ext>
            </a:extLst>
          </p:cNvPr>
          <p:cNvSpPr txBox="1">
            <a:spLocks noGrp="1"/>
          </p:cNvSpPr>
          <p:nvPr>
            <p:ph type="body" idx="4294967295"/>
          </p:nvPr>
        </p:nvSpPr>
        <p:spPr>
          <a:xfrm>
            <a:off x="6178079" y="5752371"/>
            <a:ext cx="1643195" cy="249302"/>
          </a:xfrm>
        </p:spPr>
        <p:txBody>
          <a:bodyPr>
            <a:normAutofit/>
          </a:bodyPr>
          <a:lstStyle>
            <a:lvl1pPr marL="0" indent="0">
              <a:buNone/>
              <a:defRPr sz="1400"/>
            </a:lvl1pPr>
          </a:lstStyle>
          <a:p>
            <a:pPr lvl="0"/>
            <a:r>
              <a:rPr lang="en-GB"/>
              <a:t>Job function</a:t>
            </a:r>
          </a:p>
        </p:txBody>
      </p:sp>
      <p:sp>
        <p:nvSpPr>
          <p:cNvPr id="28" name="Tijdelijke aanduiding voor afbeelding 16">
            <a:extLst>
              <a:ext uri="{FF2B5EF4-FFF2-40B4-BE49-F238E27FC236}">
                <a16:creationId xmlns:a16="http://schemas.microsoft.com/office/drawing/2014/main" id="{7159D0C8-4A51-9A8E-4460-39E6247244FE}"/>
              </a:ext>
            </a:extLst>
          </p:cNvPr>
          <p:cNvSpPr txBox="1">
            <a:spLocks noGrp="1"/>
          </p:cNvSpPr>
          <p:nvPr>
            <p:ph type="pic" idx="4294967295"/>
          </p:nvPr>
        </p:nvSpPr>
        <p:spPr>
          <a:xfrm>
            <a:off x="8000305" y="3926113"/>
            <a:ext cx="1643195" cy="1145020"/>
          </a:xfrm>
          <a:blipFill>
            <a:blip r:embed="rId2"/>
            <a:tile/>
          </a:blipFill>
        </p:spPr>
        <p:txBody>
          <a:bodyPr anchor="ctr" anchorCtr="1"/>
          <a:lstStyle>
            <a:lvl1pPr marL="0" indent="0" algn="ctr">
              <a:lnSpc>
                <a:spcPct val="100000"/>
              </a:lnSpc>
              <a:spcBef>
                <a:spcPts val="0"/>
              </a:spcBef>
              <a:spcAft>
                <a:spcPts val="0"/>
              </a:spcAft>
              <a:buNone/>
              <a:defRPr sz="1200" i="1">
                <a:solidFill>
                  <a:srgbClr val="7F7F7F"/>
                </a:solidFill>
              </a:defRPr>
            </a:lvl1pPr>
          </a:lstStyle>
          <a:p>
            <a:pPr lvl="0"/>
            <a:r>
              <a:rPr lang="en-GB"/>
              <a:t>Select this placeholder, go to the tab ‘Slidebuilder’, click on ‘Images’, select the preferred image and click on ‘Insert’.</a:t>
            </a:r>
          </a:p>
        </p:txBody>
      </p:sp>
      <p:sp>
        <p:nvSpPr>
          <p:cNvPr id="29" name="Tijdelijke aanduiding voor tekst 5">
            <a:extLst>
              <a:ext uri="{FF2B5EF4-FFF2-40B4-BE49-F238E27FC236}">
                <a16:creationId xmlns:a16="http://schemas.microsoft.com/office/drawing/2014/main" id="{A5B50BBE-B1D4-A11E-CF76-C5E27B6558B9}"/>
              </a:ext>
            </a:extLst>
          </p:cNvPr>
          <p:cNvSpPr txBox="1">
            <a:spLocks noGrp="1"/>
          </p:cNvSpPr>
          <p:nvPr>
            <p:ph type="body" idx="4294967295"/>
          </p:nvPr>
        </p:nvSpPr>
        <p:spPr>
          <a:xfrm>
            <a:off x="7998357" y="5177204"/>
            <a:ext cx="1643195" cy="564257"/>
          </a:xfrm>
        </p:spPr>
        <p:txBody>
          <a:bodyPr anchor="b">
            <a:normAutofit/>
          </a:bodyPr>
          <a:lstStyle>
            <a:lvl1pPr marL="0" indent="0">
              <a:lnSpc>
                <a:spcPts val="2200"/>
              </a:lnSpc>
              <a:spcBef>
                <a:spcPts val="0"/>
              </a:spcBef>
              <a:spcAft>
                <a:spcPts val="0"/>
              </a:spcAft>
              <a:buNone/>
              <a:defRPr sz="1600">
                <a:solidFill>
                  <a:srgbClr val="00A6D6"/>
                </a:solidFill>
              </a:defRPr>
            </a:lvl1pPr>
          </a:lstStyle>
          <a:p>
            <a:pPr lvl="0"/>
            <a:r>
              <a:rPr lang="en-GB"/>
              <a:t>Name</a:t>
            </a:r>
            <a:br>
              <a:rPr lang="en-GB"/>
            </a:br>
            <a:r>
              <a:rPr lang="en-GB"/>
              <a:t>+ Surname</a:t>
            </a:r>
          </a:p>
        </p:txBody>
      </p:sp>
      <p:sp>
        <p:nvSpPr>
          <p:cNvPr id="30" name="Tijdelijke aanduiding voor tekst 5">
            <a:extLst>
              <a:ext uri="{FF2B5EF4-FFF2-40B4-BE49-F238E27FC236}">
                <a16:creationId xmlns:a16="http://schemas.microsoft.com/office/drawing/2014/main" id="{AA4BC13E-B2C3-038F-C496-098854304855}"/>
              </a:ext>
            </a:extLst>
          </p:cNvPr>
          <p:cNvSpPr txBox="1">
            <a:spLocks noGrp="1"/>
          </p:cNvSpPr>
          <p:nvPr>
            <p:ph type="body" idx="4294967295"/>
          </p:nvPr>
        </p:nvSpPr>
        <p:spPr>
          <a:xfrm>
            <a:off x="7997891" y="5752371"/>
            <a:ext cx="1643195" cy="249302"/>
          </a:xfrm>
        </p:spPr>
        <p:txBody>
          <a:bodyPr>
            <a:normAutofit/>
          </a:bodyPr>
          <a:lstStyle>
            <a:lvl1pPr marL="0" indent="0">
              <a:buNone/>
              <a:defRPr sz="1400"/>
            </a:lvl1pPr>
          </a:lstStyle>
          <a:p>
            <a:pPr lvl="0"/>
            <a:r>
              <a:rPr lang="en-GB"/>
              <a:t>Job function</a:t>
            </a:r>
          </a:p>
        </p:txBody>
      </p:sp>
      <p:sp>
        <p:nvSpPr>
          <p:cNvPr id="31" name="Tijdelijke aanduiding voor afbeelding 16">
            <a:extLst>
              <a:ext uri="{FF2B5EF4-FFF2-40B4-BE49-F238E27FC236}">
                <a16:creationId xmlns:a16="http://schemas.microsoft.com/office/drawing/2014/main" id="{3D7D131C-B843-0846-52CC-B899312BCF8F}"/>
              </a:ext>
            </a:extLst>
          </p:cNvPr>
          <p:cNvSpPr txBox="1">
            <a:spLocks noGrp="1"/>
          </p:cNvSpPr>
          <p:nvPr>
            <p:ph type="pic" idx="4294967295"/>
          </p:nvPr>
        </p:nvSpPr>
        <p:spPr>
          <a:xfrm>
            <a:off x="9820107" y="3926113"/>
            <a:ext cx="1643195" cy="1145020"/>
          </a:xfrm>
          <a:blipFill>
            <a:blip r:embed="rId2"/>
            <a:tile/>
          </a:blipFill>
        </p:spPr>
        <p:txBody>
          <a:bodyPr anchor="ctr" anchorCtr="1"/>
          <a:lstStyle>
            <a:lvl1pPr marL="0" indent="0" algn="ctr">
              <a:lnSpc>
                <a:spcPct val="100000"/>
              </a:lnSpc>
              <a:spcBef>
                <a:spcPts val="0"/>
              </a:spcBef>
              <a:spcAft>
                <a:spcPts val="0"/>
              </a:spcAft>
              <a:buNone/>
              <a:defRPr sz="1200" i="1">
                <a:solidFill>
                  <a:srgbClr val="7F7F7F"/>
                </a:solidFill>
              </a:defRPr>
            </a:lvl1pPr>
          </a:lstStyle>
          <a:p>
            <a:pPr lvl="0"/>
            <a:r>
              <a:rPr lang="en-GB"/>
              <a:t>Select this placeholder, go to the tab ‘Slidebuilder’, click on ‘Images’, select the preferred image and click on ‘Insert’.</a:t>
            </a:r>
          </a:p>
        </p:txBody>
      </p:sp>
      <p:sp>
        <p:nvSpPr>
          <p:cNvPr id="32" name="Tijdelijke aanduiding voor tekst 5">
            <a:extLst>
              <a:ext uri="{FF2B5EF4-FFF2-40B4-BE49-F238E27FC236}">
                <a16:creationId xmlns:a16="http://schemas.microsoft.com/office/drawing/2014/main" id="{84CD52B4-03EB-9714-BAD2-90B55F26395D}"/>
              </a:ext>
            </a:extLst>
          </p:cNvPr>
          <p:cNvSpPr txBox="1">
            <a:spLocks noGrp="1"/>
          </p:cNvSpPr>
          <p:nvPr>
            <p:ph type="body" idx="4294967295"/>
          </p:nvPr>
        </p:nvSpPr>
        <p:spPr>
          <a:xfrm>
            <a:off x="9818168" y="5177204"/>
            <a:ext cx="1643195" cy="564257"/>
          </a:xfrm>
        </p:spPr>
        <p:txBody>
          <a:bodyPr anchor="b">
            <a:normAutofit/>
          </a:bodyPr>
          <a:lstStyle>
            <a:lvl1pPr marL="0" indent="0">
              <a:lnSpc>
                <a:spcPts val="2200"/>
              </a:lnSpc>
              <a:spcBef>
                <a:spcPts val="0"/>
              </a:spcBef>
              <a:spcAft>
                <a:spcPts val="0"/>
              </a:spcAft>
              <a:buNone/>
              <a:defRPr sz="1600">
                <a:solidFill>
                  <a:srgbClr val="00A6D6"/>
                </a:solidFill>
              </a:defRPr>
            </a:lvl1pPr>
          </a:lstStyle>
          <a:p>
            <a:pPr lvl="0"/>
            <a:r>
              <a:rPr lang="en-GB"/>
              <a:t>Name</a:t>
            </a:r>
            <a:br>
              <a:rPr lang="en-GB"/>
            </a:br>
            <a:r>
              <a:rPr lang="en-GB"/>
              <a:t>+ Surname</a:t>
            </a:r>
          </a:p>
        </p:txBody>
      </p:sp>
      <p:sp>
        <p:nvSpPr>
          <p:cNvPr id="33" name="Tijdelijke aanduiding voor tekst 5">
            <a:extLst>
              <a:ext uri="{FF2B5EF4-FFF2-40B4-BE49-F238E27FC236}">
                <a16:creationId xmlns:a16="http://schemas.microsoft.com/office/drawing/2014/main" id="{4A8DCF9B-3CD7-B6B4-174F-A8C47DD44DE2}"/>
              </a:ext>
            </a:extLst>
          </p:cNvPr>
          <p:cNvSpPr txBox="1">
            <a:spLocks noGrp="1"/>
          </p:cNvSpPr>
          <p:nvPr>
            <p:ph type="body" idx="4294967295"/>
          </p:nvPr>
        </p:nvSpPr>
        <p:spPr>
          <a:xfrm>
            <a:off x="9817693" y="5752371"/>
            <a:ext cx="1643195" cy="249302"/>
          </a:xfrm>
        </p:spPr>
        <p:txBody>
          <a:bodyPr>
            <a:normAutofit/>
          </a:bodyPr>
          <a:lstStyle>
            <a:lvl1pPr marL="0" indent="0">
              <a:buNone/>
              <a:defRPr sz="1400"/>
            </a:lvl1pPr>
          </a:lstStyle>
          <a:p>
            <a:pPr lvl="0"/>
            <a:r>
              <a:rPr lang="en-GB"/>
              <a:t>Job function</a:t>
            </a:r>
          </a:p>
        </p:txBody>
      </p:sp>
      <p:sp>
        <p:nvSpPr>
          <p:cNvPr id="34" name="Rechthoek 51">
            <a:extLst>
              <a:ext uri="{FF2B5EF4-FFF2-40B4-BE49-F238E27FC236}">
                <a16:creationId xmlns:a16="http://schemas.microsoft.com/office/drawing/2014/main" id="{F9EC3FF0-1C8B-7791-ED91-71D137D1A894}"/>
              </a:ext>
            </a:extLst>
          </p:cNvPr>
          <p:cNvSpPr/>
          <p:nvPr/>
        </p:nvSpPr>
        <p:spPr>
          <a:xfrm>
            <a:off x="0" y="-441326"/>
            <a:ext cx="1923604" cy="276999"/>
          </a:xfrm>
          <a:prstGeom prst="rect">
            <a:avLst/>
          </a:prstGeom>
          <a:noFill/>
          <a:ln>
            <a:noFill/>
            <a:prstDash val="solid"/>
          </a:ln>
        </p:spPr>
        <p:txBody>
          <a:bodyPr vert="horz" wrap="none" lIns="0" tIns="0" rIns="0" bIns="0" anchor="ctr"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800" b="1" i="0" u="none" strike="noStrike" kern="1200" cap="none" spc="0" baseline="0">
                <a:solidFill>
                  <a:srgbClr val="00A6D6"/>
                </a:solidFill>
                <a:uFillTx/>
                <a:latin typeface="Arial"/>
              </a:rPr>
              <a:t>Introduction | 12x</a:t>
            </a:r>
          </a:p>
        </p:txBody>
      </p:sp>
      <p:grpSp>
        <p:nvGrpSpPr>
          <p:cNvPr id="35" name="INSTRUCTION">
            <a:extLst>
              <a:ext uri="{FF2B5EF4-FFF2-40B4-BE49-F238E27FC236}">
                <a16:creationId xmlns:a16="http://schemas.microsoft.com/office/drawing/2014/main" id="{EBEDCCD5-C7C9-44B5-19EF-192CE288B2DF}"/>
              </a:ext>
            </a:extLst>
          </p:cNvPr>
          <p:cNvGrpSpPr/>
          <p:nvPr/>
        </p:nvGrpSpPr>
        <p:grpSpPr>
          <a:xfrm>
            <a:off x="-3786164" y="0"/>
            <a:ext cx="3693115" cy="5054638"/>
            <a:chOff x="-3786164" y="0"/>
            <a:chExt cx="3693115" cy="5054638"/>
          </a:xfrm>
        </p:grpSpPr>
        <p:sp>
          <p:nvSpPr>
            <p:cNvPr id="36" name="Rechthoek 5">
              <a:extLst>
                <a:ext uri="{FF2B5EF4-FFF2-40B4-BE49-F238E27FC236}">
                  <a16:creationId xmlns:a16="http://schemas.microsoft.com/office/drawing/2014/main" id="{E662A87D-A20F-F91A-B350-1AC4C945BED3}"/>
                </a:ext>
              </a:extLst>
            </p:cNvPr>
            <p:cNvSpPr/>
            <p:nvPr/>
          </p:nvSpPr>
          <p:spPr>
            <a:xfrm>
              <a:off x="-3786164" y="0"/>
              <a:ext cx="3593089" cy="4391598"/>
            </a:xfrm>
            <a:prstGeom prst="rect">
              <a:avLst/>
            </a:prstGeom>
            <a:solidFill>
              <a:srgbClr val="FFFFFF"/>
            </a:solidFill>
            <a:ln w="6345" cap="flat">
              <a:solidFill>
                <a:srgbClr val="ECECEC"/>
              </a:solidFill>
              <a:prstDash val="solid"/>
              <a:miter/>
            </a:ln>
          </p:spPr>
          <p:txBody>
            <a:bodyPr vert="horz" wrap="square" lIns="179999" tIns="143999" rIns="179999" bIns="143999"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400" b="1" i="0" u="none" strike="noStrike" kern="1200" cap="all" spc="0" baseline="0">
                  <a:solidFill>
                    <a:srgbClr val="00A6D6"/>
                  </a:solidFill>
                  <a:uFillTx/>
                  <a:latin typeface="Calibri" pitchFamily="34"/>
                  <a:cs typeface="Calibri" pitchFamily="34"/>
                </a:rPr>
                <a:t>Insert/edit an image</a:t>
              </a:r>
            </a:p>
          </p:txBody>
        </p:sp>
        <p:sp>
          <p:nvSpPr>
            <p:cNvPr id="37" name="Rechthoek 6">
              <a:extLst>
                <a:ext uri="{FF2B5EF4-FFF2-40B4-BE49-F238E27FC236}">
                  <a16:creationId xmlns:a16="http://schemas.microsoft.com/office/drawing/2014/main" id="{7523EEDF-7594-D9D8-6482-42EC82F15986}"/>
                </a:ext>
              </a:extLst>
            </p:cNvPr>
            <p:cNvSpPr/>
            <p:nvPr/>
          </p:nvSpPr>
          <p:spPr>
            <a:xfrm>
              <a:off x="-3786164" y="4226640"/>
              <a:ext cx="3593637" cy="827998"/>
            </a:xfrm>
            <a:prstGeom prst="rect">
              <a:avLst/>
            </a:prstGeom>
            <a:solidFill>
              <a:srgbClr val="ECECEC"/>
            </a:solidFill>
            <a:ln w="6345" cap="flat">
              <a:solidFill>
                <a:srgbClr val="ECECEC"/>
              </a:solidFill>
              <a:prstDash val="solid"/>
              <a:miter/>
            </a:ln>
          </p:spPr>
          <p:txBody>
            <a:bodyPr vert="horz" wrap="square" lIns="179999" tIns="143999" rIns="179999" bIns="143999"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1" i="0" u="none" strike="noStrike" kern="1200" cap="all" spc="0" baseline="0">
                  <a:solidFill>
                    <a:srgbClr val="211F26"/>
                  </a:solidFill>
                  <a:uFillTx/>
                  <a:latin typeface="Calibri" pitchFamily="34"/>
                  <a:cs typeface="Calibri" pitchFamily="34"/>
                </a:rPr>
                <a:t>Want to know more?</a:t>
              </a:r>
              <a:br>
                <a:rPr lang="en-GB" sz="1200" b="1" i="0" u="none" strike="noStrike" kern="1200" cap="all" spc="0" baseline="0">
                  <a:solidFill>
                    <a:srgbClr val="211F26"/>
                  </a:solidFill>
                  <a:uFillTx/>
                  <a:latin typeface="Calibri" pitchFamily="34"/>
                  <a:cs typeface="Calibri" pitchFamily="34"/>
                </a:rPr>
              </a:br>
              <a:r>
                <a:rPr lang="en-GB" sz="1200" b="0" i="0" u="none" strike="noStrike" kern="1200" cap="none" spc="0" baseline="0">
                  <a:solidFill>
                    <a:srgbClr val="211F26"/>
                  </a:solidFill>
                  <a:uFillTx/>
                  <a:latin typeface="Calibri" pitchFamily="34"/>
                  <a:cs typeface="Calibri" pitchFamily="34"/>
                </a:rPr>
                <a:t>Go to the tab</a:t>
              </a:r>
              <a:r>
                <a:rPr lang="en-GB" sz="1200" b="1" i="0" u="none" strike="noStrike" kern="1200" cap="all" spc="0" baseline="0">
                  <a:solidFill>
                    <a:srgbClr val="211F26"/>
                  </a:solidFill>
                  <a:uFillTx/>
                  <a:latin typeface="Calibri" pitchFamily="34"/>
                  <a:cs typeface="Calibri" pitchFamily="34"/>
                </a:rPr>
                <a:t> 'SLIDEBUILDER’ </a:t>
              </a:r>
              <a:r>
                <a:rPr lang="en-GB" sz="1200" b="0" i="0" u="none" strike="noStrike" kern="1200" cap="none" spc="0" baseline="0">
                  <a:solidFill>
                    <a:srgbClr val="211F26"/>
                  </a:solidFill>
                  <a:uFillTx/>
                  <a:latin typeface="Calibri" pitchFamily="34"/>
                  <a:cs typeface="Calibri" pitchFamily="34"/>
                </a:rPr>
                <a:t>and click</a:t>
              </a:r>
              <a:br>
                <a:rPr lang="en-GB" sz="1200" b="0" i="0" u="none" strike="noStrike" kern="1200" cap="none" spc="0" baseline="0">
                  <a:solidFill>
                    <a:srgbClr val="211F26"/>
                  </a:solidFill>
                  <a:uFillTx/>
                  <a:latin typeface="Calibri" pitchFamily="34"/>
                  <a:cs typeface="Calibri" pitchFamily="34"/>
                </a:rPr>
              </a:br>
              <a:r>
                <a:rPr lang="en-GB" sz="1200" b="0" i="0" u="none" strike="noStrike" kern="1200" cap="none" spc="0" baseline="0">
                  <a:solidFill>
                    <a:srgbClr val="211F26"/>
                  </a:solidFill>
                  <a:uFillTx/>
                  <a:latin typeface="Calibri" pitchFamily="34"/>
                  <a:cs typeface="Calibri" pitchFamily="34"/>
                </a:rPr>
                <a:t>on the button </a:t>
              </a:r>
              <a:r>
                <a:rPr lang="en-GB" sz="1200" b="1" i="0" u="none" strike="noStrike" kern="1200" cap="all" spc="0" baseline="0">
                  <a:solidFill>
                    <a:srgbClr val="211F26"/>
                  </a:solidFill>
                  <a:uFillTx/>
                  <a:latin typeface="Calibri" pitchFamily="34"/>
                  <a:cs typeface="Calibri" pitchFamily="34"/>
                </a:rPr>
                <a:t>‘Inspiration'</a:t>
              </a:r>
            </a:p>
          </p:txBody>
        </p:sp>
        <p:sp>
          <p:nvSpPr>
            <p:cNvPr id="38" name="Ovaal 7">
              <a:extLst>
                <a:ext uri="{FF2B5EF4-FFF2-40B4-BE49-F238E27FC236}">
                  <a16:creationId xmlns:a16="http://schemas.microsoft.com/office/drawing/2014/main" id="{1C4FF723-B65A-CC9B-D053-15088F39F705}"/>
                </a:ext>
              </a:extLst>
            </p:cNvPr>
            <p:cNvSpPr/>
            <p:nvPr/>
          </p:nvSpPr>
          <p:spPr>
            <a:xfrm>
              <a:off x="-3603586" y="465319"/>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1</a:t>
              </a:r>
            </a:p>
          </p:txBody>
        </p:sp>
        <p:sp>
          <p:nvSpPr>
            <p:cNvPr id="39" name="Rechthoek 8">
              <a:extLst>
                <a:ext uri="{FF2B5EF4-FFF2-40B4-BE49-F238E27FC236}">
                  <a16:creationId xmlns:a16="http://schemas.microsoft.com/office/drawing/2014/main" id="{E3EC853C-4378-9F5F-B08E-EB7D3AFF14A6}"/>
                </a:ext>
              </a:extLst>
            </p:cNvPr>
            <p:cNvSpPr/>
            <p:nvPr/>
          </p:nvSpPr>
          <p:spPr>
            <a:xfrm>
              <a:off x="-3319418" y="465319"/>
              <a:ext cx="3008778" cy="661851"/>
            </a:xfrm>
            <a:prstGeom prst="rect">
              <a:avLst/>
            </a:prstGeom>
            <a:noFill/>
            <a:ln>
              <a:noFill/>
              <a:prstDash val="solid"/>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0" i="0" u="none" strike="noStrike" kern="0" cap="none" spc="0" baseline="0">
                  <a:solidFill>
                    <a:srgbClr val="000000"/>
                  </a:solidFill>
                  <a:uFillTx/>
                  <a:latin typeface="Calibri" pitchFamily="34"/>
                  <a:cs typeface="Calibri" pitchFamily="34"/>
                </a:rPr>
                <a:t>If necessary, delete the existing image</a:t>
              </a:r>
              <a:br>
                <a:rPr lang="en-GB" sz="1200" b="0" i="0" u="none" strike="noStrike" kern="0" cap="none" spc="0" baseline="0">
                  <a:solidFill>
                    <a:srgbClr val="000000"/>
                  </a:solidFill>
                  <a:uFillTx/>
                  <a:latin typeface="Calibri" pitchFamily="34"/>
                  <a:cs typeface="Calibri" pitchFamily="34"/>
                </a:rPr>
              </a:br>
              <a:r>
                <a:rPr lang="en-GB" sz="1200" b="0" i="0" u="none" strike="noStrike" kern="0" cap="none" spc="0" baseline="0">
                  <a:solidFill>
                    <a:srgbClr val="000000"/>
                  </a:solidFill>
                  <a:uFillTx/>
                  <a:latin typeface="Calibri" pitchFamily="34"/>
                  <a:cs typeface="Calibri" pitchFamily="34"/>
                </a:rPr>
                <a:t>by using the </a:t>
              </a:r>
              <a:r>
                <a:rPr lang="en-GB" sz="1200" b="1" i="0" u="none" strike="noStrike" kern="0" cap="none" spc="0" baseline="0">
                  <a:solidFill>
                    <a:srgbClr val="000000"/>
                  </a:solidFill>
                  <a:uFillTx/>
                  <a:latin typeface="Calibri" pitchFamily="34"/>
                  <a:cs typeface="Calibri" pitchFamily="34"/>
                </a:rPr>
                <a:t>‘Backspace key’</a:t>
              </a:r>
              <a:r>
                <a:rPr lang="en-GB" sz="1200" b="0" i="0" u="none" strike="noStrike" kern="0" cap="none" spc="0" baseline="0">
                  <a:solidFill>
                    <a:srgbClr val="000000"/>
                  </a:solidFill>
                  <a:uFillTx/>
                  <a:latin typeface="Calibri" pitchFamily="34"/>
                  <a:cs typeface="Calibri" pitchFamily="34"/>
                </a:rPr>
                <a:t>. Select the placeholder, go to the tab </a:t>
              </a:r>
              <a:r>
                <a:rPr lang="en-GB" sz="1200" b="1" i="0" u="none" strike="noStrike" kern="0" cap="none" spc="0" baseline="0">
                  <a:solidFill>
                    <a:srgbClr val="000000"/>
                  </a:solidFill>
                  <a:uFillTx/>
                  <a:latin typeface="Calibri" pitchFamily="34"/>
                  <a:cs typeface="Calibri" pitchFamily="34"/>
                </a:rPr>
                <a:t>‘Slidebuilder’</a:t>
              </a:r>
              <a:r>
                <a:rPr lang="en-GB" sz="1200" b="0" i="0" u="none" strike="noStrike" kern="0" cap="none" spc="0" baseline="0">
                  <a:solidFill>
                    <a:srgbClr val="000000"/>
                  </a:solidFill>
                  <a:uFillTx/>
                  <a:latin typeface="Calibri" pitchFamily="34"/>
                  <a:cs typeface="Calibri" pitchFamily="34"/>
                </a:rPr>
                <a:t> and click on the button </a:t>
              </a:r>
              <a:r>
                <a:rPr lang="en-GB" sz="1200" b="1" i="0" u="none" strike="noStrike" kern="0" cap="none" spc="0" baseline="0">
                  <a:solidFill>
                    <a:srgbClr val="000000"/>
                  </a:solidFill>
                  <a:uFillTx/>
                  <a:latin typeface="Calibri" pitchFamily="34"/>
                  <a:cs typeface="Calibri" pitchFamily="34"/>
                </a:rPr>
                <a:t>‘Images’</a:t>
              </a:r>
              <a:r>
                <a:rPr lang="en-GB" sz="1200" b="0" i="0" u="none" strike="noStrike" kern="0" cap="none" spc="0" baseline="0">
                  <a:solidFill>
                    <a:srgbClr val="000000"/>
                  </a:solidFill>
                  <a:uFillTx/>
                  <a:latin typeface="Calibri" pitchFamily="34"/>
                  <a:cs typeface="Calibri" pitchFamily="34"/>
                </a:rPr>
                <a:t>.</a:t>
              </a:r>
            </a:p>
          </p:txBody>
        </p:sp>
        <p:sp>
          <p:nvSpPr>
            <p:cNvPr id="40" name="Ovaal 9">
              <a:extLst>
                <a:ext uri="{FF2B5EF4-FFF2-40B4-BE49-F238E27FC236}">
                  <a16:creationId xmlns:a16="http://schemas.microsoft.com/office/drawing/2014/main" id="{92D2CCF2-98E7-D5E1-1918-C58829C3EDF2}"/>
                </a:ext>
              </a:extLst>
            </p:cNvPr>
            <p:cNvSpPr/>
            <p:nvPr/>
          </p:nvSpPr>
          <p:spPr>
            <a:xfrm>
              <a:off x="-3603586" y="1811179"/>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2</a:t>
              </a:r>
            </a:p>
          </p:txBody>
        </p:sp>
        <p:sp>
          <p:nvSpPr>
            <p:cNvPr id="41" name="Rechthoek 10">
              <a:extLst>
                <a:ext uri="{FF2B5EF4-FFF2-40B4-BE49-F238E27FC236}">
                  <a16:creationId xmlns:a16="http://schemas.microsoft.com/office/drawing/2014/main" id="{D93BC958-F854-6466-94D5-5810D3E09573}"/>
                </a:ext>
              </a:extLst>
            </p:cNvPr>
            <p:cNvSpPr/>
            <p:nvPr/>
          </p:nvSpPr>
          <p:spPr>
            <a:xfrm>
              <a:off x="-3319418" y="1811188"/>
              <a:ext cx="2944678" cy="326340"/>
            </a:xfrm>
            <a:prstGeom prst="rect">
              <a:avLst/>
            </a:prstGeom>
            <a:noFill/>
            <a:ln>
              <a:noFill/>
              <a:prstDash val="solid"/>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0" i="0" u="none" strike="noStrike" kern="0" cap="none" spc="0" baseline="0">
                  <a:solidFill>
                    <a:srgbClr val="000000"/>
                  </a:solidFill>
                  <a:uFillTx/>
                  <a:latin typeface="Calibri" pitchFamily="34"/>
                  <a:cs typeface="Calibri" pitchFamily="34"/>
                </a:rPr>
                <a:t>Select the preferred category and image</a:t>
              </a:r>
              <a:br>
                <a:rPr lang="en-GB" sz="1200" b="0" i="0" u="none" strike="noStrike" kern="0" cap="none" spc="0" baseline="0">
                  <a:solidFill>
                    <a:srgbClr val="000000"/>
                  </a:solidFill>
                  <a:uFillTx/>
                  <a:latin typeface="Calibri" pitchFamily="34"/>
                  <a:cs typeface="Calibri" pitchFamily="34"/>
                </a:rPr>
              </a:br>
              <a:r>
                <a:rPr lang="en-GB" sz="1200" b="0" i="0" u="none" strike="noStrike" kern="0" cap="none" spc="0" baseline="0">
                  <a:solidFill>
                    <a:srgbClr val="000000"/>
                  </a:solidFill>
                  <a:uFillTx/>
                  <a:latin typeface="Calibri" pitchFamily="34"/>
                  <a:cs typeface="Calibri" pitchFamily="34"/>
                </a:rPr>
                <a:t>and click on  </a:t>
              </a:r>
              <a:r>
                <a:rPr lang="en-GB" sz="1200" b="1" i="0" u="none" strike="noStrike" kern="0" cap="none" spc="0" baseline="0">
                  <a:solidFill>
                    <a:srgbClr val="000000"/>
                  </a:solidFill>
                  <a:uFillTx/>
                  <a:latin typeface="Calibri" pitchFamily="34"/>
                  <a:cs typeface="Calibri" pitchFamily="34"/>
                </a:rPr>
                <a:t>‘Insert’</a:t>
              </a:r>
              <a:r>
                <a:rPr lang="en-GB" sz="1200" b="0" i="0" u="none" strike="noStrike" kern="0" cap="none" spc="0" baseline="0">
                  <a:solidFill>
                    <a:srgbClr val="000000"/>
                  </a:solidFill>
                  <a:uFillTx/>
                  <a:latin typeface="Calibri" pitchFamily="34"/>
                  <a:cs typeface="Calibri" pitchFamily="34"/>
                </a:rPr>
                <a:t>.</a:t>
              </a:r>
            </a:p>
          </p:txBody>
        </p:sp>
        <p:sp>
          <p:nvSpPr>
            <p:cNvPr id="42" name="Rechthoek 11">
              <a:extLst>
                <a:ext uri="{FF2B5EF4-FFF2-40B4-BE49-F238E27FC236}">
                  <a16:creationId xmlns:a16="http://schemas.microsoft.com/office/drawing/2014/main" id="{6790FC76-86F1-84E9-058A-EBD1E365858E}"/>
                </a:ext>
              </a:extLst>
            </p:cNvPr>
            <p:cNvSpPr/>
            <p:nvPr/>
          </p:nvSpPr>
          <p:spPr>
            <a:xfrm>
              <a:off x="-3319418" y="2245757"/>
              <a:ext cx="825502" cy="209553"/>
            </a:xfrm>
            <a:prstGeom prst="rect">
              <a:avLst/>
            </a:prstGeom>
            <a:solidFill>
              <a:srgbClr val="1FF524"/>
            </a:solidFill>
            <a:ln>
              <a:noFill/>
              <a:prstDash val="solid"/>
            </a:ln>
          </p:spPr>
          <p:txBody>
            <a:bodyPr vert="horz" wrap="square" lIns="0" tIns="0" rIns="0" bIns="0"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000" b="1" i="0" u="none" strike="noStrike" kern="1200" cap="none" spc="0" baseline="0">
                  <a:solidFill>
                    <a:srgbClr val="211F26"/>
                  </a:solidFill>
                  <a:uFillTx/>
                  <a:latin typeface="Calibri" pitchFamily="34"/>
                  <a:cs typeface="Calibri" pitchFamily="34"/>
                </a:rPr>
                <a:t>Insert</a:t>
              </a:r>
            </a:p>
          </p:txBody>
        </p:sp>
        <p:sp>
          <p:nvSpPr>
            <p:cNvPr id="43" name="Ovaal 12">
              <a:extLst>
                <a:ext uri="{FF2B5EF4-FFF2-40B4-BE49-F238E27FC236}">
                  <a16:creationId xmlns:a16="http://schemas.microsoft.com/office/drawing/2014/main" id="{8A7EFCAC-0935-C560-1C0F-12846D2AECC9}"/>
                </a:ext>
              </a:extLst>
            </p:cNvPr>
            <p:cNvSpPr/>
            <p:nvPr/>
          </p:nvSpPr>
          <p:spPr>
            <a:xfrm>
              <a:off x="-3603586" y="2634834"/>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3</a:t>
              </a:r>
            </a:p>
          </p:txBody>
        </p:sp>
        <p:sp>
          <p:nvSpPr>
            <p:cNvPr id="44" name="Rechthoek 13">
              <a:extLst>
                <a:ext uri="{FF2B5EF4-FFF2-40B4-BE49-F238E27FC236}">
                  <a16:creationId xmlns:a16="http://schemas.microsoft.com/office/drawing/2014/main" id="{521224C8-CE74-D214-249F-4AB55722BC70}"/>
                </a:ext>
              </a:extLst>
            </p:cNvPr>
            <p:cNvSpPr/>
            <p:nvPr/>
          </p:nvSpPr>
          <p:spPr>
            <a:xfrm>
              <a:off x="-3319418" y="2634834"/>
              <a:ext cx="2944678" cy="794165"/>
            </a:xfrm>
            <a:prstGeom prst="rect">
              <a:avLst/>
            </a:prstGeom>
            <a:noFill/>
            <a:ln>
              <a:noFill/>
              <a:prstDash val="solid"/>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0" i="0" u="none" strike="noStrike" kern="0" cap="none" spc="0" baseline="0">
                  <a:solidFill>
                    <a:srgbClr val="000000"/>
                  </a:solidFill>
                  <a:uFillTx/>
                  <a:latin typeface="Calibri" pitchFamily="34"/>
                  <a:cs typeface="Calibri" pitchFamily="34"/>
                </a:rPr>
                <a:t>To scale or drag the image, go to the tab </a:t>
              </a:r>
              <a:r>
                <a:rPr lang="en-GB" sz="1200" b="1" i="0" u="none" strike="noStrike" kern="0" cap="none" spc="0" baseline="0">
                  <a:solidFill>
                    <a:srgbClr val="000000"/>
                  </a:solidFill>
                  <a:uFillTx/>
                  <a:latin typeface="Calibri" pitchFamily="34"/>
                  <a:cs typeface="Calibri" pitchFamily="34"/>
                </a:rPr>
                <a:t>‘Picture Tools - Format’</a:t>
              </a:r>
              <a:r>
                <a:rPr lang="en-GB" sz="1200" b="0" i="0" u="none" strike="noStrike" kern="0" cap="none" spc="0" baseline="0">
                  <a:solidFill>
                    <a:srgbClr val="000000"/>
                  </a:solidFill>
                  <a:uFillTx/>
                  <a:latin typeface="Calibri" pitchFamily="34"/>
                  <a:cs typeface="Calibri" pitchFamily="34"/>
                </a:rPr>
                <a:t> and click on</a:t>
              </a:r>
              <a:br>
                <a:rPr lang="en-GB" sz="1200" b="0" i="0" u="none" strike="noStrike" kern="0" cap="none" spc="0" baseline="0">
                  <a:solidFill>
                    <a:srgbClr val="000000"/>
                  </a:solidFill>
                  <a:uFillTx/>
                  <a:latin typeface="Calibri" pitchFamily="34"/>
                  <a:cs typeface="Calibri" pitchFamily="34"/>
                </a:rPr>
              </a:br>
              <a:r>
                <a:rPr lang="en-GB" sz="1200" b="0" i="0" u="none" strike="noStrike" kern="0" cap="none" spc="0" baseline="0">
                  <a:solidFill>
                    <a:srgbClr val="000000"/>
                  </a:solidFill>
                  <a:uFillTx/>
                  <a:latin typeface="Calibri" pitchFamily="34"/>
                  <a:cs typeface="Calibri" pitchFamily="34"/>
                </a:rPr>
                <a:t>the button </a:t>
              </a:r>
              <a:r>
                <a:rPr lang="en-GB" sz="1200" b="1" i="0" u="none" strike="noStrike" kern="0" cap="none" spc="0" baseline="0">
                  <a:solidFill>
                    <a:srgbClr val="000000"/>
                  </a:solidFill>
                  <a:uFillTx/>
                  <a:latin typeface="Calibri" pitchFamily="34"/>
                  <a:cs typeface="Calibri" pitchFamily="34"/>
                </a:rPr>
                <a:t>‘Crop’</a:t>
              </a:r>
              <a:r>
                <a:rPr lang="en-GB" sz="1200" b="0" i="0" u="none" strike="noStrike" kern="0" cap="none" spc="0" baseline="0">
                  <a:solidFill>
                    <a:srgbClr val="000000"/>
                  </a:solidFill>
                  <a:uFillTx/>
                  <a:latin typeface="Calibri" pitchFamily="34"/>
                  <a:cs typeface="Calibri" pitchFamily="34"/>
                </a:rPr>
                <a:t>. Scale the image itself with</a:t>
              </a:r>
              <a:br>
                <a:rPr lang="en-GB" sz="1200" b="0" i="0" u="none" strike="noStrike" kern="0" cap="none" spc="0" baseline="0">
                  <a:solidFill>
                    <a:srgbClr val="000000"/>
                  </a:solidFill>
                  <a:uFillTx/>
                  <a:latin typeface="Calibri" pitchFamily="34"/>
                  <a:cs typeface="Calibri" pitchFamily="34"/>
                </a:rPr>
              </a:br>
              <a:r>
                <a:rPr lang="en-GB" sz="1200" b="0" i="0" u="none" strike="noStrike" kern="0" cap="none" spc="0" baseline="0">
                  <a:solidFill>
                    <a:srgbClr val="000000"/>
                  </a:solidFill>
                  <a:uFillTx/>
                  <a:latin typeface="Calibri" pitchFamily="34"/>
                  <a:cs typeface="Calibri" pitchFamily="34"/>
                </a:rPr>
                <a:t>the spheres and scale the image frame with the brackets.</a:t>
              </a:r>
            </a:p>
          </p:txBody>
        </p:sp>
        <p:grpSp>
          <p:nvGrpSpPr>
            <p:cNvPr id="45" name="Groep 14">
              <a:extLst>
                <a:ext uri="{FF2B5EF4-FFF2-40B4-BE49-F238E27FC236}">
                  <a16:creationId xmlns:a16="http://schemas.microsoft.com/office/drawing/2014/main" id="{0691555B-EB7A-0586-97A6-655168344125}"/>
                </a:ext>
              </a:extLst>
            </p:cNvPr>
            <p:cNvGrpSpPr/>
            <p:nvPr/>
          </p:nvGrpSpPr>
          <p:grpSpPr>
            <a:xfrm>
              <a:off x="-3414451" y="3534338"/>
              <a:ext cx="514285" cy="506541"/>
              <a:chOff x="-3414451" y="3534338"/>
              <a:chExt cx="514285" cy="506541"/>
            </a:xfrm>
          </p:grpSpPr>
          <p:grpSp>
            <p:nvGrpSpPr>
              <p:cNvPr id="46" name="Groep 68">
                <a:extLst>
                  <a:ext uri="{FF2B5EF4-FFF2-40B4-BE49-F238E27FC236}">
                    <a16:creationId xmlns:a16="http://schemas.microsoft.com/office/drawing/2014/main" id="{55776A90-665F-0734-9521-9088B2EAA545}"/>
                  </a:ext>
                </a:extLst>
              </p:cNvPr>
              <p:cNvGrpSpPr/>
              <p:nvPr/>
            </p:nvGrpSpPr>
            <p:grpSpPr>
              <a:xfrm>
                <a:off x="-3309341" y="3534338"/>
                <a:ext cx="319079" cy="306324"/>
                <a:chOff x="-3309341" y="3534338"/>
                <a:chExt cx="319079" cy="306324"/>
              </a:xfrm>
            </p:grpSpPr>
            <p:grpSp>
              <p:nvGrpSpPr>
                <p:cNvPr id="47" name="Groep 71">
                  <a:extLst>
                    <a:ext uri="{FF2B5EF4-FFF2-40B4-BE49-F238E27FC236}">
                      <a16:creationId xmlns:a16="http://schemas.microsoft.com/office/drawing/2014/main" id="{5FC95993-F4BB-276A-6B40-4A2EDF1FBDFE}"/>
                    </a:ext>
                  </a:extLst>
                </p:cNvPr>
                <p:cNvGrpSpPr/>
                <p:nvPr/>
              </p:nvGrpSpPr>
              <p:grpSpPr>
                <a:xfrm>
                  <a:off x="-3309341" y="3534338"/>
                  <a:ext cx="282064" cy="270561"/>
                  <a:chOff x="-3309341" y="3534338"/>
                  <a:chExt cx="282064" cy="270561"/>
                </a:xfrm>
              </p:grpSpPr>
              <p:grpSp>
                <p:nvGrpSpPr>
                  <p:cNvPr id="48" name="Groep 78">
                    <a:extLst>
                      <a:ext uri="{FF2B5EF4-FFF2-40B4-BE49-F238E27FC236}">
                        <a16:creationId xmlns:a16="http://schemas.microsoft.com/office/drawing/2014/main" id="{567AD0D9-98F1-3B34-443D-844D10E85A05}"/>
                      </a:ext>
                    </a:extLst>
                  </p:cNvPr>
                  <p:cNvGrpSpPr/>
                  <p:nvPr/>
                </p:nvGrpSpPr>
                <p:grpSpPr>
                  <a:xfrm>
                    <a:off x="-3309341" y="3534338"/>
                    <a:ext cx="282064" cy="270561"/>
                    <a:chOff x="-3309341" y="3534338"/>
                    <a:chExt cx="282064" cy="270561"/>
                  </a:xfrm>
                </p:grpSpPr>
                <p:sp>
                  <p:nvSpPr>
                    <p:cNvPr id="49" name="Rechthoek 81">
                      <a:extLst>
                        <a:ext uri="{FF2B5EF4-FFF2-40B4-BE49-F238E27FC236}">
                          <a16:creationId xmlns:a16="http://schemas.microsoft.com/office/drawing/2014/main" id="{7483B4D6-6445-C1AC-3D47-AE7B4C3F2A54}"/>
                        </a:ext>
                      </a:extLst>
                    </p:cNvPr>
                    <p:cNvSpPr/>
                    <p:nvPr/>
                  </p:nvSpPr>
                  <p:spPr>
                    <a:xfrm>
                      <a:off x="-3309341" y="3534338"/>
                      <a:ext cx="282064" cy="270561"/>
                    </a:xfrm>
                    <a:prstGeom prst="rect">
                      <a:avLst/>
                    </a:prstGeom>
                    <a:noFill/>
                    <a:ln w="12701" cap="flat">
                      <a:solidFill>
                        <a:srgbClr val="818181"/>
                      </a:solidFill>
                      <a:custDash>
                        <a:ds d="300000" sp="300000"/>
                      </a:custDash>
                      <a:miter/>
                    </a:ln>
                  </p:spPr>
                  <p:txBody>
                    <a:bodyPr vert="horz" wrap="square" lIns="107999"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800" b="0" i="0" u="none" strike="noStrike" kern="1200" cap="none" spc="0" baseline="0">
                        <a:solidFill>
                          <a:srgbClr val="211F26"/>
                        </a:solidFill>
                        <a:uFillTx/>
                        <a:latin typeface="Calibri" pitchFamily="34"/>
                        <a:cs typeface="Calibri" pitchFamily="34"/>
                      </a:endParaRPr>
                    </a:p>
                  </p:txBody>
                </p:sp>
                <p:sp>
                  <p:nvSpPr>
                    <p:cNvPr id="50" name="Rechthoek 82">
                      <a:extLst>
                        <a:ext uri="{FF2B5EF4-FFF2-40B4-BE49-F238E27FC236}">
                          <a16:creationId xmlns:a16="http://schemas.microsoft.com/office/drawing/2014/main" id="{B9A24261-D6C4-3664-3C1F-EAB6BFBCEB85}"/>
                        </a:ext>
                      </a:extLst>
                    </p:cNvPr>
                    <p:cNvSpPr/>
                    <p:nvPr/>
                  </p:nvSpPr>
                  <p:spPr>
                    <a:xfrm>
                      <a:off x="-3309341" y="3534338"/>
                      <a:ext cx="166237" cy="163814"/>
                    </a:xfrm>
                    <a:prstGeom prst="rect">
                      <a:avLst/>
                    </a:prstGeom>
                    <a:solidFill>
                      <a:srgbClr val="FFFFFF"/>
                    </a:solidFill>
                    <a:ln w="12701" cap="flat">
                      <a:solidFill>
                        <a:srgbClr val="818181"/>
                      </a:solidFill>
                      <a:prstDash val="solid"/>
                      <a:miter/>
                    </a:ln>
                  </p:spPr>
                  <p:txBody>
                    <a:bodyPr vert="horz" wrap="square" lIns="107999"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800" b="0" i="0" u="none" strike="noStrike" kern="1200" cap="none" spc="0" baseline="0">
                        <a:solidFill>
                          <a:srgbClr val="211F26"/>
                        </a:solidFill>
                        <a:uFillTx/>
                        <a:latin typeface="Calibri" pitchFamily="34"/>
                        <a:cs typeface="Calibri" pitchFamily="34"/>
                      </a:endParaRPr>
                    </a:p>
                  </p:txBody>
                </p:sp>
                <p:sp>
                  <p:nvSpPr>
                    <p:cNvPr id="51" name="Ovaal 83">
                      <a:extLst>
                        <a:ext uri="{FF2B5EF4-FFF2-40B4-BE49-F238E27FC236}">
                          <a16:creationId xmlns:a16="http://schemas.microsoft.com/office/drawing/2014/main" id="{37E973A4-9292-6055-796D-D44D16604B06}"/>
                        </a:ext>
                      </a:extLst>
                    </p:cNvPr>
                    <p:cNvSpPr/>
                    <p:nvPr/>
                  </p:nvSpPr>
                  <p:spPr>
                    <a:xfrm>
                      <a:off x="-3208071" y="3555031"/>
                      <a:ext cx="45866" cy="45866"/>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ECC679"/>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pic>
                <p:nvPicPr>
                  <p:cNvPr id="52" name="Afbeelding 79">
                    <a:extLst>
                      <a:ext uri="{FF2B5EF4-FFF2-40B4-BE49-F238E27FC236}">
                        <a16:creationId xmlns:a16="http://schemas.microsoft.com/office/drawing/2014/main" id="{BA239655-F556-39AF-1515-68E08F4196E9}"/>
                      </a:ext>
                    </a:extLst>
                  </p:cNvPr>
                  <p:cNvPicPr>
                    <a:picLocks noChangeAspect="1"/>
                  </p:cNvPicPr>
                  <p:nvPr/>
                </p:nvPicPr>
                <p:blipFill>
                  <a:blip r:embed="rId3"/>
                  <a:stretch>
                    <a:fillRect/>
                  </a:stretch>
                </p:blipFill>
                <p:spPr>
                  <a:xfrm>
                    <a:off x="-3301468" y="3600980"/>
                    <a:ext cx="110157" cy="89099"/>
                  </a:xfrm>
                  <a:prstGeom prst="rect">
                    <a:avLst/>
                  </a:prstGeom>
                  <a:noFill/>
                  <a:ln>
                    <a:noFill/>
                  </a:ln>
                </p:spPr>
              </p:pic>
              <p:pic>
                <p:nvPicPr>
                  <p:cNvPr id="53" name="Afbeelding 80">
                    <a:extLst>
                      <a:ext uri="{FF2B5EF4-FFF2-40B4-BE49-F238E27FC236}">
                        <a16:creationId xmlns:a16="http://schemas.microsoft.com/office/drawing/2014/main" id="{B69CC5B1-1A4A-5411-D57E-7FBD0409AB85}"/>
                      </a:ext>
                    </a:extLst>
                  </p:cNvPr>
                  <p:cNvPicPr>
                    <a:picLocks noChangeAspect="1"/>
                  </p:cNvPicPr>
                  <p:nvPr/>
                </p:nvPicPr>
                <p:blipFill>
                  <a:blip r:embed="rId3"/>
                  <a:stretch>
                    <a:fillRect/>
                  </a:stretch>
                </p:blipFill>
                <p:spPr>
                  <a:xfrm flipH="1">
                    <a:off x="-3258071" y="3616406"/>
                    <a:ext cx="110157" cy="70801"/>
                  </a:xfrm>
                  <a:prstGeom prst="rect">
                    <a:avLst/>
                  </a:prstGeom>
                  <a:noFill/>
                  <a:ln>
                    <a:noFill/>
                  </a:ln>
                </p:spPr>
              </p:pic>
            </p:grpSp>
            <p:grpSp>
              <p:nvGrpSpPr>
                <p:cNvPr id="54" name="Groep 72">
                  <a:extLst>
                    <a:ext uri="{FF2B5EF4-FFF2-40B4-BE49-F238E27FC236}">
                      <a16:creationId xmlns:a16="http://schemas.microsoft.com/office/drawing/2014/main" id="{0EF5C066-9621-B39D-1360-978E5F089DE1}"/>
                    </a:ext>
                  </a:extLst>
                </p:cNvPr>
                <p:cNvGrpSpPr/>
                <p:nvPr/>
              </p:nvGrpSpPr>
              <p:grpSpPr>
                <a:xfrm>
                  <a:off x="-3089858" y="3740627"/>
                  <a:ext cx="99596" cy="100035"/>
                  <a:chOff x="-3089858" y="3740627"/>
                  <a:chExt cx="99596" cy="100035"/>
                </a:xfrm>
              </p:grpSpPr>
              <p:sp>
                <p:nvSpPr>
                  <p:cNvPr id="55" name="Rechthoek 76">
                    <a:extLst>
                      <a:ext uri="{FF2B5EF4-FFF2-40B4-BE49-F238E27FC236}">
                        <a16:creationId xmlns:a16="http://schemas.microsoft.com/office/drawing/2014/main" id="{09486D3F-3C1D-8A22-78E8-01A864923834}"/>
                      </a:ext>
                    </a:extLst>
                  </p:cNvPr>
                  <p:cNvSpPr/>
                  <p:nvPr/>
                </p:nvSpPr>
                <p:spPr>
                  <a:xfrm>
                    <a:off x="-3089858" y="3740627"/>
                    <a:ext cx="99596" cy="19385"/>
                  </a:xfrm>
                  <a:prstGeom prst="rect">
                    <a:avLst/>
                  </a:prstGeom>
                  <a:solidFill>
                    <a:srgbClr val="81818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56" name="Rechthoek 77">
                    <a:extLst>
                      <a:ext uri="{FF2B5EF4-FFF2-40B4-BE49-F238E27FC236}">
                        <a16:creationId xmlns:a16="http://schemas.microsoft.com/office/drawing/2014/main" id="{E590C20D-17AC-A345-A04E-059CE3E08A9C}"/>
                      </a:ext>
                    </a:extLst>
                  </p:cNvPr>
                  <p:cNvSpPr/>
                  <p:nvPr/>
                </p:nvSpPr>
                <p:spPr>
                  <a:xfrm rot="5400013">
                    <a:off x="-3129955" y="3781171"/>
                    <a:ext cx="99596" cy="19385"/>
                  </a:xfrm>
                  <a:prstGeom prst="rect">
                    <a:avLst/>
                  </a:prstGeom>
                  <a:solidFill>
                    <a:srgbClr val="81818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grpSp>
              <p:nvGrpSpPr>
                <p:cNvPr id="57" name="Groep 73">
                  <a:extLst>
                    <a:ext uri="{FF2B5EF4-FFF2-40B4-BE49-F238E27FC236}">
                      <a16:creationId xmlns:a16="http://schemas.microsoft.com/office/drawing/2014/main" id="{03B980BC-B1FB-241E-2111-A2C447EC7D46}"/>
                    </a:ext>
                  </a:extLst>
                </p:cNvPr>
                <p:cNvGrpSpPr/>
                <p:nvPr/>
              </p:nvGrpSpPr>
              <p:grpSpPr>
                <a:xfrm>
                  <a:off x="-3118615" y="3713562"/>
                  <a:ext cx="99596" cy="100033"/>
                  <a:chOff x="-3118615" y="3713562"/>
                  <a:chExt cx="99596" cy="100033"/>
                </a:xfrm>
              </p:grpSpPr>
              <p:sp>
                <p:nvSpPr>
                  <p:cNvPr id="58" name="Rechthoek 74">
                    <a:extLst>
                      <a:ext uri="{FF2B5EF4-FFF2-40B4-BE49-F238E27FC236}">
                        <a16:creationId xmlns:a16="http://schemas.microsoft.com/office/drawing/2014/main" id="{FF747686-4D6F-00C9-860D-FB04117ACC5D}"/>
                      </a:ext>
                    </a:extLst>
                  </p:cNvPr>
                  <p:cNvSpPr/>
                  <p:nvPr/>
                </p:nvSpPr>
                <p:spPr>
                  <a:xfrm rot="10799991">
                    <a:off x="-3118615" y="3794210"/>
                    <a:ext cx="99596" cy="19385"/>
                  </a:xfrm>
                  <a:prstGeom prst="rect">
                    <a:avLst/>
                  </a:prstGeom>
                  <a:solidFill>
                    <a:srgbClr val="81818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59" name="Rechthoek 75">
                    <a:extLst>
                      <a:ext uri="{FF2B5EF4-FFF2-40B4-BE49-F238E27FC236}">
                        <a16:creationId xmlns:a16="http://schemas.microsoft.com/office/drawing/2014/main" id="{2CFDC1D5-2EBB-02D1-2033-E723643D4281}"/>
                      </a:ext>
                    </a:extLst>
                  </p:cNvPr>
                  <p:cNvSpPr/>
                  <p:nvPr/>
                </p:nvSpPr>
                <p:spPr>
                  <a:xfrm rot="16200004">
                    <a:off x="-3078509" y="3753667"/>
                    <a:ext cx="99596" cy="19385"/>
                  </a:xfrm>
                  <a:prstGeom prst="rect">
                    <a:avLst/>
                  </a:prstGeom>
                  <a:solidFill>
                    <a:srgbClr val="81818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grpSp>
          <p:sp>
            <p:nvSpPr>
              <p:cNvPr id="60" name="Rechthoek 69">
                <a:extLst>
                  <a:ext uri="{FF2B5EF4-FFF2-40B4-BE49-F238E27FC236}">
                    <a16:creationId xmlns:a16="http://schemas.microsoft.com/office/drawing/2014/main" id="{D788C517-6C9F-5CD7-1299-A95D16310A1B}"/>
                  </a:ext>
                </a:extLst>
              </p:cNvPr>
              <p:cNvSpPr/>
              <p:nvPr/>
            </p:nvSpPr>
            <p:spPr>
              <a:xfrm>
                <a:off x="-3414451" y="3866732"/>
                <a:ext cx="514285" cy="110084"/>
              </a:xfrm>
              <a:prstGeom prst="rect">
                <a:avLst/>
              </a:prstGeom>
              <a:noFill/>
              <a:ln>
                <a:noFill/>
                <a:prstDash val="solid"/>
              </a:ln>
            </p:spPr>
            <p:txBody>
              <a:bodyPr vert="horz" wrap="square" lIns="0" tIns="0" rIns="0" bIns="0"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900" b="0" i="0" u="none" strike="noStrike" kern="1200" cap="none" spc="0" baseline="0">
                    <a:solidFill>
                      <a:srgbClr val="211F26"/>
                    </a:solidFill>
                    <a:uFillTx/>
                    <a:latin typeface="Calibri" pitchFamily="34"/>
                    <a:cs typeface="Calibri" pitchFamily="34"/>
                  </a:rPr>
                  <a:t>Crop</a:t>
                </a:r>
              </a:p>
            </p:txBody>
          </p:sp>
          <p:sp>
            <p:nvSpPr>
              <p:cNvPr id="61" name="Gelijkbenige driehoek 70">
                <a:extLst>
                  <a:ext uri="{FF2B5EF4-FFF2-40B4-BE49-F238E27FC236}">
                    <a16:creationId xmlns:a16="http://schemas.microsoft.com/office/drawing/2014/main" id="{06EF88DB-E020-0A11-74A3-71BBE0021D8A}"/>
                  </a:ext>
                </a:extLst>
              </p:cNvPr>
              <p:cNvSpPr/>
              <p:nvPr/>
            </p:nvSpPr>
            <p:spPr>
              <a:xfrm rot="10799991">
                <a:off x="-3186985" y="4005949"/>
                <a:ext cx="59335" cy="34930"/>
              </a:xfrm>
              <a:custGeom>
                <a:avLst>
                  <a:gd name="f8" fmla="val 50000"/>
                </a:avLst>
                <a:gdLst>
                  <a:gd name="f1" fmla="val 10800000"/>
                  <a:gd name="f2" fmla="val 5400000"/>
                  <a:gd name="f3" fmla="val 180"/>
                  <a:gd name="f4" fmla="val w"/>
                  <a:gd name="f5" fmla="val h"/>
                  <a:gd name="f6" fmla="val ss"/>
                  <a:gd name="f7" fmla="val 0"/>
                  <a:gd name="f8" fmla="val 50000"/>
                  <a:gd name="f9" fmla="+- 0 0 -360"/>
                  <a:gd name="f10" fmla="+- 0 0 -270"/>
                  <a:gd name="f11" fmla="+- 0 0 -180"/>
                  <a:gd name="f12" fmla="+- 0 0 -90"/>
                  <a:gd name="f13" fmla="abs f4"/>
                  <a:gd name="f14" fmla="abs f5"/>
                  <a:gd name="f15" fmla="abs f6"/>
                  <a:gd name="f16" fmla="val f7"/>
                  <a:gd name="f17" fmla="val f8"/>
                  <a:gd name="f18" fmla="*/ f9 f1 1"/>
                  <a:gd name="f19" fmla="*/ f10 f1 1"/>
                  <a:gd name="f20" fmla="*/ f11 f1 1"/>
                  <a:gd name="f21" fmla="*/ f12 f1 1"/>
                  <a:gd name="f22" fmla="?: f13 f4 1"/>
                  <a:gd name="f23" fmla="?: f14 f5 1"/>
                  <a:gd name="f24" fmla="?: f15 f6 1"/>
                  <a:gd name="f25" fmla="*/ f18 1 f3"/>
                  <a:gd name="f26" fmla="*/ f19 1 f3"/>
                  <a:gd name="f27" fmla="*/ f20 1 f3"/>
                  <a:gd name="f28" fmla="*/ f21 1 f3"/>
                  <a:gd name="f29" fmla="*/ f22 1 21600"/>
                  <a:gd name="f30" fmla="*/ f23 1 21600"/>
                  <a:gd name="f31" fmla="*/ 21600 f22 1"/>
                  <a:gd name="f32" fmla="*/ 21600 f23 1"/>
                  <a:gd name="f33" fmla="+- f25 0 f2"/>
                  <a:gd name="f34" fmla="+- f26 0 f2"/>
                  <a:gd name="f35" fmla="+- f27 0 f2"/>
                  <a:gd name="f36" fmla="+- f28 0 f2"/>
                  <a:gd name="f37" fmla="min f30 f29"/>
                  <a:gd name="f38" fmla="*/ f31 1 f24"/>
                  <a:gd name="f39" fmla="*/ f32 1 f24"/>
                  <a:gd name="f40" fmla="val f38"/>
                  <a:gd name="f41" fmla="val f39"/>
                  <a:gd name="f42" fmla="*/ f16 f37 1"/>
                  <a:gd name="f43" fmla="+- f41 0 f16"/>
                  <a:gd name="f44" fmla="+- f40 0 f16"/>
                  <a:gd name="f45" fmla="*/ f41 f37 1"/>
                  <a:gd name="f46" fmla="*/ f40 f37 1"/>
                  <a:gd name="f47" fmla="*/ f43 1 2"/>
                  <a:gd name="f48" fmla="*/ f44 1 2"/>
                  <a:gd name="f49" fmla="*/ f44 f17 1"/>
                  <a:gd name="f50" fmla="+- f16 f47 0"/>
                  <a:gd name="f51" fmla="*/ f49 1 200000"/>
                  <a:gd name="f52" fmla="*/ f49 1 100000"/>
                  <a:gd name="f53" fmla="+- f51 f48 0"/>
                  <a:gd name="f54" fmla="*/ f51 f37 1"/>
                  <a:gd name="f55" fmla="*/ f50 f37 1"/>
                  <a:gd name="f56" fmla="*/ f52 f37 1"/>
                  <a:gd name="f57" fmla="*/ f53 f37 1"/>
                </a:gdLst>
                <a:ahLst/>
                <a:cxnLst>
                  <a:cxn ang="3cd4">
                    <a:pos x="hc" y="t"/>
                  </a:cxn>
                  <a:cxn ang="0">
                    <a:pos x="r" y="vc"/>
                  </a:cxn>
                  <a:cxn ang="cd4">
                    <a:pos x="hc" y="b"/>
                  </a:cxn>
                  <a:cxn ang="cd2">
                    <a:pos x="l" y="vc"/>
                  </a:cxn>
                  <a:cxn ang="f33">
                    <a:pos x="f56" y="f42"/>
                  </a:cxn>
                  <a:cxn ang="f34">
                    <a:pos x="f54" y="f55"/>
                  </a:cxn>
                  <a:cxn ang="f35">
                    <a:pos x="f42" y="f45"/>
                  </a:cxn>
                  <a:cxn ang="f35">
                    <a:pos x="f56" y="f45"/>
                  </a:cxn>
                  <a:cxn ang="f35">
                    <a:pos x="f46" y="f45"/>
                  </a:cxn>
                  <a:cxn ang="f36">
                    <a:pos x="f57" y="f55"/>
                  </a:cxn>
                </a:cxnLst>
                <a:rect l="f54" t="f55" r="f57" b="f45"/>
                <a:pathLst>
                  <a:path>
                    <a:moveTo>
                      <a:pt x="f42" y="f45"/>
                    </a:moveTo>
                    <a:lnTo>
                      <a:pt x="f56" y="f42"/>
                    </a:lnTo>
                    <a:lnTo>
                      <a:pt x="f46" y="f45"/>
                    </a:lnTo>
                    <a:close/>
                  </a:path>
                </a:pathLst>
              </a:custGeom>
              <a:solidFill>
                <a:srgbClr val="81818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grpSp>
          <p:nvGrpSpPr>
            <p:cNvPr id="62" name="ICOON_info">
              <a:extLst>
                <a:ext uri="{FF2B5EF4-FFF2-40B4-BE49-F238E27FC236}">
                  <a16:creationId xmlns:a16="http://schemas.microsoft.com/office/drawing/2014/main" id="{AC5243F8-BD32-0474-B725-50FA477D7F15}"/>
                </a:ext>
              </a:extLst>
            </p:cNvPr>
            <p:cNvGrpSpPr/>
            <p:nvPr/>
          </p:nvGrpSpPr>
          <p:grpSpPr>
            <a:xfrm>
              <a:off x="-376732" y="4055592"/>
              <a:ext cx="283683" cy="283683"/>
              <a:chOff x="-376732" y="4055592"/>
              <a:chExt cx="283683" cy="283683"/>
            </a:xfrm>
          </p:grpSpPr>
          <p:sp>
            <p:nvSpPr>
              <p:cNvPr id="63" name="Ovaal 66">
                <a:extLst>
                  <a:ext uri="{FF2B5EF4-FFF2-40B4-BE49-F238E27FC236}">
                    <a16:creationId xmlns:a16="http://schemas.microsoft.com/office/drawing/2014/main" id="{D1842E45-C3EA-D39B-63DD-3BDDF9450697}"/>
                  </a:ext>
                </a:extLst>
              </p:cNvPr>
              <p:cNvSpPr/>
              <p:nvPr/>
            </p:nvSpPr>
            <p:spPr>
              <a:xfrm>
                <a:off x="-356707" y="4075060"/>
                <a:ext cx="244748" cy="244748"/>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211F26"/>
              </a:solidFill>
              <a:ln>
                <a:noFill/>
                <a:prstDash val="solid"/>
              </a:ln>
            </p:spPr>
            <p:txBody>
              <a:bodyPr vert="horz" wrap="square" lIns="179999" tIns="179999" rIns="179999" bIns="179999"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1600" b="0" i="0" u="none" strike="noStrike" kern="1200" cap="all" spc="0" baseline="0">
                  <a:solidFill>
                    <a:srgbClr val="FFFFFF"/>
                  </a:solidFill>
                  <a:uFillTx/>
                  <a:latin typeface="Calibri" pitchFamily="34"/>
                  <a:cs typeface="Calibri" pitchFamily="34"/>
                </a:endParaRPr>
              </a:p>
            </p:txBody>
          </p:sp>
          <p:sp>
            <p:nvSpPr>
              <p:cNvPr id="64" name="Graphic 163" descr="Informatie">
                <a:extLst>
                  <a:ext uri="{FF2B5EF4-FFF2-40B4-BE49-F238E27FC236}">
                    <a16:creationId xmlns:a16="http://schemas.microsoft.com/office/drawing/2014/main" id="{50C73845-A62D-2BE7-338F-C015DB437D68}"/>
                  </a:ext>
                </a:extLst>
              </p:cNvPr>
              <p:cNvSpPr/>
              <p:nvPr/>
            </p:nvSpPr>
            <p:spPr>
              <a:xfrm>
                <a:off x="-376732" y="4055592"/>
                <a:ext cx="283683" cy="283683"/>
              </a:xfrm>
              <a:custGeom>
                <a:avLst/>
                <a:gdLst>
                  <a:gd name="f0" fmla="val 10800000"/>
                  <a:gd name="f1" fmla="val 5400000"/>
                  <a:gd name="f2" fmla="val 180"/>
                  <a:gd name="f3" fmla="val w"/>
                  <a:gd name="f4" fmla="val h"/>
                  <a:gd name="f5" fmla="val 0"/>
                  <a:gd name="f6" fmla="val 291719"/>
                  <a:gd name="f7" fmla="val 145860"/>
                  <a:gd name="f8" fmla="val 65253"/>
                  <a:gd name="f9" fmla="val 226467"/>
                  <a:gd name="f10" fmla="val 291720"/>
                  <a:gd name="f11" fmla="val 138183"/>
                  <a:gd name="f12" fmla="val 38384"/>
                  <a:gd name="f13" fmla="val 148931"/>
                  <a:gd name="f14" fmla="val 157375"/>
                  <a:gd name="f15" fmla="val 46829"/>
                  <a:gd name="f16" fmla="val 57576"/>
                  <a:gd name="f17" fmla="val 68324"/>
                  <a:gd name="f18" fmla="val 76768"/>
                  <a:gd name="f19" fmla="val 127435"/>
                  <a:gd name="f20" fmla="val 118991"/>
                  <a:gd name="f21" fmla="val 184244"/>
                  <a:gd name="f22" fmla="val 253336"/>
                  <a:gd name="f23" fmla="val 107476"/>
                  <a:gd name="f24" fmla="val 230305"/>
                  <a:gd name="f25" fmla="val 134345"/>
                  <a:gd name="f26" fmla="val 115153"/>
                  <a:gd name="f27" fmla="val 111314"/>
                  <a:gd name="f28" fmla="val 92122"/>
                  <a:gd name="f29" fmla="+- 0 0 -90"/>
                  <a:gd name="f30" fmla="*/ f3 1 291719"/>
                  <a:gd name="f31" fmla="*/ f4 1 291719"/>
                  <a:gd name="f32" fmla="val f5"/>
                  <a:gd name="f33" fmla="val f6"/>
                  <a:gd name="f34" fmla="*/ f29 f0 1"/>
                  <a:gd name="f35" fmla="+- f33 0 f32"/>
                  <a:gd name="f36" fmla="*/ f34 1 f2"/>
                  <a:gd name="f37" fmla="*/ f35 1 291719"/>
                  <a:gd name="f38" fmla="*/ 145860 f35 1"/>
                  <a:gd name="f39" fmla="*/ 0 f35 1"/>
                  <a:gd name="f40" fmla="*/ 291720 f35 1"/>
                  <a:gd name="f41" fmla="*/ 138183 f35 1"/>
                  <a:gd name="f42" fmla="*/ 38384 f35 1"/>
                  <a:gd name="f43" fmla="*/ 157375 f35 1"/>
                  <a:gd name="f44" fmla="*/ 57576 f35 1"/>
                  <a:gd name="f45" fmla="*/ 76768 f35 1"/>
                  <a:gd name="f46" fmla="*/ 118991 f35 1"/>
                  <a:gd name="f47" fmla="*/ 184244 f35 1"/>
                  <a:gd name="f48" fmla="*/ 253336 f35 1"/>
                  <a:gd name="f49" fmla="*/ 107476 f35 1"/>
                  <a:gd name="f50" fmla="*/ 230305 f35 1"/>
                  <a:gd name="f51" fmla="*/ 134345 f35 1"/>
                  <a:gd name="f52" fmla="*/ 115153 f35 1"/>
                  <a:gd name="f53" fmla="*/ 111314 f35 1"/>
                  <a:gd name="f54" fmla="*/ 92122 f35 1"/>
                  <a:gd name="f55" fmla="+- f36 0 f1"/>
                  <a:gd name="f56" fmla="*/ f38 1 291719"/>
                  <a:gd name="f57" fmla="*/ f39 1 291719"/>
                  <a:gd name="f58" fmla="*/ f40 1 291719"/>
                  <a:gd name="f59" fmla="*/ f41 1 291719"/>
                  <a:gd name="f60" fmla="*/ f42 1 291719"/>
                  <a:gd name="f61" fmla="*/ f43 1 291719"/>
                  <a:gd name="f62" fmla="*/ f44 1 291719"/>
                  <a:gd name="f63" fmla="*/ f45 1 291719"/>
                  <a:gd name="f64" fmla="*/ f46 1 291719"/>
                  <a:gd name="f65" fmla="*/ f47 1 291719"/>
                  <a:gd name="f66" fmla="*/ f48 1 291719"/>
                  <a:gd name="f67" fmla="*/ f49 1 291719"/>
                  <a:gd name="f68" fmla="*/ f50 1 291719"/>
                  <a:gd name="f69" fmla="*/ f51 1 291719"/>
                  <a:gd name="f70" fmla="*/ f52 1 291719"/>
                  <a:gd name="f71" fmla="*/ f53 1 291719"/>
                  <a:gd name="f72" fmla="*/ f54 1 291719"/>
                  <a:gd name="f73" fmla="*/ f32 1 f37"/>
                  <a:gd name="f74" fmla="*/ f33 1 f37"/>
                  <a:gd name="f75" fmla="*/ f56 1 f37"/>
                  <a:gd name="f76" fmla="*/ f57 1 f37"/>
                  <a:gd name="f77" fmla="*/ f58 1 f37"/>
                  <a:gd name="f78" fmla="*/ f59 1 f37"/>
                  <a:gd name="f79" fmla="*/ f60 1 f37"/>
                  <a:gd name="f80" fmla="*/ f61 1 f37"/>
                  <a:gd name="f81" fmla="*/ f62 1 f37"/>
                  <a:gd name="f82" fmla="*/ f63 1 f37"/>
                  <a:gd name="f83" fmla="*/ f64 1 f37"/>
                  <a:gd name="f84" fmla="*/ f65 1 f37"/>
                  <a:gd name="f85" fmla="*/ f66 1 f37"/>
                  <a:gd name="f86" fmla="*/ f67 1 f37"/>
                  <a:gd name="f87" fmla="*/ f68 1 f37"/>
                  <a:gd name="f88" fmla="*/ f69 1 f37"/>
                  <a:gd name="f89" fmla="*/ f70 1 f37"/>
                  <a:gd name="f90" fmla="*/ f71 1 f37"/>
                  <a:gd name="f91" fmla="*/ f72 1 f37"/>
                  <a:gd name="f92" fmla="*/ f73 f30 1"/>
                  <a:gd name="f93" fmla="*/ f74 f30 1"/>
                  <a:gd name="f94" fmla="*/ f74 f31 1"/>
                  <a:gd name="f95" fmla="*/ f73 f31 1"/>
                  <a:gd name="f96" fmla="*/ f75 f30 1"/>
                  <a:gd name="f97" fmla="*/ f76 f31 1"/>
                  <a:gd name="f98" fmla="*/ f76 f30 1"/>
                  <a:gd name="f99" fmla="*/ f75 f31 1"/>
                  <a:gd name="f100" fmla="*/ f77 f31 1"/>
                  <a:gd name="f101" fmla="*/ f77 f30 1"/>
                  <a:gd name="f102" fmla="*/ f78 f30 1"/>
                  <a:gd name="f103" fmla="*/ f79 f31 1"/>
                  <a:gd name="f104" fmla="*/ f80 f30 1"/>
                  <a:gd name="f105" fmla="*/ f81 f31 1"/>
                  <a:gd name="f106" fmla="*/ f82 f31 1"/>
                  <a:gd name="f107" fmla="*/ f83 f30 1"/>
                  <a:gd name="f108" fmla="*/ f84 f30 1"/>
                  <a:gd name="f109" fmla="*/ f85 f31 1"/>
                  <a:gd name="f110" fmla="*/ f86 f30 1"/>
                  <a:gd name="f111" fmla="*/ f87 f31 1"/>
                  <a:gd name="f112" fmla="*/ f88 f30 1"/>
                  <a:gd name="f113" fmla="*/ f89 f31 1"/>
                  <a:gd name="f114" fmla="*/ f90 f30 1"/>
                  <a:gd name="f115" fmla="*/ f91 f31 1"/>
                </a:gdLst>
                <a:ahLst/>
                <a:cxnLst>
                  <a:cxn ang="3cd4">
                    <a:pos x="hc" y="t"/>
                  </a:cxn>
                  <a:cxn ang="0">
                    <a:pos x="r" y="vc"/>
                  </a:cxn>
                  <a:cxn ang="cd4">
                    <a:pos x="hc" y="b"/>
                  </a:cxn>
                  <a:cxn ang="cd2">
                    <a:pos x="l" y="vc"/>
                  </a:cxn>
                  <a:cxn ang="f55">
                    <a:pos x="f96" y="f97"/>
                  </a:cxn>
                  <a:cxn ang="f55">
                    <a:pos x="f98" y="f99"/>
                  </a:cxn>
                  <a:cxn ang="f55">
                    <a:pos x="f96" y="f100"/>
                  </a:cxn>
                  <a:cxn ang="f55">
                    <a:pos x="f101" y="f99"/>
                  </a:cxn>
                  <a:cxn ang="f55">
                    <a:pos x="f96" y="f97"/>
                  </a:cxn>
                  <a:cxn ang="f55">
                    <a:pos x="f102" y="f103"/>
                  </a:cxn>
                  <a:cxn ang="f55">
                    <a:pos x="f104" y="f105"/>
                  </a:cxn>
                  <a:cxn ang="f55">
                    <a:pos x="f102" y="f106"/>
                  </a:cxn>
                  <a:cxn ang="f55">
                    <a:pos x="f107" y="f105"/>
                  </a:cxn>
                  <a:cxn ang="f55">
                    <a:pos x="f102" y="f103"/>
                  </a:cxn>
                  <a:cxn ang="f55">
                    <a:pos x="f108" y="f109"/>
                  </a:cxn>
                  <a:cxn ang="f55">
                    <a:pos x="f110" y="f109"/>
                  </a:cxn>
                  <a:cxn ang="f55">
                    <a:pos x="f110" y="f111"/>
                  </a:cxn>
                  <a:cxn ang="f55">
                    <a:pos x="f112" y="f111"/>
                  </a:cxn>
                  <a:cxn ang="f55">
                    <a:pos x="f112" y="f113"/>
                  </a:cxn>
                  <a:cxn ang="f55">
                    <a:pos x="f114" y="f113"/>
                  </a:cxn>
                  <a:cxn ang="f55">
                    <a:pos x="f114" y="f115"/>
                  </a:cxn>
                  <a:cxn ang="f55">
                    <a:pos x="f104" y="f115"/>
                  </a:cxn>
                  <a:cxn ang="f55">
                    <a:pos x="f104" y="f113"/>
                  </a:cxn>
                  <a:cxn ang="f55">
                    <a:pos x="f104" y="f111"/>
                  </a:cxn>
                  <a:cxn ang="f55">
                    <a:pos x="f108" y="f111"/>
                  </a:cxn>
                  <a:cxn ang="f55">
                    <a:pos x="f108" y="f109"/>
                  </a:cxn>
                </a:cxnLst>
                <a:rect l="f92" t="f95" r="f93" b="f94"/>
                <a:pathLst>
                  <a:path w="291719" h="291719">
                    <a:moveTo>
                      <a:pt x="f7" y="f5"/>
                    </a:moveTo>
                    <a:cubicBezTo>
                      <a:pt x="f8" y="f5"/>
                      <a:pt x="f5" y="f8"/>
                      <a:pt x="f5" y="f7"/>
                    </a:cubicBezTo>
                    <a:cubicBezTo>
                      <a:pt x="f5" y="f9"/>
                      <a:pt x="f8" y="f10"/>
                      <a:pt x="f7" y="f10"/>
                    </a:cubicBezTo>
                    <a:cubicBezTo>
                      <a:pt x="f9" y="f10"/>
                      <a:pt x="f10" y="f9"/>
                      <a:pt x="f10" y="f7"/>
                    </a:cubicBezTo>
                    <a:cubicBezTo>
                      <a:pt x="f10" y="f8"/>
                      <a:pt x="f9" y="f5"/>
                      <a:pt x="f7" y="f5"/>
                    </a:cubicBezTo>
                    <a:close/>
                    <a:moveTo>
                      <a:pt x="f11" y="f12"/>
                    </a:moveTo>
                    <a:cubicBezTo>
                      <a:pt x="f13" y="f12"/>
                      <a:pt x="f14" y="f15"/>
                      <a:pt x="f14" y="f16"/>
                    </a:cubicBezTo>
                    <a:cubicBezTo>
                      <a:pt x="f14" y="f17"/>
                      <a:pt x="f13" y="f18"/>
                      <a:pt x="f11" y="f18"/>
                    </a:cubicBezTo>
                    <a:cubicBezTo>
                      <a:pt x="f19" y="f18"/>
                      <a:pt x="f20" y="f17"/>
                      <a:pt x="f20" y="f16"/>
                    </a:cubicBezTo>
                    <a:cubicBezTo>
                      <a:pt x="f20" y="f15"/>
                      <a:pt x="f19" y="f12"/>
                      <a:pt x="f11" y="f12"/>
                    </a:cubicBezTo>
                    <a:close/>
                    <a:moveTo>
                      <a:pt x="f21" y="f22"/>
                    </a:moveTo>
                    <a:lnTo>
                      <a:pt x="f23" y="f22"/>
                    </a:lnTo>
                    <a:lnTo>
                      <a:pt x="f23" y="f24"/>
                    </a:lnTo>
                    <a:lnTo>
                      <a:pt x="f25" y="f24"/>
                    </a:lnTo>
                    <a:lnTo>
                      <a:pt x="f25" y="f26"/>
                    </a:lnTo>
                    <a:lnTo>
                      <a:pt x="f27" y="f26"/>
                    </a:lnTo>
                    <a:lnTo>
                      <a:pt x="f27" y="f28"/>
                    </a:lnTo>
                    <a:lnTo>
                      <a:pt x="f14" y="f28"/>
                    </a:lnTo>
                    <a:lnTo>
                      <a:pt x="f14" y="f26"/>
                    </a:lnTo>
                    <a:lnTo>
                      <a:pt x="f14" y="f24"/>
                    </a:lnTo>
                    <a:lnTo>
                      <a:pt x="f21" y="f24"/>
                    </a:lnTo>
                    <a:lnTo>
                      <a:pt x="f21" y="f22"/>
                    </a:lnTo>
                    <a:close/>
                  </a:path>
                </a:pathLst>
              </a:custGeom>
              <a:solidFill>
                <a:srgbClr val="1FF524"/>
              </a:solidFill>
              <a:ln>
                <a:noFill/>
                <a:prstDash val="soli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2000" b="0" i="0" u="none" strike="noStrike" kern="1200" cap="none" spc="0" baseline="0">
                  <a:solidFill>
                    <a:srgbClr val="211F26"/>
                  </a:solidFill>
                  <a:uFillTx/>
                  <a:latin typeface="Calibri" pitchFamily="34"/>
                  <a:cs typeface="Calibri" pitchFamily="34"/>
                </a:endParaRPr>
              </a:p>
            </p:txBody>
          </p:sp>
        </p:grpSp>
        <p:grpSp>
          <p:nvGrpSpPr>
            <p:cNvPr id="65" name="Groep 53">
              <a:extLst>
                <a:ext uri="{FF2B5EF4-FFF2-40B4-BE49-F238E27FC236}">
                  <a16:creationId xmlns:a16="http://schemas.microsoft.com/office/drawing/2014/main" id="{DEFABB6C-4B4C-7D79-5DAF-E64BC4EF623D}"/>
                </a:ext>
              </a:extLst>
            </p:cNvPr>
            <p:cNvGrpSpPr/>
            <p:nvPr/>
          </p:nvGrpSpPr>
          <p:grpSpPr>
            <a:xfrm>
              <a:off x="-938430" y="4364019"/>
              <a:ext cx="627799" cy="576684"/>
              <a:chOff x="-938430" y="4364019"/>
              <a:chExt cx="627799" cy="576684"/>
            </a:xfrm>
          </p:grpSpPr>
          <p:grpSp>
            <p:nvGrpSpPr>
              <p:cNvPr id="66" name="Inspireren">
                <a:extLst>
                  <a:ext uri="{FF2B5EF4-FFF2-40B4-BE49-F238E27FC236}">
                    <a16:creationId xmlns:a16="http://schemas.microsoft.com/office/drawing/2014/main" id="{BE4ABBB7-33DC-B51C-015F-F67C127737BE}"/>
                  </a:ext>
                </a:extLst>
              </p:cNvPr>
              <p:cNvGrpSpPr/>
              <p:nvPr/>
            </p:nvGrpSpPr>
            <p:grpSpPr>
              <a:xfrm>
                <a:off x="-716112" y="4364019"/>
                <a:ext cx="169776" cy="242389"/>
                <a:chOff x="-716112" y="4364019"/>
                <a:chExt cx="169776" cy="242389"/>
              </a:xfrm>
            </p:grpSpPr>
            <p:sp>
              <p:nvSpPr>
                <p:cNvPr id="67" name="Freeform 12">
                  <a:extLst>
                    <a:ext uri="{FF2B5EF4-FFF2-40B4-BE49-F238E27FC236}">
                      <a16:creationId xmlns:a16="http://schemas.microsoft.com/office/drawing/2014/main" id="{B5FDE987-9D41-9D6A-781F-1CC6BC45C977}"/>
                    </a:ext>
                  </a:extLst>
                </p:cNvPr>
                <p:cNvSpPr/>
                <p:nvPr/>
              </p:nvSpPr>
              <p:spPr>
                <a:xfrm>
                  <a:off x="-665911" y="4450851"/>
                  <a:ext cx="68726" cy="62051"/>
                </a:xfrm>
                <a:custGeom>
                  <a:avLst/>
                  <a:gdLst>
                    <a:gd name="f0" fmla="val 10800000"/>
                    <a:gd name="f1" fmla="val 5400000"/>
                    <a:gd name="f2" fmla="val 180"/>
                    <a:gd name="f3" fmla="val w"/>
                    <a:gd name="f4" fmla="val h"/>
                    <a:gd name="f5" fmla="val 0"/>
                    <a:gd name="f6" fmla="val 319"/>
                    <a:gd name="f7" fmla="val 288"/>
                    <a:gd name="f8" fmla="val 220"/>
                    <a:gd name="f9" fmla="val 107"/>
                    <a:gd name="f10" fmla="+- 0 0 -90"/>
                    <a:gd name="f11" fmla="*/ f3 1 319"/>
                    <a:gd name="f12" fmla="*/ f4 1 288"/>
                    <a:gd name="f13" fmla="val f5"/>
                    <a:gd name="f14" fmla="val f6"/>
                    <a:gd name="f15" fmla="val f7"/>
                    <a:gd name="f16" fmla="*/ f10 f0 1"/>
                    <a:gd name="f17" fmla="+- f15 0 f13"/>
                    <a:gd name="f18" fmla="+- f14 0 f13"/>
                    <a:gd name="f19" fmla="*/ f16 1 f2"/>
                    <a:gd name="f20" fmla="*/ f18 1 319"/>
                    <a:gd name="f21" fmla="*/ f17 1 288"/>
                    <a:gd name="f22" fmla="*/ 220 f18 1"/>
                    <a:gd name="f23" fmla="*/ 288 f17 1"/>
                    <a:gd name="f24" fmla="*/ 107 f18 1"/>
                    <a:gd name="f25" fmla="*/ 0 f18 1"/>
                    <a:gd name="f26" fmla="*/ 0 f17 1"/>
                    <a:gd name="f27" fmla="*/ 319 f18 1"/>
                    <a:gd name="f28" fmla="+- f19 0 f1"/>
                    <a:gd name="f29" fmla="*/ f22 1 319"/>
                    <a:gd name="f30" fmla="*/ f23 1 288"/>
                    <a:gd name="f31" fmla="*/ f24 1 319"/>
                    <a:gd name="f32" fmla="*/ f25 1 319"/>
                    <a:gd name="f33" fmla="*/ f26 1 288"/>
                    <a:gd name="f34" fmla="*/ f27 1 319"/>
                    <a:gd name="f35" fmla="*/ 0 1 f20"/>
                    <a:gd name="f36" fmla="*/ f14 1 f20"/>
                    <a:gd name="f37" fmla="*/ 0 1 f21"/>
                    <a:gd name="f38" fmla="*/ f15 1 f21"/>
                    <a:gd name="f39" fmla="*/ f29 1 f20"/>
                    <a:gd name="f40" fmla="*/ f30 1 f21"/>
                    <a:gd name="f41" fmla="*/ f31 1 f20"/>
                    <a:gd name="f42" fmla="*/ f32 1 f20"/>
                    <a:gd name="f43" fmla="*/ f33 1 f21"/>
                    <a:gd name="f44" fmla="*/ f34 1 f20"/>
                    <a:gd name="f45" fmla="*/ f35 f11 1"/>
                    <a:gd name="f46" fmla="*/ f36 f11 1"/>
                    <a:gd name="f47" fmla="*/ f38 f12 1"/>
                    <a:gd name="f48" fmla="*/ f37 f12 1"/>
                    <a:gd name="f49" fmla="*/ f39 f11 1"/>
                    <a:gd name="f50" fmla="*/ f40 f12 1"/>
                    <a:gd name="f51" fmla="*/ f41 f11 1"/>
                    <a:gd name="f52" fmla="*/ f42 f11 1"/>
                    <a:gd name="f53" fmla="*/ f43 f12 1"/>
                    <a:gd name="f54" fmla="*/ f44 f11 1"/>
                  </a:gdLst>
                  <a:ahLst/>
                  <a:cxnLst>
                    <a:cxn ang="3cd4">
                      <a:pos x="hc" y="t"/>
                    </a:cxn>
                    <a:cxn ang="0">
                      <a:pos x="r" y="vc"/>
                    </a:cxn>
                    <a:cxn ang="cd4">
                      <a:pos x="hc" y="b"/>
                    </a:cxn>
                    <a:cxn ang="cd2">
                      <a:pos x="l" y="vc"/>
                    </a:cxn>
                    <a:cxn ang="f28">
                      <a:pos x="f49" y="f50"/>
                    </a:cxn>
                    <a:cxn ang="f28">
                      <a:pos x="f51" y="f50"/>
                    </a:cxn>
                    <a:cxn ang="f28">
                      <a:pos x="f52" y="f53"/>
                    </a:cxn>
                    <a:cxn ang="f28">
                      <a:pos x="f54" y="f53"/>
                    </a:cxn>
                    <a:cxn ang="f28">
                      <a:pos x="f49" y="f50"/>
                    </a:cxn>
                  </a:cxnLst>
                  <a:rect l="f45" t="f48" r="f46" b="f47"/>
                  <a:pathLst>
                    <a:path w="319" h="288">
                      <a:moveTo>
                        <a:pt x="f8" y="f7"/>
                      </a:moveTo>
                      <a:lnTo>
                        <a:pt x="f9" y="f7"/>
                      </a:lnTo>
                      <a:lnTo>
                        <a:pt x="f5" y="f5"/>
                      </a:lnTo>
                      <a:lnTo>
                        <a:pt x="f6" y="f5"/>
                      </a:lnTo>
                      <a:lnTo>
                        <a:pt x="f8" y="f7"/>
                      </a:lnTo>
                      <a:close/>
                    </a:path>
                  </a:pathLst>
                </a:custGeom>
                <a:solidFill>
                  <a:srgbClr val="1FF524"/>
                </a:solidFill>
                <a:ln>
                  <a:noFill/>
                  <a:prstDash val="solid"/>
                </a:ln>
              </p:spPr>
              <p:txBody>
                <a:bodyPr vert="horz" wrap="square" lIns="91440" tIns="45720" rIns="91440" bIns="45720" anchor="t"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300" b="0" i="0" u="none" strike="noStrike" kern="0" cap="none" spc="0" baseline="0">
                    <a:solidFill>
                      <a:srgbClr val="211F26"/>
                    </a:solidFill>
                    <a:uFillTx/>
                    <a:latin typeface="Arial"/>
                  </a:endParaRPr>
                </a:p>
              </p:txBody>
            </p:sp>
            <p:sp>
              <p:nvSpPr>
                <p:cNvPr id="68" name="Freeform 13">
                  <a:extLst>
                    <a:ext uri="{FF2B5EF4-FFF2-40B4-BE49-F238E27FC236}">
                      <a16:creationId xmlns:a16="http://schemas.microsoft.com/office/drawing/2014/main" id="{96AE4242-9368-F140-C87A-51BC82CB75C7}"/>
                    </a:ext>
                  </a:extLst>
                </p:cNvPr>
                <p:cNvSpPr/>
                <p:nvPr/>
              </p:nvSpPr>
              <p:spPr>
                <a:xfrm>
                  <a:off x="-661394" y="4582277"/>
                  <a:ext cx="60761" cy="24131"/>
                </a:xfrm>
                <a:custGeom>
                  <a:avLst/>
                  <a:gdLst>
                    <a:gd name="f0" fmla="val 10800000"/>
                    <a:gd name="f1" fmla="val 5400000"/>
                    <a:gd name="f2" fmla="val 180"/>
                    <a:gd name="f3" fmla="val w"/>
                    <a:gd name="f4" fmla="val h"/>
                    <a:gd name="f5" fmla="val 0"/>
                    <a:gd name="f6" fmla="val 251"/>
                    <a:gd name="f7" fmla="val 100"/>
                    <a:gd name="f8" fmla="val 229"/>
                    <a:gd name="f9" fmla="val 70"/>
                    <a:gd name="f10" fmla="val 69"/>
                    <a:gd name="f11" fmla="val 22"/>
                    <a:gd name="f12" fmla="val 27"/>
                    <a:gd name="f13" fmla="val 87"/>
                    <a:gd name="f14" fmla="val 44"/>
                    <a:gd name="f15" fmla="val 63"/>
                    <a:gd name="f16" fmla="val 188"/>
                    <a:gd name="f17" fmla="val 207"/>
                    <a:gd name="f18" fmla="val 223"/>
                    <a:gd name="f19" fmla="val 88"/>
                    <a:gd name="f20" fmla="val 71"/>
                    <a:gd name="f21" fmla="+- 0 0 -90"/>
                    <a:gd name="f22" fmla="*/ f3 1 251"/>
                    <a:gd name="f23" fmla="*/ f4 1 100"/>
                    <a:gd name="f24" fmla="val f5"/>
                    <a:gd name="f25" fmla="val f6"/>
                    <a:gd name="f26" fmla="val f7"/>
                    <a:gd name="f27" fmla="*/ f21 f0 1"/>
                    <a:gd name="f28" fmla="+- f26 0 f24"/>
                    <a:gd name="f29" fmla="+- f25 0 f24"/>
                    <a:gd name="f30" fmla="*/ f27 1 f2"/>
                    <a:gd name="f31" fmla="*/ f29 1 251"/>
                    <a:gd name="f32" fmla="*/ f28 1 100"/>
                    <a:gd name="f33" fmla="*/ 229 f29 1"/>
                    <a:gd name="f34" fmla="*/ 70 f28 1"/>
                    <a:gd name="f35" fmla="*/ 69 f28 1"/>
                    <a:gd name="f36" fmla="*/ 251 f29 1"/>
                    <a:gd name="f37" fmla="*/ 0 f28 1"/>
                    <a:gd name="f38" fmla="*/ 0 f29 1"/>
                    <a:gd name="f39" fmla="*/ 22 f29 1"/>
                    <a:gd name="f40" fmla="*/ 63 f29 1"/>
                    <a:gd name="f41" fmla="*/ 100 f28 1"/>
                    <a:gd name="f42" fmla="*/ 188 f29 1"/>
                    <a:gd name="f43" fmla="*/ 71 f28 1"/>
                    <a:gd name="f44" fmla="+- f30 0 f1"/>
                    <a:gd name="f45" fmla="*/ f33 1 251"/>
                    <a:gd name="f46" fmla="*/ f34 1 100"/>
                    <a:gd name="f47" fmla="*/ f35 1 100"/>
                    <a:gd name="f48" fmla="*/ f36 1 251"/>
                    <a:gd name="f49" fmla="*/ f37 1 100"/>
                    <a:gd name="f50" fmla="*/ f38 1 251"/>
                    <a:gd name="f51" fmla="*/ f39 1 251"/>
                    <a:gd name="f52" fmla="*/ f40 1 251"/>
                    <a:gd name="f53" fmla="*/ f41 1 100"/>
                    <a:gd name="f54" fmla="*/ f42 1 251"/>
                    <a:gd name="f55" fmla="*/ f43 1 100"/>
                    <a:gd name="f56" fmla="*/ 0 1 f31"/>
                    <a:gd name="f57" fmla="*/ f25 1 f31"/>
                    <a:gd name="f58" fmla="*/ 0 1 f32"/>
                    <a:gd name="f59" fmla="*/ f26 1 f32"/>
                    <a:gd name="f60" fmla="*/ f45 1 f31"/>
                    <a:gd name="f61" fmla="*/ f46 1 f32"/>
                    <a:gd name="f62" fmla="*/ f47 1 f32"/>
                    <a:gd name="f63" fmla="*/ f48 1 f31"/>
                    <a:gd name="f64" fmla="*/ f49 1 f32"/>
                    <a:gd name="f65" fmla="*/ f50 1 f31"/>
                    <a:gd name="f66" fmla="*/ f51 1 f31"/>
                    <a:gd name="f67" fmla="*/ f52 1 f31"/>
                    <a:gd name="f68" fmla="*/ f53 1 f32"/>
                    <a:gd name="f69" fmla="*/ f54 1 f31"/>
                    <a:gd name="f70" fmla="*/ f55 1 f32"/>
                    <a:gd name="f71" fmla="*/ f56 f22 1"/>
                    <a:gd name="f72" fmla="*/ f57 f22 1"/>
                    <a:gd name="f73" fmla="*/ f59 f23 1"/>
                    <a:gd name="f74" fmla="*/ f58 f23 1"/>
                    <a:gd name="f75" fmla="*/ f60 f22 1"/>
                    <a:gd name="f76" fmla="*/ f61 f23 1"/>
                    <a:gd name="f77" fmla="*/ f62 f23 1"/>
                    <a:gd name="f78" fmla="*/ f63 f22 1"/>
                    <a:gd name="f79" fmla="*/ f64 f23 1"/>
                    <a:gd name="f80" fmla="*/ f65 f22 1"/>
                    <a:gd name="f81" fmla="*/ f66 f22 1"/>
                    <a:gd name="f82" fmla="*/ f67 f22 1"/>
                    <a:gd name="f83" fmla="*/ f68 f23 1"/>
                    <a:gd name="f84" fmla="*/ f69 f22 1"/>
                    <a:gd name="f85" fmla="*/ f70 f23 1"/>
                  </a:gdLst>
                  <a:ahLst/>
                  <a:cxnLst>
                    <a:cxn ang="3cd4">
                      <a:pos x="hc" y="t"/>
                    </a:cxn>
                    <a:cxn ang="0">
                      <a:pos x="r" y="vc"/>
                    </a:cxn>
                    <a:cxn ang="cd4">
                      <a:pos x="hc" y="b"/>
                    </a:cxn>
                    <a:cxn ang="cd2">
                      <a:pos x="l" y="vc"/>
                    </a:cxn>
                    <a:cxn ang="f44">
                      <a:pos x="f75" y="f76"/>
                    </a:cxn>
                    <a:cxn ang="f44">
                      <a:pos x="f75" y="f77"/>
                    </a:cxn>
                    <a:cxn ang="f44">
                      <a:pos x="f78" y="f79"/>
                    </a:cxn>
                    <a:cxn ang="f44">
                      <a:pos x="f80" y="f79"/>
                    </a:cxn>
                    <a:cxn ang="f44">
                      <a:pos x="f81" y="f77"/>
                    </a:cxn>
                    <a:cxn ang="f44">
                      <a:pos x="f82" y="f83"/>
                    </a:cxn>
                    <a:cxn ang="f44">
                      <a:pos x="f84" y="f83"/>
                    </a:cxn>
                    <a:cxn ang="f44">
                      <a:pos x="f75" y="f85"/>
                    </a:cxn>
                    <a:cxn ang="f44">
                      <a:pos x="f75" y="f85"/>
                    </a:cxn>
                    <a:cxn ang="f44">
                      <a:pos x="f75" y="f76"/>
                    </a:cxn>
                  </a:cxnLst>
                  <a:rect l="f71" t="f74" r="f72" b="f73"/>
                  <a:pathLst>
                    <a:path w="251" h="100">
                      <a:moveTo>
                        <a:pt x="f8" y="f9"/>
                      </a:moveTo>
                      <a:cubicBezTo>
                        <a:pt x="f8" y="f9"/>
                        <a:pt x="f8" y="f10"/>
                        <a:pt x="f8" y="f10"/>
                      </a:cubicBezTo>
                      <a:cubicBezTo>
                        <a:pt x="f6" y="f5"/>
                        <a:pt x="f6" y="f5"/>
                        <a:pt x="f6" y="f5"/>
                      </a:cubicBezTo>
                      <a:cubicBezTo>
                        <a:pt x="f5" y="f5"/>
                        <a:pt x="f5" y="f5"/>
                        <a:pt x="f5" y="f5"/>
                      </a:cubicBezTo>
                      <a:cubicBezTo>
                        <a:pt x="f11" y="f10"/>
                        <a:pt x="f11" y="f10"/>
                        <a:pt x="f11" y="f10"/>
                      </a:cubicBezTo>
                      <a:cubicBezTo>
                        <a:pt x="f12" y="f13"/>
                        <a:pt x="f14" y="f7"/>
                        <a:pt x="f15" y="f7"/>
                      </a:cubicBezTo>
                      <a:cubicBezTo>
                        <a:pt x="f16" y="f7"/>
                        <a:pt x="f16" y="f7"/>
                        <a:pt x="f16" y="f7"/>
                      </a:cubicBezTo>
                      <a:cubicBezTo>
                        <a:pt x="f17" y="f7"/>
                        <a:pt x="f18" y="f19"/>
                        <a:pt x="f8" y="f20"/>
                      </a:cubicBezTo>
                      <a:cubicBezTo>
                        <a:pt x="f8" y="f20"/>
                        <a:pt x="f8" y="f20"/>
                        <a:pt x="f8" y="f20"/>
                      </a:cubicBezTo>
                      <a:lnTo>
                        <a:pt x="f8" y="f9"/>
                      </a:lnTo>
                      <a:close/>
                    </a:path>
                  </a:pathLst>
                </a:custGeom>
                <a:gradFill>
                  <a:gsLst>
                    <a:gs pos="0">
                      <a:srgbClr val="9D9FA1"/>
                    </a:gs>
                    <a:gs pos="100000">
                      <a:srgbClr val="211F26"/>
                    </a:gs>
                  </a:gsLst>
                  <a:lin ang="2700000"/>
                </a:gradFill>
                <a:ln>
                  <a:noFill/>
                  <a:prstDash val="solid"/>
                </a:ln>
              </p:spPr>
              <p:txBody>
                <a:bodyPr vert="horz" wrap="square" lIns="91440" tIns="45720" rIns="91440" bIns="45720" anchor="t"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300" b="0" i="0" u="none" strike="noStrike" kern="0" cap="none" spc="0" baseline="0">
                    <a:solidFill>
                      <a:srgbClr val="211F26"/>
                    </a:solidFill>
                    <a:uFillTx/>
                    <a:latin typeface="Arial"/>
                  </a:endParaRPr>
                </a:p>
              </p:txBody>
            </p:sp>
            <p:sp>
              <p:nvSpPr>
                <p:cNvPr id="69" name="Freeform 14">
                  <a:extLst>
                    <a:ext uri="{FF2B5EF4-FFF2-40B4-BE49-F238E27FC236}">
                      <a16:creationId xmlns:a16="http://schemas.microsoft.com/office/drawing/2014/main" id="{C5CF5C33-ADA3-D4F9-F2DE-2E4254464C6B}"/>
                    </a:ext>
                  </a:extLst>
                </p:cNvPr>
                <p:cNvSpPr/>
                <p:nvPr/>
              </p:nvSpPr>
              <p:spPr>
                <a:xfrm>
                  <a:off x="-716112" y="4364019"/>
                  <a:ext cx="169776" cy="208126"/>
                </a:xfrm>
                <a:custGeom>
                  <a:avLst/>
                  <a:gdLst>
                    <a:gd name="f0" fmla="val 10800000"/>
                    <a:gd name="f1" fmla="val 5400000"/>
                    <a:gd name="f2" fmla="val 180"/>
                    <a:gd name="f3" fmla="val w"/>
                    <a:gd name="f4" fmla="val h"/>
                    <a:gd name="f5" fmla="val 0"/>
                    <a:gd name="f6" fmla="val 702"/>
                    <a:gd name="f7" fmla="val 860"/>
                    <a:gd name="f8" fmla="val 351"/>
                    <a:gd name="f9" fmla="val 157"/>
                    <a:gd name="f10" fmla="val 463"/>
                    <a:gd name="f11" fmla="val 52"/>
                    <a:gd name="f12" fmla="val 562"/>
                    <a:gd name="f13" fmla="val 134"/>
                    <a:gd name="f14" fmla="val 627"/>
                    <a:gd name="f15" fmla="val 165"/>
                    <a:gd name="f16" fmla="val 718"/>
                    <a:gd name="f17" fmla="val 266"/>
                    <a:gd name="f18" fmla="val 434"/>
                    <a:gd name="f19" fmla="val 419"/>
                    <a:gd name="f20" fmla="val 760"/>
                    <a:gd name="f21" fmla="val 284"/>
                    <a:gd name="f22" fmla="val 179"/>
                    <a:gd name="f23" fmla="val 212"/>
                    <a:gd name="f24" fmla="val 216"/>
                    <a:gd name="f25" fmla="val 488"/>
                    <a:gd name="f26" fmla="val 491"/>
                    <a:gd name="f27" fmla="val 570"/>
                    <a:gd name="f28" fmla="val 625"/>
                    <a:gd name="f29" fmla="val 651"/>
                    <a:gd name="f30" fmla="val 560"/>
                    <a:gd name="f31" fmla="val 461"/>
                    <a:gd name="f32" fmla="val 545"/>
                    <a:gd name="f33" fmla="val 587"/>
                    <a:gd name="f34" fmla="val 438"/>
                    <a:gd name="f35" fmla="val 568"/>
                    <a:gd name="f36" fmla="val 490"/>
                    <a:gd name="f37" fmla="val 531"/>
                    <a:gd name="f38" fmla="val 534"/>
                    <a:gd name="f39" fmla="val 485"/>
                    <a:gd name="f40" fmla="val 563"/>
                    <a:gd name="f41" fmla="val 454"/>
                    <a:gd name="f42" fmla="val 658"/>
                    <a:gd name="f43" fmla="val 250"/>
                    <a:gd name="f44" fmla="val 219"/>
                    <a:gd name="f45" fmla="val 565"/>
                    <a:gd name="f46" fmla="val 172"/>
                    <a:gd name="f47" fmla="val 536"/>
                    <a:gd name="f48" fmla="val 135"/>
                    <a:gd name="f49" fmla="val 115"/>
                    <a:gd name="f50" fmla="val 439"/>
                    <a:gd name="f51" fmla="val 105"/>
                    <a:gd name="f52" fmla="val 411"/>
                    <a:gd name="f53" fmla="val 99"/>
                    <a:gd name="f54" fmla="val 382"/>
                    <a:gd name="f55" fmla="val 603"/>
                    <a:gd name="f56" fmla="val 381"/>
                    <a:gd name="f57" fmla="val 597"/>
                    <a:gd name="f58" fmla="+- 0 0 -90"/>
                    <a:gd name="f59" fmla="*/ f3 1 702"/>
                    <a:gd name="f60" fmla="*/ f4 1 860"/>
                    <a:gd name="f61" fmla="val f5"/>
                    <a:gd name="f62" fmla="val f6"/>
                    <a:gd name="f63" fmla="val f7"/>
                    <a:gd name="f64" fmla="*/ f58 f0 1"/>
                    <a:gd name="f65" fmla="+- f63 0 f61"/>
                    <a:gd name="f66" fmla="+- f62 0 f61"/>
                    <a:gd name="f67" fmla="*/ f64 1 f2"/>
                    <a:gd name="f68" fmla="*/ f66 1 702"/>
                    <a:gd name="f69" fmla="*/ f65 1 860"/>
                    <a:gd name="f70" fmla="*/ 351 f66 1"/>
                    <a:gd name="f71" fmla="*/ 0 f65 1"/>
                    <a:gd name="f72" fmla="*/ 0 f66 1"/>
                    <a:gd name="f73" fmla="*/ 351 f65 1"/>
                    <a:gd name="f74" fmla="*/ 134 f66 1"/>
                    <a:gd name="f75" fmla="*/ 627 f65 1"/>
                    <a:gd name="f76" fmla="*/ 165 f66 1"/>
                    <a:gd name="f77" fmla="*/ 718 f65 1"/>
                    <a:gd name="f78" fmla="*/ 266 f66 1"/>
                    <a:gd name="f79" fmla="*/ 434 f66 1"/>
                    <a:gd name="f80" fmla="*/ 419 f66 1"/>
                    <a:gd name="f81" fmla="*/ 760 f65 1"/>
                    <a:gd name="f82" fmla="*/ 284 f66 1"/>
                    <a:gd name="f83" fmla="*/ 179 f66 1"/>
                    <a:gd name="f84" fmla="*/ 212 f66 1"/>
                    <a:gd name="f85" fmla="*/ 860 f65 1"/>
                    <a:gd name="f86" fmla="*/ 216 f66 1"/>
                    <a:gd name="f87" fmla="*/ 488 f66 1"/>
                    <a:gd name="f88" fmla="*/ 491 f66 1"/>
                    <a:gd name="f89" fmla="*/ 570 f66 1"/>
                    <a:gd name="f90" fmla="*/ 625 f65 1"/>
                    <a:gd name="f91" fmla="*/ 702 f66 1"/>
                    <a:gd name="f92" fmla="*/ 587 f66 1"/>
                    <a:gd name="f93" fmla="*/ 438 f65 1"/>
                    <a:gd name="f94" fmla="*/ 485 f66 1"/>
                    <a:gd name="f95" fmla="*/ 563 f65 1"/>
                    <a:gd name="f96" fmla="*/ 454 f66 1"/>
                    <a:gd name="f97" fmla="*/ 658 f65 1"/>
                    <a:gd name="f98" fmla="*/ 250 f66 1"/>
                    <a:gd name="f99" fmla="*/ 219 f66 1"/>
                    <a:gd name="f100" fmla="*/ 565 f65 1"/>
                    <a:gd name="f101" fmla="*/ 115 f66 1"/>
                    <a:gd name="f102" fmla="*/ 439 f65 1"/>
                    <a:gd name="f103" fmla="*/ 99 f66 1"/>
                    <a:gd name="f104" fmla="*/ 99 f65 1"/>
                    <a:gd name="f105" fmla="*/ 603 f66 1"/>
                    <a:gd name="f106" fmla="+- f67 0 f1"/>
                    <a:gd name="f107" fmla="*/ f70 1 702"/>
                    <a:gd name="f108" fmla="*/ f71 1 860"/>
                    <a:gd name="f109" fmla="*/ f72 1 702"/>
                    <a:gd name="f110" fmla="*/ f73 1 860"/>
                    <a:gd name="f111" fmla="*/ f74 1 702"/>
                    <a:gd name="f112" fmla="*/ f75 1 860"/>
                    <a:gd name="f113" fmla="*/ f76 1 702"/>
                    <a:gd name="f114" fmla="*/ f77 1 860"/>
                    <a:gd name="f115" fmla="*/ f78 1 702"/>
                    <a:gd name="f116" fmla="*/ f79 1 702"/>
                    <a:gd name="f117" fmla="*/ f80 1 702"/>
                    <a:gd name="f118" fmla="*/ f81 1 860"/>
                    <a:gd name="f119" fmla="*/ f82 1 702"/>
                    <a:gd name="f120" fmla="*/ f83 1 702"/>
                    <a:gd name="f121" fmla="*/ f84 1 702"/>
                    <a:gd name="f122" fmla="*/ f85 1 860"/>
                    <a:gd name="f123" fmla="*/ f86 1 702"/>
                    <a:gd name="f124" fmla="*/ f87 1 702"/>
                    <a:gd name="f125" fmla="*/ f88 1 702"/>
                    <a:gd name="f126" fmla="*/ f89 1 702"/>
                    <a:gd name="f127" fmla="*/ f90 1 860"/>
                    <a:gd name="f128" fmla="*/ f91 1 702"/>
                    <a:gd name="f129" fmla="*/ f92 1 702"/>
                    <a:gd name="f130" fmla="*/ f93 1 860"/>
                    <a:gd name="f131" fmla="*/ f94 1 702"/>
                    <a:gd name="f132" fmla="*/ f95 1 860"/>
                    <a:gd name="f133" fmla="*/ f96 1 702"/>
                    <a:gd name="f134" fmla="*/ f97 1 860"/>
                    <a:gd name="f135" fmla="*/ f98 1 702"/>
                    <a:gd name="f136" fmla="*/ f99 1 702"/>
                    <a:gd name="f137" fmla="*/ f100 1 860"/>
                    <a:gd name="f138" fmla="*/ f101 1 702"/>
                    <a:gd name="f139" fmla="*/ f102 1 860"/>
                    <a:gd name="f140" fmla="*/ f103 1 702"/>
                    <a:gd name="f141" fmla="*/ f104 1 860"/>
                    <a:gd name="f142" fmla="*/ f105 1 702"/>
                    <a:gd name="f143" fmla="*/ 0 1 f68"/>
                    <a:gd name="f144" fmla="*/ f62 1 f68"/>
                    <a:gd name="f145" fmla="*/ 0 1 f69"/>
                    <a:gd name="f146" fmla="*/ f63 1 f69"/>
                    <a:gd name="f147" fmla="*/ f107 1 f68"/>
                    <a:gd name="f148" fmla="*/ f108 1 f69"/>
                    <a:gd name="f149" fmla="*/ f109 1 f68"/>
                    <a:gd name="f150" fmla="*/ f110 1 f69"/>
                    <a:gd name="f151" fmla="*/ f111 1 f68"/>
                    <a:gd name="f152" fmla="*/ f112 1 f69"/>
                    <a:gd name="f153" fmla="*/ f113 1 f68"/>
                    <a:gd name="f154" fmla="*/ f114 1 f69"/>
                    <a:gd name="f155" fmla="*/ f115 1 f68"/>
                    <a:gd name="f156" fmla="*/ f116 1 f68"/>
                    <a:gd name="f157" fmla="*/ f117 1 f68"/>
                    <a:gd name="f158" fmla="*/ f118 1 f69"/>
                    <a:gd name="f159" fmla="*/ f119 1 f68"/>
                    <a:gd name="f160" fmla="*/ f120 1 f68"/>
                    <a:gd name="f161" fmla="*/ f121 1 f68"/>
                    <a:gd name="f162" fmla="*/ f122 1 f69"/>
                    <a:gd name="f163" fmla="*/ f123 1 f68"/>
                    <a:gd name="f164" fmla="*/ f124 1 f68"/>
                    <a:gd name="f165" fmla="*/ f125 1 f68"/>
                    <a:gd name="f166" fmla="*/ f126 1 f68"/>
                    <a:gd name="f167" fmla="*/ f127 1 f69"/>
                    <a:gd name="f168" fmla="*/ f128 1 f68"/>
                    <a:gd name="f169" fmla="*/ f129 1 f68"/>
                    <a:gd name="f170" fmla="*/ f130 1 f69"/>
                    <a:gd name="f171" fmla="*/ f131 1 f68"/>
                    <a:gd name="f172" fmla="*/ f132 1 f69"/>
                    <a:gd name="f173" fmla="*/ f133 1 f68"/>
                    <a:gd name="f174" fmla="*/ f134 1 f69"/>
                    <a:gd name="f175" fmla="*/ f135 1 f68"/>
                    <a:gd name="f176" fmla="*/ f136 1 f68"/>
                    <a:gd name="f177" fmla="*/ f137 1 f69"/>
                    <a:gd name="f178" fmla="*/ f138 1 f68"/>
                    <a:gd name="f179" fmla="*/ f139 1 f69"/>
                    <a:gd name="f180" fmla="*/ f140 1 f68"/>
                    <a:gd name="f181" fmla="*/ f141 1 f69"/>
                    <a:gd name="f182" fmla="*/ f142 1 f68"/>
                    <a:gd name="f183" fmla="*/ f143 f59 1"/>
                    <a:gd name="f184" fmla="*/ f144 f59 1"/>
                    <a:gd name="f185" fmla="*/ f146 f60 1"/>
                    <a:gd name="f186" fmla="*/ f145 f60 1"/>
                    <a:gd name="f187" fmla="*/ f147 f59 1"/>
                    <a:gd name="f188" fmla="*/ f148 f60 1"/>
                    <a:gd name="f189" fmla="*/ f149 f59 1"/>
                    <a:gd name="f190" fmla="*/ f150 f60 1"/>
                    <a:gd name="f191" fmla="*/ f151 f59 1"/>
                    <a:gd name="f192" fmla="*/ f152 f60 1"/>
                    <a:gd name="f193" fmla="*/ f153 f59 1"/>
                    <a:gd name="f194" fmla="*/ f154 f60 1"/>
                    <a:gd name="f195" fmla="*/ f155 f59 1"/>
                    <a:gd name="f196" fmla="*/ f156 f59 1"/>
                    <a:gd name="f197" fmla="*/ f157 f59 1"/>
                    <a:gd name="f198" fmla="*/ f158 f60 1"/>
                    <a:gd name="f199" fmla="*/ f159 f59 1"/>
                    <a:gd name="f200" fmla="*/ f160 f59 1"/>
                    <a:gd name="f201" fmla="*/ f161 f59 1"/>
                    <a:gd name="f202" fmla="*/ f162 f60 1"/>
                    <a:gd name="f203" fmla="*/ f163 f59 1"/>
                    <a:gd name="f204" fmla="*/ f164 f59 1"/>
                    <a:gd name="f205" fmla="*/ f165 f59 1"/>
                    <a:gd name="f206" fmla="*/ f166 f59 1"/>
                    <a:gd name="f207" fmla="*/ f167 f60 1"/>
                    <a:gd name="f208" fmla="*/ f168 f59 1"/>
                    <a:gd name="f209" fmla="*/ f169 f59 1"/>
                    <a:gd name="f210" fmla="*/ f170 f60 1"/>
                    <a:gd name="f211" fmla="*/ f171 f59 1"/>
                    <a:gd name="f212" fmla="*/ f172 f60 1"/>
                    <a:gd name="f213" fmla="*/ f173 f59 1"/>
                    <a:gd name="f214" fmla="*/ f174 f60 1"/>
                    <a:gd name="f215" fmla="*/ f175 f59 1"/>
                    <a:gd name="f216" fmla="*/ f176 f59 1"/>
                    <a:gd name="f217" fmla="*/ f177 f60 1"/>
                    <a:gd name="f218" fmla="*/ f178 f59 1"/>
                    <a:gd name="f219" fmla="*/ f179 f60 1"/>
                    <a:gd name="f220" fmla="*/ f180 f59 1"/>
                    <a:gd name="f221" fmla="*/ f181 f60 1"/>
                    <a:gd name="f222" fmla="*/ f182 f59 1"/>
                  </a:gdLst>
                  <a:ahLst/>
                  <a:cxnLst>
                    <a:cxn ang="3cd4">
                      <a:pos x="hc" y="t"/>
                    </a:cxn>
                    <a:cxn ang="0">
                      <a:pos x="r" y="vc"/>
                    </a:cxn>
                    <a:cxn ang="cd4">
                      <a:pos x="hc" y="b"/>
                    </a:cxn>
                    <a:cxn ang="cd2">
                      <a:pos x="l" y="vc"/>
                    </a:cxn>
                    <a:cxn ang="f106">
                      <a:pos x="f187" y="f188"/>
                    </a:cxn>
                    <a:cxn ang="f106">
                      <a:pos x="f189" y="f190"/>
                    </a:cxn>
                    <a:cxn ang="f106">
                      <a:pos x="f191" y="f192"/>
                    </a:cxn>
                    <a:cxn ang="f106">
                      <a:pos x="f193" y="f194"/>
                    </a:cxn>
                    <a:cxn ang="f106">
                      <a:pos x="f195" y="f194"/>
                    </a:cxn>
                    <a:cxn ang="f106">
                      <a:pos x="f195" y="f194"/>
                    </a:cxn>
                    <a:cxn ang="f106">
                      <a:pos x="f196" y="f194"/>
                    </a:cxn>
                    <a:cxn ang="f106">
                      <a:pos x="f197" y="f198"/>
                    </a:cxn>
                    <a:cxn ang="f106">
                      <a:pos x="f199" y="f198"/>
                    </a:cxn>
                    <a:cxn ang="f106">
                      <a:pos x="f199" y="f198"/>
                    </a:cxn>
                    <a:cxn ang="f106">
                      <a:pos x="f200" y="f198"/>
                    </a:cxn>
                    <a:cxn ang="f106">
                      <a:pos x="f201" y="f202"/>
                    </a:cxn>
                    <a:cxn ang="f106">
                      <a:pos x="f201" y="f202"/>
                    </a:cxn>
                    <a:cxn ang="f106">
                      <a:pos x="f203" y="f202"/>
                    </a:cxn>
                    <a:cxn ang="f106">
                      <a:pos x="f204" y="f202"/>
                    </a:cxn>
                    <a:cxn ang="f106">
                      <a:pos x="f205" y="f202"/>
                    </a:cxn>
                    <a:cxn ang="f106">
                      <a:pos x="f206" y="f207"/>
                    </a:cxn>
                    <a:cxn ang="f106">
                      <a:pos x="f208" y="f190"/>
                    </a:cxn>
                    <a:cxn ang="f106">
                      <a:pos x="f187" y="f188"/>
                    </a:cxn>
                    <a:cxn ang="f106">
                      <a:pos x="f209" y="f210"/>
                    </a:cxn>
                    <a:cxn ang="f106">
                      <a:pos x="f211" y="f212"/>
                    </a:cxn>
                    <a:cxn ang="f106">
                      <a:pos x="f213" y="f214"/>
                    </a:cxn>
                    <a:cxn ang="f106">
                      <a:pos x="f215" y="f214"/>
                    </a:cxn>
                    <a:cxn ang="f106">
                      <a:pos x="f216" y="f217"/>
                    </a:cxn>
                    <a:cxn ang="f106">
                      <a:pos x="f218" y="f219"/>
                    </a:cxn>
                    <a:cxn ang="f106">
                      <a:pos x="f220" y="f190"/>
                    </a:cxn>
                    <a:cxn ang="f106">
                      <a:pos x="f187" y="f221"/>
                    </a:cxn>
                    <a:cxn ang="f106">
                      <a:pos x="f222" y="f190"/>
                    </a:cxn>
                    <a:cxn ang="f106">
                      <a:pos x="f209" y="f210"/>
                    </a:cxn>
                  </a:cxnLst>
                  <a:rect l="f183" t="f186" r="f184" b="f185"/>
                  <a:pathLst>
                    <a:path w="702" h="860">
                      <a:moveTo>
                        <a:pt x="f8" y="f5"/>
                      </a:moveTo>
                      <a:cubicBezTo>
                        <a:pt x="f9" y="f5"/>
                        <a:pt x="f5" y="f9"/>
                        <a:pt x="f5" y="f8"/>
                      </a:cubicBezTo>
                      <a:cubicBezTo>
                        <a:pt x="f5" y="f10"/>
                        <a:pt x="f11" y="f12"/>
                        <a:pt x="f13" y="f14"/>
                      </a:cubicBezTo>
                      <a:cubicBezTo>
                        <a:pt x="f15" y="f16"/>
                        <a:pt x="f15" y="f16"/>
                        <a:pt x="f15" y="f16"/>
                      </a:cubicBezTo>
                      <a:cubicBezTo>
                        <a:pt x="f17" y="f16"/>
                        <a:pt x="f17" y="f16"/>
                        <a:pt x="f17" y="f16"/>
                      </a:cubicBezTo>
                      <a:cubicBezTo>
                        <a:pt x="f17" y="f16"/>
                        <a:pt x="f17" y="f16"/>
                        <a:pt x="f17" y="f16"/>
                      </a:cubicBezTo>
                      <a:cubicBezTo>
                        <a:pt x="f18" y="f16"/>
                        <a:pt x="f18" y="f16"/>
                        <a:pt x="f18" y="f16"/>
                      </a:cubicBezTo>
                      <a:cubicBezTo>
                        <a:pt x="f19" y="f20"/>
                        <a:pt x="f19" y="f20"/>
                        <a:pt x="f19" y="f20"/>
                      </a:cubicBezTo>
                      <a:cubicBezTo>
                        <a:pt x="f21" y="f20"/>
                        <a:pt x="f21" y="f20"/>
                        <a:pt x="f21" y="f20"/>
                      </a:cubicBezTo>
                      <a:cubicBezTo>
                        <a:pt x="f21" y="f20"/>
                        <a:pt x="f21" y="f20"/>
                        <a:pt x="f21" y="f20"/>
                      </a:cubicBezTo>
                      <a:cubicBezTo>
                        <a:pt x="f22" y="f20"/>
                        <a:pt x="f22" y="f20"/>
                        <a:pt x="f22" y="f20"/>
                      </a:cubicBezTo>
                      <a:cubicBezTo>
                        <a:pt x="f23" y="f7"/>
                        <a:pt x="f23" y="f7"/>
                        <a:pt x="f23" y="f7"/>
                      </a:cubicBezTo>
                      <a:cubicBezTo>
                        <a:pt x="f23" y="f7"/>
                        <a:pt x="f23" y="f7"/>
                        <a:pt x="f23" y="f7"/>
                      </a:cubicBezTo>
                      <a:cubicBezTo>
                        <a:pt x="f24" y="f7"/>
                        <a:pt x="f24" y="f7"/>
                        <a:pt x="f24" y="f7"/>
                      </a:cubicBezTo>
                      <a:cubicBezTo>
                        <a:pt x="f25" y="f7"/>
                        <a:pt x="f25" y="f7"/>
                        <a:pt x="f25" y="f7"/>
                      </a:cubicBezTo>
                      <a:cubicBezTo>
                        <a:pt x="f26" y="f7"/>
                        <a:pt x="f26" y="f7"/>
                        <a:pt x="f26" y="f7"/>
                      </a:cubicBezTo>
                      <a:cubicBezTo>
                        <a:pt x="f27" y="f28"/>
                        <a:pt x="f27" y="f28"/>
                        <a:pt x="f27" y="f28"/>
                      </a:cubicBezTo>
                      <a:cubicBezTo>
                        <a:pt x="f29" y="f30"/>
                        <a:pt x="f6" y="f31"/>
                        <a:pt x="f6" y="f8"/>
                      </a:cubicBezTo>
                      <a:cubicBezTo>
                        <a:pt x="f6" y="f9"/>
                        <a:pt x="f32" y="f5"/>
                        <a:pt x="f8" y="f5"/>
                      </a:cubicBezTo>
                      <a:close/>
                      <a:moveTo>
                        <a:pt x="f33" y="f34"/>
                      </a:moveTo>
                      <a:cubicBezTo>
                        <a:pt x="f35" y="f36"/>
                        <a:pt x="f37" y="f38"/>
                        <a:pt x="f39" y="f40"/>
                      </a:cubicBezTo>
                      <a:cubicBezTo>
                        <a:pt x="f41" y="f42"/>
                        <a:pt x="f41" y="f42"/>
                        <a:pt x="f41" y="f42"/>
                      </a:cubicBezTo>
                      <a:cubicBezTo>
                        <a:pt x="f43" y="f42"/>
                        <a:pt x="f43" y="f42"/>
                        <a:pt x="f43" y="f42"/>
                      </a:cubicBezTo>
                      <a:cubicBezTo>
                        <a:pt x="f44" y="f45"/>
                        <a:pt x="f44" y="f45"/>
                        <a:pt x="f44" y="f45"/>
                      </a:cubicBezTo>
                      <a:cubicBezTo>
                        <a:pt x="f46" y="f47"/>
                        <a:pt x="f48" y="f26"/>
                        <a:pt x="f49" y="f50"/>
                      </a:cubicBezTo>
                      <a:cubicBezTo>
                        <a:pt x="f51" y="f52"/>
                        <a:pt x="f53" y="f54"/>
                        <a:pt x="f53" y="f8"/>
                      </a:cubicBezTo>
                      <a:cubicBezTo>
                        <a:pt x="f53" y="f23"/>
                        <a:pt x="f23" y="f53"/>
                        <a:pt x="f8" y="f53"/>
                      </a:cubicBezTo>
                      <a:cubicBezTo>
                        <a:pt x="f36" y="f53"/>
                        <a:pt x="f55" y="f23"/>
                        <a:pt x="f55" y="f8"/>
                      </a:cubicBezTo>
                      <a:cubicBezTo>
                        <a:pt x="f55" y="f56"/>
                        <a:pt x="f57" y="f52"/>
                        <a:pt x="f33" y="f34"/>
                      </a:cubicBezTo>
                      <a:close/>
                    </a:path>
                  </a:pathLst>
                </a:custGeom>
                <a:gradFill>
                  <a:gsLst>
                    <a:gs pos="0">
                      <a:srgbClr val="9D9FA1"/>
                    </a:gs>
                    <a:gs pos="100000">
                      <a:srgbClr val="211F26"/>
                    </a:gs>
                  </a:gsLst>
                  <a:lin ang="2700000"/>
                </a:gradFill>
                <a:ln>
                  <a:noFill/>
                  <a:prstDash val="solid"/>
                </a:ln>
              </p:spPr>
              <p:txBody>
                <a:bodyPr vert="horz" wrap="square" lIns="91440" tIns="45720" rIns="91440" bIns="45720" anchor="t"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300" b="0" i="0" u="none" strike="noStrike" kern="0" cap="none" spc="0" baseline="0">
                    <a:solidFill>
                      <a:srgbClr val="211F26"/>
                    </a:solidFill>
                    <a:uFillTx/>
                    <a:latin typeface="Arial"/>
                  </a:endParaRPr>
                </a:p>
              </p:txBody>
            </p:sp>
          </p:grpSp>
          <p:sp>
            <p:nvSpPr>
              <p:cNvPr id="70" name="Tekstvak 62">
                <a:extLst>
                  <a:ext uri="{FF2B5EF4-FFF2-40B4-BE49-F238E27FC236}">
                    <a16:creationId xmlns:a16="http://schemas.microsoft.com/office/drawing/2014/main" id="{3882156B-E8C4-A7E1-442D-920240EAEA7C}"/>
                  </a:ext>
                </a:extLst>
              </p:cNvPr>
              <p:cNvSpPr txBox="1"/>
              <p:nvPr/>
            </p:nvSpPr>
            <p:spPr>
              <a:xfrm>
                <a:off x="-938430" y="4618469"/>
                <a:ext cx="627799" cy="322234"/>
              </a:xfrm>
              <a:prstGeom prst="rect">
                <a:avLst/>
              </a:prstGeom>
              <a:noFill/>
              <a:ln>
                <a:noFill/>
              </a:ln>
            </p:spPr>
            <p:txBody>
              <a:bodyPr vert="horz" wrap="square" lIns="0" tIns="0" rIns="0" bIns="0"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000" b="0" i="0" u="none" strike="noStrike" kern="0" cap="none" spc="0" baseline="0">
                    <a:solidFill>
                      <a:srgbClr val="211F26"/>
                    </a:solidFill>
                    <a:uFillTx/>
                    <a:latin typeface="Calibri" pitchFamily="34"/>
                    <a:cs typeface="Calibri" pitchFamily="34"/>
                  </a:rPr>
                  <a:t>Inspiration</a:t>
                </a:r>
              </a:p>
            </p:txBody>
          </p:sp>
        </p:grpSp>
        <p:grpSp>
          <p:nvGrpSpPr>
            <p:cNvPr id="71" name="Groep 54">
              <a:extLst>
                <a:ext uri="{FF2B5EF4-FFF2-40B4-BE49-F238E27FC236}">
                  <a16:creationId xmlns:a16="http://schemas.microsoft.com/office/drawing/2014/main" id="{65390F19-E257-DC09-3FBC-B15B5B022EAF}"/>
                </a:ext>
              </a:extLst>
            </p:cNvPr>
            <p:cNvGrpSpPr/>
            <p:nvPr/>
          </p:nvGrpSpPr>
          <p:grpSpPr>
            <a:xfrm>
              <a:off x="-3365485" y="1226978"/>
              <a:ext cx="446940" cy="406486"/>
              <a:chOff x="-3365485" y="1226978"/>
              <a:chExt cx="446940" cy="406486"/>
            </a:xfrm>
          </p:grpSpPr>
          <p:grpSp>
            <p:nvGrpSpPr>
              <p:cNvPr id="72" name="Groep 55">
                <a:extLst>
                  <a:ext uri="{FF2B5EF4-FFF2-40B4-BE49-F238E27FC236}">
                    <a16:creationId xmlns:a16="http://schemas.microsoft.com/office/drawing/2014/main" id="{94EB3FEA-1DBC-9B47-E876-1025FDD20647}"/>
                  </a:ext>
                </a:extLst>
              </p:cNvPr>
              <p:cNvGrpSpPr/>
              <p:nvPr/>
            </p:nvGrpSpPr>
            <p:grpSpPr>
              <a:xfrm>
                <a:off x="-3285311" y="1226978"/>
                <a:ext cx="284168" cy="246686"/>
                <a:chOff x="-3285311" y="1226978"/>
                <a:chExt cx="284168" cy="246686"/>
              </a:xfrm>
            </p:grpSpPr>
            <p:sp>
              <p:nvSpPr>
                <p:cNvPr id="73" name="Vrije vorm: vorm 57">
                  <a:extLst>
                    <a:ext uri="{FF2B5EF4-FFF2-40B4-BE49-F238E27FC236}">
                      <a16:creationId xmlns:a16="http://schemas.microsoft.com/office/drawing/2014/main" id="{589629FD-576C-CF6D-9BE2-C172203338B0}"/>
                    </a:ext>
                  </a:extLst>
                </p:cNvPr>
                <p:cNvSpPr/>
                <p:nvPr/>
              </p:nvSpPr>
              <p:spPr>
                <a:xfrm>
                  <a:off x="-3236719" y="1287612"/>
                  <a:ext cx="47978" cy="47868"/>
                </a:xfrm>
                <a:custGeom>
                  <a:avLst/>
                  <a:gdLst>
                    <a:gd name="f0" fmla="val 10800000"/>
                    <a:gd name="f1" fmla="val 5400000"/>
                    <a:gd name="f2" fmla="val 180"/>
                    <a:gd name="f3" fmla="val w"/>
                    <a:gd name="f4" fmla="val h"/>
                    <a:gd name="f5" fmla="val 0"/>
                    <a:gd name="f6" fmla="val 371475"/>
                    <a:gd name="f7" fmla="val 369094"/>
                    <a:gd name="f8" fmla="val 188119"/>
                    <a:gd name="f9" fmla="val 288068"/>
                    <a:gd name="f10" fmla="val 88169"/>
                    <a:gd name="f11" fmla="val 7144"/>
                    <a:gd name="f12" fmla="+- 0 0 -90"/>
                    <a:gd name="f13" fmla="*/ f3 1 371475"/>
                    <a:gd name="f14" fmla="*/ f4 1 371475"/>
                    <a:gd name="f15" fmla="val f5"/>
                    <a:gd name="f16" fmla="val f6"/>
                    <a:gd name="f17" fmla="*/ f12 f0 1"/>
                    <a:gd name="f18" fmla="+- f16 0 f15"/>
                    <a:gd name="f19" fmla="*/ f17 1 f2"/>
                    <a:gd name="f20" fmla="*/ f18 1 371475"/>
                    <a:gd name="f21" fmla="*/ 369094 f18 1"/>
                    <a:gd name="f22" fmla="*/ 188119 f18 1"/>
                    <a:gd name="f23" fmla="*/ 7144 f18 1"/>
                    <a:gd name="f24" fmla="+- f19 0 f1"/>
                    <a:gd name="f25" fmla="*/ f21 1 371475"/>
                    <a:gd name="f26" fmla="*/ f22 1 371475"/>
                    <a:gd name="f27" fmla="*/ f23 1 371475"/>
                    <a:gd name="f28" fmla="*/ f15 1 f20"/>
                    <a:gd name="f29" fmla="*/ f16 1 f20"/>
                    <a:gd name="f30" fmla="*/ f25 1 f20"/>
                    <a:gd name="f31" fmla="*/ f26 1 f20"/>
                    <a:gd name="f32" fmla="*/ f27 1 f20"/>
                    <a:gd name="f33" fmla="*/ f28 f13 1"/>
                    <a:gd name="f34" fmla="*/ f29 f13 1"/>
                    <a:gd name="f35" fmla="*/ f29 f14 1"/>
                    <a:gd name="f36" fmla="*/ f28 f14 1"/>
                    <a:gd name="f37" fmla="*/ f30 f13 1"/>
                    <a:gd name="f38" fmla="*/ f31 f14 1"/>
                    <a:gd name="f39" fmla="*/ f31 f13 1"/>
                    <a:gd name="f40" fmla="*/ f30 f14 1"/>
                    <a:gd name="f41" fmla="*/ f32 f13 1"/>
                    <a:gd name="f42" fmla="*/ f32 f14 1"/>
                  </a:gdLst>
                  <a:ahLst/>
                  <a:cxnLst>
                    <a:cxn ang="3cd4">
                      <a:pos x="hc" y="t"/>
                    </a:cxn>
                    <a:cxn ang="0">
                      <a:pos x="r" y="vc"/>
                    </a:cxn>
                    <a:cxn ang="cd4">
                      <a:pos x="hc" y="b"/>
                    </a:cxn>
                    <a:cxn ang="cd2">
                      <a:pos x="l" y="vc"/>
                    </a:cxn>
                    <a:cxn ang="f24">
                      <a:pos x="f37" y="f38"/>
                    </a:cxn>
                    <a:cxn ang="f24">
                      <a:pos x="f39" y="f40"/>
                    </a:cxn>
                    <a:cxn ang="f24">
                      <a:pos x="f41" y="f38"/>
                    </a:cxn>
                    <a:cxn ang="f24">
                      <a:pos x="f39" y="f42"/>
                    </a:cxn>
                    <a:cxn ang="f24">
                      <a:pos x="f37" y="f38"/>
                    </a:cxn>
                  </a:cxnLst>
                  <a:rect l="f33" t="f36" r="f34" b="f35"/>
                  <a:pathLst>
                    <a:path w="371475" h="371475">
                      <a:moveTo>
                        <a:pt x="f7" y="f8"/>
                      </a:moveTo>
                      <a:cubicBezTo>
                        <a:pt x="f7" y="f9"/>
                        <a:pt x="f9" y="f7"/>
                        <a:pt x="f8" y="f7"/>
                      </a:cubicBezTo>
                      <a:cubicBezTo>
                        <a:pt x="f10" y="f7"/>
                        <a:pt x="f11" y="f9"/>
                        <a:pt x="f11" y="f8"/>
                      </a:cubicBezTo>
                      <a:cubicBezTo>
                        <a:pt x="f11" y="f10"/>
                        <a:pt x="f10" y="f11"/>
                        <a:pt x="f8" y="f11"/>
                      </a:cubicBezTo>
                      <a:cubicBezTo>
                        <a:pt x="f9" y="f11"/>
                        <a:pt x="f7" y="f10"/>
                        <a:pt x="f7" y="f8"/>
                      </a:cubicBezTo>
                      <a:close/>
                    </a:path>
                  </a:pathLst>
                </a:custGeom>
                <a:solidFill>
                  <a:srgbClr val="1FF524"/>
                </a:solidFill>
                <a:ln>
                  <a:noFill/>
                  <a:prstDash val="solid"/>
                </a:ln>
              </p:spPr>
              <p:txBody>
                <a:bodyPr vert="horz" wrap="square" lIns="91440" tIns="45720" rIns="91440" bIns="45720" anchor="ctr"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7200" b="0" i="0" u="none" strike="noStrike" kern="1200" cap="none" spc="0" baseline="0">
                    <a:solidFill>
                      <a:srgbClr val="211F26"/>
                    </a:solidFill>
                    <a:uFillTx/>
                    <a:latin typeface="Arial"/>
                  </a:endParaRPr>
                </a:p>
              </p:txBody>
            </p:sp>
            <p:grpSp>
              <p:nvGrpSpPr>
                <p:cNvPr id="74" name="Groep 58">
                  <a:extLst>
                    <a:ext uri="{FF2B5EF4-FFF2-40B4-BE49-F238E27FC236}">
                      <a16:creationId xmlns:a16="http://schemas.microsoft.com/office/drawing/2014/main" id="{9C5DF55C-DCB6-6B53-1885-7BA00F05196E}"/>
                    </a:ext>
                  </a:extLst>
                </p:cNvPr>
                <p:cNvGrpSpPr/>
                <p:nvPr/>
              </p:nvGrpSpPr>
              <p:grpSpPr>
                <a:xfrm>
                  <a:off x="-3285311" y="1226978"/>
                  <a:ext cx="284168" cy="246686"/>
                  <a:chOff x="-3285311" y="1226978"/>
                  <a:chExt cx="284168" cy="246686"/>
                </a:xfrm>
              </p:grpSpPr>
              <p:sp>
                <p:nvSpPr>
                  <p:cNvPr id="75" name="Vrije vorm: vorm 59">
                    <a:extLst>
                      <a:ext uri="{FF2B5EF4-FFF2-40B4-BE49-F238E27FC236}">
                        <a16:creationId xmlns:a16="http://schemas.microsoft.com/office/drawing/2014/main" id="{0251F6C4-5482-15E2-35D0-6AFA025BB0BD}"/>
                      </a:ext>
                    </a:extLst>
                  </p:cNvPr>
                  <p:cNvSpPr/>
                  <p:nvPr/>
                </p:nvSpPr>
                <p:spPr>
                  <a:xfrm>
                    <a:off x="-3285311" y="1226978"/>
                    <a:ext cx="284168" cy="246686"/>
                  </a:xfrm>
                  <a:custGeom>
                    <a:avLst/>
                    <a:gdLst>
                      <a:gd name="f0" fmla="val 10800000"/>
                      <a:gd name="f1" fmla="val 5400000"/>
                      <a:gd name="f2" fmla="val 180"/>
                      <a:gd name="f3" fmla="val w"/>
                      <a:gd name="f4" fmla="val h"/>
                      <a:gd name="f5" fmla="val 0"/>
                      <a:gd name="f6" fmla="val 2200275"/>
                      <a:gd name="f7" fmla="val 1914525"/>
                      <a:gd name="f8" fmla="val 7144"/>
                      <a:gd name="f9" fmla="val 245269"/>
                      <a:gd name="f10" fmla="val 432911"/>
                      <a:gd name="f11" fmla="val 1959769"/>
                      <a:gd name="f12" fmla="val 1674019"/>
                      <a:gd name="f13" fmla="val 350044"/>
                      <a:gd name="f14" fmla="val 1912144"/>
                      <a:gd name="f15" fmla="val 2197894"/>
                      <a:gd name="f16" fmla="+- 0 0 -90"/>
                      <a:gd name="f17" fmla="*/ f3 1 2200275"/>
                      <a:gd name="f18" fmla="*/ f4 1 1914525"/>
                      <a:gd name="f19" fmla="val f5"/>
                      <a:gd name="f20" fmla="val f6"/>
                      <a:gd name="f21" fmla="val f7"/>
                      <a:gd name="f22" fmla="*/ f16 f0 1"/>
                      <a:gd name="f23" fmla="+- f21 0 f19"/>
                      <a:gd name="f24" fmla="+- f20 0 f19"/>
                      <a:gd name="f25" fmla="*/ f22 1 f2"/>
                      <a:gd name="f26" fmla="*/ f24 1 2200275"/>
                      <a:gd name="f27" fmla="*/ f23 1 1914525"/>
                      <a:gd name="f28" fmla="*/ 7144 f24 1"/>
                      <a:gd name="f29" fmla="*/ 7144 f23 1"/>
                      <a:gd name="f30" fmla="*/ 245269 f23 1"/>
                      <a:gd name="f31" fmla="*/ 432911 f24 1"/>
                      <a:gd name="f32" fmla="*/ 1959769 f24 1"/>
                      <a:gd name="f33" fmla="*/ 1674019 f23 1"/>
                      <a:gd name="f34" fmla="*/ 245269 f24 1"/>
                      <a:gd name="f35" fmla="*/ 350044 f23 1"/>
                      <a:gd name="f36" fmla="*/ 1912144 f23 1"/>
                      <a:gd name="f37" fmla="*/ 2197894 f24 1"/>
                      <a:gd name="f38" fmla="+- f25 0 f1"/>
                      <a:gd name="f39" fmla="*/ f28 1 2200275"/>
                      <a:gd name="f40" fmla="*/ f29 1 1914525"/>
                      <a:gd name="f41" fmla="*/ f30 1 1914525"/>
                      <a:gd name="f42" fmla="*/ f31 1 2200275"/>
                      <a:gd name="f43" fmla="*/ f32 1 2200275"/>
                      <a:gd name="f44" fmla="*/ f33 1 1914525"/>
                      <a:gd name="f45" fmla="*/ f34 1 2200275"/>
                      <a:gd name="f46" fmla="*/ f35 1 1914525"/>
                      <a:gd name="f47" fmla="*/ f36 1 1914525"/>
                      <a:gd name="f48" fmla="*/ f37 1 2200275"/>
                      <a:gd name="f49" fmla="*/ f19 1 f26"/>
                      <a:gd name="f50" fmla="*/ f20 1 f26"/>
                      <a:gd name="f51" fmla="*/ f19 1 f27"/>
                      <a:gd name="f52" fmla="*/ f21 1 f27"/>
                      <a:gd name="f53" fmla="*/ f39 1 f26"/>
                      <a:gd name="f54" fmla="*/ f40 1 f27"/>
                      <a:gd name="f55" fmla="*/ f41 1 f27"/>
                      <a:gd name="f56" fmla="*/ f42 1 f26"/>
                      <a:gd name="f57" fmla="*/ f43 1 f26"/>
                      <a:gd name="f58" fmla="*/ f44 1 f27"/>
                      <a:gd name="f59" fmla="*/ f45 1 f26"/>
                      <a:gd name="f60" fmla="*/ f46 1 f27"/>
                      <a:gd name="f61" fmla="*/ f47 1 f27"/>
                      <a:gd name="f62" fmla="*/ f48 1 f26"/>
                      <a:gd name="f63" fmla="*/ f49 f17 1"/>
                      <a:gd name="f64" fmla="*/ f50 f17 1"/>
                      <a:gd name="f65" fmla="*/ f52 f18 1"/>
                      <a:gd name="f66" fmla="*/ f51 f18 1"/>
                      <a:gd name="f67" fmla="*/ f53 f17 1"/>
                      <a:gd name="f68" fmla="*/ f54 f18 1"/>
                      <a:gd name="f69" fmla="*/ f55 f18 1"/>
                      <a:gd name="f70" fmla="*/ f56 f17 1"/>
                      <a:gd name="f71" fmla="*/ f57 f17 1"/>
                      <a:gd name="f72" fmla="*/ f58 f18 1"/>
                      <a:gd name="f73" fmla="*/ f59 f17 1"/>
                      <a:gd name="f74" fmla="*/ f60 f18 1"/>
                      <a:gd name="f75" fmla="*/ f61 f18 1"/>
                      <a:gd name="f76" fmla="*/ f62 f17 1"/>
                    </a:gdLst>
                    <a:ahLst/>
                    <a:cxnLst>
                      <a:cxn ang="3cd4">
                        <a:pos x="hc" y="t"/>
                      </a:cxn>
                      <a:cxn ang="0">
                        <a:pos x="r" y="vc"/>
                      </a:cxn>
                      <a:cxn ang="cd4">
                        <a:pos x="hc" y="b"/>
                      </a:cxn>
                      <a:cxn ang="cd2">
                        <a:pos x="l" y="vc"/>
                      </a:cxn>
                      <a:cxn ang="f38">
                        <a:pos x="f67" y="f68"/>
                      </a:cxn>
                      <a:cxn ang="f38">
                        <a:pos x="f67" y="f69"/>
                      </a:cxn>
                      <a:cxn ang="f38">
                        <a:pos x="f70" y="f69"/>
                      </a:cxn>
                      <a:cxn ang="f38">
                        <a:pos x="f70" y="f69"/>
                      </a:cxn>
                      <a:cxn ang="f38">
                        <a:pos x="f71" y="f69"/>
                      </a:cxn>
                      <a:cxn ang="f38">
                        <a:pos x="f71" y="f72"/>
                      </a:cxn>
                      <a:cxn ang="f38">
                        <a:pos x="f73" y="f72"/>
                      </a:cxn>
                      <a:cxn ang="f38">
                        <a:pos x="f73" y="f74"/>
                      </a:cxn>
                      <a:cxn ang="f38">
                        <a:pos x="f67" y="f74"/>
                      </a:cxn>
                      <a:cxn ang="f38">
                        <a:pos x="f67" y="f75"/>
                      </a:cxn>
                      <a:cxn ang="f38">
                        <a:pos x="f76" y="f75"/>
                      </a:cxn>
                      <a:cxn ang="f38">
                        <a:pos x="f76" y="f68"/>
                      </a:cxn>
                    </a:cxnLst>
                    <a:rect l="f63" t="f66" r="f64" b="f65"/>
                    <a:pathLst>
                      <a:path w="2200275" h="1914525">
                        <a:moveTo>
                          <a:pt x="f8" y="f8"/>
                        </a:moveTo>
                        <a:lnTo>
                          <a:pt x="f8" y="f9"/>
                        </a:lnTo>
                        <a:lnTo>
                          <a:pt x="f10" y="f9"/>
                        </a:lnTo>
                        <a:lnTo>
                          <a:pt x="f10" y="f9"/>
                        </a:lnTo>
                        <a:lnTo>
                          <a:pt x="f11" y="f9"/>
                        </a:lnTo>
                        <a:lnTo>
                          <a:pt x="f11" y="f12"/>
                        </a:lnTo>
                        <a:lnTo>
                          <a:pt x="f9" y="f12"/>
                        </a:lnTo>
                        <a:lnTo>
                          <a:pt x="f9" y="f13"/>
                        </a:lnTo>
                        <a:lnTo>
                          <a:pt x="f8" y="f13"/>
                        </a:lnTo>
                        <a:lnTo>
                          <a:pt x="f8" y="f14"/>
                        </a:lnTo>
                        <a:lnTo>
                          <a:pt x="f15" y="f14"/>
                        </a:lnTo>
                        <a:lnTo>
                          <a:pt x="f15" y="f8"/>
                        </a:lnTo>
                        <a:close/>
                      </a:path>
                    </a:pathLst>
                  </a:custGeom>
                  <a:gradFill>
                    <a:gsLst>
                      <a:gs pos="0">
                        <a:srgbClr val="9D9FA1"/>
                      </a:gs>
                      <a:gs pos="100000">
                        <a:srgbClr val="211F26"/>
                      </a:gs>
                    </a:gsLst>
                    <a:lin ang="2700000"/>
                  </a:gradFill>
                  <a:ln>
                    <a:noFill/>
                    <a:prstDash val="solid"/>
                  </a:ln>
                </p:spPr>
                <p:txBody>
                  <a:bodyPr vert="horz" wrap="square" lIns="91440" tIns="45720" rIns="91440" bIns="45720" anchor="ctr"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7200" b="0" i="0" u="none" strike="noStrike" kern="1200" cap="none" spc="0" baseline="0">
                      <a:solidFill>
                        <a:srgbClr val="211F26"/>
                      </a:solidFill>
                      <a:uFillTx/>
                      <a:latin typeface="Arial"/>
                    </a:endParaRPr>
                  </a:p>
                </p:txBody>
              </p:sp>
              <p:sp>
                <p:nvSpPr>
                  <p:cNvPr id="76" name="Vrije vorm: vorm 60">
                    <a:extLst>
                      <a:ext uri="{FF2B5EF4-FFF2-40B4-BE49-F238E27FC236}">
                        <a16:creationId xmlns:a16="http://schemas.microsoft.com/office/drawing/2014/main" id="{787ECBA9-6930-8306-7515-EB8E192EC28E}"/>
                      </a:ext>
                    </a:extLst>
                  </p:cNvPr>
                  <p:cNvSpPr/>
                  <p:nvPr/>
                </p:nvSpPr>
                <p:spPr>
                  <a:xfrm>
                    <a:off x="-3236847" y="1303321"/>
                    <a:ext cx="185751" cy="114144"/>
                  </a:xfrm>
                  <a:custGeom>
                    <a:avLst/>
                    <a:gdLst>
                      <a:gd name="f0" fmla="val 10800000"/>
                      <a:gd name="f1" fmla="val 5400000"/>
                      <a:gd name="f2" fmla="val 180"/>
                      <a:gd name="f3" fmla="val w"/>
                      <a:gd name="f4" fmla="val h"/>
                      <a:gd name="f5" fmla="val 0"/>
                      <a:gd name="f6" fmla="val 1438275"/>
                      <a:gd name="f7" fmla="val 885825"/>
                      <a:gd name="f8" fmla="val 1070134"/>
                      <a:gd name="f9" fmla="val 7144"/>
                      <a:gd name="f10" fmla="val 801529"/>
                      <a:gd name="f11" fmla="val 275749"/>
                      <a:gd name="f12" fmla="val 662464"/>
                      <a:gd name="f13" fmla="val 137636"/>
                      <a:gd name="f14" fmla="val 784384"/>
                      <a:gd name="f15" fmla="val 108109"/>
                      <a:gd name="f16" fmla="val 885349"/>
                      <a:gd name="f17" fmla="val 338614"/>
                      <a:gd name="f18" fmla="val 928211"/>
                      <a:gd name="f19" fmla="val 605314"/>
                      <a:gd name="f20" fmla="val 1029176"/>
                      <a:gd name="f21" fmla="val 503396"/>
                      <a:gd name="f22" fmla="val 902494"/>
                      <a:gd name="f23" fmla="val 376714"/>
                      <a:gd name="f24" fmla="val 209074"/>
                      <a:gd name="f25" fmla="val 1337786"/>
                      <a:gd name="f26" fmla="val 480536"/>
                      <a:gd name="f27" fmla="val 1438751"/>
                      <a:gd name="f28" fmla="val 378619"/>
                      <a:gd name="f29" fmla="+- 0 0 -90"/>
                      <a:gd name="f30" fmla="*/ f3 1 1438275"/>
                      <a:gd name="f31" fmla="*/ f4 1 885825"/>
                      <a:gd name="f32" fmla="val f5"/>
                      <a:gd name="f33" fmla="val f6"/>
                      <a:gd name="f34" fmla="val f7"/>
                      <a:gd name="f35" fmla="*/ f29 f0 1"/>
                      <a:gd name="f36" fmla="+- f34 0 f32"/>
                      <a:gd name="f37" fmla="+- f33 0 f32"/>
                      <a:gd name="f38" fmla="*/ f35 1 f2"/>
                      <a:gd name="f39" fmla="*/ f37 1 1438275"/>
                      <a:gd name="f40" fmla="*/ f36 1 885825"/>
                      <a:gd name="f41" fmla="*/ 1070134 f37 1"/>
                      <a:gd name="f42" fmla="*/ 7144 f36 1"/>
                      <a:gd name="f43" fmla="*/ 801529 f37 1"/>
                      <a:gd name="f44" fmla="*/ 275749 f36 1"/>
                      <a:gd name="f45" fmla="*/ 662464 f37 1"/>
                      <a:gd name="f46" fmla="*/ 137636 f36 1"/>
                      <a:gd name="f47" fmla="*/ 7144 f37 1"/>
                      <a:gd name="f48" fmla="*/ 784384 f36 1"/>
                      <a:gd name="f49" fmla="*/ 108109 f37 1"/>
                      <a:gd name="f50" fmla="*/ 885349 f36 1"/>
                      <a:gd name="f51" fmla="*/ 338614 f36 1"/>
                      <a:gd name="f52" fmla="*/ 928211 f37 1"/>
                      <a:gd name="f53" fmla="*/ 605314 f36 1"/>
                      <a:gd name="f54" fmla="*/ 1029176 f37 1"/>
                      <a:gd name="f55" fmla="*/ 503396 f36 1"/>
                      <a:gd name="f56" fmla="*/ 902494 f37 1"/>
                      <a:gd name="f57" fmla="*/ 376714 f36 1"/>
                      <a:gd name="f58" fmla="*/ 209074 f36 1"/>
                      <a:gd name="f59" fmla="*/ 1337786 f37 1"/>
                      <a:gd name="f60" fmla="*/ 480536 f36 1"/>
                      <a:gd name="f61" fmla="*/ 1438751 f37 1"/>
                      <a:gd name="f62" fmla="*/ 378619 f36 1"/>
                      <a:gd name="f63" fmla="+- f38 0 f1"/>
                      <a:gd name="f64" fmla="*/ f41 1 1438275"/>
                      <a:gd name="f65" fmla="*/ f42 1 885825"/>
                      <a:gd name="f66" fmla="*/ f43 1 1438275"/>
                      <a:gd name="f67" fmla="*/ f44 1 885825"/>
                      <a:gd name="f68" fmla="*/ f45 1 1438275"/>
                      <a:gd name="f69" fmla="*/ f46 1 885825"/>
                      <a:gd name="f70" fmla="*/ f47 1 1438275"/>
                      <a:gd name="f71" fmla="*/ f48 1 885825"/>
                      <a:gd name="f72" fmla="*/ f49 1 1438275"/>
                      <a:gd name="f73" fmla="*/ f50 1 885825"/>
                      <a:gd name="f74" fmla="*/ f51 1 885825"/>
                      <a:gd name="f75" fmla="*/ f52 1 1438275"/>
                      <a:gd name="f76" fmla="*/ f53 1 885825"/>
                      <a:gd name="f77" fmla="*/ f54 1 1438275"/>
                      <a:gd name="f78" fmla="*/ f55 1 885825"/>
                      <a:gd name="f79" fmla="*/ f56 1 1438275"/>
                      <a:gd name="f80" fmla="*/ f57 1 885825"/>
                      <a:gd name="f81" fmla="*/ f58 1 885825"/>
                      <a:gd name="f82" fmla="*/ f59 1 1438275"/>
                      <a:gd name="f83" fmla="*/ f60 1 885825"/>
                      <a:gd name="f84" fmla="*/ f61 1 1438275"/>
                      <a:gd name="f85" fmla="*/ f62 1 885825"/>
                      <a:gd name="f86" fmla="*/ f32 1 f39"/>
                      <a:gd name="f87" fmla="*/ f33 1 f39"/>
                      <a:gd name="f88" fmla="*/ f32 1 f40"/>
                      <a:gd name="f89" fmla="*/ f34 1 f40"/>
                      <a:gd name="f90" fmla="*/ f64 1 f39"/>
                      <a:gd name="f91" fmla="*/ f65 1 f40"/>
                      <a:gd name="f92" fmla="*/ f66 1 f39"/>
                      <a:gd name="f93" fmla="*/ f67 1 f40"/>
                      <a:gd name="f94" fmla="*/ f68 1 f39"/>
                      <a:gd name="f95" fmla="*/ f69 1 f40"/>
                      <a:gd name="f96" fmla="*/ f70 1 f39"/>
                      <a:gd name="f97" fmla="*/ f71 1 f40"/>
                      <a:gd name="f98" fmla="*/ f72 1 f39"/>
                      <a:gd name="f99" fmla="*/ f73 1 f40"/>
                      <a:gd name="f100" fmla="*/ f74 1 f40"/>
                      <a:gd name="f101" fmla="*/ f75 1 f39"/>
                      <a:gd name="f102" fmla="*/ f76 1 f40"/>
                      <a:gd name="f103" fmla="*/ f77 1 f39"/>
                      <a:gd name="f104" fmla="*/ f78 1 f40"/>
                      <a:gd name="f105" fmla="*/ f79 1 f39"/>
                      <a:gd name="f106" fmla="*/ f80 1 f40"/>
                      <a:gd name="f107" fmla="*/ f81 1 f40"/>
                      <a:gd name="f108" fmla="*/ f82 1 f39"/>
                      <a:gd name="f109" fmla="*/ f83 1 f40"/>
                      <a:gd name="f110" fmla="*/ f84 1 f39"/>
                      <a:gd name="f111" fmla="*/ f85 1 f40"/>
                      <a:gd name="f112" fmla="*/ f86 f30 1"/>
                      <a:gd name="f113" fmla="*/ f87 f30 1"/>
                      <a:gd name="f114" fmla="*/ f89 f31 1"/>
                      <a:gd name="f115" fmla="*/ f88 f31 1"/>
                      <a:gd name="f116" fmla="*/ f90 f30 1"/>
                      <a:gd name="f117" fmla="*/ f91 f31 1"/>
                      <a:gd name="f118" fmla="*/ f92 f30 1"/>
                      <a:gd name="f119" fmla="*/ f93 f31 1"/>
                      <a:gd name="f120" fmla="*/ f94 f30 1"/>
                      <a:gd name="f121" fmla="*/ f95 f31 1"/>
                      <a:gd name="f122" fmla="*/ f96 f30 1"/>
                      <a:gd name="f123" fmla="*/ f97 f31 1"/>
                      <a:gd name="f124" fmla="*/ f98 f30 1"/>
                      <a:gd name="f125" fmla="*/ f99 f31 1"/>
                      <a:gd name="f126" fmla="*/ f100 f31 1"/>
                      <a:gd name="f127" fmla="*/ f101 f30 1"/>
                      <a:gd name="f128" fmla="*/ f102 f31 1"/>
                      <a:gd name="f129" fmla="*/ f103 f30 1"/>
                      <a:gd name="f130" fmla="*/ f104 f31 1"/>
                      <a:gd name="f131" fmla="*/ f105 f30 1"/>
                      <a:gd name="f132" fmla="*/ f106 f31 1"/>
                      <a:gd name="f133" fmla="*/ f107 f31 1"/>
                      <a:gd name="f134" fmla="*/ f108 f30 1"/>
                      <a:gd name="f135" fmla="*/ f109 f31 1"/>
                      <a:gd name="f136" fmla="*/ f110 f30 1"/>
                      <a:gd name="f137" fmla="*/ f111 f31 1"/>
                    </a:gdLst>
                    <a:ahLst/>
                    <a:cxnLst>
                      <a:cxn ang="3cd4">
                        <a:pos x="hc" y="t"/>
                      </a:cxn>
                      <a:cxn ang="0">
                        <a:pos x="r" y="vc"/>
                      </a:cxn>
                      <a:cxn ang="cd4">
                        <a:pos x="hc" y="b"/>
                      </a:cxn>
                      <a:cxn ang="cd2">
                        <a:pos x="l" y="vc"/>
                      </a:cxn>
                      <a:cxn ang="f63">
                        <a:pos x="f116" y="f117"/>
                      </a:cxn>
                      <a:cxn ang="f63">
                        <a:pos x="f118" y="f119"/>
                      </a:cxn>
                      <a:cxn ang="f63">
                        <a:pos x="f120" y="f121"/>
                      </a:cxn>
                      <a:cxn ang="f63">
                        <a:pos x="f122" y="f123"/>
                      </a:cxn>
                      <a:cxn ang="f63">
                        <a:pos x="f124" y="f125"/>
                      </a:cxn>
                      <a:cxn ang="f63">
                        <a:pos x="f120" y="f126"/>
                      </a:cxn>
                      <a:cxn ang="f63">
                        <a:pos x="f127" y="f128"/>
                      </a:cxn>
                      <a:cxn ang="f63">
                        <a:pos x="f129" y="f130"/>
                      </a:cxn>
                      <a:cxn ang="f63">
                        <a:pos x="f131" y="f132"/>
                      </a:cxn>
                      <a:cxn ang="f63">
                        <a:pos x="f116" y="f133"/>
                      </a:cxn>
                      <a:cxn ang="f63">
                        <a:pos x="f134" y="f135"/>
                      </a:cxn>
                      <a:cxn ang="f63">
                        <a:pos x="f136" y="f137"/>
                      </a:cxn>
                    </a:cxnLst>
                    <a:rect l="f112" t="f115" r="f113" b="f114"/>
                    <a:pathLst>
                      <a:path w="1438275" h="885825">
                        <a:moveTo>
                          <a:pt x="f8" y="f9"/>
                        </a:moveTo>
                        <a:lnTo>
                          <a:pt x="f10" y="f11"/>
                        </a:lnTo>
                        <a:lnTo>
                          <a:pt x="f12" y="f13"/>
                        </a:lnTo>
                        <a:lnTo>
                          <a:pt x="f9" y="f14"/>
                        </a:lnTo>
                        <a:lnTo>
                          <a:pt x="f15" y="f16"/>
                        </a:lnTo>
                        <a:lnTo>
                          <a:pt x="f12" y="f17"/>
                        </a:lnTo>
                        <a:lnTo>
                          <a:pt x="f18" y="f19"/>
                        </a:lnTo>
                        <a:lnTo>
                          <a:pt x="f20" y="f21"/>
                        </a:lnTo>
                        <a:lnTo>
                          <a:pt x="f22" y="f23"/>
                        </a:lnTo>
                        <a:lnTo>
                          <a:pt x="f8" y="f24"/>
                        </a:lnTo>
                        <a:lnTo>
                          <a:pt x="f25" y="f26"/>
                        </a:lnTo>
                        <a:lnTo>
                          <a:pt x="f27" y="f28"/>
                        </a:lnTo>
                        <a:close/>
                      </a:path>
                    </a:pathLst>
                  </a:custGeom>
                  <a:gradFill>
                    <a:gsLst>
                      <a:gs pos="0">
                        <a:srgbClr val="9D9FA1"/>
                      </a:gs>
                      <a:gs pos="100000">
                        <a:srgbClr val="211F26"/>
                      </a:gs>
                    </a:gsLst>
                    <a:lin ang="2700000"/>
                  </a:gradFill>
                  <a:ln>
                    <a:noFill/>
                    <a:prstDash val="solid"/>
                  </a:ln>
                </p:spPr>
                <p:txBody>
                  <a:bodyPr vert="horz" wrap="square" lIns="91440" tIns="45720" rIns="91440" bIns="45720" anchor="ctr"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7200" b="0" i="0" u="none" strike="noStrike" kern="1200" cap="none" spc="0" baseline="0">
                      <a:solidFill>
                        <a:srgbClr val="211F26"/>
                      </a:solidFill>
                      <a:uFillTx/>
                      <a:latin typeface="Arial"/>
                    </a:endParaRPr>
                  </a:p>
                </p:txBody>
              </p:sp>
            </p:grpSp>
          </p:grpSp>
          <p:sp>
            <p:nvSpPr>
              <p:cNvPr id="77" name="Tekstvak 56">
                <a:extLst>
                  <a:ext uri="{FF2B5EF4-FFF2-40B4-BE49-F238E27FC236}">
                    <a16:creationId xmlns:a16="http://schemas.microsoft.com/office/drawing/2014/main" id="{59C75CC8-801B-EFEA-91C7-931EB24BF952}"/>
                  </a:ext>
                </a:extLst>
              </p:cNvPr>
              <p:cNvSpPr txBox="1"/>
              <p:nvPr/>
            </p:nvSpPr>
            <p:spPr>
              <a:xfrm>
                <a:off x="-3365485" y="1489959"/>
                <a:ext cx="446940" cy="143505"/>
              </a:xfrm>
              <a:prstGeom prst="rect">
                <a:avLst/>
              </a:prstGeom>
              <a:noFill/>
              <a:ln>
                <a:noFill/>
              </a:ln>
            </p:spPr>
            <p:txBody>
              <a:bodyPr vert="horz" wrap="square" lIns="0" tIns="18004" rIns="0" bIns="0" anchor="t"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000" b="0" i="0" u="none" strike="noStrike" kern="0" cap="none" spc="0" baseline="0">
                    <a:solidFill>
                      <a:srgbClr val="211F26"/>
                    </a:solidFill>
                    <a:uFillTx/>
                    <a:latin typeface="Calibri" pitchFamily="34"/>
                    <a:cs typeface="Calibri" pitchFamily="34"/>
                  </a:rPr>
                  <a:t>Images</a:t>
                </a:r>
              </a:p>
            </p:txBody>
          </p:sp>
        </p:grpSp>
      </p:grpSp>
    </p:spTree>
    <p:extLst>
      <p:ext uri="{BB962C8B-B14F-4D97-AF65-F5344CB8AC3E}">
        <p14:creationId xmlns:p14="http://schemas.microsoft.com/office/powerpoint/2010/main" val="4023602990"/>
      </p:ext>
    </p:extLst>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ext + image | 3x">
    <p:spTree>
      <p:nvGrpSpPr>
        <p:cNvPr id="1" name=""/>
        <p:cNvGrpSpPr/>
        <p:nvPr/>
      </p:nvGrpSpPr>
      <p:grpSpPr>
        <a:xfrm>
          <a:off x="0" y="0"/>
          <a:ext cx="0" cy="0"/>
          <a:chOff x="0" y="0"/>
          <a:chExt cx="0" cy="0"/>
        </a:xfrm>
      </p:grpSpPr>
      <p:grpSp>
        <p:nvGrpSpPr>
          <p:cNvPr id="2" name="INSTRUCTION">
            <a:extLst>
              <a:ext uri="{FF2B5EF4-FFF2-40B4-BE49-F238E27FC236}">
                <a16:creationId xmlns:a16="http://schemas.microsoft.com/office/drawing/2014/main" id="{C5AEAA16-2C14-F0EB-CA0F-4E49621AB312}"/>
              </a:ext>
            </a:extLst>
          </p:cNvPr>
          <p:cNvGrpSpPr/>
          <p:nvPr/>
        </p:nvGrpSpPr>
        <p:grpSpPr>
          <a:xfrm>
            <a:off x="-3786164" y="0"/>
            <a:ext cx="3693115" cy="5054638"/>
            <a:chOff x="-3786164" y="0"/>
            <a:chExt cx="3693115" cy="5054638"/>
          </a:xfrm>
        </p:grpSpPr>
        <p:sp>
          <p:nvSpPr>
            <p:cNvPr id="3" name="Rechthoek 5">
              <a:extLst>
                <a:ext uri="{FF2B5EF4-FFF2-40B4-BE49-F238E27FC236}">
                  <a16:creationId xmlns:a16="http://schemas.microsoft.com/office/drawing/2014/main" id="{6CB89F21-01EE-00F0-AE3E-D90ABED51AA5}"/>
                </a:ext>
              </a:extLst>
            </p:cNvPr>
            <p:cNvSpPr/>
            <p:nvPr/>
          </p:nvSpPr>
          <p:spPr>
            <a:xfrm>
              <a:off x="-3786164" y="0"/>
              <a:ext cx="3593089" cy="4391598"/>
            </a:xfrm>
            <a:prstGeom prst="rect">
              <a:avLst/>
            </a:prstGeom>
            <a:solidFill>
              <a:srgbClr val="FFFFFF"/>
            </a:solidFill>
            <a:ln w="6345" cap="flat">
              <a:solidFill>
                <a:srgbClr val="ECECEC"/>
              </a:solidFill>
              <a:prstDash val="solid"/>
              <a:miter/>
            </a:ln>
          </p:spPr>
          <p:txBody>
            <a:bodyPr vert="horz" wrap="square" lIns="179999" tIns="143999" rIns="179999" bIns="143999"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400" b="1" i="0" u="none" strike="noStrike" kern="1200" cap="all" spc="0" baseline="0">
                  <a:solidFill>
                    <a:srgbClr val="00A6D6"/>
                  </a:solidFill>
                  <a:uFillTx/>
                  <a:latin typeface="Calibri" pitchFamily="34"/>
                  <a:cs typeface="Calibri" pitchFamily="34"/>
                </a:rPr>
                <a:t>Insert/edit an image</a:t>
              </a:r>
            </a:p>
          </p:txBody>
        </p:sp>
        <p:sp>
          <p:nvSpPr>
            <p:cNvPr id="4" name="Rechthoek 6">
              <a:extLst>
                <a:ext uri="{FF2B5EF4-FFF2-40B4-BE49-F238E27FC236}">
                  <a16:creationId xmlns:a16="http://schemas.microsoft.com/office/drawing/2014/main" id="{18426AC7-E3AA-3925-6301-AA1AF5E4FF71}"/>
                </a:ext>
              </a:extLst>
            </p:cNvPr>
            <p:cNvSpPr/>
            <p:nvPr/>
          </p:nvSpPr>
          <p:spPr>
            <a:xfrm>
              <a:off x="-3786164" y="4226640"/>
              <a:ext cx="3593637" cy="827998"/>
            </a:xfrm>
            <a:prstGeom prst="rect">
              <a:avLst/>
            </a:prstGeom>
            <a:solidFill>
              <a:srgbClr val="ECECEC"/>
            </a:solidFill>
            <a:ln w="6345" cap="flat">
              <a:solidFill>
                <a:srgbClr val="ECECEC"/>
              </a:solidFill>
              <a:prstDash val="solid"/>
              <a:miter/>
            </a:ln>
          </p:spPr>
          <p:txBody>
            <a:bodyPr vert="horz" wrap="square" lIns="179999" tIns="143999" rIns="179999" bIns="143999"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1" i="0" u="none" strike="noStrike" kern="1200" cap="all" spc="0" baseline="0">
                  <a:solidFill>
                    <a:srgbClr val="211F26"/>
                  </a:solidFill>
                  <a:uFillTx/>
                  <a:latin typeface="Calibri" pitchFamily="34"/>
                  <a:cs typeface="Calibri" pitchFamily="34"/>
                </a:rPr>
                <a:t>Want to know more?</a:t>
              </a:r>
              <a:br>
                <a:rPr lang="en-GB" sz="1200" b="1" i="0" u="none" strike="noStrike" kern="1200" cap="all" spc="0" baseline="0">
                  <a:solidFill>
                    <a:srgbClr val="211F26"/>
                  </a:solidFill>
                  <a:uFillTx/>
                  <a:latin typeface="Calibri" pitchFamily="34"/>
                  <a:cs typeface="Calibri" pitchFamily="34"/>
                </a:rPr>
              </a:br>
              <a:r>
                <a:rPr lang="en-GB" sz="1200" b="0" i="0" u="none" strike="noStrike" kern="1200" cap="none" spc="0" baseline="0">
                  <a:solidFill>
                    <a:srgbClr val="211F26"/>
                  </a:solidFill>
                  <a:uFillTx/>
                  <a:latin typeface="Calibri" pitchFamily="34"/>
                  <a:cs typeface="Calibri" pitchFamily="34"/>
                </a:rPr>
                <a:t>Go to the tab</a:t>
              </a:r>
              <a:r>
                <a:rPr lang="en-GB" sz="1200" b="1" i="0" u="none" strike="noStrike" kern="1200" cap="all" spc="0" baseline="0">
                  <a:solidFill>
                    <a:srgbClr val="211F26"/>
                  </a:solidFill>
                  <a:uFillTx/>
                  <a:latin typeface="Calibri" pitchFamily="34"/>
                  <a:cs typeface="Calibri" pitchFamily="34"/>
                </a:rPr>
                <a:t> 'SLIDEBUILDER’ </a:t>
              </a:r>
              <a:r>
                <a:rPr lang="en-GB" sz="1200" b="0" i="0" u="none" strike="noStrike" kern="1200" cap="none" spc="0" baseline="0">
                  <a:solidFill>
                    <a:srgbClr val="211F26"/>
                  </a:solidFill>
                  <a:uFillTx/>
                  <a:latin typeface="Calibri" pitchFamily="34"/>
                  <a:cs typeface="Calibri" pitchFamily="34"/>
                </a:rPr>
                <a:t>and click</a:t>
              </a:r>
              <a:br>
                <a:rPr lang="en-GB" sz="1200" b="0" i="0" u="none" strike="noStrike" kern="1200" cap="none" spc="0" baseline="0">
                  <a:solidFill>
                    <a:srgbClr val="211F26"/>
                  </a:solidFill>
                  <a:uFillTx/>
                  <a:latin typeface="Calibri" pitchFamily="34"/>
                  <a:cs typeface="Calibri" pitchFamily="34"/>
                </a:rPr>
              </a:br>
              <a:r>
                <a:rPr lang="en-GB" sz="1200" b="0" i="0" u="none" strike="noStrike" kern="1200" cap="none" spc="0" baseline="0">
                  <a:solidFill>
                    <a:srgbClr val="211F26"/>
                  </a:solidFill>
                  <a:uFillTx/>
                  <a:latin typeface="Calibri" pitchFamily="34"/>
                  <a:cs typeface="Calibri" pitchFamily="34"/>
                </a:rPr>
                <a:t>on the button </a:t>
              </a:r>
              <a:r>
                <a:rPr lang="en-GB" sz="1200" b="1" i="0" u="none" strike="noStrike" kern="1200" cap="all" spc="0" baseline="0">
                  <a:solidFill>
                    <a:srgbClr val="211F26"/>
                  </a:solidFill>
                  <a:uFillTx/>
                  <a:latin typeface="Calibri" pitchFamily="34"/>
                  <a:cs typeface="Calibri" pitchFamily="34"/>
                </a:rPr>
                <a:t>‘Inspiration'</a:t>
              </a:r>
            </a:p>
          </p:txBody>
        </p:sp>
        <p:sp>
          <p:nvSpPr>
            <p:cNvPr id="5" name="Ovaal 7">
              <a:extLst>
                <a:ext uri="{FF2B5EF4-FFF2-40B4-BE49-F238E27FC236}">
                  <a16:creationId xmlns:a16="http://schemas.microsoft.com/office/drawing/2014/main" id="{92EADBC8-6391-8024-4267-3F682E86BA2D}"/>
                </a:ext>
              </a:extLst>
            </p:cNvPr>
            <p:cNvSpPr/>
            <p:nvPr/>
          </p:nvSpPr>
          <p:spPr>
            <a:xfrm>
              <a:off x="-3603586" y="465319"/>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1</a:t>
              </a:r>
            </a:p>
          </p:txBody>
        </p:sp>
        <p:sp>
          <p:nvSpPr>
            <p:cNvPr id="6" name="Rechthoek 8">
              <a:extLst>
                <a:ext uri="{FF2B5EF4-FFF2-40B4-BE49-F238E27FC236}">
                  <a16:creationId xmlns:a16="http://schemas.microsoft.com/office/drawing/2014/main" id="{1FE60450-531F-F5BB-BA11-D0513841BE48}"/>
                </a:ext>
              </a:extLst>
            </p:cNvPr>
            <p:cNvSpPr/>
            <p:nvPr/>
          </p:nvSpPr>
          <p:spPr>
            <a:xfrm>
              <a:off x="-3319418" y="465319"/>
              <a:ext cx="3008778" cy="661851"/>
            </a:xfrm>
            <a:prstGeom prst="rect">
              <a:avLst/>
            </a:prstGeom>
            <a:noFill/>
            <a:ln>
              <a:noFill/>
              <a:prstDash val="solid"/>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0" i="0" u="none" strike="noStrike" kern="0" cap="none" spc="0" baseline="0">
                  <a:solidFill>
                    <a:srgbClr val="000000"/>
                  </a:solidFill>
                  <a:uFillTx/>
                  <a:latin typeface="Calibri" pitchFamily="34"/>
                  <a:cs typeface="Calibri" pitchFamily="34"/>
                </a:rPr>
                <a:t>If necessary, delete the existing image</a:t>
              </a:r>
              <a:br>
                <a:rPr lang="en-GB" sz="1200" b="0" i="0" u="none" strike="noStrike" kern="0" cap="none" spc="0" baseline="0">
                  <a:solidFill>
                    <a:srgbClr val="000000"/>
                  </a:solidFill>
                  <a:uFillTx/>
                  <a:latin typeface="Calibri" pitchFamily="34"/>
                  <a:cs typeface="Calibri" pitchFamily="34"/>
                </a:rPr>
              </a:br>
              <a:r>
                <a:rPr lang="en-GB" sz="1200" b="0" i="0" u="none" strike="noStrike" kern="0" cap="none" spc="0" baseline="0">
                  <a:solidFill>
                    <a:srgbClr val="000000"/>
                  </a:solidFill>
                  <a:uFillTx/>
                  <a:latin typeface="Calibri" pitchFamily="34"/>
                  <a:cs typeface="Calibri" pitchFamily="34"/>
                </a:rPr>
                <a:t>by using the </a:t>
              </a:r>
              <a:r>
                <a:rPr lang="en-GB" sz="1200" b="1" i="0" u="none" strike="noStrike" kern="0" cap="none" spc="0" baseline="0">
                  <a:solidFill>
                    <a:srgbClr val="000000"/>
                  </a:solidFill>
                  <a:uFillTx/>
                  <a:latin typeface="Calibri" pitchFamily="34"/>
                  <a:cs typeface="Calibri" pitchFamily="34"/>
                </a:rPr>
                <a:t>‘Backspace key’</a:t>
              </a:r>
              <a:r>
                <a:rPr lang="en-GB" sz="1200" b="0" i="0" u="none" strike="noStrike" kern="0" cap="none" spc="0" baseline="0">
                  <a:solidFill>
                    <a:srgbClr val="000000"/>
                  </a:solidFill>
                  <a:uFillTx/>
                  <a:latin typeface="Calibri" pitchFamily="34"/>
                  <a:cs typeface="Calibri" pitchFamily="34"/>
                </a:rPr>
                <a:t>. Select the placeholder, go to the tab </a:t>
              </a:r>
              <a:r>
                <a:rPr lang="en-GB" sz="1200" b="1" i="0" u="none" strike="noStrike" kern="0" cap="none" spc="0" baseline="0">
                  <a:solidFill>
                    <a:srgbClr val="000000"/>
                  </a:solidFill>
                  <a:uFillTx/>
                  <a:latin typeface="Calibri" pitchFamily="34"/>
                  <a:cs typeface="Calibri" pitchFamily="34"/>
                </a:rPr>
                <a:t>‘Slidebuilder’</a:t>
              </a:r>
              <a:r>
                <a:rPr lang="en-GB" sz="1200" b="0" i="0" u="none" strike="noStrike" kern="0" cap="none" spc="0" baseline="0">
                  <a:solidFill>
                    <a:srgbClr val="000000"/>
                  </a:solidFill>
                  <a:uFillTx/>
                  <a:latin typeface="Calibri" pitchFamily="34"/>
                  <a:cs typeface="Calibri" pitchFamily="34"/>
                </a:rPr>
                <a:t> and click on the button </a:t>
              </a:r>
              <a:r>
                <a:rPr lang="en-GB" sz="1200" b="1" i="0" u="none" strike="noStrike" kern="0" cap="none" spc="0" baseline="0">
                  <a:solidFill>
                    <a:srgbClr val="000000"/>
                  </a:solidFill>
                  <a:uFillTx/>
                  <a:latin typeface="Calibri" pitchFamily="34"/>
                  <a:cs typeface="Calibri" pitchFamily="34"/>
                </a:rPr>
                <a:t>‘Images’</a:t>
              </a:r>
              <a:r>
                <a:rPr lang="en-GB" sz="1200" b="0" i="0" u="none" strike="noStrike" kern="0" cap="none" spc="0" baseline="0">
                  <a:solidFill>
                    <a:srgbClr val="000000"/>
                  </a:solidFill>
                  <a:uFillTx/>
                  <a:latin typeface="Calibri" pitchFamily="34"/>
                  <a:cs typeface="Calibri" pitchFamily="34"/>
                </a:rPr>
                <a:t>.</a:t>
              </a:r>
            </a:p>
          </p:txBody>
        </p:sp>
        <p:sp>
          <p:nvSpPr>
            <p:cNvPr id="7" name="Ovaal 12">
              <a:extLst>
                <a:ext uri="{FF2B5EF4-FFF2-40B4-BE49-F238E27FC236}">
                  <a16:creationId xmlns:a16="http://schemas.microsoft.com/office/drawing/2014/main" id="{EAB1AC99-5C83-3D28-7B4B-8ED7A42B27FA}"/>
                </a:ext>
              </a:extLst>
            </p:cNvPr>
            <p:cNvSpPr/>
            <p:nvPr/>
          </p:nvSpPr>
          <p:spPr>
            <a:xfrm>
              <a:off x="-3603586" y="1811179"/>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2</a:t>
              </a:r>
            </a:p>
          </p:txBody>
        </p:sp>
        <p:sp>
          <p:nvSpPr>
            <p:cNvPr id="8" name="Rechthoek 13">
              <a:extLst>
                <a:ext uri="{FF2B5EF4-FFF2-40B4-BE49-F238E27FC236}">
                  <a16:creationId xmlns:a16="http://schemas.microsoft.com/office/drawing/2014/main" id="{B5EE932C-6E57-4323-E0D9-4717C3B9ABF8}"/>
                </a:ext>
              </a:extLst>
            </p:cNvPr>
            <p:cNvSpPr/>
            <p:nvPr/>
          </p:nvSpPr>
          <p:spPr>
            <a:xfrm>
              <a:off x="-3319418" y="1811188"/>
              <a:ext cx="2944678" cy="326340"/>
            </a:xfrm>
            <a:prstGeom prst="rect">
              <a:avLst/>
            </a:prstGeom>
            <a:noFill/>
            <a:ln>
              <a:noFill/>
              <a:prstDash val="solid"/>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0" i="0" u="none" strike="noStrike" kern="0" cap="none" spc="0" baseline="0">
                  <a:solidFill>
                    <a:srgbClr val="000000"/>
                  </a:solidFill>
                  <a:uFillTx/>
                  <a:latin typeface="Calibri" pitchFamily="34"/>
                  <a:cs typeface="Calibri" pitchFamily="34"/>
                </a:rPr>
                <a:t>Select the preferred category and image</a:t>
              </a:r>
              <a:br>
                <a:rPr lang="en-GB" sz="1200" b="0" i="0" u="none" strike="noStrike" kern="0" cap="none" spc="0" baseline="0">
                  <a:solidFill>
                    <a:srgbClr val="000000"/>
                  </a:solidFill>
                  <a:uFillTx/>
                  <a:latin typeface="Calibri" pitchFamily="34"/>
                  <a:cs typeface="Calibri" pitchFamily="34"/>
                </a:rPr>
              </a:br>
              <a:r>
                <a:rPr lang="en-GB" sz="1200" b="0" i="0" u="none" strike="noStrike" kern="0" cap="none" spc="0" baseline="0">
                  <a:solidFill>
                    <a:srgbClr val="000000"/>
                  </a:solidFill>
                  <a:uFillTx/>
                  <a:latin typeface="Calibri" pitchFamily="34"/>
                  <a:cs typeface="Calibri" pitchFamily="34"/>
                </a:rPr>
                <a:t>and click on  </a:t>
              </a:r>
              <a:r>
                <a:rPr lang="en-GB" sz="1200" b="1" i="0" u="none" strike="noStrike" kern="0" cap="none" spc="0" baseline="0">
                  <a:solidFill>
                    <a:srgbClr val="000000"/>
                  </a:solidFill>
                  <a:uFillTx/>
                  <a:latin typeface="Calibri" pitchFamily="34"/>
                  <a:cs typeface="Calibri" pitchFamily="34"/>
                </a:rPr>
                <a:t>‘Insert’</a:t>
              </a:r>
              <a:r>
                <a:rPr lang="en-GB" sz="1200" b="0" i="0" u="none" strike="noStrike" kern="0" cap="none" spc="0" baseline="0">
                  <a:solidFill>
                    <a:srgbClr val="000000"/>
                  </a:solidFill>
                  <a:uFillTx/>
                  <a:latin typeface="Calibri" pitchFamily="34"/>
                  <a:cs typeface="Calibri" pitchFamily="34"/>
                </a:rPr>
                <a:t>.</a:t>
              </a:r>
            </a:p>
          </p:txBody>
        </p:sp>
        <p:sp>
          <p:nvSpPr>
            <p:cNvPr id="9" name="Rechthoek 14">
              <a:extLst>
                <a:ext uri="{FF2B5EF4-FFF2-40B4-BE49-F238E27FC236}">
                  <a16:creationId xmlns:a16="http://schemas.microsoft.com/office/drawing/2014/main" id="{CE34D88A-181D-F745-6A26-5B33FB323A50}"/>
                </a:ext>
              </a:extLst>
            </p:cNvPr>
            <p:cNvSpPr/>
            <p:nvPr/>
          </p:nvSpPr>
          <p:spPr>
            <a:xfrm>
              <a:off x="-3319418" y="2245757"/>
              <a:ext cx="825502" cy="209553"/>
            </a:xfrm>
            <a:prstGeom prst="rect">
              <a:avLst/>
            </a:prstGeom>
            <a:solidFill>
              <a:srgbClr val="1FF524"/>
            </a:solidFill>
            <a:ln>
              <a:noFill/>
              <a:prstDash val="solid"/>
            </a:ln>
          </p:spPr>
          <p:txBody>
            <a:bodyPr vert="horz" wrap="square" lIns="0" tIns="0" rIns="0" bIns="0"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000" b="1" i="0" u="none" strike="noStrike" kern="1200" cap="none" spc="0" baseline="0">
                  <a:solidFill>
                    <a:srgbClr val="211F26"/>
                  </a:solidFill>
                  <a:uFillTx/>
                  <a:latin typeface="Calibri" pitchFamily="34"/>
                  <a:cs typeface="Calibri" pitchFamily="34"/>
                </a:rPr>
                <a:t>Insert</a:t>
              </a:r>
            </a:p>
          </p:txBody>
        </p:sp>
        <p:sp>
          <p:nvSpPr>
            <p:cNvPr id="10" name="Ovaal 15">
              <a:extLst>
                <a:ext uri="{FF2B5EF4-FFF2-40B4-BE49-F238E27FC236}">
                  <a16:creationId xmlns:a16="http://schemas.microsoft.com/office/drawing/2014/main" id="{08847DB5-B72C-B1E7-6698-E4227940D9F6}"/>
                </a:ext>
              </a:extLst>
            </p:cNvPr>
            <p:cNvSpPr/>
            <p:nvPr/>
          </p:nvSpPr>
          <p:spPr>
            <a:xfrm>
              <a:off x="-3603586" y="2634834"/>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3</a:t>
              </a:r>
            </a:p>
          </p:txBody>
        </p:sp>
        <p:sp>
          <p:nvSpPr>
            <p:cNvPr id="11" name="Rechthoek 16">
              <a:extLst>
                <a:ext uri="{FF2B5EF4-FFF2-40B4-BE49-F238E27FC236}">
                  <a16:creationId xmlns:a16="http://schemas.microsoft.com/office/drawing/2014/main" id="{12726826-6678-02B9-A1C3-C6BB02876AFA}"/>
                </a:ext>
              </a:extLst>
            </p:cNvPr>
            <p:cNvSpPr/>
            <p:nvPr/>
          </p:nvSpPr>
          <p:spPr>
            <a:xfrm>
              <a:off x="-3319418" y="2634834"/>
              <a:ext cx="2944678" cy="794165"/>
            </a:xfrm>
            <a:prstGeom prst="rect">
              <a:avLst/>
            </a:prstGeom>
            <a:noFill/>
            <a:ln>
              <a:noFill/>
              <a:prstDash val="solid"/>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0" i="0" u="none" strike="noStrike" kern="0" cap="none" spc="0" baseline="0">
                  <a:solidFill>
                    <a:srgbClr val="000000"/>
                  </a:solidFill>
                  <a:uFillTx/>
                  <a:latin typeface="Calibri" pitchFamily="34"/>
                  <a:cs typeface="Calibri" pitchFamily="34"/>
                </a:rPr>
                <a:t>To scale or drag the image, go to the tab </a:t>
              </a:r>
              <a:r>
                <a:rPr lang="en-GB" sz="1200" b="1" i="0" u="none" strike="noStrike" kern="0" cap="none" spc="0" baseline="0">
                  <a:solidFill>
                    <a:srgbClr val="000000"/>
                  </a:solidFill>
                  <a:uFillTx/>
                  <a:latin typeface="Calibri" pitchFamily="34"/>
                  <a:cs typeface="Calibri" pitchFamily="34"/>
                </a:rPr>
                <a:t>‘Picture Tools - Format’</a:t>
              </a:r>
              <a:r>
                <a:rPr lang="en-GB" sz="1200" b="0" i="0" u="none" strike="noStrike" kern="0" cap="none" spc="0" baseline="0">
                  <a:solidFill>
                    <a:srgbClr val="000000"/>
                  </a:solidFill>
                  <a:uFillTx/>
                  <a:latin typeface="Calibri" pitchFamily="34"/>
                  <a:cs typeface="Calibri" pitchFamily="34"/>
                </a:rPr>
                <a:t> and click on</a:t>
              </a:r>
              <a:br>
                <a:rPr lang="en-GB" sz="1200" b="0" i="0" u="none" strike="noStrike" kern="0" cap="none" spc="0" baseline="0">
                  <a:solidFill>
                    <a:srgbClr val="000000"/>
                  </a:solidFill>
                  <a:uFillTx/>
                  <a:latin typeface="Calibri" pitchFamily="34"/>
                  <a:cs typeface="Calibri" pitchFamily="34"/>
                </a:rPr>
              </a:br>
              <a:r>
                <a:rPr lang="en-GB" sz="1200" b="0" i="0" u="none" strike="noStrike" kern="0" cap="none" spc="0" baseline="0">
                  <a:solidFill>
                    <a:srgbClr val="000000"/>
                  </a:solidFill>
                  <a:uFillTx/>
                  <a:latin typeface="Calibri" pitchFamily="34"/>
                  <a:cs typeface="Calibri" pitchFamily="34"/>
                </a:rPr>
                <a:t>the button </a:t>
              </a:r>
              <a:r>
                <a:rPr lang="en-GB" sz="1200" b="1" i="0" u="none" strike="noStrike" kern="0" cap="none" spc="0" baseline="0">
                  <a:solidFill>
                    <a:srgbClr val="000000"/>
                  </a:solidFill>
                  <a:uFillTx/>
                  <a:latin typeface="Calibri" pitchFamily="34"/>
                  <a:cs typeface="Calibri" pitchFamily="34"/>
                </a:rPr>
                <a:t>‘Crop’</a:t>
              </a:r>
              <a:r>
                <a:rPr lang="en-GB" sz="1200" b="0" i="0" u="none" strike="noStrike" kern="0" cap="none" spc="0" baseline="0">
                  <a:solidFill>
                    <a:srgbClr val="000000"/>
                  </a:solidFill>
                  <a:uFillTx/>
                  <a:latin typeface="Calibri" pitchFamily="34"/>
                  <a:cs typeface="Calibri" pitchFamily="34"/>
                </a:rPr>
                <a:t>. Scale the image itself with</a:t>
              </a:r>
              <a:br>
                <a:rPr lang="en-GB" sz="1200" b="0" i="0" u="none" strike="noStrike" kern="0" cap="none" spc="0" baseline="0">
                  <a:solidFill>
                    <a:srgbClr val="000000"/>
                  </a:solidFill>
                  <a:uFillTx/>
                  <a:latin typeface="Calibri" pitchFamily="34"/>
                  <a:cs typeface="Calibri" pitchFamily="34"/>
                </a:rPr>
              </a:br>
              <a:r>
                <a:rPr lang="en-GB" sz="1200" b="0" i="0" u="none" strike="noStrike" kern="0" cap="none" spc="0" baseline="0">
                  <a:solidFill>
                    <a:srgbClr val="000000"/>
                  </a:solidFill>
                  <a:uFillTx/>
                  <a:latin typeface="Calibri" pitchFamily="34"/>
                  <a:cs typeface="Calibri" pitchFamily="34"/>
                </a:rPr>
                <a:t>the spheres and scale the image frame with the brackets.</a:t>
              </a:r>
            </a:p>
          </p:txBody>
        </p:sp>
        <p:grpSp>
          <p:nvGrpSpPr>
            <p:cNvPr id="12" name="Groep 17">
              <a:extLst>
                <a:ext uri="{FF2B5EF4-FFF2-40B4-BE49-F238E27FC236}">
                  <a16:creationId xmlns:a16="http://schemas.microsoft.com/office/drawing/2014/main" id="{62948225-3EDA-D3E8-7160-C2F1C2AE2DFC}"/>
                </a:ext>
              </a:extLst>
            </p:cNvPr>
            <p:cNvGrpSpPr/>
            <p:nvPr/>
          </p:nvGrpSpPr>
          <p:grpSpPr>
            <a:xfrm>
              <a:off x="-3414451" y="3534338"/>
              <a:ext cx="514285" cy="506541"/>
              <a:chOff x="-3414451" y="3534338"/>
              <a:chExt cx="514285" cy="506541"/>
            </a:xfrm>
          </p:grpSpPr>
          <p:grpSp>
            <p:nvGrpSpPr>
              <p:cNvPr id="13" name="Groep 35">
                <a:extLst>
                  <a:ext uri="{FF2B5EF4-FFF2-40B4-BE49-F238E27FC236}">
                    <a16:creationId xmlns:a16="http://schemas.microsoft.com/office/drawing/2014/main" id="{BEBC0414-1BC6-EDDC-312D-289C5C43B20F}"/>
                  </a:ext>
                </a:extLst>
              </p:cNvPr>
              <p:cNvGrpSpPr/>
              <p:nvPr/>
            </p:nvGrpSpPr>
            <p:grpSpPr>
              <a:xfrm>
                <a:off x="-3309341" y="3534338"/>
                <a:ext cx="319079" cy="306324"/>
                <a:chOff x="-3309341" y="3534338"/>
                <a:chExt cx="319079" cy="306324"/>
              </a:xfrm>
            </p:grpSpPr>
            <p:grpSp>
              <p:nvGrpSpPr>
                <p:cNvPr id="14" name="Groep 38">
                  <a:extLst>
                    <a:ext uri="{FF2B5EF4-FFF2-40B4-BE49-F238E27FC236}">
                      <a16:creationId xmlns:a16="http://schemas.microsoft.com/office/drawing/2014/main" id="{593070CA-2B45-9B57-463B-CFE296E8F2F4}"/>
                    </a:ext>
                  </a:extLst>
                </p:cNvPr>
                <p:cNvGrpSpPr/>
                <p:nvPr/>
              </p:nvGrpSpPr>
              <p:grpSpPr>
                <a:xfrm>
                  <a:off x="-3309341" y="3534338"/>
                  <a:ext cx="282064" cy="270561"/>
                  <a:chOff x="-3309341" y="3534338"/>
                  <a:chExt cx="282064" cy="270561"/>
                </a:xfrm>
              </p:grpSpPr>
              <p:grpSp>
                <p:nvGrpSpPr>
                  <p:cNvPr id="15" name="Groep 45">
                    <a:extLst>
                      <a:ext uri="{FF2B5EF4-FFF2-40B4-BE49-F238E27FC236}">
                        <a16:creationId xmlns:a16="http://schemas.microsoft.com/office/drawing/2014/main" id="{DCFE2E90-9156-81AE-225D-E1EA88C719FD}"/>
                      </a:ext>
                    </a:extLst>
                  </p:cNvPr>
                  <p:cNvGrpSpPr/>
                  <p:nvPr/>
                </p:nvGrpSpPr>
                <p:grpSpPr>
                  <a:xfrm>
                    <a:off x="-3309341" y="3534338"/>
                    <a:ext cx="282064" cy="270561"/>
                    <a:chOff x="-3309341" y="3534338"/>
                    <a:chExt cx="282064" cy="270561"/>
                  </a:xfrm>
                </p:grpSpPr>
                <p:sp>
                  <p:nvSpPr>
                    <p:cNvPr id="16" name="Rechthoek 48">
                      <a:extLst>
                        <a:ext uri="{FF2B5EF4-FFF2-40B4-BE49-F238E27FC236}">
                          <a16:creationId xmlns:a16="http://schemas.microsoft.com/office/drawing/2014/main" id="{97D0DD92-F7B0-16A1-EFBC-411A1F50B862}"/>
                        </a:ext>
                      </a:extLst>
                    </p:cNvPr>
                    <p:cNvSpPr/>
                    <p:nvPr/>
                  </p:nvSpPr>
                  <p:spPr>
                    <a:xfrm>
                      <a:off x="-3309341" y="3534338"/>
                      <a:ext cx="282064" cy="270561"/>
                    </a:xfrm>
                    <a:prstGeom prst="rect">
                      <a:avLst/>
                    </a:prstGeom>
                    <a:noFill/>
                    <a:ln w="12701" cap="flat">
                      <a:solidFill>
                        <a:srgbClr val="818181"/>
                      </a:solidFill>
                      <a:custDash>
                        <a:ds d="300000" sp="300000"/>
                      </a:custDash>
                      <a:miter/>
                    </a:ln>
                  </p:spPr>
                  <p:txBody>
                    <a:bodyPr vert="horz" wrap="square" lIns="107999"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800" b="0" i="0" u="none" strike="noStrike" kern="1200" cap="none" spc="0" baseline="0">
                        <a:solidFill>
                          <a:srgbClr val="211F26"/>
                        </a:solidFill>
                        <a:uFillTx/>
                        <a:latin typeface="Calibri" pitchFamily="34"/>
                        <a:cs typeface="Calibri" pitchFamily="34"/>
                      </a:endParaRPr>
                    </a:p>
                  </p:txBody>
                </p:sp>
                <p:sp>
                  <p:nvSpPr>
                    <p:cNvPr id="17" name="Rechthoek 49">
                      <a:extLst>
                        <a:ext uri="{FF2B5EF4-FFF2-40B4-BE49-F238E27FC236}">
                          <a16:creationId xmlns:a16="http://schemas.microsoft.com/office/drawing/2014/main" id="{6484BD16-4490-971D-CB58-77BB89E5C1C8}"/>
                        </a:ext>
                      </a:extLst>
                    </p:cNvPr>
                    <p:cNvSpPr/>
                    <p:nvPr/>
                  </p:nvSpPr>
                  <p:spPr>
                    <a:xfrm>
                      <a:off x="-3309341" y="3534338"/>
                      <a:ext cx="166237" cy="163814"/>
                    </a:xfrm>
                    <a:prstGeom prst="rect">
                      <a:avLst/>
                    </a:prstGeom>
                    <a:solidFill>
                      <a:srgbClr val="FFFFFF"/>
                    </a:solidFill>
                    <a:ln w="12701" cap="flat">
                      <a:solidFill>
                        <a:srgbClr val="818181"/>
                      </a:solidFill>
                      <a:prstDash val="solid"/>
                      <a:miter/>
                    </a:ln>
                  </p:spPr>
                  <p:txBody>
                    <a:bodyPr vert="horz" wrap="square" lIns="107999"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800" b="0" i="0" u="none" strike="noStrike" kern="1200" cap="none" spc="0" baseline="0">
                        <a:solidFill>
                          <a:srgbClr val="211F26"/>
                        </a:solidFill>
                        <a:uFillTx/>
                        <a:latin typeface="Calibri" pitchFamily="34"/>
                        <a:cs typeface="Calibri" pitchFamily="34"/>
                      </a:endParaRPr>
                    </a:p>
                  </p:txBody>
                </p:sp>
                <p:sp>
                  <p:nvSpPr>
                    <p:cNvPr id="18" name="Ovaal 50">
                      <a:extLst>
                        <a:ext uri="{FF2B5EF4-FFF2-40B4-BE49-F238E27FC236}">
                          <a16:creationId xmlns:a16="http://schemas.microsoft.com/office/drawing/2014/main" id="{4D443FA0-BE10-8475-5265-81AE49EE4AC0}"/>
                        </a:ext>
                      </a:extLst>
                    </p:cNvPr>
                    <p:cNvSpPr/>
                    <p:nvPr/>
                  </p:nvSpPr>
                  <p:spPr>
                    <a:xfrm>
                      <a:off x="-3208071" y="3555031"/>
                      <a:ext cx="45866" cy="45866"/>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ECC679"/>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pic>
                <p:nvPicPr>
                  <p:cNvPr id="19" name="Afbeelding 46">
                    <a:extLst>
                      <a:ext uri="{FF2B5EF4-FFF2-40B4-BE49-F238E27FC236}">
                        <a16:creationId xmlns:a16="http://schemas.microsoft.com/office/drawing/2014/main" id="{625C4EA6-EBFF-FAA8-2F76-E37E28A1D368}"/>
                      </a:ext>
                    </a:extLst>
                  </p:cNvPr>
                  <p:cNvPicPr>
                    <a:picLocks noChangeAspect="1"/>
                  </p:cNvPicPr>
                  <p:nvPr/>
                </p:nvPicPr>
                <p:blipFill>
                  <a:blip r:embed="rId2"/>
                  <a:stretch>
                    <a:fillRect/>
                  </a:stretch>
                </p:blipFill>
                <p:spPr>
                  <a:xfrm>
                    <a:off x="-3301468" y="3600980"/>
                    <a:ext cx="110157" cy="89099"/>
                  </a:xfrm>
                  <a:prstGeom prst="rect">
                    <a:avLst/>
                  </a:prstGeom>
                  <a:noFill/>
                  <a:ln>
                    <a:noFill/>
                  </a:ln>
                </p:spPr>
              </p:pic>
              <p:pic>
                <p:nvPicPr>
                  <p:cNvPr id="20" name="Afbeelding 47">
                    <a:extLst>
                      <a:ext uri="{FF2B5EF4-FFF2-40B4-BE49-F238E27FC236}">
                        <a16:creationId xmlns:a16="http://schemas.microsoft.com/office/drawing/2014/main" id="{2A721360-76D2-E519-B4AB-46B2FFD76254}"/>
                      </a:ext>
                    </a:extLst>
                  </p:cNvPr>
                  <p:cNvPicPr>
                    <a:picLocks noChangeAspect="1"/>
                  </p:cNvPicPr>
                  <p:nvPr/>
                </p:nvPicPr>
                <p:blipFill>
                  <a:blip r:embed="rId2"/>
                  <a:stretch>
                    <a:fillRect/>
                  </a:stretch>
                </p:blipFill>
                <p:spPr>
                  <a:xfrm flipH="1">
                    <a:off x="-3258071" y="3616406"/>
                    <a:ext cx="110157" cy="70801"/>
                  </a:xfrm>
                  <a:prstGeom prst="rect">
                    <a:avLst/>
                  </a:prstGeom>
                  <a:noFill/>
                  <a:ln>
                    <a:noFill/>
                  </a:ln>
                </p:spPr>
              </p:pic>
            </p:grpSp>
            <p:grpSp>
              <p:nvGrpSpPr>
                <p:cNvPr id="21" name="Groep 39">
                  <a:extLst>
                    <a:ext uri="{FF2B5EF4-FFF2-40B4-BE49-F238E27FC236}">
                      <a16:creationId xmlns:a16="http://schemas.microsoft.com/office/drawing/2014/main" id="{280F6B94-85A9-68E2-56E4-310534A6FB28}"/>
                    </a:ext>
                  </a:extLst>
                </p:cNvPr>
                <p:cNvGrpSpPr/>
                <p:nvPr/>
              </p:nvGrpSpPr>
              <p:grpSpPr>
                <a:xfrm>
                  <a:off x="-3089858" y="3740627"/>
                  <a:ext cx="99596" cy="100035"/>
                  <a:chOff x="-3089858" y="3740627"/>
                  <a:chExt cx="99596" cy="100035"/>
                </a:xfrm>
              </p:grpSpPr>
              <p:sp>
                <p:nvSpPr>
                  <p:cNvPr id="22" name="Rechthoek 43">
                    <a:extLst>
                      <a:ext uri="{FF2B5EF4-FFF2-40B4-BE49-F238E27FC236}">
                        <a16:creationId xmlns:a16="http://schemas.microsoft.com/office/drawing/2014/main" id="{18FE6A8C-CF04-0831-5BA0-C79D92AB44F5}"/>
                      </a:ext>
                    </a:extLst>
                  </p:cNvPr>
                  <p:cNvSpPr/>
                  <p:nvPr/>
                </p:nvSpPr>
                <p:spPr>
                  <a:xfrm>
                    <a:off x="-3089858" y="3740627"/>
                    <a:ext cx="99596" cy="19385"/>
                  </a:xfrm>
                  <a:prstGeom prst="rect">
                    <a:avLst/>
                  </a:prstGeom>
                  <a:solidFill>
                    <a:srgbClr val="81818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23" name="Rechthoek 44">
                    <a:extLst>
                      <a:ext uri="{FF2B5EF4-FFF2-40B4-BE49-F238E27FC236}">
                        <a16:creationId xmlns:a16="http://schemas.microsoft.com/office/drawing/2014/main" id="{8CF8AF37-5D08-6BA9-613B-B5D28FD8444F}"/>
                      </a:ext>
                    </a:extLst>
                  </p:cNvPr>
                  <p:cNvSpPr/>
                  <p:nvPr/>
                </p:nvSpPr>
                <p:spPr>
                  <a:xfrm rot="5400013">
                    <a:off x="-3129955" y="3781171"/>
                    <a:ext cx="99596" cy="19385"/>
                  </a:xfrm>
                  <a:prstGeom prst="rect">
                    <a:avLst/>
                  </a:prstGeom>
                  <a:solidFill>
                    <a:srgbClr val="81818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grpSp>
              <p:nvGrpSpPr>
                <p:cNvPr id="24" name="Groep 40">
                  <a:extLst>
                    <a:ext uri="{FF2B5EF4-FFF2-40B4-BE49-F238E27FC236}">
                      <a16:creationId xmlns:a16="http://schemas.microsoft.com/office/drawing/2014/main" id="{28BA9ECE-9513-F858-81EC-CCCA7FE150C4}"/>
                    </a:ext>
                  </a:extLst>
                </p:cNvPr>
                <p:cNvGrpSpPr/>
                <p:nvPr/>
              </p:nvGrpSpPr>
              <p:grpSpPr>
                <a:xfrm>
                  <a:off x="-3118615" y="3713562"/>
                  <a:ext cx="99596" cy="100033"/>
                  <a:chOff x="-3118615" y="3713562"/>
                  <a:chExt cx="99596" cy="100033"/>
                </a:xfrm>
              </p:grpSpPr>
              <p:sp>
                <p:nvSpPr>
                  <p:cNvPr id="25" name="Rechthoek 41">
                    <a:extLst>
                      <a:ext uri="{FF2B5EF4-FFF2-40B4-BE49-F238E27FC236}">
                        <a16:creationId xmlns:a16="http://schemas.microsoft.com/office/drawing/2014/main" id="{2073E3FF-18EA-4D5E-3FFE-CFDF533423AD}"/>
                      </a:ext>
                    </a:extLst>
                  </p:cNvPr>
                  <p:cNvSpPr/>
                  <p:nvPr/>
                </p:nvSpPr>
                <p:spPr>
                  <a:xfrm rot="10799991">
                    <a:off x="-3118615" y="3794210"/>
                    <a:ext cx="99596" cy="19385"/>
                  </a:xfrm>
                  <a:prstGeom prst="rect">
                    <a:avLst/>
                  </a:prstGeom>
                  <a:solidFill>
                    <a:srgbClr val="81818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26" name="Rechthoek 42">
                    <a:extLst>
                      <a:ext uri="{FF2B5EF4-FFF2-40B4-BE49-F238E27FC236}">
                        <a16:creationId xmlns:a16="http://schemas.microsoft.com/office/drawing/2014/main" id="{D93A3551-7021-9893-A2AB-A68E744E372E}"/>
                      </a:ext>
                    </a:extLst>
                  </p:cNvPr>
                  <p:cNvSpPr/>
                  <p:nvPr/>
                </p:nvSpPr>
                <p:spPr>
                  <a:xfrm rot="16200004">
                    <a:off x="-3078509" y="3753667"/>
                    <a:ext cx="99596" cy="19385"/>
                  </a:xfrm>
                  <a:prstGeom prst="rect">
                    <a:avLst/>
                  </a:prstGeom>
                  <a:solidFill>
                    <a:srgbClr val="81818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grpSp>
          <p:sp>
            <p:nvSpPr>
              <p:cNvPr id="27" name="Rechthoek 36">
                <a:extLst>
                  <a:ext uri="{FF2B5EF4-FFF2-40B4-BE49-F238E27FC236}">
                    <a16:creationId xmlns:a16="http://schemas.microsoft.com/office/drawing/2014/main" id="{E6716D49-A5F1-E3A9-08B2-AB6C934E5B0E}"/>
                  </a:ext>
                </a:extLst>
              </p:cNvPr>
              <p:cNvSpPr/>
              <p:nvPr/>
            </p:nvSpPr>
            <p:spPr>
              <a:xfrm>
                <a:off x="-3414451" y="3866732"/>
                <a:ext cx="514285" cy="110084"/>
              </a:xfrm>
              <a:prstGeom prst="rect">
                <a:avLst/>
              </a:prstGeom>
              <a:noFill/>
              <a:ln>
                <a:noFill/>
                <a:prstDash val="solid"/>
              </a:ln>
            </p:spPr>
            <p:txBody>
              <a:bodyPr vert="horz" wrap="square" lIns="0" tIns="0" rIns="0" bIns="0"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900" b="0" i="0" u="none" strike="noStrike" kern="1200" cap="none" spc="0" baseline="0">
                    <a:solidFill>
                      <a:srgbClr val="211F26"/>
                    </a:solidFill>
                    <a:uFillTx/>
                    <a:latin typeface="Calibri" pitchFamily="34"/>
                    <a:cs typeface="Calibri" pitchFamily="34"/>
                  </a:rPr>
                  <a:t>Crop</a:t>
                </a:r>
              </a:p>
            </p:txBody>
          </p:sp>
          <p:sp>
            <p:nvSpPr>
              <p:cNvPr id="28" name="Gelijkbenige driehoek 37">
                <a:extLst>
                  <a:ext uri="{FF2B5EF4-FFF2-40B4-BE49-F238E27FC236}">
                    <a16:creationId xmlns:a16="http://schemas.microsoft.com/office/drawing/2014/main" id="{7F19C25D-0EF9-E21D-552D-5F31477F32C7}"/>
                  </a:ext>
                </a:extLst>
              </p:cNvPr>
              <p:cNvSpPr/>
              <p:nvPr/>
            </p:nvSpPr>
            <p:spPr>
              <a:xfrm rot="10799991">
                <a:off x="-3186985" y="4005949"/>
                <a:ext cx="59335" cy="34930"/>
              </a:xfrm>
              <a:custGeom>
                <a:avLst>
                  <a:gd name="f8" fmla="val 50000"/>
                </a:avLst>
                <a:gdLst>
                  <a:gd name="f1" fmla="val 10800000"/>
                  <a:gd name="f2" fmla="val 5400000"/>
                  <a:gd name="f3" fmla="val 180"/>
                  <a:gd name="f4" fmla="val w"/>
                  <a:gd name="f5" fmla="val h"/>
                  <a:gd name="f6" fmla="val ss"/>
                  <a:gd name="f7" fmla="val 0"/>
                  <a:gd name="f8" fmla="val 50000"/>
                  <a:gd name="f9" fmla="+- 0 0 -360"/>
                  <a:gd name="f10" fmla="+- 0 0 -270"/>
                  <a:gd name="f11" fmla="+- 0 0 -180"/>
                  <a:gd name="f12" fmla="+- 0 0 -90"/>
                  <a:gd name="f13" fmla="abs f4"/>
                  <a:gd name="f14" fmla="abs f5"/>
                  <a:gd name="f15" fmla="abs f6"/>
                  <a:gd name="f16" fmla="val f7"/>
                  <a:gd name="f17" fmla="val f8"/>
                  <a:gd name="f18" fmla="*/ f9 f1 1"/>
                  <a:gd name="f19" fmla="*/ f10 f1 1"/>
                  <a:gd name="f20" fmla="*/ f11 f1 1"/>
                  <a:gd name="f21" fmla="*/ f12 f1 1"/>
                  <a:gd name="f22" fmla="?: f13 f4 1"/>
                  <a:gd name="f23" fmla="?: f14 f5 1"/>
                  <a:gd name="f24" fmla="?: f15 f6 1"/>
                  <a:gd name="f25" fmla="*/ f18 1 f3"/>
                  <a:gd name="f26" fmla="*/ f19 1 f3"/>
                  <a:gd name="f27" fmla="*/ f20 1 f3"/>
                  <a:gd name="f28" fmla="*/ f21 1 f3"/>
                  <a:gd name="f29" fmla="*/ f22 1 21600"/>
                  <a:gd name="f30" fmla="*/ f23 1 21600"/>
                  <a:gd name="f31" fmla="*/ 21600 f22 1"/>
                  <a:gd name="f32" fmla="*/ 21600 f23 1"/>
                  <a:gd name="f33" fmla="+- f25 0 f2"/>
                  <a:gd name="f34" fmla="+- f26 0 f2"/>
                  <a:gd name="f35" fmla="+- f27 0 f2"/>
                  <a:gd name="f36" fmla="+- f28 0 f2"/>
                  <a:gd name="f37" fmla="min f30 f29"/>
                  <a:gd name="f38" fmla="*/ f31 1 f24"/>
                  <a:gd name="f39" fmla="*/ f32 1 f24"/>
                  <a:gd name="f40" fmla="val f38"/>
                  <a:gd name="f41" fmla="val f39"/>
                  <a:gd name="f42" fmla="*/ f16 f37 1"/>
                  <a:gd name="f43" fmla="+- f41 0 f16"/>
                  <a:gd name="f44" fmla="+- f40 0 f16"/>
                  <a:gd name="f45" fmla="*/ f41 f37 1"/>
                  <a:gd name="f46" fmla="*/ f40 f37 1"/>
                  <a:gd name="f47" fmla="*/ f43 1 2"/>
                  <a:gd name="f48" fmla="*/ f44 1 2"/>
                  <a:gd name="f49" fmla="*/ f44 f17 1"/>
                  <a:gd name="f50" fmla="+- f16 f47 0"/>
                  <a:gd name="f51" fmla="*/ f49 1 200000"/>
                  <a:gd name="f52" fmla="*/ f49 1 100000"/>
                  <a:gd name="f53" fmla="+- f51 f48 0"/>
                  <a:gd name="f54" fmla="*/ f51 f37 1"/>
                  <a:gd name="f55" fmla="*/ f50 f37 1"/>
                  <a:gd name="f56" fmla="*/ f52 f37 1"/>
                  <a:gd name="f57" fmla="*/ f53 f37 1"/>
                </a:gdLst>
                <a:ahLst/>
                <a:cxnLst>
                  <a:cxn ang="3cd4">
                    <a:pos x="hc" y="t"/>
                  </a:cxn>
                  <a:cxn ang="0">
                    <a:pos x="r" y="vc"/>
                  </a:cxn>
                  <a:cxn ang="cd4">
                    <a:pos x="hc" y="b"/>
                  </a:cxn>
                  <a:cxn ang="cd2">
                    <a:pos x="l" y="vc"/>
                  </a:cxn>
                  <a:cxn ang="f33">
                    <a:pos x="f56" y="f42"/>
                  </a:cxn>
                  <a:cxn ang="f34">
                    <a:pos x="f54" y="f55"/>
                  </a:cxn>
                  <a:cxn ang="f35">
                    <a:pos x="f42" y="f45"/>
                  </a:cxn>
                  <a:cxn ang="f35">
                    <a:pos x="f56" y="f45"/>
                  </a:cxn>
                  <a:cxn ang="f35">
                    <a:pos x="f46" y="f45"/>
                  </a:cxn>
                  <a:cxn ang="f36">
                    <a:pos x="f57" y="f55"/>
                  </a:cxn>
                </a:cxnLst>
                <a:rect l="f54" t="f55" r="f57" b="f45"/>
                <a:pathLst>
                  <a:path>
                    <a:moveTo>
                      <a:pt x="f42" y="f45"/>
                    </a:moveTo>
                    <a:lnTo>
                      <a:pt x="f56" y="f42"/>
                    </a:lnTo>
                    <a:lnTo>
                      <a:pt x="f46" y="f45"/>
                    </a:lnTo>
                    <a:close/>
                  </a:path>
                </a:pathLst>
              </a:custGeom>
              <a:solidFill>
                <a:srgbClr val="81818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grpSp>
          <p:nvGrpSpPr>
            <p:cNvPr id="29" name="ICOON_info">
              <a:extLst>
                <a:ext uri="{FF2B5EF4-FFF2-40B4-BE49-F238E27FC236}">
                  <a16:creationId xmlns:a16="http://schemas.microsoft.com/office/drawing/2014/main" id="{6B86166C-5E23-A69D-3051-ED3F431AAD2E}"/>
                </a:ext>
              </a:extLst>
            </p:cNvPr>
            <p:cNvGrpSpPr/>
            <p:nvPr/>
          </p:nvGrpSpPr>
          <p:grpSpPr>
            <a:xfrm>
              <a:off x="-376732" y="4055592"/>
              <a:ext cx="283683" cy="283683"/>
              <a:chOff x="-376732" y="4055592"/>
              <a:chExt cx="283683" cy="283683"/>
            </a:xfrm>
          </p:grpSpPr>
          <p:sp>
            <p:nvSpPr>
              <p:cNvPr id="30" name="Ovaal 33">
                <a:extLst>
                  <a:ext uri="{FF2B5EF4-FFF2-40B4-BE49-F238E27FC236}">
                    <a16:creationId xmlns:a16="http://schemas.microsoft.com/office/drawing/2014/main" id="{5C07634D-4ACC-C982-49F8-726D67732605}"/>
                  </a:ext>
                </a:extLst>
              </p:cNvPr>
              <p:cNvSpPr/>
              <p:nvPr/>
            </p:nvSpPr>
            <p:spPr>
              <a:xfrm>
                <a:off x="-356707" y="4075060"/>
                <a:ext cx="244748" cy="244748"/>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211F26"/>
              </a:solidFill>
              <a:ln>
                <a:noFill/>
                <a:prstDash val="solid"/>
              </a:ln>
            </p:spPr>
            <p:txBody>
              <a:bodyPr vert="horz" wrap="square" lIns="179999" tIns="179999" rIns="179999" bIns="179999"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1600" b="0" i="0" u="none" strike="noStrike" kern="1200" cap="all" spc="0" baseline="0">
                  <a:solidFill>
                    <a:srgbClr val="FFFFFF"/>
                  </a:solidFill>
                  <a:uFillTx/>
                  <a:latin typeface="Calibri" pitchFamily="34"/>
                  <a:cs typeface="Calibri" pitchFamily="34"/>
                </a:endParaRPr>
              </a:p>
            </p:txBody>
          </p:sp>
          <p:sp>
            <p:nvSpPr>
              <p:cNvPr id="31" name="Graphic 163" descr="Informatie">
                <a:extLst>
                  <a:ext uri="{FF2B5EF4-FFF2-40B4-BE49-F238E27FC236}">
                    <a16:creationId xmlns:a16="http://schemas.microsoft.com/office/drawing/2014/main" id="{009A7AE4-F8D2-D441-90FB-4F6CC72C49BD}"/>
                  </a:ext>
                </a:extLst>
              </p:cNvPr>
              <p:cNvSpPr/>
              <p:nvPr/>
            </p:nvSpPr>
            <p:spPr>
              <a:xfrm>
                <a:off x="-376732" y="4055592"/>
                <a:ext cx="283683" cy="283683"/>
              </a:xfrm>
              <a:custGeom>
                <a:avLst/>
                <a:gdLst>
                  <a:gd name="f0" fmla="val 10800000"/>
                  <a:gd name="f1" fmla="val 5400000"/>
                  <a:gd name="f2" fmla="val 180"/>
                  <a:gd name="f3" fmla="val w"/>
                  <a:gd name="f4" fmla="val h"/>
                  <a:gd name="f5" fmla="val 0"/>
                  <a:gd name="f6" fmla="val 291719"/>
                  <a:gd name="f7" fmla="val 145860"/>
                  <a:gd name="f8" fmla="val 65253"/>
                  <a:gd name="f9" fmla="val 226467"/>
                  <a:gd name="f10" fmla="val 291720"/>
                  <a:gd name="f11" fmla="val 138183"/>
                  <a:gd name="f12" fmla="val 38384"/>
                  <a:gd name="f13" fmla="val 148931"/>
                  <a:gd name="f14" fmla="val 157375"/>
                  <a:gd name="f15" fmla="val 46829"/>
                  <a:gd name="f16" fmla="val 57576"/>
                  <a:gd name="f17" fmla="val 68324"/>
                  <a:gd name="f18" fmla="val 76768"/>
                  <a:gd name="f19" fmla="val 127435"/>
                  <a:gd name="f20" fmla="val 118991"/>
                  <a:gd name="f21" fmla="val 184244"/>
                  <a:gd name="f22" fmla="val 253336"/>
                  <a:gd name="f23" fmla="val 107476"/>
                  <a:gd name="f24" fmla="val 230305"/>
                  <a:gd name="f25" fmla="val 134345"/>
                  <a:gd name="f26" fmla="val 115153"/>
                  <a:gd name="f27" fmla="val 111314"/>
                  <a:gd name="f28" fmla="val 92122"/>
                  <a:gd name="f29" fmla="+- 0 0 -90"/>
                  <a:gd name="f30" fmla="*/ f3 1 291719"/>
                  <a:gd name="f31" fmla="*/ f4 1 291719"/>
                  <a:gd name="f32" fmla="val f5"/>
                  <a:gd name="f33" fmla="val f6"/>
                  <a:gd name="f34" fmla="*/ f29 f0 1"/>
                  <a:gd name="f35" fmla="+- f33 0 f32"/>
                  <a:gd name="f36" fmla="*/ f34 1 f2"/>
                  <a:gd name="f37" fmla="*/ f35 1 291719"/>
                  <a:gd name="f38" fmla="*/ 145860 f35 1"/>
                  <a:gd name="f39" fmla="*/ 0 f35 1"/>
                  <a:gd name="f40" fmla="*/ 291720 f35 1"/>
                  <a:gd name="f41" fmla="*/ 138183 f35 1"/>
                  <a:gd name="f42" fmla="*/ 38384 f35 1"/>
                  <a:gd name="f43" fmla="*/ 157375 f35 1"/>
                  <a:gd name="f44" fmla="*/ 57576 f35 1"/>
                  <a:gd name="f45" fmla="*/ 76768 f35 1"/>
                  <a:gd name="f46" fmla="*/ 118991 f35 1"/>
                  <a:gd name="f47" fmla="*/ 184244 f35 1"/>
                  <a:gd name="f48" fmla="*/ 253336 f35 1"/>
                  <a:gd name="f49" fmla="*/ 107476 f35 1"/>
                  <a:gd name="f50" fmla="*/ 230305 f35 1"/>
                  <a:gd name="f51" fmla="*/ 134345 f35 1"/>
                  <a:gd name="f52" fmla="*/ 115153 f35 1"/>
                  <a:gd name="f53" fmla="*/ 111314 f35 1"/>
                  <a:gd name="f54" fmla="*/ 92122 f35 1"/>
                  <a:gd name="f55" fmla="+- f36 0 f1"/>
                  <a:gd name="f56" fmla="*/ f38 1 291719"/>
                  <a:gd name="f57" fmla="*/ f39 1 291719"/>
                  <a:gd name="f58" fmla="*/ f40 1 291719"/>
                  <a:gd name="f59" fmla="*/ f41 1 291719"/>
                  <a:gd name="f60" fmla="*/ f42 1 291719"/>
                  <a:gd name="f61" fmla="*/ f43 1 291719"/>
                  <a:gd name="f62" fmla="*/ f44 1 291719"/>
                  <a:gd name="f63" fmla="*/ f45 1 291719"/>
                  <a:gd name="f64" fmla="*/ f46 1 291719"/>
                  <a:gd name="f65" fmla="*/ f47 1 291719"/>
                  <a:gd name="f66" fmla="*/ f48 1 291719"/>
                  <a:gd name="f67" fmla="*/ f49 1 291719"/>
                  <a:gd name="f68" fmla="*/ f50 1 291719"/>
                  <a:gd name="f69" fmla="*/ f51 1 291719"/>
                  <a:gd name="f70" fmla="*/ f52 1 291719"/>
                  <a:gd name="f71" fmla="*/ f53 1 291719"/>
                  <a:gd name="f72" fmla="*/ f54 1 291719"/>
                  <a:gd name="f73" fmla="*/ f32 1 f37"/>
                  <a:gd name="f74" fmla="*/ f33 1 f37"/>
                  <a:gd name="f75" fmla="*/ f56 1 f37"/>
                  <a:gd name="f76" fmla="*/ f57 1 f37"/>
                  <a:gd name="f77" fmla="*/ f58 1 f37"/>
                  <a:gd name="f78" fmla="*/ f59 1 f37"/>
                  <a:gd name="f79" fmla="*/ f60 1 f37"/>
                  <a:gd name="f80" fmla="*/ f61 1 f37"/>
                  <a:gd name="f81" fmla="*/ f62 1 f37"/>
                  <a:gd name="f82" fmla="*/ f63 1 f37"/>
                  <a:gd name="f83" fmla="*/ f64 1 f37"/>
                  <a:gd name="f84" fmla="*/ f65 1 f37"/>
                  <a:gd name="f85" fmla="*/ f66 1 f37"/>
                  <a:gd name="f86" fmla="*/ f67 1 f37"/>
                  <a:gd name="f87" fmla="*/ f68 1 f37"/>
                  <a:gd name="f88" fmla="*/ f69 1 f37"/>
                  <a:gd name="f89" fmla="*/ f70 1 f37"/>
                  <a:gd name="f90" fmla="*/ f71 1 f37"/>
                  <a:gd name="f91" fmla="*/ f72 1 f37"/>
                  <a:gd name="f92" fmla="*/ f73 f30 1"/>
                  <a:gd name="f93" fmla="*/ f74 f30 1"/>
                  <a:gd name="f94" fmla="*/ f74 f31 1"/>
                  <a:gd name="f95" fmla="*/ f73 f31 1"/>
                  <a:gd name="f96" fmla="*/ f75 f30 1"/>
                  <a:gd name="f97" fmla="*/ f76 f31 1"/>
                  <a:gd name="f98" fmla="*/ f76 f30 1"/>
                  <a:gd name="f99" fmla="*/ f75 f31 1"/>
                  <a:gd name="f100" fmla="*/ f77 f31 1"/>
                  <a:gd name="f101" fmla="*/ f77 f30 1"/>
                  <a:gd name="f102" fmla="*/ f78 f30 1"/>
                  <a:gd name="f103" fmla="*/ f79 f31 1"/>
                  <a:gd name="f104" fmla="*/ f80 f30 1"/>
                  <a:gd name="f105" fmla="*/ f81 f31 1"/>
                  <a:gd name="f106" fmla="*/ f82 f31 1"/>
                  <a:gd name="f107" fmla="*/ f83 f30 1"/>
                  <a:gd name="f108" fmla="*/ f84 f30 1"/>
                  <a:gd name="f109" fmla="*/ f85 f31 1"/>
                  <a:gd name="f110" fmla="*/ f86 f30 1"/>
                  <a:gd name="f111" fmla="*/ f87 f31 1"/>
                  <a:gd name="f112" fmla="*/ f88 f30 1"/>
                  <a:gd name="f113" fmla="*/ f89 f31 1"/>
                  <a:gd name="f114" fmla="*/ f90 f30 1"/>
                  <a:gd name="f115" fmla="*/ f91 f31 1"/>
                </a:gdLst>
                <a:ahLst/>
                <a:cxnLst>
                  <a:cxn ang="3cd4">
                    <a:pos x="hc" y="t"/>
                  </a:cxn>
                  <a:cxn ang="0">
                    <a:pos x="r" y="vc"/>
                  </a:cxn>
                  <a:cxn ang="cd4">
                    <a:pos x="hc" y="b"/>
                  </a:cxn>
                  <a:cxn ang="cd2">
                    <a:pos x="l" y="vc"/>
                  </a:cxn>
                  <a:cxn ang="f55">
                    <a:pos x="f96" y="f97"/>
                  </a:cxn>
                  <a:cxn ang="f55">
                    <a:pos x="f98" y="f99"/>
                  </a:cxn>
                  <a:cxn ang="f55">
                    <a:pos x="f96" y="f100"/>
                  </a:cxn>
                  <a:cxn ang="f55">
                    <a:pos x="f101" y="f99"/>
                  </a:cxn>
                  <a:cxn ang="f55">
                    <a:pos x="f96" y="f97"/>
                  </a:cxn>
                  <a:cxn ang="f55">
                    <a:pos x="f102" y="f103"/>
                  </a:cxn>
                  <a:cxn ang="f55">
                    <a:pos x="f104" y="f105"/>
                  </a:cxn>
                  <a:cxn ang="f55">
                    <a:pos x="f102" y="f106"/>
                  </a:cxn>
                  <a:cxn ang="f55">
                    <a:pos x="f107" y="f105"/>
                  </a:cxn>
                  <a:cxn ang="f55">
                    <a:pos x="f102" y="f103"/>
                  </a:cxn>
                  <a:cxn ang="f55">
                    <a:pos x="f108" y="f109"/>
                  </a:cxn>
                  <a:cxn ang="f55">
                    <a:pos x="f110" y="f109"/>
                  </a:cxn>
                  <a:cxn ang="f55">
                    <a:pos x="f110" y="f111"/>
                  </a:cxn>
                  <a:cxn ang="f55">
                    <a:pos x="f112" y="f111"/>
                  </a:cxn>
                  <a:cxn ang="f55">
                    <a:pos x="f112" y="f113"/>
                  </a:cxn>
                  <a:cxn ang="f55">
                    <a:pos x="f114" y="f113"/>
                  </a:cxn>
                  <a:cxn ang="f55">
                    <a:pos x="f114" y="f115"/>
                  </a:cxn>
                  <a:cxn ang="f55">
                    <a:pos x="f104" y="f115"/>
                  </a:cxn>
                  <a:cxn ang="f55">
                    <a:pos x="f104" y="f113"/>
                  </a:cxn>
                  <a:cxn ang="f55">
                    <a:pos x="f104" y="f111"/>
                  </a:cxn>
                  <a:cxn ang="f55">
                    <a:pos x="f108" y="f111"/>
                  </a:cxn>
                  <a:cxn ang="f55">
                    <a:pos x="f108" y="f109"/>
                  </a:cxn>
                </a:cxnLst>
                <a:rect l="f92" t="f95" r="f93" b="f94"/>
                <a:pathLst>
                  <a:path w="291719" h="291719">
                    <a:moveTo>
                      <a:pt x="f7" y="f5"/>
                    </a:moveTo>
                    <a:cubicBezTo>
                      <a:pt x="f8" y="f5"/>
                      <a:pt x="f5" y="f8"/>
                      <a:pt x="f5" y="f7"/>
                    </a:cubicBezTo>
                    <a:cubicBezTo>
                      <a:pt x="f5" y="f9"/>
                      <a:pt x="f8" y="f10"/>
                      <a:pt x="f7" y="f10"/>
                    </a:cubicBezTo>
                    <a:cubicBezTo>
                      <a:pt x="f9" y="f10"/>
                      <a:pt x="f10" y="f9"/>
                      <a:pt x="f10" y="f7"/>
                    </a:cubicBezTo>
                    <a:cubicBezTo>
                      <a:pt x="f10" y="f8"/>
                      <a:pt x="f9" y="f5"/>
                      <a:pt x="f7" y="f5"/>
                    </a:cubicBezTo>
                    <a:close/>
                    <a:moveTo>
                      <a:pt x="f11" y="f12"/>
                    </a:moveTo>
                    <a:cubicBezTo>
                      <a:pt x="f13" y="f12"/>
                      <a:pt x="f14" y="f15"/>
                      <a:pt x="f14" y="f16"/>
                    </a:cubicBezTo>
                    <a:cubicBezTo>
                      <a:pt x="f14" y="f17"/>
                      <a:pt x="f13" y="f18"/>
                      <a:pt x="f11" y="f18"/>
                    </a:cubicBezTo>
                    <a:cubicBezTo>
                      <a:pt x="f19" y="f18"/>
                      <a:pt x="f20" y="f17"/>
                      <a:pt x="f20" y="f16"/>
                    </a:cubicBezTo>
                    <a:cubicBezTo>
                      <a:pt x="f20" y="f15"/>
                      <a:pt x="f19" y="f12"/>
                      <a:pt x="f11" y="f12"/>
                    </a:cubicBezTo>
                    <a:close/>
                    <a:moveTo>
                      <a:pt x="f21" y="f22"/>
                    </a:moveTo>
                    <a:lnTo>
                      <a:pt x="f23" y="f22"/>
                    </a:lnTo>
                    <a:lnTo>
                      <a:pt x="f23" y="f24"/>
                    </a:lnTo>
                    <a:lnTo>
                      <a:pt x="f25" y="f24"/>
                    </a:lnTo>
                    <a:lnTo>
                      <a:pt x="f25" y="f26"/>
                    </a:lnTo>
                    <a:lnTo>
                      <a:pt x="f27" y="f26"/>
                    </a:lnTo>
                    <a:lnTo>
                      <a:pt x="f27" y="f28"/>
                    </a:lnTo>
                    <a:lnTo>
                      <a:pt x="f14" y="f28"/>
                    </a:lnTo>
                    <a:lnTo>
                      <a:pt x="f14" y="f26"/>
                    </a:lnTo>
                    <a:lnTo>
                      <a:pt x="f14" y="f24"/>
                    </a:lnTo>
                    <a:lnTo>
                      <a:pt x="f21" y="f24"/>
                    </a:lnTo>
                    <a:lnTo>
                      <a:pt x="f21" y="f22"/>
                    </a:lnTo>
                    <a:close/>
                  </a:path>
                </a:pathLst>
              </a:custGeom>
              <a:solidFill>
                <a:srgbClr val="1FF524"/>
              </a:solidFill>
              <a:ln>
                <a:noFill/>
                <a:prstDash val="soli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2000" b="0" i="0" u="none" strike="noStrike" kern="1200" cap="none" spc="0" baseline="0">
                  <a:solidFill>
                    <a:srgbClr val="211F26"/>
                  </a:solidFill>
                  <a:uFillTx/>
                  <a:latin typeface="Calibri" pitchFamily="34"/>
                  <a:cs typeface="Calibri" pitchFamily="34"/>
                </a:endParaRPr>
              </a:p>
            </p:txBody>
          </p:sp>
        </p:grpSp>
        <p:grpSp>
          <p:nvGrpSpPr>
            <p:cNvPr id="32" name="Groep 19">
              <a:extLst>
                <a:ext uri="{FF2B5EF4-FFF2-40B4-BE49-F238E27FC236}">
                  <a16:creationId xmlns:a16="http://schemas.microsoft.com/office/drawing/2014/main" id="{D24CC975-BD14-B2F8-5579-1E0B9E459B6F}"/>
                </a:ext>
              </a:extLst>
            </p:cNvPr>
            <p:cNvGrpSpPr/>
            <p:nvPr/>
          </p:nvGrpSpPr>
          <p:grpSpPr>
            <a:xfrm>
              <a:off x="-938430" y="4364019"/>
              <a:ext cx="627799" cy="576684"/>
              <a:chOff x="-938430" y="4364019"/>
              <a:chExt cx="627799" cy="576684"/>
            </a:xfrm>
          </p:grpSpPr>
          <p:grpSp>
            <p:nvGrpSpPr>
              <p:cNvPr id="33" name="Inspireren">
                <a:extLst>
                  <a:ext uri="{FF2B5EF4-FFF2-40B4-BE49-F238E27FC236}">
                    <a16:creationId xmlns:a16="http://schemas.microsoft.com/office/drawing/2014/main" id="{1DAC1CCD-CE4A-D962-8769-0B27FEA74DE8}"/>
                  </a:ext>
                </a:extLst>
              </p:cNvPr>
              <p:cNvGrpSpPr/>
              <p:nvPr/>
            </p:nvGrpSpPr>
            <p:grpSpPr>
              <a:xfrm>
                <a:off x="-716112" y="4364019"/>
                <a:ext cx="169776" cy="242389"/>
                <a:chOff x="-716112" y="4364019"/>
                <a:chExt cx="169776" cy="242389"/>
              </a:xfrm>
            </p:grpSpPr>
            <p:sp>
              <p:nvSpPr>
                <p:cNvPr id="34" name="Freeform 12">
                  <a:extLst>
                    <a:ext uri="{FF2B5EF4-FFF2-40B4-BE49-F238E27FC236}">
                      <a16:creationId xmlns:a16="http://schemas.microsoft.com/office/drawing/2014/main" id="{EC745BF5-9C46-353B-1EFE-4DE37AF8DC46}"/>
                    </a:ext>
                  </a:extLst>
                </p:cNvPr>
                <p:cNvSpPr/>
                <p:nvPr/>
              </p:nvSpPr>
              <p:spPr>
                <a:xfrm>
                  <a:off x="-665911" y="4450851"/>
                  <a:ext cx="68726" cy="62051"/>
                </a:xfrm>
                <a:custGeom>
                  <a:avLst/>
                  <a:gdLst>
                    <a:gd name="f0" fmla="val 10800000"/>
                    <a:gd name="f1" fmla="val 5400000"/>
                    <a:gd name="f2" fmla="val 180"/>
                    <a:gd name="f3" fmla="val w"/>
                    <a:gd name="f4" fmla="val h"/>
                    <a:gd name="f5" fmla="val 0"/>
                    <a:gd name="f6" fmla="val 319"/>
                    <a:gd name="f7" fmla="val 288"/>
                    <a:gd name="f8" fmla="val 220"/>
                    <a:gd name="f9" fmla="val 107"/>
                    <a:gd name="f10" fmla="+- 0 0 -90"/>
                    <a:gd name="f11" fmla="*/ f3 1 319"/>
                    <a:gd name="f12" fmla="*/ f4 1 288"/>
                    <a:gd name="f13" fmla="val f5"/>
                    <a:gd name="f14" fmla="val f6"/>
                    <a:gd name="f15" fmla="val f7"/>
                    <a:gd name="f16" fmla="*/ f10 f0 1"/>
                    <a:gd name="f17" fmla="+- f15 0 f13"/>
                    <a:gd name="f18" fmla="+- f14 0 f13"/>
                    <a:gd name="f19" fmla="*/ f16 1 f2"/>
                    <a:gd name="f20" fmla="*/ f18 1 319"/>
                    <a:gd name="f21" fmla="*/ f17 1 288"/>
                    <a:gd name="f22" fmla="*/ 220 f18 1"/>
                    <a:gd name="f23" fmla="*/ 288 f17 1"/>
                    <a:gd name="f24" fmla="*/ 107 f18 1"/>
                    <a:gd name="f25" fmla="*/ 0 f18 1"/>
                    <a:gd name="f26" fmla="*/ 0 f17 1"/>
                    <a:gd name="f27" fmla="*/ 319 f18 1"/>
                    <a:gd name="f28" fmla="+- f19 0 f1"/>
                    <a:gd name="f29" fmla="*/ f22 1 319"/>
                    <a:gd name="f30" fmla="*/ f23 1 288"/>
                    <a:gd name="f31" fmla="*/ f24 1 319"/>
                    <a:gd name="f32" fmla="*/ f25 1 319"/>
                    <a:gd name="f33" fmla="*/ f26 1 288"/>
                    <a:gd name="f34" fmla="*/ f27 1 319"/>
                    <a:gd name="f35" fmla="*/ 0 1 f20"/>
                    <a:gd name="f36" fmla="*/ f14 1 f20"/>
                    <a:gd name="f37" fmla="*/ 0 1 f21"/>
                    <a:gd name="f38" fmla="*/ f15 1 f21"/>
                    <a:gd name="f39" fmla="*/ f29 1 f20"/>
                    <a:gd name="f40" fmla="*/ f30 1 f21"/>
                    <a:gd name="f41" fmla="*/ f31 1 f20"/>
                    <a:gd name="f42" fmla="*/ f32 1 f20"/>
                    <a:gd name="f43" fmla="*/ f33 1 f21"/>
                    <a:gd name="f44" fmla="*/ f34 1 f20"/>
                    <a:gd name="f45" fmla="*/ f35 f11 1"/>
                    <a:gd name="f46" fmla="*/ f36 f11 1"/>
                    <a:gd name="f47" fmla="*/ f38 f12 1"/>
                    <a:gd name="f48" fmla="*/ f37 f12 1"/>
                    <a:gd name="f49" fmla="*/ f39 f11 1"/>
                    <a:gd name="f50" fmla="*/ f40 f12 1"/>
                    <a:gd name="f51" fmla="*/ f41 f11 1"/>
                    <a:gd name="f52" fmla="*/ f42 f11 1"/>
                    <a:gd name="f53" fmla="*/ f43 f12 1"/>
                    <a:gd name="f54" fmla="*/ f44 f11 1"/>
                  </a:gdLst>
                  <a:ahLst/>
                  <a:cxnLst>
                    <a:cxn ang="3cd4">
                      <a:pos x="hc" y="t"/>
                    </a:cxn>
                    <a:cxn ang="0">
                      <a:pos x="r" y="vc"/>
                    </a:cxn>
                    <a:cxn ang="cd4">
                      <a:pos x="hc" y="b"/>
                    </a:cxn>
                    <a:cxn ang="cd2">
                      <a:pos x="l" y="vc"/>
                    </a:cxn>
                    <a:cxn ang="f28">
                      <a:pos x="f49" y="f50"/>
                    </a:cxn>
                    <a:cxn ang="f28">
                      <a:pos x="f51" y="f50"/>
                    </a:cxn>
                    <a:cxn ang="f28">
                      <a:pos x="f52" y="f53"/>
                    </a:cxn>
                    <a:cxn ang="f28">
                      <a:pos x="f54" y="f53"/>
                    </a:cxn>
                    <a:cxn ang="f28">
                      <a:pos x="f49" y="f50"/>
                    </a:cxn>
                  </a:cxnLst>
                  <a:rect l="f45" t="f48" r="f46" b="f47"/>
                  <a:pathLst>
                    <a:path w="319" h="288">
                      <a:moveTo>
                        <a:pt x="f8" y="f7"/>
                      </a:moveTo>
                      <a:lnTo>
                        <a:pt x="f9" y="f7"/>
                      </a:lnTo>
                      <a:lnTo>
                        <a:pt x="f5" y="f5"/>
                      </a:lnTo>
                      <a:lnTo>
                        <a:pt x="f6" y="f5"/>
                      </a:lnTo>
                      <a:lnTo>
                        <a:pt x="f8" y="f7"/>
                      </a:lnTo>
                      <a:close/>
                    </a:path>
                  </a:pathLst>
                </a:custGeom>
                <a:solidFill>
                  <a:srgbClr val="1FF524"/>
                </a:solidFill>
                <a:ln>
                  <a:noFill/>
                  <a:prstDash val="solid"/>
                </a:ln>
              </p:spPr>
              <p:txBody>
                <a:bodyPr vert="horz" wrap="square" lIns="91440" tIns="45720" rIns="91440" bIns="45720" anchor="t"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300" b="0" i="0" u="none" strike="noStrike" kern="0" cap="none" spc="0" baseline="0">
                    <a:solidFill>
                      <a:srgbClr val="211F26"/>
                    </a:solidFill>
                    <a:uFillTx/>
                    <a:latin typeface="Arial"/>
                  </a:endParaRPr>
                </a:p>
              </p:txBody>
            </p:sp>
            <p:sp>
              <p:nvSpPr>
                <p:cNvPr id="35" name="Freeform 13">
                  <a:extLst>
                    <a:ext uri="{FF2B5EF4-FFF2-40B4-BE49-F238E27FC236}">
                      <a16:creationId xmlns:a16="http://schemas.microsoft.com/office/drawing/2014/main" id="{23B57B14-B3B7-B835-DB69-892F7DC334CA}"/>
                    </a:ext>
                  </a:extLst>
                </p:cNvPr>
                <p:cNvSpPr/>
                <p:nvPr/>
              </p:nvSpPr>
              <p:spPr>
                <a:xfrm>
                  <a:off x="-661394" y="4582277"/>
                  <a:ext cx="60761" cy="24131"/>
                </a:xfrm>
                <a:custGeom>
                  <a:avLst/>
                  <a:gdLst>
                    <a:gd name="f0" fmla="val 10800000"/>
                    <a:gd name="f1" fmla="val 5400000"/>
                    <a:gd name="f2" fmla="val 180"/>
                    <a:gd name="f3" fmla="val w"/>
                    <a:gd name="f4" fmla="val h"/>
                    <a:gd name="f5" fmla="val 0"/>
                    <a:gd name="f6" fmla="val 251"/>
                    <a:gd name="f7" fmla="val 100"/>
                    <a:gd name="f8" fmla="val 229"/>
                    <a:gd name="f9" fmla="val 70"/>
                    <a:gd name="f10" fmla="val 69"/>
                    <a:gd name="f11" fmla="val 22"/>
                    <a:gd name="f12" fmla="val 27"/>
                    <a:gd name="f13" fmla="val 87"/>
                    <a:gd name="f14" fmla="val 44"/>
                    <a:gd name="f15" fmla="val 63"/>
                    <a:gd name="f16" fmla="val 188"/>
                    <a:gd name="f17" fmla="val 207"/>
                    <a:gd name="f18" fmla="val 223"/>
                    <a:gd name="f19" fmla="val 88"/>
                    <a:gd name="f20" fmla="val 71"/>
                    <a:gd name="f21" fmla="+- 0 0 -90"/>
                    <a:gd name="f22" fmla="*/ f3 1 251"/>
                    <a:gd name="f23" fmla="*/ f4 1 100"/>
                    <a:gd name="f24" fmla="val f5"/>
                    <a:gd name="f25" fmla="val f6"/>
                    <a:gd name="f26" fmla="val f7"/>
                    <a:gd name="f27" fmla="*/ f21 f0 1"/>
                    <a:gd name="f28" fmla="+- f26 0 f24"/>
                    <a:gd name="f29" fmla="+- f25 0 f24"/>
                    <a:gd name="f30" fmla="*/ f27 1 f2"/>
                    <a:gd name="f31" fmla="*/ f29 1 251"/>
                    <a:gd name="f32" fmla="*/ f28 1 100"/>
                    <a:gd name="f33" fmla="*/ 229 f29 1"/>
                    <a:gd name="f34" fmla="*/ 70 f28 1"/>
                    <a:gd name="f35" fmla="*/ 69 f28 1"/>
                    <a:gd name="f36" fmla="*/ 251 f29 1"/>
                    <a:gd name="f37" fmla="*/ 0 f28 1"/>
                    <a:gd name="f38" fmla="*/ 0 f29 1"/>
                    <a:gd name="f39" fmla="*/ 22 f29 1"/>
                    <a:gd name="f40" fmla="*/ 63 f29 1"/>
                    <a:gd name="f41" fmla="*/ 100 f28 1"/>
                    <a:gd name="f42" fmla="*/ 188 f29 1"/>
                    <a:gd name="f43" fmla="*/ 71 f28 1"/>
                    <a:gd name="f44" fmla="+- f30 0 f1"/>
                    <a:gd name="f45" fmla="*/ f33 1 251"/>
                    <a:gd name="f46" fmla="*/ f34 1 100"/>
                    <a:gd name="f47" fmla="*/ f35 1 100"/>
                    <a:gd name="f48" fmla="*/ f36 1 251"/>
                    <a:gd name="f49" fmla="*/ f37 1 100"/>
                    <a:gd name="f50" fmla="*/ f38 1 251"/>
                    <a:gd name="f51" fmla="*/ f39 1 251"/>
                    <a:gd name="f52" fmla="*/ f40 1 251"/>
                    <a:gd name="f53" fmla="*/ f41 1 100"/>
                    <a:gd name="f54" fmla="*/ f42 1 251"/>
                    <a:gd name="f55" fmla="*/ f43 1 100"/>
                    <a:gd name="f56" fmla="*/ 0 1 f31"/>
                    <a:gd name="f57" fmla="*/ f25 1 f31"/>
                    <a:gd name="f58" fmla="*/ 0 1 f32"/>
                    <a:gd name="f59" fmla="*/ f26 1 f32"/>
                    <a:gd name="f60" fmla="*/ f45 1 f31"/>
                    <a:gd name="f61" fmla="*/ f46 1 f32"/>
                    <a:gd name="f62" fmla="*/ f47 1 f32"/>
                    <a:gd name="f63" fmla="*/ f48 1 f31"/>
                    <a:gd name="f64" fmla="*/ f49 1 f32"/>
                    <a:gd name="f65" fmla="*/ f50 1 f31"/>
                    <a:gd name="f66" fmla="*/ f51 1 f31"/>
                    <a:gd name="f67" fmla="*/ f52 1 f31"/>
                    <a:gd name="f68" fmla="*/ f53 1 f32"/>
                    <a:gd name="f69" fmla="*/ f54 1 f31"/>
                    <a:gd name="f70" fmla="*/ f55 1 f32"/>
                    <a:gd name="f71" fmla="*/ f56 f22 1"/>
                    <a:gd name="f72" fmla="*/ f57 f22 1"/>
                    <a:gd name="f73" fmla="*/ f59 f23 1"/>
                    <a:gd name="f74" fmla="*/ f58 f23 1"/>
                    <a:gd name="f75" fmla="*/ f60 f22 1"/>
                    <a:gd name="f76" fmla="*/ f61 f23 1"/>
                    <a:gd name="f77" fmla="*/ f62 f23 1"/>
                    <a:gd name="f78" fmla="*/ f63 f22 1"/>
                    <a:gd name="f79" fmla="*/ f64 f23 1"/>
                    <a:gd name="f80" fmla="*/ f65 f22 1"/>
                    <a:gd name="f81" fmla="*/ f66 f22 1"/>
                    <a:gd name="f82" fmla="*/ f67 f22 1"/>
                    <a:gd name="f83" fmla="*/ f68 f23 1"/>
                    <a:gd name="f84" fmla="*/ f69 f22 1"/>
                    <a:gd name="f85" fmla="*/ f70 f23 1"/>
                  </a:gdLst>
                  <a:ahLst/>
                  <a:cxnLst>
                    <a:cxn ang="3cd4">
                      <a:pos x="hc" y="t"/>
                    </a:cxn>
                    <a:cxn ang="0">
                      <a:pos x="r" y="vc"/>
                    </a:cxn>
                    <a:cxn ang="cd4">
                      <a:pos x="hc" y="b"/>
                    </a:cxn>
                    <a:cxn ang="cd2">
                      <a:pos x="l" y="vc"/>
                    </a:cxn>
                    <a:cxn ang="f44">
                      <a:pos x="f75" y="f76"/>
                    </a:cxn>
                    <a:cxn ang="f44">
                      <a:pos x="f75" y="f77"/>
                    </a:cxn>
                    <a:cxn ang="f44">
                      <a:pos x="f78" y="f79"/>
                    </a:cxn>
                    <a:cxn ang="f44">
                      <a:pos x="f80" y="f79"/>
                    </a:cxn>
                    <a:cxn ang="f44">
                      <a:pos x="f81" y="f77"/>
                    </a:cxn>
                    <a:cxn ang="f44">
                      <a:pos x="f82" y="f83"/>
                    </a:cxn>
                    <a:cxn ang="f44">
                      <a:pos x="f84" y="f83"/>
                    </a:cxn>
                    <a:cxn ang="f44">
                      <a:pos x="f75" y="f85"/>
                    </a:cxn>
                    <a:cxn ang="f44">
                      <a:pos x="f75" y="f85"/>
                    </a:cxn>
                    <a:cxn ang="f44">
                      <a:pos x="f75" y="f76"/>
                    </a:cxn>
                  </a:cxnLst>
                  <a:rect l="f71" t="f74" r="f72" b="f73"/>
                  <a:pathLst>
                    <a:path w="251" h="100">
                      <a:moveTo>
                        <a:pt x="f8" y="f9"/>
                      </a:moveTo>
                      <a:cubicBezTo>
                        <a:pt x="f8" y="f9"/>
                        <a:pt x="f8" y="f10"/>
                        <a:pt x="f8" y="f10"/>
                      </a:cubicBezTo>
                      <a:cubicBezTo>
                        <a:pt x="f6" y="f5"/>
                        <a:pt x="f6" y="f5"/>
                        <a:pt x="f6" y="f5"/>
                      </a:cubicBezTo>
                      <a:cubicBezTo>
                        <a:pt x="f5" y="f5"/>
                        <a:pt x="f5" y="f5"/>
                        <a:pt x="f5" y="f5"/>
                      </a:cubicBezTo>
                      <a:cubicBezTo>
                        <a:pt x="f11" y="f10"/>
                        <a:pt x="f11" y="f10"/>
                        <a:pt x="f11" y="f10"/>
                      </a:cubicBezTo>
                      <a:cubicBezTo>
                        <a:pt x="f12" y="f13"/>
                        <a:pt x="f14" y="f7"/>
                        <a:pt x="f15" y="f7"/>
                      </a:cubicBezTo>
                      <a:cubicBezTo>
                        <a:pt x="f16" y="f7"/>
                        <a:pt x="f16" y="f7"/>
                        <a:pt x="f16" y="f7"/>
                      </a:cubicBezTo>
                      <a:cubicBezTo>
                        <a:pt x="f17" y="f7"/>
                        <a:pt x="f18" y="f19"/>
                        <a:pt x="f8" y="f20"/>
                      </a:cubicBezTo>
                      <a:cubicBezTo>
                        <a:pt x="f8" y="f20"/>
                        <a:pt x="f8" y="f20"/>
                        <a:pt x="f8" y="f20"/>
                      </a:cubicBezTo>
                      <a:lnTo>
                        <a:pt x="f8" y="f9"/>
                      </a:lnTo>
                      <a:close/>
                    </a:path>
                  </a:pathLst>
                </a:custGeom>
                <a:gradFill>
                  <a:gsLst>
                    <a:gs pos="0">
                      <a:srgbClr val="9D9FA1"/>
                    </a:gs>
                    <a:gs pos="100000">
                      <a:srgbClr val="211F26"/>
                    </a:gs>
                  </a:gsLst>
                  <a:lin ang="2700000"/>
                </a:gradFill>
                <a:ln>
                  <a:noFill/>
                  <a:prstDash val="solid"/>
                </a:ln>
              </p:spPr>
              <p:txBody>
                <a:bodyPr vert="horz" wrap="square" lIns="91440" tIns="45720" rIns="91440" bIns="45720" anchor="t"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300" b="0" i="0" u="none" strike="noStrike" kern="0" cap="none" spc="0" baseline="0">
                    <a:solidFill>
                      <a:srgbClr val="211F26"/>
                    </a:solidFill>
                    <a:uFillTx/>
                    <a:latin typeface="Arial"/>
                  </a:endParaRPr>
                </a:p>
              </p:txBody>
            </p:sp>
            <p:sp>
              <p:nvSpPr>
                <p:cNvPr id="36" name="Freeform 14">
                  <a:extLst>
                    <a:ext uri="{FF2B5EF4-FFF2-40B4-BE49-F238E27FC236}">
                      <a16:creationId xmlns:a16="http://schemas.microsoft.com/office/drawing/2014/main" id="{662087C0-4919-56A7-24C7-46E86C0AD2CD}"/>
                    </a:ext>
                  </a:extLst>
                </p:cNvPr>
                <p:cNvSpPr/>
                <p:nvPr/>
              </p:nvSpPr>
              <p:spPr>
                <a:xfrm>
                  <a:off x="-716112" y="4364019"/>
                  <a:ext cx="169776" cy="208126"/>
                </a:xfrm>
                <a:custGeom>
                  <a:avLst/>
                  <a:gdLst>
                    <a:gd name="f0" fmla="val 10800000"/>
                    <a:gd name="f1" fmla="val 5400000"/>
                    <a:gd name="f2" fmla="val 180"/>
                    <a:gd name="f3" fmla="val w"/>
                    <a:gd name="f4" fmla="val h"/>
                    <a:gd name="f5" fmla="val 0"/>
                    <a:gd name="f6" fmla="val 702"/>
                    <a:gd name="f7" fmla="val 860"/>
                    <a:gd name="f8" fmla="val 351"/>
                    <a:gd name="f9" fmla="val 157"/>
                    <a:gd name="f10" fmla="val 463"/>
                    <a:gd name="f11" fmla="val 52"/>
                    <a:gd name="f12" fmla="val 562"/>
                    <a:gd name="f13" fmla="val 134"/>
                    <a:gd name="f14" fmla="val 627"/>
                    <a:gd name="f15" fmla="val 165"/>
                    <a:gd name="f16" fmla="val 718"/>
                    <a:gd name="f17" fmla="val 266"/>
                    <a:gd name="f18" fmla="val 434"/>
                    <a:gd name="f19" fmla="val 419"/>
                    <a:gd name="f20" fmla="val 760"/>
                    <a:gd name="f21" fmla="val 284"/>
                    <a:gd name="f22" fmla="val 179"/>
                    <a:gd name="f23" fmla="val 212"/>
                    <a:gd name="f24" fmla="val 216"/>
                    <a:gd name="f25" fmla="val 488"/>
                    <a:gd name="f26" fmla="val 491"/>
                    <a:gd name="f27" fmla="val 570"/>
                    <a:gd name="f28" fmla="val 625"/>
                    <a:gd name="f29" fmla="val 651"/>
                    <a:gd name="f30" fmla="val 560"/>
                    <a:gd name="f31" fmla="val 461"/>
                    <a:gd name="f32" fmla="val 545"/>
                    <a:gd name="f33" fmla="val 587"/>
                    <a:gd name="f34" fmla="val 438"/>
                    <a:gd name="f35" fmla="val 568"/>
                    <a:gd name="f36" fmla="val 490"/>
                    <a:gd name="f37" fmla="val 531"/>
                    <a:gd name="f38" fmla="val 534"/>
                    <a:gd name="f39" fmla="val 485"/>
                    <a:gd name="f40" fmla="val 563"/>
                    <a:gd name="f41" fmla="val 454"/>
                    <a:gd name="f42" fmla="val 658"/>
                    <a:gd name="f43" fmla="val 250"/>
                    <a:gd name="f44" fmla="val 219"/>
                    <a:gd name="f45" fmla="val 565"/>
                    <a:gd name="f46" fmla="val 172"/>
                    <a:gd name="f47" fmla="val 536"/>
                    <a:gd name="f48" fmla="val 135"/>
                    <a:gd name="f49" fmla="val 115"/>
                    <a:gd name="f50" fmla="val 439"/>
                    <a:gd name="f51" fmla="val 105"/>
                    <a:gd name="f52" fmla="val 411"/>
                    <a:gd name="f53" fmla="val 99"/>
                    <a:gd name="f54" fmla="val 382"/>
                    <a:gd name="f55" fmla="val 603"/>
                    <a:gd name="f56" fmla="val 381"/>
                    <a:gd name="f57" fmla="val 597"/>
                    <a:gd name="f58" fmla="+- 0 0 -90"/>
                    <a:gd name="f59" fmla="*/ f3 1 702"/>
                    <a:gd name="f60" fmla="*/ f4 1 860"/>
                    <a:gd name="f61" fmla="val f5"/>
                    <a:gd name="f62" fmla="val f6"/>
                    <a:gd name="f63" fmla="val f7"/>
                    <a:gd name="f64" fmla="*/ f58 f0 1"/>
                    <a:gd name="f65" fmla="+- f63 0 f61"/>
                    <a:gd name="f66" fmla="+- f62 0 f61"/>
                    <a:gd name="f67" fmla="*/ f64 1 f2"/>
                    <a:gd name="f68" fmla="*/ f66 1 702"/>
                    <a:gd name="f69" fmla="*/ f65 1 860"/>
                    <a:gd name="f70" fmla="*/ 351 f66 1"/>
                    <a:gd name="f71" fmla="*/ 0 f65 1"/>
                    <a:gd name="f72" fmla="*/ 0 f66 1"/>
                    <a:gd name="f73" fmla="*/ 351 f65 1"/>
                    <a:gd name="f74" fmla="*/ 134 f66 1"/>
                    <a:gd name="f75" fmla="*/ 627 f65 1"/>
                    <a:gd name="f76" fmla="*/ 165 f66 1"/>
                    <a:gd name="f77" fmla="*/ 718 f65 1"/>
                    <a:gd name="f78" fmla="*/ 266 f66 1"/>
                    <a:gd name="f79" fmla="*/ 434 f66 1"/>
                    <a:gd name="f80" fmla="*/ 419 f66 1"/>
                    <a:gd name="f81" fmla="*/ 760 f65 1"/>
                    <a:gd name="f82" fmla="*/ 284 f66 1"/>
                    <a:gd name="f83" fmla="*/ 179 f66 1"/>
                    <a:gd name="f84" fmla="*/ 212 f66 1"/>
                    <a:gd name="f85" fmla="*/ 860 f65 1"/>
                    <a:gd name="f86" fmla="*/ 216 f66 1"/>
                    <a:gd name="f87" fmla="*/ 488 f66 1"/>
                    <a:gd name="f88" fmla="*/ 491 f66 1"/>
                    <a:gd name="f89" fmla="*/ 570 f66 1"/>
                    <a:gd name="f90" fmla="*/ 625 f65 1"/>
                    <a:gd name="f91" fmla="*/ 702 f66 1"/>
                    <a:gd name="f92" fmla="*/ 587 f66 1"/>
                    <a:gd name="f93" fmla="*/ 438 f65 1"/>
                    <a:gd name="f94" fmla="*/ 485 f66 1"/>
                    <a:gd name="f95" fmla="*/ 563 f65 1"/>
                    <a:gd name="f96" fmla="*/ 454 f66 1"/>
                    <a:gd name="f97" fmla="*/ 658 f65 1"/>
                    <a:gd name="f98" fmla="*/ 250 f66 1"/>
                    <a:gd name="f99" fmla="*/ 219 f66 1"/>
                    <a:gd name="f100" fmla="*/ 565 f65 1"/>
                    <a:gd name="f101" fmla="*/ 115 f66 1"/>
                    <a:gd name="f102" fmla="*/ 439 f65 1"/>
                    <a:gd name="f103" fmla="*/ 99 f66 1"/>
                    <a:gd name="f104" fmla="*/ 99 f65 1"/>
                    <a:gd name="f105" fmla="*/ 603 f66 1"/>
                    <a:gd name="f106" fmla="+- f67 0 f1"/>
                    <a:gd name="f107" fmla="*/ f70 1 702"/>
                    <a:gd name="f108" fmla="*/ f71 1 860"/>
                    <a:gd name="f109" fmla="*/ f72 1 702"/>
                    <a:gd name="f110" fmla="*/ f73 1 860"/>
                    <a:gd name="f111" fmla="*/ f74 1 702"/>
                    <a:gd name="f112" fmla="*/ f75 1 860"/>
                    <a:gd name="f113" fmla="*/ f76 1 702"/>
                    <a:gd name="f114" fmla="*/ f77 1 860"/>
                    <a:gd name="f115" fmla="*/ f78 1 702"/>
                    <a:gd name="f116" fmla="*/ f79 1 702"/>
                    <a:gd name="f117" fmla="*/ f80 1 702"/>
                    <a:gd name="f118" fmla="*/ f81 1 860"/>
                    <a:gd name="f119" fmla="*/ f82 1 702"/>
                    <a:gd name="f120" fmla="*/ f83 1 702"/>
                    <a:gd name="f121" fmla="*/ f84 1 702"/>
                    <a:gd name="f122" fmla="*/ f85 1 860"/>
                    <a:gd name="f123" fmla="*/ f86 1 702"/>
                    <a:gd name="f124" fmla="*/ f87 1 702"/>
                    <a:gd name="f125" fmla="*/ f88 1 702"/>
                    <a:gd name="f126" fmla="*/ f89 1 702"/>
                    <a:gd name="f127" fmla="*/ f90 1 860"/>
                    <a:gd name="f128" fmla="*/ f91 1 702"/>
                    <a:gd name="f129" fmla="*/ f92 1 702"/>
                    <a:gd name="f130" fmla="*/ f93 1 860"/>
                    <a:gd name="f131" fmla="*/ f94 1 702"/>
                    <a:gd name="f132" fmla="*/ f95 1 860"/>
                    <a:gd name="f133" fmla="*/ f96 1 702"/>
                    <a:gd name="f134" fmla="*/ f97 1 860"/>
                    <a:gd name="f135" fmla="*/ f98 1 702"/>
                    <a:gd name="f136" fmla="*/ f99 1 702"/>
                    <a:gd name="f137" fmla="*/ f100 1 860"/>
                    <a:gd name="f138" fmla="*/ f101 1 702"/>
                    <a:gd name="f139" fmla="*/ f102 1 860"/>
                    <a:gd name="f140" fmla="*/ f103 1 702"/>
                    <a:gd name="f141" fmla="*/ f104 1 860"/>
                    <a:gd name="f142" fmla="*/ f105 1 702"/>
                    <a:gd name="f143" fmla="*/ 0 1 f68"/>
                    <a:gd name="f144" fmla="*/ f62 1 f68"/>
                    <a:gd name="f145" fmla="*/ 0 1 f69"/>
                    <a:gd name="f146" fmla="*/ f63 1 f69"/>
                    <a:gd name="f147" fmla="*/ f107 1 f68"/>
                    <a:gd name="f148" fmla="*/ f108 1 f69"/>
                    <a:gd name="f149" fmla="*/ f109 1 f68"/>
                    <a:gd name="f150" fmla="*/ f110 1 f69"/>
                    <a:gd name="f151" fmla="*/ f111 1 f68"/>
                    <a:gd name="f152" fmla="*/ f112 1 f69"/>
                    <a:gd name="f153" fmla="*/ f113 1 f68"/>
                    <a:gd name="f154" fmla="*/ f114 1 f69"/>
                    <a:gd name="f155" fmla="*/ f115 1 f68"/>
                    <a:gd name="f156" fmla="*/ f116 1 f68"/>
                    <a:gd name="f157" fmla="*/ f117 1 f68"/>
                    <a:gd name="f158" fmla="*/ f118 1 f69"/>
                    <a:gd name="f159" fmla="*/ f119 1 f68"/>
                    <a:gd name="f160" fmla="*/ f120 1 f68"/>
                    <a:gd name="f161" fmla="*/ f121 1 f68"/>
                    <a:gd name="f162" fmla="*/ f122 1 f69"/>
                    <a:gd name="f163" fmla="*/ f123 1 f68"/>
                    <a:gd name="f164" fmla="*/ f124 1 f68"/>
                    <a:gd name="f165" fmla="*/ f125 1 f68"/>
                    <a:gd name="f166" fmla="*/ f126 1 f68"/>
                    <a:gd name="f167" fmla="*/ f127 1 f69"/>
                    <a:gd name="f168" fmla="*/ f128 1 f68"/>
                    <a:gd name="f169" fmla="*/ f129 1 f68"/>
                    <a:gd name="f170" fmla="*/ f130 1 f69"/>
                    <a:gd name="f171" fmla="*/ f131 1 f68"/>
                    <a:gd name="f172" fmla="*/ f132 1 f69"/>
                    <a:gd name="f173" fmla="*/ f133 1 f68"/>
                    <a:gd name="f174" fmla="*/ f134 1 f69"/>
                    <a:gd name="f175" fmla="*/ f135 1 f68"/>
                    <a:gd name="f176" fmla="*/ f136 1 f68"/>
                    <a:gd name="f177" fmla="*/ f137 1 f69"/>
                    <a:gd name="f178" fmla="*/ f138 1 f68"/>
                    <a:gd name="f179" fmla="*/ f139 1 f69"/>
                    <a:gd name="f180" fmla="*/ f140 1 f68"/>
                    <a:gd name="f181" fmla="*/ f141 1 f69"/>
                    <a:gd name="f182" fmla="*/ f142 1 f68"/>
                    <a:gd name="f183" fmla="*/ f143 f59 1"/>
                    <a:gd name="f184" fmla="*/ f144 f59 1"/>
                    <a:gd name="f185" fmla="*/ f146 f60 1"/>
                    <a:gd name="f186" fmla="*/ f145 f60 1"/>
                    <a:gd name="f187" fmla="*/ f147 f59 1"/>
                    <a:gd name="f188" fmla="*/ f148 f60 1"/>
                    <a:gd name="f189" fmla="*/ f149 f59 1"/>
                    <a:gd name="f190" fmla="*/ f150 f60 1"/>
                    <a:gd name="f191" fmla="*/ f151 f59 1"/>
                    <a:gd name="f192" fmla="*/ f152 f60 1"/>
                    <a:gd name="f193" fmla="*/ f153 f59 1"/>
                    <a:gd name="f194" fmla="*/ f154 f60 1"/>
                    <a:gd name="f195" fmla="*/ f155 f59 1"/>
                    <a:gd name="f196" fmla="*/ f156 f59 1"/>
                    <a:gd name="f197" fmla="*/ f157 f59 1"/>
                    <a:gd name="f198" fmla="*/ f158 f60 1"/>
                    <a:gd name="f199" fmla="*/ f159 f59 1"/>
                    <a:gd name="f200" fmla="*/ f160 f59 1"/>
                    <a:gd name="f201" fmla="*/ f161 f59 1"/>
                    <a:gd name="f202" fmla="*/ f162 f60 1"/>
                    <a:gd name="f203" fmla="*/ f163 f59 1"/>
                    <a:gd name="f204" fmla="*/ f164 f59 1"/>
                    <a:gd name="f205" fmla="*/ f165 f59 1"/>
                    <a:gd name="f206" fmla="*/ f166 f59 1"/>
                    <a:gd name="f207" fmla="*/ f167 f60 1"/>
                    <a:gd name="f208" fmla="*/ f168 f59 1"/>
                    <a:gd name="f209" fmla="*/ f169 f59 1"/>
                    <a:gd name="f210" fmla="*/ f170 f60 1"/>
                    <a:gd name="f211" fmla="*/ f171 f59 1"/>
                    <a:gd name="f212" fmla="*/ f172 f60 1"/>
                    <a:gd name="f213" fmla="*/ f173 f59 1"/>
                    <a:gd name="f214" fmla="*/ f174 f60 1"/>
                    <a:gd name="f215" fmla="*/ f175 f59 1"/>
                    <a:gd name="f216" fmla="*/ f176 f59 1"/>
                    <a:gd name="f217" fmla="*/ f177 f60 1"/>
                    <a:gd name="f218" fmla="*/ f178 f59 1"/>
                    <a:gd name="f219" fmla="*/ f179 f60 1"/>
                    <a:gd name="f220" fmla="*/ f180 f59 1"/>
                    <a:gd name="f221" fmla="*/ f181 f60 1"/>
                    <a:gd name="f222" fmla="*/ f182 f59 1"/>
                  </a:gdLst>
                  <a:ahLst/>
                  <a:cxnLst>
                    <a:cxn ang="3cd4">
                      <a:pos x="hc" y="t"/>
                    </a:cxn>
                    <a:cxn ang="0">
                      <a:pos x="r" y="vc"/>
                    </a:cxn>
                    <a:cxn ang="cd4">
                      <a:pos x="hc" y="b"/>
                    </a:cxn>
                    <a:cxn ang="cd2">
                      <a:pos x="l" y="vc"/>
                    </a:cxn>
                    <a:cxn ang="f106">
                      <a:pos x="f187" y="f188"/>
                    </a:cxn>
                    <a:cxn ang="f106">
                      <a:pos x="f189" y="f190"/>
                    </a:cxn>
                    <a:cxn ang="f106">
                      <a:pos x="f191" y="f192"/>
                    </a:cxn>
                    <a:cxn ang="f106">
                      <a:pos x="f193" y="f194"/>
                    </a:cxn>
                    <a:cxn ang="f106">
                      <a:pos x="f195" y="f194"/>
                    </a:cxn>
                    <a:cxn ang="f106">
                      <a:pos x="f195" y="f194"/>
                    </a:cxn>
                    <a:cxn ang="f106">
                      <a:pos x="f196" y="f194"/>
                    </a:cxn>
                    <a:cxn ang="f106">
                      <a:pos x="f197" y="f198"/>
                    </a:cxn>
                    <a:cxn ang="f106">
                      <a:pos x="f199" y="f198"/>
                    </a:cxn>
                    <a:cxn ang="f106">
                      <a:pos x="f199" y="f198"/>
                    </a:cxn>
                    <a:cxn ang="f106">
                      <a:pos x="f200" y="f198"/>
                    </a:cxn>
                    <a:cxn ang="f106">
                      <a:pos x="f201" y="f202"/>
                    </a:cxn>
                    <a:cxn ang="f106">
                      <a:pos x="f201" y="f202"/>
                    </a:cxn>
                    <a:cxn ang="f106">
                      <a:pos x="f203" y="f202"/>
                    </a:cxn>
                    <a:cxn ang="f106">
                      <a:pos x="f204" y="f202"/>
                    </a:cxn>
                    <a:cxn ang="f106">
                      <a:pos x="f205" y="f202"/>
                    </a:cxn>
                    <a:cxn ang="f106">
                      <a:pos x="f206" y="f207"/>
                    </a:cxn>
                    <a:cxn ang="f106">
                      <a:pos x="f208" y="f190"/>
                    </a:cxn>
                    <a:cxn ang="f106">
                      <a:pos x="f187" y="f188"/>
                    </a:cxn>
                    <a:cxn ang="f106">
                      <a:pos x="f209" y="f210"/>
                    </a:cxn>
                    <a:cxn ang="f106">
                      <a:pos x="f211" y="f212"/>
                    </a:cxn>
                    <a:cxn ang="f106">
                      <a:pos x="f213" y="f214"/>
                    </a:cxn>
                    <a:cxn ang="f106">
                      <a:pos x="f215" y="f214"/>
                    </a:cxn>
                    <a:cxn ang="f106">
                      <a:pos x="f216" y="f217"/>
                    </a:cxn>
                    <a:cxn ang="f106">
                      <a:pos x="f218" y="f219"/>
                    </a:cxn>
                    <a:cxn ang="f106">
                      <a:pos x="f220" y="f190"/>
                    </a:cxn>
                    <a:cxn ang="f106">
                      <a:pos x="f187" y="f221"/>
                    </a:cxn>
                    <a:cxn ang="f106">
                      <a:pos x="f222" y="f190"/>
                    </a:cxn>
                    <a:cxn ang="f106">
                      <a:pos x="f209" y="f210"/>
                    </a:cxn>
                  </a:cxnLst>
                  <a:rect l="f183" t="f186" r="f184" b="f185"/>
                  <a:pathLst>
                    <a:path w="702" h="860">
                      <a:moveTo>
                        <a:pt x="f8" y="f5"/>
                      </a:moveTo>
                      <a:cubicBezTo>
                        <a:pt x="f9" y="f5"/>
                        <a:pt x="f5" y="f9"/>
                        <a:pt x="f5" y="f8"/>
                      </a:cubicBezTo>
                      <a:cubicBezTo>
                        <a:pt x="f5" y="f10"/>
                        <a:pt x="f11" y="f12"/>
                        <a:pt x="f13" y="f14"/>
                      </a:cubicBezTo>
                      <a:cubicBezTo>
                        <a:pt x="f15" y="f16"/>
                        <a:pt x="f15" y="f16"/>
                        <a:pt x="f15" y="f16"/>
                      </a:cubicBezTo>
                      <a:cubicBezTo>
                        <a:pt x="f17" y="f16"/>
                        <a:pt x="f17" y="f16"/>
                        <a:pt x="f17" y="f16"/>
                      </a:cubicBezTo>
                      <a:cubicBezTo>
                        <a:pt x="f17" y="f16"/>
                        <a:pt x="f17" y="f16"/>
                        <a:pt x="f17" y="f16"/>
                      </a:cubicBezTo>
                      <a:cubicBezTo>
                        <a:pt x="f18" y="f16"/>
                        <a:pt x="f18" y="f16"/>
                        <a:pt x="f18" y="f16"/>
                      </a:cubicBezTo>
                      <a:cubicBezTo>
                        <a:pt x="f19" y="f20"/>
                        <a:pt x="f19" y="f20"/>
                        <a:pt x="f19" y="f20"/>
                      </a:cubicBezTo>
                      <a:cubicBezTo>
                        <a:pt x="f21" y="f20"/>
                        <a:pt x="f21" y="f20"/>
                        <a:pt x="f21" y="f20"/>
                      </a:cubicBezTo>
                      <a:cubicBezTo>
                        <a:pt x="f21" y="f20"/>
                        <a:pt x="f21" y="f20"/>
                        <a:pt x="f21" y="f20"/>
                      </a:cubicBezTo>
                      <a:cubicBezTo>
                        <a:pt x="f22" y="f20"/>
                        <a:pt x="f22" y="f20"/>
                        <a:pt x="f22" y="f20"/>
                      </a:cubicBezTo>
                      <a:cubicBezTo>
                        <a:pt x="f23" y="f7"/>
                        <a:pt x="f23" y="f7"/>
                        <a:pt x="f23" y="f7"/>
                      </a:cubicBezTo>
                      <a:cubicBezTo>
                        <a:pt x="f23" y="f7"/>
                        <a:pt x="f23" y="f7"/>
                        <a:pt x="f23" y="f7"/>
                      </a:cubicBezTo>
                      <a:cubicBezTo>
                        <a:pt x="f24" y="f7"/>
                        <a:pt x="f24" y="f7"/>
                        <a:pt x="f24" y="f7"/>
                      </a:cubicBezTo>
                      <a:cubicBezTo>
                        <a:pt x="f25" y="f7"/>
                        <a:pt x="f25" y="f7"/>
                        <a:pt x="f25" y="f7"/>
                      </a:cubicBezTo>
                      <a:cubicBezTo>
                        <a:pt x="f26" y="f7"/>
                        <a:pt x="f26" y="f7"/>
                        <a:pt x="f26" y="f7"/>
                      </a:cubicBezTo>
                      <a:cubicBezTo>
                        <a:pt x="f27" y="f28"/>
                        <a:pt x="f27" y="f28"/>
                        <a:pt x="f27" y="f28"/>
                      </a:cubicBezTo>
                      <a:cubicBezTo>
                        <a:pt x="f29" y="f30"/>
                        <a:pt x="f6" y="f31"/>
                        <a:pt x="f6" y="f8"/>
                      </a:cubicBezTo>
                      <a:cubicBezTo>
                        <a:pt x="f6" y="f9"/>
                        <a:pt x="f32" y="f5"/>
                        <a:pt x="f8" y="f5"/>
                      </a:cubicBezTo>
                      <a:close/>
                      <a:moveTo>
                        <a:pt x="f33" y="f34"/>
                      </a:moveTo>
                      <a:cubicBezTo>
                        <a:pt x="f35" y="f36"/>
                        <a:pt x="f37" y="f38"/>
                        <a:pt x="f39" y="f40"/>
                      </a:cubicBezTo>
                      <a:cubicBezTo>
                        <a:pt x="f41" y="f42"/>
                        <a:pt x="f41" y="f42"/>
                        <a:pt x="f41" y="f42"/>
                      </a:cubicBezTo>
                      <a:cubicBezTo>
                        <a:pt x="f43" y="f42"/>
                        <a:pt x="f43" y="f42"/>
                        <a:pt x="f43" y="f42"/>
                      </a:cubicBezTo>
                      <a:cubicBezTo>
                        <a:pt x="f44" y="f45"/>
                        <a:pt x="f44" y="f45"/>
                        <a:pt x="f44" y="f45"/>
                      </a:cubicBezTo>
                      <a:cubicBezTo>
                        <a:pt x="f46" y="f47"/>
                        <a:pt x="f48" y="f26"/>
                        <a:pt x="f49" y="f50"/>
                      </a:cubicBezTo>
                      <a:cubicBezTo>
                        <a:pt x="f51" y="f52"/>
                        <a:pt x="f53" y="f54"/>
                        <a:pt x="f53" y="f8"/>
                      </a:cubicBezTo>
                      <a:cubicBezTo>
                        <a:pt x="f53" y="f23"/>
                        <a:pt x="f23" y="f53"/>
                        <a:pt x="f8" y="f53"/>
                      </a:cubicBezTo>
                      <a:cubicBezTo>
                        <a:pt x="f36" y="f53"/>
                        <a:pt x="f55" y="f23"/>
                        <a:pt x="f55" y="f8"/>
                      </a:cubicBezTo>
                      <a:cubicBezTo>
                        <a:pt x="f55" y="f56"/>
                        <a:pt x="f57" y="f52"/>
                        <a:pt x="f33" y="f34"/>
                      </a:cubicBezTo>
                      <a:close/>
                    </a:path>
                  </a:pathLst>
                </a:custGeom>
                <a:gradFill>
                  <a:gsLst>
                    <a:gs pos="0">
                      <a:srgbClr val="9D9FA1"/>
                    </a:gs>
                    <a:gs pos="100000">
                      <a:srgbClr val="211F26"/>
                    </a:gs>
                  </a:gsLst>
                  <a:lin ang="2700000"/>
                </a:gradFill>
                <a:ln>
                  <a:noFill/>
                  <a:prstDash val="solid"/>
                </a:ln>
              </p:spPr>
              <p:txBody>
                <a:bodyPr vert="horz" wrap="square" lIns="91440" tIns="45720" rIns="91440" bIns="45720" anchor="t"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300" b="0" i="0" u="none" strike="noStrike" kern="0" cap="none" spc="0" baseline="0">
                    <a:solidFill>
                      <a:srgbClr val="211F26"/>
                    </a:solidFill>
                    <a:uFillTx/>
                    <a:latin typeface="Arial"/>
                  </a:endParaRPr>
                </a:p>
              </p:txBody>
            </p:sp>
          </p:grpSp>
          <p:sp>
            <p:nvSpPr>
              <p:cNvPr id="37" name="Tekstvak 29">
                <a:extLst>
                  <a:ext uri="{FF2B5EF4-FFF2-40B4-BE49-F238E27FC236}">
                    <a16:creationId xmlns:a16="http://schemas.microsoft.com/office/drawing/2014/main" id="{4D109DD9-7A8C-3F76-4FE7-FAAA88F251FE}"/>
                  </a:ext>
                </a:extLst>
              </p:cNvPr>
              <p:cNvSpPr txBox="1"/>
              <p:nvPr/>
            </p:nvSpPr>
            <p:spPr>
              <a:xfrm>
                <a:off x="-938430" y="4618469"/>
                <a:ext cx="627799" cy="322234"/>
              </a:xfrm>
              <a:prstGeom prst="rect">
                <a:avLst/>
              </a:prstGeom>
              <a:noFill/>
              <a:ln>
                <a:noFill/>
              </a:ln>
            </p:spPr>
            <p:txBody>
              <a:bodyPr vert="horz" wrap="square" lIns="0" tIns="0" rIns="0" bIns="0"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000" b="0" i="0" u="none" strike="noStrike" kern="0" cap="none" spc="0" baseline="0">
                    <a:solidFill>
                      <a:srgbClr val="211F26"/>
                    </a:solidFill>
                    <a:uFillTx/>
                    <a:latin typeface="Calibri" pitchFamily="34"/>
                    <a:cs typeface="Calibri" pitchFamily="34"/>
                  </a:rPr>
                  <a:t>Inspiration</a:t>
                </a:r>
              </a:p>
            </p:txBody>
          </p:sp>
        </p:grpSp>
        <p:grpSp>
          <p:nvGrpSpPr>
            <p:cNvPr id="38" name="Groep 21">
              <a:extLst>
                <a:ext uri="{FF2B5EF4-FFF2-40B4-BE49-F238E27FC236}">
                  <a16:creationId xmlns:a16="http://schemas.microsoft.com/office/drawing/2014/main" id="{17A3E5D7-148B-B8C5-F6AE-C6B743357A26}"/>
                </a:ext>
              </a:extLst>
            </p:cNvPr>
            <p:cNvGrpSpPr/>
            <p:nvPr/>
          </p:nvGrpSpPr>
          <p:grpSpPr>
            <a:xfrm>
              <a:off x="-3365485" y="1226978"/>
              <a:ext cx="446940" cy="406486"/>
              <a:chOff x="-3365485" y="1226978"/>
              <a:chExt cx="446940" cy="406486"/>
            </a:xfrm>
          </p:grpSpPr>
          <p:grpSp>
            <p:nvGrpSpPr>
              <p:cNvPr id="39" name="Groep 22">
                <a:extLst>
                  <a:ext uri="{FF2B5EF4-FFF2-40B4-BE49-F238E27FC236}">
                    <a16:creationId xmlns:a16="http://schemas.microsoft.com/office/drawing/2014/main" id="{EAAEAECE-0758-5926-E282-E7D0DDBB4ECA}"/>
                  </a:ext>
                </a:extLst>
              </p:cNvPr>
              <p:cNvGrpSpPr/>
              <p:nvPr/>
            </p:nvGrpSpPr>
            <p:grpSpPr>
              <a:xfrm>
                <a:off x="-3285311" y="1226978"/>
                <a:ext cx="284168" cy="246686"/>
                <a:chOff x="-3285311" y="1226978"/>
                <a:chExt cx="284168" cy="246686"/>
              </a:xfrm>
            </p:grpSpPr>
            <p:sp>
              <p:nvSpPr>
                <p:cNvPr id="40" name="Vrije vorm: vorm 24">
                  <a:extLst>
                    <a:ext uri="{FF2B5EF4-FFF2-40B4-BE49-F238E27FC236}">
                      <a16:creationId xmlns:a16="http://schemas.microsoft.com/office/drawing/2014/main" id="{EF219A4E-37CA-7161-A34C-EE7A82F46ABE}"/>
                    </a:ext>
                  </a:extLst>
                </p:cNvPr>
                <p:cNvSpPr/>
                <p:nvPr/>
              </p:nvSpPr>
              <p:spPr>
                <a:xfrm>
                  <a:off x="-3236719" y="1287612"/>
                  <a:ext cx="47978" cy="47868"/>
                </a:xfrm>
                <a:custGeom>
                  <a:avLst/>
                  <a:gdLst>
                    <a:gd name="f0" fmla="val 10800000"/>
                    <a:gd name="f1" fmla="val 5400000"/>
                    <a:gd name="f2" fmla="val 180"/>
                    <a:gd name="f3" fmla="val w"/>
                    <a:gd name="f4" fmla="val h"/>
                    <a:gd name="f5" fmla="val 0"/>
                    <a:gd name="f6" fmla="val 371475"/>
                    <a:gd name="f7" fmla="val 369094"/>
                    <a:gd name="f8" fmla="val 188119"/>
                    <a:gd name="f9" fmla="val 288068"/>
                    <a:gd name="f10" fmla="val 88169"/>
                    <a:gd name="f11" fmla="val 7144"/>
                    <a:gd name="f12" fmla="+- 0 0 -90"/>
                    <a:gd name="f13" fmla="*/ f3 1 371475"/>
                    <a:gd name="f14" fmla="*/ f4 1 371475"/>
                    <a:gd name="f15" fmla="val f5"/>
                    <a:gd name="f16" fmla="val f6"/>
                    <a:gd name="f17" fmla="*/ f12 f0 1"/>
                    <a:gd name="f18" fmla="+- f16 0 f15"/>
                    <a:gd name="f19" fmla="*/ f17 1 f2"/>
                    <a:gd name="f20" fmla="*/ f18 1 371475"/>
                    <a:gd name="f21" fmla="*/ 369094 f18 1"/>
                    <a:gd name="f22" fmla="*/ 188119 f18 1"/>
                    <a:gd name="f23" fmla="*/ 7144 f18 1"/>
                    <a:gd name="f24" fmla="+- f19 0 f1"/>
                    <a:gd name="f25" fmla="*/ f21 1 371475"/>
                    <a:gd name="f26" fmla="*/ f22 1 371475"/>
                    <a:gd name="f27" fmla="*/ f23 1 371475"/>
                    <a:gd name="f28" fmla="*/ f15 1 f20"/>
                    <a:gd name="f29" fmla="*/ f16 1 f20"/>
                    <a:gd name="f30" fmla="*/ f25 1 f20"/>
                    <a:gd name="f31" fmla="*/ f26 1 f20"/>
                    <a:gd name="f32" fmla="*/ f27 1 f20"/>
                    <a:gd name="f33" fmla="*/ f28 f13 1"/>
                    <a:gd name="f34" fmla="*/ f29 f13 1"/>
                    <a:gd name="f35" fmla="*/ f29 f14 1"/>
                    <a:gd name="f36" fmla="*/ f28 f14 1"/>
                    <a:gd name="f37" fmla="*/ f30 f13 1"/>
                    <a:gd name="f38" fmla="*/ f31 f14 1"/>
                    <a:gd name="f39" fmla="*/ f31 f13 1"/>
                    <a:gd name="f40" fmla="*/ f30 f14 1"/>
                    <a:gd name="f41" fmla="*/ f32 f13 1"/>
                    <a:gd name="f42" fmla="*/ f32 f14 1"/>
                  </a:gdLst>
                  <a:ahLst/>
                  <a:cxnLst>
                    <a:cxn ang="3cd4">
                      <a:pos x="hc" y="t"/>
                    </a:cxn>
                    <a:cxn ang="0">
                      <a:pos x="r" y="vc"/>
                    </a:cxn>
                    <a:cxn ang="cd4">
                      <a:pos x="hc" y="b"/>
                    </a:cxn>
                    <a:cxn ang="cd2">
                      <a:pos x="l" y="vc"/>
                    </a:cxn>
                    <a:cxn ang="f24">
                      <a:pos x="f37" y="f38"/>
                    </a:cxn>
                    <a:cxn ang="f24">
                      <a:pos x="f39" y="f40"/>
                    </a:cxn>
                    <a:cxn ang="f24">
                      <a:pos x="f41" y="f38"/>
                    </a:cxn>
                    <a:cxn ang="f24">
                      <a:pos x="f39" y="f42"/>
                    </a:cxn>
                    <a:cxn ang="f24">
                      <a:pos x="f37" y="f38"/>
                    </a:cxn>
                  </a:cxnLst>
                  <a:rect l="f33" t="f36" r="f34" b="f35"/>
                  <a:pathLst>
                    <a:path w="371475" h="371475">
                      <a:moveTo>
                        <a:pt x="f7" y="f8"/>
                      </a:moveTo>
                      <a:cubicBezTo>
                        <a:pt x="f7" y="f9"/>
                        <a:pt x="f9" y="f7"/>
                        <a:pt x="f8" y="f7"/>
                      </a:cubicBezTo>
                      <a:cubicBezTo>
                        <a:pt x="f10" y="f7"/>
                        <a:pt x="f11" y="f9"/>
                        <a:pt x="f11" y="f8"/>
                      </a:cubicBezTo>
                      <a:cubicBezTo>
                        <a:pt x="f11" y="f10"/>
                        <a:pt x="f10" y="f11"/>
                        <a:pt x="f8" y="f11"/>
                      </a:cubicBezTo>
                      <a:cubicBezTo>
                        <a:pt x="f9" y="f11"/>
                        <a:pt x="f7" y="f10"/>
                        <a:pt x="f7" y="f8"/>
                      </a:cubicBezTo>
                      <a:close/>
                    </a:path>
                  </a:pathLst>
                </a:custGeom>
                <a:solidFill>
                  <a:srgbClr val="1FF524"/>
                </a:solidFill>
                <a:ln>
                  <a:noFill/>
                  <a:prstDash val="solid"/>
                </a:ln>
              </p:spPr>
              <p:txBody>
                <a:bodyPr vert="horz" wrap="square" lIns="91440" tIns="45720" rIns="91440" bIns="45720" anchor="ctr"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7200" b="0" i="0" u="none" strike="noStrike" kern="1200" cap="none" spc="0" baseline="0">
                    <a:solidFill>
                      <a:srgbClr val="211F26"/>
                    </a:solidFill>
                    <a:uFillTx/>
                    <a:latin typeface="Arial"/>
                  </a:endParaRPr>
                </a:p>
              </p:txBody>
            </p:sp>
            <p:grpSp>
              <p:nvGrpSpPr>
                <p:cNvPr id="41" name="Groep 25">
                  <a:extLst>
                    <a:ext uri="{FF2B5EF4-FFF2-40B4-BE49-F238E27FC236}">
                      <a16:creationId xmlns:a16="http://schemas.microsoft.com/office/drawing/2014/main" id="{D012F189-F53A-6448-F434-277A95F32892}"/>
                    </a:ext>
                  </a:extLst>
                </p:cNvPr>
                <p:cNvGrpSpPr/>
                <p:nvPr/>
              </p:nvGrpSpPr>
              <p:grpSpPr>
                <a:xfrm>
                  <a:off x="-3285311" y="1226978"/>
                  <a:ext cx="284168" cy="246686"/>
                  <a:chOff x="-3285311" y="1226978"/>
                  <a:chExt cx="284168" cy="246686"/>
                </a:xfrm>
              </p:grpSpPr>
              <p:sp>
                <p:nvSpPr>
                  <p:cNvPr id="42" name="Vrije vorm: vorm 26">
                    <a:extLst>
                      <a:ext uri="{FF2B5EF4-FFF2-40B4-BE49-F238E27FC236}">
                        <a16:creationId xmlns:a16="http://schemas.microsoft.com/office/drawing/2014/main" id="{00D44012-77C2-D1EF-680B-441DD19BFD0B}"/>
                      </a:ext>
                    </a:extLst>
                  </p:cNvPr>
                  <p:cNvSpPr/>
                  <p:nvPr/>
                </p:nvSpPr>
                <p:spPr>
                  <a:xfrm>
                    <a:off x="-3285311" y="1226978"/>
                    <a:ext cx="284168" cy="246686"/>
                  </a:xfrm>
                  <a:custGeom>
                    <a:avLst/>
                    <a:gdLst>
                      <a:gd name="f0" fmla="val 10800000"/>
                      <a:gd name="f1" fmla="val 5400000"/>
                      <a:gd name="f2" fmla="val 180"/>
                      <a:gd name="f3" fmla="val w"/>
                      <a:gd name="f4" fmla="val h"/>
                      <a:gd name="f5" fmla="val 0"/>
                      <a:gd name="f6" fmla="val 2200275"/>
                      <a:gd name="f7" fmla="val 1914525"/>
                      <a:gd name="f8" fmla="val 7144"/>
                      <a:gd name="f9" fmla="val 245269"/>
                      <a:gd name="f10" fmla="val 432911"/>
                      <a:gd name="f11" fmla="val 1959769"/>
                      <a:gd name="f12" fmla="val 1674019"/>
                      <a:gd name="f13" fmla="val 350044"/>
                      <a:gd name="f14" fmla="val 1912144"/>
                      <a:gd name="f15" fmla="val 2197894"/>
                      <a:gd name="f16" fmla="+- 0 0 -90"/>
                      <a:gd name="f17" fmla="*/ f3 1 2200275"/>
                      <a:gd name="f18" fmla="*/ f4 1 1914525"/>
                      <a:gd name="f19" fmla="val f5"/>
                      <a:gd name="f20" fmla="val f6"/>
                      <a:gd name="f21" fmla="val f7"/>
                      <a:gd name="f22" fmla="*/ f16 f0 1"/>
                      <a:gd name="f23" fmla="+- f21 0 f19"/>
                      <a:gd name="f24" fmla="+- f20 0 f19"/>
                      <a:gd name="f25" fmla="*/ f22 1 f2"/>
                      <a:gd name="f26" fmla="*/ f24 1 2200275"/>
                      <a:gd name="f27" fmla="*/ f23 1 1914525"/>
                      <a:gd name="f28" fmla="*/ 7144 f24 1"/>
                      <a:gd name="f29" fmla="*/ 7144 f23 1"/>
                      <a:gd name="f30" fmla="*/ 245269 f23 1"/>
                      <a:gd name="f31" fmla="*/ 432911 f24 1"/>
                      <a:gd name="f32" fmla="*/ 1959769 f24 1"/>
                      <a:gd name="f33" fmla="*/ 1674019 f23 1"/>
                      <a:gd name="f34" fmla="*/ 245269 f24 1"/>
                      <a:gd name="f35" fmla="*/ 350044 f23 1"/>
                      <a:gd name="f36" fmla="*/ 1912144 f23 1"/>
                      <a:gd name="f37" fmla="*/ 2197894 f24 1"/>
                      <a:gd name="f38" fmla="+- f25 0 f1"/>
                      <a:gd name="f39" fmla="*/ f28 1 2200275"/>
                      <a:gd name="f40" fmla="*/ f29 1 1914525"/>
                      <a:gd name="f41" fmla="*/ f30 1 1914525"/>
                      <a:gd name="f42" fmla="*/ f31 1 2200275"/>
                      <a:gd name="f43" fmla="*/ f32 1 2200275"/>
                      <a:gd name="f44" fmla="*/ f33 1 1914525"/>
                      <a:gd name="f45" fmla="*/ f34 1 2200275"/>
                      <a:gd name="f46" fmla="*/ f35 1 1914525"/>
                      <a:gd name="f47" fmla="*/ f36 1 1914525"/>
                      <a:gd name="f48" fmla="*/ f37 1 2200275"/>
                      <a:gd name="f49" fmla="*/ f19 1 f26"/>
                      <a:gd name="f50" fmla="*/ f20 1 f26"/>
                      <a:gd name="f51" fmla="*/ f19 1 f27"/>
                      <a:gd name="f52" fmla="*/ f21 1 f27"/>
                      <a:gd name="f53" fmla="*/ f39 1 f26"/>
                      <a:gd name="f54" fmla="*/ f40 1 f27"/>
                      <a:gd name="f55" fmla="*/ f41 1 f27"/>
                      <a:gd name="f56" fmla="*/ f42 1 f26"/>
                      <a:gd name="f57" fmla="*/ f43 1 f26"/>
                      <a:gd name="f58" fmla="*/ f44 1 f27"/>
                      <a:gd name="f59" fmla="*/ f45 1 f26"/>
                      <a:gd name="f60" fmla="*/ f46 1 f27"/>
                      <a:gd name="f61" fmla="*/ f47 1 f27"/>
                      <a:gd name="f62" fmla="*/ f48 1 f26"/>
                      <a:gd name="f63" fmla="*/ f49 f17 1"/>
                      <a:gd name="f64" fmla="*/ f50 f17 1"/>
                      <a:gd name="f65" fmla="*/ f52 f18 1"/>
                      <a:gd name="f66" fmla="*/ f51 f18 1"/>
                      <a:gd name="f67" fmla="*/ f53 f17 1"/>
                      <a:gd name="f68" fmla="*/ f54 f18 1"/>
                      <a:gd name="f69" fmla="*/ f55 f18 1"/>
                      <a:gd name="f70" fmla="*/ f56 f17 1"/>
                      <a:gd name="f71" fmla="*/ f57 f17 1"/>
                      <a:gd name="f72" fmla="*/ f58 f18 1"/>
                      <a:gd name="f73" fmla="*/ f59 f17 1"/>
                      <a:gd name="f74" fmla="*/ f60 f18 1"/>
                      <a:gd name="f75" fmla="*/ f61 f18 1"/>
                      <a:gd name="f76" fmla="*/ f62 f17 1"/>
                    </a:gdLst>
                    <a:ahLst/>
                    <a:cxnLst>
                      <a:cxn ang="3cd4">
                        <a:pos x="hc" y="t"/>
                      </a:cxn>
                      <a:cxn ang="0">
                        <a:pos x="r" y="vc"/>
                      </a:cxn>
                      <a:cxn ang="cd4">
                        <a:pos x="hc" y="b"/>
                      </a:cxn>
                      <a:cxn ang="cd2">
                        <a:pos x="l" y="vc"/>
                      </a:cxn>
                      <a:cxn ang="f38">
                        <a:pos x="f67" y="f68"/>
                      </a:cxn>
                      <a:cxn ang="f38">
                        <a:pos x="f67" y="f69"/>
                      </a:cxn>
                      <a:cxn ang="f38">
                        <a:pos x="f70" y="f69"/>
                      </a:cxn>
                      <a:cxn ang="f38">
                        <a:pos x="f70" y="f69"/>
                      </a:cxn>
                      <a:cxn ang="f38">
                        <a:pos x="f71" y="f69"/>
                      </a:cxn>
                      <a:cxn ang="f38">
                        <a:pos x="f71" y="f72"/>
                      </a:cxn>
                      <a:cxn ang="f38">
                        <a:pos x="f73" y="f72"/>
                      </a:cxn>
                      <a:cxn ang="f38">
                        <a:pos x="f73" y="f74"/>
                      </a:cxn>
                      <a:cxn ang="f38">
                        <a:pos x="f67" y="f74"/>
                      </a:cxn>
                      <a:cxn ang="f38">
                        <a:pos x="f67" y="f75"/>
                      </a:cxn>
                      <a:cxn ang="f38">
                        <a:pos x="f76" y="f75"/>
                      </a:cxn>
                      <a:cxn ang="f38">
                        <a:pos x="f76" y="f68"/>
                      </a:cxn>
                    </a:cxnLst>
                    <a:rect l="f63" t="f66" r="f64" b="f65"/>
                    <a:pathLst>
                      <a:path w="2200275" h="1914525">
                        <a:moveTo>
                          <a:pt x="f8" y="f8"/>
                        </a:moveTo>
                        <a:lnTo>
                          <a:pt x="f8" y="f9"/>
                        </a:lnTo>
                        <a:lnTo>
                          <a:pt x="f10" y="f9"/>
                        </a:lnTo>
                        <a:lnTo>
                          <a:pt x="f10" y="f9"/>
                        </a:lnTo>
                        <a:lnTo>
                          <a:pt x="f11" y="f9"/>
                        </a:lnTo>
                        <a:lnTo>
                          <a:pt x="f11" y="f12"/>
                        </a:lnTo>
                        <a:lnTo>
                          <a:pt x="f9" y="f12"/>
                        </a:lnTo>
                        <a:lnTo>
                          <a:pt x="f9" y="f13"/>
                        </a:lnTo>
                        <a:lnTo>
                          <a:pt x="f8" y="f13"/>
                        </a:lnTo>
                        <a:lnTo>
                          <a:pt x="f8" y="f14"/>
                        </a:lnTo>
                        <a:lnTo>
                          <a:pt x="f15" y="f14"/>
                        </a:lnTo>
                        <a:lnTo>
                          <a:pt x="f15" y="f8"/>
                        </a:lnTo>
                        <a:close/>
                      </a:path>
                    </a:pathLst>
                  </a:custGeom>
                  <a:gradFill>
                    <a:gsLst>
                      <a:gs pos="0">
                        <a:srgbClr val="9D9FA1"/>
                      </a:gs>
                      <a:gs pos="100000">
                        <a:srgbClr val="211F26"/>
                      </a:gs>
                    </a:gsLst>
                    <a:lin ang="2700000"/>
                  </a:gradFill>
                  <a:ln>
                    <a:noFill/>
                    <a:prstDash val="solid"/>
                  </a:ln>
                </p:spPr>
                <p:txBody>
                  <a:bodyPr vert="horz" wrap="square" lIns="91440" tIns="45720" rIns="91440" bIns="45720" anchor="ctr"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7200" b="0" i="0" u="none" strike="noStrike" kern="1200" cap="none" spc="0" baseline="0">
                      <a:solidFill>
                        <a:srgbClr val="211F26"/>
                      </a:solidFill>
                      <a:uFillTx/>
                      <a:latin typeface="Arial"/>
                    </a:endParaRPr>
                  </a:p>
                </p:txBody>
              </p:sp>
              <p:sp>
                <p:nvSpPr>
                  <p:cNvPr id="43" name="Vrije vorm: vorm 27">
                    <a:extLst>
                      <a:ext uri="{FF2B5EF4-FFF2-40B4-BE49-F238E27FC236}">
                        <a16:creationId xmlns:a16="http://schemas.microsoft.com/office/drawing/2014/main" id="{1B05182B-B32B-65DA-02DF-F25F5D3B7EB6}"/>
                      </a:ext>
                    </a:extLst>
                  </p:cNvPr>
                  <p:cNvSpPr/>
                  <p:nvPr/>
                </p:nvSpPr>
                <p:spPr>
                  <a:xfrm>
                    <a:off x="-3236847" y="1303321"/>
                    <a:ext cx="185751" cy="114144"/>
                  </a:xfrm>
                  <a:custGeom>
                    <a:avLst/>
                    <a:gdLst>
                      <a:gd name="f0" fmla="val 10800000"/>
                      <a:gd name="f1" fmla="val 5400000"/>
                      <a:gd name="f2" fmla="val 180"/>
                      <a:gd name="f3" fmla="val w"/>
                      <a:gd name="f4" fmla="val h"/>
                      <a:gd name="f5" fmla="val 0"/>
                      <a:gd name="f6" fmla="val 1438275"/>
                      <a:gd name="f7" fmla="val 885825"/>
                      <a:gd name="f8" fmla="val 1070134"/>
                      <a:gd name="f9" fmla="val 7144"/>
                      <a:gd name="f10" fmla="val 801529"/>
                      <a:gd name="f11" fmla="val 275749"/>
                      <a:gd name="f12" fmla="val 662464"/>
                      <a:gd name="f13" fmla="val 137636"/>
                      <a:gd name="f14" fmla="val 784384"/>
                      <a:gd name="f15" fmla="val 108109"/>
                      <a:gd name="f16" fmla="val 885349"/>
                      <a:gd name="f17" fmla="val 338614"/>
                      <a:gd name="f18" fmla="val 928211"/>
                      <a:gd name="f19" fmla="val 605314"/>
                      <a:gd name="f20" fmla="val 1029176"/>
                      <a:gd name="f21" fmla="val 503396"/>
                      <a:gd name="f22" fmla="val 902494"/>
                      <a:gd name="f23" fmla="val 376714"/>
                      <a:gd name="f24" fmla="val 209074"/>
                      <a:gd name="f25" fmla="val 1337786"/>
                      <a:gd name="f26" fmla="val 480536"/>
                      <a:gd name="f27" fmla="val 1438751"/>
                      <a:gd name="f28" fmla="val 378619"/>
                      <a:gd name="f29" fmla="+- 0 0 -90"/>
                      <a:gd name="f30" fmla="*/ f3 1 1438275"/>
                      <a:gd name="f31" fmla="*/ f4 1 885825"/>
                      <a:gd name="f32" fmla="val f5"/>
                      <a:gd name="f33" fmla="val f6"/>
                      <a:gd name="f34" fmla="val f7"/>
                      <a:gd name="f35" fmla="*/ f29 f0 1"/>
                      <a:gd name="f36" fmla="+- f34 0 f32"/>
                      <a:gd name="f37" fmla="+- f33 0 f32"/>
                      <a:gd name="f38" fmla="*/ f35 1 f2"/>
                      <a:gd name="f39" fmla="*/ f37 1 1438275"/>
                      <a:gd name="f40" fmla="*/ f36 1 885825"/>
                      <a:gd name="f41" fmla="*/ 1070134 f37 1"/>
                      <a:gd name="f42" fmla="*/ 7144 f36 1"/>
                      <a:gd name="f43" fmla="*/ 801529 f37 1"/>
                      <a:gd name="f44" fmla="*/ 275749 f36 1"/>
                      <a:gd name="f45" fmla="*/ 662464 f37 1"/>
                      <a:gd name="f46" fmla="*/ 137636 f36 1"/>
                      <a:gd name="f47" fmla="*/ 7144 f37 1"/>
                      <a:gd name="f48" fmla="*/ 784384 f36 1"/>
                      <a:gd name="f49" fmla="*/ 108109 f37 1"/>
                      <a:gd name="f50" fmla="*/ 885349 f36 1"/>
                      <a:gd name="f51" fmla="*/ 338614 f36 1"/>
                      <a:gd name="f52" fmla="*/ 928211 f37 1"/>
                      <a:gd name="f53" fmla="*/ 605314 f36 1"/>
                      <a:gd name="f54" fmla="*/ 1029176 f37 1"/>
                      <a:gd name="f55" fmla="*/ 503396 f36 1"/>
                      <a:gd name="f56" fmla="*/ 902494 f37 1"/>
                      <a:gd name="f57" fmla="*/ 376714 f36 1"/>
                      <a:gd name="f58" fmla="*/ 209074 f36 1"/>
                      <a:gd name="f59" fmla="*/ 1337786 f37 1"/>
                      <a:gd name="f60" fmla="*/ 480536 f36 1"/>
                      <a:gd name="f61" fmla="*/ 1438751 f37 1"/>
                      <a:gd name="f62" fmla="*/ 378619 f36 1"/>
                      <a:gd name="f63" fmla="+- f38 0 f1"/>
                      <a:gd name="f64" fmla="*/ f41 1 1438275"/>
                      <a:gd name="f65" fmla="*/ f42 1 885825"/>
                      <a:gd name="f66" fmla="*/ f43 1 1438275"/>
                      <a:gd name="f67" fmla="*/ f44 1 885825"/>
                      <a:gd name="f68" fmla="*/ f45 1 1438275"/>
                      <a:gd name="f69" fmla="*/ f46 1 885825"/>
                      <a:gd name="f70" fmla="*/ f47 1 1438275"/>
                      <a:gd name="f71" fmla="*/ f48 1 885825"/>
                      <a:gd name="f72" fmla="*/ f49 1 1438275"/>
                      <a:gd name="f73" fmla="*/ f50 1 885825"/>
                      <a:gd name="f74" fmla="*/ f51 1 885825"/>
                      <a:gd name="f75" fmla="*/ f52 1 1438275"/>
                      <a:gd name="f76" fmla="*/ f53 1 885825"/>
                      <a:gd name="f77" fmla="*/ f54 1 1438275"/>
                      <a:gd name="f78" fmla="*/ f55 1 885825"/>
                      <a:gd name="f79" fmla="*/ f56 1 1438275"/>
                      <a:gd name="f80" fmla="*/ f57 1 885825"/>
                      <a:gd name="f81" fmla="*/ f58 1 885825"/>
                      <a:gd name="f82" fmla="*/ f59 1 1438275"/>
                      <a:gd name="f83" fmla="*/ f60 1 885825"/>
                      <a:gd name="f84" fmla="*/ f61 1 1438275"/>
                      <a:gd name="f85" fmla="*/ f62 1 885825"/>
                      <a:gd name="f86" fmla="*/ f32 1 f39"/>
                      <a:gd name="f87" fmla="*/ f33 1 f39"/>
                      <a:gd name="f88" fmla="*/ f32 1 f40"/>
                      <a:gd name="f89" fmla="*/ f34 1 f40"/>
                      <a:gd name="f90" fmla="*/ f64 1 f39"/>
                      <a:gd name="f91" fmla="*/ f65 1 f40"/>
                      <a:gd name="f92" fmla="*/ f66 1 f39"/>
                      <a:gd name="f93" fmla="*/ f67 1 f40"/>
                      <a:gd name="f94" fmla="*/ f68 1 f39"/>
                      <a:gd name="f95" fmla="*/ f69 1 f40"/>
                      <a:gd name="f96" fmla="*/ f70 1 f39"/>
                      <a:gd name="f97" fmla="*/ f71 1 f40"/>
                      <a:gd name="f98" fmla="*/ f72 1 f39"/>
                      <a:gd name="f99" fmla="*/ f73 1 f40"/>
                      <a:gd name="f100" fmla="*/ f74 1 f40"/>
                      <a:gd name="f101" fmla="*/ f75 1 f39"/>
                      <a:gd name="f102" fmla="*/ f76 1 f40"/>
                      <a:gd name="f103" fmla="*/ f77 1 f39"/>
                      <a:gd name="f104" fmla="*/ f78 1 f40"/>
                      <a:gd name="f105" fmla="*/ f79 1 f39"/>
                      <a:gd name="f106" fmla="*/ f80 1 f40"/>
                      <a:gd name="f107" fmla="*/ f81 1 f40"/>
                      <a:gd name="f108" fmla="*/ f82 1 f39"/>
                      <a:gd name="f109" fmla="*/ f83 1 f40"/>
                      <a:gd name="f110" fmla="*/ f84 1 f39"/>
                      <a:gd name="f111" fmla="*/ f85 1 f40"/>
                      <a:gd name="f112" fmla="*/ f86 f30 1"/>
                      <a:gd name="f113" fmla="*/ f87 f30 1"/>
                      <a:gd name="f114" fmla="*/ f89 f31 1"/>
                      <a:gd name="f115" fmla="*/ f88 f31 1"/>
                      <a:gd name="f116" fmla="*/ f90 f30 1"/>
                      <a:gd name="f117" fmla="*/ f91 f31 1"/>
                      <a:gd name="f118" fmla="*/ f92 f30 1"/>
                      <a:gd name="f119" fmla="*/ f93 f31 1"/>
                      <a:gd name="f120" fmla="*/ f94 f30 1"/>
                      <a:gd name="f121" fmla="*/ f95 f31 1"/>
                      <a:gd name="f122" fmla="*/ f96 f30 1"/>
                      <a:gd name="f123" fmla="*/ f97 f31 1"/>
                      <a:gd name="f124" fmla="*/ f98 f30 1"/>
                      <a:gd name="f125" fmla="*/ f99 f31 1"/>
                      <a:gd name="f126" fmla="*/ f100 f31 1"/>
                      <a:gd name="f127" fmla="*/ f101 f30 1"/>
                      <a:gd name="f128" fmla="*/ f102 f31 1"/>
                      <a:gd name="f129" fmla="*/ f103 f30 1"/>
                      <a:gd name="f130" fmla="*/ f104 f31 1"/>
                      <a:gd name="f131" fmla="*/ f105 f30 1"/>
                      <a:gd name="f132" fmla="*/ f106 f31 1"/>
                      <a:gd name="f133" fmla="*/ f107 f31 1"/>
                      <a:gd name="f134" fmla="*/ f108 f30 1"/>
                      <a:gd name="f135" fmla="*/ f109 f31 1"/>
                      <a:gd name="f136" fmla="*/ f110 f30 1"/>
                      <a:gd name="f137" fmla="*/ f111 f31 1"/>
                    </a:gdLst>
                    <a:ahLst/>
                    <a:cxnLst>
                      <a:cxn ang="3cd4">
                        <a:pos x="hc" y="t"/>
                      </a:cxn>
                      <a:cxn ang="0">
                        <a:pos x="r" y="vc"/>
                      </a:cxn>
                      <a:cxn ang="cd4">
                        <a:pos x="hc" y="b"/>
                      </a:cxn>
                      <a:cxn ang="cd2">
                        <a:pos x="l" y="vc"/>
                      </a:cxn>
                      <a:cxn ang="f63">
                        <a:pos x="f116" y="f117"/>
                      </a:cxn>
                      <a:cxn ang="f63">
                        <a:pos x="f118" y="f119"/>
                      </a:cxn>
                      <a:cxn ang="f63">
                        <a:pos x="f120" y="f121"/>
                      </a:cxn>
                      <a:cxn ang="f63">
                        <a:pos x="f122" y="f123"/>
                      </a:cxn>
                      <a:cxn ang="f63">
                        <a:pos x="f124" y="f125"/>
                      </a:cxn>
                      <a:cxn ang="f63">
                        <a:pos x="f120" y="f126"/>
                      </a:cxn>
                      <a:cxn ang="f63">
                        <a:pos x="f127" y="f128"/>
                      </a:cxn>
                      <a:cxn ang="f63">
                        <a:pos x="f129" y="f130"/>
                      </a:cxn>
                      <a:cxn ang="f63">
                        <a:pos x="f131" y="f132"/>
                      </a:cxn>
                      <a:cxn ang="f63">
                        <a:pos x="f116" y="f133"/>
                      </a:cxn>
                      <a:cxn ang="f63">
                        <a:pos x="f134" y="f135"/>
                      </a:cxn>
                      <a:cxn ang="f63">
                        <a:pos x="f136" y="f137"/>
                      </a:cxn>
                    </a:cxnLst>
                    <a:rect l="f112" t="f115" r="f113" b="f114"/>
                    <a:pathLst>
                      <a:path w="1438275" h="885825">
                        <a:moveTo>
                          <a:pt x="f8" y="f9"/>
                        </a:moveTo>
                        <a:lnTo>
                          <a:pt x="f10" y="f11"/>
                        </a:lnTo>
                        <a:lnTo>
                          <a:pt x="f12" y="f13"/>
                        </a:lnTo>
                        <a:lnTo>
                          <a:pt x="f9" y="f14"/>
                        </a:lnTo>
                        <a:lnTo>
                          <a:pt x="f15" y="f16"/>
                        </a:lnTo>
                        <a:lnTo>
                          <a:pt x="f12" y="f17"/>
                        </a:lnTo>
                        <a:lnTo>
                          <a:pt x="f18" y="f19"/>
                        </a:lnTo>
                        <a:lnTo>
                          <a:pt x="f20" y="f21"/>
                        </a:lnTo>
                        <a:lnTo>
                          <a:pt x="f22" y="f23"/>
                        </a:lnTo>
                        <a:lnTo>
                          <a:pt x="f8" y="f24"/>
                        </a:lnTo>
                        <a:lnTo>
                          <a:pt x="f25" y="f26"/>
                        </a:lnTo>
                        <a:lnTo>
                          <a:pt x="f27" y="f28"/>
                        </a:lnTo>
                        <a:close/>
                      </a:path>
                    </a:pathLst>
                  </a:custGeom>
                  <a:gradFill>
                    <a:gsLst>
                      <a:gs pos="0">
                        <a:srgbClr val="9D9FA1"/>
                      </a:gs>
                      <a:gs pos="100000">
                        <a:srgbClr val="211F26"/>
                      </a:gs>
                    </a:gsLst>
                    <a:lin ang="2700000"/>
                  </a:gradFill>
                  <a:ln>
                    <a:noFill/>
                    <a:prstDash val="solid"/>
                  </a:ln>
                </p:spPr>
                <p:txBody>
                  <a:bodyPr vert="horz" wrap="square" lIns="91440" tIns="45720" rIns="91440" bIns="45720" anchor="ctr"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7200" b="0" i="0" u="none" strike="noStrike" kern="1200" cap="none" spc="0" baseline="0">
                      <a:solidFill>
                        <a:srgbClr val="211F26"/>
                      </a:solidFill>
                      <a:uFillTx/>
                      <a:latin typeface="Arial"/>
                    </a:endParaRPr>
                  </a:p>
                </p:txBody>
              </p:sp>
            </p:grpSp>
          </p:grpSp>
          <p:sp>
            <p:nvSpPr>
              <p:cNvPr id="44" name="Tekstvak 23">
                <a:extLst>
                  <a:ext uri="{FF2B5EF4-FFF2-40B4-BE49-F238E27FC236}">
                    <a16:creationId xmlns:a16="http://schemas.microsoft.com/office/drawing/2014/main" id="{7ED10826-7385-95D6-A678-C974FE25D556}"/>
                  </a:ext>
                </a:extLst>
              </p:cNvPr>
              <p:cNvSpPr txBox="1"/>
              <p:nvPr/>
            </p:nvSpPr>
            <p:spPr>
              <a:xfrm>
                <a:off x="-3365485" y="1489959"/>
                <a:ext cx="446940" cy="143505"/>
              </a:xfrm>
              <a:prstGeom prst="rect">
                <a:avLst/>
              </a:prstGeom>
              <a:noFill/>
              <a:ln>
                <a:noFill/>
              </a:ln>
            </p:spPr>
            <p:txBody>
              <a:bodyPr vert="horz" wrap="square" lIns="0" tIns="18004" rIns="0" bIns="0" anchor="t"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000" b="0" i="0" u="none" strike="noStrike" kern="0" cap="none" spc="0" baseline="0">
                    <a:solidFill>
                      <a:srgbClr val="211F26"/>
                    </a:solidFill>
                    <a:uFillTx/>
                    <a:latin typeface="Calibri" pitchFamily="34"/>
                    <a:cs typeface="Calibri" pitchFamily="34"/>
                  </a:rPr>
                  <a:t>Images</a:t>
                </a:r>
              </a:p>
            </p:txBody>
          </p:sp>
        </p:grpSp>
      </p:grpSp>
    </p:spTree>
    <p:extLst>
      <p:ext uri="{BB962C8B-B14F-4D97-AF65-F5344CB8AC3E}">
        <p14:creationId xmlns:p14="http://schemas.microsoft.com/office/powerpoint/2010/main" val="1757150172"/>
      </p:ext>
    </p:extLst>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ext + image | 5x">
    <p:spTree>
      <p:nvGrpSpPr>
        <p:cNvPr id="1" name=""/>
        <p:cNvGrpSpPr/>
        <p:nvPr/>
      </p:nvGrpSpPr>
      <p:grpSpPr>
        <a:xfrm>
          <a:off x="0" y="0"/>
          <a:ext cx="0" cy="0"/>
          <a:chOff x="0" y="0"/>
          <a:chExt cx="0" cy="0"/>
        </a:xfrm>
      </p:grpSpPr>
      <p:sp>
        <p:nvSpPr>
          <p:cNvPr id="2" name="Tijdelijke aanduiding voor afbeelding 16">
            <a:extLst>
              <a:ext uri="{FF2B5EF4-FFF2-40B4-BE49-F238E27FC236}">
                <a16:creationId xmlns:a16="http://schemas.microsoft.com/office/drawing/2014/main" id="{9E28DEC5-4A59-9CB7-1CB3-8B311E0B0AC5}"/>
              </a:ext>
            </a:extLst>
          </p:cNvPr>
          <p:cNvSpPr txBox="1">
            <a:spLocks noGrp="1"/>
          </p:cNvSpPr>
          <p:nvPr>
            <p:ph type="pic" idx="4294967295"/>
          </p:nvPr>
        </p:nvSpPr>
        <p:spPr>
          <a:xfrm>
            <a:off x="7276091" y="1565269"/>
            <a:ext cx="2008022" cy="2401241"/>
          </a:xfrm>
          <a:blipFill>
            <a:blip r:embed="rId2"/>
            <a:tile/>
          </a:blipFill>
        </p:spPr>
        <p:txBody>
          <a:bodyPr bIns="1331997" anchor="ctr" anchorCtr="1"/>
          <a:lstStyle>
            <a:lvl1pPr marL="0" indent="0" algn="ctr">
              <a:lnSpc>
                <a:spcPct val="100000"/>
              </a:lnSpc>
              <a:spcBef>
                <a:spcPts val="0"/>
              </a:spcBef>
              <a:spcAft>
                <a:spcPts val="0"/>
              </a:spcAft>
              <a:buNone/>
              <a:defRPr sz="1200" i="1">
                <a:solidFill>
                  <a:srgbClr val="7F7F7F"/>
                </a:solidFill>
              </a:defRPr>
            </a:lvl1pPr>
          </a:lstStyle>
          <a:p>
            <a:pPr lvl="0"/>
            <a:r>
              <a:rPr lang="en-GB"/>
              <a:t>Select this placeholder, </a:t>
            </a:r>
            <a:br>
              <a:rPr lang="en-GB"/>
            </a:br>
            <a:r>
              <a:rPr lang="en-GB"/>
              <a:t>go to the tab ‘Slidebuilder’, click on ‘Images’,</a:t>
            </a:r>
            <a:br>
              <a:rPr lang="en-GB"/>
            </a:br>
            <a:r>
              <a:rPr lang="en-GB"/>
              <a:t>select the preferred image and click on ‘Insert’.</a:t>
            </a:r>
          </a:p>
        </p:txBody>
      </p:sp>
      <p:sp>
        <p:nvSpPr>
          <p:cNvPr id="3" name="Tijdelijke aanduiding voor afbeelding 16">
            <a:extLst>
              <a:ext uri="{FF2B5EF4-FFF2-40B4-BE49-F238E27FC236}">
                <a16:creationId xmlns:a16="http://schemas.microsoft.com/office/drawing/2014/main" id="{C6218798-DBB2-2527-2DEF-7324F77DE36A}"/>
              </a:ext>
            </a:extLst>
          </p:cNvPr>
          <p:cNvSpPr txBox="1">
            <a:spLocks noGrp="1"/>
          </p:cNvSpPr>
          <p:nvPr>
            <p:ph type="pic" idx="4294967295"/>
          </p:nvPr>
        </p:nvSpPr>
        <p:spPr>
          <a:xfrm>
            <a:off x="9461735" y="1565269"/>
            <a:ext cx="2008022" cy="2401241"/>
          </a:xfrm>
          <a:blipFill>
            <a:blip r:embed="rId2"/>
            <a:tile/>
          </a:blipFill>
        </p:spPr>
        <p:txBody>
          <a:bodyPr bIns="1331997" anchor="ctr" anchorCtr="1"/>
          <a:lstStyle>
            <a:lvl1pPr marL="0" indent="0" algn="ctr">
              <a:lnSpc>
                <a:spcPct val="100000"/>
              </a:lnSpc>
              <a:spcBef>
                <a:spcPts val="0"/>
              </a:spcBef>
              <a:spcAft>
                <a:spcPts val="0"/>
              </a:spcAft>
              <a:buNone/>
              <a:defRPr sz="1200" i="1">
                <a:solidFill>
                  <a:srgbClr val="7F7F7F"/>
                </a:solidFill>
              </a:defRPr>
            </a:lvl1pPr>
          </a:lstStyle>
          <a:p>
            <a:pPr lvl="0"/>
            <a:r>
              <a:rPr lang="en-GB"/>
              <a:t>Select this placeholder, </a:t>
            </a:r>
            <a:br>
              <a:rPr lang="en-GB"/>
            </a:br>
            <a:r>
              <a:rPr lang="en-GB"/>
              <a:t>go to the tab ‘Slidebuilder’, click on ‘Images’,</a:t>
            </a:r>
            <a:br>
              <a:rPr lang="en-GB"/>
            </a:br>
            <a:r>
              <a:rPr lang="en-GB"/>
              <a:t>select the preferred image and click on ‘Insert’.</a:t>
            </a:r>
          </a:p>
        </p:txBody>
      </p:sp>
      <p:grpSp>
        <p:nvGrpSpPr>
          <p:cNvPr id="4" name="INSTRUCTION">
            <a:extLst>
              <a:ext uri="{FF2B5EF4-FFF2-40B4-BE49-F238E27FC236}">
                <a16:creationId xmlns:a16="http://schemas.microsoft.com/office/drawing/2014/main" id="{9BACC0A3-96EE-818A-AD4F-F6D1A8CBBECF}"/>
              </a:ext>
            </a:extLst>
          </p:cNvPr>
          <p:cNvGrpSpPr/>
          <p:nvPr/>
        </p:nvGrpSpPr>
        <p:grpSpPr>
          <a:xfrm>
            <a:off x="-3786164" y="0"/>
            <a:ext cx="3693115" cy="5054638"/>
            <a:chOff x="-3786164" y="0"/>
            <a:chExt cx="3693115" cy="5054638"/>
          </a:xfrm>
        </p:grpSpPr>
        <p:sp>
          <p:nvSpPr>
            <p:cNvPr id="5" name="Rechthoek 5">
              <a:extLst>
                <a:ext uri="{FF2B5EF4-FFF2-40B4-BE49-F238E27FC236}">
                  <a16:creationId xmlns:a16="http://schemas.microsoft.com/office/drawing/2014/main" id="{D394DDC9-3C9C-34B3-C7C9-BA4D9145706F}"/>
                </a:ext>
              </a:extLst>
            </p:cNvPr>
            <p:cNvSpPr/>
            <p:nvPr/>
          </p:nvSpPr>
          <p:spPr>
            <a:xfrm>
              <a:off x="-3786164" y="0"/>
              <a:ext cx="3593089" cy="4391598"/>
            </a:xfrm>
            <a:prstGeom prst="rect">
              <a:avLst/>
            </a:prstGeom>
            <a:solidFill>
              <a:srgbClr val="FFFFFF"/>
            </a:solidFill>
            <a:ln w="6345" cap="flat">
              <a:solidFill>
                <a:srgbClr val="ECECEC"/>
              </a:solidFill>
              <a:prstDash val="solid"/>
              <a:miter/>
            </a:ln>
          </p:spPr>
          <p:txBody>
            <a:bodyPr vert="horz" wrap="square" lIns="179999" tIns="143999" rIns="179999" bIns="143999"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400" b="1" i="0" u="none" strike="noStrike" kern="1200" cap="all" spc="0" baseline="0">
                  <a:solidFill>
                    <a:srgbClr val="00A6D6"/>
                  </a:solidFill>
                  <a:uFillTx/>
                  <a:latin typeface="Calibri" pitchFamily="34"/>
                  <a:cs typeface="Calibri" pitchFamily="34"/>
                </a:rPr>
                <a:t>Insert/edit an image</a:t>
              </a:r>
            </a:p>
          </p:txBody>
        </p:sp>
        <p:sp>
          <p:nvSpPr>
            <p:cNvPr id="6" name="Rechthoek 6">
              <a:extLst>
                <a:ext uri="{FF2B5EF4-FFF2-40B4-BE49-F238E27FC236}">
                  <a16:creationId xmlns:a16="http://schemas.microsoft.com/office/drawing/2014/main" id="{B6CBFCC5-0F60-3F0D-AB36-DCDBCBAA9A78}"/>
                </a:ext>
              </a:extLst>
            </p:cNvPr>
            <p:cNvSpPr/>
            <p:nvPr/>
          </p:nvSpPr>
          <p:spPr>
            <a:xfrm>
              <a:off x="-3786164" y="4226640"/>
              <a:ext cx="3593637" cy="827998"/>
            </a:xfrm>
            <a:prstGeom prst="rect">
              <a:avLst/>
            </a:prstGeom>
            <a:solidFill>
              <a:srgbClr val="ECECEC"/>
            </a:solidFill>
            <a:ln w="6345" cap="flat">
              <a:solidFill>
                <a:srgbClr val="ECECEC"/>
              </a:solidFill>
              <a:prstDash val="solid"/>
              <a:miter/>
            </a:ln>
          </p:spPr>
          <p:txBody>
            <a:bodyPr vert="horz" wrap="square" lIns="179999" tIns="143999" rIns="179999" bIns="143999"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1" i="0" u="none" strike="noStrike" kern="1200" cap="all" spc="0" baseline="0">
                  <a:solidFill>
                    <a:srgbClr val="211F26"/>
                  </a:solidFill>
                  <a:uFillTx/>
                  <a:latin typeface="Calibri" pitchFamily="34"/>
                  <a:cs typeface="Calibri" pitchFamily="34"/>
                </a:rPr>
                <a:t>Want to know more?</a:t>
              </a:r>
              <a:br>
                <a:rPr lang="en-GB" sz="1200" b="1" i="0" u="none" strike="noStrike" kern="1200" cap="all" spc="0" baseline="0">
                  <a:solidFill>
                    <a:srgbClr val="211F26"/>
                  </a:solidFill>
                  <a:uFillTx/>
                  <a:latin typeface="Calibri" pitchFamily="34"/>
                  <a:cs typeface="Calibri" pitchFamily="34"/>
                </a:rPr>
              </a:br>
              <a:r>
                <a:rPr lang="en-GB" sz="1200" b="0" i="0" u="none" strike="noStrike" kern="1200" cap="none" spc="0" baseline="0">
                  <a:solidFill>
                    <a:srgbClr val="211F26"/>
                  </a:solidFill>
                  <a:uFillTx/>
                  <a:latin typeface="Calibri" pitchFamily="34"/>
                  <a:cs typeface="Calibri" pitchFamily="34"/>
                </a:rPr>
                <a:t>Go to the tab</a:t>
              </a:r>
              <a:r>
                <a:rPr lang="en-GB" sz="1200" b="1" i="0" u="none" strike="noStrike" kern="1200" cap="all" spc="0" baseline="0">
                  <a:solidFill>
                    <a:srgbClr val="211F26"/>
                  </a:solidFill>
                  <a:uFillTx/>
                  <a:latin typeface="Calibri" pitchFamily="34"/>
                  <a:cs typeface="Calibri" pitchFamily="34"/>
                </a:rPr>
                <a:t> 'SLIDEBUILDER’ </a:t>
              </a:r>
              <a:r>
                <a:rPr lang="en-GB" sz="1200" b="0" i="0" u="none" strike="noStrike" kern="1200" cap="none" spc="0" baseline="0">
                  <a:solidFill>
                    <a:srgbClr val="211F26"/>
                  </a:solidFill>
                  <a:uFillTx/>
                  <a:latin typeface="Calibri" pitchFamily="34"/>
                  <a:cs typeface="Calibri" pitchFamily="34"/>
                </a:rPr>
                <a:t>and click</a:t>
              </a:r>
              <a:br>
                <a:rPr lang="en-GB" sz="1200" b="0" i="0" u="none" strike="noStrike" kern="1200" cap="none" spc="0" baseline="0">
                  <a:solidFill>
                    <a:srgbClr val="211F26"/>
                  </a:solidFill>
                  <a:uFillTx/>
                  <a:latin typeface="Calibri" pitchFamily="34"/>
                  <a:cs typeface="Calibri" pitchFamily="34"/>
                </a:rPr>
              </a:br>
              <a:r>
                <a:rPr lang="en-GB" sz="1200" b="0" i="0" u="none" strike="noStrike" kern="1200" cap="none" spc="0" baseline="0">
                  <a:solidFill>
                    <a:srgbClr val="211F26"/>
                  </a:solidFill>
                  <a:uFillTx/>
                  <a:latin typeface="Calibri" pitchFamily="34"/>
                  <a:cs typeface="Calibri" pitchFamily="34"/>
                </a:rPr>
                <a:t>on the button </a:t>
              </a:r>
              <a:r>
                <a:rPr lang="en-GB" sz="1200" b="1" i="0" u="none" strike="noStrike" kern="1200" cap="all" spc="0" baseline="0">
                  <a:solidFill>
                    <a:srgbClr val="211F26"/>
                  </a:solidFill>
                  <a:uFillTx/>
                  <a:latin typeface="Calibri" pitchFamily="34"/>
                  <a:cs typeface="Calibri" pitchFamily="34"/>
                </a:rPr>
                <a:t>‘Inspiration'</a:t>
              </a:r>
            </a:p>
          </p:txBody>
        </p:sp>
        <p:sp>
          <p:nvSpPr>
            <p:cNvPr id="7" name="Ovaal 7">
              <a:extLst>
                <a:ext uri="{FF2B5EF4-FFF2-40B4-BE49-F238E27FC236}">
                  <a16:creationId xmlns:a16="http://schemas.microsoft.com/office/drawing/2014/main" id="{DF21ED8C-1673-A6A8-A1DB-4A3771F425AF}"/>
                </a:ext>
              </a:extLst>
            </p:cNvPr>
            <p:cNvSpPr/>
            <p:nvPr/>
          </p:nvSpPr>
          <p:spPr>
            <a:xfrm>
              <a:off x="-3603586" y="465319"/>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1</a:t>
              </a:r>
            </a:p>
          </p:txBody>
        </p:sp>
        <p:sp>
          <p:nvSpPr>
            <p:cNvPr id="8" name="Rechthoek 8">
              <a:extLst>
                <a:ext uri="{FF2B5EF4-FFF2-40B4-BE49-F238E27FC236}">
                  <a16:creationId xmlns:a16="http://schemas.microsoft.com/office/drawing/2014/main" id="{743C97DB-1F7D-F157-0D5C-4153C91CDEA6}"/>
                </a:ext>
              </a:extLst>
            </p:cNvPr>
            <p:cNvSpPr/>
            <p:nvPr/>
          </p:nvSpPr>
          <p:spPr>
            <a:xfrm>
              <a:off x="-3319418" y="465319"/>
              <a:ext cx="3008778" cy="661851"/>
            </a:xfrm>
            <a:prstGeom prst="rect">
              <a:avLst/>
            </a:prstGeom>
            <a:noFill/>
            <a:ln>
              <a:noFill/>
              <a:prstDash val="solid"/>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0" i="0" u="none" strike="noStrike" kern="0" cap="none" spc="0" baseline="0">
                  <a:solidFill>
                    <a:srgbClr val="000000"/>
                  </a:solidFill>
                  <a:uFillTx/>
                  <a:latin typeface="Calibri" pitchFamily="34"/>
                  <a:cs typeface="Calibri" pitchFamily="34"/>
                </a:rPr>
                <a:t>If necessary, delete the existing image</a:t>
              </a:r>
              <a:br>
                <a:rPr lang="en-GB" sz="1200" b="0" i="0" u="none" strike="noStrike" kern="0" cap="none" spc="0" baseline="0">
                  <a:solidFill>
                    <a:srgbClr val="000000"/>
                  </a:solidFill>
                  <a:uFillTx/>
                  <a:latin typeface="Calibri" pitchFamily="34"/>
                  <a:cs typeface="Calibri" pitchFamily="34"/>
                </a:rPr>
              </a:br>
              <a:r>
                <a:rPr lang="en-GB" sz="1200" b="0" i="0" u="none" strike="noStrike" kern="0" cap="none" spc="0" baseline="0">
                  <a:solidFill>
                    <a:srgbClr val="000000"/>
                  </a:solidFill>
                  <a:uFillTx/>
                  <a:latin typeface="Calibri" pitchFamily="34"/>
                  <a:cs typeface="Calibri" pitchFamily="34"/>
                </a:rPr>
                <a:t>by using the </a:t>
              </a:r>
              <a:r>
                <a:rPr lang="en-GB" sz="1200" b="1" i="0" u="none" strike="noStrike" kern="0" cap="none" spc="0" baseline="0">
                  <a:solidFill>
                    <a:srgbClr val="000000"/>
                  </a:solidFill>
                  <a:uFillTx/>
                  <a:latin typeface="Calibri" pitchFamily="34"/>
                  <a:cs typeface="Calibri" pitchFamily="34"/>
                </a:rPr>
                <a:t>‘Backspace key’</a:t>
              </a:r>
              <a:r>
                <a:rPr lang="en-GB" sz="1200" b="0" i="0" u="none" strike="noStrike" kern="0" cap="none" spc="0" baseline="0">
                  <a:solidFill>
                    <a:srgbClr val="000000"/>
                  </a:solidFill>
                  <a:uFillTx/>
                  <a:latin typeface="Calibri" pitchFamily="34"/>
                  <a:cs typeface="Calibri" pitchFamily="34"/>
                </a:rPr>
                <a:t>. Select the placeholder, go to the tab </a:t>
              </a:r>
              <a:r>
                <a:rPr lang="en-GB" sz="1200" b="1" i="0" u="none" strike="noStrike" kern="0" cap="none" spc="0" baseline="0">
                  <a:solidFill>
                    <a:srgbClr val="000000"/>
                  </a:solidFill>
                  <a:uFillTx/>
                  <a:latin typeface="Calibri" pitchFamily="34"/>
                  <a:cs typeface="Calibri" pitchFamily="34"/>
                </a:rPr>
                <a:t>‘Slidebuilder’</a:t>
              </a:r>
              <a:r>
                <a:rPr lang="en-GB" sz="1200" b="0" i="0" u="none" strike="noStrike" kern="0" cap="none" spc="0" baseline="0">
                  <a:solidFill>
                    <a:srgbClr val="000000"/>
                  </a:solidFill>
                  <a:uFillTx/>
                  <a:latin typeface="Calibri" pitchFamily="34"/>
                  <a:cs typeface="Calibri" pitchFamily="34"/>
                </a:rPr>
                <a:t> and click on the button </a:t>
              </a:r>
              <a:r>
                <a:rPr lang="en-GB" sz="1200" b="1" i="0" u="none" strike="noStrike" kern="0" cap="none" spc="0" baseline="0">
                  <a:solidFill>
                    <a:srgbClr val="000000"/>
                  </a:solidFill>
                  <a:uFillTx/>
                  <a:latin typeface="Calibri" pitchFamily="34"/>
                  <a:cs typeface="Calibri" pitchFamily="34"/>
                </a:rPr>
                <a:t>‘Images’</a:t>
              </a:r>
              <a:r>
                <a:rPr lang="en-GB" sz="1200" b="0" i="0" u="none" strike="noStrike" kern="0" cap="none" spc="0" baseline="0">
                  <a:solidFill>
                    <a:srgbClr val="000000"/>
                  </a:solidFill>
                  <a:uFillTx/>
                  <a:latin typeface="Calibri" pitchFamily="34"/>
                  <a:cs typeface="Calibri" pitchFamily="34"/>
                </a:rPr>
                <a:t>.</a:t>
              </a:r>
            </a:p>
          </p:txBody>
        </p:sp>
        <p:sp>
          <p:nvSpPr>
            <p:cNvPr id="9" name="Ovaal 12">
              <a:extLst>
                <a:ext uri="{FF2B5EF4-FFF2-40B4-BE49-F238E27FC236}">
                  <a16:creationId xmlns:a16="http://schemas.microsoft.com/office/drawing/2014/main" id="{61129ABF-A97D-E4C6-5678-BA32FD9BA6C3}"/>
                </a:ext>
              </a:extLst>
            </p:cNvPr>
            <p:cNvSpPr/>
            <p:nvPr/>
          </p:nvSpPr>
          <p:spPr>
            <a:xfrm>
              <a:off x="-3603586" y="1811179"/>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2</a:t>
              </a:r>
            </a:p>
          </p:txBody>
        </p:sp>
        <p:sp>
          <p:nvSpPr>
            <p:cNvPr id="10" name="Rechthoek 15">
              <a:extLst>
                <a:ext uri="{FF2B5EF4-FFF2-40B4-BE49-F238E27FC236}">
                  <a16:creationId xmlns:a16="http://schemas.microsoft.com/office/drawing/2014/main" id="{EB655272-BDDE-9DA5-CF75-B9ECF5BC41BA}"/>
                </a:ext>
              </a:extLst>
            </p:cNvPr>
            <p:cNvSpPr/>
            <p:nvPr/>
          </p:nvSpPr>
          <p:spPr>
            <a:xfrm>
              <a:off x="-3319418" y="1811188"/>
              <a:ext cx="2944678" cy="326340"/>
            </a:xfrm>
            <a:prstGeom prst="rect">
              <a:avLst/>
            </a:prstGeom>
            <a:noFill/>
            <a:ln>
              <a:noFill/>
              <a:prstDash val="solid"/>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0" i="0" u="none" strike="noStrike" kern="0" cap="none" spc="0" baseline="0">
                  <a:solidFill>
                    <a:srgbClr val="000000"/>
                  </a:solidFill>
                  <a:uFillTx/>
                  <a:latin typeface="Calibri" pitchFamily="34"/>
                  <a:cs typeface="Calibri" pitchFamily="34"/>
                </a:rPr>
                <a:t>Select the preferred category and image</a:t>
              </a:r>
              <a:br>
                <a:rPr lang="en-GB" sz="1200" b="0" i="0" u="none" strike="noStrike" kern="0" cap="none" spc="0" baseline="0">
                  <a:solidFill>
                    <a:srgbClr val="000000"/>
                  </a:solidFill>
                  <a:uFillTx/>
                  <a:latin typeface="Calibri" pitchFamily="34"/>
                  <a:cs typeface="Calibri" pitchFamily="34"/>
                </a:rPr>
              </a:br>
              <a:r>
                <a:rPr lang="en-GB" sz="1200" b="0" i="0" u="none" strike="noStrike" kern="0" cap="none" spc="0" baseline="0">
                  <a:solidFill>
                    <a:srgbClr val="000000"/>
                  </a:solidFill>
                  <a:uFillTx/>
                  <a:latin typeface="Calibri" pitchFamily="34"/>
                  <a:cs typeface="Calibri" pitchFamily="34"/>
                </a:rPr>
                <a:t>and click on  </a:t>
              </a:r>
              <a:r>
                <a:rPr lang="en-GB" sz="1200" b="1" i="0" u="none" strike="noStrike" kern="0" cap="none" spc="0" baseline="0">
                  <a:solidFill>
                    <a:srgbClr val="000000"/>
                  </a:solidFill>
                  <a:uFillTx/>
                  <a:latin typeface="Calibri" pitchFamily="34"/>
                  <a:cs typeface="Calibri" pitchFamily="34"/>
                </a:rPr>
                <a:t>‘Insert’</a:t>
              </a:r>
              <a:r>
                <a:rPr lang="en-GB" sz="1200" b="0" i="0" u="none" strike="noStrike" kern="0" cap="none" spc="0" baseline="0">
                  <a:solidFill>
                    <a:srgbClr val="000000"/>
                  </a:solidFill>
                  <a:uFillTx/>
                  <a:latin typeface="Calibri" pitchFamily="34"/>
                  <a:cs typeface="Calibri" pitchFamily="34"/>
                </a:rPr>
                <a:t>.</a:t>
              </a:r>
            </a:p>
          </p:txBody>
        </p:sp>
        <p:sp>
          <p:nvSpPr>
            <p:cNvPr id="11" name="Rechthoek 16">
              <a:extLst>
                <a:ext uri="{FF2B5EF4-FFF2-40B4-BE49-F238E27FC236}">
                  <a16:creationId xmlns:a16="http://schemas.microsoft.com/office/drawing/2014/main" id="{42357208-C5F4-6964-80A6-2ACAABE3EB9B}"/>
                </a:ext>
              </a:extLst>
            </p:cNvPr>
            <p:cNvSpPr/>
            <p:nvPr/>
          </p:nvSpPr>
          <p:spPr>
            <a:xfrm>
              <a:off x="-3319418" y="2245757"/>
              <a:ext cx="825502" cy="209553"/>
            </a:xfrm>
            <a:prstGeom prst="rect">
              <a:avLst/>
            </a:prstGeom>
            <a:solidFill>
              <a:srgbClr val="1FF524"/>
            </a:solidFill>
            <a:ln>
              <a:noFill/>
              <a:prstDash val="solid"/>
            </a:ln>
          </p:spPr>
          <p:txBody>
            <a:bodyPr vert="horz" wrap="square" lIns="0" tIns="0" rIns="0" bIns="0"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000" b="1" i="0" u="none" strike="noStrike" kern="1200" cap="none" spc="0" baseline="0">
                  <a:solidFill>
                    <a:srgbClr val="211F26"/>
                  </a:solidFill>
                  <a:uFillTx/>
                  <a:latin typeface="Calibri" pitchFamily="34"/>
                  <a:cs typeface="Calibri" pitchFamily="34"/>
                </a:rPr>
                <a:t>Insert</a:t>
              </a:r>
            </a:p>
          </p:txBody>
        </p:sp>
        <p:sp>
          <p:nvSpPr>
            <p:cNvPr id="12" name="Ovaal 17">
              <a:extLst>
                <a:ext uri="{FF2B5EF4-FFF2-40B4-BE49-F238E27FC236}">
                  <a16:creationId xmlns:a16="http://schemas.microsoft.com/office/drawing/2014/main" id="{BCC3A79A-E8E1-84BB-578B-DFF32155F99A}"/>
                </a:ext>
              </a:extLst>
            </p:cNvPr>
            <p:cNvSpPr/>
            <p:nvPr/>
          </p:nvSpPr>
          <p:spPr>
            <a:xfrm>
              <a:off x="-3603586" y="2634834"/>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3</a:t>
              </a:r>
            </a:p>
          </p:txBody>
        </p:sp>
        <p:sp>
          <p:nvSpPr>
            <p:cNvPr id="13" name="Rechthoek 18">
              <a:extLst>
                <a:ext uri="{FF2B5EF4-FFF2-40B4-BE49-F238E27FC236}">
                  <a16:creationId xmlns:a16="http://schemas.microsoft.com/office/drawing/2014/main" id="{372FA23C-1F10-2472-CD63-C4E69D323D27}"/>
                </a:ext>
              </a:extLst>
            </p:cNvPr>
            <p:cNvSpPr/>
            <p:nvPr/>
          </p:nvSpPr>
          <p:spPr>
            <a:xfrm>
              <a:off x="-3319418" y="2634834"/>
              <a:ext cx="2944678" cy="794165"/>
            </a:xfrm>
            <a:prstGeom prst="rect">
              <a:avLst/>
            </a:prstGeom>
            <a:noFill/>
            <a:ln>
              <a:noFill/>
              <a:prstDash val="solid"/>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0" i="0" u="none" strike="noStrike" kern="0" cap="none" spc="0" baseline="0">
                  <a:solidFill>
                    <a:srgbClr val="000000"/>
                  </a:solidFill>
                  <a:uFillTx/>
                  <a:latin typeface="Calibri" pitchFamily="34"/>
                  <a:cs typeface="Calibri" pitchFamily="34"/>
                </a:rPr>
                <a:t>To scale or drag the image, go to the tab </a:t>
              </a:r>
              <a:r>
                <a:rPr lang="en-GB" sz="1200" b="1" i="0" u="none" strike="noStrike" kern="0" cap="none" spc="0" baseline="0">
                  <a:solidFill>
                    <a:srgbClr val="000000"/>
                  </a:solidFill>
                  <a:uFillTx/>
                  <a:latin typeface="Calibri" pitchFamily="34"/>
                  <a:cs typeface="Calibri" pitchFamily="34"/>
                </a:rPr>
                <a:t>‘Picture Tools - Format’</a:t>
              </a:r>
              <a:r>
                <a:rPr lang="en-GB" sz="1200" b="0" i="0" u="none" strike="noStrike" kern="0" cap="none" spc="0" baseline="0">
                  <a:solidFill>
                    <a:srgbClr val="000000"/>
                  </a:solidFill>
                  <a:uFillTx/>
                  <a:latin typeface="Calibri" pitchFamily="34"/>
                  <a:cs typeface="Calibri" pitchFamily="34"/>
                </a:rPr>
                <a:t> and click on</a:t>
              </a:r>
              <a:br>
                <a:rPr lang="en-GB" sz="1200" b="0" i="0" u="none" strike="noStrike" kern="0" cap="none" spc="0" baseline="0">
                  <a:solidFill>
                    <a:srgbClr val="000000"/>
                  </a:solidFill>
                  <a:uFillTx/>
                  <a:latin typeface="Calibri" pitchFamily="34"/>
                  <a:cs typeface="Calibri" pitchFamily="34"/>
                </a:rPr>
              </a:br>
              <a:r>
                <a:rPr lang="en-GB" sz="1200" b="0" i="0" u="none" strike="noStrike" kern="0" cap="none" spc="0" baseline="0">
                  <a:solidFill>
                    <a:srgbClr val="000000"/>
                  </a:solidFill>
                  <a:uFillTx/>
                  <a:latin typeface="Calibri" pitchFamily="34"/>
                  <a:cs typeface="Calibri" pitchFamily="34"/>
                </a:rPr>
                <a:t>the button </a:t>
              </a:r>
              <a:r>
                <a:rPr lang="en-GB" sz="1200" b="1" i="0" u="none" strike="noStrike" kern="0" cap="none" spc="0" baseline="0">
                  <a:solidFill>
                    <a:srgbClr val="000000"/>
                  </a:solidFill>
                  <a:uFillTx/>
                  <a:latin typeface="Calibri" pitchFamily="34"/>
                  <a:cs typeface="Calibri" pitchFamily="34"/>
                </a:rPr>
                <a:t>‘Crop’</a:t>
              </a:r>
              <a:r>
                <a:rPr lang="en-GB" sz="1200" b="0" i="0" u="none" strike="noStrike" kern="0" cap="none" spc="0" baseline="0">
                  <a:solidFill>
                    <a:srgbClr val="000000"/>
                  </a:solidFill>
                  <a:uFillTx/>
                  <a:latin typeface="Calibri" pitchFamily="34"/>
                  <a:cs typeface="Calibri" pitchFamily="34"/>
                </a:rPr>
                <a:t>. Scale the image itself with</a:t>
              </a:r>
              <a:br>
                <a:rPr lang="en-GB" sz="1200" b="0" i="0" u="none" strike="noStrike" kern="0" cap="none" spc="0" baseline="0">
                  <a:solidFill>
                    <a:srgbClr val="000000"/>
                  </a:solidFill>
                  <a:uFillTx/>
                  <a:latin typeface="Calibri" pitchFamily="34"/>
                  <a:cs typeface="Calibri" pitchFamily="34"/>
                </a:rPr>
              </a:br>
              <a:r>
                <a:rPr lang="en-GB" sz="1200" b="0" i="0" u="none" strike="noStrike" kern="0" cap="none" spc="0" baseline="0">
                  <a:solidFill>
                    <a:srgbClr val="000000"/>
                  </a:solidFill>
                  <a:uFillTx/>
                  <a:latin typeface="Calibri" pitchFamily="34"/>
                  <a:cs typeface="Calibri" pitchFamily="34"/>
                </a:rPr>
                <a:t>the spheres and scale the image frame with the brackets.</a:t>
              </a:r>
            </a:p>
          </p:txBody>
        </p:sp>
        <p:grpSp>
          <p:nvGrpSpPr>
            <p:cNvPr id="14" name="Groep 19">
              <a:extLst>
                <a:ext uri="{FF2B5EF4-FFF2-40B4-BE49-F238E27FC236}">
                  <a16:creationId xmlns:a16="http://schemas.microsoft.com/office/drawing/2014/main" id="{671C91D5-D937-C92E-AA26-B57EC751DBD2}"/>
                </a:ext>
              </a:extLst>
            </p:cNvPr>
            <p:cNvGrpSpPr/>
            <p:nvPr/>
          </p:nvGrpSpPr>
          <p:grpSpPr>
            <a:xfrm>
              <a:off x="-3414451" y="3534338"/>
              <a:ext cx="514285" cy="506541"/>
              <a:chOff x="-3414451" y="3534338"/>
              <a:chExt cx="514285" cy="506541"/>
            </a:xfrm>
          </p:grpSpPr>
          <p:grpSp>
            <p:nvGrpSpPr>
              <p:cNvPr id="15" name="Groep 37">
                <a:extLst>
                  <a:ext uri="{FF2B5EF4-FFF2-40B4-BE49-F238E27FC236}">
                    <a16:creationId xmlns:a16="http://schemas.microsoft.com/office/drawing/2014/main" id="{6DE7E561-FD58-7A75-E0AA-CF15D796EA99}"/>
                  </a:ext>
                </a:extLst>
              </p:cNvPr>
              <p:cNvGrpSpPr/>
              <p:nvPr/>
            </p:nvGrpSpPr>
            <p:grpSpPr>
              <a:xfrm>
                <a:off x="-3309341" y="3534338"/>
                <a:ext cx="319079" cy="306324"/>
                <a:chOff x="-3309341" y="3534338"/>
                <a:chExt cx="319079" cy="306324"/>
              </a:xfrm>
            </p:grpSpPr>
            <p:grpSp>
              <p:nvGrpSpPr>
                <p:cNvPr id="16" name="Groep 40">
                  <a:extLst>
                    <a:ext uri="{FF2B5EF4-FFF2-40B4-BE49-F238E27FC236}">
                      <a16:creationId xmlns:a16="http://schemas.microsoft.com/office/drawing/2014/main" id="{7F4D031B-4B01-242D-0793-258B873C192B}"/>
                    </a:ext>
                  </a:extLst>
                </p:cNvPr>
                <p:cNvGrpSpPr/>
                <p:nvPr/>
              </p:nvGrpSpPr>
              <p:grpSpPr>
                <a:xfrm>
                  <a:off x="-3309341" y="3534338"/>
                  <a:ext cx="282064" cy="270561"/>
                  <a:chOff x="-3309341" y="3534338"/>
                  <a:chExt cx="282064" cy="270561"/>
                </a:xfrm>
              </p:grpSpPr>
              <p:grpSp>
                <p:nvGrpSpPr>
                  <p:cNvPr id="17" name="Groep 47">
                    <a:extLst>
                      <a:ext uri="{FF2B5EF4-FFF2-40B4-BE49-F238E27FC236}">
                        <a16:creationId xmlns:a16="http://schemas.microsoft.com/office/drawing/2014/main" id="{89D406C9-02FC-8B63-814A-451D705527A5}"/>
                      </a:ext>
                    </a:extLst>
                  </p:cNvPr>
                  <p:cNvGrpSpPr/>
                  <p:nvPr/>
                </p:nvGrpSpPr>
                <p:grpSpPr>
                  <a:xfrm>
                    <a:off x="-3309341" y="3534338"/>
                    <a:ext cx="282064" cy="270561"/>
                    <a:chOff x="-3309341" y="3534338"/>
                    <a:chExt cx="282064" cy="270561"/>
                  </a:xfrm>
                </p:grpSpPr>
                <p:sp>
                  <p:nvSpPr>
                    <p:cNvPr id="18" name="Rechthoek 50">
                      <a:extLst>
                        <a:ext uri="{FF2B5EF4-FFF2-40B4-BE49-F238E27FC236}">
                          <a16:creationId xmlns:a16="http://schemas.microsoft.com/office/drawing/2014/main" id="{CED0D575-3914-01D0-B0EB-BF7DBA2EB15D}"/>
                        </a:ext>
                      </a:extLst>
                    </p:cNvPr>
                    <p:cNvSpPr/>
                    <p:nvPr/>
                  </p:nvSpPr>
                  <p:spPr>
                    <a:xfrm>
                      <a:off x="-3309341" y="3534338"/>
                      <a:ext cx="282064" cy="270561"/>
                    </a:xfrm>
                    <a:prstGeom prst="rect">
                      <a:avLst/>
                    </a:prstGeom>
                    <a:noFill/>
                    <a:ln w="12701" cap="flat">
                      <a:solidFill>
                        <a:srgbClr val="818181"/>
                      </a:solidFill>
                      <a:custDash>
                        <a:ds d="300000" sp="300000"/>
                      </a:custDash>
                      <a:miter/>
                    </a:ln>
                  </p:spPr>
                  <p:txBody>
                    <a:bodyPr vert="horz" wrap="square" lIns="107999"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800" b="0" i="0" u="none" strike="noStrike" kern="1200" cap="none" spc="0" baseline="0">
                        <a:solidFill>
                          <a:srgbClr val="211F26"/>
                        </a:solidFill>
                        <a:uFillTx/>
                        <a:latin typeface="Calibri" pitchFamily="34"/>
                        <a:cs typeface="Calibri" pitchFamily="34"/>
                      </a:endParaRPr>
                    </a:p>
                  </p:txBody>
                </p:sp>
                <p:sp>
                  <p:nvSpPr>
                    <p:cNvPr id="19" name="Rechthoek 51">
                      <a:extLst>
                        <a:ext uri="{FF2B5EF4-FFF2-40B4-BE49-F238E27FC236}">
                          <a16:creationId xmlns:a16="http://schemas.microsoft.com/office/drawing/2014/main" id="{ADE129E4-C981-9D23-6CF7-ADC0627C0D39}"/>
                        </a:ext>
                      </a:extLst>
                    </p:cNvPr>
                    <p:cNvSpPr/>
                    <p:nvPr/>
                  </p:nvSpPr>
                  <p:spPr>
                    <a:xfrm>
                      <a:off x="-3309341" y="3534338"/>
                      <a:ext cx="166237" cy="163814"/>
                    </a:xfrm>
                    <a:prstGeom prst="rect">
                      <a:avLst/>
                    </a:prstGeom>
                    <a:solidFill>
                      <a:srgbClr val="FFFFFF"/>
                    </a:solidFill>
                    <a:ln w="12701" cap="flat">
                      <a:solidFill>
                        <a:srgbClr val="818181"/>
                      </a:solidFill>
                      <a:prstDash val="solid"/>
                      <a:miter/>
                    </a:ln>
                  </p:spPr>
                  <p:txBody>
                    <a:bodyPr vert="horz" wrap="square" lIns="107999"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800" b="0" i="0" u="none" strike="noStrike" kern="1200" cap="none" spc="0" baseline="0">
                        <a:solidFill>
                          <a:srgbClr val="211F26"/>
                        </a:solidFill>
                        <a:uFillTx/>
                        <a:latin typeface="Calibri" pitchFamily="34"/>
                        <a:cs typeface="Calibri" pitchFamily="34"/>
                      </a:endParaRPr>
                    </a:p>
                  </p:txBody>
                </p:sp>
                <p:sp>
                  <p:nvSpPr>
                    <p:cNvPr id="20" name="Ovaal 52">
                      <a:extLst>
                        <a:ext uri="{FF2B5EF4-FFF2-40B4-BE49-F238E27FC236}">
                          <a16:creationId xmlns:a16="http://schemas.microsoft.com/office/drawing/2014/main" id="{DCF48167-2478-E928-13A1-D2483DF4E39B}"/>
                        </a:ext>
                      </a:extLst>
                    </p:cNvPr>
                    <p:cNvSpPr/>
                    <p:nvPr/>
                  </p:nvSpPr>
                  <p:spPr>
                    <a:xfrm>
                      <a:off x="-3208071" y="3555031"/>
                      <a:ext cx="45866" cy="45866"/>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ECC679"/>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pic>
                <p:nvPicPr>
                  <p:cNvPr id="21" name="Afbeelding 48">
                    <a:extLst>
                      <a:ext uri="{FF2B5EF4-FFF2-40B4-BE49-F238E27FC236}">
                        <a16:creationId xmlns:a16="http://schemas.microsoft.com/office/drawing/2014/main" id="{6795452F-07C9-4458-5D93-9544B0F9EECC}"/>
                      </a:ext>
                    </a:extLst>
                  </p:cNvPr>
                  <p:cNvPicPr>
                    <a:picLocks noChangeAspect="1"/>
                  </p:cNvPicPr>
                  <p:nvPr/>
                </p:nvPicPr>
                <p:blipFill>
                  <a:blip r:embed="rId3"/>
                  <a:stretch>
                    <a:fillRect/>
                  </a:stretch>
                </p:blipFill>
                <p:spPr>
                  <a:xfrm>
                    <a:off x="-3301468" y="3600980"/>
                    <a:ext cx="110157" cy="89099"/>
                  </a:xfrm>
                  <a:prstGeom prst="rect">
                    <a:avLst/>
                  </a:prstGeom>
                  <a:noFill/>
                  <a:ln>
                    <a:noFill/>
                  </a:ln>
                </p:spPr>
              </p:pic>
              <p:pic>
                <p:nvPicPr>
                  <p:cNvPr id="22" name="Afbeelding 49">
                    <a:extLst>
                      <a:ext uri="{FF2B5EF4-FFF2-40B4-BE49-F238E27FC236}">
                        <a16:creationId xmlns:a16="http://schemas.microsoft.com/office/drawing/2014/main" id="{30C36150-3469-5E8F-9074-8FEEA7B9C21B}"/>
                      </a:ext>
                    </a:extLst>
                  </p:cNvPr>
                  <p:cNvPicPr>
                    <a:picLocks noChangeAspect="1"/>
                  </p:cNvPicPr>
                  <p:nvPr/>
                </p:nvPicPr>
                <p:blipFill>
                  <a:blip r:embed="rId3"/>
                  <a:stretch>
                    <a:fillRect/>
                  </a:stretch>
                </p:blipFill>
                <p:spPr>
                  <a:xfrm flipH="1">
                    <a:off x="-3258071" y="3616406"/>
                    <a:ext cx="110157" cy="70801"/>
                  </a:xfrm>
                  <a:prstGeom prst="rect">
                    <a:avLst/>
                  </a:prstGeom>
                  <a:noFill/>
                  <a:ln>
                    <a:noFill/>
                  </a:ln>
                </p:spPr>
              </p:pic>
            </p:grpSp>
            <p:grpSp>
              <p:nvGrpSpPr>
                <p:cNvPr id="23" name="Groep 41">
                  <a:extLst>
                    <a:ext uri="{FF2B5EF4-FFF2-40B4-BE49-F238E27FC236}">
                      <a16:creationId xmlns:a16="http://schemas.microsoft.com/office/drawing/2014/main" id="{6D628A20-93E5-D710-62D4-DB8A9608BF45}"/>
                    </a:ext>
                  </a:extLst>
                </p:cNvPr>
                <p:cNvGrpSpPr/>
                <p:nvPr/>
              </p:nvGrpSpPr>
              <p:grpSpPr>
                <a:xfrm>
                  <a:off x="-3089858" y="3740627"/>
                  <a:ext cx="99596" cy="100035"/>
                  <a:chOff x="-3089858" y="3740627"/>
                  <a:chExt cx="99596" cy="100035"/>
                </a:xfrm>
              </p:grpSpPr>
              <p:sp>
                <p:nvSpPr>
                  <p:cNvPr id="24" name="Rechthoek 45">
                    <a:extLst>
                      <a:ext uri="{FF2B5EF4-FFF2-40B4-BE49-F238E27FC236}">
                        <a16:creationId xmlns:a16="http://schemas.microsoft.com/office/drawing/2014/main" id="{7EB21B70-BECF-77CF-3816-BFE9CCB79544}"/>
                      </a:ext>
                    </a:extLst>
                  </p:cNvPr>
                  <p:cNvSpPr/>
                  <p:nvPr/>
                </p:nvSpPr>
                <p:spPr>
                  <a:xfrm>
                    <a:off x="-3089858" y="3740627"/>
                    <a:ext cx="99596" cy="19385"/>
                  </a:xfrm>
                  <a:prstGeom prst="rect">
                    <a:avLst/>
                  </a:prstGeom>
                  <a:solidFill>
                    <a:srgbClr val="81818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25" name="Rechthoek 46">
                    <a:extLst>
                      <a:ext uri="{FF2B5EF4-FFF2-40B4-BE49-F238E27FC236}">
                        <a16:creationId xmlns:a16="http://schemas.microsoft.com/office/drawing/2014/main" id="{4A594394-3FBC-3527-2EE7-A87DD0202D20}"/>
                      </a:ext>
                    </a:extLst>
                  </p:cNvPr>
                  <p:cNvSpPr/>
                  <p:nvPr/>
                </p:nvSpPr>
                <p:spPr>
                  <a:xfrm rot="5400013">
                    <a:off x="-3129955" y="3781171"/>
                    <a:ext cx="99596" cy="19385"/>
                  </a:xfrm>
                  <a:prstGeom prst="rect">
                    <a:avLst/>
                  </a:prstGeom>
                  <a:solidFill>
                    <a:srgbClr val="81818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grpSp>
              <p:nvGrpSpPr>
                <p:cNvPr id="26" name="Groep 42">
                  <a:extLst>
                    <a:ext uri="{FF2B5EF4-FFF2-40B4-BE49-F238E27FC236}">
                      <a16:creationId xmlns:a16="http://schemas.microsoft.com/office/drawing/2014/main" id="{166C0452-4890-9CF4-04F7-F6EA1372C8AD}"/>
                    </a:ext>
                  </a:extLst>
                </p:cNvPr>
                <p:cNvGrpSpPr/>
                <p:nvPr/>
              </p:nvGrpSpPr>
              <p:grpSpPr>
                <a:xfrm>
                  <a:off x="-3118615" y="3713562"/>
                  <a:ext cx="99596" cy="100033"/>
                  <a:chOff x="-3118615" y="3713562"/>
                  <a:chExt cx="99596" cy="100033"/>
                </a:xfrm>
              </p:grpSpPr>
              <p:sp>
                <p:nvSpPr>
                  <p:cNvPr id="27" name="Rechthoek 43">
                    <a:extLst>
                      <a:ext uri="{FF2B5EF4-FFF2-40B4-BE49-F238E27FC236}">
                        <a16:creationId xmlns:a16="http://schemas.microsoft.com/office/drawing/2014/main" id="{367FCF25-6F79-0A5A-2500-3F6D93201E75}"/>
                      </a:ext>
                    </a:extLst>
                  </p:cNvPr>
                  <p:cNvSpPr/>
                  <p:nvPr/>
                </p:nvSpPr>
                <p:spPr>
                  <a:xfrm rot="10799991">
                    <a:off x="-3118615" y="3794210"/>
                    <a:ext cx="99596" cy="19385"/>
                  </a:xfrm>
                  <a:prstGeom prst="rect">
                    <a:avLst/>
                  </a:prstGeom>
                  <a:solidFill>
                    <a:srgbClr val="81818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28" name="Rechthoek 44">
                    <a:extLst>
                      <a:ext uri="{FF2B5EF4-FFF2-40B4-BE49-F238E27FC236}">
                        <a16:creationId xmlns:a16="http://schemas.microsoft.com/office/drawing/2014/main" id="{F03F170F-024F-4073-0D77-6AE7562CE470}"/>
                      </a:ext>
                    </a:extLst>
                  </p:cNvPr>
                  <p:cNvSpPr/>
                  <p:nvPr/>
                </p:nvSpPr>
                <p:spPr>
                  <a:xfrm rot="16200004">
                    <a:off x="-3078509" y="3753667"/>
                    <a:ext cx="99596" cy="19385"/>
                  </a:xfrm>
                  <a:prstGeom prst="rect">
                    <a:avLst/>
                  </a:prstGeom>
                  <a:solidFill>
                    <a:srgbClr val="81818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grpSp>
          <p:sp>
            <p:nvSpPr>
              <p:cNvPr id="29" name="Rechthoek 38">
                <a:extLst>
                  <a:ext uri="{FF2B5EF4-FFF2-40B4-BE49-F238E27FC236}">
                    <a16:creationId xmlns:a16="http://schemas.microsoft.com/office/drawing/2014/main" id="{DF743769-DCF7-1265-2DFA-4A19FF442D2A}"/>
                  </a:ext>
                </a:extLst>
              </p:cNvPr>
              <p:cNvSpPr/>
              <p:nvPr/>
            </p:nvSpPr>
            <p:spPr>
              <a:xfrm>
                <a:off x="-3414451" y="3866732"/>
                <a:ext cx="514285" cy="110084"/>
              </a:xfrm>
              <a:prstGeom prst="rect">
                <a:avLst/>
              </a:prstGeom>
              <a:noFill/>
              <a:ln>
                <a:noFill/>
                <a:prstDash val="solid"/>
              </a:ln>
            </p:spPr>
            <p:txBody>
              <a:bodyPr vert="horz" wrap="square" lIns="0" tIns="0" rIns="0" bIns="0"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900" b="0" i="0" u="none" strike="noStrike" kern="1200" cap="none" spc="0" baseline="0">
                    <a:solidFill>
                      <a:srgbClr val="211F26"/>
                    </a:solidFill>
                    <a:uFillTx/>
                    <a:latin typeface="Calibri" pitchFamily="34"/>
                    <a:cs typeface="Calibri" pitchFamily="34"/>
                  </a:rPr>
                  <a:t>Crop</a:t>
                </a:r>
              </a:p>
            </p:txBody>
          </p:sp>
          <p:sp>
            <p:nvSpPr>
              <p:cNvPr id="30" name="Gelijkbenige driehoek 39">
                <a:extLst>
                  <a:ext uri="{FF2B5EF4-FFF2-40B4-BE49-F238E27FC236}">
                    <a16:creationId xmlns:a16="http://schemas.microsoft.com/office/drawing/2014/main" id="{F6E46ADC-5A50-96DA-9C72-456C21D3E75E}"/>
                  </a:ext>
                </a:extLst>
              </p:cNvPr>
              <p:cNvSpPr/>
              <p:nvPr/>
            </p:nvSpPr>
            <p:spPr>
              <a:xfrm rot="10799991">
                <a:off x="-3186985" y="4005949"/>
                <a:ext cx="59335" cy="34930"/>
              </a:xfrm>
              <a:custGeom>
                <a:avLst>
                  <a:gd name="f8" fmla="val 50000"/>
                </a:avLst>
                <a:gdLst>
                  <a:gd name="f1" fmla="val 10800000"/>
                  <a:gd name="f2" fmla="val 5400000"/>
                  <a:gd name="f3" fmla="val 180"/>
                  <a:gd name="f4" fmla="val w"/>
                  <a:gd name="f5" fmla="val h"/>
                  <a:gd name="f6" fmla="val ss"/>
                  <a:gd name="f7" fmla="val 0"/>
                  <a:gd name="f8" fmla="val 50000"/>
                  <a:gd name="f9" fmla="+- 0 0 -360"/>
                  <a:gd name="f10" fmla="+- 0 0 -270"/>
                  <a:gd name="f11" fmla="+- 0 0 -180"/>
                  <a:gd name="f12" fmla="+- 0 0 -90"/>
                  <a:gd name="f13" fmla="abs f4"/>
                  <a:gd name="f14" fmla="abs f5"/>
                  <a:gd name="f15" fmla="abs f6"/>
                  <a:gd name="f16" fmla="val f7"/>
                  <a:gd name="f17" fmla="val f8"/>
                  <a:gd name="f18" fmla="*/ f9 f1 1"/>
                  <a:gd name="f19" fmla="*/ f10 f1 1"/>
                  <a:gd name="f20" fmla="*/ f11 f1 1"/>
                  <a:gd name="f21" fmla="*/ f12 f1 1"/>
                  <a:gd name="f22" fmla="?: f13 f4 1"/>
                  <a:gd name="f23" fmla="?: f14 f5 1"/>
                  <a:gd name="f24" fmla="?: f15 f6 1"/>
                  <a:gd name="f25" fmla="*/ f18 1 f3"/>
                  <a:gd name="f26" fmla="*/ f19 1 f3"/>
                  <a:gd name="f27" fmla="*/ f20 1 f3"/>
                  <a:gd name="f28" fmla="*/ f21 1 f3"/>
                  <a:gd name="f29" fmla="*/ f22 1 21600"/>
                  <a:gd name="f30" fmla="*/ f23 1 21600"/>
                  <a:gd name="f31" fmla="*/ 21600 f22 1"/>
                  <a:gd name="f32" fmla="*/ 21600 f23 1"/>
                  <a:gd name="f33" fmla="+- f25 0 f2"/>
                  <a:gd name="f34" fmla="+- f26 0 f2"/>
                  <a:gd name="f35" fmla="+- f27 0 f2"/>
                  <a:gd name="f36" fmla="+- f28 0 f2"/>
                  <a:gd name="f37" fmla="min f30 f29"/>
                  <a:gd name="f38" fmla="*/ f31 1 f24"/>
                  <a:gd name="f39" fmla="*/ f32 1 f24"/>
                  <a:gd name="f40" fmla="val f38"/>
                  <a:gd name="f41" fmla="val f39"/>
                  <a:gd name="f42" fmla="*/ f16 f37 1"/>
                  <a:gd name="f43" fmla="+- f41 0 f16"/>
                  <a:gd name="f44" fmla="+- f40 0 f16"/>
                  <a:gd name="f45" fmla="*/ f41 f37 1"/>
                  <a:gd name="f46" fmla="*/ f40 f37 1"/>
                  <a:gd name="f47" fmla="*/ f43 1 2"/>
                  <a:gd name="f48" fmla="*/ f44 1 2"/>
                  <a:gd name="f49" fmla="*/ f44 f17 1"/>
                  <a:gd name="f50" fmla="+- f16 f47 0"/>
                  <a:gd name="f51" fmla="*/ f49 1 200000"/>
                  <a:gd name="f52" fmla="*/ f49 1 100000"/>
                  <a:gd name="f53" fmla="+- f51 f48 0"/>
                  <a:gd name="f54" fmla="*/ f51 f37 1"/>
                  <a:gd name="f55" fmla="*/ f50 f37 1"/>
                  <a:gd name="f56" fmla="*/ f52 f37 1"/>
                  <a:gd name="f57" fmla="*/ f53 f37 1"/>
                </a:gdLst>
                <a:ahLst/>
                <a:cxnLst>
                  <a:cxn ang="3cd4">
                    <a:pos x="hc" y="t"/>
                  </a:cxn>
                  <a:cxn ang="0">
                    <a:pos x="r" y="vc"/>
                  </a:cxn>
                  <a:cxn ang="cd4">
                    <a:pos x="hc" y="b"/>
                  </a:cxn>
                  <a:cxn ang="cd2">
                    <a:pos x="l" y="vc"/>
                  </a:cxn>
                  <a:cxn ang="f33">
                    <a:pos x="f56" y="f42"/>
                  </a:cxn>
                  <a:cxn ang="f34">
                    <a:pos x="f54" y="f55"/>
                  </a:cxn>
                  <a:cxn ang="f35">
                    <a:pos x="f42" y="f45"/>
                  </a:cxn>
                  <a:cxn ang="f35">
                    <a:pos x="f56" y="f45"/>
                  </a:cxn>
                  <a:cxn ang="f35">
                    <a:pos x="f46" y="f45"/>
                  </a:cxn>
                  <a:cxn ang="f36">
                    <a:pos x="f57" y="f55"/>
                  </a:cxn>
                </a:cxnLst>
                <a:rect l="f54" t="f55" r="f57" b="f45"/>
                <a:pathLst>
                  <a:path>
                    <a:moveTo>
                      <a:pt x="f42" y="f45"/>
                    </a:moveTo>
                    <a:lnTo>
                      <a:pt x="f56" y="f42"/>
                    </a:lnTo>
                    <a:lnTo>
                      <a:pt x="f46" y="f45"/>
                    </a:lnTo>
                    <a:close/>
                  </a:path>
                </a:pathLst>
              </a:custGeom>
              <a:solidFill>
                <a:srgbClr val="81818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grpSp>
          <p:nvGrpSpPr>
            <p:cNvPr id="31" name="ICOON_info">
              <a:extLst>
                <a:ext uri="{FF2B5EF4-FFF2-40B4-BE49-F238E27FC236}">
                  <a16:creationId xmlns:a16="http://schemas.microsoft.com/office/drawing/2014/main" id="{6730324B-9225-D0ED-EDB5-8B0668F88C05}"/>
                </a:ext>
              </a:extLst>
            </p:cNvPr>
            <p:cNvGrpSpPr/>
            <p:nvPr/>
          </p:nvGrpSpPr>
          <p:grpSpPr>
            <a:xfrm>
              <a:off x="-376732" y="4055592"/>
              <a:ext cx="283683" cy="283683"/>
              <a:chOff x="-376732" y="4055592"/>
              <a:chExt cx="283683" cy="283683"/>
            </a:xfrm>
          </p:grpSpPr>
          <p:sp>
            <p:nvSpPr>
              <p:cNvPr id="32" name="Ovaal 35">
                <a:extLst>
                  <a:ext uri="{FF2B5EF4-FFF2-40B4-BE49-F238E27FC236}">
                    <a16:creationId xmlns:a16="http://schemas.microsoft.com/office/drawing/2014/main" id="{EB75BA73-AFED-9C75-8B73-949462A73EC7}"/>
                  </a:ext>
                </a:extLst>
              </p:cNvPr>
              <p:cNvSpPr/>
              <p:nvPr/>
            </p:nvSpPr>
            <p:spPr>
              <a:xfrm>
                <a:off x="-356707" y="4075060"/>
                <a:ext cx="244748" cy="244748"/>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211F26"/>
              </a:solidFill>
              <a:ln>
                <a:noFill/>
                <a:prstDash val="solid"/>
              </a:ln>
            </p:spPr>
            <p:txBody>
              <a:bodyPr vert="horz" wrap="square" lIns="179999" tIns="179999" rIns="179999" bIns="179999"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1600" b="0" i="0" u="none" strike="noStrike" kern="1200" cap="all" spc="0" baseline="0">
                  <a:solidFill>
                    <a:srgbClr val="FFFFFF"/>
                  </a:solidFill>
                  <a:uFillTx/>
                  <a:latin typeface="Calibri" pitchFamily="34"/>
                  <a:cs typeface="Calibri" pitchFamily="34"/>
                </a:endParaRPr>
              </a:p>
            </p:txBody>
          </p:sp>
          <p:sp>
            <p:nvSpPr>
              <p:cNvPr id="33" name="Graphic 163" descr="Informatie">
                <a:extLst>
                  <a:ext uri="{FF2B5EF4-FFF2-40B4-BE49-F238E27FC236}">
                    <a16:creationId xmlns:a16="http://schemas.microsoft.com/office/drawing/2014/main" id="{090A093C-4C2C-4FE9-CC9F-850AAAED2606}"/>
                  </a:ext>
                </a:extLst>
              </p:cNvPr>
              <p:cNvSpPr/>
              <p:nvPr/>
            </p:nvSpPr>
            <p:spPr>
              <a:xfrm>
                <a:off x="-376732" y="4055592"/>
                <a:ext cx="283683" cy="283683"/>
              </a:xfrm>
              <a:custGeom>
                <a:avLst/>
                <a:gdLst>
                  <a:gd name="f0" fmla="val 10800000"/>
                  <a:gd name="f1" fmla="val 5400000"/>
                  <a:gd name="f2" fmla="val 180"/>
                  <a:gd name="f3" fmla="val w"/>
                  <a:gd name="f4" fmla="val h"/>
                  <a:gd name="f5" fmla="val 0"/>
                  <a:gd name="f6" fmla="val 291719"/>
                  <a:gd name="f7" fmla="val 145860"/>
                  <a:gd name="f8" fmla="val 65253"/>
                  <a:gd name="f9" fmla="val 226467"/>
                  <a:gd name="f10" fmla="val 291720"/>
                  <a:gd name="f11" fmla="val 138183"/>
                  <a:gd name="f12" fmla="val 38384"/>
                  <a:gd name="f13" fmla="val 148931"/>
                  <a:gd name="f14" fmla="val 157375"/>
                  <a:gd name="f15" fmla="val 46829"/>
                  <a:gd name="f16" fmla="val 57576"/>
                  <a:gd name="f17" fmla="val 68324"/>
                  <a:gd name="f18" fmla="val 76768"/>
                  <a:gd name="f19" fmla="val 127435"/>
                  <a:gd name="f20" fmla="val 118991"/>
                  <a:gd name="f21" fmla="val 184244"/>
                  <a:gd name="f22" fmla="val 253336"/>
                  <a:gd name="f23" fmla="val 107476"/>
                  <a:gd name="f24" fmla="val 230305"/>
                  <a:gd name="f25" fmla="val 134345"/>
                  <a:gd name="f26" fmla="val 115153"/>
                  <a:gd name="f27" fmla="val 111314"/>
                  <a:gd name="f28" fmla="val 92122"/>
                  <a:gd name="f29" fmla="+- 0 0 -90"/>
                  <a:gd name="f30" fmla="*/ f3 1 291719"/>
                  <a:gd name="f31" fmla="*/ f4 1 291719"/>
                  <a:gd name="f32" fmla="val f5"/>
                  <a:gd name="f33" fmla="val f6"/>
                  <a:gd name="f34" fmla="*/ f29 f0 1"/>
                  <a:gd name="f35" fmla="+- f33 0 f32"/>
                  <a:gd name="f36" fmla="*/ f34 1 f2"/>
                  <a:gd name="f37" fmla="*/ f35 1 291719"/>
                  <a:gd name="f38" fmla="*/ 145860 f35 1"/>
                  <a:gd name="f39" fmla="*/ 0 f35 1"/>
                  <a:gd name="f40" fmla="*/ 291720 f35 1"/>
                  <a:gd name="f41" fmla="*/ 138183 f35 1"/>
                  <a:gd name="f42" fmla="*/ 38384 f35 1"/>
                  <a:gd name="f43" fmla="*/ 157375 f35 1"/>
                  <a:gd name="f44" fmla="*/ 57576 f35 1"/>
                  <a:gd name="f45" fmla="*/ 76768 f35 1"/>
                  <a:gd name="f46" fmla="*/ 118991 f35 1"/>
                  <a:gd name="f47" fmla="*/ 184244 f35 1"/>
                  <a:gd name="f48" fmla="*/ 253336 f35 1"/>
                  <a:gd name="f49" fmla="*/ 107476 f35 1"/>
                  <a:gd name="f50" fmla="*/ 230305 f35 1"/>
                  <a:gd name="f51" fmla="*/ 134345 f35 1"/>
                  <a:gd name="f52" fmla="*/ 115153 f35 1"/>
                  <a:gd name="f53" fmla="*/ 111314 f35 1"/>
                  <a:gd name="f54" fmla="*/ 92122 f35 1"/>
                  <a:gd name="f55" fmla="+- f36 0 f1"/>
                  <a:gd name="f56" fmla="*/ f38 1 291719"/>
                  <a:gd name="f57" fmla="*/ f39 1 291719"/>
                  <a:gd name="f58" fmla="*/ f40 1 291719"/>
                  <a:gd name="f59" fmla="*/ f41 1 291719"/>
                  <a:gd name="f60" fmla="*/ f42 1 291719"/>
                  <a:gd name="f61" fmla="*/ f43 1 291719"/>
                  <a:gd name="f62" fmla="*/ f44 1 291719"/>
                  <a:gd name="f63" fmla="*/ f45 1 291719"/>
                  <a:gd name="f64" fmla="*/ f46 1 291719"/>
                  <a:gd name="f65" fmla="*/ f47 1 291719"/>
                  <a:gd name="f66" fmla="*/ f48 1 291719"/>
                  <a:gd name="f67" fmla="*/ f49 1 291719"/>
                  <a:gd name="f68" fmla="*/ f50 1 291719"/>
                  <a:gd name="f69" fmla="*/ f51 1 291719"/>
                  <a:gd name="f70" fmla="*/ f52 1 291719"/>
                  <a:gd name="f71" fmla="*/ f53 1 291719"/>
                  <a:gd name="f72" fmla="*/ f54 1 291719"/>
                  <a:gd name="f73" fmla="*/ f32 1 f37"/>
                  <a:gd name="f74" fmla="*/ f33 1 f37"/>
                  <a:gd name="f75" fmla="*/ f56 1 f37"/>
                  <a:gd name="f76" fmla="*/ f57 1 f37"/>
                  <a:gd name="f77" fmla="*/ f58 1 f37"/>
                  <a:gd name="f78" fmla="*/ f59 1 f37"/>
                  <a:gd name="f79" fmla="*/ f60 1 f37"/>
                  <a:gd name="f80" fmla="*/ f61 1 f37"/>
                  <a:gd name="f81" fmla="*/ f62 1 f37"/>
                  <a:gd name="f82" fmla="*/ f63 1 f37"/>
                  <a:gd name="f83" fmla="*/ f64 1 f37"/>
                  <a:gd name="f84" fmla="*/ f65 1 f37"/>
                  <a:gd name="f85" fmla="*/ f66 1 f37"/>
                  <a:gd name="f86" fmla="*/ f67 1 f37"/>
                  <a:gd name="f87" fmla="*/ f68 1 f37"/>
                  <a:gd name="f88" fmla="*/ f69 1 f37"/>
                  <a:gd name="f89" fmla="*/ f70 1 f37"/>
                  <a:gd name="f90" fmla="*/ f71 1 f37"/>
                  <a:gd name="f91" fmla="*/ f72 1 f37"/>
                  <a:gd name="f92" fmla="*/ f73 f30 1"/>
                  <a:gd name="f93" fmla="*/ f74 f30 1"/>
                  <a:gd name="f94" fmla="*/ f74 f31 1"/>
                  <a:gd name="f95" fmla="*/ f73 f31 1"/>
                  <a:gd name="f96" fmla="*/ f75 f30 1"/>
                  <a:gd name="f97" fmla="*/ f76 f31 1"/>
                  <a:gd name="f98" fmla="*/ f76 f30 1"/>
                  <a:gd name="f99" fmla="*/ f75 f31 1"/>
                  <a:gd name="f100" fmla="*/ f77 f31 1"/>
                  <a:gd name="f101" fmla="*/ f77 f30 1"/>
                  <a:gd name="f102" fmla="*/ f78 f30 1"/>
                  <a:gd name="f103" fmla="*/ f79 f31 1"/>
                  <a:gd name="f104" fmla="*/ f80 f30 1"/>
                  <a:gd name="f105" fmla="*/ f81 f31 1"/>
                  <a:gd name="f106" fmla="*/ f82 f31 1"/>
                  <a:gd name="f107" fmla="*/ f83 f30 1"/>
                  <a:gd name="f108" fmla="*/ f84 f30 1"/>
                  <a:gd name="f109" fmla="*/ f85 f31 1"/>
                  <a:gd name="f110" fmla="*/ f86 f30 1"/>
                  <a:gd name="f111" fmla="*/ f87 f31 1"/>
                  <a:gd name="f112" fmla="*/ f88 f30 1"/>
                  <a:gd name="f113" fmla="*/ f89 f31 1"/>
                  <a:gd name="f114" fmla="*/ f90 f30 1"/>
                  <a:gd name="f115" fmla="*/ f91 f31 1"/>
                </a:gdLst>
                <a:ahLst/>
                <a:cxnLst>
                  <a:cxn ang="3cd4">
                    <a:pos x="hc" y="t"/>
                  </a:cxn>
                  <a:cxn ang="0">
                    <a:pos x="r" y="vc"/>
                  </a:cxn>
                  <a:cxn ang="cd4">
                    <a:pos x="hc" y="b"/>
                  </a:cxn>
                  <a:cxn ang="cd2">
                    <a:pos x="l" y="vc"/>
                  </a:cxn>
                  <a:cxn ang="f55">
                    <a:pos x="f96" y="f97"/>
                  </a:cxn>
                  <a:cxn ang="f55">
                    <a:pos x="f98" y="f99"/>
                  </a:cxn>
                  <a:cxn ang="f55">
                    <a:pos x="f96" y="f100"/>
                  </a:cxn>
                  <a:cxn ang="f55">
                    <a:pos x="f101" y="f99"/>
                  </a:cxn>
                  <a:cxn ang="f55">
                    <a:pos x="f96" y="f97"/>
                  </a:cxn>
                  <a:cxn ang="f55">
                    <a:pos x="f102" y="f103"/>
                  </a:cxn>
                  <a:cxn ang="f55">
                    <a:pos x="f104" y="f105"/>
                  </a:cxn>
                  <a:cxn ang="f55">
                    <a:pos x="f102" y="f106"/>
                  </a:cxn>
                  <a:cxn ang="f55">
                    <a:pos x="f107" y="f105"/>
                  </a:cxn>
                  <a:cxn ang="f55">
                    <a:pos x="f102" y="f103"/>
                  </a:cxn>
                  <a:cxn ang="f55">
                    <a:pos x="f108" y="f109"/>
                  </a:cxn>
                  <a:cxn ang="f55">
                    <a:pos x="f110" y="f109"/>
                  </a:cxn>
                  <a:cxn ang="f55">
                    <a:pos x="f110" y="f111"/>
                  </a:cxn>
                  <a:cxn ang="f55">
                    <a:pos x="f112" y="f111"/>
                  </a:cxn>
                  <a:cxn ang="f55">
                    <a:pos x="f112" y="f113"/>
                  </a:cxn>
                  <a:cxn ang="f55">
                    <a:pos x="f114" y="f113"/>
                  </a:cxn>
                  <a:cxn ang="f55">
                    <a:pos x="f114" y="f115"/>
                  </a:cxn>
                  <a:cxn ang="f55">
                    <a:pos x="f104" y="f115"/>
                  </a:cxn>
                  <a:cxn ang="f55">
                    <a:pos x="f104" y="f113"/>
                  </a:cxn>
                  <a:cxn ang="f55">
                    <a:pos x="f104" y="f111"/>
                  </a:cxn>
                  <a:cxn ang="f55">
                    <a:pos x="f108" y="f111"/>
                  </a:cxn>
                  <a:cxn ang="f55">
                    <a:pos x="f108" y="f109"/>
                  </a:cxn>
                </a:cxnLst>
                <a:rect l="f92" t="f95" r="f93" b="f94"/>
                <a:pathLst>
                  <a:path w="291719" h="291719">
                    <a:moveTo>
                      <a:pt x="f7" y="f5"/>
                    </a:moveTo>
                    <a:cubicBezTo>
                      <a:pt x="f8" y="f5"/>
                      <a:pt x="f5" y="f8"/>
                      <a:pt x="f5" y="f7"/>
                    </a:cubicBezTo>
                    <a:cubicBezTo>
                      <a:pt x="f5" y="f9"/>
                      <a:pt x="f8" y="f10"/>
                      <a:pt x="f7" y="f10"/>
                    </a:cubicBezTo>
                    <a:cubicBezTo>
                      <a:pt x="f9" y="f10"/>
                      <a:pt x="f10" y="f9"/>
                      <a:pt x="f10" y="f7"/>
                    </a:cubicBezTo>
                    <a:cubicBezTo>
                      <a:pt x="f10" y="f8"/>
                      <a:pt x="f9" y="f5"/>
                      <a:pt x="f7" y="f5"/>
                    </a:cubicBezTo>
                    <a:close/>
                    <a:moveTo>
                      <a:pt x="f11" y="f12"/>
                    </a:moveTo>
                    <a:cubicBezTo>
                      <a:pt x="f13" y="f12"/>
                      <a:pt x="f14" y="f15"/>
                      <a:pt x="f14" y="f16"/>
                    </a:cubicBezTo>
                    <a:cubicBezTo>
                      <a:pt x="f14" y="f17"/>
                      <a:pt x="f13" y="f18"/>
                      <a:pt x="f11" y="f18"/>
                    </a:cubicBezTo>
                    <a:cubicBezTo>
                      <a:pt x="f19" y="f18"/>
                      <a:pt x="f20" y="f17"/>
                      <a:pt x="f20" y="f16"/>
                    </a:cubicBezTo>
                    <a:cubicBezTo>
                      <a:pt x="f20" y="f15"/>
                      <a:pt x="f19" y="f12"/>
                      <a:pt x="f11" y="f12"/>
                    </a:cubicBezTo>
                    <a:close/>
                    <a:moveTo>
                      <a:pt x="f21" y="f22"/>
                    </a:moveTo>
                    <a:lnTo>
                      <a:pt x="f23" y="f22"/>
                    </a:lnTo>
                    <a:lnTo>
                      <a:pt x="f23" y="f24"/>
                    </a:lnTo>
                    <a:lnTo>
                      <a:pt x="f25" y="f24"/>
                    </a:lnTo>
                    <a:lnTo>
                      <a:pt x="f25" y="f26"/>
                    </a:lnTo>
                    <a:lnTo>
                      <a:pt x="f27" y="f26"/>
                    </a:lnTo>
                    <a:lnTo>
                      <a:pt x="f27" y="f28"/>
                    </a:lnTo>
                    <a:lnTo>
                      <a:pt x="f14" y="f28"/>
                    </a:lnTo>
                    <a:lnTo>
                      <a:pt x="f14" y="f26"/>
                    </a:lnTo>
                    <a:lnTo>
                      <a:pt x="f14" y="f24"/>
                    </a:lnTo>
                    <a:lnTo>
                      <a:pt x="f21" y="f24"/>
                    </a:lnTo>
                    <a:lnTo>
                      <a:pt x="f21" y="f22"/>
                    </a:lnTo>
                    <a:close/>
                  </a:path>
                </a:pathLst>
              </a:custGeom>
              <a:solidFill>
                <a:srgbClr val="1FF524"/>
              </a:solidFill>
              <a:ln>
                <a:noFill/>
                <a:prstDash val="soli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2000" b="0" i="0" u="none" strike="noStrike" kern="1200" cap="none" spc="0" baseline="0">
                  <a:solidFill>
                    <a:srgbClr val="211F26"/>
                  </a:solidFill>
                  <a:uFillTx/>
                  <a:latin typeface="Calibri" pitchFamily="34"/>
                  <a:cs typeface="Calibri" pitchFamily="34"/>
                </a:endParaRPr>
              </a:p>
            </p:txBody>
          </p:sp>
        </p:grpSp>
        <p:grpSp>
          <p:nvGrpSpPr>
            <p:cNvPr id="34" name="Groep 22">
              <a:extLst>
                <a:ext uri="{FF2B5EF4-FFF2-40B4-BE49-F238E27FC236}">
                  <a16:creationId xmlns:a16="http://schemas.microsoft.com/office/drawing/2014/main" id="{9278DB19-FAA0-6950-F125-BE34AFEA0BD0}"/>
                </a:ext>
              </a:extLst>
            </p:cNvPr>
            <p:cNvGrpSpPr/>
            <p:nvPr/>
          </p:nvGrpSpPr>
          <p:grpSpPr>
            <a:xfrm>
              <a:off x="-938430" y="4364019"/>
              <a:ext cx="627799" cy="576684"/>
              <a:chOff x="-938430" y="4364019"/>
              <a:chExt cx="627799" cy="576684"/>
            </a:xfrm>
          </p:grpSpPr>
          <p:grpSp>
            <p:nvGrpSpPr>
              <p:cNvPr id="35" name="Inspireren">
                <a:extLst>
                  <a:ext uri="{FF2B5EF4-FFF2-40B4-BE49-F238E27FC236}">
                    <a16:creationId xmlns:a16="http://schemas.microsoft.com/office/drawing/2014/main" id="{0E157EB0-7B13-CAA9-ACA9-F232196B4B06}"/>
                  </a:ext>
                </a:extLst>
              </p:cNvPr>
              <p:cNvGrpSpPr/>
              <p:nvPr/>
            </p:nvGrpSpPr>
            <p:grpSpPr>
              <a:xfrm>
                <a:off x="-716112" y="4364019"/>
                <a:ext cx="169776" cy="242389"/>
                <a:chOff x="-716112" y="4364019"/>
                <a:chExt cx="169776" cy="242389"/>
              </a:xfrm>
            </p:grpSpPr>
            <p:sp>
              <p:nvSpPr>
                <p:cNvPr id="36" name="Freeform 12">
                  <a:extLst>
                    <a:ext uri="{FF2B5EF4-FFF2-40B4-BE49-F238E27FC236}">
                      <a16:creationId xmlns:a16="http://schemas.microsoft.com/office/drawing/2014/main" id="{C7716B25-1C3D-B76B-C5FE-5A02C4902061}"/>
                    </a:ext>
                  </a:extLst>
                </p:cNvPr>
                <p:cNvSpPr/>
                <p:nvPr/>
              </p:nvSpPr>
              <p:spPr>
                <a:xfrm>
                  <a:off x="-665911" y="4450851"/>
                  <a:ext cx="68726" cy="62051"/>
                </a:xfrm>
                <a:custGeom>
                  <a:avLst/>
                  <a:gdLst>
                    <a:gd name="f0" fmla="val 10800000"/>
                    <a:gd name="f1" fmla="val 5400000"/>
                    <a:gd name="f2" fmla="val 180"/>
                    <a:gd name="f3" fmla="val w"/>
                    <a:gd name="f4" fmla="val h"/>
                    <a:gd name="f5" fmla="val 0"/>
                    <a:gd name="f6" fmla="val 319"/>
                    <a:gd name="f7" fmla="val 288"/>
                    <a:gd name="f8" fmla="val 220"/>
                    <a:gd name="f9" fmla="val 107"/>
                    <a:gd name="f10" fmla="+- 0 0 -90"/>
                    <a:gd name="f11" fmla="*/ f3 1 319"/>
                    <a:gd name="f12" fmla="*/ f4 1 288"/>
                    <a:gd name="f13" fmla="val f5"/>
                    <a:gd name="f14" fmla="val f6"/>
                    <a:gd name="f15" fmla="val f7"/>
                    <a:gd name="f16" fmla="*/ f10 f0 1"/>
                    <a:gd name="f17" fmla="+- f15 0 f13"/>
                    <a:gd name="f18" fmla="+- f14 0 f13"/>
                    <a:gd name="f19" fmla="*/ f16 1 f2"/>
                    <a:gd name="f20" fmla="*/ f18 1 319"/>
                    <a:gd name="f21" fmla="*/ f17 1 288"/>
                    <a:gd name="f22" fmla="*/ 220 f18 1"/>
                    <a:gd name="f23" fmla="*/ 288 f17 1"/>
                    <a:gd name="f24" fmla="*/ 107 f18 1"/>
                    <a:gd name="f25" fmla="*/ 0 f18 1"/>
                    <a:gd name="f26" fmla="*/ 0 f17 1"/>
                    <a:gd name="f27" fmla="*/ 319 f18 1"/>
                    <a:gd name="f28" fmla="+- f19 0 f1"/>
                    <a:gd name="f29" fmla="*/ f22 1 319"/>
                    <a:gd name="f30" fmla="*/ f23 1 288"/>
                    <a:gd name="f31" fmla="*/ f24 1 319"/>
                    <a:gd name="f32" fmla="*/ f25 1 319"/>
                    <a:gd name="f33" fmla="*/ f26 1 288"/>
                    <a:gd name="f34" fmla="*/ f27 1 319"/>
                    <a:gd name="f35" fmla="*/ 0 1 f20"/>
                    <a:gd name="f36" fmla="*/ f14 1 f20"/>
                    <a:gd name="f37" fmla="*/ 0 1 f21"/>
                    <a:gd name="f38" fmla="*/ f15 1 f21"/>
                    <a:gd name="f39" fmla="*/ f29 1 f20"/>
                    <a:gd name="f40" fmla="*/ f30 1 f21"/>
                    <a:gd name="f41" fmla="*/ f31 1 f20"/>
                    <a:gd name="f42" fmla="*/ f32 1 f20"/>
                    <a:gd name="f43" fmla="*/ f33 1 f21"/>
                    <a:gd name="f44" fmla="*/ f34 1 f20"/>
                    <a:gd name="f45" fmla="*/ f35 f11 1"/>
                    <a:gd name="f46" fmla="*/ f36 f11 1"/>
                    <a:gd name="f47" fmla="*/ f38 f12 1"/>
                    <a:gd name="f48" fmla="*/ f37 f12 1"/>
                    <a:gd name="f49" fmla="*/ f39 f11 1"/>
                    <a:gd name="f50" fmla="*/ f40 f12 1"/>
                    <a:gd name="f51" fmla="*/ f41 f11 1"/>
                    <a:gd name="f52" fmla="*/ f42 f11 1"/>
                    <a:gd name="f53" fmla="*/ f43 f12 1"/>
                    <a:gd name="f54" fmla="*/ f44 f11 1"/>
                  </a:gdLst>
                  <a:ahLst/>
                  <a:cxnLst>
                    <a:cxn ang="3cd4">
                      <a:pos x="hc" y="t"/>
                    </a:cxn>
                    <a:cxn ang="0">
                      <a:pos x="r" y="vc"/>
                    </a:cxn>
                    <a:cxn ang="cd4">
                      <a:pos x="hc" y="b"/>
                    </a:cxn>
                    <a:cxn ang="cd2">
                      <a:pos x="l" y="vc"/>
                    </a:cxn>
                    <a:cxn ang="f28">
                      <a:pos x="f49" y="f50"/>
                    </a:cxn>
                    <a:cxn ang="f28">
                      <a:pos x="f51" y="f50"/>
                    </a:cxn>
                    <a:cxn ang="f28">
                      <a:pos x="f52" y="f53"/>
                    </a:cxn>
                    <a:cxn ang="f28">
                      <a:pos x="f54" y="f53"/>
                    </a:cxn>
                    <a:cxn ang="f28">
                      <a:pos x="f49" y="f50"/>
                    </a:cxn>
                  </a:cxnLst>
                  <a:rect l="f45" t="f48" r="f46" b="f47"/>
                  <a:pathLst>
                    <a:path w="319" h="288">
                      <a:moveTo>
                        <a:pt x="f8" y="f7"/>
                      </a:moveTo>
                      <a:lnTo>
                        <a:pt x="f9" y="f7"/>
                      </a:lnTo>
                      <a:lnTo>
                        <a:pt x="f5" y="f5"/>
                      </a:lnTo>
                      <a:lnTo>
                        <a:pt x="f6" y="f5"/>
                      </a:lnTo>
                      <a:lnTo>
                        <a:pt x="f8" y="f7"/>
                      </a:lnTo>
                      <a:close/>
                    </a:path>
                  </a:pathLst>
                </a:custGeom>
                <a:solidFill>
                  <a:srgbClr val="1FF524"/>
                </a:solidFill>
                <a:ln>
                  <a:noFill/>
                  <a:prstDash val="solid"/>
                </a:ln>
              </p:spPr>
              <p:txBody>
                <a:bodyPr vert="horz" wrap="square" lIns="91440" tIns="45720" rIns="91440" bIns="45720" anchor="t"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300" b="0" i="0" u="none" strike="noStrike" kern="0" cap="none" spc="0" baseline="0">
                    <a:solidFill>
                      <a:srgbClr val="211F26"/>
                    </a:solidFill>
                    <a:uFillTx/>
                    <a:latin typeface="Arial"/>
                  </a:endParaRPr>
                </a:p>
              </p:txBody>
            </p:sp>
            <p:sp>
              <p:nvSpPr>
                <p:cNvPr id="37" name="Freeform 13">
                  <a:extLst>
                    <a:ext uri="{FF2B5EF4-FFF2-40B4-BE49-F238E27FC236}">
                      <a16:creationId xmlns:a16="http://schemas.microsoft.com/office/drawing/2014/main" id="{EDA96769-2E43-61EF-7D9C-B985E4E812E5}"/>
                    </a:ext>
                  </a:extLst>
                </p:cNvPr>
                <p:cNvSpPr/>
                <p:nvPr/>
              </p:nvSpPr>
              <p:spPr>
                <a:xfrm>
                  <a:off x="-661394" y="4582277"/>
                  <a:ext cx="60761" cy="24131"/>
                </a:xfrm>
                <a:custGeom>
                  <a:avLst/>
                  <a:gdLst>
                    <a:gd name="f0" fmla="val 10800000"/>
                    <a:gd name="f1" fmla="val 5400000"/>
                    <a:gd name="f2" fmla="val 180"/>
                    <a:gd name="f3" fmla="val w"/>
                    <a:gd name="f4" fmla="val h"/>
                    <a:gd name="f5" fmla="val 0"/>
                    <a:gd name="f6" fmla="val 251"/>
                    <a:gd name="f7" fmla="val 100"/>
                    <a:gd name="f8" fmla="val 229"/>
                    <a:gd name="f9" fmla="val 70"/>
                    <a:gd name="f10" fmla="val 69"/>
                    <a:gd name="f11" fmla="val 22"/>
                    <a:gd name="f12" fmla="val 27"/>
                    <a:gd name="f13" fmla="val 87"/>
                    <a:gd name="f14" fmla="val 44"/>
                    <a:gd name="f15" fmla="val 63"/>
                    <a:gd name="f16" fmla="val 188"/>
                    <a:gd name="f17" fmla="val 207"/>
                    <a:gd name="f18" fmla="val 223"/>
                    <a:gd name="f19" fmla="val 88"/>
                    <a:gd name="f20" fmla="val 71"/>
                    <a:gd name="f21" fmla="+- 0 0 -90"/>
                    <a:gd name="f22" fmla="*/ f3 1 251"/>
                    <a:gd name="f23" fmla="*/ f4 1 100"/>
                    <a:gd name="f24" fmla="val f5"/>
                    <a:gd name="f25" fmla="val f6"/>
                    <a:gd name="f26" fmla="val f7"/>
                    <a:gd name="f27" fmla="*/ f21 f0 1"/>
                    <a:gd name="f28" fmla="+- f26 0 f24"/>
                    <a:gd name="f29" fmla="+- f25 0 f24"/>
                    <a:gd name="f30" fmla="*/ f27 1 f2"/>
                    <a:gd name="f31" fmla="*/ f29 1 251"/>
                    <a:gd name="f32" fmla="*/ f28 1 100"/>
                    <a:gd name="f33" fmla="*/ 229 f29 1"/>
                    <a:gd name="f34" fmla="*/ 70 f28 1"/>
                    <a:gd name="f35" fmla="*/ 69 f28 1"/>
                    <a:gd name="f36" fmla="*/ 251 f29 1"/>
                    <a:gd name="f37" fmla="*/ 0 f28 1"/>
                    <a:gd name="f38" fmla="*/ 0 f29 1"/>
                    <a:gd name="f39" fmla="*/ 22 f29 1"/>
                    <a:gd name="f40" fmla="*/ 63 f29 1"/>
                    <a:gd name="f41" fmla="*/ 100 f28 1"/>
                    <a:gd name="f42" fmla="*/ 188 f29 1"/>
                    <a:gd name="f43" fmla="*/ 71 f28 1"/>
                    <a:gd name="f44" fmla="+- f30 0 f1"/>
                    <a:gd name="f45" fmla="*/ f33 1 251"/>
                    <a:gd name="f46" fmla="*/ f34 1 100"/>
                    <a:gd name="f47" fmla="*/ f35 1 100"/>
                    <a:gd name="f48" fmla="*/ f36 1 251"/>
                    <a:gd name="f49" fmla="*/ f37 1 100"/>
                    <a:gd name="f50" fmla="*/ f38 1 251"/>
                    <a:gd name="f51" fmla="*/ f39 1 251"/>
                    <a:gd name="f52" fmla="*/ f40 1 251"/>
                    <a:gd name="f53" fmla="*/ f41 1 100"/>
                    <a:gd name="f54" fmla="*/ f42 1 251"/>
                    <a:gd name="f55" fmla="*/ f43 1 100"/>
                    <a:gd name="f56" fmla="*/ 0 1 f31"/>
                    <a:gd name="f57" fmla="*/ f25 1 f31"/>
                    <a:gd name="f58" fmla="*/ 0 1 f32"/>
                    <a:gd name="f59" fmla="*/ f26 1 f32"/>
                    <a:gd name="f60" fmla="*/ f45 1 f31"/>
                    <a:gd name="f61" fmla="*/ f46 1 f32"/>
                    <a:gd name="f62" fmla="*/ f47 1 f32"/>
                    <a:gd name="f63" fmla="*/ f48 1 f31"/>
                    <a:gd name="f64" fmla="*/ f49 1 f32"/>
                    <a:gd name="f65" fmla="*/ f50 1 f31"/>
                    <a:gd name="f66" fmla="*/ f51 1 f31"/>
                    <a:gd name="f67" fmla="*/ f52 1 f31"/>
                    <a:gd name="f68" fmla="*/ f53 1 f32"/>
                    <a:gd name="f69" fmla="*/ f54 1 f31"/>
                    <a:gd name="f70" fmla="*/ f55 1 f32"/>
                    <a:gd name="f71" fmla="*/ f56 f22 1"/>
                    <a:gd name="f72" fmla="*/ f57 f22 1"/>
                    <a:gd name="f73" fmla="*/ f59 f23 1"/>
                    <a:gd name="f74" fmla="*/ f58 f23 1"/>
                    <a:gd name="f75" fmla="*/ f60 f22 1"/>
                    <a:gd name="f76" fmla="*/ f61 f23 1"/>
                    <a:gd name="f77" fmla="*/ f62 f23 1"/>
                    <a:gd name="f78" fmla="*/ f63 f22 1"/>
                    <a:gd name="f79" fmla="*/ f64 f23 1"/>
                    <a:gd name="f80" fmla="*/ f65 f22 1"/>
                    <a:gd name="f81" fmla="*/ f66 f22 1"/>
                    <a:gd name="f82" fmla="*/ f67 f22 1"/>
                    <a:gd name="f83" fmla="*/ f68 f23 1"/>
                    <a:gd name="f84" fmla="*/ f69 f22 1"/>
                    <a:gd name="f85" fmla="*/ f70 f23 1"/>
                  </a:gdLst>
                  <a:ahLst/>
                  <a:cxnLst>
                    <a:cxn ang="3cd4">
                      <a:pos x="hc" y="t"/>
                    </a:cxn>
                    <a:cxn ang="0">
                      <a:pos x="r" y="vc"/>
                    </a:cxn>
                    <a:cxn ang="cd4">
                      <a:pos x="hc" y="b"/>
                    </a:cxn>
                    <a:cxn ang="cd2">
                      <a:pos x="l" y="vc"/>
                    </a:cxn>
                    <a:cxn ang="f44">
                      <a:pos x="f75" y="f76"/>
                    </a:cxn>
                    <a:cxn ang="f44">
                      <a:pos x="f75" y="f77"/>
                    </a:cxn>
                    <a:cxn ang="f44">
                      <a:pos x="f78" y="f79"/>
                    </a:cxn>
                    <a:cxn ang="f44">
                      <a:pos x="f80" y="f79"/>
                    </a:cxn>
                    <a:cxn ang="f44">
                      <a:pos x="f81" y="f77"/>
                    </a:cxn>
                    <a:cxn ang="f44">
                      <a:pos x="f82" y="f83"/>
                    </a:cxn>
                    <a:cxn ang="f44">
                      <a:pos x="f84" y="f83"/>
                    </a:cxn>
                    <a:cxn ang="f44">
                      <a:pos x="f75" y="f85"/>
                    </a:cxn>
                    <a:cxn ang="f44">
                      <a:pos x="f75" y="f85"/>
                    </a:cxn>
                    <a:cxn ang="f44">
                      <a:pos x="f75" y="f76"/>
                    </a:cxn>
                  </a:cxnLst>
                  <a:rect l="f71" t="f74" r="f72" b="f73"/>
                  <a:pathLst>
                    <a:path w="251" h="100">
                      <a:moveTo>
                        <a:pt x="f8" y="f9"/>
                      </a:moveTo>
                      <a:cubicBezTo>
                        <a:pt x="f8" y="f9"/>
                        <a:pt x="f8" y="f10"/>
                        <a:pt x="f8" y="f10"/>
                      </a:cubicBezTo>
                      <a:cubicBezTo>
                        <a:pt x="f6" y="f5"/>
                        <a:pt x="f6" y="f5"/>
                        <a:pt x="f6" y="f5"/>
                      </a:cubicBezTo>
                      <a:cubicBezTo>
                        <a:pt x="f5" y="f5"/>
                        <a:pt x="f5" y="f5"/>
                        <a:pt x="f5" y="f5"/>
                      </a:cubicBezTo>
                      <a:cubicBezTo>
                        <a:pt x="f11" y="f10"/>
                        <a:pt x="f11" y="f10"/>
                        <a:pt x="f11" y="f10"/>
                      </a:cubicBezTo>
                      <a:cubicBezTo>
                        <a:pt x="f12" y="f13"/>
                        <a:pt x="f14" y="f7"/>
                        <a:pt x="f15" y="f7"/>
                      </a:cubicBezTo>
                      <a:cubicBezTo>
                        <a:pt x="f16" y="f7"/>
                        <a:pt x="f16" y="f7"/>
                        <a:pt x="f16" y="f7"/>
                      </a:cubicBezTo>
                      <a:cubicBezTo>
                        <a:pt x="f17" y="f7"/>
                        <a:pt x="f18" y="f19"/>
                        <a:pt x="f8" y="f20"/>
                      </a:cubicBezTo>
                      <a:cubicBezTo>
                        <a:pt x="f8" y="f20"/>
                        <a:pt x="f8" y="f20"/>
                        <a:pt x="f8" y="f20"/>
                      </a:cubicBezTo>
                      <a:lnTo>
                        <a:pt x="f8" y="f9"/>
                      </a:lnTo>
                      <a:close/>
                    </a:path>
                  </a:pathLst>
                </a:custGeom>
                <a:gradFill>
                  <a:gsLst>
                    <a:gs pos="0">
                      <a:srgbClr val="9D9FA1"/>
                    </a:gs>
                    <a:gs pos="100000">
                      <a:srgbClr val="211F26"/>
                    </a:gs>
                  </a:gsLst>
                  <a:lin ang="2700000"/>
                </a:gradFill>
                <a:ln>
                  <a:noFill/>
                  <a:prstDash val="solid"/>
                </a:ln>
              </p:spPr>
              <p:txBody>
                <a:bodyPr vert="horz" wrap="square" lIns="91440" tIns="45720" rIns="91440" bIns="45720" anchor="t"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300" b="0" i="0" u="none" strike="noStrike" kern="0" cap="none" spc="0" baseline="0">
                    <a:solidFill>
                      <a:srgbClr val="211F26"/>
                    </a:solidFill>
                    <a:uFillTx/>
                    <a:latin typeface="Arial"/>
                  </a:endParaRPr>
                </a:p>
              </p:txBody>
            </p:sp>
            <p:sp>
              <p:nvSpPr>
                <p:cNvPr id="38" name="Freeform 14">
                  <a:extLst>
                    <a:ext uri="{FF2B5EF4-FFF2-40B4-BE49-F238E27FC236}">
                      <a16:creationId xmlns:a16="http://schemas.microsoft.com/office/drawing/2014/main" id="{E031E146-5CF0-2A4E-91B9-58FC0BC54EB2}"/>
                    </a:ext>
                  </a:extLst>
                </p:cNvPr>
                <p:cNvSpPr/>
                <p:nvPr/>
              </p:nvSpPr>
              <p:spPr>
                <a:xfrm>
                  <a:off x="-716112" y="4364019"/>
                  <a:ext cx="169776" cy="208126"/>
                </a:xfrm>
                <a:custGeom>
                  <a:avLst/>
                  <a:gdLst>
                    <a:gd name="f0" fmla="val 10800000"/>
                    <a:gd name="f1" fmla="val 5400000"/>
                    <a:gd name="f2" fmla="val 180"/>
                    <a:gd name="f3" fmla="val w"/>
                    <a:gd name="f4" fmla="val h"/>
                    <a:gd name="f5" fmla="val 0"/>
                    <a:gd name="f6" fmla="val 702"/>
                    <a:gd name="f7" fmla="val 860"/>
                    <a:gd name="f8" fmla="val 351"/>
                    <a:gd name="f9" fmla="val 157"/>
                    <a:gd name="f10" fmla="val 463"/>
                    <a:gd name="f11" fmla="val 52"/>
                    <a:gd name="f12" fmla="val 562"/>
                    <a:gd name="f13" fmla="val 134"/>
                    <a:gd name="f14" fmla="val 627"/>
                    <a:gd name="f15" fmla="val 165"/>
                    <a:gd name="f16" fmla="val 718"/>
                    <a:gd name="f17" fmla="val 266"/>
                    <a:gd name="f18" fmla="val 434"/>
                    <a:gd name="f19" fmla="val 419"/>
                    <a:gd name="f20" fmla="val 760"/>
                    <a:gd name="f21" fmla="val 284"/>
                    <a:gd name="f22" fmla="val 179"/>
                    <a:gd name="f23" fmla="val 212"/>
                    <a:gd name="f24" fmla="val 216"/>
                    <a:gd name="f25" fmla="val 488"/>
                    <a:gd name="f26" fmla="val 491"/>
                    <a:gd name="f27" fmla="val 570"/>
                    <a:gd name="f28" fmla="val 625"/>
                    <a:gd name="f29" fmla="val 651"/>
                    <a:gd name="f30" fmla="val 560"/>
                    <a:gd name="f31" fmla="val 461"/>
                    <a:gd name="f32" fmla="val 545"/>
                    <a:gd name="f33" fmla="val 587"/>
                    <a:gd name="f34" fmla="val 438"/>
                    <a:gd name="f35" fmla="val 568"/>
                    <a:gd name="f36" fmla="val 490"/>
                    <a:gd name="f37" fmla="val 531"/>
                    <a:gd name="f38" fmla="val 534"/>
                    <a:gd name="f39" fmla="val 485"/>
                    <a:gd name="f40" fmla="val 563"/>
                    <a:gd name="f41" fmla="val 454"/>
                    <a:gd name="f42" fmla="val 658"/>
                    <a:gd name="f43" fmla="val 250"/>
                    <a:gd name="f44" fmla="val 219"/>
                    <a:gd name="f45" fmla="val 565"/>
                    <a:gd name="f46" fmla="val 172"/>
                    <a:gd name="f47" fmla="val 536"/>
                    <a:gd name="f48" fmla="val 135"/>
                    <a:gd name="f49" fmla="val 115"/>
                    <a:gd name="f50" fmla="val 439"/>
                    <a:gd name="f51" fmla="val 105"/>
                    <a:gd name="f52" fmla="val 411"/>
                    <a:gd name="f53" fmla="val 99"/>
                    <a:gd name="f54" fmla="val 382"/>
                    <a:gd name="f55" fmla="val 603"/>
                    <a:gd name="f56" fmla="val 381"/>
                    <a:gd name="f57" fmla="val 597"/>
                    <a:gd name="f58" fmla="+- 0 0 -90"/>
                    <a:gd name="f59" fmla="*/ f3 1 702"/>
                    <a:gd name="f60" fmla="*/ f4 1 860"/>
                    <a:gd name="f61" fmla="val f5"/>
                    <a:gd name="f62" fmla="val f6"/>
                    <a:gd name="f63" fmla="val f7"/>
                    <a:gd name="f64" fmla="*/ f58 f0 1"/>
                    <a:gd name="f65" fmla="+- f63 0 f61"/>
                    <a:gd name="f66" fmla="+- f62 0 f61"/>
                    <a:gd name="f67" fmla="*/ f64 1 f2"/>
                    <a:gd name="f68" fmla="*/ f66 1 702"/>
                    <a:gd name="f69" fmla="*/ f65 1 860"/>
                    <a:gd name="f70" fmla="*/ 351 f66 1"/>
                    <a:gd name="f71" fmla="*/ 0 f65 1"/>
                    <a:gd name="f72" fmla="*/ 0 f66 1"/>
                    <a:gd name="f73" fmla="*/ 351 f65 1"/>
                    <a:gd name="f74" fmla="*/ 134 f66 1"/>
                    <a:gd name="f75" fmla="*/ 627 f65 1"/>
                    <a:gd name="f76" fmla="*/ 165 f66 1"/>
                    <a:gd name="f77" fmla="*/ 718 f65 1"/>
                    <a:gd name="f78" fmla="*/ 266 f66 1"/>
                    <a:gd name="f79" fmla="*/ 434 f66 1"/>
                    <a:gd name="f80" fmla="*/ 419 f66 1"/>
                    <a:gd name="f81" fmla="*/ 760 f65 1"/>
                    <a:gd name="f82" fmla="*/ 284 f66 1"/>
                    <a:gd name="f83" fmla="*/ 179 f66 1"/>
                    <a:gd name="f84" fmla="*/ 212 f66 1"/>
                    <a:gd name="f85" fmla="*/ 860 f65 1"/>
                    <a:gd name="f86" fmla="*/ 216 f66 1"/>
                    <a:gd name="f87" fmla="*/ 488 f66 1"/>
                    <a:gd name="f88" fmla="*/ 491 f66 1"/>
                    <a:gd name="f89" fmla="*/ 570 f66 1"/>
                    <a:gd name="f90" fmla="*/ 625 f65 1"/>
                    <a:gd name="f91" fmla="*/ 702 f66 1"/>
                    <a:gd name="f92" fmla="*/ 587 f66 1"/>
                    <a:gd name="f93" fmla="*/ 438 f65 1"/>
                    <a:gd name="f94" fmla="*/ 485 f66 1"/>
                    <a:gd name="f95" fmla="*/ 563 f65 1"/>
                    <a:gd name="f96" fmla="*/ 454 f66 1"/>
                    <a:gd name="f97" fmla="*/ 658 f65 1"/>
                    <a:gd name="f98" fmla="*/ 250 f66 1"/>
                    <a:gd name="f99" fmla="*/ 219 f66 1"/>
                    <a:gd name="f100" fmla="*/ 565 f65 1"/>
                    <a:gd name="f101" fmla="*/ 115 f66 1"/>
                    <a:gd name="f102" fmla="*/ 439 f65 1"/>
                    <a:gd name="f103" fmla="*/ 99 f66 1"/>
                    <a:gd name="f104" fmla="*/ 99 f65 1"/>
                    <a:gd name="f105" fmla="*/ 603 f66 1"/>
                    <a:gd name="f106" fmla="+- f67 0 f1"/>
                    <a:gd name="f107" fmla="*/ f70 1 702"/>
                    <a:gd name="f108" fmla="*/ f71 1 860"/>
                    <a:gd name="f109" fmla="*/ f72 1 702"/>
                    <a:gd name="f110" fmla="*/ f73 1 860"/>
                    <a:gd name="f111" fmla="*/ f74 1 702"/>
                    <a:gd name="f112" fmla="*/ f75 1 860"/>
                    <a:gd name="f113" fmla="*/ f76 1 702"/>
                    <a:gd name="f114" fmla="*/ f77 1 860"/>
                    <a:gd name="f115" fmla="*/ f78 1 702"/>
                    <a:gd name="f116" fmla="*/ f79 1 702"/>
                    <a:gd name="f117" fmla="*/ f80 1 702"/>
                    <a:gd name="f118" fmla="*/ f81 1 860"/>
                    <a:gd name="f119" fmla="*/ f82 1 702"/>
                    <a:gd name="f120" fmla="*/ f83 1 702"/>
                    <a:gd name="f121" fmla="*/ f84 1 702"/>
                    <a:gd name="f122" fmla="*/ f85 1 860"/>
                    <a:gd name="f123" fmla="*/ f86 1 702"/>
                    <a:gd name="f124" fmla="*/ f87 1 702"/>
                    <a:gd name="f125" fmla="*/ f88 1 702"/>
                    <a:gd name="f126" fmla="*/ f89 1 702"/>
                    <a:gd name="f127" fmla="*/ f90 1 860"/>
                    <a:gd name="f128" fmla="*/ f91 1 702"/>
                    <a:gd name="f129" fmla="*/ f92 1 702"/>
                    <a:gd name="f130" fmla="*/ f93 1 860"/>
                    <a:gd name="f131" fmla="*/ f94 1 702"/>
                    <a:gd name="f132" fmla="*/ f95 1 860"/>
                    <a:gd name="f133" fmla="*/ f96 1 702"/>
                    <a:gd name="f134" fmla="*/ f97 1 860"/>
                    <a:gd name="f135" fmla="*/ f98 1 702"/>
                    <a:gd name="f136" fmla="*/ f99 1 702"/>
                    <a:gd name="f137" fmla="*/ f100 1 860"/>
                    <a:gd name="f138" fmla="*/ f101 1 702"/>
                    <a:gd name="f139" fmla="*/ f102 1 860"/>
                    <a:gd name="f140" fmla="*/ f103 1 702"/>
                    <a:gd name="f141" fmla="*/ f104 1 860"/>
                    <a:gd name="f142" fmla="*/ f105 1 702"/>
                    <a:gd name="f143" fmla="*/ 0 1 f68"/>
                    <a:gd name="f144" fmla="*/ f62 1 f68"/>
                    <a:gd name="f145" fmla="*/ 0 1 f69"/>
                    <a:gd name="f146" fmla="*/ f63 1 f69"/>
                    <a:gd name="f147" fmla="*/ f107 1 f68"/>
                    <a:gd name="f148" fmla="*/ f108 1 f69"/>
                    <a:gd name="f149" fmla="*/ f109 1 f68"/>
                    <a:gd name="f150" fmla="*/ f110 1 f69"/>
                    <a:gd name="f151" fmla="*/ f111 1 f68"/>
                    <a:gd name="f152" fmla="*/ f112 1 f69"/>
                    <a:gd name="f153" fmla="*/ f113 1 f68"/>
                    <a:gd name="f154" fmla="*/ f114 1 f69"/>
                    <a:gd name="f155" fmla="*/ f115 1 f68"/>
                    <a:gd name="f156" fmla="*/ f116 1 f68"/>
                    <a:gd name="f157" fmla="*/ f117 1 f68"/>
                    <a:gd name="f158" fmla="*/ f118 1 f69"/>
                    <a:gd name="f159" fmla="*/ f119 1 f68"/>
                    <a:gd name="f160" fmla="*/ f120 1 f68"/>
                    <a:gd name="f161" fmla="*/ f121 1 f68"/>
                    <a:gd name="f162" fmla="*/ f122 1 f69"/>
                    <a:gd name="f163" fmla="*/ f123 1 f68"/>
                    <a:gd name="f164" fmla="*/ f124 1 f68"/>
                    <a:gd name="f165" fmla="*/ f125 1 f68"/>
                    <a:gd name="f166" fmla="*/ f126 1 f68"/>
                    <a:gd name="f167" fmla="*/ f127 1 f69"/>
                    <a:gd name="f168" fmla="*/ f128 1 f68"/>
                    <a:gd name="f169" fmla="*/ f129 1 f68"/>
                    <a:gd name="f170" fmla="*/ f130 1 f69"/>
                    <a:gd name="f171" fmla="*/ f131 1 f68"/>
                    <a:gd name="f172" fmla="*/ f132 1 f69"/>
                    <a:gd name="f173" fmla="*/ f133 1 f68"/>
                    <a:gd name="f174" fmla="*/ f134 1 f69"/>
                    <a:gd name="f175" fmla="*/ f135 1 f68"/>
                    <a:gd name="f176" fmla="*/ f136 1 f68"/>
                    <a:gd name="f177" fmla="*/ f137 1 f69"/>
                    <a:gd name="f178" fmla="*/ f138 1 f68"/>
                    <a:gd name="f179" fmla="*/ f139 1 f69"/>
                    <a:gd name="f180" fmla="*/ f140 1 f68"/>
                    <a:gd name="f181" fmla="*/ f141 1 f69"/>
                    <a:gd name="f182" fmla="*/ f142 1 f68"/>
                    <a:gd name="f183" fmla="*/ f143 f59 1"/>
                    <a:gd name="f184" fmla="*/ f144 f59 1"/>
                    <a:gd name="f185" fmla="*/ f146 f60 1"/>
                    <a:gd name="f186" fmla="*/ f145 f60 1"/>
                    <a:gd name="f187" fmla="*/ f147 f59 1"/>
                    <a:gd name="f188" fmla="*/ f148 f60 1"/>
                    <a:gd name="f189" fmla="*/ f149 f59 1"/>
                    <a:gd name="f190" fmla="*/ f150 f60 1"/>
                    <a:gd name="f191" fmla="*/ f151 f59 1"/>
                    <a:gd name="f192" fmla="*/ f152 f60 1"/>
                    <a:gd name="f193" fmla="*/ f153 f59 1"/>
                    <a:gd name="f194" fmla="*/ f154 f60 1"/>
                    <a:gd name="f195" fmla="*/ f155 f59 1"/>
                    <a:gd name="f196" fmla="*/ f156 f59 1"/>
                    <a:gd name="f197" fmla="*/ f157 f59 1"/>
                    <a:gd name="f198" fmla="*/ f158 f60 1"/>
                    <a:gd name="f199" fmla="*/ f159 f59 1"/>
                    <a:gd name="f200" fmla="*/ f160 f59 1"/>
                    <a:gd name="f201" fmla="*/ f161 f59 1"/>
                    <a:gd name="f202" fmla="*/ f162 f60 1"/>
                    <a:gd name="f203" fmla="*/ f163 f59 1"/>
                    <a:gd name="f204" fmla="*/ f164 f59 1"/>
                    <a:gd name="f205" fmla="*/ f165 f59 1"/>
                    <a:gd name="f206" fmla="*/ f166 f59 1"/>
                    <a:gd name="f207" fmla="*/ f167 f60 1"/>
                    <a:gd name="f208" fmla="*/ f168 f59 1"/>
                    <a:gd name="f209" fmla="*/ f169 f59 1"/>
                    <a:gd name="f210" fmla="*/ f170 f60 1"/>
                    <a:gd name="f211" fmla="*/ f171 f59 1"/>
                    <a:gd name="f212" fmla="*/ f172 f60 1"/>
                    <a:gd name="f213" fmla="*/ f173 f59 1"/>
                    <a:gd name="f214" fmla="*/ f174 f60 1"/>
                    <a:gd name="f215" fmla="*/ f175 f59 1"/>
                    <a:gd name="f216" fmla="*/ f176 f59 1"/>
                    <a:gd name="f217" fmla="*/ f177 f60 1"/>
                    <a:gd name="f218" fmla="*/ f178 f59 1"/>
                    <a:gd name="f219" fmla="*/ f179 f60 1"/>
                    <a:gd name="f220" fmla="*/ f180 f59 1"/>
                    <a:gd name="f221" fmla="*/ f181 f60 1"/>
                    <a:gd name="f222" fmla="*/ f182 f59 1"/>
                  </a:gdLst>
                  <a:ahLst/>
                  <a:cxnLst>
                    <a:cxn ang="3cd4">
                      <a:pos x="hc" y="t"/>
                    </a:cxn>
                    <a:cxn ang="0">
                      <a:pos x="r" y="vc"/>
                    </a:cxn>
                    <a:cxn ang="cd4">
                      <a:pos x="hc" y="b"/>
                    </a:cxn>
                    <a:cxn ang="cd2">
                      <a:pos x="l" y="vc"/>
                    </a:cxn>
                    <a:cxn ang="f106">
                      <a:pos x="f187" y="f188"/>
                    </a:cxn>
                    <a:cxn ang="f106">
                      <a:pos x="f189" y="f190"/>
                    </a:cxn>
                    <a:cxn ang="f106">
                      <a:pos x="f191" y="f192"/>
                    </a:cxn>
                    <a:cxn ang="f106">
                      <a:pos x="f193" y="f194"/>
                    </a:cxn>
                    <a:cxn ang="f106">
                      <a:pos x="f195" y="f194"/>
                    </a:cxn>
                    <a:cxn ang="f106">
                      <a:pos x="f195" y="f194"/>
                    </a:cxn>
                    <a:cxn ang="f106">
                      <a:pos x="f196" y="f194"/>
                    </a:cxn>
                    <a:cxn ang="f106">
                      <a:pos x="f197" y="f198"/>
                    </a:cxn>
                    <a:cxn ang="f106">
                      <a:pos x="f199" y="f198"/>
                    </a:cxn>
                    <a:cxn ang="f106">
                      <a:pos x="f199" y="f198"/>
                    </a:cxn>
                    <a:cxn ang="f106">
                      <a:pos x="f200" y="f198"/>
                    </a:cxn>
                    <a:cxn ang="f106">
                      <a:pos x="f201" y="f202"/>
                    </a:cxn>
                    <a:cxn ang="f106">
                      <a:pos x="f201" y="f202"/>
                    </a:cxn>
                    <a:cxn ang="f106">
                      <a:pos x="f203" y="f202"/>
                    </a:cxn>
                    <a:cxn ang="f106">
                      <a:pos x="f204" y="f202"/>
                    </a:cxn>
                    <a:cxn ang="f106">
                      <a:pos x="f205" y="f202"/>
                    </a:cxn>
                    <a:cxn ang="f106">
                      <a:pos x="f206" y="f207"/>
                    </a:cxn>
                    <a:cxn ang="f106">
                      <a:pos x="f208" y="f190"/>
                    </a:cxn>
                    <a:cxn ang="f106">
                      <a:pos x="f187" y="f188"/>
                    </a:cxn>
                    <a:cxn ang="f106">
                      <a:pos x="f209" y="f210"/>
                    </a:cxn>
                    <a:cxn ang="f106">
                      <a:pos x="f211" y="f212"/>
                    </a:cxn>
                    <a:cxn ang="f106">
                      <a:pos x="f213" y="f214"/>
                    </a:cxn>
                    <a:cxn ang="f106">
                      <a:pos x="f215" y="f214"/>
                    </a:cxn>
                    <a:cxn ang="f106">
                      <a:pos x="f216" y="f217"/>
                    </a:cxn>
                    <a:cxn ang="f106">
                      <a:pos x="f218" y="f219"/>
                    </a:cxn>
                    <a:cxn ang="f106">
                      <a:pos x="f220" y="f190"/>
                    </a:cxn>
                    <a:cxn ang="f106">
                      <a:pos x="f187" y="f221"/>
                    </a:cxn>
                    <a:cxn ang="f106">
                      <a:pos x="f222" y="f190"/>
                    </a:cxn>
                    <a:cxn ang="f106">
                      <a:pos x="f209" y="f210"/>
                    </a:cxn>
                  </a:cxnLst>
                  <a:rect l="f183" t="f186" r="f184" b="f185"/>
                  <a:pathLst>
                    <a:path w="702" h="860">
                      <a:moveTo>
                        <a:pt x="f8" y="f5"/>
                      </a:moveTo>
                      <a:cubicBezTo>
                        <a:pt x="f9" y="f5"/>
                        <a:pt x="f5" y="f9"/>
                        <a:pt x="f5" y="f8"/>
                      </a:cubicBezTo>
                      <a:cubicBezTo>
                        <a:pt x="f5" y="f10"/>
                        <a:pt x="f11" y="f12"/>
                        <a:pt x="f13" y="f14"/>
                      </a:cubicBezTo>
                      <a:cubicBezTo>
                        <a:pt x="f15" y="f16"/>
                        <a:pt x="f15" y="f16"/>
                        <a:pt x="f15" y="f16"/>
                      </a:cubicBezTo>
                      <a:cubicBezTo>
                        <a:pt x="f17" y="f16"/>
                        <a:pt x="f17" y="f16"/>
                        <a:pt x="f17" y="f16"/>
                      </a:cubicBezTo>
                      <a:cubicBezTo>
                        <a:pt x="f17" y="f16"/>
                        <a:pt x="f17" y="f16"/>
                        <a:pt x="f17" y="f16"/>
                      </a:cubicBezTo>
                      <a:cubicBezTo>
                        <a:pt x="f18" y="f16"/>
                        <a:pt x="f18" y="f16"/>
                        <a:pt x="f18" y="f16"/>
                      </a:cubicBezTo>
                      <a:cubicBezTo>
                        <a:pt x="f19" y="f20"/>
                        <a:pt x="f19" y="f20"/>
                        <a:pt x="f19" y="f20"/>
                      </a:cubicBezTo>
                      <a:cubicBezTo>
                        <a:pt x="f21" y="f20"/>
                        <a:pt x="f21" y="f20"/>
                        <a:pt x="f21" y="f20"/>
                      </a:cubicBezTo>
                      <a:cubicBezTo>
                        <a:pt x="f21" y="f20"/>
                        <a:pt x="f21" y="f20"/>
                        <a:pt x="f21" y="f20"/>
                      </a:cubicBezTo>
                      <a:cubicBezTo>
                        <a:pt x="f22" y="f20"/>
                        <a:pt x="f22" y="f20"/>
                        <a:pt x="f22" y="f20"/>
                      </a:cubicBezTo>
                      <a:cubicBezTo>
                        <a:pt x="f23" y="f7"/>
                        <a:pt x="f23" y="f7"/>
                        <a:pt x="f23" y="f7"/>
                      </a:cubicBezTo>
                      <a:cubicBezTo>
                        <a:pt x="f23" y="f7"/>
                        <a:pt x="f23" y="f7"/>
                        <a:pt x="f23" y="f7"/>
                      </a:cubicBezTo>
                      <a:cubicBezTo>
                        <a:pt x="f24" y="f7"/>
                        <a:pt x="f24" y="f7"/>
                        <a:pt x="f24" y="f7"/>
                      </a:cubicBezTo>
                      <a:cubicBezTo>
                        <a:pt x="f25" y="f7"/>
                        <a:pt x="f25" y="f7"/>
                        <a:pt x="f25" y="f7"/>
                      </a:cubicBezTo>
                      <a:cubicBezTo>
                        <a:pt x="f26" y="f7"/>
                        <a:pt x="f26" y="f7"/>
                        <a:pt x="f26" y="f7"/>
                      </a:cubicBezTo>
                      <a:cubicBezTo>
                        <a:pt x="f27" y="f28"/>
                        <a:pt x="f27" y="f28"/>
                        <a:pt x="f27" y="f28"/>
                      </a:cubicBezTo>
                      <a:cubicBezTo>
                        <a:pt x="f29" y="f30"/>
                        <a:pt x="f6" y="f31"/>
                        <a:pt x="f6" y="f8"/>
                      </a:cubicBezTo>
                      <a:cubicBezTo>
                        <a:pt x="f6" y="f9"/>
                        <a:pt x="f32" y="f5"/>
                        <a:pt x="f8" y="f5"/>
                      </a:cubicBezTo>
                      <a:close/>
                      <a:moveTo>
                        <a:pt x="f33" y="f34"/>
                      </a:moveTo>
                      <a:cubicBezTo>
                        <a:pt x="f35" y="f36"/>
                        <a:pt x="f37" y="f38"/>
                        <a:pt x="f39" y="f40"/>
                      </a:cubicBezTo>
                      <a:cubicBezTo>
                        <a:pt x="f41" y="f42"/>
                        <a:pt x="f41" y="f42"/>
                        <a:pt x="f41" y="f42"/>
                      </a:cubicBezTo>
                      <a:cubicBezTo>
                        <a:pt x="f43" y="f42"/>
                        <a:pt x="f43" y="f42"/>
                        <a:pt x="f43" y="f42"/>
                      </a:cubicBezTo>
                      <a:cubicBezTo>
                        <a:pt x="f44" y="f45"/>
                        <a:pt x="f44" y="f45"/>
                        <a:pt x="f44" y="f45"/>
                      </a:cubicBezTo>
                      <a:cubicBezTo>
                        <a:pt x="f46" y="f47"/>
                        <a:pt x="f48" y="f26"/>
                        <a:pt x="f49" y="f50"/>
                      </a:cubicBezTo>
                      <a:cubicBezTo>
                        <a:pt x="f51" y="f52"/>
                        <a:pt x="f53" y="f54"/>
                        <a:pt x="f53" y="f8"/>
                      </a:cubicBezTo>
                      <a:cubicBezTo>
                        <a:pt x="f53" y="f23"/>
                        <a:pt x="f23" y="f53"/>
                        <a:pt x="f8" y="f53"/>
                      </a:cubicBezTo>
                      <a:cubicBezTo>
                        <a:pt x="f36" y="f53"/>
                        <a:pt x="f55" y="f23"/>
                        <a:pt x="f55" y="f8"/>
                      </a:cubicBezTo>
                      <a:cubicBezTo>
                        <a:pt x="f55" y="f56"/>
                        <a:pt x="f57" y="f52"/>
                        <a:pt x="f33" y="f34"/>
                      </a:cubicBezTo>
                      <a:close/>
                    </a:path>
                  </a:pathLst>
                </a:custGeom>
                <a:gradFill>
                  <a:gsLst>
                    <a:gs pos="0">
                      <a:srgbClr val="9D9FA1"/>
                    </a:gs>
                    <a:gs pos="100000">
                      <a:srgbClr val="211F26"/>
                    </a:gs>
                  </a:gsLst>
                  <a:lin ang="2700000"/>
                </a:gradFill>
                <a:ln>
                  <a:noFill/>
                  <a:prstDash val="solid"/>
                </a:ln>
              </p:spPr>
              <p:txBody>
                <a:bodyPr vert="horz" wrap="square" lIns="91440" tIns="45720" rIns="91440" bIns="45720" anchor="t"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300" b="0" i="0" u="none" strike="noStrike" kern="0" cap="none" spc="0" baseline="0">
                    <a:solidFill>
                      <a:srgbClr val="211F26"/>
                    </a:solidFill>
                    <a:uFillTx/>
                    <a:latin typeface="Arial"/>
                  </a:endParaRPr>
                </a:p>
              </p:txBody>
            </p:sp>
          </p:grpSp>
          <p:sp>
            <p:nvSpPr>
              <p:cNvPr id="39" name="Tekstvak 31">
                <a:extLst>
                  <a:ext uri="{FF2B5EF4-FFF2-40B4-BE49-F238E27FC236}">
                    <a16:creationId xmlns:a16="http://schemas.microsoft.com/office/drawing/2014/main" id="{1992BD16-60CB-C2BF-AC09-E561687A41C9}"/>
                  </a:ext>
                </a:extLst>
              </p:cNvPr>
              <p:cNvSpPr txBox="1"/>
              <p:nvPr/>
            </p:nvSpPr>
            <p:spPr>
              <a:xfrm>
                <a:off x="-938430" y="4618469"/>
                <a:ext cx="627799" cy="322234"/>
              </a:xfrm>
              <a:prstGeom prst="rect">
                <a:avLst/>
              </a:prstGeom>
              <a:noFill/>
              <a:ln>
                <a:noFill/>
              </a:ln>
            </p:spPr>
            <p:txBody>
              <a:bodyPr vert="horz" wrap="square" lIns="0" tIns="0" rIns="0" bIns="0"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000" b="0" i="0" u="none" strike="noStrike" kern="0" cap="none" spc="0" baseline="0">
                    <a:solidFill>
                      <a:srgbClr val="211F26"/>
                    </a:solidFill>
                    <a:uFillTx/>
                    <a:latin typeface="Calibri" pitchFamily="34"/>
                    <a:cs typeface="Calibri" pitchFamily="34"/>
                  </a:rPr>
                  <a:t>Inspiration</a:t>
                </a:r>
              </a:p>
            </p:txBody>
          </p:sp>
        </p:grpSp>
        <p:grpSp>
          <p:nvGrpSpPr>
            <p:cNvPr id="40" name="Groep 23">
              <a:extLst>
                <a:ext uri="{FF2B5EF4-FFF2-40B4-BE49-F238E27FC236}">
                  <a16:creationId xmlns:a16="http://schemas.microsoft.com/office/drawing/2014/main" id="{D5AD6A96-ECE3-1378-D1C3-36866FCF5F34}"/>
                </a:ext>
              </a:extLst>
            </p:cNvPr>
            <p:cNvGrpSpPr/>
            <p:nvPr/>
          </p:nvGrpSpPr>
          <p:grpSpPr>
            <a:xfrm>
              <a:off x="-3365485" y="1226978"/>
              <a:ext cx="446940" cy="406486"/>
              <a:chOff x="-3365485" y="1226978"/>
              <a:chExt cx="446940" cy="406486"/>
            </a:xfrm>
          </p:grpSpPr>
          <p:grpSp>
            <p:nvGrpSpPr>
              <p:cNvPr id="41" name="Groep 24">
                <a:extLst>
                  <a:ext uri="{FF2B5EF4-FFF2-40B4-BE49-F238E27FC236}">
                    <a16:creationId xmlns:a16="http://schemas.microsoft.com/office/drawing/2014/main" id="{47CE9A13-8E39-C02E-50A5-F38C13B9D005}"/>
                  </a:ext>
                </a:extLst>
              </p:cNvPr>
              <p:cNvGrpSpPr/>
              <p:nvPr/>
            </p:nvGrpSpPr>
            <p:grpSpPr>
              <a:xfrm>
                <a:off x="-3285311" y="1226978"/>
                <a:ext cx="284168" cy="246686"/>
                <a:chOff x="-3285311" y="1226978"/>
                <a:chExt cx="284168" cy="246686"/>
              </a:xfrm>
            </p:grpSpPr>
            <p:sp>
              <p:nvSpPr>
                <p:cNvPr id="42" name="Vrije vorm: vorm 26">
                  <a:extLst>
                    <a:ext uri="{FF2B5EF4-FFF2-40B4-BE49-F238E27FC236}">
                      <a16:creationId xmlns:a16="http://schemas.microsoft.com/office/drawing/2014/main" id="{4DA8BA49-C760-63A5-C9EE-3F4DB14B8961}"/>
                    </a:ext>
                  </a:extLst>
                </p:cNvPr>
                <p:cNvSpPr/>
                <p:nvPr/>
              </p:nvSpPr>
              <p:spPr>
                <a:xfrm>
                  <a:off x="-3236719" y="1287612"/>
                  <a:ext cx="47978" cy="47868"/>
                </a:xfrm>
                <a:custGeom>
                  <a:avLst/>
                  <a:gdLst>
                    <a:gd name="f0" fmla="val 10800000"/>
                    <a:gd name="f1" fmla="val 5400000"/>
                    <a:gd name="f2" fmla="val 180"/>
                    <a:gd name="f3" fmla="val w"/>
                    <a:gd name="f4" fmla="val h"/>
                    <a:gd name="f5" fmla="val 0"/>
                    <a:gd name="f6" fmla="val 371475"/>
                    <a:gd name="f7" fmla="val 369094"/>
                    <a:gd name="f8" fmla="val 188119"/>
                    <a:gd name="f9" fmla="val 288068"/>
                    <a:gd name="f10" fmla="val 88169"/>
                    <a:gd name="f11" fmla="val 7144"/>
                    <a:gd name="f12" fmla="+- 0 0 -90"/>
                    <a:gd name="f13" fmla="*/ f3 1 371475"/>
                    <a:gd name="f14" fmla="*/ f4 1 371475"/>
                    <a:gd name="f15" fmla="val f5"/>
                    <a:gd name="f16" fmla="val f6"/>
                    <a:gd name="f17" fmla="*/ f12 f0 1"/>
                    <a:gd name="f18" fmla="+- f16 0 f15"/>
                    <a:gd name="f19" fmla="*/ f17 1 f2"/>
                    <a:gd name="f20" fmla="*/ f18 1 371475"/>
                    <a:gd name="f21" fmla="*/ 369094 f18 1"/>
                    <a:gd name="f22" fmla="*/ 188119 f18 1"/>
                    <a:gd name="f23" fmla="*/ 7144 f18 1"/>
                    <a:gd name="f24" fmla="+- f19 0 f1"/>
                    <a:gd name="f25" fmla="*/ f21 1 371475"/>
                    <a:gd name="f26" fmla="*/ f22 1 371475"/>
                    <a:gd name="f27" fmla="*/ f23 1 371475"/>
                    <a:gd name="f28" fmla="*/ f15 1 f20"/>
                    <a:gd name="f29" fmla="*/ f16 1 f20"/>
                    <a:gd name="f30" fmla="*/ f25 1 f20"/>
                    <a:gd name="f31" fmla="*/ f26 1 f20"/>
                    <a:gd name="f32" fmla="*/ f27 1 f20"/>
                    <a:gd name="f33" fmla="*/ f28 f13 1"/>
                    <a:gd name="f34" fmla="*/ f29 f13 1"/>
                    <a:gd name="f35" fmla="*/ f29 f14 1"/>
                    <a:gd name="f36" fmla="*/ f28 f14 1"/>
                    <a:gd name="f37" fmla="*/ f30 f13 1"/>
                    <a:gd name="f38" fmla="*/ f31 f14 1"/>
                    <a:gd name="f39" fmla="*/ f31 f13 1"/>
                    <a:gd name="f40" fmla="*/ f30 f14 1"/>
                    <a:gd name="f41" fmla="*/ f32 f13 1"/>
                    <a:gd name="f42" fmla="*/ f32 f14 1"/>
                  </a:gdLst>
                  <a:ahLst/>
                  <a:cxnLst>
                    <a:cxn ang="3cd4">
                      <a:pos x="hc" y="t"/>
                    </a:cxn>
                    <a:cxn ang="0">
                      <a:pos x="r" y="vc"/>
                    </a:cxn>
                    <a:cxn ang="cd4">
                      <a:pos x="hc" y="b"/>
                    </a:cxn>
                    <a:cxn ang="cd2">
                      <a:pos x="l" y="vc"/>
                    </a:cxn>
                    <a:cxn ang="f24">
                      <a:pos x="f37" y="f38"/>
                    </a:cxn>
                    <a:cxn ang="f24">
                      <a:pos x="f39" y="f40"/>
                    </a:cxn>
                    <a:cxn ang="f24">
                      <a:pos x="f41" y="f38"/>
                    </a:cxn>
                    <a:cxn ang="f24">
                      <a:pos x="f39" y="f42"/>
                    </a:cxn>
                    <a:cxn ang="f24">
                      <a:pos x="f37" y="f38"/>
                    </a:cxn>
                  </a:cxnLst>
                  <a:rect l="f33" t="f36" r="f34" b="f35"/>
                  <a:pathLst>
                    <a:path w="371475" h="371475">
                      <a:moveTo>
                        <a:pt x="f7" y="f8"/>
                      </a:moveTo>
                      <a:cubicBezTo>
                        <a:pt x="f7" y="f9"/>
                        <a:pt x="f9" y="f7"/>
                        <a:pt x="f8" y="f7"/>
                      </a:cubicBezTo>
                      <a:cubicBezTo>
                        <a:pt x="f10" y="f7"/>
                        <a:pt x="f11" y="f9"/>
                        <a:pt x="f11" y="f8"/>
                      </a:cubicBezTo>
                      <a:cubicBezTo>
                        <a:pt x="f11" y="f10"/>
                        <a:pt x="f10" y="f11"/>
                        <a:pt x="f8" y="f11"/>
                      </a:cubicBezTo>
                      <a:cubicBezTo>
                        <a:pt x="f9" y="f11"/>
                        <a:pt x="f7" y="f10"/>
                        <a:pt x="f7" y="f8"/>
                      </a:cubicBezTo>
                      <a:close/>
                    </a:path>
                  </a:pathLst>
                </a:custGeom>
                <a:solidFill>
                  <a:srgbClr val="1FF524"/>
                </a:solidFill>
                <a:ln>
                  <a:noFill/>
                  <a:prstDash val="solid"/>
                </a:ln>
              </p:spPr>
              <p:txBody>
                <a:bodyPr vert="horz" wrap="square" lIns="91440" tIns="45720" rIns="91440" bIns="45720" anchor="ctr"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7200" b="0" i="0" u="none" strike="noStrike" kern="1200" cap="none" spc="0" baseline="0">
                    <a:solidFill>
                      <a:srgbClr val="211F26"/>
                    </a:solidFill>
                    <a:uFillTx/>
                    <a:latin typeface="Arial"/>
                  </a:endParaRPr>
                </a:p>
              </p:txBody>
            </p:sp>
            <p:grpSp>
              <p:nvGrpSpPr>
                <p:cNvPr id="43" name="Groep 27">
                  <a:extLst>
                    <a:ext uri="{FF2B5EF4-FFF2-40B4-BE49-F238E27FC236}">
                      <a16:creationId xmlns:a16="http://schemas.microsoft.com/office/drawing/2014/main" id="{569F70F0-1292-08D6-221D-92740D05579F}"/>
                    </a:ext>
                  </a:extLst>
                </p:cNvPr>
                <p:cNvGrpSpPr/>
                <p:nvPr/>
              </p:nvGrpSpPr>
              <p:grpSpPr>
                <a:xfrm>
                  <a:off x="-3285311" y="1226978"/>
                  <a:ext cx="284168" cy="246686"/>
                  <a:chOff x="-3285311" y="1226978"/>
                  <a:chExt cx="284168" cy="246686"/>
                </a:xfrm>
              </p:grpSpPr>
              <p:sp>
                <p:nvSpPr>
                  <p:cNvPr id="44" name="Vrije vorm: vorm 28">
                    <a:extLst>
                      <a:ext uri="{FF2B5EF4-FFF2-40B4-BE49-F238E27FC236}">
                        <a16:creationId xmlns:a16="http://schemas.microsoft.com/office/drawing/2014/main" id="{987C5726-3053-BFF0-2A6F-0A8CE63DB6CD}"/>
                      </a:ext>
                    </a:extLst>
                  </p:cNvPr>
                  <p:cNvSpPr/>
                  <p:nvPr/>
                </p:nvSpPr>
                <p:spPr>
                  <a:xfrm>
                    <a:off x="-3285311" y="1226978"/>
                    <a:ext cx="284168" cy="246686"/>
                  </a:xfrm>
                  <a:custGeom>
                    <a:avLst/>
                    <a:gdLst>
                      <a:gd name="f0" fmla="val 10800000"/>
                      <a:gd name="f1" fmla="val 5400000"/>
                      <a:gd name="f2" fmla="val 180"/>
                      <a:gd name="f3" fmla="val w"/>
                      <a:gd name="f4" fmla="val h"/>
                      <a:gd name="f5" fmla="val 0"/>
                      <a:gd name="f6" fmla="val 2200275"/>
                      <a:gd name="f7" fmla="val 1914525"/>
                      <a:gd name="f8" fmla="val 7144"/>
                      <a:gd name="f9" fmla="val 245269"/>
                      <a:gd name="f10" fmla="val 432911"/>
                      <a:gd name="f11" fmla="val 1959769"/>
                      <a:gd name="f12" fmla="val 1674019"/>
                      <a:gd name="f13" fmla="val 350044"/>
                      <a:gd name="f14" fmla="val 1912144"/>
                      <a:gd name="f15" fmla="val 2197894"/>
                      <a:gd name="f16" fmla="+- 0 0 -90"/>
                      <a:gd name="f17" fmla="*/ f3 1 2200275"/>
                      <a:gd name="f18" fmla="*/ f4 1 1914525"/>
                      <a:gd name="f19" fmla="val f5"/>
                      <a:gd name="f20" fmla="val f6"/>
                      <a:gd name="f21" fmla="val f7"/>
                      <a:gd name="f22" fmla="*/ f16 f0 1"/>
                      <a:gd name="f23" fmla="+- f21 0 f19"/>
                      <a:gd name="f24" fmla="+- f20 0 f19"/>
                      <a:gd name="f25" fmla="*/ f22 1 f2"/>
                      <a:gd name="f26" fmla="*/ f24 1 2200275"/>
                      <a:gd name="f27" fmla="*/ f23 1 1914525"/>
                      <a:gd name="f28" fmla="*/ 7144 f24 1"/>
                      <a:gd name="f29" fmla="*/ 7144 f23 1"/>
                      <a:gd name="f30" fmla="*/ 245269 f23 1"/>
                      <a:gd name="f31" fmla="*/ 432911 f24 1"/>
                      <a:gd name="f32" fmla="*/ 1959769 f24 1"/>
                      <a:gd name="f33" fmla="*/ 1674019 f23 1"/>
                      <a:gd name="f34" fmla="*/ 245269 f24 1"/>
                      <a:gd name="f35" fmla="*/ 350044 f23 1"/>
                      <a:gd name="f36" fmla="*/ 1912144 f23 1"/>
                      <a:gd name="f37" fmla="*/ 2197894 f24 1"/>
                      <a:gd name="f38" fmla="+- f25 0 f1"/>
                      <a:gd name="f39" fmla="*/ f28 1 2200275"/>
                      <a:gd name="f40" fmla="*/ f29 1 1914525"/>
                      <a:gd name="f41" fmla="*/ f30 1 1914525"/>
                      <a:gd name="f42" fmla="*/ f31 1 2200275"/>
                      <a:gd name="f43" fmla="*/ f32 1 2200275"/>
                      <a:gd name="f44" fmla="*/ f33 1 1914525"/>
                      <a:gd name="f45" fmla="*/ f34 1 2200275"/>
                      <a:gd name="f46" fmla="*/ f35 1 1914525"/>
                      <a:gd name="f47" fmla="*/ f36 1 1914525"/>
                      <a:gd name="f48" fmla="*/ f37 1 2200275"/>
                      <a:gd name="f49" fmla="*/ f19 1 f26"/>
                      <a:gd name="f50" fmla="*/ f20 1 f26"/>
                      <a:gd name="f51" fmla="*/ f19 1 f27"/>
                      <a:gd name="f52" fmla="*/ f21 1 f27"/>
                      <a:gd name="f53" fmla="*/ f39 1 f26"/>
                      <a:gd name="f54" fmla="*/ f40 1 f27"/>
                      <a:gd name="f55" fmla="*/ f41 1 f27"/>
                      <a:gd name="f56" fmla="*/ f42 1 f26"/>
                      <a:gd name="f57" fmla="*/ f43 1 f26"/>
                      <a:gd name="f58" fmla="*/ f44 1 f27"/>
                      <a:gd name="f59" fmla="*/ f45 1 f26"/>
                      <a:gd name="f60" fmla="*/ f46 1 f27"/>
                      <a:gd name="f61" fmla="*/ f47 1 f27"/>
                      <a:gd name="f62" fmla="*/ f48 1 f26"/>
                      <a:gd name="f63" fmla="*/ f49 f17 1"/>
                      <a:gd name="f64" fmla="*/ f50 f17 1"/>
                      <a:gd name="f65" fmla="*/ f52 f18 1"/>
                      <a:gd name="f66" fmla="*/ f51 f18 1"/>
                      <a:gd name="f67" fmla="*/ f53 f17 1"/>
                      <a:gd name="f68" fmla="*/ f54 f18 1"/>
                      <a:gd name="f69" fmla="*/ f55 f18 1"/>
                      <a:gd name="f70" fmla="*/ f56 f17 1"/>
                      <a:gd name="f71" fmla="*/ f57 f17 1"/>
                      <a:gd name="f72" fmla="*/ f58 f18 1"/>
                      <a:gd name="f73" fmla="*/ f59 f17 1"/>
                      <a:gd name="f74" fmla="*/ f60 f18 1"/>
                      <a:gd name="f75" fmla="*/ f61 f18 1"/>
                      <a:gd name="f76" fmla="*/ f62 f17 1"/>
                    </a:gdLst>
                    <a:ahLst/>
                    <a:cxnLst>
                      <a:cxn ang="3cd4">
                        <a:pos x="hc" y="t"/>
                      </a:cxn>
                      <a:cxn ang="0">
                        <a:pos x="r" y="vc"/>
                      </a:cxn>
                      <a:cxn ang="cd4">
                        <a:pos x="hc" y="b"/>
                      </a:cxn>
                      <a:cxn ang="cd2">
                        <a:pos x="l" y="vc"/>
                      </a:cxn>
                      <a:cxn ang="f38">
                        <a:pos x="f67" y="f68"/>
                      </a:cxn>
                      <a:cxn ang="f38">
                        <a:pos x="f67" y="f69"/>
                      </a:cxn>
                      <a:cxn ang="f38">
                        <a:pos x="f70" y="f69"/>
                      </a:cxn>
                      <a:cxn ang="f38">
                        <a:pos x="f70" y="f69"/>
                      </a:cxn>
                      <a:cxn ang="f38">
                        <a:pos x="f71" y="f69"/>
                      </a:cxn>
                      <a:cxn ang="f38">
                        <a:pos x="f71" y="f72"/>
                      </a:cxn>
                      <a:cxn ang="f38">
                        <a:pos x="f73" y="f72"/>
                      </a:cxn>
                      <a:cxn ang="f38">
                        <a:pos x="f73" y="f74"/>
                      </a:cxn>
                      <a:cxn ang="f38">
                        <a:pos x="f67" y="f74"/>
                      </a:cxn>
                      <a:cxn ang="f38">
                        <a:pos x="f67" y="f75"/>
                      </a:cxn>
                      <a:cxn ang="f38">
                        <a:pos x="f76" y="f75"/>
                      </a:cxn>
                      <a:cxn ang="f38">
                        <a:pos x="f76" y="f68"/>
                      </a:cxn>
                    </a:cxnLst>
                    <a:rect l="f63" t="f66" r="f64" b="f65"/>
                    <a:pathLst>
                      <a:path w="2200275" h="1914525">
                        <a:moveTo>
                          <a:pt x="f8" y="f8"/>
                        </a:moveTo>
                        <a:lnTo>
                          <a:pt x="f8" y="f9"/>
                        </a:lnTo>
                        <a:lnTo>
                          <a:pt x="f10" y="f9"/>
                        </a:lnTo>
                        <a:lnTo>
                          <a:pt x="f10" y="f9"/>
                        </a:lnTo>
                        <a:lnTo>
                          <a:pt x="f11" y="f9"/>
                        </a:lnTo>
                        <a:lnTo>
                          <a:pt x="f11" y="f12"/>
                        </a:lnTo>
                        <a:lnTo>
                          <a:pt x="f9" y="f12"/>
                        </a:lnTo>
                        <a:lnTo>
                          <a:pt x="f9" y="f13"/>
                        </a:lnTo>
                        <a:lnTo>
                          <a:pt x="f8" y="f13"/>
                        </a:lnTo>
                        <a:lnTo>
                          <a:pt x="f8" y="f14"/>
                        </a:lnTo>
                        <a:lnTo>
                          <a:pt x="f15" y="f14"/>
                        </a:lnTo>
                        <a:lnTo>
                          <a:pt x="f15" y="f8"/>
                        </a:lnTo>
                        <a:close/>
                      </a:path>
                    </a:pathLst>
                  </a:custGeom>
                  <a:gradFill>
                    <a:gsLst>
                      <a:gs pos="0">
                        <a:srgbClr val="9D9FA1"/>
                      </a:gs>
                      <a:gs pos="100000">
                        <a:srgbClr val="211F26"/>
                      </a:gs>
                    </a:gsLst>
                    <a:lin ang="2700000"/>
                  </a:gradFill>
                  <a:ln>
                    <a:noFill/>
                    <a:prstDash val="solid"/>
                  </a:ln>
                </p:spPr>
                <p:txBody>
                  <a:bodyPr vert="horz" wrap="square" lIns="91440" tIns="45720" rIns="91440" bIns="45720" anchor="ctr"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7200" b="0" i="0" u="none" strike="noStrike" kern="1200" cap="none" spc="0" baseline="0">
                      <a:solidFill>
                        <a:srgbClr val="211F26"/>
                      </a:solidFill>
                      <a:uFillTx/>
                      <a:latin typeface="Arial"/>
                    </a:endParaRPr>
                  </a:p>
                </p:txBody>
              </p:sp>
              <p:sp>
                <p:nvSpPr>
                  <p:cNvPr id="45" name="Vrije vorm: vorm 29">
                    <a:extLst>
                      <a:ext uri="{FF2B5EF4-FFF2-40B4-BE49-F238E27FC236}">
                        <a16:creationId xmlns:a16="http://schemas.microsoft.com/office/drawing/2014/main" id="{1A3469F5-EEA2-2372-ACCA-F790EAC20C14}"/>
                      </a:ext>
                    </a:extLst>
                  </p:cNvPr>
                  <p:cNvSpPr/>
                  <p:nvPr/>
                </p:nvSpPr>
                <p:spPr>
                  <a:xfrm>
                    <a:off x="-3236847" y="1303321"/>
                    <a:ext cx="185751" cy="114144"/>
                  </a:xfrm>
                  <a:custGeom>
                    <a:avLst/>
                    <a:gdLst>
                      <a:gd name="f0" fmla="val 10800000"/>
                      <a:gd name="f1" fmla="val 5400000"/>
                      <a:gd name="f2" fmla="val 180"/>
                      <a:gd name="f3" fmla="val w"/>
                      <a:gd name="f4" fmla="val h"/>
                      <a:gd name="f5" fmla="val 0"/>
                      <a:gd name="f6" fmla="val 1438275"/>
                      <a:gd name="f7" fmla="val 885825"/>
                      <a:gd name="f8" fmla="val 1070134"/>
                      <a:gd name="f9" fmla="val 7144"/>
                      <a:gd name="f10" fmla="val 801529"/>
                      <a:gd name="f11" fmla="val 275749"/>
                      <a:gd name="f12" fmla="val 662464"/>
                      <a:gd name="f13" fmla="val 137636"/>
                      <a:gd name="f14" fmla="val 784384"/>
                      <a:gd name="f15" fmla="val 108109"/>
                      <a:gd name="f16" fmla="val 885349"/>
                      <a:gd name="f17" fmla="val 338614"/>
                      <a:gd name="f18" fmla="val 928211"/>
                      <a:gd name="f19" fmla="val 605314"/>
                      <a:gd name="f20" fmla="val 1029176"/>
                      <a:gd name="f21" fmla="val 503396"/>
                      <a:gd name="f22" fmla="val 902494"/>
                      <a:gd name="f23" fmla="val 376714"/>
                      <a:gd name="f24" fmla="val 209074"/>
                      <a:gd name="f25" fmla="val 1337786"/>
                      <a:gd name="f26" fmla="val 480536"/>
                      <a:gd name="f27" fmla="val 1438751"/>
                      <a:gd name="f28" fmla="val 378619"/>
                      <a:gd name="f29" fmla="+- 0 0 -90"/>
                      <a:gd name="f30" fmla="*/ f3 1 1438275"/>
                      <a:gd name="f31" fmla="*/ f4 1 885825"/>
                      <a:gd name="f32" fmla="val f5"/>
                      <a:gd name="f33" fmla="val f6"/>
                      <a:gd name="f34" fmla="val f7"/>
                      <a:gd name="f35" fmla="*/ f29 f0 1"/>
                      <a:gd name="f36" fmla="+- f34 0 f32"/>
                      <a:gd name="f37" fmla="+- f33 0 f32"/>
                      <a:gd name="f38" fmla="*/ f35 1 f2"/>
                      <a:gd name="f39" fmla="*/ f37 1 1438275"/>
                      <a:gd name="f40" fmla="*/ f36 1 885825"/>
                      <a:gd name="f41" fmla="*/ 1070134 f37 1"/>
                      <a:gd name="f42" fmla="*/ 7144 f36 1"/>
                      <a:gd name="f43" fmla="*/ 801529 f37 1"/>
                      <a:gd name="f44" fmla="*/ 275749 f36 1"/>
                      <a:gd name="f45" fmla="*/ 662464 f37 1"/>
                      <a:gd name="f46" fmla="*/ 137636 f36 1"/>
                      <a:gd name="f47" fmla="*/ 7144 f37 1"/>
                      <a:gd name="f48" fmla="*/ 784384 f36 1"/>
                      <a:gd name="f49" fmla="*/ 108109 f37 1"/>
                      <a:gd name="f50" fmla="*/ 885349 f36 1"/>
                      <a:gd name="f51" fmla="*/ 338614 f36 1"/>
                      <a:gd name="f52" fmla="*/ 928211 f37 1"/>
                      <a:gd name="f53" fmla="*/ 605314 f36 1"/>
                      <a:gd name="f54" fmla="*/ 1029176 f37 1"/>
                      <a:gd name="f55" fmla="*/ 503396 f36 1"/>
                      <a:gd name="f56" fmla="*/ 902494 f37 1"/>
                      <a:gd name="f57" fmla="*/ 376714 f36 1"/>
                      <a:gd name="f58" fmla="*/ 209074 f36 1"/>
                      <a:gd name="f59" fmla="*/ 1337786 f37 1"/>
                      <a:gd name="f60" fmla="*/ 480536 f36 1"/>
                      <a:gd name="f61" fmla="*/ 1438751 f37 1"/>
                      <a:gd name="f62" fmla="*/ 378619 f36 1"/>
                      <a:gd name="f63" fmla="+- f38 0 f1"/>
                      <a:gd name="f64" fmla="*/ f41 1 1438275"/>
                      <a:gd name="f65" fmla="*/ f42 1 885825"/>
                      <a:gd name="f66" fmla="*/ f43 1 1438275"/>
                      <a:gd name="f67" fmla="*/ f44 1 885825"/>
                      <a:gd name="f68" fmla="*/ f45 1 1438275"/>
                      <a:gd name="f69" fmla="*/ f46 1 885825"/>
                      <a:gd name="f70" fmla="*/ f47 1 1438275"/>
                      <a:gd name="f71" fmla="*/ f48 1 885825"/>
                      <a:gd name="f72" fmla="*/ f49 1 1438275"/>
                      <a:gd name="f73" fmla="*/ f50 1 885825"/>
                      <a:gd name="f74" fmla="*/ f51 1 885825"/>
                      <a:gd name="f75" fmla="*/ f52 1 1438275"/>
                      <a:gd name="f76" fmla="*/ f53 1 885825"/>
                      <a:gd name="f77" fmla="*/ f54 1 1438275"/>
                      <a:gd name="f78" fmla="*/ f55 1 885825"/>
                      <a:gd name="f79" fmla="*/ f56 1 1438275"/>
                      <a:gd name="f80" fmla="*/ f57 1 885825"/>
                      <a:gd name="f81" fmla="*/ f58 1 885825"/>
                      <a:gd name="f82" fmla="*/ f59 1 1438275"/>
                      <a:gd name="f83" fmla="*/ f60 1 885825"/>
                      <a:gd name="f84" fmla="*/ f61 1 1438275"/>
                      <a:gd name="f85" fmla="*/ f62 1 885825"/>
                      <a:gd name="f86" fmla="*/ f32 1 f39"/>
                      <a:gd name="f87" fmla="*/ f33 1 f39"/>
                      <a:gd name="f88" fmla="*/ f32 1 f40"/>
                      <a:gd name="f89" fmla="*/ f34 1 f40"/>
                      <a:gd name="f90" fmla="*/ f64 1 f39"/>
                      <a:gd name="f91" fmla="*/ f65 1 f40"/>
                      <a:gd name="f92" fmla="*/ f66 1 f39"/>
                      <a:gd name="f93" fmla="*/ f67 1 f40"/>
                      <a:gd name="f94" fmla="*/ f68 1 f39"/>
                      <a:gd name="f95" fmla="*/ f69 1 f40"/>
                      <a:gd name="f96" fmla="*/ f70 1 f39"/>
                      <a:gd name="f97" fmla="*/ f71 1 f40"/>
                      <a:gd name="f98" fmla="*/ f72 1 f39"/>
                      <a:gd name="f99" fmla="*/ f73 1 f40"/>
                      <a:gd name="f100" fmla="*/ f74 1 f40"/>
                      <a:gd name="f101" fmla="*/ f75 1 f39"/>
                      <a:gd name="f102" fmla="*/ f76 1 f40"/>
                      <a:gd name="f103" fmla="*/ f77 1 f39"/>
                      <a:gd name="f104" fmla="*/ f78 1 f40"/>
                      <a:gd name="f105" fmla="*/ f79 1 f39"/>
                      <a:gd name="f106" fmla="*/ f80 1 f40"/>
                      <a:gd name="f107" fmla="*/ f81 1 f40"/>
                      <a:gd name="f108" fmla="*/ f82 1 f39"/>
                      <a:gd name="f109" fmla="*/ f83 1 f40"/>
                      <a:gd name="f110" fmla="*/ f84 1 f39"/>
                      <a:gd name="f111" fmla="*/ f85 1 f40"/>
                      <a:gd name="f112" fmla="*/ f86 f30 1"/>
                      <a:gd name="f113" fmla="*/ f87 f30 1"/>
                      <a:gd name="f114" fmla="*/ f89 f31 1"/>
                      <a:gd name="f115" fmla="*/ f88 f31 1"/>
                      <a:gd name="f116" fmla="*/ f90 f30 1"/>
                      <a:gd name="f117" fmla="*/ f91 f31 1"/>
                      <a:gd name="f118" fmla="*/ f92 f30 1"/>
                      <a:gd name="f119" fmla="*/ f93 f31 1"/>
                      <a:gd name="f120" fmla="*/ f94 f30 1"/>
                      <a:gd name="f121" fmla="*/ f95 f31 1"/>
                      <a:gd name="f122" fmla="*/ f96 f30 1"/>
                      <a:gd name="f123" fmla="*/ f97 f31 1"/>
                      <a:gd name="f124" fmla="*/ f98 f30 1"/>
                      <a:gd name="f125" fmla="*/ f99 f31 1"/>
                      <a:gd name="f126" fmla="*/ f100 f31 1"/>
                      <a:gd name="f127" fmla="*/ f101 f30 1"/>
                      <a:gd name="f128" fmla="*/ f102 f31 1"/>
                      <a:gd name="f129" fmla="*/ f103 f30 1"/>
                      <a:gd name="f130" fmla="*/ f104 f31 1"/>
                      <a:gd name="f131" fmla="*/ f105 f30 1"/>
                      <a:gd name="f132" fmla="*/ f106 f31 1"/>
                      <a:gd name="f133" fmla="*/ f107 f31 1"/>
                      <a:gd name="f134" fmla="*/ f108 f30 1"/>
                      <a:gd name="f135" fmla="*/ f109 f31 1"/>
                      <a:gd name="f136" fmla="*/ f110 f30 1"/>
                      <a:gd name="f137" fmla="*/ f111 f31 1"/>
                    </a:gdLst>
                    <a:ahLst/>
                    <a:cxnLst>
                      <a:cxn ang="3cd4">
                        <a:pos x="hc" y="t"/>
                      </a:cxn>
                      <a:cxn ang="0">
                        <a:pos x="r" y="vc"/>
                      </a:cxn>
                      <a:cxn ang="cd4">
                        <a:pos x="hc" y="b"/>
                      </a:cxn>
                      <a:cxn ang="cd2">
                        <a:pos x="l" y="vc"/>
                      </a:cxn>
                      <a:cxn ang="f63">
                        <a:pos x="f116" y="f117"/>
                      </a:cxn>
                      <a:cxn ang="f63">
                        <a:pos x="f118" y="f119"/>
                      </a:cxn>
                      <a:cxn ang="f63">
                        <a:pos x="f120" y="f121"/>
                      </a:cxn>
                      <a:cxn ang="f63">
                        <a:pos x="f122" y="f123"/>
                      </a:cxn>
                      <a:cxn ang="f63">
                        <a:pos x="f124" y="f125"/>
                      </a:cxn>
                      <a:cxn ang="f63">
                        <a:pos x="f120" y="f126"/>
                      </a:cxn>
                      <a:cxn ang="f63">
                        <a:pos x="f127" y="f128"/>
                      </a:cxn>
                      <a:cxn ang="f63">
                        <a:pos x="f129" y="f130"/>
                      </a:cxn>
                      <a:cxn ang="f63">
                        <a:pos x="f131" y="f132"/>
                      </a:cxn>
                      <a:cxn ang="f63">
                        <a:pos x="f116" y="f133"/>
                      </a:cxn>
                      <a:cxn ang="f63">
                        <a:pos x="f134" y="f135"/>
                      </a:cxn>
                      <a:cxn ang="f63">
                        <a:pos x="f136" y="f137"/>
                      </a:cxn>
                    </a:cxnLst>
                    <a:rect l="f112" t="f115" r="f113" b="f114"/>
                    <a:pathLst>
                      <a:path w="1438275" h="885825">
                        <a:moveTo>
                          <a:pt x="f8" y="f9"/>
                        </a:moveTo>
                        <a:lnTo>
                          <a:pt x="f10" y="f11"/>
                        </a:lnTo>
                        <a:lnTo>
                          <a:pt x="f12" y="f13"/>
                        </a:lnTo>
                        <a:lnTo>
                          <a:pt x="f9" y="f14"/>
                        </a:lnTo>
                        <a:lnTo>
                          <a:pt x="f15" y="f16"/>
                        </a:lnTo>
                        <a:lnTo>
                          <a:pt x="f12" y="f17"/>
                        </a:lnTo>
                        <a:lnTo>
                          <a:pt x="f18" y="f19"/>
                        </a:lnTo>
                        <a:lnTo>
                          <a:pt x="f20" y="f21"/>
                        </a:lnTo>
                        <a:lnTo>
                          <a:pt x="f22" y="f23"/>
                        </a:lnTo>
                        <a:lnTo>
                          <a:pt x="f8" y="f24"/>
                        </a:lnTo>
                        <a:lnTo>
                          <a:pt x="f25" y="f26"/>
                        </a:lnTo>
                        <a:lnTo>
                          <a:pt x="f27" y="f28"/>
                        </a:lnTo>
                        <a:close/>
                      </a:path>
                    </a:pathLst>
                  </a:custGeom>
                  <a:gradFill>
                    <a:gsLst>
                      <a:gs pos="0">
                        <a:srgbClr val="9D9FA1"/>
                      </a:gs>
                      <a:gs pos="100000">
                        <a:srgbClr val="211F26"/>
                      </a:gs>
                    </a:gsLst>
                    <a:lin ang="2700000"/>
                  </a:gradFill>
                  <a:ln>
                    <a:noFill/>
                    <a:prstDash val="solid"/>
                  </a:ln>
                </p:spPr>
                <p:txBody>
                  <a:bodyPr vert="horz" wrap="square" lIns="91440" tIns="45720" rIns="91440" bIns="45720" anchor="ctr"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7200" b="0" i="0" u="none" strike="noStrike" kern="1200" cap="none" spc="0" baseline="0">
                      <a:solidFill>
                        <a:srgbClr val="211F26"/>
                      </a:solidFill>
                      <a:uFillTx/>
                      <a:latin typeface="Arial"/>
                    </a:endParaRPr>
                  </a:p>
                </p:txBody>
              </p:sp>
            </p:grpSp>
          </p:grpSp>
          <p:sp>
            <p:nvSpPr>
              <p:cNvPr id="46" name="Tekstvak 25">
                <a:extLst>
                  <a:ext uri="{FF2B5EF4-FFF2-40B4-BE49-F238E27FC236}">
                    <a16:creationId xmlns:a16="http://schemas.microsoft.com/office/drawing/2014/main" id="{8950F8AB-3AF4-FD89-ADFE-91B0FA0BE35C}"/>
                  </a:ext>
                </a:extLst>
              </p:cNvPr>
              <p:cNvSpPr txBox="1"/>
              <p:nvPr/>
            </p:nvSpPr>
            <p:spPr>
              <a:xfrm>
                <a:off x="-3365485" y="1489959"/>
                <a:ext cx="446940" cy="143505"/>
              </a:xfrm>
              <a:prstGeom prst="rect">
                <a:avLst/>
              </a:prstGeom>
              <a:noFill/>
              <a:ln>
                <a:noFill/>
              </a:ln>
            </p:spPr>
            <p:txBody>
              <a:bodyPr vert="horz" wrap="square" lIns="0" tIns="18004" rIns="0" bIns="0" anchor="t"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000" b="0" i="0" u="none" strike="noStrike" kern="0" cap="none" spc="0" baseline="0">
                    <a:solidFill>
                      <a:srgbClr val="211F26"/>
                    </a:solidFill>
                    <a:uFillTx/>
                    <a:latin typeface="Calibri" pitchFamily="34"/>
                    <a:cs typeface="Calibri" pitchFamily="34"/>
                  </a:rPr>
                  <a:t>Images</a:t>
                </a:r>
              </a:p>
            </p:txBody>
          </p:sp>
        </p:grpSp>
      </p:grpSp>
    </p:spTree>
    <p:extLst>
      <p:ext uri="{BB962C8B-B14F-4D97-AF65-F5344CB8AC3E}">
        <p14:creationId xmlns:p14="http://schemas.microsoft.com/office/powerpoint/2010/main" val="3574820458"/>
      </p:ext>
    </p:extLst>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ext + image | 8x">
    <p:spTree>
      <p:nvGrpSpPr>
        <p:cNvPr id="1" name=""/>
        <p:cNvGrpSpPr/>
        <p:nvPr/>
      </p:nvGrpSpPr>
      <p:grpSpPr>
        <a:xfrm>
          <a:off x="0" y="0"/>
          <a:ext cx="0" cy="0"/>
          <a:chOff x="0" y="0"/>
          <a:chExt cx="0" cy="0"/>
        </a:xfrm>
      </p:grpSpPr>
      <p:sp>
        <p:nvSpPr>
          <p:cNvPr id="2" name="Tijdelijke aanduiding voor afbeelding 16">
            <a:extLst>
              <a:ext uri="{FF2B5EF4-FFF2-40B4-BE49-F238E27FC236}">
                <a16:creationId xmlns:a16="http://schemas.microsoft.com/office/drawing/2014/main" id="{E464FC51-E6C9-3E60-5EEB-D7470265CE12}"/>
              </a:ext>
            </a:extLst>
          </p:cNvPr>
          <p:cNvSpPr txBox="1">
            <a:spLocks noGrp="1"/>
          </p:cNvSpPr>
          <p:nvPr>
            <p:ph type="pic" idx="4294967295"/>
          </p:nvPr>
        </p:nvSpPr>
        <p:spPr>
          <a:xfrm>
            <a:off x="8917814" y="1565279"/>
            <a:ext cx="2553462" cy="2129756"/>
          </a:xfrm>
          <a:blipFill>
            <a:blip r:embed="rId2"/>
            <a:tile/>
          </a:blipFill>
        </p:spPr>
        <p:txBody>
          <a:bodyPr bIns="1259997" anchor="ctr" anchorCtr="1"/>
          <a:lstStyle>
            <a:lvl1pPr marL="0" indent="0" algn="ctr">
              <a:lnSpc>
                <a:spcPct val="100000"/>
              </a:lnSpc>
              <a:spcBef>
                <a:spcPts val="0"/>
              </a:spcBef>
              <a:spcAft>
                <a:spcPts val="0"/>
              </a:spcAft>
              <a:buNone/>
              <a:defRPr sz="1200" i="1">
                <a:solidFill>
                  <a:srgbClr val="7F7F7F"/>
                </a:solidFill>
              </a:defRPr>
            </a:lvl1pPr>
          </a:lstStyle>
          <a:p>
            <a:pPr lvl="0"/>
            <a:r>
              <a:rPr lang="en-GB"/>
              <a:t>Select this placeholder, go to </a:t>
            </a:r>
            <a:br>
              <a:rPr lang="en-GB"/>
            </a:br>
            <a:r>
              <a:rPr lang="en-GB"/>
              <a:t>the tab ‘Slidebuilder’, click on ‘Images’, select the preferred image </a:t>
            </a:r>
            <a:br>
              <a:rPr lang="en-GB"/>
            </a:br>
            <a:r>
              <a:rPr lang="en-GB"/>
              <a:t>and click on ‘Insert’.</a:t>
            </a:r>
          </a:p>
        </p:txBody>
      </p:sp>
      <p:sp>
        <p:nvSpPr>
          <p:cNvPr id="3" name="Tijdelijke aanduiding voor afbeelding 16">
            <a:extLst>
              <a:ext uri="{FF2B5EF4-FFF2-40B4-BE49-F238E27FC236}">
                <a16:creationId xmlns:a16="http://schemas.microsoft.com/office/drawing/2014/main" id="{1F904323-3106-7625-1CA1-DC5A41506165}"/>
              </a:ext>
            </a:extLst>
          </p:cNvPr>
          <p:cNvSpPr txBox="1">
            <a:spLocks noGrp="1"/>
          </p:cNvSpPr>
          <p:nvPr>
            <p:ph type="pic" idx="4294967295"/>
          </p:nvPr>
        </p:nvSpPr>
        <p:spPr>
          <a:xfrm>
            <a:off x="719139" y="3873956"/>
            <a:ext cx="2553462" cy="2129756"/>
          </a:xfrm>
          <a:blipFill>
            <a:blip r:embed="rId2"/>
            <a:tile/>
          </a:blipFill>
        </p:spPr>
        <p:txBody>
          <a:bodyPr bIns="1259997" anchor="ctr" anchorCtr="1"/>
          <a:lstStyle>
            <a:lvl1pPr marL="0" indent="0" algn="ctr">
              <a:lnSpc>
                <a:spcPct val="100000"/>
              </a:lnSpc>
              <a:spcBef>
                <a:spcPts val="0"/>
              </a:spcBef>
              <a:spcAft>
                <a:spcPts val="0"/>
              </a:spcAft>
              <a:buNone/>
              <a:defRPr sz="1200" i="1">
                <a:solidFill>
                  <a:srgbClr val="7F7F7F"/>
                </a:solidFill>
              </a:defRPr>
            </a:lvl1pPr>
          </a:lstStyle>
          <a:p>
            <a:pPr lvl="0"/>
            <a:r>
              <a:rPr lang="en-GB"/>
              <a:t>Select this placeholder, go to </a:t>
            </a:r>
            <a:br>
              <a:rPr lang="en-GB"/>
            </a:br>
            <a:r>
              <a:rPr lang="en-GB"/>
              <a:t>the tab ‘Slidebuilder’, click on ‘Images’, select the preferred image </a:t>
            </a:r>
            <a:br>
              <a:rPr lang="en-GB"/>
            </a:br>
            <a:r>
              <a:rPr lang="en-GB"/>
              <a:t>and click on ‘Insert’.</a:t>
            </a:r>
          </a:p>
        </p:txBody>
      </p:sp>
      <p:sp>
        <p:nvSpPr>
          <p:cNvPr id="4" name="Tijdelijke aanduiding voor afbeelding 16">
            <a:extLst>
              <a:ext uri="{FF2B5EF4-FFF2-40B4-BE49-F238E27FC236}">
                <a16:creationId xmlns:a16="http://schemas.microsoft.com/office/drawing/2014/main" id="{D444F690-5A88-C480-CA6E-38F893295A07}"/>
              </a:ext>
            </a:extLst>
          </p:cNvPr>
          <p:cNvSpPr txBox="1">
            <a:spLocks noGrp="1"/>
          </p:cNvSpPr>
          <p:nvPr>
            <p:ph type="pic" idx="4294967295"/>
          </p:nvPr>
        </p:nvSpPr>
        <p:spPr>
          <a:xfrm>
            <a:off x="3452024" y="3873956"/>
            <a:ext cx="2553462" cy="2129756"/>
          </a:xfrm>
          <a:blipFill>
            <a:blip r:embed="rId2"/>
            <a:tile/>
          </a:blipFill>
        </p:spPr>
        <p:txBody>
          <a:bodyPr bIns="1259997" anchor="ctr" anchorCtr="1"/>
          <a:lstStyle>
            <a:lvl1pPr marL="0" indent="0" algn="ctr">
              <a:lnSpc>
                <a:spcPct val="100000"/>
              </a:lnSpc>
              <a:spcBef>
                <a:spcPts val="0"/>
              </a:spcBef>
              <a:spcAft>
                <a:spcPts val="0"/>
              </a:spcAft>
              <a:buNone/>
              <a:defRPr sz="1200" i="1">
                <a:solidFill>
                  <a:srgbClr val="7F7F7F"/>
                </a:solidFill>
              </a:defRPr>
            </a:lvl1pPr>
          </a:lstStyle>
          <a:p>
            <a:pPr lvl="0"/>
            <a:r>
              <a:rPr lang="en-GB"/>
              <a:t>Select this placeholder, go to </a:t>
            </a:r>
            <a:br>
              <a:rPr lang="en-GB"/>
            </a:br>
            <a:r>
              <a:rPr lang="en-GB"/>
              <a:t>the tab ‘Slidebuilder’, click on ‘Images’, select the preferred image </a:t>
            </a:r>
            <a:br>
              <a:rPr lang="en-GB"/>
            </a:br>
            <a:r>
              <a:rPr lang="en-GB"/>
              <a:t>and click on ‘Insert’.</a:t>
            </a:r>
          </a:p>
        </p:txBody>
      </p:sp>
      <p:sp>
        <p:nvSpPr>
          <p:cNvPr id="5" name="Tijdelijke aanduiding voor afbeelding 16">
            <a:extLst>
              <a:ext uri="{FF2B5EF4-FFF2-40B4-BE49-F238E27FC236}">
                <a16:creationId xmlns:a16="http://schemas.microsoft.com/office/drawing/2014/main" id="{DA36792F-07ED-1BE1-4822-E544361DE820}"/>
              </a:ext>
            </a:extLst>
          </p:cNvPr>
          <p:cNvSpPr txBox="1">
            <a:spLocks noGrp="1"/>
          </p:cNvSpPr>
          <p:nvPr>
            <p:ph type="pic" idx="4294967295"/>
          </p:nvPr>
        </p:nvSpPr>
        <p:spPr>
          <a:xfrm>
            <a:off x="6184919" y="3873956"/>
            <a:ext cx="2553462" cy="2129756"/>
          </a:xfrm>
          <a:blipFill>
            <a:blip r:embed="rId2"/>
            <a:tile/>
          </a:blipFill>
        </p:spPr>
        <p:txBody>
          <a:bodyPr bIns="1259997" anchor="ctr" anchorCtr="1"/>
          <a:lstStyle>
            <a:lvl1pPr marL="0" indent="0" algn="ctr">
              <a:lnSpc>
                <a:spcPct val="100000"/>
              </a:lnSpc>
              <a:spcBef>
                <a:spcPts val="0"/>
              </a:spcBef>
              <a:spcAft>
                <a:spcPts val="0"/>
              </a:spcAft>
              <a:buNone/>
              <a:defRPr sz="1200" i="1">
                <a:solidFill>
                  <a:srgbClr val="7F7F7F"/>
                </a:solidFill>
              </a:defRPr>
            </a:lvl1pPr>
          </a:lstStyle>
          <a:p>
            <a:pPr lvl="0"/>
            <a:r>
              <a:rPr lang="en-GB"/>
              <a:t>Select this placeholder, go to </a:t>
            </a:r>
            <a:br>
              <a:rPr lang="en-GB"/>
            </a:br>
            <a:r>
              <a:rPr lang="en-GB"/>
              <a:t>the tab ‘Slidebuilder’, click on ‘Images’, select the preferred image </a:t>
            </a:r>
            <a:br>
              <a:rPr lang="en-GB"/>
            </a:br>
            <a:r>
              <a:rPr lang="en-GB"/>
              <a:t>and click on ‘Insert’.</a:t>
            </a:r>
          </a:p>
        </p:txBody>
      </p:sp>
      <p:sp>
        <p:nvSpPr>
          <p:cNvPr id="6" name="Tijdelijke aanduiding voor afbeelding 16">
            <a:extLst>
              <a:ext uri="{FF2B5EF4-FFF2-40B4-BE49-F238E27FC236}">
                <a16:creationId xmlns:a16="http://schemas.microsoft.com/office/drawing/2014/main" id="{8007BEC5-873A-9C2B-F6E7-8225A1B724AC}"/>
              </a:ext>
            </a:extLst>
          </p:cNvPr>
          <p:cNvSpPr txBox="1">
            <a:spLocks noGrp="1"/>
          </p:cNvSpPr>
          <p:nvPr>
            <p:ph type="pic" idx="4294967295"/>
          </p:nvPr>
        </p:nvSpPr>
        <p:spPr>
          <a:xfrm>
            <a:off x="8917814" y="3873956"/>
            <a:ext cx="2553462" cy="2129756"/>
          </a:xfrm>
          <a:blipFill>
            <a:blip r:embed="rId2"/>
            <a:tile/>
          </a:blipFill>
        </p:spPr>
        <p:txBody>
          <a:bodyPr bIns="1259997" anchor="ctr" anchorCtr="1"/>
          <a:lstStyle>
            <a:lvl1pPr marL="0" indent="0" algn="ctr">
              <a:lnSpc>
                <a:spcPct val="100000"/>
              </a:lnSpc>
              <a:spcBef>
                <a:spcPts val="0"/>
              </a:spcBef>
              <a:spcAft>
                <a:spcPts val="0"/>
              </a:spcAft>
              <a:buNone/>
              <a:defRPr sz="1200" i="1">
                <a:solidFill>
                  <a:srgbClr val="7F7F7F"/>
                </a:solidFill>
              </a:defRPr>
            </a:lvl1pPr>
          </a:lstStyle>
          <a:p>
            <a:pPr lvl="0"/>
            <a:r>
              <a:rPr lang="en-GB"/>
              <a:t>Select this placeholder, go to </a:t>
            </a:r>
            <a:br>
              <a:rPr lang="en-GB"/>
            </a:br>
            <a:r>
              <a:rPr lang="en-GB"/>
              <a:t>the tab ‘Slidebuilder’, click on ‘Images’, select the preferred image </a:t>
            </a:r>
            <a:br>
              <a:rPr lang="en-GB"/>
            </a:br>
            <a:r>
              <a:rPr lang="en-GB"/>
              <a:t>and click on ‘Insert’.</a:t>
            </a:r>
          </a:p>
        </p:txBody>
      </p:sp>
      <p:grpSp>
        <p:nvGrpSpPr>
          <p:cNvPr id="7" name="INSTRUCTION">
            <a:extLst>
              <a:ext uri="{FF2B5EF4-FFF2-40B4-BE49-F238E27FC236}">
                <a16:creationId xmlns:a16="http://schemas.microsoft.com/office/drawing/2014/main" id="{203209C4-F6F1-A86C-B7F9-67BB9F4AC1D6}"/>
              </a:ext>
            </a:extLst>
          </p:cNvPr>
          <p:cNvGrpSpPr/>
          <p:nvPr/>
        </p:nvGrpSpPr>
        <p:grpSpPr>
          <a:xfrm>
            <a:off x="-3786164" y="0"/>
            <a:ext cx="3693115" cy="5054638"/>
            <a:chOff x="-3786164" y="0"/>
            <a:chExt cx="3693115" cy="5054638"/>
          </a:xfrm>
        </p:grpSpPr>
        <p:sp>
          <p:nvSpPr>
            <p:cNvPr id="8" name="Rechthoek 5">
              <a:extLst>
                <a:ext uri="{FF2B5EF4-FFF2-40B4-BE49-F238E27FC236}">
                  <a16:creationId xmlns:a16="http://schemas.microsoft.com/office/drawing/2014/main" id="{75A53E90-9000-5570-6268-94D9A4B77F30}"/>
                </a:ext>
              </a:extLst>
            </p:cNvPr>
            <p:cNvSpPr/>
            <p:nvPr/>
          </p:nvSpPr>
          <p:spPr>
            <a:xfrm>
              <a:off x="-3786164" y="0"/>
              <a:ext cx="3593089" cy="4391598"/>
            </a:xfrm>
            <a:prstGeom prst="rect">
              <a:avLst/>
            </a:prstGeom>
            <a:solidFill>
              <a:srgbClr val="FFFFFF"/>
            </a:solidFill>
            <a:ln w="6345" cap="flat">
              <a:solidFill>
                <a:srgbClr val="ECECEC"/>
              </a:solidFill>
              <a:prstDash val="solid"/>
              <a:miter/>
            </a:ln>
          </p:spPr>
          <p:txBody>
            <a:bodyPr vert="horz" wrap="square" lIns="179999" tIns="143999" rIns="179999" bIns="143999"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400" b="1" i="0" u="none" strike="noStrike" kern="1200" cap="all" spc="0" baseline="0">
                  <a:solidFill>
                    <a:srgbClr val="00A6D6"/>
                  </a:solidFill>
                  <a:uFillTx/>
                  <a:latin typeface="Calibri" pitchFamily="34"/>
                  <a:cs typeface="Calibri" pitchFamily="34"/>
                </a:rPr>
                <a:t>Insert/edit an image</a:t>
              </a:r>
            </a:p>
          </p:txBody>
        </p:sp>
        <p:sp>
          <p:nvSpPr>
            <p:cNvPr id="9" name="Rechthoek 6">
              <a:extLst>
                <a:ext uri="{FF2B5EF4-FFF2-40B4-BE49-F238E27FC236}">
                  <a16:creationId xmlns:a16="http://schemas.microsoft.com/office/drawing/2014/main" id="{02BEC9EB-DAA8-35E3-F152-979352A10097}"/>
                </a:ext>
              </a:extLst>
            </p:cNvPr>
            <p:cNvSpPr/>
            <p:nvPr/>
          </p:nvSpPr>
          <p:spPr>
            <a:xfrm>
              <a:off x="-3786164" y="4226640"/>
              <a:ext cx="3593637" cy="827998"/>
            </a:xfrm>
            <a:prstGeom prst="rect">
              <a:avLst/>
            </a:prstGeom>
            <a:solidFill>
              <a:srgbClr val="ECECEC"/>
            </a:solidFill>
            <a:ln w="6345" cap="flat">
              <a:solidFill>
                <a:srgbClr val="ECECEC"/>
              </a:solidFill>
              <a:prstDash val="solid"/>
              <a:miter/>
            </a:ln>
          </p:spPr>
          <p:txBody>
            <a:bodyPr vert="horz" wrap="square" lIns="179999" tIns="143999" rIns="179999" bIns="143999"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1" i="0" u="none" strike="noStrike" kern="1200" cap="all" spc="0" baseline="0">
                  <a:solidFill>
                    <a:srgbClr val="211F26"/>
                  </a:solidFill>
                  <a:uFillTx/>
                  <a:latin typeface="Calibri" pitchFamily="34"/>
                  <a:cs typeface="Calibri" pitchFamily="34"/>
                </a:rPr>
                <a:t>Want to know more?</a:t>
              </a:r>
              <a:br>
                <a:rPr lang="en-GB" sz="1200" b="1" i="0" u="none" strike="noStrike" kern="1200" cap="all" spc="0" baseline="0">
                  <a:solidFill>
                    <a:srgbClr val="211F26"/>
                  </a:solidFill>
                  <a:uFillTx/>
                  <a:latin typeface="Calibri" pitchFamily="34"/>
                  <a:cs typeface="Calibri" pitchFamily="34"/>
                </a:rPr>
              </a:br>
              <a:r>
                <a:rPr lang="en-GB" sz="1200" b="0" i="0" u="none" strike="noStrike" kern="1200" cap="none" spc="0" baseline="0">
                  <a:solidFill>
                    <a:srgbClr val="211F26"/>
                  </a:solidFill>
                  <a:uFillTx/>
                  <a:latin typeface="Calibri" pitchFamily="34"/>
                  <a:cs typeface="Calibri" pitchFamily="34"/>
                </a:rPr>
                <a:t>Go to the tab</a:t>
              </a:r>
              <a:r>
                <a:rPr lang="en-GB" sz="1200" b="1" i="0" u="none" strike="noStrike" kern="1200" cap="all" spc="0" baseline="0">
                  <a:solidFill>
                    <a:srgbClr val="211F26"/>
                  </a:solidFill>
                  <a:uFillTx/>
                  <a:latin typeface="Calibri" pitchFamily="34"/>
                  <a:cs typeface="Calibri" pitchFamily="34"/>
                </a:rPr>
                <a:t> 'SLIDEBUILDER’ </a:t>
              </a:r>
              <a:r>
                <a:rPr lang="en-GB" sz="1200" b="0" i="0" u="none" strike="noStrike" kern="1200" cap="none" spc="0" baseline="0">
                  <a:solidFill>
                    <a:srgbClr val="211F26"/>
                  </a:solidFill>
                  <a:uFillTx/>
                  <a:latin typeface="Calibri" pitchFamily="34"/>
                  <a:cs typeface="Calibri" pitchFamily="34"/>
                </a:rPr>
                <a:t>and click</a:t>
              </a:r>
              <a:br>
                <a:rPr lang="en-GB" sz="1200" b="0" i="0" u="none" strike="noStrike" kern="1200" cap="none" spc="0" baseline="0">
                  <a:solidFill>
                    <a:srgbClr val="211F26"/>
                  </a:solidFill>
                  <a:uFillTx/>
                  <a:latin typeface="Calibri" pitchFamily="34"/>
                  <a:cs typeface="Calibri" pitchFamily="34"/>
                </a:rPr>
              </a:br>
              <a:r>
                <a:rPr lang="en-GB" sz="1200" b="0" i="0" u="none" strike="noStrike" kern="1200" cap="none" spc="0" baseline="0">
                  <a:solidFill>
                    <a:srgbClr val="211F26"/>
                  </a:solidFill>
                  <a:uFillTx/>
                  <a:latin typeface="Calibri" pitchFamily="34"/>
                  <a:cs typeface="Calibri" pitchFamily="34"/>
                </a:rPr>
                <a:t>on the button </a:t>
              </a:r>
              <a:r>
                <a:rPr lang="en-GB" sz="1200" b="1" i="0" u="none" strike="noStrike" kern="1200" cap="all" spc="0" baseline="0">
                  <a:solidFill>
                    <a:srgbClr val="211F26"/>
                  </a:solidFill>
                  <a:uFillTx/>
                  <a:latin typeface="Calibri" pitchFamily="34"/>
                  <a:cs typeface="Calibri" pitchFamily="34"/>
                </a:rPr>
                <a:t>‘Inspiration'</a:t>
              </a:r>
            </a:p>
          </p:txBody>
        </p:sp>
        <p:sp>
          <p:nvSpPr>
            <p:cNvPr id="10" name="Ovaal 7">
              <a:extLst>
                <a:ext uri="{FF2B5EF4-FFF2-40B4-BE49-F238E27FC236}">
                  <a16:creationId xmlns:a16="http://schemas.microsoft.com/office/drawing/2014/main" id="{E58CEC65-7202-92CF-A171-ABF240D86C69}"/>
                </a:ext>
              </a:extLst>
            </p:cNvPr>
            <p:cNvSpPr/>
            <p:nvPr/>
          </p:nvSpPr>
          <p:spPr>
            <a:xfrm>
              <a:off x="-3603586" y="465319"/>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1</a:t>
              </a:r>
            </a:p>
          </p:txBody>
        </p:sp>
        <p:sp>
          <p:nvSpPr>
            <p:cNvPr id="11" name="Rechthoek 8">
              <a:extLst>
                <a:ext uri="{FF2B5EF4-FFF2-40B4-BE49-F238E27FC236}">
                  <a16:creationId xmlns:a16="http://schemas.microsoft.com/office/drawing/2014/main" id="{BB47036E-B4A6-C34A-44B3-0D65B4791883}"/>
                </a:ext>
              </a:extLst>
            </p:cNvPr>
            <p:cNvSpPr/>
            <p:nvPr/>
          </p:nvSpPr>
          <p:spPr>
            <a:xfrm>
              <a:off x="-3319418" y="465319"/>
              <a:ext cx="3008778" cy="661851"/>
            </a:xfrm>
            <a:prstGeom prst="rect">
              <a:avLst/>
            </a:prstGeom>
            <a:noFill/>
            <a:ln>
              <a:noFill/>
              <a:prstDash val="solid"/>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0" i="0" u="none" strike="noStrike" kern="0" cap="none" spc="0" baseline="0">
                  <a:solidFill>
                    <a:srgbClr val="000000"/>
                  </a:solidFill>
                  <a:uFillTx/>
                  <a:latin typeface="Calibri" pitchFamily="34"/>
                  <a:cs typeface="Calibri" pitchFamily="34"/>
                </a:rPr>
                <a:t>If necessary, delete the existing image</a:t>
              </a:r>
              <a:br>
                <a:rPr lang="en-GB" sz="1200" b="0" i="0" u="none" strike="noStrike" kern="0" cap="none" spc="0" baseline="0">
                  <a:solidFill>
                    <a:srgbClr val="000000"/>
                  </a:solidFill>
                  <a:uFillTx/>
                  <a:latin typeface="Calibri" pitchFamily="34"/>
                  <a:cs typeface="Calibri" pitchFamily="34"/>
                </a:rPr>
              </a:br>
              <a:r>
                <a:rPr lang="en-GB" sz="1200" b="0" i="0" u="none" strike="noStrike" kern="0" cap="none" spc="0" baseline="0">
                  <a:solidFill>
                    <a:srgbClr val="000000"/>
                  </a:solidFill>
                  <a:uFillTx/>
                  <a:latin typeface="Calibri" pitchFamily="34"/>
                  <a:cs typeface="Calibri" pitchFamily="34"/>
                </a:rPr>
                <a:t>by using the </a:t>
              </a:r>
              <a:r>
                <a:rPr lang="en-GB" sz="1200" b="1" i="0" u="none" strike="noStrike" kern="0" cap="none" spc="0" baseline="0">
                  <a:solidFill>
                    <a:srgbClr val="000000"/>
                  </a:solidFill>
                  <a:uFillTx/>
                  <a:latin typeface="Calibri" pitchFamily="34"/>
                  <a:cs typeface="Calibri" pitchFamily="34"/>
                </a:rPr>
                <a:t>‘Backspace key’</a:t>
              </a:r>
              <a:r>
                <a:rPr lang="en-GB" sz="1200" b="0" i="0" u="none" strike="noStrike" kern="0" cap="none" spc="0" baseline="0">
                  <a:solidFill>
                    <a:srgbClr val="000000"/>
                  </a:solidFill>
                  <a:uFillTx/>
                  <a:latin typeface="Calibri" pitchFamily="34"/>
                  <a:cs typeface="Calibri" pitchFamily="34"/>
                </a:rPr>
                <a:t>. Select the placeholder, go to the tab </a:t>
              </a:r>
              <a:r>
                <a:rPr lang="en-GB" sz="1200" b="1" i="0" u="none" strike="noStrike" kern="0" cap="none" spc="0" baseline="0">
                  <a:solidFill>
                    <a:srgbClr val="000000"/>
                  </a:solidFill>
                  <a:uFillTx/>
                  <a:latin typeface="Calibri" pitchFamily="34"/>
                  <a:cs typeface="Calibri" pitchFamily="34"/>
                </a:rPr>
                <a:t>‘Slidebuilder’</a:t>
              </a:r>
              <a:r>
                <a:rPr lang="en-GB" sz="1200" b="0" i="0" u="none" strike="noStrike" kern="0" cap="none" spc="0" baseline="0">
                  <a:solidFill>
                    <a:srgbClr val="000000"/>
                  </a:solidFill>
                  <a:uFillTx/>
                  <a:latin typeface="Calibri" pitchFamily="34"/>
                  <a:cs typeface="Calibri" pitchFamily="34"/>
                </a:rPr>
                <a:t> and click on the button </a:t>
              </a:r>
              <a:r>
                <a:rPr lang="en-GB" sz="1200" b="1" i="0" u="none" strike="noStrike" kern="0" cap="none" spc="0" baseline="0">
                  <a:solidFill>
                    <a:srgbClr val="000000"/>
                  </a:solidFill>
                  <a:uFillTx/>
                  <a:latin typeface="Calibri" pitchFamily="34"/>
                  <a:cs typeface="Calibri" pitchFamily="34"/>
                </a:rPr>
                <a:t>‘Images’</a:t>
              </a:r>
              <a:r>
                <a:rPr lang="en-GB" sz="1200" b="0" i="0" u="none" strike="noStrike" kern="0" cap="none" spc="0" baseline="0">
                  <a:solidFill>
                    <a:srgbClr val="000000"/>
                  </a:solidFill>
                  <a:uFillTx/>
                  <a:latin typeface="Calibri" pitchFamily="34"/>
                  <a:cs typeface="Calibri" pitchFamily="34"/>
                </a:rPr>
                <a:t>.</a:t>
              </a:r>
            </a:p>
          </p:txBody>
        </p:sp>
        <p:sp>
          <p:nvSpPr>
            <p:cNvPr id="12" name="Ovaal 12">
              <a:extLst>
                <a:ext uri="{FF2B5EF4-FFF2-40B4-BE49-F238E27FC236}">
                  <a16:creationId xmlns:a16="http://schemas.microsoft.com/office/drawing/2014/main" id="{1405CBAC-4438-A6B4-EA7B-5B0C98870FB8}"/>
                </a:ext>
              </a:extLst>
            </p:cNvPr>
            <p:cNvSpPr/>
            <p:nvPr/>
          </p:nvSpPr>
          <p:spPr>
            <a:xfrm>
              <a:off x="-3603586" y="1811179"/>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2</a:t>
              </a:r>
            </a:p>
          </p:txBody>
        </p:sp>
        <p:sp>
          <p:nvSpPr>
            <p:cNvPr id="13" name="Rechthoek 13">
              <a:extLst>
                <a:ext uri="{FF2B5EF4-FFF2-40B4-BE49-F238E27FC236}">
                  <a16:creationId xmlns:a16="http://schemas.microsoft.com/office/drawing/2014/main" id="{01A82977-9318-3A8B-89E7-834031556278}"/>
                </a:ext>
              </a:extLst>
            </p:cNvPr>
            <p:cNvSpPr/>
            <p:nvPr/>
          </p:nvSpPr>
          <p:spPr>
            <a:xfrm>
              <a:off x="-3319418" y="1811188"/>
              <a:ext cx="2944678" cy="326340"/>
            </a:xfrm>
            <a:prstGeom prst="rect">
              <a:avLst/>
            </a:prstGeom>
            <a:noFill/>
            <a:ln>
              <a:noFill/>
              <a:prstDash val="solid"/>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0" i="0" u="none" strike="noStrike" kern="0" cap="none" spc="0" baseline="0">
                  <a:solidFill>
                    <a:srgbClr val="000000"/>
                  </a:solidFill>
                  <a:uFillTx/>
                  <a:latin typeface="Calibri" pitchFamily="34"/>
                  <a:cs typeface="Calibri" pitchFamily="34"/>
                </a:rPr>
                <a:t>Select the preferred category and image</a:t>
              </a:r>
              <a:br>
                <a:rPr lang="en-GB" sz="1200" b="0" i="0" u="none" strike="noStrike" kern="0" cap="none" spc="0" baseline="0">
                  <a:solidFill>
                    <a:srgbClr val="000000"/>
                  </a:solidFill>
                  <a:uFillTx/>
                  <a:latin typeface="Calibri" pitchFamily="34"/>
                  <a:cs typeface="Calibri" pitchFamily="34"/>
                </a:rPr>
              </a:br>
              <a:r>
                <a:rPr lang="en-GB" sz="1200" b="0" i="0" u="none" strike="noStrike" kern="0" cap="none" spc="0" baseline="0">
                  <a:solidFill>
                    <a:srgbClr val="000000"/>
                  </a:solidFill>
                  <a:uFillTx/>
                  <a:latin typeface="Calibri" pitchFamily="34"/>
                  <a:cs typeface="Calibri" pitchFamily="34"/>
                </a:rPr>
                <a:t>and click on  </a:t>
              </a:r>
              <a:r>
                <a:rPr lang="en-GB" sz="1200" b="1" i="0" u="none" strike="noStrike" kern="0" cap="none" spc="0" baseline="0">
                  <a:solidFill>
                    <a:srgbClr val="000000"/>
                  </a:solidFill>
                  <a:uFillTx/>
                  <a:latin typeface="Calibri" pitchFamily="34"/>
                  <a:cs typeface="Calibri" pitchFamily="34"/>
                </a:rPr>
                <a:t>‘Insert’</a:t>
              </a:r>
              <a:r>
                <a:rPr lang="en-GB" sz="1200" b="0" i="0" u="none" strike="noStrike" kern="0" cap="none" spc="0" baseline="0">
                  <a:solidFill>
                    <a:srgbClr val="000000"/>
                  </a:solidFill>
                  <a:uFillTx/>
                  <a:latin typeface="Calibri" pitchFamily="34"/>
                  <a:cs typeface="Calibri" pitchFamily="34"/>
                </a:rPr>
                <a:t>.</a:t>
              </a:r>
            </a:p>
          </p:txBody>
        </p:sp>
        <p:sp>
          <p:nvSpPr>
            <p:cNvPr id="14" name="Rechthoek 14">
              <a:extLst>
                <a:ext uri="{FF2B5EF4-FFF2-40B4-BE49-F238E27FC236}">
                  <a16:creationId xmlns:a16="http://schemas.microsoft.com/office/drawing/2014/main" id="{ACD3EEC4-C91F-48C1-9129-5E5CAA11A948}"/>
                </a:ext>
              </a:extLst>
            </p:cNvPr>
            <p:cNvSpPr/>
            <p:nvPr/>
          </p:nvSpPr>
          <p:spPr>
            <a:xfrm>
              <a:off x="-3319418" y="2245757"/>
              <a:ext cx="825502" cy="209553"/>
            </a:xfrm>
            <a:prstGeom prst="rect">
              <a:avLst/>
            </a:prstGeom>
            <a:solidFill>
              <a:srgbClr val="1FF524"/>
            </a:solidFill>
            <a:ln>
              <a:noFill/>
              <a:prstDash val="solid"/>
            </a:ln>
          </p:spPr>
          <p:txBody>
            <a:bodyPr vert="horz" wrap="square" lIns="0" tIns="0" rIns="0" bIns="0"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000" b="1" i="0" u="none" strike="noStrike" kern="1200" cap="none" spc="0" baseline="0">
                  <a:solidFill>
                    <a:srgbClr val="211F26"/>
                  </a:solidFill>
                  <a:uFillTx/>
                  <a:latin typeface="Calibri" pitchFamily="34"/>
                  <a:cs typeface="Calibri" pitchFamily="34"/>
                </a:rPr>
                <a:t>Insert</a:t>
              </a:r>
            </a:p>
          </p:txBody>
        </p:sp>
        <p:sp>
          <p:nvSpPr>
            <p:cNvPr id="15" name="Ovaal 21">
              <a:extLst>
                <a:ext uri="{FF2B5EF4-FFF2-40B4-BE49-F238E27FC236}">
                  <a16:creationId xmlns:a16="http://schemas.microsoft.com/office/drawing/2014/main" id="{4F5AE40D-5501-E46A-1366-E32634FF960B}"/>
                </a:ext>
              </a:extLst>
            </p:cNvPr>
            <p:cNvSpPr/>
            <p:nvPr/>
          </p:nvSpPr>
          <p:spPr>
            <a:xfrm>
              <a:off x="-3603586" y="2634834"/>
              <a:ext cx="179999" cy="17999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non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0" cap="none" spc="0" baseline="0">
                  <a:solidFill>
                    <a:srgbClr val="FFFFFF"/>
                  </a:solidFill>
                  <a:uFillTx/>
                  <a:latin typeface="Calibri" pitchFamily="34"/>
                  <a:cs typeface="Calibri" pitchFamily="34"/>
                </a:rPr>
                <a:t>3</a:t>
              </a:r>
            </a:p>
          </p:txBody>
        </p:sp>
        <p:sp>
          <p:nvSpPr>
            <p:cNvPr id="16" name="Rechthoek 22">
              <a:extLst>
                <a:ext uri="{FF2B5EF4-FFF2-40B4-BE49-F238E27FC236}">
                  <a16:creationId xmlns:a16="http://schemas.microsoft.com/office/drawing/2014/main" id="{6C5B065D-99DF-19B7-8BBF-3C2D2E7B13B1}"/>
                </a:ext>
              </a:extLst>
            </p:cNvPr>
            <p:cNvSpPr/>
            <p:nvPr/>
          </p:nvSpPr>
          <p:spPr>
            <a:xfrm>
              <a:off x="-3319418" y="2634834"/>
              <a:ext cx="2944678" cy="794165"/>
            </a:xfrm>
            <a:prstGeom prst="rect">
              <a:avLst/>
            </a:prstGeom>
            <a:noFill/>
            <a:ln>
              <a:noFill/>
              <a:prstDash val="solid"/>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200" b="0" i="0" u="none" strike="noStrike" kern="0" cap="none" spc="0" baseline="0">
                  <a:solidFill>
                    <a:srgbClr val="000000"/>
                  </a:solidFill>
                  <a:uFillTx/>
                  <a:latin typeface="Calibri" pitchFamily="34"/>
                  <a:cs typeface="Calibri" pitchFamily="34"/>
                </a:rPr>
                <a:t>To scale or drag the image, go to the tab </a:t>
              </a:r>
              <a:r>
                <a:rPr lang="en-GB" sz="1200" b="1" i="0" u="none" strike="noStrike" kern="0" cap="none" spc="0" baseline="0">
                  <a:solidFill>
                    <a:srgbClr val="000000"/>
                  </a:solidFill>
                  <a:uFillTx/>
                  <a:latin typeface="Calibri" pitchFamily="34"/>
                  <a:cs typeface="Calibri" pitchFamily="34"/>
                </a:rPr>
                <a:t>‘Picture Tools - Format’</a:t>
              </a:r>
              <a:r>
                <a:rPr lang="en-GB" sz="1200" b="0" i="0" u="none" strike="noStrike" kern="0" cap="none" spc="0" baseline="0">
                  <a:solidFill>
                    <a:srgbClr val="000000"/>
                  </a:solidFill>
                  <a:uFillTx/>
                  <a:latin typeface="Calibri" pitchFamily="34"/>
                  <a:cs typeface="Calibri" pitchFamily="34"/>
                </a:rPr>
                <a:t> and click on</a:t>
              </a:r>
              <a:br>
                <a:rPr lang="en-GB" sz="1200" b="0" i="0" u="none" strike="noStrike" kern="0" cap="none" spc="0" baseline="0">
                  <a:solidFill>
                    <a:srgbClr val="000000"/>
                  </a:solidFill>
                  <a:uFillTx/>
                  <a:latin typeface="Calibri" pitchFamily="34"/>
                  <a:cs typeface="Calibri" pitchFamily="34"/>
                </a:rPr>
              </a:br>
              <a:r>
                <a:rPr lang="en-GB" sz="1200" b="0" i="0" u="none" strike="noStrike" kern="0" cap="none" spc="0" baseline="0">
                  <a:solidFill>
                    <a:srgbClr val="000000"/>
                  </a:solidFill>
                  <a:uFillTx/>
                  <a:latin typeface="Calibri" pitchFamily="34"/>
                  <a:cs typeface="Calibri" pitchFamily="34"/>
                </a:rPr>
                <a:t>the button </a:t>
              </a:r>
              <a:r>
                <a:rPr lang="en-GB" sz="1200" b="1" i="0" u="none" strike="noStrike" kern="0" cap="none" spc="0" baseline="0">
                  <a:solidFill>
                    <a:srgbClr val="000000"/>
                  </a:solidFill>
                  <a:uFillTx/>
                  <a:latin typeface="Calibri" pitchFamily="34"/>
                  <a:cs typeface="Calibri" pitchFamily="34"/>
                </a:rPr>
                <a:t>‘Crop’</a:t>
              </a:r>
              <a:r>
                <a:rPr lang="en-GB" sz="1200" b="0" i="0" u="none" strike="noStrike" kern="0" cap="none" spc="0" baseline="0">
                  <a:solidFill>
                    <a:srgbClr val="000000"/>
                  </a:solidFill>
                  <a:uFillTx/>
                  <a:latin typeface="Calibri" pitchFamily="34"/>
                  <a:cs typeface="Calibri" pitchFamily="34"/>
                </a:rPr>
                <a:t>. Scale the image itself with</a:t>
              </a:r>
              <a:br>
                <a:rPr lang="en-GB" sz="1200" b="0" i="0" u="none" strike="noStrike" kern="0" cap="none" spc="0" baseline="0">
                  <a:solidFill>
                    <a:srgbClr val="000000"/>
                  </a:solidFill>
                  <a:uFillTx/>
                  <a:latin typeface="Calibri" pitchFamily="34"/>
                  <a:cs typeface="Calibri" pitchFamily="34"/>
                </a:rPr>
              </a:br>
              <a:r>
                <a:rPr lang="en-GB" sz="1200" b="0" i="0" u="none" strike="noStrike" kern="0" cap="none" spc="0" baseline="0">
                  <a:solidFill>
                    <a:srgbClr val="000000"/>
                  </a:solidFill>
                  <a:uFillTx/>
                  <a:latin typeface="Calibri" pitchFamily="34"/>
                  <a:cs typeface="Calibri" pitchFamily="34"/>
                </a:rPr>
                <a:t>the spheres and scale the image frame with the brackets.</a:t>
              </a:r>
            </a:p>
          </p:txBody>
        </p:sp>
        <p:grpSp>
          <p:nvGrpSpPr>
            <p:cNvPr id="17" name="Groep 23">
              <a:extLst>
                <a:ext uri="{FF2B5EF4-FFF2-40B4-BE49-F238E27FC236}">
                  <a16:creationId xmlns:a16="http://schemas.microsoft.com/office/drawing/2014/main" id="{BAFCD35C-DB42-0E9C-9612-E1C44C8AAD81}"/>
                </a:ext>
              </a:extLst>
            </p:cNvPr>
            <p:cNvGrpSpPr/>
            <p:nvPr/>
          </p:nvGrpSpPr>
          <p:grpSpPr>
            <a:xfrm>
              <a:off x="-3414451" y="3534338"/>
              <a:ext cx="514285" cy="506541"/>
              <a:chOff x="-3414451" y="3534338"/>
              <a:chExt cx="514285" cy="506541"/>
            </a:xfrm>
          </p:grpSpPr>
          <p:grpSp>
            <p:nvGrpSpPr>
              <p:cNvPr id="18" name="Groep 40">
                <a:extLst>
                  <a:ext uri="{FF2B5EF4-FFF2-40B4-BE49-F238E27FC236}">
                    <a16:creationId xmlns:a16="http://schemas.microsoft.com/office/drawing/2014/main" id="{39ED61C5-9555-94CD-A1CF-35D89BC8569A}"/>
                  </a:ext>
                </a:extLst>
              </p:cNvPr>
              <p:cNvGrpSpPr/>
              <p:nvPr/>
            </p:nvGrpSpPr>
            <p:grpSpPr>
              <a:xfrm>
                <a:off x="-3309341" y="3534338"/>
                <a:ext cx="319079" cy="306324"/>
                <a:chOff x="-3309341" y="3534338"/>
                <a:chExt cx="319079" cy="306324"/>
              </a:xfrm>
            </p:grpSpPr>
            <p:grpSp>
              <p:nvGrpSpPr>
                <p:cNvPr id="19" name="Groep 43">
                  <a:extLst>
                    <a:ext uri="{FF2B5EF4-FFF2-40B4-BE49-F238E27FC236}">
                      <a16:creationId xmlns:a16="http://schemas.microsoft.com/office/drawing/2014/main" id="{84A84D04-3BF0-1174-266F-32EDD9397B69}"/>
                    </a:ext>
                  </a:extLst>
                </p:cNvPr>
                <p:cNvGrpSpPr/>
                <p:nvPr/>
              </p:nvGrpSpPr>
              <p:grpSpPr>
                <a:xfrm>
                  <a:off x="-3309341" y="3534338"/>
                  <a:ext cx="282064" cy="270561"/>
                  <a:chOff x="-3309341" y="3534338"/>
                  <a:chExt cx="282064" cy="270561"/>
                </a:xfrm>
              </p:grpSpPr>
              <p:grpSp>
                <p:nvGrpSpPr>
                  <p:cNvPr id="20" name="Groep 50">
                    <a:extLst>
                      <a:ext uri="{FF2B5EF4-FFF2-40B4-BE49-F238E27FC236}">
                        <a16:creationId xmlns:a16="http://schemas.microsoft.com/office/drawing/2014/main" id="{31D37197-3CCD-62DC-7FDE-B42089FAE5D2}"/>
                      </a:ext>
                    </a:extLst>
                  </p:cNvPr>
                  <p:cNvGrpSpPr/>
                  <p:nvPr/>
                </p:nvGrpSpPr>
                <p:grpSpPr>
                  <a:xfrm>
                    <a:off x="-3309341" y="3534338"/>
                    <a:ext cx="282064" cy="270561"/>
                    <a:chOff x="-3309341" y="3534338"/>
                    <a:chExt cx="282064" cy="270561"/>
                  </a:xfrm>
                </p:grpSpPr>
                <p:sp>
                  <p:nvSpPr>
                    <p:cNvPr id="21" name="Rechthoek 53">
                      <a:extLst>
                        <a:ext uri="{FF2B5EF4-FFF2-40B4-BE49-F238E27FC236}">
                          <a16:creationId xmlns:a16="http://schemas.microsoft.com/office/drawing/2014/main" id="{26CE97A5-1303-33CA-4C7F-A3E2A76E5F22}"/>
                        </a:ext>
                      </a:extLst>
                    </p:cNvPr>
                    <p:cNvSpPr/>
                    <p:nvPr/>
                  </p:nvSpPr>
                  <p:spPr>
                    <a:xfrm>
                      <a:off x="-3309341" y="3534338"/>
                      <a:ext cx="282064" cy="270561"/>
                    </a:xfrm>
                    <a:prstGeom prst="rect">
                      <a:avLst/>
                    </a:prstGeom>
                    <a:noFill/>
                    <a:ln w="12701" cap="flat">
                      <a:solidFill>
                        <a:srgbClr val="818181"/>
                      </a:solidFill>
                      <a:custDash>
                        <a:ds d="300000" sp="300000"/>
                      </a:custDash>
                      <a:miter/>
                    </a:ln>
                  </p:spPr>
                  <p:txBody>
                    <a:bodyPr vert="horz" wrap="square" lIns="107999"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800" b="0" i="0" u="none" strike="noStrike" kern="1200" cap="none" spc="0" baseline="0">
                        <a:solidFill>
                          <a:srgbClr val="211F26"/>
                        </a:solidFill>
                        <a:uFillTx/>
                        <a:latin typeface="Calibri" pitchFamily="34"/>
                        <a:cs typeface="Calibri" pitchFamily="34"/>
                      </a:endParaRPr>
                    </a:p>
                  </p:txBody>
                </p:sp>
                <p:sp>
                  <p:nvSpPr>
                    <p:cNvPr id="22" name="Rechthoek 54">
                      <a:extLst>
                        <a:ext uri="{FF2B5EF4-FFF2-40B4-BE49-F238E27FC236}">
                          <a16:creationId xmlns:a16="http://schemas.microsoft.com/office/drawing/2014/main" id="{BBA02492-96C7-3997-24CE-E0A7DBB6371B}"/>
                        </a:ext>
                      </a:extLst>
                    </p:cNvPr>
                    <p:cNvSpPr/>
                    <p:nvPr/>
                  </p:nvSpPr>
                  <p:spPr>
                    <a:xfrm>
                      <a:off x="-3309341" y="3534338"/>
                      <a:ext cx="166237" cy="163814"/>
                    </a:xfrm>
                    <a:prstGeom prst="rect">
                      <a:avLst/>
                    </a:prstGeom>
                    <a:solidFill>
                      <a:srgbClr val="FFFFFF"/>
                    </a:solidFill>
                    <a:ln w="12701" cap="flat">
                      <a:solidFill>
                        <a:srgbClr val="818181"/>
                      </a:solidFill>
                      <a:prstDash val="solid"/>
                      <a:miter/>
                    </a:ln>
                  </p:spPr>
                  <p:txBody>
                    <a:bodyPr vert="horz" wrap="square" lIns="107999" tIns="0" rIns="0" bIns="0" anchor="ctr"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800" b="0" i="0" u="none" strike="noStrike" kern="1200" cap="none" spc="0" baseline="0">
                        <a:solidFill>
                          <a:srgbClr val="211F26"/>
                        </a:solidFill>
                        <a:uFillTx/>
                        <a:latin typeface="Calibri" pitchFamily="34"/>
                        <a:cs typeface="Calibri" pitchFamily="34"/>
                      </a:endParaRPr>
                    </a:p>
                  </p:txBody>
                </p:sp>
                <p:sp>
                  <p:nvSpPr>
                    <p:cNvPr id="23" name="Ovaal 55">
                      <a:extLst>
                        <a:ext uri="{FF2B5EF4-FFF2-40B4-BE49-F238E27FC236}">
                          <a16:creationId xmlns:a16="http://schemas.microsoft.com/office/drawing/2014/main" id="{EC25A397-91B7-9DFA-C906-D6ABBB1C83D3}"/>
                        </a:ext>
                      </a:extLst>
                    </p:cNvPr>
                    <p:cNvSpPr/>
                    <p:nvPr/>
                  </p:nvSpPr>
                  <p:spPr>
                    <a:xfrm>
                      <a:off x="-3208071" y="3555031"/>
                      <a:ext cx="45866" cy="45866"/>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ECC679"/>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pic>
                <p:nvPicPr>
                  <p:cNvPr id="24" name="Afbeelding 51">
                    <a:extLst>
                      <a:ext uri="{FF2B5EF4-FFF2-40B4-BE49-F238E27FC236}">
                        <a16:creationId xmlns:a16="http://schemas.microsoft.com/office/drawing/2014/main" id="{78CE1DDF-2F89-3B27-27EB-445A0129A0BD}"/>
                      </a:ext>
                    </a:extLst>
                  </p:cNvPr>
                  <p:cNvPicPr>
                    <a:picLocks noChangeAspect="1"/>
                  </p:cNvPicPr>
                  <p:nvPr/>
                </p:nvPicPr>
                <p:blipFill>
                  <a:blip r:embed="rId3"/>
                  <a:stretch>
                    <a:fillRect/>
                  </a:stretch>
                </p:blipFill>
                <p:spPr>
                  <a:xfrm>
                    <a:off x="-3301468" y="3600980"/>
                    <a:ext cx="110157" cy="89099"/>
                  </a:xfrm>
                  <a:prstGeom prst="rect">
                    <a:avLst/>
                  </a:prstGeom>
                  <a:noFill/>
                  <a:ln>
                    <a:noFill/>
                  </a:ln>
                </p:spPr>
              </p:pic>
              <p:pic>
                <p:nvPicPr>
                  <p:cNvPr id="25" name="Afbeelding 52">
                    <a:extLst>
                      <a:ext uri="{FF2B5EF4-FFF2-40B4-BE49-F238E27FC236}">
                        <a16:creationId xmlns:a16="http://schemas.microsoft.com/office/drawing/2014/main" id="{403D6091-6AA0-D05A-B9F1-CD5B1C2A6C5A}"/>
                      </a:ext>
                    </a:extLst>
                  </p:cNvPr>
                  <p:cNvPicPr>
                    <a:picLocks noChangeAspect="1"/>
                  </p:cNvPicPr>
                  <p:nvPr/>
                </p:nvPicPr>
                <p:blipFill>
                  <a:blip r:embed="rId3"/>
                  <a:stretch>
                    <a:fillRect/>
                  </a:stretch>
                </p:blipFill>
                <p:spPr>
                  <a:xfrm flipH="1">
                    <a:off x="-3258071" y="3616406"/>
                    <a:ext cx="110157" cy="70801"/>
                  </a:xfrm>
                  <a:prstGeom prst="rect">
                    <a:avLst/>
                  </a:prstGeom>
                  <a:noFill/>
                  <a:ln>
                    <a:noFill/>
                  </a:ln>
                </p:spPr>
              </p:pic>
            </p:grpSp>
            <p:grpSp>
              <p:nvGrpSpPr>
                <p:cNvPr id="26" name="Groep 44">
                  <a:extLst>
                    <a:ext uri="{FF2B5EF4-FFF2-40B4-BE49-F238E27FC236}">
                      <a16:creationId xmlns:a16="http://schemas.microsoft.com/office/drawing/2014/main" id="{636144B3-9FFE-51D7-C3D0-7D2BE5F9CE97}"/>
                    </a:ext>
                  </a:extLst>
                </p:cNvPr>
                <p:cNvGrpSpPr/>
                <p:nvPr/>
              </p:nvGrpSpPr>
              <p:grpSpPr>
                <a:xfrm>
                  <a:off x="-3089858" y="3740627"/>
                  <a:ext cx="99596" cy="100035"/>
                  <a:chOff x="-3089858" y="3740627"/>
                  <a:chExt cx="99596" cy="100035"/>
                </a:xfrm>
              </p:grpSpPr>
              <p:sp>
                <p:nvSpPr>
                  <p:cNvPr id="27" name="Rechthoek 48">
                    <a:extLst>
                      <a:ext uri="{FF2B5EF4-FFF2-40B4-BE49-F238E27FC236}">
                        <a16:creationId xmlns:a16="http://schemas.microsoft.com/office/drawing/2014/main" id="{4D7AD8EC-7EF2-776A-E885-6B6666482E35}"/>
                      </a:ext>
                    </a:extLst>
                  </p:cNvPr>
                  <p:cNvSpPr/>
                  <p:nvPr/>
                </p:nvSpPr>
                <p:spPr>
                  <a:xfrm>
                    <a:off x="-3089858" y="3740627"/>
                    <a:ext cx="99596" cy="19385"/>
                  </a:xfrm>
                  <a:prstGeom prst="rect">
                    <a:avLst/>
                  </a:prstGeom>
                  <a:solidFill>
                    <a:srgbClr val="81818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28" name="Rechthoek 49">
                    <a:extLst>
                      <a:ext uri="{FF2B5EF4-FFF2-40B4-BE49-F238E27FC236}">
                        <a16:creationId xmlns:a16="http://schemas.microsoft.com/office/drawing/2014/main" id="{30813CB7-FE06-6F25-5FDA-54377644D462}"/>
                      </a:ext>
                    </a:extLst>
                  </p:cNvPr>
                  <p:cNvSpPr/>
                  <p:nvPr/>
                </p:nvSpPr>
                <p:spPr>
                  <a:xfrm rot="5400013">
                    <a:off x="-3129955" y="3781171"/>
                    <a:ext cx="99596" cy="19385"/>
                  </a:xfrm>
                  <a:prstGeom prst="rect">
                    <a:avLst/>
                  </a:prstGeom>
                  <a:solidFill>
                    <a:srgbClr val="81818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grpSp>
              <p:nvGrpSpPr>
                <p:cNvPr id="29" name="Groep 45">
                  <a:extLst>
                    <a:ext uri="{FF2B5EF4-FFF2-40B4-BE49-F238E27FC236}">
                      <a16:creationId xmlns:a16="http://schemas.microsoft.com/office/drawing/2014/main" id="{EA41E78D-60A8-D632-3A17-37AC67009133}"/>
                    </a:ext>
                  </a:extLst>
                </p:cNvPr>
                <p:cNvGrpSpPr/>
                <p:nvPr/>
              </p:nvGrpSpPr>
              <p:grpSpPr>
                <a:xfrm>
                  <a:off x="-3118615" y="3713562"/>
                  <a:ext cx="99596" cy="100033"/>
                  <a:chOff x="-3118615" y="3713562"/>
                  <a:chExt cx="99596" cy="100033"/>
                </a:xfrm>
              </p:grpSpPr>
              <p:sp>
                <p:nvSpPr>
                  <p:cNvPr id="30" name="Rechthoek 46">
                    <a:extLst>
                      <a:ext uri="{FF2B5EF4-FFF2-40B4-BE49-F238E27FC236}">
                        <a16:creationId xmlns:a16="http://schemas.microsoft.com/office/drawing/2014/main" id="{E8698D35-24D4-C343-ED06-DC8B4BF5E909}"/>
                      </a:ext>
                    </a:extLst>
                  </p:cNvPr>
                  <p:cNvSpPr/>
                  <p:nvPr/>
                </p:nvSpPr>
                <p:spPr>
                  <a:xfrm rot="10799991">
                    <a:off x="-3118615" y="3794210"/>
                    <a:ext cx="99596" cy="19385"/>
                  </a:xfrm>
                  <a:prstGeom prst="rect">
                    <a:avLst/>
                  </a:prstGeom>
                  <a:solidFill>
                    <a:srgbClr val="81818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sp>
                <p:nvSpPr>
                  <p:cNvPr id="31" name="Rechthoek 47">
                    <a:extLst>
                      <a:ext uri="{FF2B5EF4-FFF2-40B4-BE49-F238E27FC236}">
                        <a16:creationId xmlns:a16="http://schemas.microsoft.com/office/drawing/2014/main" id="{9B6F555C-F443-2859-3340-F834597E598B}"/>
                      </a:ext>
                    </a:extLst>
                  </p:cNvPr>
                  <p:cNvSpPr/>
                  <p:nvPr/>
                </p:nvSpPr>
                <p:spPr>
                  <a:xfrm rot="16200004">
                    <a:off x="-3078509" y="3753667"/>
                    <a:ext cx="99596" cy="19385"/>
                  </a:xfrm>
                  <a:prstGeom prst="rect">
                    <a:avLst/>
                  </a:prstGeom>
                  <a:solidFill>
                    <a:srgbClr val="81818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grpSp>
          <p:sp>
            <p:nvSpPr>
              <p:cNvPr id="32" name="Rechthoek 41">
                <a:extLst>
                  <a:ext uri="{FF2B5EF4-FFF2-40B4-BE49-F238E27FC236}">
                    <a16:creationId xmlns:a16="http://schemas.microsoft.com/office/drawing/2014/main" id="{4A9C2E01-49E3-DBD6-EAD0-335F80BA2768}"/>
                  </a:ext>
                </a:extLst>
              </p:cNvPr>
              <p:cNvSpPr/>
              <p:nvPr/>
            </p:nvSpPr>
            <p:spPr>
              <a:xfrm>
                <a:off x="-3414451" y="3866732"/>
                <a:ext cx="514285" cy="110084"/>
              </a:xfrm>
              <a:prstGeom prst="rect">
                <a:avLst/>
              </a:prstGeom>
              <a:noFill/>
              <a:ln>
                <a:noFill/>
                <a:prstDash val="solid"/>
              </a:ln>
            </p:spPr>
            <p:txBody>
              <a:bodyPr vert="horz" wrap="square" lIns="0" tIns="0" rIns="0" bIns="0"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900" b="0" i="0" u="none" strike="noStrike" kern="1200" cap="none" spc="0" baseline="0">
                    <a:solidFill>
                      <a:srgbClr val="211F26"/>
                    </a:solidFill>
                    <a:uFillTx/>
                    <a:latin typeface="Calibri" pitchFamily="34"/>
                    <a:cs typeface="Calibri" pitchFamily="34"/>
                  </a:rPr>
                  <a:t>Crop</a:t>
                </a:r>
              </a:p>
            </p:txBody>
          </p:sp>
          <p:sp>
            <p:nvSpPr>
              <p:cNvPr id="33" name="Gelijkbenige driehoek 42">
                <a:extLst>
                  <a:ext uri="{FF2B5EF4-FFF2-40B4-BE49-F238E27FC236}">
                    <a16:creationId xmlns:a16="http://schemas.microsoft.com/office/drawing/2014/main" id="{13B8A5B3-C0B2-401F-95E9-2065F79B1749}"/>
                  </a:ext>
                </a:extLst>
              </p:cNvPr>
              <p:cNvSpPr/>
              <p:nvPr/>
            </p:nvSpPr>
            <p:spPr>
              <a:xfrm rot="10799991">
                <a:off x="-3186985" y="4005949"/>
                <a:ext cx="59335" cy="34930"/>
              </a:xfrm>
              <a:custGeom>
                <a:avLst>
                  <a:gd name="f8" fmla="val 50000"/>
                </a:avLst>
                <a:gdLst>
                  <a:gd name="f1" fmla="val 10800000"/>
                  <a:gd name="f2" fmla="val 5400000"/>
                  <a:gd name="f3" fmla="val 180"/>
                  <a:gd name="f4" fmla="val w"/>
                  <a:gd name="f5" fmla="val h"/>
                  <a:gd name="f6" fmla="val ss"/>
                  <a:gd name="f7" fmla="val 0"/>
                  <a:gd name="f8" fmla="val 50000"/>
                  <a:gd name="f9" fmla="+- 0 0 -360"/>
                  <a:gd name="f10" fmla="+- 0 0 -270"/>
                  <a:gd name="f11" fmla="+- 0 0 -180"/>
                  <a:gd name="f12" fmla="+- 0 0 -90"/>
                  <a:gd name="f13" fmla="abs f4"/>
                  <a:gd name="f14" fmla="abs f5"/>
                  <a:gd name="f15" fmla="abs f6"/>
                  <a:gd name="f16" fmla="val f7"/>
                  <a:gd name="f17" fmla="val f8"/>
                  <a:gd name="f18" fmla="*/ f9 f1 1"/>
                  <a:gd name="f19" fmla="*/ f10 f1 1"/>
                  <a:gd name="f20" fmla="*/ f11 f1 1"/>
                  <a:gd name="f21" fmla="*/ f12 f1 1"/>
                  <a:gd name="f22" fmla="?: f13 f4 1"/>
                  <a:gd name="f23" fmla="?: f14 f5 1"/>
                  <a:gd name="f24" fmla="?: f15 f6 1"/>
                  <a:gd name="f25" fmla="*/ f18 1 f3"/>
                  <a:gd name="f26" fmla="*/ f19 1 f3"/>
                  <a:gd name="f27" fmla="*/ f20 1 f3"/>
                  <a:gd name="f28" fmla="*/ f21 1 f3"/>
                  <a:gd name="f29" fmla="*/ f22 1 21600"/>
                  <a:gd name="f30" fmla="*/ f23 1 21600"/>
                  <a:gd name="f31" fmla="*/ 21600 f22 1"/>
                  <a:gd name="f32" fmla="*/ 21600 f23 1"/>
                  <a:gd name="f33" fmla="+- f25 0 f2"/>
                  <a:gd name="f34" fmla="+- f26 0 f2"/>
                  <a:gd name="f35" fmla="+- f27 0 f2"/>
                  <a:gd name="f36" fmla="+- f28 0 f2"/>
                  <a:gd name="f37" fmla="min f30 f29"/>
                  <a:gd name="f38" fmla="*/ f31 1 f24"/>
                  <a:gd name="f39" fmla="*/ f32 1 f24"/>
                  <a:gd name="f40" fmla="val f38"/>
                  <a:gd name="f41" fmla="val f39"/>
                  <a:gd name="f42" fmla="*/ f16 f37 1"/>
                  <a:gd name="f43" fmla="+- f41 0 f16"/>
                  <a:gd name="f44" fmla="+- f40 0 f16"/>
                  <a:gd name="f45" fmla="*/ f41 f37 1"/>
                  <a:gd name="f46" fmla="*/ f40 f37 1"/>
                  <a:gd name="f47" fmla="*/ f43 1 2"/>
                  <a:gd name="f48" fmla="*/ f44 1 2"/>
                  <a:gd name="f49" fmla="*/ f44 f17 1"/>
                  <a:gd name="f50" fmla="+- f16 f47 0"/>
                  <a:gd name="f51" fmla="*/ f49 1 200000"/>
                  <a:gd name="f52" fmla="*/ f49 1 100000"/>
                  <a:gd name="f53" fmla="+- f51 f48 0"/>
                  <a:gd name="f54" fmla="*/ f51 f37 1"/>
                  <a:gd name="f55" fmla="*/ f50 f37 1"/>
                  <a:gd name="f56" fmla="*/ f52 f37 1"/>
                  <a:gd name="f57" fmla="*/ f53 f37 1"/>
                </a:gdLst>
                <a:ahLst/>
                <a:cxnLst>
                  <a:cxn ang="3cd4">
                    <a:pos x="hc" y="t"/>
                  </a:cxn>
                  <a:cxn ang="0">
                    <a:pos x="r" y="vc"/>
                  </a:cxn>
                  <a:cxn ang="cd4">
                    <a:pos x="hc" y="b"/>
                  </a:cxn>
                  <a:cxn ang="cd2">
                    <a:pos x="l" y="vc"/>
                  </a:cxn>
                  <a:cxn ang="f33">
                    <a:pos x="f56" y="f42"/>
                  </a:cxn>
                  <a:cxn ang="f34">
                    <a:pos x="f54" y="f55"/>
                  </a:cxn>
                  <a:cxn ang="f35">
                    <a:pos x="f42" y="f45"/>
                  </a:cxn>
                  <a:cxn ang="f35">
                    <a:pos x="f56" y="f45"/>
                  </a:cxn>
                  <a:cxn ang="f35">
                    <a:pos x="f46" y="f45"/>
                  </a:cxn>
                  <a:cxn ang="f36">
                    <a:pos x="f57" y="f55"/>
                  </a:cxn>
                </a:cxnLst>
                <a:rect l="f54" t="f55" r="f57" b="f45"/>
                <a:pathLst>
                  <a:path>
                    <a:moveTo>
                      <a:pt x="f42" y="f45"/>
                    </a:moveTo>
                    <a:lnTo>
                      <a:pt x="f56" y="f42"/>
                    </a:lnTo>
                    <a:lnTo>
                      <a:pt x="f46" y="f45"/>
                    </a:lnTo>
                    <a:close/>
                  </a:path>
                </a:pathLst>
              </a:custGeom>
              <a:solidFill>
                <a:srgbClr val="818181"/>
              </a:solid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a:solidFill>
                    <a:srgbClr val="211F26"/>
                  </a:solidFill>
                  <a:uFillTx/>
                  <a:latin typeface="Calibri" pitchFamily="34"/>
                  <a:cs typeface="Calibri" pitchFamily="34"/>
                </a:endParaRPr>
              </a:p>
            </p:txBody>
          </p:sp>
        </p:grpSp>
        <p:grpSp>
          <p:nvGrpSpPr>
            <p:cNvPr id="34" name="ICOON_info">
              <a:extLst>
                <a:ext uri="{FF2B5EF4-FFF2-40B4-BE49-F238E27FC236}">
                  <a16:creationId xmlns:a16="http://schemas.microsoft.com/office/drawing/2014/main" id="{EF878280-D7EB-F137-6003-A09166E8A596}"/>
                </a:ext>
              </a:extLst>
            </p:cNvPr>
            <p:cNvGrpSpPr/>
            <p:nvPr/>
          </p:nvGrpSpPr>
          <p:grpSpPr>
            <a:xfrm>
              <a:off x="-376732" y="4055592"/>
              <a:ext cx="283683" cy="283683"/>
              <a:chOff x="-376732" y="4055592"/>
              <a:chExt cx="283683" cy="283683"/>
            </a:xfrm>
          </p:grpSpPr>
          <p:sp>
            <p:nvSpPr>
              <p:cNvPr id="35" name="Ovaal 38">
                <a:extLst>
                  <a:ext uri="{FF2B5EF4-FFF2-40B4-BE49-F238E27FC236}">
                    <a16:creationId xmlns:a16="http://schemas.microsoft.com/office/drawing/2014/main" id="{2A2F7D04-7F90-9344-B29E-D3E43124BBBA}"/>
                  </a:ext>
                </a:extLst>
              </p:cNvPr>
              <p:cNvSpPr/>
              <p:nvPr/>
            </p:nvSpPr>
            <p:spPr>
              <a:xfrm>
                <a:off x="-356707" y="4075060"/>
                <a:ext cx="244748" cy="244748"/>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211F26"/>
              </a:solidFill>
              <a:ln>
                <a:noFill/>
                <a:prstDash val="solid"/>
              </a:ln>
            </p:spPr>
            <p:txBody>
              <a:bodyPr vert="horz" wrap="square" lIns="179999" tIns="179999" rIns="179999" bIns="179999"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GB" sz="1600" b="0" i="0" u="none" strike="noStrike" kern="1200" cap="all" spc="0" baseline="0">
                  <a:solidFill>
                    <a:srgbClr val="FFFFFF"/>
                  </a:solidFill>
                  <a:uFillTx/>
                  <a:latin typeface="Calibri" pitchFamily="34"/>
                  <a:cs typeface="Calibri" pitchFamily="34"/>
                </a:endParaRPr>
              </a:p>
            </p:txBody>
          </p:sp>
          <p:sp>
            <p:nvSpPr>
              <p:cNvPr id="36" name="Graphic 163" descr="Informatie">
                <a:extLst>
                  <a:ext uri="{FF2B5EF4-FFF2-40B4-BE49-F238E27FC236}">
                    <a16:creationId xmlns:a16="http://schemas.microsoft.com/office/drawing/2014/main" id="{3AF8F581-0006-27C5-ADE9-C5DABA3E8D44}"/>
                  </a:ext>
                </a:extLst>
              </p:cNvPr>
              <p:cNvSpPr/>
              <p:nvPr/>
            </p:nvSpPr>
            <p:spPr>
              <a:xfrm>
                <a:off x="-376732" y="4055592"/>
                <a:ext cx="283683" cy="283683"/>
              </a:xfrm>
              <a:custGeom>
                <a:avLst/>
                <a:gdLst>
                  <a:gd name="f0" fmla="val 10800000"/>
                  <a:gd name="f1" fmla="val 5400000"/>
                  <a:gd name="f2" fmla="val 180"/>
                  <a:gd name="f3" fmla="val w"/>
                  <a:gd name="f4" fmla="val h"/>
                  <a:gd name="f5" fmla="val 0"/>
                  <a:gd name="f6" fmla="val 291719"/>
                  <a:gd name="f7" fmla="val 145860"/>
                  <a:gd name="f8" fmla="val 65253"/>
                  <a:gd name="f9" fmla="val 226467"/>
                  <a:gd name="f10" fmla="val 291720"/>
                  <a:gd name="f11" fmla="val 138183"/>
                  <a:gd name="f12" fmla="val 38384"/>
                  <a:gd name="f13" fmla="val 148931"/>
                  <a:gd name="f14" fmla="val 157375"/>
                  <a:gd name="f15" fmla="val 46829"/>
                  <a:gd name="f16" fmla="val 57576"/>
                  <a:gd name="f17" fmla="val 68324"/>
                  <a:gd name="f18" fmla="val 76768"/>
                  <a:gd name="f19" fmla="val 127435"/>
                  <a:gd name="f20" fmla="val 118991"/>
                  <a:gd name="f21" fmla="val 184244"/>
                  <a:gd name="f22" fmla="val 253336"/>
                  <a:gd name="f23" fmla="val 107476"/>
                  <a:gd name="f24" fmla="val 230305"/>
                  <a:gd name="f25" fmla="val 134345"/>
                  <a:gd name="f26" fmla="val 115153"/>
                  <a:gd name="f27" fmla="val 111314"/>
                  <a:gd name="f28" fmla="val 92122"/>
                  <a:gd name="f29" fmla="+- 0 0 -90"/>
                  <a:gd name="f30" fmla="*/ f3 1 291719"/>
                  <a:gd name="f31" fmla="*/ f4 1 291719"/>
                  <a:gd name="f32" fmla="val f5"/>
                  <a:gd name="f33" fmla="val f6"/>
                  <a:gd name="f34" fmla="*/ f29 f0 1"/>
                  <a:gd name="f35" fmla="+- f33 0 f32"/>
                  <a:gd name="f36" fmla="*/ f34 1 f2"/>
                  <a:gd name="f37" fmla="*/ f35 1 291719"/>
                  <a:gd name="f38" fmla="*/ 145860 f35 1"/>
                  <a:gd name="f39" fmla="*/ 0 f35 1"/>
                  <a:gd name="f40" fmla="*/ 291720 f35 1"/>
                  <a:gd name="f41" fmla="*/ 138183 f35 1"/>
                  <a:gd name="f42" fmla="*/ 38384 f35 1"/>
                  <a:gd name="f43" fmla="*/ 157375 f35 1"/>
                  <a:gd name="f44" fmla="*/ 57576 f35 1"/>
                  <a:gd name="f45" fmla="*/ 76768 f35 1"/>
                  <a:gd name="f46" fmla="*/ 118991 f35 1"/>
                  <a:gd name="f47" fmla="*/ 184244 f35 1"/>
                  <a:gd name="f48" fmla="*/ 253336 f35 1"/>
                  <a:gd name="f49" fmla="*/ 107476 f35 1"/>
                  <a:gd name="f50" fmla="*/ 230305 f35 1"/>
                  <a:gd name="f51" fmla="*/ 134345 f35 1"/>
                  <a:gd name="f52" fmla="*/ 115153 f35 1"/>
                  <a:gd name="f53" fmla="*/ 111314 f35 1"/>
                  <a:gd name="f54" fmla="*/ 92122 f35 1"/>
                  <a:gd name="f55" fmla="+- f36 0 f1"/>
                  <a:gd name="f56" fmla="*/ f38 1 291719"/>
                  <a:gd name="f57" fmla="*/ f39 1 291719"/>
                  <a:gd name="f58" fmla="*/ f40 1 291719"/>
                  <a:gd name="f59" fmla="*/ f41 1 291719"/>
                  <a:gd name="f60" fmla="*/ f42 1 291719"/>
                  <a:gd name="f61" fmla="*/ f43 1 291719"/>
                  <a:gd name="f62" fmla="*/ f44 1 291719"/>
                  <a:gd name="f63" fmla="*/ f45 1 291719"/>
                  <a:gd name="f64" fmla="*/ f46 1 291719"/>
                  <a:gd name="f65" fmla="*/ f47 1 291719"/>
                  <a:gd name="f66" fmla="*/ f48 1 291719"/>
                  <a:gd name="f67" fmla="*/ f49 1 291719"/>
                  <a:gd name="f68" fmla="*/ f50 1 291719"/>
                  <a:gd name="f69" fmla="*/ f51 1 291719"/>
                  <a:gd name="f70" fmla="*/ f52 1 291719"/>
                  <a:gd name="f71" fmla="*/ f53 1 291719"/>
                  <a:gd name="f72" fmla="*/ f54 1 291719"/>
                  <a:gd name="f73" fmla="*/ f32 1 f37"/>
                  <a:gd name="f74" fmla="*/ f33 1 f37"/>
                  <a:gd name="f75" fmla="*/ f56 1 f37"/>
                  <a:gd name="f76" fmla="*/ f57 1 f37"/>
                  <a:gd name="f77" fmla="*/ f58 1 f37"/>
                  <a:gd name="f78" fmla="*/ f59 1 f37"/>
                  <a:gd name="f79" fmla="*/ f60 1 f37"/>
                  <a:gd name="f80" fmla="*/ f61 1 f37"/>
                  <a:gd name="f81" fmla="*/ f62 1 f37"/>
                  <a:gd name="f82" fmla="*/ f63 1 f37"/>
                  <a:gd name="f83" fmla="*/ f64 1 f37"/>
                  <a:gd name="f84" fmla="*/ f65 1 f37"/>
                  <a:gd name="f85" fmla="*/ f66 1 f37"/>
                  <a:gd name="f86" fmla="*/ f67 1 f37"/>
                  <a:gd name="f87" fmla="*/ f68 1 f37"/>
                  <a:gd name="f88" fmla="*/ f69 1 f37"/>
                  <a:gd name="f89" fmla="*/ f70 1 f37"/>
                  <a:gd name="f90" fmla="*/ f71 1 f37"/>
                  <a:gd name="f91" fmla="*/ f72 1 f37"/>
                  <a:gd name="f92" fmla="*/ f73 f30 1"/>
                  <a:gd name="f93" fmla="*/ f74 f30 1"/>
                  <a:gd name="f94" fmla="*/ f74 f31 1"/>
                  <a:gd name="f95" fmla="*/ f73 f31 1"/>
                  <a:gd name="f96" fmla="*/ f75 f30 1"/>
                  <a:gd name="f97" fmla="*/ f76 f31 1"/>
                  <a:gd name="f98" fmla="*/ f76 f30 1"/>
                  <a:gd name="f99" fmla="*/ f75 f31 1"/>
                  <a:gd name="f100" fmla="*/ f77 f31 1"/>
                  <a:gd name="f101" fmla="*/ f77 f30 1"/>
                  <a:gd name="f102" fmla="*/ f78 f30 1"/>
                  <a:gd name="f103" fmla="*/ f79 f31 1"/>
                  <a:gd name="f104" fmla="*/ f80 f30 1"/>
                  <a:gd name="f105" fmla="*/ f81 f31 1"/>
                  <a:gd name="f106" fmla="*/ f82 f31 1"/>
                  <a:gd name="f107" fmla="*/ f83 f30 1"/>
                  <a:gd name="f108" fmla="*/ f84 f30 1"/>
                  <a:gd name="f109" fmla="*/ f85 f31 1"/>
                  <a:gd name="f110" fmla="*/ f86 f30 1"/>
                  <a:gd name="f111" fmla="*/ f87 f31 1"/>
                  <a:gd name="f112" fmla="*/ f88 f30 1"/>
                  <a:gd name="f113" fmla="*/ f89 f31 1"/>
                  <a:gd name="f114" fmla="*/ f90 f30 1"/>
                  <a:gd name="f115" fmla="*/ f91 f31 1"/>
                </a:gdLst>
                <a:ahLst/>
                <a:cxnLst>
                  <a:cxn ang="3cd4">
                    <a:pos x="hc" y="t"/>
                  </a:cxn>
                  <a:cxn ang="0">
                    <a:pos x="r" y="vc"/>
                  </a:cxn>
                  <a:cxn ang="cd4">
                    <a:pos x="hc" y="b"/>
                  </a:cxn>
                  <a:cxn ang="cd2">
                    <a:pos x="l" y="vc"/>
                  </a:cxn>
                  <a:cxn ang="f55">
                    <a:pos x="f96" y="f97"/>
                  </a:cxn>
                  <a:cxn ang="f55">
                    <a:pos x="f98" y="f99"/>
                  </a:cxn>
                  <a:cxn ang="f55">
                    <a:pos x="f96" y="f100"/>
                  </a:cxn>
                  <a:cxn ang="f55">
                    <a:pos x="f101" y="f99"/>
                  </a:cxn>
                  <a:cxn ang="f55">
                    <a:pos x="f96" y="f97"/>
                  </a:cxn>
                  <a:cxn ang="f55">
                    <a:pos x="f102" y="f103"/>
                  </a:cxn>
                  <a:cxn ang="f55">
                    <a:pos x="f104" y="f105"/>
                  </a:cxn>
                  <a:cxn ang="f55">
                    <a:pos x="f102" y="f106"/>
                  </a:cxn>
                  <a:cxn ang="f55">
                    <a:pos x="f107" y="f105"/>
                  </a:cxn>
                  <a:cxn ang="f55">
                    <a:pos x="f102" y="f103"/>
                  </a:cxn>
                  <a:cxn ang="f55">
                    <a:pos x="f108" y="f109"/>
                  </a:cxn>
                  <a:cxn ang="f55">
                    <a:pos x="f110" y="f109"/>
                  </a:cxn>
                  <a:cxn ang="f55">
                    <a:pos x="f110" y="f111"/>
                  </a:cxn>
                  <a:cxn ang="f55">
                    <a:pos x="f112" y="f111"/>
                  </a:cxn>
                  <a:cxn ang="f55">
                    <a:pos x="f112" y="f113"/>
                  </a:cxn>
                  <a:cxn ang="f55">
                    <a:pos x="f114" y="f113"/>
                  </a:cxn>
                  <a:cxn ang="f55">
                    <a:pos x="f114" y="f115"/>
                  </a:cxn>
                  <a:cxn ang="f55">
                    <a:pos x="f104" y="f115"/>
                  </a:cxn>
                  <a:cxn ang="f55">
                    <a:pos x="f104" y="f113"/>
                  </a:cxn>
                  <a:cxn ang="f55">
                    <a:pos x="f104" y="f111"/>
                  </a:cxn>
                  <a:cxn ang="f55">
                    <a:pos x="f108" y="f111"/>
                  </a:cxn>
                  <a:cxn ang="f55">
                    <a:pos x="f108" y="f109"/>
                  </a:cxn>
                </a:cxnLst>
                <a:rect l="f92" t="f95" r="f93" b="f94"/>
                <a:pathLst>
                  <a:path w="291719" h="291719">
                    <a:moveTo>
                      <a:pt x="f7" y="f5"/>
                    </a:moveTo>
                    <a:cubicBezTo>
                      <a:pt x="f8" y="f5"/>
                      <a:pt x="f5" y="f8"/>
                      <a:pt x="f5" y="f7"/>
                    </a:cubicBezTo>
                    <a:cubicBezTo>
                      <a:pt x="f5" y="f9"/>
                      <a:pt x="f8" y="f10"/>
                      <a:pt x="f7" y="f10"/>
                    </a:cubicBezTo>
                    <a:cubicBezTo>
                      <a:pt x="f9" y="f10"/>
                      <a:pt x="f10" y="f9"/>
                      <a:pt x="f10" y="f7"/>
                    </a:cubicBezTo>
                    <a:cubicBezTo>
                      <a:pt x="f10" y="f8"/>
                      <a:pt x="f9" y="f5"/>
                      <a:pt x="f7" y="f5"/>
                    </a:cubicBezTo>
                    <a:close/>
                    <a:moveTo>
                      <a:pt x="f11" y="f12"/>
                    </a:moveTo>
                    <a:cubicBezTo>
                      <a:pt x="f13" y="f12"/>
                      <a:pt x="f14" y="f15"/>
                      <a:pt x="f14" y="f16"/>
                    </a:cubicBezTo>
                    <a:cubicBezTo>
                      <a:pt x="f14" y="f17"/>
                      <a:pt x="f13" y="f18"/>
                      <a:pt x="f11" y="f18"/>
                    </a:cubicBezTo>
                    <a:cubicBezTo>
                      <a:pt x="f19" y="f18"/>
                      <a:pt x="f20" y="f17"/>
                      <a:pt x="f20" y="f16"/>
                    </a:cubicBezTo>
                    <a:cubicBezTo>
                      <a:pt x="f20" y="f15"/>
                      <a:pt x="f19" y="f12"/>
                      <a:pt x="f11" y="f12"/>
                    </a:cubicBezTo>
                    <a:close/>
                    <a:moveTo>
                      <a:pt x="f21" y="f22"/>
                    </a:moveTo>
                    <a:lnTo>
                      <a:pt x="f23" y="f22"/>
                    </a:lnTo>
                    <a:lnTo>
                      <a:pt x="f23" y="f24"/>
                    </a:lnTo>
                    <a:lnTo>
                      <a:pt x="f25" y="f24"/>
                    </a:lnTo>
                    <a:lnTo>
                      <a:pt x="f25" y="f26"/>
                    </a:lnTo>
                    <a:lnTo>
                      <a:pt x="f27" y="f26"/>
                    </a:lnTo>
                    <a:lnTo>
                      <a:pt x="f27" y="f28"/>
                    </a:lnTo>
                    <a:lnTo>
                      <a:pt x="f14" y="f28"/>
                    </a:lnTo>
                    <a:lnTo>
                      <a:pt x="f14" y="f26"/>
                    </a:lnTo>
                    <a:lnTo>
                      <a:pt x="f14" y="f24"/>
                    </a:lnTo>
                    <a:lnTo>
                      <a:pt x="f21" y="f24"/>
                    </a:lnTo>
                    <a:lnTo>
                      <a:pt x="f21" y="f22"/>
                    </a:lnTo>
                    <a:close/>
                  </a:path>
                </a:pathLst>
              </a:custGeom>
              <a:solidFill>
                <a:srgbClr val="1FF524"/>
              </a:solidFill>
              <a:ln>
                <a:noFill/>
                <a:prstDash val="soli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2000" b="0" i="0" u="none" strike="noStrike" kern="1200" cap="none" spc="0" baseline="0">
                  <a:solidFill>
                    <a:srgbClr val="211F26"/>
                  </a:solidFill>
                  <a:uFillTx/>
                  <a:latin typeface="Calibri" pitchFamily="34"/>
                  <a:cs typeface="Calibri" pitchFamily="34"/>
                </a:endParaRPr>
              </a:p>
            </p:txBody>
          </p:sp>
        </p:grpSp>
        <p:grpSp>
          <p:nvGrpSpPr>
            <p:cNvPr id="37" name="Groep 25">
              <a:extLst>
                <a:ext uri="{FF2B5EF4-FFF2-40B4-BE49-F238E27FC236}">
                  <a16:creationId xmlns:a16="http://schemas.microsoft.com/office/drawing/2014/main" id="{A8001684-860D-1433-1ABC-E0D7100A6752}"/>
                </a:ext>
              </a:extLst>
            </p:cNvPr>
            <p:cNvGrpSpPr/>
            <p:nvPr/>
          </p:nvGrpSpPr>
          <p:grpSpPr>
            <a:xfrm>
              <a:off x="-938430" y="4364019"/>
              <a:ext cx="627799" cy="576684"/>
              <a:chOff x="-938430" y="4364019"/>
              <a:chExt cx="627799" cy="576684"/>
            </a:xfrm>
          </p:grpSpPr>
          <p:grpSp>
            <p:nvGrpSpPr>
              <p:cNvPr id="38" name="Inspireren">
                <a:extLst>
                  <a:ext uri="{FF2B5EF4-FFF2-40B4-BE49-F238E27FC236}">
                    <a16:creationId xmlns:a16="http://schemas.microsoft.com/office/drawing/2014/main" id="{079138D7-5FC3-8508-A677-C6FE2779A04B}"/>
                  </a:ext>
                </a:extLst>
              </p:cNvPr>
              <p:cNvGrpSpPr/>
              <p:nvPr/>
            </p:nvGrpSpPr>
            <p:grpSpPr>
              <a:xfrm>
                <a:off x="-716112" y="4364019"/>
                <a:ext cx="169776" cy="242389"/>
                <a:chOff x="-716112" y="4364019"/>
                <a:chExt cx="169776" cy="242389"/>
              </a:xfrm>
            </p:grpSpPr>
            <p:sp>
              <p:nvSpPr>
                <p:cNvPr id="39" name="Freeform 12">
                  <a:extLst>
                    <a:ext uri="{FF2B5EF4-FFF2-40B4-BE49-F238E27FC236}">
                      <a16:creationId xmlns:a16="http://schemas.microsoft.com/office/drawing/2014/main" id="{1A13FD6B-55FE-514E-0732-89EE14F9598B}"/>
                    </a:ext>
                  </a:extLst>
                </p:cNvPr>
                <p:cNvSpPr/>
                <p:nvPr/>
              </p:nvSpPr>
              <p:spPr>
                <a:xfrm>
                  <a:off x="-665911" y="4450851"/>
                  <a:ext cx="68726" cy="62051"/>
                </a:xfrm>
                <a:custGeom>
                  <a:avLst/>
                  <a:gdLst>
                    <a:gd name="f0" fmla="val 10800000"/>
                    <a:gd name="f1" fmla="val 5400000"/>
                    <a:gd name="f2" fmla="val 180"/>
                    <a:gd name="f3" fmla="val w"/>
                    <a:gd name="f4" fmla="val h"/>
                    <a:gd name="f5" fmla="val 0"/>
                    <a:gd name="f6" fmla="val 319"/>
                    <a:gd name="f7" fmla="val 288"/>
                    <a:gd name="f8" fmla="val 220"/>
                    <a:gd name="f9" fmla="val 107"/>
                    <a:gd name="f10" fmla="+- 0 0 -90"/>
                    <a:gd name="f11" fmla="*/ f3 1 319"/>
                    <a:gd name="f12" fmla="*/ f4 1 288"/>
                    <a:gd name="f13" fmla="val f5"/>
                    <a:gd name="f14" fmla="val f6"/>
                    <a:gd name="f15" fmla="val f7"/>
                    <a:gd name="f16" fmla="*/ f10 f0 1"/>
                    <a:gd name="f17" fmla="+- f15 0 f13"/>
                    <a:gd name="f18" fmla="+- f14 0 f13"/>
                    <a:gd name="f19" fmla="*/ f16 1 f2"/>
                    <a:gd name="f20" fmla="*/ f18 1 319"/>
                    <a:gd name="f21" fmla="*/ f17 1 288"/>
                    <a:gd name="f22" fmla="*/ 220 f18 1"/>
                    <a:gd name="f23" fmla="*/ 288 f17 1"/>
                    <a:gd name="f24" fmla="*/ 107 f18 1"/>
                    <a:gd name="f25" fmla="*/ 0 f18 1"/>
                    <a:gd name="f26" fmla="*/ 0 f17 1"/>
                    <a:gd name="f27" fmla="*/ 319 f18 1"/>
                    <a:gd name="f28" fmla="+- f19 0 f1"/>
                    <a:gd name="f29" fmla="*/ f22 1 319"/>
                    <a:gd name="f30" fmla="*/ f23 1 288"/>
                    <a:gd name="f31" fmla="*/ f24 1 319"/>
                    <a:gd name="f32" fmla="*/ f25 1 319"/>
                    <a:gd name="f33" fmla="*/ f26 1 288"/>
                    <a:gd name="f34" fmla="*/ f27 1 319"/>
                    <a:gd name="f35" fmla="*/ 0 1 f20"/>
                    <a:gd name="f36" fmla="*/ f14 1 f20"/>
                    <a:gd name="f37" fmla="*/ 0 1 f21"/>
                    <a:gd name="f38" fmla="*/ f15 1 f21"/>
                    <a:gd name="f39" fmla="*/ f29 1 f20"/>
                    <a:gd name="f40" fmla="*/ f30 1 f21"/>
                    <a:gd name="f41" fmla="*/ f31 1 f20"/>
                    <a:gd name="f42" fmla="*/ f32 1 f20"/>
                    <a:gd name="f43" fmla="*/ f33 1 f21"/>
                    <a:gd name="f44" fmla="*/ f34 1 f20"/>
                    <a:gd name="f45" fmla="*/ f35 f11 1"/>
                    <a:gd name="f46" fmla="*/ f36 f11 1"/>
                    <a:gd name="f47" fmla="*/ f38 f12 1"/>
                    <a:gd name="f48" fmla="*/ f37 f12 1"/>
                    <a:gd name="f49" fmla="*/ f39 f11 1"/>
                    <a:gd name="f50" fmla="*/ f40 f12 1"/>
                    <a:gd name="f51" fmla="*/ f41 f11 1"/>
                    <a:gd name="f52" fmla="*/ f42 f11 1"/>
                    <a:gd name="f53" fmla="*/ f43 f12 1"/>
                    <a:gd name="f54" fmla="*/ f44 f11 1"/>
                  </a:gdLst>
                  <a:ahLst/>
                  <a:cxnLst>
                    <a:cxn ang="3cd4">
                      <a:pos x="hc" y="t"/>
                    </a:cxn>
                    <a:cxn ang="0">
                      <a:pos x="r" y="vc"/>
                    </a:cxn>
                    <a:cxn ang="cd4">
                      <a:pos x="hc" y="b"/>
                    </a:cxn>
                    <a:cxn ang="cd2">
                      <a:pos x="l" y="vc"/>
                    </a:cxn>
                    <a:cxn ang="f28">
                      <a:pos x="f49" y="f50"/>
                    </a:cxn>
                    <a:cxn ang="f28">
                      <a:pos x="f51" y="f50"/>
                    </a:cxn>
                    <a:cxn ang="f28">
                      <a:pos x="f52" y="f53"/>
                    </a:cxn>
                    <a:cxn ang="f28">
                      <a:pos x="f54" y="f53"/>
                    </a:cxn>
                    <a:cxn ang="f28">
                      <a:pos x="f49" y="f50"/>
                    </a:cxn>
                  </a:cxnLst>
                  <a:rect l="f45" t="f48" r="f46" b="f47"/>
                  <a:pathLst>
                    <a:path w="319" h="288">
                      <a:moveTo>
                        <a:pt x="f8" y="f7"/>
                      </a:moveTo>
                      <a:lnTo>
                        <a:pt x="f9" y="f7"/>
                      </a:lnTo>
                      <a:lnTo>
                        <a:pt x="f5" y="f5"/>
                      </a:lnTo>
                      <a:lnTo>
                        <a:pt x="f6" y="f5"/>
                      </a:lnTo>
                      <a:lnTo>
                        <a:pt x="f8" y="f7"/>
                      </a:lnTo>
                      <a:close/>
                    </a:path>
                  </a:pathLst>
                </a:custGeom>
                <a:solidFill>
                  <a:srgbClr val="1FF524"/>
                </a:solidFill>
                <a:ln>
                  <a:noFill/>
                  <a:prstDash val="solid"/>
                </a:ln>
              </p:spPr>
              <p:txBody>
                <a:bodyPr vert="horz" wrap="square" lIns="91440" tIns="45720" rIns="91440" bIns="45720" anchor="t"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300" b="0" i="0" u="none" strike="noStrike" kern="0" cap="none" spc="0" baseline="0">
                    <a:solidFill>
                      <a:srgbClr val="211F26"/>
                    </a:solidFill>
                    <a:uFillTx/>
                    <a:latin typeface="Arial"/>
                  </a:endParaRPr>
                </a:p>
              </p:txBody>
            </p:sp>
            <p:sp>
              <p:nvSpPr>
                <p:cNvPr id="40" name="Freeform 13">
                  <a:extLst>
                    <a:ext uri="{FF2B5EF4-FFF2-40B4-BE49-F238E27FC236}">
                      <a16:creationId xmlns:a16="http://schemas.microsoft.com/office/drawing/2014/main" id="{EA71FB21-A7CE-4273-20D8-A7E4A2F621F6}"/>
                    </a:ext>
                  </a:extLst>
                </p:cNvPr>
                <p:cNvSpPr/>
                <p:nvPr/>
              </p:nvSpPr>
              <p:spPr>
                <a:xfrm>
                  <a:off x="-661394" y="4582277"/>
                  <a:ext cx="60761" cy="24131"/>
                </a:xfrm>
                <a:custGeom>
                  <a:avLst/>
                  <a:gdLst>
                    <a:gd name="f0" fmla="val 10800000"/>
                    <a:gd name="f1" fmla="val 5400000"/>
                    <a:gd name="f2" fmla="val 180"/>
                    <a:gd name="f3" fmla="val w"/>
                    <a:gd name="f4" fmla="val h"/>
                    <a:gd name="f5" fmla="val 0"/>
                    <a:gd name="f6" fmla="val 251"/>
                    <a:gd name="f7" fmla="val 100"/>
                    <a:gd name="f8" fmla="val 229"/>
                    <a:gd name="f9" fmla="val 70"/>
                    <a:gd name="f10" fmla="val 69"/>
                    <a:gd name="f11" fmla="val 22"/>
                    <a:gd name="f12" fmla="val 27"/>
                    <a:gd name="f13" fmla="val 87"/>
                    <a:gd name="f14" fmla="val 44"/>
                    <a:gd name="f15" fmla="val 63"/>
                    <a:gd name="f16" fmla="val 188"/>
                    <a:gd name="f17" fmla="val 207"/>
                    <a:gd name="f18" fmla="val 223"/>
                    <a:gd name="f19" fmla="val 88"/>
                    <a:gd name="f20" fmla="val 71"/>
                    <a:gd name="f21" fmla="+- 0 0 -90"/>
                    <a:gd name="f22" fmla="*/ f3 1 251"/>
                    <a:gd name="f23" fmla="*/ f4 1 100"/>
                    <a:gd name="f24" fmla="val f5"/>
                    <a:gd name="f25" fmla="val f6"/>
                    <a:gd name="f26" fmla="val f7"/>
                    <a:gd name="f27" fmla="*/ f21 f0 1"/>
                    <a:gd name="f28" fmla="+- f26 0 f24"/>
                    <a:gd name="f29" fmla="+- f25 0 f24"/>
                    <a:gd name="f30" fmla="*/ f27 1 f2"/>
                    <a:gd name="f31" fmla="*/ f29 1 251"/>
                    <a:gd name="f32" fmla="*/ f28 1 100"/>
                    <a:gd name="f33" fmla="*/ 229 f29 1"/>
                    <a:gd name="f34" fmla="*/ 70 f28 1"/>
                    <a:gd name="f35" fmla="*/ 69 f28 1"/>
                    <a:gd name="f36" fmla="*/ 251 f29 1"/>
                    <a:gd name="f37" fmla="*/ 0 f28 1"/>
                    <a:gd name="f38" fmla="*/ 0 f29 1"/>
                    <a:gd name="f39" fmla="*/ 22 f29 1"/>
                    <a:gd name="f40" fmla="*/ 63 f29 1"/>
                    <a:gd name="f41" fmla="*/ 100 f28 1"/>
                    <a:gd name="f42" fmla="*/ 188 f29 1"/>
                    <a:gd name="f43" fmla="*/ 71 f28 1"/>
                    <a:gd name="f44" fmla="+- f30 0 f1"/>
                    <a:gd name="f45" fmla="*/ f33 1 251"/>
                    <a:gd name="f46" fmla="*/ f34 1 100"/>
                    <a:gd name="f47" fmla="*/ f35 1 100"/>
                    <a:gd name="f48" fmla="*/ f36 1 251"/>
                    <a:gd name="f49" fmla="*/ f37 1 100"/>
                    <a:gd name="f50" fmla="*/ f38 1 251"/>
                    <a:gd name="f51" fmla="*/ f39 1 251"/>
                    <a:gd name="f52" fmla="*/ f40 1 251"/>
                    <a:gd name="f53" fmla="*/ f41 1 100"/>
                    <a:gd name="f54" fmla="*/ f42 1 251"/>
                    <a:gd name="f55" fmla="*/ f43 1 100"/>
                    <a:gd name="f56" fmla="*/ 0 1 f31"/>
                    <a:gd name="f57" fmla="*/ f25 1 f31"/>
                    <a:gd name="f58" fmla="*/ 0 1 f32"/>
                    <a:gd name="f59" fmla="*/ f26 1 f32"/>
                    <a:gd name="f60" fmla="*/ f45 1 f31"/>
                    <a:gd name="f61" fmla="*/ f46 1 f32"/>
                    <a:gd name="f62" fmla="*/ f47 1 f32"/>
                    <a:gd name="f63" fmla="*/ f48 1 f31"/>
                    <a:gd name="f64" fmla="*/ f49 1 f32"/>
                    <a:gd name="f65" fmla="*/ f50 1 f31"/>
                    <a:gd name="f66" fmla="*/ f51 1 f31"/>
                    <a:gd name="f67" fmla="*/ f52 1 f31"/>
                    <a:gd name="f68" fmla="*/ f53 1 f32"/>
                    <a:gd name="f69" fmla="*/ f54 1 f31"/>
                    <a:gd name="f70" fmla="*/ f55 1 f32"/>
                    <a:gd name="f71" fmla="*/ f56 f22 1"/>
                    <a:gd name="f72" fmla="*/ f57 f22 1"/>
                    <a:gd name="f73" fmla="*/ f59 f23 1"/>
                    <a:gd name="f74" fmla="*/ f58 f23 1"/>
                    <a:gd name="f75" fmla="*/ f60 f22 1"/>
                    <a:gd name="f76" fmla="*/ f61 f23 1"/>
                    <a:gd name="f77" fmla="*/ f62 f23 1"/>
                    <a:gd name="f78" fmla="*/ f63 f22 1"/>
                    <a:gd name="f79" fmla="*/ f64 f23 1"/>
                    <a:gd name="f80" fmla="*/ f65 f22 1"/>
                    <a:gd name="f81" fmla="*/ f66 f22 1"/>
                    <a:gd name="f82" fmla="*/ f67 f22 1"/>
                    <a:gd name="f83" fmla="*/ f68 f23 1"/>
                    <a:gd name="f84" fmla="*/ f69 f22 1"/>
                    <a:gd name="f85" fmla="*/ f70 f23 1"/>
                  </a:gdLst>
                  <a:ahLst/>
                  <a:cxnLst>
                    <a:cxn ang="3cd4">
                      <a:pos x="hc" y="t"/>
                    </a:cxn>
                    <a:cxn ang="0">
                      <a:pos x="r" y="vc"/>
                    </a:cxn>
                    <a:cxn ang="cd4">
                      <a:pos x="hc" y="b"/>
                    </a:cxn>
                    <a:cxn ang="cd2">
                      <a:pos x="l" y="vc"/>
                    </a:cxn>
                    <a:cxn ang="f44">
                      <a:pos x="f75" y="f76"/>
                    </a:cxn>
                    <a:cxn ang="f44">
                      <a:pos x="f75" y="f77"/>
                    </a:cxn>
                    <a:cxn ang="f44">
                      <a:pos x="f78" y="f79"/>
                    </a:cxn>
                    <a:cxn ang="f44">
                      <a:pos x="f80" y="f79"/>
                    </a:cxn>
                    <a:cxn ang="f44">
                      <a:pos x="f81" y="f77"/>
                    </a:cxn>
                    <a:cxn ang="f44">
                      <a:pos x="f82" y="f83"/>
                    </a:cxn>
                    <a:cxn ang="f44">
                      <a:pos x="f84" y="f83"/>
                    </a:cxn>
                    <a:cxn ang="f44">
                      <a:pos x="f75" y="f85"/>
                    </a:cxn>
                    <a:cxn ang="f44">
                      <a:pos x="f75" y="f85"/>
                    </a:cxn>
                    <a:cxn ang="f44">
                      <a:pos x="f75" y="f76"/>
                    </a:cxn>
                  </a:cxnLst>
                  <a:rect l="f71" t="f74" r="f72" b="f73"/>
                  <a:pathLst>
                    <a:path w="251" h="100">
                      <a:moveTo>
                        <a:pt x="f8" y="f9"/>
                      </a:moveTo>
                      <a:cubicBezTo>
                        <a:pt x="f8" y="f9"/>
                        <a:pt x="f8" y="f10"/>
                        <a:pt x="f8" y="f10"/>
                      </a:cubicBezTo>
                      <a:cubicBezTo>
                        <a:pt x="f6" y="f5"/>
                        <a:pt x="f6" y="f5"/>
                        <a:pt x="f6" y="f5"/>
                      </a:cubicBezTo>
                      <a:cubicBezTo>
                        <a:pt x="f5" y="f5"/>
                        <a:pt x="f5" y="f5"/>
                        <a:pt x="f5" y="f5"/>
                      </a:cubicBezTo>
                      <a:cubicBezTo>
                        <a:pt x="f11" y="f10"/>
                        <a:pt x="f11" y="f10"/>
                        <a:pt x="f11" y="f10"/>
                      </a:cubicBezTo>
                      <a:cubicBezTo>
                        <a:pt x="f12" y="f13"/>
                        <a:pt x="f14" y="f7"/>
                        <a:pt x="f15" y="f7"/>
                      </a:cubicBezTo>
                      <a:cubicBezTo>
                        <a:pt x="f16" y="f7"/>
                        <a:pt x="f16" y="f7"/>
                        <a:pt x="f16" y="f7"/>
                      </a:cubicBezTo>
                      <a:cubicBezTo>
                        <a:pt x="f17" y="f7"/>
                        <a:pt x="f18" y="f19"/>
                        <a:pt x="f8" y="f20"/>
                      </a:cubicBezTo>
                      <a:cubicBezTo>
                        <a:pt x="f8" y="f20"/>
                        <a:pt x="f8" y="f20"/>
                        <a:pt x="f8" y="f20"/>
                      </a:cubicBezTo>
                      <a:lnTo>
                        <a:pt x="f8" y="f9"/>
                      </a:lnTo>
                      <a:close/>
                    </a:path>
                  </a:pathLst>
                </a:custGeom>
                <a:gradFill>
                  <a:gsLst>
                    <a:gs pos="0">
                      <a:srgbClr val="9D9FA1"/>
                    </a:gs>
                    <a:gs pos="100000">
                      <a:srgbClr val="211F26"/>
                    </a:gs>
                  </a:gsLst>
                  <a:lin ang="2700000"/>
                </a:gradFill>
                <a:ln>
                  <a:noFill/>
                  <a:prstDash val="solid"/>
                </a:ln>
              </p:spPr>
              <p:txBody>
                <a:bodyPr vert="horz" wrap="square" lIns="91440" tIns="45720" rIns="91440" bIns="45720" anchor="t"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300" b="0" i="0" u="none" strike="noStrike" kern="0" cap="none" spc="0" baseline="0">
                    <a:solidFill>
                      <a:srgbClr val="211F26"/>
                    </a:solidFill>
                    <a:uFillTx/>
                    <a:latin typeface="Arial"/>
                  </a:endParaRPr>
                </a:p>
              </p:txBody>
            </p:sp>
            <p:sp>
              <p:nvSpPr>
                <p:cNvPr id="41" name="Freeform 14">
                  <a:extLst>
                    <a:ext uri="{FF2B5EF4-FFF2-40B4-BE49-F238E27FC236}">
                      <a16:creationId xmlns:a16="http://schemas.microsoft.com/office/drawing/2014/main" id="{F8C64208-C2C0-56E3-AC11-E6B806CE82CA}"/>
                    </a:ext>
                  </a:extLst>
                </p:cNvPr>
                <p:cNvSpPr/>
                <p:nvPr/>
              </p:nvSpPr>
              <p:spPr>
                <a:xfrm>
                  <a:off x="-716112" y="4364019"/>
                  <a:ext cx="169776" cy="208126"/>
                </a:xfrm>
                <a:custGeom>
                  <a:avLst/>
                  <a:gdLst>
                    <a:gd name="f0" fmla="val 10800000"/>
                    <a:gd name="f1" fmla="val 5400000"/>
                    <a:gd name="f2" fmla="val 180"/>
                    <a:gd name="f3" fmla="val w"/>
                    <a:gd name="f4" fmla="val h"/>
                    <a:gd name="f5" fmla="val 0"/>
                    <a:gd name="f6" fmla="val 702"/>
                    <a:gd name="f7" fmla="val 860"/>
                    <a:gd name="f8" fmla="val 351"/>
                    <a:gd name="f9" fmla="val 157"/>
                    <a:gd name="f10" fmla="val 463"/>
                    <a:gd name="f11" fmla="val 52"/>
                    <a:gd name="f12" fmla="val 562"/>
                    <a:gd name="f13" fmla="val 134"/>
                    <a:gd name="f14" fmla="val 627"/>
                    <a:gd name="f15" fmla="val 165"/>
                    <a:gd name="f16" fmla="val 718"/>
                    <a:gd name="f17" fmla="val 266"/>
                    <a:gd name="f18" fmla="val 434"/>
                    <a:gd name="f19" fmla="val 419"/>
                    <a:gd name="f20" fmla="val 760"/>
                    <a:gd name="f21" fmla="val 284"/>
                    <a:gd name="f22" fmla="val 179"/>
                    <a:gd name="f23" fmla="val 212"/>
                    <a:gd name="f24" fmla="val 216"/>
                    <a:gd name="f25" fmla="val 488"/>
                    <a:gd name="f26" fmla="val 491"/>
                    <a:gd name="f27" fmla="val 570"/>
                    <a:gd name="f28" fmla="val 625"/>
                    <a:gd name="f29" fmla="val 651"/>
                    <a:gd name="f30" fmla="val 560"/>
                    <a:gd name="f31" fmla="val 461"/>
                    <a:gd name="f32" fmla="val 545"/>
                    <a:gd name="f33" fmla="val 587"/>
                    <a:gd name="f34" fmla="val 438"/>
                    <a:gd name="f35" fmla="val 568"/>
                    <a:gd name="f36" fmla="val 490"/>
                    <a:gd name="f37" fmla="val 531"/>
                    <a:gd name="f38" fmla="val 534"/>
                    <a:gd name="f39" fmla="val 485"/>
                    <a:gd name="f40" fmla="val 563"/>
                    <a:gd name="f41" fmla="val 454"/>
                    <a:gd name="f42" fmla="val 658"/>
                    <a:gd name="f43" fmla="val 250"/>
                    <a:gd name="f44" fmla="val 219"/>
                    <a:gd name="f45" fmla="val 565"/>
                    <a:gd name="f46" fmla="val 172"/>
                    <a:gd name="f47" fmla="val 536"/>
                    <a:gd name="f48" fmla="val 135"/>
                    <a:gd name="f49" fmla="val 115"/>
                    <a:gd name="f50" fmla="val 439"/>
                    <a:gd name="f51" fmla="val 105"/>
                    <a:gd name="f52" fmla="val 411"/>
                    <a:gd name="f53" fmla="val 99"/>
                    <a:gd name="f54" fmla="val 382"/>
                    <a:gd name="f55" fmla="val 603"/>
                    <a:gd name="f56" fmla="val 381"/>
                    <a:gd name="f57" fmla="val 597"/>
                    <a:gd name="f58" fmla="+- 0 0 -90"/>
                    <a:gd name="f59" fmla="*/ f3 1 702"/>
                    <a:gd name="f60" fmla="*/ f4 1 860"/>
                    <a:gd name="f61" fmla="val f5"/>
                    <a:gd name="f62" fmla="val f6"/>
                    <a:gd name="f63" fmla="val f7"/>
                    <a:gd name="f64" fmla="*/ f58 f0 1"/>
                    <a:gd name="f65" fmla="+- f63 0 f61"/>
                    <a:gd name="f66" fmla="+- f62 0 f61"/>
                    <a:gd name="f67" fmla="*/ f64 1 f2"/>
                    <a:gd name="f68" fmla="*/ f66 1 702"/>
                    <a:gd name="f69" fmla="*/ f65 1 860"/>
                    <a:gd name="f70" fmla="*/ 351 f66 1"/>
                    <a:gd name="f71" fmla="*/ 0 f65 1"/>
                    <a:gd name="f72" fmla="*/ 0 f66 1"/>
                    <a:gd name="f73" fmla="*/ 351 f65 1"/>
                    <a:gd name="f74" fmla="*/ 134 f66 1"/>
                    <a:gd name="f75" fmla="*/ 627 f65 1"/>
                    <a:gd name="f76" fmla="*/ 165 f66 1"/>
                    <a:gd name="f77" fmla="*/ 718 f65 1"/>
                    <a:gd name="f78" fmla="*/ 266 f66 1"/>
                    <a:gd name="f79" fmla="*/ 434 f66 1"/>
                    <a:gd name="f80" fmla="*/ 419 f66 1"/>
                    <a:gd name="f81" fmla="*/ 760 f65 1"/>
                    <a:gd name="f82" fmla="*/ 284 f66 1"/>
                    <a:gd name="f83" fmla="*/ 179 f66 1"/>
                    <a:gd name="f84" fmla="*/ 212 f66 1"/>
                    <a:gd name="f85" fmla="*/ 860 f65 1"/>
                    <a:gd name="f86" fmla="*/ 216 f66 1"/>
                    <a:gd name="f87" fmla="*/ 488 f66 1"/>
                    <a:gd name="f88" fmla="*/ 491 f66 1"/>
                    <a:gd name="f89" fmla="*/ 570 f66 1"/>
                    <a:gd name="f90" fmla="*/ 625 f65 1"/>
                    <a:gd name="f91" fmla="*/ 702 f66 1"/>
                    <a:gd name="f92" fmla="*/ 587 f66 1"/>
                    <a:gd name="f93" fmla="*/ 438 f65 1"/>
                    <a:gd name="f94" fmla="*/ 485 f66 1"/>
                    <a:gd name="f95" fmla="*/ 563 f65 1"/>
                    <a:gd name="f96" fmla="*/ 454 f66 1"/>
                    <a:gd name="f97" fmla="*/ 658 f65 1"/>
                    <a:gd name="f98" fmla="*/ 250 f66 1"/>
                    <a:gd name="f99" fmla="*/ 219 f66 1"/>
                    <a:gd name="f100" fmla="*/ 565 f65 1"/>
                    <a:gd name="f101" fmla="*/ 115 f66 1"/>
                    <a:gd name="f102" fmla="*/ 439 f65 1"/>
                    <a:gd name="f103" fmla="*/ 99 f66 1"/>
                    <a:gd name="f104" fmla="*/ 99 f65 1"/>
                    <a:gd name="f105" fmla="*/ 603 f66 1"/>
                    <a:gd name="f106" fmla="+- f67 0 f1"/>
                    <a:gd name="f107" fmla="*/ f70 1 702"/>
                    <a:gd name="f108" fmla="*/ f71 1 860"/>
                    <a:gd name="f109" fmla="*/ f72 1 702"/>
                    <a:gd name="f110" fmla="*/ f73 1 860"/>
                    <a:gd name="f111" fmla="*/ f74 1 702"/>
                    <a:gd name="f112" fmla="*/ f75 1 860"/>
                    <a:gd name="f113" fmla="*/ f76 1 702"/>
                    <a:gd name="f114" fmla="*/ f77 1 860"/>
                    <a:gd name="f115" fmla="*/ f78 1 702"/>
                    <a:gd name="f116" fmla="*/ f79 1 702"/>
                    <a:gd name="f117" fmla="*/ f80 1 702"/>
                    <a:gd name="f118" fmla="*/ f81 1 860"/>
                    <a:gd name="f119" fmla="*/ f82 1 702"/>
                    <a:gd name="f120" fmla="*/ f83 1 702"/>
                    <a:gd name="f121" fmla="*/ f84 1 702"/>
                    <a:gd name="f122" fmla="*/ f85 1 860"/>
                    <a:gd name="f123" fmla="*/ f86 1 702"/>
                    <a:gd name="f124" fmla="*/ f87 1 702"/>
                    <a:gd name="f125" fmla="*/ f88 1 702"/>
                    <a:gd name="f126" fmla="*/ f89 1 702"/>
                    <a:gd name="f127" fmla="*/ f90 1 860"/>
                    <a:gd name="f128" fmla="*/ f91 1 702"/>
                    <a:gd name="f129" fmla="*/ f92 1 702"/>
                    <a:gd name="f130" fmla="*/ f93 1 860"/>
                    <a:gd name="f131" fmla="*/ f94 1 702"/>
                    <a:gd name="f132" fmla="*/ f95 1 860"/>
                    <a:gd name="f133" fmla="*/ f96 1 702"/>
                    <a:gd name="f134" fmla="*/ f97 1 860"/>
                    <a:gd name="f135" fmla="*/ f98 1 702"/>
                    <a:gd name="f136" fmla="*/ f99 1 702"/>
                    <a:gd name="f137" fmla="*/ f100 1 860"/>
                    <a:gd name="f138" fmla="*/ f101 1 702"/>
                    <a:gd name="f139" fmla="*/ f102 1 860"/>
                    <a:gd name="f140" fmla="*/ f103 1 702"/>
                    <a:gd name="f141" fmla="*/ f104 1 860"/>
                    <a:gd name="f142" fmla="*/ f105 1 702"/>
                    <a:gd name="f143" fmla="*/ 0 1 f68"/>
                    <a:gd name="f144" fmla="*/ f62 1 f68"/>
                    <a:gd name="f145" fmla="*/ 0 1 f69"/>
                    <a:gd name="f146" fmla="*/ f63 1 f69"/>
                    <a:gd name="f147" fmla="*/ f107 1 f68"/>
                    <a:gd name="f148" fmla="*/ f108 1 f69"/>
                    <a:gd name="f149" fmla="*/ f109 1 f68"/>
                    <a:gd name="f150" fmla="*/ f110 1 f69"/>
                    <a:gd name="f151" fmla="*/ f111 1 f68"/>
                    <a:gd name="f152" fmla="*/ f112 1 f69"/>
                    <a:gd name="f153" fmla="*/ f113 1 f68"/>
                    <a:gd name="f154" fmla="*/ f114 1 f69"/>
                    <a:gd name="f155" fmla="*/ f115 1 f68"/>
                    <a:gd name="f156" fmla="*/ f116 1 f68"/>
                    <a:gd name="f157" fmla="*/ f117 1 f68"/>
                    <a:gd name="f158" fmla="*/ f118 1 f69"/>
                    <a:gd name="f159" fmla="*/ f119 1 f68"/>
                    <a:gd name="f160" fmla="*/ f120 1 f68"/>
                    <a:gd name="f161" fmla="*/ f121 1 f68"/>
                    <a:gd name="f162" fmla="*/ f122 1 f69"/>
                    <a:gd name="f163" fmla="*/ f123 1 f68"/>
                    <a:gd name="f164" fmla="*/ f124 1 f68"/>
                    <a:gd name="f165" fmla="*/ f125 1 f68"/>
                    <a:gd name="f166" fmla="*/ f126 1 f68"/>
                    <a:gd name="f167" fmla="*/ f127 1 f69"/>
                    <a:gd name="f168" fmla="*/ f128 1 f68"/>
                    <a:gd name="f169" fmla="*/ f129 1 f68"/>
                    <a:gd name="f170" fmla="*/ f130 1 f69"/>
                    <a:gd name="f171" fmla="*/ f131 1 f68"/>
                    <a:gd name="f172" fmla="*/ f132 1 f69"/>
                    <a:gd name="f173" fmla="*/ f133 1 f68"/>
                    <a:gd name="f174" fmla="*/ f134 1 f69"/>
                    <a:gd name="f175" fmla="*/ f135 1 f68"/>
                    <a:gd name="f176" fmla="*/ f136 1 f68"/>
                    <a:gd name="f177" fmla="*/ f137 1 f69"/>
                    <a:gd name="f178" fmla="*/ f138 1 f68"/>
                    <a:gd name="f179" fmla="*/ f139 1 f69"/>
                    <a:gd name="f180" fmla="*/ f140 1 f68"/>
                    <a:gd name="f181" fmla="*/ f141 1 f69"/>
                    <a:gd name="f182" fmla="*/ f142 1 f68"/>
                    <a:gd name="f183" fmla="*/ f143 f59 1"/>
                    <a:gd name="f184" fmla="*/ f144 f59 1"/>
                    <a:gd name="f185" fmla="*/ f146 f60 1"/>
                    <a:gd name="f186" fmla="*/ f145 f60 1"/>
                    <a:gd name="f187" fmla="*/ f147 f59 1"/>
                    <a:gd name="f188" fmla="*/ f148 f60 1"/>
                    <a:gd name="f189" fmla="*/ f149 f59 1"/>
                    <a:gd name="f190" fmla="*/ f150 f60 1"/>
                    <a:gd name="f191" fmla="*/ f151 f59 1"/>
                    <a:gd name="f192" fmla="*/ f152 f60 1"/>
                    <a:gd name="f193" fmla="*/ f153 f59 1"/>
                    <a:gd name="f194" fmla="*/ f154 f60 1"/>
                    <a:gd name="f195" fmla="*/ f155 f59 1"/>
                    <a:gd name="f196" fmla="*/ f156 f59 1"/>
                    <a:gd name="f197" fmla="*/ f157 f59 1"/>
                    <a:gd name="f198" fmla="*/ f158 f60 1"/>
                    <a:gd name="f199" fmla="*/ f159 f59 1"/>
                    <a:gd name="f200" fmla="*/ f160 f59 1"/>
                    <a:gd name="f201" fmla="*/ f161 f59 1"/>
                    <a:gd name="f202" fmla="*/ f162 f60 1"/>
                    <a:gd name="f203" fmla="*/ f163 f59 1"/>
                    <a:gd name="f204" fmla="*/ f164 f59 1"/>
                    <a:gd name="f205" fmla="*/ f165 f59 1"/>
                    <a:gd name="f206" fmla="*/ f166 f59 1"/>
                    <a:gd name="f207" fmla="*/ f167 f60 1"/>
                    <a:gd name="f208" fmla="*/ f168 f59 1"/>
                    <a:gd name="f209" fmla="*/ f169 f59 1"/>
                    <a:gd name="f210" fmla="*/ f170 f60 1"/>
                    <a:gd name="f211" fmla="*/ f171 f59 1"/>
                    <a:gd name="f212" fmla="*/ f172 f60 1"/>
                    <a:gd name="f213" fmla="*/ f173 f59 1"/>
                    <a:gd name="f214" fmla="*/ f174 f60 1"/>
                    <a:gd name="f215" fmla="*/ f175 f59 1"/>
                    <a:gd name="f216" fmla="*/ f176 f59 1"/>
                    <a:gd name="f217" fmla="*/ f177 f60 1"/>
                    <a:gd name="f218" fmla="*/ f178 f59 1"/>
                    <a:gd name="f219" fmla="*/ f179 f60 1"/>
                    <a:gd name="f220" fmla="*/ f180 f59 1"/>
                    <a:gd name="f221" fmla="*/ f181 f60 1"/>
                    <a:gd name="f222" fmla="*/ f182 f59 1"/>
                  </a:gdLst>
                  <a:ahLst/>
                  <a:cxnLst>
                    <a:cxn ang="3cd4">
                      <a:pos x="hc" y="t"/>
                    </a:cxn>
                    <a:cxn ang="0">
                      <a:pos x="r" y="vc"/>
                    </a:cxn>
                    <a:cxn ang="cd4">
                      <a:pos x="hc" y="b"/>
                    </a:cxn>
                    <a:cxn ang="cd2">
                      <a:pos x="l" y="vc"/>
                    </a:cxn>
                    <a:cxn ang="f106">
                      <a:pos x="f187" y="f188"/>
                    </a:cxn>
                    <a:cxn ang="f106">
                      <a:pos x="f189" y="f190"/>
                    </a:cxn>
                    <a:cxn ang="f106">
                      <a:pos x="f191" y="f192"/>
                    </a:cxn>
                    <a:cxn ang="f106">
                      <a:pos x="f193" y="f194"/>
                    </a:cxn>
                    <a:cxn ang="f106">
                      <a:pos x="f195" y="f194"/>
                    </a:cxn>
                    <a:cxn ang="f106">
                      <a:pos x="f195" y="f194"/>
                    </a:cxn>
                    <a:cxn ang="f106">
                      <a:pos x="f196" y="f194"/>
                    </a:cxn>
                    <a:cxn ang="f106">
                      <a:pos x="f197" y="f198"/>
                    </a:cxn>
                    <a:cxn ang="f106">
                      <a:pos x="f199" y="f198"/>
                    </a:cxn>
                    <a:cxn ang="f106">
                      <a:pos x="f199" y="f198"/>
                    </a:cxn>
                    <a:cxn ang="f106">
                      <a:pos x="f200" y="f198"/>
                    </a:cxn>
                    <a:cxn ang="f106">
                      <a:pos x="f201" y="f202"/>
                    </a:cxn>
                    <a:cxn ang="f106">
                      <a:pos x="f201" y="f202"/>
                    </a:cxn>
                    <a:cxn ang="f106">
                      <a:pos x="f203" y="f202"/>
                    </a:cxn>
                    <a:cxn ang="f106">
                      <a:pos x="f204" y="f202"/>
                    </a:cxn>
                    <a:cxn ang="f106">
                      <a:pos x="f205" y="f202"/>
                    </a:cxn>
                    <a:cxn ang="f106">
                      <a:pos x="f206" y="f207"/>
                    </a:cxn>
                    <a:cxn ang="f106">
                      <a:pos x="f208" y="f190"/>
                    </a:cxn>
                    <a:cxn ang="f106">
                      <a:pos x="f187" y="f188"/>
                    </a:cxn>
                    <a:cxn ang="f106">
                      <a:pos x="f209" y="f210"/>
                    </a:cxn>
                    <a:cxn ang="f106">
                      <a:pos x="f211" y="f212"/>
                    </a:cxn>
                    <a:cxn ang="f106">
                      <a:pos x="f213" y="f214"/>
                    </a:cxn>
                    <a:cxn ang="f106">
                      <a:pos x="f215" y="f214"/>
                    </a:cxn>
                    <a:cxn ang="f106">
                      <a:pos x="f216" y="f217"/>
                    </a:cxn>
                    <a:cxn ang="f106">
                      <a:pos x="f218" y="f219"/>
                    </a:cxn>
                    <a:cxn ang="f106">
                      <a:pos x="f220" y="f190"/>
                    </a:cxn>
                    <a:cxn ang="f106">
                      <a:pos x="f187" y="f221"/>
                    </a:cxn>
                    <a:cxn ang="f106">
                      <a:pos x="f222" y="f190"/>
                    </a:cxn>
                    <a:cxn ang="f106">
                      <a:pos x="f209" y="f210"/>
                    </a:cxn>
                  </a:cxnLst>
                  <a:rect l="f183" t="f186" r="f184" b="f185"/>
                  <a:pathLst>
                    <a:path w="702" h="860">
                      <a:moveTo>
                        <a:pt x="f8" y="f5"/>
                      </a:moveTo>
                      <a:cubicBezTo>
                        <a:pt x="f9" y="f5"/>
                        <a:pt x="f5" y="f9"/>
                        <a:pt x="f5" y="f8"/>
                      </a:cubicBezTo>
                      <a:cubicBezTo>
                        <a:pt x="f5" y="f10"/>
                        <a:pt x="f11" y="f12"/>
                        <a:pt x="f13" y="f14"/>
                      </a:cubicBezTo>
                      <a:cubicBezTo>
                        <a:pt x="f15" y="f16"/>
                        <a:pt x="f15" y="f16"/>
                        <a:pt x="f15" y="f16"/>
                      </a:cubicBezTo>
                      <a:cubicBezTo>
                        <a:pt x="f17" y="f16"/>
                        <a:pt x="f17" y="f16"/>
                        <a:pt x="f17" y="f16"/>
                      </a:cubicBezTo>
                      <a:cubicBezTo>
                        <a:pt x="f17" y="f16"/>
                        <a:pt x="f17" y="f16"/>
                        <a:pt x="f17" y="f16"/>
                      </a:cubicBezTo>
                      <a:cubicBezTo>
                        <a:pt x="f18" y="f16"/>
                        <a:pt x="f18" y="f16"/>
                        <a:pt x="f18" y="f16"/>
                      </a:cubicBezTo>
                      <a:cubicBezTo>
                        <a:pt x="f19" y="f20"/>
                        <a:pt x="f19" y="f20"/>
                        <a:pt x="f19" y="f20"/>
                      </a:cubicBezTo>
                      <a:cubicBezTo>
                        <a:pt x="f21" y="f20"/>
                        <a:pt x="f21" y="f20"/>
                        <a:pt x="f21" y="f20"/>
                      </a:cubicBezTo>
                      <a:cubicBezTo>
                        <a:pt x="f21" y="f20"/>
                        <a:pt x="f21" y="f20"/>
                        <a:pt x="f21" y="f20"/>
                      </a:cubicBezTo>
                      <a:cubicBezTo>
                        <a:pt x="f22" y="f20"/>
                        <a:pt x="f22" y="f20"/>
                        <a:pt x="f22" y="f20"/>
                      </a:cubicBezTo>
                      <a:cubicBezTo>
                        <a:pt x="f23" y="f7"/>
                        <a:pt x="f23" y="f7"/>
                        <a:pt x="f23" y="f7"/>
                      </a:cubicBezTo>
                      <a:cubicBezTo>
                        <a:pt x="f23" y="f7"/>
                        <a:pt x="f23" y="f7"/>
                        <a:pt x="f23" y="f7"/>
                      </a:cubicBezTo>
                      <a:cubicBezTo>
                        <a:pt x="f24" y="f7"/>
                        <a:pt x="f24" y="f7"/>
                        <a:pt x="f24" y="f7"/>
                      </a:cubicBezTo>
                      <a:cubicBezTo>
                        <a:pt x="f25" y="f7"/>
                        <a:pt x="f25" y="f7"/>
                        <a:pt x="f25" y="f7"/>
                      </a:cubicBezTo>
                      <a:cubicBezTo>
                        <a:pt x="f26" y="f7"/>
                        <a:pt x="f26" y="f7"/>
                        <a:pt x="f26" y="f7"/>
                      </a:cubicBezTo>
                      <a:cubicBezTo>
                        <a:pt x="f27" y="f28"/>
                        <a:pt x="f27" y="f28"/>
                        <a:pt x="f27" y="f28"/>
                      </a:cubicBezTo>
                      <a:cubicBezTo>
                        <a:pt x="f29" y="f30"/>
                        <a:pt x="f6" y="f31"/>
                        <a:pt x="f6" y="f8"/>
                      </a:cubicBezTo>
                      <a:cubicBezTo>
                        <a:pt x="f6" y="f9"/>
                        <a:pt x="f32" y="f5"/>
                        <a:pt x="f8" y="f5"/>
                      </a:cubicBezTo>
                      <a:close/>
                      <a:moveTo>
                        <a:pt x="f33" y="f34"/>
                      </a:moveTo>
                      <a:cubicBezTo>
                        <a:pt x="f35" y="f36"/>
                        <a:pt x="f37" y="f38"/>
                        <a:pt x="f39" y="f40"/>
                      </a:cubicBezTo>
                      <a:cubicBezTo>
                        <a:pt x="f41" y="f42"/>
                        <a:pt x="f41" y="f42"/>
                        <a:pt x="f41" y="f42"/>
                      </a:cubicBezTo>
                      <a:cubicBezTo>
                        <a:pt x="f43" y="f42"/>
                        <a:pt x="f43" y="f42"/>
                        <a:pt x="f43" y="f42"/>
                      </a:cubicBezTo>
                      <a:cubicBezTo>
                        <a:pt x="f44" y="f45"/>
                        <a:pt x="f44" y="f45"/>
                        <a:pt x="f44" y="f45"/>
                      </a:cubicBezTo>
                      <a:cubicBezTo>
                        <a:pt x="f46" y="f47"/>
                        <a:pt x="f48" y="f26"/>
                        <a:pt x="f49" y="f50"/>
                      </a:cubicBezTo>
                      <a:cubicBezTo>
                        <a:pt x="f51" y="f52"/>
                        <a:pt x="f53" y="f54"/>
                        <a:pt x="f53" y="f8"/>
                      </a:cubicBezTo>
                      <a:cubicBezTo>
                        <a:pt x="f53" y="f23"/>
                        <a:pt x="f23" y="f53"/>
                        <a:pt x="f8" y="f53"/>
                      </a:cubicBezTo>
                      <a:cubicBezTo>
                        <a:pt x="f36" y="f53"/>
                        <a:pt x="f55" y="f23"/>
                        <a:pt x="f55" y="f8"/>
                      </a:cubicBezTo>
                      <a:cubicBezTo>
                        <a:pt x="f55" y="f56"/>
                        <a:pt x="f57" y="f52"/>
                        <a:pt x="f33" y="f34"/>
                      </a:cubicBezTo>
                      <a:close/>
                    </a:path>
                  </a:pathLst>
                </a:custGeom>
                <a:gradFill>
                  <a:gsLst>
                    <a:gs pos="0">
                      <a:srgbClr val="9D9FA1"/>
                    </a:gs>
                    <a:gs pos="100000">
                      <a:srgbClr val="211F26"/>
                    </a:gs>
                  </a:gsLst>
                  <a:lin ang="2700000"/>
                </a:gradFill>
                <a:ln>
                  <a:noFill/>
                  <a:prstDash val="solid"/>
                </a:ln>
              </p:spPr>
              <p:txBody>
                <a:bodyPr vert="horz" wrap="square" lIns="91440" tIns="45720" rIns="91440" bIns="45720" anchor="t"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300" b="0" i="0" u="none" strike="noStrike" kern="0" cap="none" spc="0" baseline="0">
                    <a:solidFill>
                      <a:srgbClr val="211F26"/>
                    </a:solidFill>
                    <a:uFillTx/>
                    <a:latin typeface="Arial"/>
                  </a:endParaRPr>
                </a:p>
              </p:txBody>
            </p:sp>
          </p:grpSp>
          <p:sp>
            <p:nvSpPr>
              <p:cNvPr id="42" name="Tekstvak 34">
                <a:extLst>
                  <a:ext uri="{FF2B5EF4-FFF2-40B4-BE49-F238E27FC236}">
                    <a16:creationId xmlns:a16="http://schemas.microsoft.com/office/drawing/2014/main" id="{2E8A7DA2-C2D8-EB17-09F2-E457899402F0}"/>
                  </a:ext>
                </a:extLst>
              </p:cNvPr>
              <p:cNvSpPr txBox="1"/>
              <p:nvPr/>
            </p:nvSpPr>
            <p:spPr>
              <a:xfrm>
                <a:off x="-938430" y="4618469"/>
                <a:ext cx="627799" cy="322234"/>
              </a:xfrm>
              <a:prstGeom prst="rect">
                <a:avLst/>
              </a:prstGeom>
              <a:noFill/>
              <a:ln>
                <a:noFill/>
              </a:ln>
            </p:spPr>
            <p:txBody>
              <a:bodyPr vert="horz" wrap="square" lIns="0" tIns="0" rIns="0" bIns="0" anchor="ctr"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000" b="0" i="0" u="none" strike="noStrike" kern="0" cap="none" spc="0" baseline="0">
                    <a:solidFill>
                      <a:srgbClr val="211F26"/>
                    </a:solidFill>
                    <a:uFillTx/>
                    <a:latin typeface="Calibri" pitchFamily="34"/>
                    <a:cs typeface="Calibri" pitchFamily="34"/>
                  </a:rPr>
                  <a:t>Inspiration</a:t>
                </a:r>
              </a:p>
            </p:txBody>
          </p:sp>
        </p:grpSp>
        <p:grpSp>
          <p:nvGrpSpPr>
            <p:cNvPr id="43" name="Groep 26">
              <a:extLst>
                <a:ext uri="{FF2B5EF4-FFF2-40B4-BE49-F238E27FC236}">
                  <a16:creationId xmlns:a16="http://schemas.microsoft.com/office/drawing/2014/main" id="{8FA6644D-B314-52BF-5E07-A5B5A7E4C99E}"/>
                </a:ext>
              </a:extLst>
            </p:cNvPr>
            <p:cNvGrpSpPr/>
            <p:nvPr/>
          </p:nvGrpSpPr>
          <p:grpSpPr>
            <a:xfrm>
              <a:off x="-3365485" y="1226978"/>
              <a:ext cx="446940" cy="406486"/>
              <a:chOff x="-3365485" y="1226978"/>
              <a:chExt cx="446940" cy="406486"/>
            </a:xfrm>
          </p:grpSpPr>
          <p:grpSp>
            <p:nvGrpSpPr>
              <p:cNvPr id="44" name="Groep 27">
                <a:extLst>
                  <a:ext uri="{FF2B5EF4-FFF2-40B4-BE49-F238E27FC236}">
                    <a16:creationId xmlns:a16="http://schemas.microsoft.com/office/drawing/2014/main" id="{440008D5-E34A-145A-0696-7D6B3A1774A7}"/>
                  </a:ext>
                </a:extLst>
              </p:cNvPr>
              <p:cNvGrpSpPr/>
              <p:nvPr/>
            </p:nvGrpSpPr>
            <p:grpSpPr>
              <a:xfrm>
                <a:off x="-3285311" y="1226978"/>
                <a:ext cx="284168" cy="246686"/>
                <a:chOff x="-3285311" y="1226978"/>
                <a:chExt cx="284168" cy="246686"/>
              </a:xfrm>
            </p:grpSpPr>
            <p:sp>
              <p:nvSpPr>
                <p:cNvPr id="45" name="Vrije vorm: vorm 29">
                  <a:extLst>
                    <a:ext uri="{FF2B5EF4-FFF2-40B4-BE49-F238E27FC236}">
                      <a16:creationId xmlns:a16="http://schemas.microsoft.com/office/drawing/2014/main" id="{F9BA72DB-5A39-7D67-0E19-C9547F60188E}"/>
                    </a:ext>
                  </a:extLst>
                </p:cNvPr>
                <p:cNvSpPr/>
                <p:nvPr/>
              </p:nvSpPr>
              <p:spPr>
                <a:xfrm>
                  <a:off x="-3236719" y="1287612"/>
                  <a:ext cx="47978" cy="47868"/>
                </a:xfrm>
                <a:custGeom>
                  <a:avLst/>
                  <a:gdLst>
                    <a:gd name="f0" fmla="val 10800000"/>
                    <a:gd name="f1" fmla="val 5400000"/>
                    <a:gd name="f2" fmla="val 180"/>
                    <a:gd name="f3" fmla="val w"/>
                    <a:gd name="f4" fmla="val h"/>
                    <a:gd name="f5" fmla="val 0"/>
                    <a:gd name="f6" fmla="val 371475"/>
                    <a:gd name="f7" fmla="val 369094"/>
                    <a:gd name="f8" fmla="val 188119"/>
                    <a:gd name="f9" fmla="val 288068"/>
                    <a:gd name="f10" fmla="val 88169"/>
                    <a:gd name="f11" fmla="val 7144"/>
                    <a:gd name="f12" fmla="+- 0 0 -90"/>
                    <a:gd name="f13" fmla="*/ f3 1 371475"/>
                    <a:gd name="f14" fmla="*/ f4 1 371475"/>
                    <a:gd name="f15" fmla="val f5"/>
                    <a:gd name="f16" fmla="val f6"/>
                    <a:gd name="f17" fmla="*/ f12 f0 1"/>
                    <a:gd name="f18" fmla="+- f16 0 f15"/>
                    <a:gd name="f19" fmla="*/ f17 1 f2"/>
                    <a:gd name="f20" fmla="*/ f18 1 371475"/>
                    <a:gd name="f21" fmla="*/ 369094 f18 1"/>
                    <a:gd name="f22" fmla="*/ 188119 f18 1"/>
                    <a:gd name="f23" fmla="*/ 7144 f18 1"/>
                    <a:gd name="f24" fmla="+- f19 0 f1"/>
                    <a:gd name="f25" fmla="*/ f21 1 371475"/>
                    <a:gd name="f26" fmla="*/ f22 1 371475"/>
                    <a:gd name="f27" fmla="*/ f23 1 371475"/>
                    <a:gd name="f28" fmla="*/ f15 1 f20"/>
                    <a:gd name="f29" fmla="*/ f16 1 f20"/>
                    <a:gd name="f30" fmla="*/ f25 1 f20"/>
                    <a:gd name="f31" fmla="*/ f26 1 f20"/>
                    <a:gd name="f32" fmla="*/ f27 1 f20"/>
                    <a:gd name="f33" fmla="*/ f28 f13 1"/>
                    <a:gd name="f34" fmla="*/ f29 f13 1"/>
                    <a:gd name="f35" fmla="*/ f29 f14 1"/>
                    <a:gd name="f36" fmla="*/ f28 f14 1"/>
                    <a:gd name="f37" fmla="*/ f30 f13 1"/>
                    <a:gd name="f38" fmla="*/ f31 f14 1"/>
                    <a:gd name="f39" fmla="*/ f31 f13 1"/>
                    <a:gd name="f40" fmla="*/ f30 f14 1"/>
                    <a:gd name="f41" fmla="*/ f32 f13 1"/>
                    <a:gd name="f42" fmla="*/ f32 f14 1"/>
                  </a:gdLst>
                  <a:ahLst/>
                  <a:cxnLst>
                    <a:cxn ang="3cd4">
                      <a:pos x="hc" y="t"/>
                    </a:cxn>
                    <a:cxn ang="0">
                      <a:pos x="r" y="vc"/>
                    </a:cxn>
                    <a:cxn ang="cd4">
                      <a:pos x="hc" y="b"/>
                    </a:cxn>
                    <a:cxn ang="cd2">
                      <a:pos x="l" y="vc"/>
                    </a:cxn>
                    <a:cxn ang="f24">
                      <a:pos x="f37" y="f38"/>
                    </a:cxn>
                    <a:cxn ang="f24">
                      <a:pos x="f39" y="f40"/>
                    </a:cxn>
                    <a:cxn ang="f24">
                      <a:pos x="f41" y="f38"/>
                    </a:cxn>
                    <a:cxn ang="f24">
                      <a:pos x="f39" y="f42"/>
                    </a:cxn>
                    <a:cxn ang="f24">
                      <a:pos x="f37" y="f38"/>
                    </a:cxn>
                  </a:cxnLst>
                  <a:rect l="f33" t="f36" r="f34" b="f35"/>
                  <a:pathLst>
                    <a:path w="371475" h="371475">
                      <a:moveTo>
                        <a:pt x="f7" y="f8"/>
                      </a:moveTo>
                      <a:cubicBezTo>
                        <a:pt x="f7" y="f9"/>
                        <a:pt x="f9" y="f7"/>
                        <a:pt x="f8" y="f7"/>
                      </a:cubicBezTo>
                      <a:cubicBezTo>
                        <a:pt x="f10" y="f7"/>
                        <a:pt x="f11" y="f9"/>
                        <a:pt x="f11" y="f8"/>
                      </a:cubicBezTo>
                      <a:cubicBezTo>
                        <a:pt x="f11" y="f10"/>
                        <a:pt x="f10" y="f11"/>
                        <a:pt x="f8" y="f11"/>
                      </a:cubicBezTo>
                      <a:cubicBezTo>
                        <a:pt x="f9" y="f11"/>
                        <a:pt x="f7" y="f10"/>
                        <a:pt x="f7" y="f8"/>
                      </a:cubicBezTo>
                      <a:close/>
                    </a:path>
                  </a:pathLst>
                </a:custGeom>
                <a:solidFill>
                  <a:srgbClr val="1FF524"/>
                </a:solidFill>
                <a:ln>
                  <a:noFill/>
                  <a:prstDash val="solid"/>
                </a:ln>
              </p:spPr>
              <p:txBody>
                <a:bodyPr vert="horz" wrap="square" lIns="91440" tIns="45720" rIns="91440" bIns="45720" anchor="ctr"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7200" b="0" i="0" u="none" strike="noStrike" kern="1200" cap="none" spc="0" baseline="0">
                    <a:solidFill>
                      <a:srgbClr val="211F26"/>
                    </a:solidFill>
                    <a:uFillTx/>
                    <a:latin typeface="Arial"/>
                  </a:endParaRPr>
                </a:p>
              </p:txBody>
            </p:sp>
            <p:grpSp>
              <p:nvGrpSpPr>
                <p:cNvPr id="46" name="Groep 30">
                  <a:extLst>
                    <a:ext uri="{FF2B5EF4-FFF2-40B4-BE49-F238E27FC236}">
                      <a16:creationId xmlns:a16="http://schemas.microsoft.com/office/drawing/2014/main" id="{0FEDE8C8-20FB-5DFB-A35C-8ED01AF82B23}"/>
                    </a:ext>
                  </a:extLst>
                </p:cNvPr>
                <p:cNvGrpSpPr/>
                <p:nvPr/>
              </p:nvGrpSpPr>
              <p:grpSpPr>
                <a:xfrm>
                  <a:off x="-3285311" y="1226978"/>
                  <a:ext cx="284168" cy="246686"/>
                  <a:chOff x="-3285311" y="1226978"/>
                  <a:chExt cx="284168" cy="246686"/>
                </a:xfrm>
              </p:grpSpPr>
              <p:sp>
                <p:nvSpPr>
                  <p:cNvPr id="47" name="Vrije vorm: vorm 31">
                    <a:extLst>
                      <a:ext uri="{FF2B5EF4-FFF2-40B4-BE49-F238E27FC236}">
                        <a16:creationId xmlns:a16="http://schemas.microsoft.com/office/drawing/2014/main" id="{493A6DFF-4C11-A371-990A-1D3E33EF31F0}"/>
                      </a:ext>
                    </a:extLst>
                  </p:cNvPr>
                  <p:cNvSpPr/>
                  <p:nvPr/>
                </p:nvSpPr>
                <p:spPr>
                  <a:xfrm>
                    <a:off x="-3285311" y="1226978"/>
                    <a:ext cx="284168" cy="246686"/>
                  </a:xfrm>
                  <a:custGeom>
                    <a:avLst/>
                    <a:gdLst>
                      <a:gd name="f0" fmla="val 10800000"/>
                      <a:gd name="f1" fmla="val 5400000"/>
                      <a:gd name="f2" fmla="val 180"/>
                      <a:gd name="f3" fmla="val w"/>
                      <a:gd name="f4" fmla="val h"/>
                      <a:gd name="f5" fmla="val 0"/>
                      <a:gd name="f6" fmla="val 2200275"/>
                      <a:gd name="f7" fmla="val 1914525"/>
                      <a:gd name="f8" fmla="val 7144"/>
                      <a:gd name="f9" fmla="val 245269"/>
                      <a:gd name="f10" fmla="val 432911"/>
                      <a:gd name="f11" fmla="val 1959769"/>
                      <a:gd name="f12" fmla="val 1674019"/>
                      <a:gd name="f13" fmla="val 350044"/>
                      <a:gd name="f14" fmla="val 1912144"/>
                      <a:gd name="f15" fmla="val 2197894"/>
                      <a:gd name="f16" fmla="+- 0 0 -90"/>
                      <a:gd name="f17" fmla="*/ f3 1 2200275"/>
                      <a:gd name="f18" fmla="*/ f4 1 1914525"/>
                      <a:gd name="f19" fmla="val f5"/>
                      <a:gd name="f20" fmla="val f6"/>
                      <a:gd name="f21" fmla="val f7"/>
                      <a:gd name="f22" fmla="*/ f16 f0 1"/>
                      <a:gd name="f23" fmla="+- f21 0 f19"/>
                      <a:gd name="f24" fmla="+- f20 0 f19"/>
                      <a:gd name="f25" fmla="*/ f22 1 f2"/>
                      <a:gd name="f26" fmla="*/ f24 1 2200275"/>
                      <a:gd name="f27" fmla="*/ f23 1 1914525"/>
                      <a:gd name="f28" fmla="*/ 7144 f24 1"/>
                      <a:gd name="f29" fmla="*/ 7144 f23 1"/>
                      <a:gd name="f30" fmla="*/ 245269 f23 1"/>
                      <a:gd name="f31" fmla="*/ 432911 f24 1"/>
                      <a:gd name="f32" fmla="*/ 1959769 f24 1"/>
                      <a:gd name="f33" fmla="*/ 1674019 f23 1"/>
                      <a:gd name="f34" fmla="*/ 245269 f24 1"/>
                      <a:gd name="f35" fmla="*/ 350044 f23 1"/>
                      <a:gd name="f36" fmla="*/ 1912144 f23 1"/>
                      <a:gd name="f37" fmla="*/ 2197894 f24 1"/>
                      <a:gd name="f38" fmla="+- f25 0 f1"/>
                      <a:gd name="f39" fmla="*/ f28 1 2200275"/>
                      <a:gd name="f40" fmla="*/ f29 1 1914525"/>
                      <a:gd name="f41" fmla="*/ f30 1 1914525"/>
                      <a:gd name="f42" fmla="*/ f31 1 2200275"/>
                      <a:gd name="f43" fmla="*/ f32 1 2200275"/>
                      <a:gd name="f44" fmla="*/ f33 1 1914525"/>
                      <a:gd name="f45" fmla="*/ f34 1 2200275"/>
                      <a:gd name="f46" fmla="*/ f35 1 1914525"/>
                      <a:gd name="f47" fmla="*/ f36 1 1914525"/>
                      <a:gd name="f48" fmla="*/ f37 1 2200275"/>
                      <a:gd name="f49" fmla="*/ f19 1 f26"/>
                      <a:gd name="f50" fmla="*/ f20 1 f26"/>
                      <a:gd name="f51" fmla="*/ f19 1 f27"/>
                      <a:gd name="f52" fmla="*/ f21 1 f27"/>
                      <a:gd name="f53" fmla="*/ f39 1 f26"/>
                      <a:gd name="f54" fmla="*/ f40 1 f27"/>
                      <a:gd name="f55" fmla="*/ f41 1 f27"/>
                      <a:gd name="f56" fmla="*/ f42 1 f26"/>
                      <a:gd name="f57" fmla="*/ f43 1 f26"/>
                      <a:gd name="f58" fmla="*/ f44 1 f27"/>
                      <a:gd name="f59" fmla="*/ f45 1 f26"/>
                      <a:gd name="f60" fmla="*/ f46 1 f27"/>
                      <a:gd name="f61" fmla="*/ f47 1 f27"/>
                      <a:gd name="f62" fmla="*/ f48 1 f26"/>
                      <a:gd name="f63" fmla="*/ f49 f17 1"/>
                      <a:gd name="f64" fmla="*/ f50 f17 1"/>
                      <a:gd name="f65" fmla="*/ f52 f18 1"/>
                      <a:gd name="f66" fmla="*/ f51 f18 1"/>
                      <a:gd name="f67" fmla="*/ f53 f17 1"/>
                      <a:gd name="f68" fmla="*/ f54 f18 1"/>
                      <a:gd name="f69" fmla="*/ f55 f18 1"/>
                      <a:gd name="f70" fmla="*/ f56 f17 1"/>
                      <a:gd name="f71" fmla="*/ f57 f17 1"/>
                      <a:gd name="f72" fmla="*/ f58 f18 1"/>
                      <a:gd name="f73" fmla="*/ f59 f17 1"/>
                      <a:gd name="f74" fmla="*/ f60 f18 1"/>
                      <a:gd name="f75" fmla="*/ f61 f18 1"/>
                      <a:gd name="f76" fmla="*/ f62 f17 1"/>
                    </a:gdLst>
                    <a:ahLst/>
                    <a:cxnLst>
                      <a:cxn ang="3cd4">
                        <a:pos x="hc" y="t"/>
                      </a:cxn>
                      <a:cxn ang="0">
                        <a:pos x="r" y="vc"/>
                      </a:cxn>
                      <a:cxn ang="cd4">
                        <a:pos x="hc" y="b"/>
                      </a:cxn>
                      <a:cxn ang="cd2">
                        <a:pos x="l" y="vc"/>
                      </a:cxn>
                      <a:cxn ang="f38">
                        <a:pos x="f67" y="f68"/>
                      </a:cxn>
                      <a:cxn ang="f38">
                        <a:pos x="f67" y="f69"/>
                      </a:cxn>
                      <a:cxn ang="f38">
                        <a:pos x="f70" y="f69"/>
                      </a:cxn>
                      <a:cxn ang="f38">
                        <a:pos x="f70" y="f69"/>
                      </a:cxn>
                      <a:cxn ang="f38">
                        <a:pos x="f71" y="f69"/>
                      </a:cxn>
                      <a:cxn ang="f38">
                        <a:pos x="f71" y="f72"/>
                      </a:cxn>
                      <a:cxn ang="f38">
                        <a:pos x="f73" y="f72"/>
                      </a:cxn>
                      <a:cxn ang="f38">
                        <a:pos x="f73" y="f74"/>
                      </a:cxn>
                      <a:cxn ang="f38">
                        <a:pos x="f67" y="f74"/>
                      </a:cxn>
                      <a:cxn ang="f38">
                        <a:pos x="f67" y="f75"/>
                      </a:cxn>
                      <a:cxn ang="f38">
                        <a:pos x="f76" y="f75"/>
                      </a:cxn>
                      <a:cxn ang="f38">
                        <a:pos x="f76" y="f68"/>
                      </a:cxn>
                    </a:cxnLst>
                    <a:rect l="f63" t="f66" r="f64" b="f65"/>
                    <a:pathLst>
                      <a:path w="2200275" h="1914525">
                        <a:moveTo>
                          <a:pt x="f8" y="f8"/>
                        </a:moveTo>
                        <a:lnTo>
                          <a:pt x="f8" y="f9"/>
                        </a:lnTo>
                        <a:lnTo>
                          <a:pt x="f10" y="f9"/>
                        </a:lnTo>
                        <a:lnTo>
                          <a:pt x="f10" y="f9"/>
                        </a:lnTo>
                        <a:lnTo>
                          <a:pt x="f11" y="f9"/>
                        </a:lnTo>
                        <a:lnTo>
                          <a:pt x="f11" y="f12"/>
                        </a:lnTo>
                        <a:lnTo>
                          <a:pt x="f9" y="f12"/>
                        </a:lnTo>
                        <a:lnTo>
                          <a:pt x="f9" y="f13"/>
                        </a:lnTo>
                        <a:lnTo>
                          <a:pt x="f8" y="f13"/>
                        </a:lnTo>
                        <a:lnTo>
                          <a:pt x="f8" y="f14"/>
                        </a:lnTo>
                        <a:lnTo>
                          <a:pt x="f15" y="f14"/>
                        </a:lnTo>
                        <a:lnTo>
                          <a:pt x="f15" y="f8"/>
                        </a:lnTo>
                        <a:close/>
                      </a:path>
                    </a:pathLst>
                  </a:custGeom>
                  <a:gradFill>
                    <a:gsLst>
                      <a:gs pos="0">
                        <a:srgbClr val="9D9FA1"/>
                      </a:gs>
                      <a:gs pos="100000">
                        <a:srgbClr val="211F26"/>
                      </a:gs>
                    </a:gsLst>
                    <a:lin ang="2700000"/>
                  </a:gradFill>
                  <a:ln>
                    <a:noFill/>
                    <a:prstDash val="solid"/>
                  </a:ln>
                </p:spPr>
                <p:txBody>
                  <a:bodyPr vert="horz" wrap="square" lIns="91440" tIns="45720" rIns="91440" bIns="45720" anchor="ctr"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7200" b="0" i="0" u="none" strike="noStrike" kern="1200" cap="none" spc="0" baseline="0">
                      <a:solidFill>
                        <a:srgbClr val="211F26"/>
                      </a:solidFill>
                      <a:uFillTx/>
                      <a:latin typeface="Arial"/>
                    </a:endParaRPr>
                  </a:p>
                </p:txBody>
              </p:sp>
              <p:sp>
                <p:nvSpPr>
                  <p:cNvPr id="48" name="Vrije vorm: vorm 32">
                    <a:extLst>
                      <a:ext uri="{FF2B5EF4-FFF2-40B4-BE49-F238E27FC236}">
                        <a16:creationId xmlns:a16="http://schemas.microsoft.com/office/drawing/2014/main" id="{9C09FDD3-D43F-16BE-105D-F4F1AF150B58}"/>
                      </a:ext>
                    </a:extLst>
                  </p:cNvPr>
                  <p:cNvSpPr/>
                  <p:nvPr/>
                </p:nvSpPr>
                <p:spPr>
                  <a:xfrm>
                    <a:off x="-3236847" y="1303321"/>
                    <a:ext cx="185751" cy="114144"/>
                  </a:xfrm>
                  <a:custGeom>
                    <a:avLst/>
                    <a:gdLst>
                      <a:gd name="f0" fmla="val 10800000"/>
                      <a:gd name="f1" fmla="val 5400000"/>
                      <a:gd name="f2" fmla="val 180"/>
                      <a:gd name="f3" fmla="val w"/>
                      <a:gd name="f4" fmla="val h"/>
                      <a:gd name="f5" fmla="val 0"/>
                      <a:gd name="f6" fmla="val 1438275"/>
                      <a:gd name="f7" fmla="val 885825"/>
                      <a:gd name="f8" fmla="val 1070134"/>
                      <a:gd name="f9" fmla="val 7144"/>
                      <a:gd name="f10" fmla="val 801529"/>
                      <a:gd name="f11" fmla="val 275749"/>
                      <a:gd name="f12" fmla="val 662464"/>
                      <a:gd name="f13" fmla="val 137636"/>
                      <a:gd name="f14" fmla="val 784384"/>
                      <a:gd name="f15" fmla="val 108109"/>
                      <a:gd name="f16" fmla="val 885349"/>
                      <a:gd name="f17" fmla="val 338614"/>
                      <a:gd name="f18" fmla="val 928211"/>
                      <a:gd name="f19" fmla="val 605314"/>
                      <a:gd name="f20" fmla="val 1029176"/>
                      <a:gd name="f21" fmla="val 503396"/>
                      <a:gd name="f22" fmla="val 902494"/>
                      <a:gd name="f23" fmla="val 376714"/>
                      <a:gd name="f24" fmla="val 209074"/>
                      <a:gd name="f25" fmla="val 1337786"/>
                      <a:gd name="f26" fmla="val 480536"/>
                      <a:gd name="f27" fmla="val 1438751"/>
                      <a:gd name="f28" fmla="val 378619"/>
                      <a:gd name="f29" fmla="+- 0 0 -90"/>
                      <a:gd name="f30" fmla="*/ f3 1 1438275"/>
                      <a:gd name="f31" fmla="*/ f4 1 885825"/>
                      <a:gd name="f32" fmla="val f5"/>
                      <a:gd name="f33" fmla="val f6"/>
                      <a:gd name="f34" fmla="val f7"/>
                      <a:gd name="f35" fmla="*/ f29 f0 1"/>
                      <a:gd name="f36" fmla="+- f34 0 f32"/>
                      <a:gd name="f37" fmla="+- f33 0 f32"/>
                      <a:gd name="f38" fmla="*/ f35 1 f2"/>
                      <a:gd name="f39" fmla="*/ f37 1 1438275"/>
                      <a:gd name="f40" fmla="*/ f36 1 885825"/>
                      <a:gd name="f41" fmla="*/ 1070134 f37 1"/>
                      <a:gd name="f42" fmla="*/ 7144 f36 1"/>
                      <a:gd name="f43" fmla="*/ 801529 f37 1"/>
                      <a:gd name="f44" fmla="*/ 275749 f36 1"/>
                      <a:gd name="f45" fmla="*/ 662464 f37 1"/>
                      <a:gd name="f46" fmla="*/ 137636 f36 1"/>
                      <a:gd name="f47" fmla="*/ 7144 f37 1"/>
                      <a:gd name="f48" fmla="*/ 784384 f36 1"/>
                      <a:gd name="f49" fmla="*/ 108109 f37 1"/>
                      <a:gd name="f50" fmla="*/ 885349 f36 1"/>
                      <a:gd name="f51" fmla="*/ 338614 f36 1"/>
                      <a:gd name="f52" fmla="*/ 928211 f37 1"/>
                      <a:gd name="f53" fmla="*/ 605314 f36 1"/>
                      <a:gd name="f54" fmla="*/ 1029176 f37 1"/>
                      <a:gd name="f55" fmla="*/ 503396 f36 1"/>
                      <a:gd name="f56" fmla="*/ 902494 f37 1"/>
                      <a:gd name="f57" fmla="*/ 376714 f36 1"/>
                      <a:gd name="f58" fmla="*/ 209074 f36 1"/>
                      <a:gd name="f59" fmla="*/ 1337786 f37 1"/>
                      <a:gd name="f60" fmla="*/ 480536 f36 1"/>
                      <a:gd name="f61" fmla="*/ 1438751 f37 1"/>
                      <a:gd name="f62" fmla="*/ 378619 f36 1"/>
                      <a:gd name="f63" fmla="+- f38 0 f1"/>
                      <a:gd name="f64" fmla="*/ f41 1 1438275"/>
                      <a:gd name="f65" fmla="*/ f42 1 885825"/>
                      <a:gd name="f66" fmla="*/ f43 1 1438275"/>
                      <a:gd name="f67" fmla="*/ f44 1 885825"/>
                      <a:gd name="f68" fmla="*/ f45 1 1438275"/>
                      <a:gd name="f69" fmla="*/ f46 1 885825"/>
                      <a:gd name="f70" fmla="*/ f47 1 1438275"/>
                      <a:gd name="f71" fmla="*/ f48 1 885825"/>
                      <a:gd name="f72" fmla="*/ f49 1 1438275"/>
                      <a:gd name="f73" fmla="*/ f50 1 885825"/>
                      <a:gd name="f74" fmla="*/ f51 1 885825"/>
                      <a:gd name="f75" fmla="*/ f52 1 1438275"/>
                      <a:gd name="f76" fmla="*/ f53 1 885825"/>
                      <a:gd name="f77" fmla="*/ f54 1 1438275"/>
                      <a:gd name="f78" fmla="*/ f55 1 885825"/>
                      <a:gd name="f79" fmla="*/ f56 1 1438275"/>
                      <a:gd name="f80" fmla="*/ f57 1 885825"/>
                      <a:gd name="f81" fmla="*/ f58 1 885825"/>
                      <a:gd name="f82" fmla="*/ f59 1 1438275"/>
                      <a:gd name="f83" fmla="*/ f60 1 885825"/>
                      <a:gd name="f84" fmla="*/ f61 1 1438275"/>
                      <a:gd name="f85" fmla="*/ f62 1 885825"/>
                      <a:gd name="f86" fmla="*/ f32 1 f39"/>
                      <a:gd name="f87" fmla="*/ f33 1 f39"/>
                      <a:gd name="f88" fmla="*/ f32 1 f40"/>
                      <a:gd name="f89" fmla="*/ f34 1 f40"/>
                      <a:gd name="f90" fmla="*/ f64 1 f39"/>
                      <a:gd name="f91" fmla="*/ f65 1 f40"/>
                      <a:gd name="f92" fmla="*/ f66 1 f39"/>
                      <a:gd name="f93" fmla="*/ f67 1 f40"/>
                      <a:gd name="f94" fmla="*/ f68 1 f39"/>
                      <a:gd name="f95" fmla="*/ f69 1 f40"/>
                      <a:gd name="f96" fmla="*/ f70 1 f39"/>
                      <a:gd name="f97" fmla="*/ f71 1 f40"/>
                      <a:gd name="f98" fmla="*/ f72 1 f39"/>
                      <a:gd name="f99" fmla="*/ f73 1 f40"/>
                      <a:gd name="f100" fmla="*/ f74 1 f40"/>
                      <a:gd name="f101" fmla="*/ f75 1 f39"/>
                      <a:gd name="f102" fmla="*/ f76 1 f40"/>
                      <a:gd name="f103" fmla="*/ f77 1 f39"/>
                      <a:gd name="f104" fmla="*/ f78 1 f40"/>
                      <a:gd name="f105" fmla="*/ f79 1 f39"/>
                      <a:gd name="f106" fmla="*/ f80 1 f40"/>
                      <a:gd name="f107" fmla="*/ f81 1 f40"/>
                      <a:gd name="f108" fmla="*/ f82 1 f39"/>
                      <a:gd name="f109" fmla="*/ f83 1 f40"/>
                      <a:gd name="f110" fmla="*/ f84 1 f39"/>
                      <a:gd name="f111" fmla="*/ f85 1 f40"/>
                      <a:gd name="f112" fmla="*/ f86 f30 1"/>
                      <a:gd name="f113" fmla="*/ f87 f30 1"/>
                      <a:gd name="f114" fmla="*/ f89 f31 1"/>
                      <a:gd name="f115" fmla="*/ f88 f31 1"/>
                      <a:gd name="f116" fmla="*/ f90 f30 1"/>
                      <a:gd name="f117" fmla="*/ f91 f31 1"/>
                      <a:gd name="f118" fmla="*/ f92 f30 1"/>
                      <a:gd name="f119" fmla="*/ f93 f31 1"/>
                      <a:gd name="f120" fmla="*/ f94 f30 1"/>
                      <a:gd name="f121" fmla="*/ f95 f31 1"/>
                      <a:gd name="f122" fmla="*/ f96 f30 1"/>
                      <a:gd name="f123" fmla="*/ f97 f31 1"/>
                      <a:gd name="f124" fmla="*/ f98 f30 1"/>
                      <a:gd name="f125" fmla="*/ f99 f31 1"/>
                      <a:gd name="f126" fmla="*/ f100 f31 1"/>
                      <a:gd name="f127" fmla="*/ f101 f30 1"/>
                      <a:gd name="f128" fmla="*/ f102 f31 1"/>
                      <a:gd name="f129" fmla="*/ f103 f30 1"/>
                      <a:gd name="f130" fmla="*/ f104 f31 1"/>
                      <a:gd name="f131" fmla="*/ f105 f30 1"/>
                      <a:gd name="f132" fmla="*/ f106 f31 1"/>
                      <a:gd name="f133" fmla="*/ f107 f31 1"/>
                      <a:gd name="f134" fmla="*/ f108 f30 1"/>
                      <a:gd name="f135" fmla="*/ f109 f31 1"/>
                      <a:gd name="f136" fmla="*/ f110 f30 1"/>
                      <a:gd name="f137" fmla="*/ f111 f31 1"/>
                    </a:gdLst>
                    <a:ahLst/>
                    <a:cxnLst>
                      <a:cxn ang="3cd4">
                        <a:pos x="hc" y="t"/>
                      </a:cxn>
                      <a:cxn ang="0">
                        <a:pos x="r" y="vc"/>
                      </a:cxn>
                      <a:cxn ang="cd4">
                        <a:pos x="hc" y="b"/>
                      </a:cxn>
                      <a:cxn ang="cd2">
                        <a:pos x="l" y="vc"/>
                      </a:cxn>
                      <a:cxn ang="f63">
                        <a:pos x="f116" y="f117"/>
                      </a:cxn>
                      <a:cxn ang="f63">
                        <a:pos x="f118" y="f119"/>
                      </a:cxn>
                      <a:cxn ang="f63">
                        <a:pos x="f120" y="f121"/>
                      </a:cxn>
                      <a:cxn ang="f63">
                        <a:pos x="f122" y="f123"/>
                      </a:cxn>
                      <a:cxn ang="f63">
                        <a:pos x="f124" y="f125"/>
                      </a:cxn>
                      <a:cxn ang="f63">
                        <a:pos x="f120" y="f126"/>
                      </a:cxn>
                      <a:cxn ang="f63">
                        <a:pos x="f127" y="f128"/>
                      </a:cxn>
                      <a:cxn ang="f63">
                        <a:pos x="f129" y="f130"/>
                      </a:cxn>
                      <a:cxn ang="f63">
                        <a:pos x="f131" y="f132"/>
                      </a:cxn>
                      <a:cxn ang="f63">
                        <a:pos x="f116" y="f133"/>
                      </a:cxn>
                      <a:cxn ang="f63">
                        <a:pos x="f134" y="f135"/>
                      </a:cxn>
                      <a:cxn ang="f63">
                        <a:pos x="f136" y="f137"/>
                      </a:cxn>
                    </a:cxnLst>
                    <a:rect l="f112" t="f115" r="f113" b="f114"/>
                    <a:pathLst>
                      <a:path w="1438275" h="885825">
                        <a:moveTo>
                          <a:pt x="f8" y="f9"/>
                        </a:moveTo>
                        <a:lnTo>
                          <a:pt x="f10" y="f11"/>
                        </a:lnTo>
                        <a:lnTo>
                          <a:pt x="f12" y="f13"/>
                        </a:lnTo>
                        <a:lnTo>
                          <a:pt x="f9" y="f14"/>
                        </a:lnTo>
                        <a:lnTo>
                          <a:pt x="f15" y="f16"/>
                        </a:lnTo>
                        <a:lnTo>
                          <a:pt x="f12" y="f17"/>
                        </a:lnTo>
                        <a:lnTo>
                          <a:pt x="f18" y="f19"/>
                        </a:lnTo>
                        <a:lnTo>
                          <a:pt x="f20" y="f21"/>
                        </a:lnTo>
                        <a:lnTo>
                          <a:pt x="f22" y="f23"/>
                        </a:lnTo>
                        <a:lnTo>
                          <a:pt x="f8" y="f24"/>
                        </a:lnTo>
                        <a:lnTo>
                          <a:pt x="f25" y="f26"/>
                        </a:lnTo>
                        <a:lnTo>
                          <a:pt x="f27" y="f28"/>
                        </a:lnTo>
                        <a:close/>
                      </a:path>
                    </a:pathLst>
                  </a:custGeom>
                  <a:gradFill>
                    <a:gsLst>
                      <a:gs pos="0">
                        <a:srgbClr val="9D9FA1"/>
                      </a:gs>
                      <a:gs pos="100000">
                        <a:srgbClr val="211F26"/>
                      </a:gs>
                    </a:gsLst>
                    <a:lin ang="2700000"/>
                  </a:gradFill>
                  <a:ln>
                    <a:noFill/>
                    <a:prstDash val="solid"/>
                  </a:ln>
                </p:spPr>
                <p:txBody>
                  <a:bodyPr vert="horz" wrap="square" lIns="91440" tIns="45720" rIns="91440" bIns="45720" anchor="ctr" anchorCtr="0" compatLnSpc="1">
                    <a:noAutofit/>
                  </a:bodyPr>
                  <a:lstStyle/>
                  <a:p>
                    <a:pPr marL="0" marR="0" lvl="0" indent="0" algn="l" defTabSz="99547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7200" b="0" i="0" u="none" strike="noStrike" kern="1200" cap="none" spc="0" baseline="0">
                      <a:solidFill>
                        <a:srgbClr val="211F26"/>
                      </a:solidFill>
                      <a:uFillTx/>
                      <a:latin typeface="Arial"/>
                    </a:endParaRPr>
                  </a:p>
                </p:txBody>
              </p:sp>
            </p:grpSp>
          </p:grpSp>
          <p:sp>
            <p:nvSpPr>
              <p:cNvPr id="49" name="Tekstvak 28">
                <a:extLst>
                  <a:ext uri="{FF2B5EF4-FFF2-40B4-BE49-F238E27FC236}">
                    <a16:creationId xmlns:a16="http://schemas.microsoft.com/office/drawing/2014/main" id="{152D8E5F-44B7-A680-C17C-368912342300}"/>
                  </a:ext>
                </a:extLst>
              </p:cNvPr>
              <p:cNvSpPr txBox="1"/>
              <p:nvPr/>
            </p:nvSpPr>
            <p:spPr>
              <a:xfrm>
                <a:off x="-3365485" y="1489959"/>
                <a:ext cx="446940" cy="143505"/>
              </a:xfrm>
              <a:prstGeom prst="rect">
                <a:avLst/>
              </a:prstGeom>
              <a:noFill/>
              <a:ln>
                <a:noFill/>
              </a:ln>
            </p:spPr>
            <p:txBody>
              <a:bodyPr vert="horz" wrap="square" lIns="0" tIns="18004" rIns="0" bIns="0" anchor="t"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000" b="0" i="0" u="none" strike="noStrike" kern="0" cap="none" spc="0" baseline="0">
                    <a:solidFill>
                      <a:srgbClr val="211F26"/>
                    </a:solidFill>
                    <a:uFillTx/>
                    <a:latin typeface="Calibri" pitchFamily="34"/>
                    <a:cs typeface="Calibri" pitchFamily="34"/>
                  </a:rPr>
                  <a:t>Images</a:t>
                </a:r>
              </a:p>
            </p:txBody>
          </p:sp>
        </p:grpSp>
      </p:grpSp>
    </p:spTree>
    <p:extLst>
      <p:ext uri="{BB962C8B-B14F-4D97-AF65-F5344CB8AC3E}">
        <p14:creationId xmlns:p14="http://schemas.microsoft.com/office/powerpoint/2010/main" val="563715585"/>
      </p:ext>
    </p:extLst>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ustom #1">
    <p:bg>
      <p:bgPr>
        <a:solidFill>
          <a:srgbClr val="00A6D6"/>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59100730"/>
      </p:ext>
    </p:extLst>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ustom #2">
    <p:bg>
      <p:bgPr>
        <a:solidFill>
          <a:srgbClr val="00A6D6"/>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8303572"/>
      </p:ext>
    </p:extLst>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ustom #3">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0573509"/>
      </p:ext>
    </p:extLst>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ustom #4">
    <p:spTree>
      <p:nvGrpSpPr>
        <p:cNvPr id="1" name=""/>
        <p:cNvGrpSpPr/>
        <p:nvPr/>
      </p:nvGrpSpPr>
      <p:grpSpPr>
        <a:xfrm>
          <a:off x="0" y="0"/>
          <a:ext cx="0" cy="0"/>
          <a:chOff x="0" y="0"/>
          <a:chExt cx="0" cy="0"/>
        </a:xfrm>
      </p:grpSpPr>
    </p:spTree>
    <p:extLst>
      <p:ext uri="{BB962C8B-B14F-4D97-AF65-F5344CB8AC3E}">
        <p14:creationId xmlns:p14="http://schemas.microsoft.com/office/powerpoint/2010/main" val="3377722829"/>
      </p:ext>
    </p:extLst>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ustom #5">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9169555"/>
      </p:ext>
    </p:extLst>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ustom #6">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64248767"/>
      </p:ext>
    </p:extLst>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ustom #1">
    <p:bg>
      <p:bgPr>
        <a:solidFill>
          <a:srgbClr val="00A6D6"/>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87933132"/>
      </p:ext>
    </p:extLst>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ustom #2">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9007343"/>
      </p:ext>
    </p:extLst>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ustom #3">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0903468"/>
      </p:ext>
    </p:extLst>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ustom #4">
    <p:bg>
      <p:bgPr>
        <a:solidFill>
          <a:srgbClr val="F2F2F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30759444"/>
      </p:ext>
    </p:extLst>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Custom #5">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75907321"/>
      </p:ext>
    </p:extLst>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37.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theme" Target="../theme/theme2.xml"/><Relationship Id="rId5" Type="http://schemas.openxmlformats.org/officeDocument/2006/relationships/slideLayout" Target="../slideLayouts/slideLayout39.xml"/><Relationship Id="rId4"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07FF0AE9-00AF-057F-75B8-09B90C2A0024}"/>
              </a:ext>
            </a:extLst>
          </p:cNvPr>
          <p:cNvSpPr txBox="1">
            <a:spLocks noGrp="1"/>
          </p:cNvSpPr>
          <p:nvPr>
            <p:ph type="title"/>
          </p:nvPr>
        </p:nvSpPr>
        <p:spPr>
          <a:xfrm>
            <a:off x="718663" y="722458"/>
            <a:ext cx="10752612" cy="323404"/>
          </a:xfrm>
          <a:prstGeom prst="rect">
            <a:avLst/>
          </a:prstGeom>
          <a:noFill/>
          <a:ln>
            <a:noFill/>
          </a:ln>
        </p:spPr>
        <p:txBody>
          <a:bodyPr vert="horz" wrap="square" lIns="0" tIns="0" rIns="0" bIns="378003" anchor="t" anchorCtr="0" compatLnSpc="1">
            <a:noAutofit/>
          </a:bodyPr>
          <a:lstStyle/>
          <a:p>
            <a:pPr lvl="0"/>
            <a:r>
              <a:rPr lang="en-GB"/>
              <a:t>Title goes here</a:t>
            </a:r>
          </a:p>
        </p:txBody>
      </p:sp>
      <p:sp>
        <p:nvSpPr>
          <p:cNvPr id="3" name="Tijdelijke aanduiding voor tekst 2">
            <a:extLst>
              <a:ext uri="{FF2B5EF4-FFF2-40B4-BE49-F238E27FC236}">
                <a16:creationId xmlns:a16="http://schemas.microsoft.com/office/drawing/2014/main" id="{FE563C09-48FB-5231-035D-C9E843AD9543}"/>
              </a:ext>
            </a:extLst>
          </p:cNvPr>
          <p:cNvSpPr txBox="1">
            <a:spLocks noGrp="1"/>
          </p:cNvSpPr>
          <p:nvPr>
            <p:ph type="body" idx="1"/>
          </p:nvPr>
        </p:nvSpPr>
        <p:spPr>
          <a:xfrm>
            <a:off x="719139" y="1563934"/>
            <a:ext cx="10752136" cy="4433422"/>
          </a:xfrm>
          <a:prstGeom prst="rect">
            <a:avLst/>
          </a:prstGeom>
          <a:noFill/>
          <a:ln>
            <a:noFill/>
          </a:ln>
        </p:spPr>
        <p:txBody>
          <a:bodyPr vert="horz" wrap="square" lIns="0" tIns="0" rIns="0" bIns="0" anchor="t" anchorCtr="0" compatLnSpc="1">
            <a:noAutofit/>
          </a:bodyPr>
          <a:lstStyle/>
          <a:p>
            <a:pPr lvl="0"/>
            <a:r>
              <a:rPr lang="en-GB"/>
              <a:t>Bullet</a:t>
            </a:r>
          </a:p>
          <a:p>
            <a:pPr lvl="1"/>
            <a:r>
              <a:rPr lang="en-GB"/>
              <a:t>Sub-bullet </a:t>
            </a:r>
          </a:p>
          <a:p>
            <a:pPr lvl="2"/>
            <a:r>
              <a:rPr lang="en-GB"/>
              <a:t>Default text</a:t>
            </a:r>
            <a:br>
              <a:rPr lang="en-GB"/>
            </a:br>
            <a:endParaRPr lang="en-GB"/>
          </a:p>
          <a:p>
            <a:pPr lvl="3"/>
            <a:r>
              <a:rPr lang="en-GB"/>
              <a:t>Title/Quote</a:t>
            </a:r>
          </a:p>
          <a:p>
            <a:pPr lvl="4"/>
            <a:r>
              <a:rPr lang="en-GB"/>
              <a:t>Subtitle</a:t>
            </a:r>
          </a:p>
          <a:p>
            <a:pPr lvl="5"/>
            <a:r>
              <a:rPr lang="en-GB"/>
              <a:t>Default text</a:t>
            </a:r>
            <a:br>
              <a:rPr lang="en-GB"/>
            </a:br>
            <a:endParaRPr lang="en-GB"/>
          </a:p>
          <a:p>
            <a:pPr lvl="6"/>
            <a:r>
              <a:rPr lang="en-GB"/>
              <a:t>Numerical bullet</a:t>
            </a:r>
          </a:p>
          <a:p>
            <a:pPr lvl="7"/>
            <a:r>
              <a:rPr lang="en-GB"/>
              <a:t>Alphabetical bullet</a:t>
            </a:r>
          </a:p>
          <a:p>
            <a:pPr lvl="8"/>
            <a:r>
              <a:rPr lang="en-GB"/>
              <a:t>Source</a:t>
            </a:r>
          </a:p>
        </p:txBody>
      </p:sp>
      <p:grpSp>
        <p:nvGrpSpPr>
          <p:cNvPr id="4" name="GRID">
            <a:extLst>
              <a:ext uri="{FF2B5EF4-FFF2-40B4-BE49-F238E27FC236}">
                <a16:creationId xmlns:a16="http://schemas.microsoft.com/office/drawing/2014/main" id="{22E61993-70F2-229E-DDEC-E8A29463AF5D}"/>
              </a:ext>
            </a:extLst>
          </p:cNvPr>
          <p:cNvGrpSpPr/>
          <p:nvPr/>
        </p:nvGrpSpPr>
        <p:grpSpPr>
          <a:xfrm>
            <a:off x="-12033" y="0"/>
            <a:ext cx="12204029" cy="6858000"/>
            <a:chOff x="-12033" y="0"/>
            <a:chExt cx="12204029" cy="6858000"/>
          </a:xfrm>
        </p:grpSpPr>
        <p:sp>
          <p:nvSpPr>
            <p:cNvPr id="5" name="Rechthoek 7" hidden="1">
              <a:extLst>
                <a:ext uri="{FF2B5EF4-FFF2-40B4-BE49-F238E27FC236}">
                  <a16:creationId xmlns:a16="http://schemas.microsoft.com/office/drawing/2014/main" id="{B71DF192-39EC-A499-27F5-0FADEA4AABC8}"/>
                </a:ext>
              </a:extLst>
            </p:cNvPr>
            <p:cNvSpPr/>
            <p:nvPr/>
          </p:nvSpPr>
          <p:spPr>
            <a:xfrm>
              <a:off x="-12033" y="0"/>
              <a:ext cx="12191996" cy="719998"/>
            </a:xfrm>
            <a:prstGeom prst="rect">
              <a:avLst/>
            </a:prstGeom>
            <a:solidFill>
              <a:srgbClr val="00A6D6">
                <a:alpha val="50000"/>
              </a:srgbClr>
            </a:solidFill>
            <a:ln>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FFFFFF"/>
                </a:solidFill>
                <a:uFillTx/>
                <a:latin typeface="Arial"/>
              </a:endParaRPr>
            </a:p>
          </p:txBody>
        </p:sp>
        <p:sp>
          <p:nvSpPr>
            <p:cNvPr id="6" name="Rechthoek 11" hidden="1">
              <a:extLst>
                <a:ext uri="{FF2B5EF4-FFF2-40B4-BE49-F238E27FC236}">
                  <a16:creationId xmlns:a16="http://schemas.microsoft.com/office/drawing/2014/main" id="{0470BA6D-E503-1256-7A89-0CAC9607CE9E}"/>
                </a:ext>
              </a:extLst>
            </p:cNvPr>
            <p:cNvSpPr/>
            <p:nvPr/>
          </p:nvSpPr>
          <p:spPr>
            <a:xfrm>
              <a:off x="0" y="0"/>
              <a:ext cx="719998" cy="6858000"/>
            </a:xfrm>
            <a:prstGeom prst="rect">
              <a:avLst/>
            </a:prstGeom>
            <a:solidFill>
              <a:srgbClr val="00A6D6">
                <a:alpha val="50000"/>
              </a:srgbClr>
            </a:solidFill>
            <a:ln>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FFFFFF"/>
                </a:solidFill>
                <a:uFillTx/>
                <a:latin typeface="Arial"/>
              </a:endParaRPr>
            </a:p>
          </p:txBody>
        </p:sp>
        <p:sp>
          <p:nvSpPr>
            <p:cNvPr id="7" name="Rechthoek 12" hidden="1">
              <a:extLst>
                <a:ext uri="{FF2B5EF4-FFF2-40B4-BE49-F238E27FC236}">
                  <a16:creationId xmlns:a16="http://schemas.microsoft.com/office/drawing/2014/main" id="{A06BDB9C-6858-CC16-85BF-BEABEA9CA57C}"/>
                </a:ext>
              </a:extLst>
            </p:cNvPr>
            <p:cNvSpPr/>
            <p:nvPr/>
          </p:nvSpPr>
          <p:spPr>
            <a:xfrm>
              <a:off x="11471998" y="0"/>
              <a:ext cx="719998" cy="6858000"/>
            </a:xfrm>
            <a:prstGeom prst="rect">
              <a:avLst/>
            </a:prstGeom>
            <a:solidFill>
              <a:srgbClr val="00A6D6">
                <a:alpha val="50000"/>
              </a:srgbClr>
            </a:solidFill>
            <a:ln>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FFFFFF"/>
                </a:solidFill>
                <a:uFillTx/>
                <a:latin typeface="Arial"/>
              </a:endParaRPr>
            </a:p>
          </p:txBody>
        </p:sp>
        <p:sp>
          <p:nvSpPr>
            <p:cNvPr id="8" name="Rechthoek 15" hidden="1">
              <a:extLst>
                <a:ext uri="{FF2B5EF4-FFF2-40B4-BE49-F238E27FC236}">
                  <a16:creationId xmlns:a16="http://schemas.microsoft.com/office/drawing/2014/main" id="{599B5BAF-2800-7764-EDAB-491067C53DC4}"/>
                </a:ext>
              </a:extLst>
            </p:cNvPr>
            <p:cNvSpPr/>
            <p:nvPr/>
          </p:nvSpPr>
          <p:spPr>
            <a:xfrm>
              <a:off x="0" y="1064526"/>
              <a:ext cx="12191996" cy="539998"/>
            </a:xfrm>
            <a:prstGeom prst="rect">
              <a:avLst/>
            </a:prstGeom>
            <a:solidFill>
              <a:srgbClr val="00A6D6">
                <a:alpha val="50000"/>
              </a:srgbClr>
            </a:solidFill>
            <a:ln>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FFFFFF"/>
                </a:solidFill>
                <a:uFillTx/>
                <a:latin typeface="Arial"/>
              </a:endParaRPr>
            </a:p>
          </p:txBody>
        </p:sp>
        <p:sp>
          <p:nvSpPr>
            <p:cNvPr id="9" name="Rechthoek 16" hidden="1">
              <a:extLst>
                <a:ext uri="{FF2B5EF4-FFF2-40B4-BE49-F238E27FC236}">
                  <a16:creationId xmlns:a16="http://schemas.microsoft.com/office/drawing/2014/main" id="{70B9B181-6A7A-CB7E-7BE6-08DA6CB10CFB}"/>
                </a:ext>
              </a:extLst>
            </p:cNvPr>
            <p:cNvSpPr/>
            <p:nvPr/>
          </p:nvSpPr>
          <p:spPr>
            <a:xfrm>
              <a:off x="0" y="6498000"/>
              <a:ext cx="12191996" cy="359999"/>
            </a:xfrm>
            <a:prstGeom prst="rect">
              <a:avLst/>
            </a:prstGeom>
            <a:solidFill>
              <a:srgbClr val="00A6D6">
                <a:alpha val="50000"/>
              </a:srgbClr>
            </a:solidFill>
            <a:ln>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FFFFFF"/>
                </a:solidFill>
                <a:uFillTx/>
                <a:latin typeface="Arial"/>
              </a:endParaRPr>
            </a:p>
          </p:txBody>
        </p:sp>
        <p:sp>
          <p:nvSpPr>
            <p:cNvPr id="10" name="Rechthoek 17" hidden="1">
              <a:extLst>
                <a:ext uri="{FF2B5EF4-FFF2-40B4-BE49-F238E27FC236}">
                  <a16:creationId xmlns:a16="http://schemas.microsoft.com/office/drawing/2014/main" id="{3A4981A6-5E95-7889-42A0-B9F5484DC3CD}"/>
                </a:ext>
              </a:extLst>
            </p:cNvPr>
            <p:cNvSpPr/>
            <p:nvPr/>
          </p:nvSpPr>
          <p:spPr>
            <a:xfrm>
              <a:off x="0" y="5806211"/>
              <a:ext cx="12191996" cy="539998"/>
            </a:xfrm>
            <a:prstGeom prst="rect">
              <a:avLst/>
            </a:prstGeom>
            <a:solidFill>
              <a:srgbClr val="00A6D6">
                <a:alpha val="50000"/>
              </a:srgbClr>
            </a:solidFill>
            <a:ln>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FFFFFF"/>
                </a:solidFill>
                <a:uFillTx/>
                <a:latin typeface="Arial"/>
              </a:endParaRPr>
            </a:p>
          </p:txBody>
        </p:sp>
      </p:grpSp>
      <p:sp>
        <p:nvSpPr>
          <p:cNvPr id="11" name="Tekstvak 19">
            <a:extLst>
              <a:ext uri="{FF2B5EF4-FFF2-40B4-BE49-F238E27FC236}">
                <a16:creationId xmlns:a16="http://schemas.microsoft.com/office/drawing/2014/main" id="{B5D48D37-6BD6-A3AE-6990-3DDF65271B4D}"/>
              </a:ext>
            </a:extLst>
          </p:cNvPr>
          <p:cNvSpPr txBox="1"/>
          <p:nvPr/>
        </p:nvSpPr>
        <p:spPr>
          <a:xfrm>
            <a:off x="0" y="-637135"/>
            <a:ext cx="565858" cy="169273"/>
          </a:xfrm>
          <a:prstGeom prst="rect">
            <a:avLst/>
          </a:prstGeom>
          <a:noFill/>
          <a:ln>
            <a:noFill/>
          </a:ln>
        </p:spPr>
        <p:txBody>
          <a:bodyPr vert="horz" wrap="none" lIns="0" tIns="0" rIns="0" bIns="0" anchor="b"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100" b="0" i="0" u="none" strike="noStrike" kern="1200" cap="all" spc="0" baseline="0">
                <a:solidFill>
                  <a:srgbClr val="00A6D6"/>
                </a:solidFill>
                <a:uFillTx/>
                <a:latin typeface="Arial"/>
              </a:rPr>
              <a:t>layout</a:t>
            </a:r>
          </a:p>
        </p:txBody>
      </p:sp>
      <p:sp>
        <p:nvSpPr>
          <p:cNvPr id="12" name="Tijdelijke aanduiding voor datum 3">
            <a:extLst>
              <a:ext uri="{FF2B5EF4-FFF2-40B4-BE49-F238E27FC236}">
                <a16:creationId xmlns:a16="http://schemas.microsoft.com/office/drawing/2014/main" id="{2F4F3154-6369-F043-32C5-784EC85E4DE7}"/>
              </a:ext>
            </a:extLst>
          </p:cNvPr>
          <p:cNvSpPr txBox="1">
            <a:spLocks noGrp="1"/>
          </p:cNvSpPr>
          <p:nvPr>
            <p:ph type="dt" sz="half" idx="2"/>
          </p:nvPr>
        </p:nvSpPr>
        <p:spPr>
          <a:xfrm>
            <a:off x="10146566" y="6405664"/>
            <a:ext cx="766230" cy="184663"/>
          </a:xfrm>
          <a:prstGeom prst="rect">
            <a:avLst/>
          </a:prstGeom>
          <a:noFill/>
          <a:ln>
            <a:noFill/>
          </a:ln>
        </p:spPr>
        <p:txBody>
          <a:bodyPr vert="horz" wrap="none" lIns="0" tIns="0" rIns="0" bIns="0" anchor="ctr" anchorCtr="0" compatLnSpc="1">
            <a:spAutoFit/>
          </a:bodyPr>
          <a:lstStyle>
            <a:lvl1pPr marL="0" marR="0" lvl="0" indent="0" algn="r" defTabSz="914400" rtl="0" fontAlgn="auto" hangingPunct="1">
              <a:lnSpc>
                <a:spcPct val="100000"/>
              </a:lnSpc>
              <a:spcBef>
                <a:spcPts val="0"/>
              </a:spcBef>
              <a:spcAft>
                <a:spcPts val="0"/>
              </a:spcAft>
              <a:buNone/>
              <a:tabLst/>
              <a:defRPr lang="nl-NL" sz="1200" b="0" i="0" u="none" strike="noStrike" kern="1200" cap="none" spc="0" baseline="0">
                <a:solidFill>
                  <a:srgbClr val="000000"/>
                </a:solidFill>
                <a:uFillTx/>
                <a:latin typeface="Arial"/>
                <a:cs typeface="Segoe UI Light" pitchFamily="34"/>
              </a:defRPr>
            </a:lvl1pPr>
          </a:lstStyle>
          <a:p>
            <a:pPr lvl="0"/>
            <a:fld id="{D4334D06-4BF2-4041-9E97-6647B9749194}" type="datetime1">
              <a:rPr lang="nl-NL"/>
              <a:pPr lvl="0"/>
              <a:t>22-10-2025</a:t>
            </a:fld>
            <a:endParaRPr lang="en-GB"/>
          </a:p>
        </p:txBody>
      </p:sp>
      <p:sp>
        <p:nvSpPr>
          <p:cNvPr id="13" name="Tijdelijke aanduiding voor dianummer 5">
            <a:extLst>
              <a:ext uri="{FF2B5EF4-FFF2-40B4-BE49-F238E27FC236}">
                <a16:creationId xmlns:a16="http://schemas.microsoft.com/office/drawing/2014/main" id="{2A934C4B-11A8-D509-FD7D-6826463CA540}"/>
              </a:ext>
            </a:extLst>
          </p:cNvPr>
          <p:cNvSpPr txBox="1">
            <a:spLocks noGrp="1"/>
          </p:cNvSpPr>
          <p:nvPr>
            <p:ph type="sldNum" sz="quarter" idx="4"/>
          </p:nvPr>
        </p:nvSpPr>
        <p:spPr>
          <a:xfrm>
            <a:off x="11178466" y="6405664"/>
            <a:ext cx="291300" cy="184663"/>
          </a:xfrm>
          <a:prstGeom prst="rect">
            <a:avLst/>
          </a:prstGeom>
          <a:noFill/>
          <a:ln>
            <a:noFill/>
          </a:ln>
        </p:spPr>
        <p:txBody>
          <a:bodyPr vert="horz" wrap="none" lIns="0" tIns="0" rIns="0" bIns="0" anchor="ctr" anchorCtr="0" compatLnSpc="1">
            <a:spAutoFit/>
          </a:bodyPr>
          <a:lstStyle>
            <a:lvl1pPr marL="0" marR="0" lvl="0" indent="0" algn="r" defTabSz="914400" rtl="0" fontAlgn="auto" hangingPunct="1">
              <a:lnSpc>
                <a:spcPct val="100000"/>
              </a:lnSpc>
              <a:spcBef>
                <a:spcPts val="0"/>
              </a:spcBef>
              <a:spcAft>
                <a:spcPts val="0"/>
              </a:spcAft>
              <a:buNone/>
              <a:tabLst/>
              <a:defRPr lang="en-GB" sz="1200" b="1" i="0" u="none" strike="noStrike" kern="1200" cap="none" spc="0" baseline="0">
                <a:solidFill>
                  <a:srgbClr val="000000"/>
                </a:solidFill>
                <a:uFillTx/>
                <a:latin typeface="Arial"/>
                <a:cs typeface="Segoe UI Light" pitchFamily="34"/>
              </a:defRPr>
            </a:lvl1pPr>
          </a:lstStyle>
          <a:p>
            <a:pPr lvl="0"/>
            <a:fld id="{4A06BF99-CCFC-4134-9D14-E506DDD891B2}" type="slidenum">
              <a:t>‹#›</a:t>
            </a:fld>
            <a:endParaRPr lang="en-GB"/>
          </a:p>
        </p:txBody>
      </p:sp>
      <p:sp>
        <p:nvSpPr>
          <p:cNvPr id="14" name="Tekstvak 3">
            <a:extLst>
              <a:ext uri="{FF2B5EF4-FFF2-40B4-BE49-F238E27FC236}">
                <a16:creationId xmlns:a16="http://schemas.microsoft.com/office/drawing/2014/main" id="{71978E0C-FF88-1F60-F0FB-E0611ECE8F95}"/>
              </a:ext>
            </a:extLst>
          </p:cNvPr>
          <p:cNvSpPr txBox="1"/>
          <p:nvPr/>
        </p:nvSpPr>
        <p:spPr>
          <a:xfrm>
            <a:off x="10912806" y="-1278898"/>
            <a:ext cx="1279199" cy="169273"/>
          </a:xfrm>
          <a:prstGeom prst="rect">
            <a:avLst/>
          </a:prstGeom>
          <a:noFill/>
          <a:ln>
            <a:noFill/>
          </a:ln>
        </p:spPr>
        <p:txBody>
          <a:bodyPr vert="horz" wrap="none" lIns="0" tIns="0" rIns="0" bIns="0" anchor="b" anchorCtr="0" compatLnSpc="1">
            <a:sp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100" b="0" i="0" u="none" strike="noStrike" kern="1200" cap="all" spc="0" baseline="0">
                <a:solidFill>
                  <a:srgbClr val="00A6D6"/>
                </a:solidFill>
                <a:uFillTx/>
                <a:latin typeface="Arial"/>
              </a:rPr>
              <a:t>Primary colors</a:t>
            </a:r>
          </a:p>
        </p:txBody>
      </p:sp>
      <p:grpSp>
        <p:nvGrpSpPr>
          <p:cNvPr id="15" name="Groep 33">
            <a:extLst>
              <a:ext uri="{FF2B5EF4-FFF2-40B4-BE49-F238E27FC236}">
                <a16:creationId xmlns:a16="http://schemas.microsoft.com/office/drawing/2014/main" id="{AB7D7A32-0426-87A7-1DF1-BA9E116E6010}"/>
              </a:ext>
            </a:extLst>
          </p:cNvPr>
          <p:cNvGrpSpPr/>
          <p:nvPr/>
        </p:nvGrpSpPr>
        <p:grpSpPr>
          <a:xfrm>
            <a:off x="11552191" y="-1016099"/>
            <a:ext cx="639805" cy="179999"/>
            <a:chOff x="11552191" y="-1016099"/>
            <a:chExt cx="639805" cy="179999"/>
          </a:xfrm>
        </p:grpSpPr>
        <p:sp>
          <p:nvSpPr>
            <p:cNvPr id="16" name="Rechthoek 4">
              <a:extLst>
                <a:ext uri="{FF2B5EF4-FFF2-40B4-BE49-F238E27FC236}">
                  <a16:creationId xmlns:a16="http://schemas.microsoft.com/office/drawing/2014/main" id="{B710E88A-7437-A5EE-CB1B-4C3E04D082AE}"/>
                </a:ext>
              </a:extLst>
            </p:cNvPr>
            <p:cNvSpPr/>
            <p:nvPr/>
          </p:nvSpPr>
          <p:spPr>
            <a:xfrm>
              <a:off x="12011997" y="-1016099"/>
              <a:ext cx="179999" cy="179999"/>
            </a:xfrm>
            <a:prstGeom prst="rect">
              <a:avLst/>
            </a:prstGeom>
            <a:solidFill>
              <a:srgbClr val="000000"/>
            </a:solidFill>
            <a:ln w="12701" cap="flat">
              <a:solidFill>
                <a:srgbClr val="FFFFFF"/>
              </a:solidFill>
              <a:prstDash val="solid"/>
              <a:miter/>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endParaRPr lang="en-GB" sz="1600" b="0" i="0" u="none" strike="noStrike" kern="1200" cap="none" spc="0" baseline="0">
                <a:solidFill>
                  <a:srgbClr val="FFFFFF"/>
                </a:solidFill>
                <a:uFillTx/>
                <a:latin typeface="Arial"/>
              </a:endParaRPr>
            </a:p>
          </p:txBody>
        </p:sp>
        <p:sp>
          <p:nvSpPr>
            <p:cNvPr id="17" name="Rechthoek 6">
              <a:extLst>
                <a:ext uri="{FF2B5EF4-FFF2-40B4-BE49-F238E27FC236}">
                  <a16:creationId xmlns:a16="http://schemas.microsoft.com/office/drawing/2014/main" id="{4C9F9BF9-65B5-AB08-BD25-931C1C96C133}"/>
                </a:ext>
              </a:extLst>
            </p:cNvPr>
            <p:cNvSpPr/>
            <p:nvPr/>
          </p:nvSpPr>
          <p:spPr>
            <a:xfrm>
              <a:off x="11782089" y="-1016099"/>
              <a:ext cx="179999" cy="179999"/>
            </a:xfrm>
            <a:prstGeom prst="rect">
              <a:avLst/>
            </a:prstGeom>
            <a:solidFill>
              <a:srgbClr val="FFFFFF"/>
            </a:solidFill>
            <a:ln w="12701" cap="flat">
              <a:solidFill>
                <a:srgbClr val="FFFFFF"/>
              </a:solidFill>
              <a:prstDash val="solid"/>
              <a:miter/>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endParaRPr lang="en-GB" sz="1600" b="0" i="0" u="none" strike="noStrike" kern="1200" cap="none" spc="0" baseline="0">
                <a:solidFill>
                  <a:srgbClr val="FFFFFF"/>
                </a:solidFill>
                <a:uFillTx/>
                <a:latin typeface="Arial"/>
              </a:endParaRPr>
            </a:p>
          </p:txBody>
        </p:sp>
        <p:sp>
          <p:nvSpPr>
            <p:cNvPr id="18" name="Rechthoek 8">
              <a:extLst>
                <a:ext uri="{FF2B5EF4-FFF2-40B4-BE49-F238E27FC236}">
                  <a16:creationId xmlns:a16="http://schemas.microsoft.com/office/drawing/2014/main" id="{62AADE9A-73B8-25C4-1CDE-B6D060D28716}"/>
                </a:ext>
              </a:extLst>
            </p:cNvPr>
            <p:cNvSpPr/>
            <p:nvPr/>
          </p:nvSpPr>
          <p:spPr>
            <a:xfrm>
              <a:off x="11552191" y="-1016099"/>
              <a:ext cx="179999" cy="179999"/>
            </a:xfrm>
            <a:prstGeom prst="rect">
              <a:avLst/>
            </a:prstGeom>
            <a:solidFill>
              <a:srgbClr val="00A6D6"/>
            </a:solidFill>
            <a:ln w="12701" cap="flat">
              <a:solidFill>
                <a:srgbClr val="FFFFFF"/>
              </a:solidFill>
              <a:prstDash val="solid"/>
              <a:miter/>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endParaRPr lang="en-GB" sz="1600" b="0" i="0" u="none" strike="noStrike" kern="1200" cap="none" spc="0" baseline="0">
                <a:solidFill>
                  <a:srgbClr val="FFFFFF"/>
                </a:solidFill>
                <a:uFillTx/>
                <a:latin typeface="Arial"/>
              </a:endParaRPr>
            </a:p>
          </p:txBody>
        </p:sp>
      </p:grpSp>
      <p:sp>
        <p:nvSpPr>
          <p:cNvPr id="19" name="Tekstvak 9">
            <a:extLst>
              <a:ext uri="{FF2B5EF4-FFF2-40B4-BE49-F238E27FC236}">
                <a16:creationId xmlns:a16="http://schemas.microsoft.com/office/drawing/2014/main" id="{10A641A5-F130-E6FC-78AC-A594963F649E}"/>
              </a:ext>
            </a:extLst>
          </p:cNvPr>
          <p:cNvSpPr txBox="1"/>
          <p:nvPr/>
        </p:nvSpPr>
        <p:spPr>
          <a:xfrm>
            <a:off x="10659526" y="-674004"/>
            <a:ext cx="1532470" cy="169273"/>
          </a:xfrm>
          <a:prstGeom prst="rect">
            <a:avLst/>
          </a:prstGeom>
          <a:noFill/>
          <a:ln>
            <a:noFill/>
          </a:ln>
        </p:spPr>
        <p:txBody>
          <a:bodyPr vert="horz" wrap="none" lIns="0" tIns="0" rIns="0" bIns="0" anchor="b" anchorCtr="0" compatLnSpc="1">
            <a:sp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100" b="0" i="0" u="none" strike="noStrike" kern="1200" cap="all" spc="0" baseline="0">
                <a:solidFill>
                  <a:srgbClr val="00A6D6"/>
                </a:solidFill>
                <a:uFillTx/>
                <a:latin typeface="Arial"/>
              </a:rPr>
              <a:t>secondary colors</a:t>
            </a:r>
          </a:p>
        </p:txBody>
      </p:sp>
      <p:grpSp>
        <p:nvGrpSpPr>
          <p:cNvPr id="20" name="Groep 32">
            <a:extLst>
              <a:ext uri="{FF2B5EF4-FFF2-40B4-BE49-F238E27FC236}">
                <a16:creationId xmlns:a16="http://schemas.microsoft.com/office/drawing/2014/main" id="{A79C78EC-25EB-E499-7681-667854018BB2}"/>
              </a:ext>
            </a:extLst>
          </p:cNvPr>
          <p:cNvGrpSpPr/>
          <p:nvPr/>
        </p:nvGrpSpPr>
        <p:grpSpPr>
          <a:xfrm>
            <a:off x="9687885" y="-411205"/>
            <a:ext cx="2504111" cy="179999"/>
            <a:chOff x="9687885" y="-411205"/>
            <a:chExt cx="2504111" cy="179999"/>
          </a:xfrm>
        </p:grpSpPr>
        <p:sp>
          <p:nvSpPr>
            <p:cNvPr id="21" name="Rechthoek 10">
              <a:extLst>
                <a:ext uri="{FF2B5EF4-FFF2-40B4-BE49-F238E27FC236}">
                  <a16:creationId xmlns:a16="http://schemas.microsoft.com/office/drawing/2014/main" id="{475F351B-8387-ED6C-C88C-1ACD1B9FB037}"/>
                </a:ext>
              </a:extLst>
            </p:cNvPr>
            <p:cNvSpPr/>
            <p:nvPr/>
          </p:nvSpPr>
          <p:spPr>
            <a:xfrm>
              <a:off x="12011997" y="-411205"/>
              <a:ext cx="179999" cy="179999"/>
            </a:xfrm>
            <a:prstGeom prst="rect">
              <a:avLst/>
            </a:prstGeom>
            <a:solidFill>
              <a:srgbClr val="009B77"/>
            </a:solidFill>
            <a:ln w="12701" cap="flat">
              <a:solidFill>
                <a:srgbClr val="FFFFFF"/>
              </a:solidFill>
              <a:prstDash val="solid"/>
              <a:miter/>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endParaRPr lang="en-GB" sz="1600" b="0" i="0" u="none" strike="noStrike" kern="1200" cap="none" spc="0" baseline="0">
                <a:solidFill>
                  <a:srgbClr val="FFFFFF"/>
                </a:solidFill>
                <a:uFillTx/>
                <a:latin typeface="Arial"/>
              </a:endParaRPr>
            </a:p>
          </p:txBody>
        </p:sp>
        <p:sp>
          <p:nvSpPr>
            <p:cNvPr id="22" name="Rechthoek 13">
              <a:extLst>
                <a:ext uri="{FF2B5EF4-FFF2-40B4-BE49-F238E27FC236}">
                  <a16:creationId xmlns:a16="http://schemas.microsoft.com/office/drawing/2014/main" id="{5806E254-6865-536E-73E5-D78623CD4807}"/>
                </a:ext>
              </a:extLst>
            </p:cNvPr>
            <p:cNvSpPr/>
            <p:nvPr/>
          </p:nvSpPr>
          <p:spPr>
            <a:xfrm>
              <a:off x="11782089" y="-411205"/>
              <a:ext cx="179999" cy="179999"/>
            </a:xfrm>
            <a:prstGeom prst="rect">
              <a:avLst/>
            </a:prstGeom>
            <a:solidFill>
              <a:srgbClr val="6CC24A"/>
            </a:solidFill>
            <a:ln w="12701" cap="flat">
              <a:solidFill>
                <a:srgbClr val="FFFFFF"/>
              </a:solidFill>
              <a:prstDash val="solid"/>
              <a:miter/>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endParaRPr lang="en-GB" sz="1600" b="0" i="0" u="none" strike="noStrike" kern="1200" cap="none" spc="0" baseline="0">
                <a:solidFill>
                  <a:srgbClr val="FFFFFF"/>
                </a:solidFill>
                <a:uFillTx/>
                <a:latin typeface="Arial"/>
              </a:endParaRPr>
            </a:p>
          </p:txBody>
        </p:sp>
        <p:sp>
          <p:nvSpPr>
            <p:cNvPr id="23" name="Rechthoek 18">
              <a:extLst>
                <a:ext uri="{FF2B5EF4-FFF2-40B4-BE49-F238E27FC236}">
                  <a16:creationId xmlns:a16="http://schemas.microsoft.com/office/drawing/2014/main" id="{C5D5FC5E-FAC2-EC62-9E94-342B9C0B014D}"/>
                </a:ext>
              </a:extLst>
            </p:cNvPr>
            <p:cNvSpPr/>
            <p:nvPr/>
          </p:nvSpPr>
          <p:spPr>
            <a:xfrm>
              <a:off x="11552191" y="-411205"/>
              <a:ext cx="179999" cy="179999"/>
            </a:xfrm>
            <a:prstGeom prst="rect">
              <a:avLst/>
            </a:prstGeom>
            <a:solidFill>
              <a:srgbClr val="FFB81C"/>
            </a:solidFill>
            <a:ln w="12701" cap="flat">
              <a:solidFill>
                <a:srgbClr val="FFFFFF"/>
              </a:solidFill>
              <a:prstDash val="solid"/>
              <a:miter/>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endParaRPr lang="en-GB" sz="1600" b="0" i="0" u="none" strike="noStrike" kern="1200" cap="none" spc="0" baseline="0">
                <a:solidFill>
                  <a:srgbClr val="FFFFFF"/>
                </a:solidFill>
                <a:uFillTx/>
                <a:latin typeface="Arial"/>
              </a:endParaRPr>
            </a:p>
          </p:txBody>
        </p:sp>
        <p:sp>
          <p:nvSpPr>
            <p:cNvPr id="24" name="Rechthoek 21">
              <a:extLst>
                <a:ext uri="{FF2B5EF4-FFF2-40B4-BE49-F238E27FC236}">
                  <a16:creationId xmlns:a16="http://schemas.microsoft.com/office/drawing/2014/main" id="{088DE6A0-493F-5CB2-BAFF-4A227ECC25D2}"/>
                </a:ext>
              </a:extLst>
            </p:cNvPr>
            <p:cNvSpPr/>
            <p:nvPr/>
          </p:nvSpPr>
          <p:spPr>
            <a:xfrm>
              <a:off x="11316020" y="-411205"/>
              <a:ext cx="179999" cy="179999"/>
            </a:xfrm>
            <a:prstGeom prst="rect">
              <a:avLst/>
            </a:prstGeom>
            <a:solidFill>
              <a:srgbClr val="EC6842"/>
            </a:solidFill>
            <a:ln w="12701" cap="flat">
              <a:solidFill>
                <a:srgbClr val="FFFFFF"/>
              </a:solidFill>
              <a:prstDash val="solid"/>
              <a:miter/>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endParaRPr lang="en-GB" sz="1600" b="0" i="0" u="none" strike="noStrike" kern="1200" cap="none" spc="0" baseline="0">
                <a:solidFill>
                  <a:srgbClr val="FFFFFF"/>
                </a:solidFill>
                <a:uFillTx/>
                <a:latin typeface="Arial"/>
              </a:endParaRPr>
            </a:p>
          </p:txBody>
        </p:sp>
        <p:sp>
          <p:nvSpPr>
            <p:cNvPr id="25" name="Rechthoek 22">
              <a:extLst>
                <a:ext uri="{FF2B5EF4-FFF2-40B4-BE49-F238E27FC236}">
                  <a16:creationId xmlns:a16="http://schemas.microsoft.com/office/drawing/2014/main" id="{3E47E573-6252-3AE6-4294-00CAAC11C694}"/>
                </a:ext>
              </a:extLst>
            </p:cNvPr>
            <p:cNvSpPr/>
            <p:nvPr/>
          </p:nvSpPr>
          <p:spPr>
            <a:xfrm>
              <a:off x="11086112" y="-411205"/>
              <a:ext cx="179999" cy="179999"/>
            </a:xfrm>
            <a:prstGeom prst="rect">
              <a:avLst/>
            </a:prstGeom>
            <a:solidFill>
              <a:srgbClr val="E03C31"/>
            </a:solidFill>
            <a:ln w="12701" cap="flat">
              <a:solidFill>
                <a:srgbClr val="FFFFFF"/>
              </a:solidFill>
              <a:prstDash val="solid"/>
              <a:miter/>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endParaRPr lang="en-GB" sz="1600" b="0" i="0" u="none" strike="noStrike" kern="1200" cap="none" spc="0" baseline="0">
                <a:solidFill>
                  <a:srgbClr val="FFFFFF"/>
                </a:solidFill>
                <a:uFillTx/>
                <a:latin typeface="Arial"/>
              </a:endParaRPr>
            </a:p>
          </p:txBody>
        </p:sp>
        <p:sp>
          <p:nvSpPr>
            <p:cNvPr id="26" name="Rechthoek 23">
              <a:extLst>
                <a:ext uri="{FF2B5EF4-FFF2-40B4-BE49-F238E27FC236}">
                  <a16:creationId xmlns:a16="http://schemas.microsoft.com/office/drawing/2014/main" id="{4DA4F4C8-14C3-436D-5EF1-27A9935127EF}"/>
                </a:ext>
              </a:extLst>
            </p:cNvPr>
            <p:cNvSpPr/>
            <p:nvPr/>
          </p:nvSpPr>
          <p:spPr>
            <a:xfrm>
              <a:off x="10856204" y="-411205"/>
              <a:ext cx="179999" cy="179999"/>
            </a:xfrm>
            <a:prstGeom prst="rect">
              <a:avLst/>
            </a:prstGeom>
            <a:solidFill>
              <a:srgbClr val="A50034"/>
            </a:solidFill>
            <a:ln w="12701" cap="flat">
              <a:solidFill>
                <a:srgbClr val="FFFFFF"/>
              </a:solidFill>
              <a:prstDash val="solid"/>
              <a:miter/>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endParaRPr lang="en-GB" sz="1600" b="0" i="0" u="none" strike="noStrike" kern="1200" cap="none" spc="0" baseline="0">
                <a:solidFill>
                  <a:srgbClr val="FFFFFF"/>
                </a:solidFill>
                <a:uFillTx/>
                <a:latin typeface="Arial"/>
              </a:endParaRPr>
            </a:p>
          </p:txBody>
        </p:sp>
        <p:sp>
          <p:nvSpPr>
            <p:cNvPr id="27" name="Rechthoek 24">
              <a:extLst>
                <a:ext uri="{FF2B5EF4-FFF2-40B4-BE49-F238E27FC236}">
                  <a16:creationId xmlns:a16="http://schemas.microsoft.com/office/drawing/2014/main" id="{F589D198-2F6C-8B62-FF02-71ADAF9A4D5A}"/>
                </a:ext>
              </a:extLst>
            </p:cNvPr>
            <p:cNvSpPr/>
            <p:nvPr/>
          </p:nvSpPr>
          <p:spPr>
            <a:xfrm>
              <a:off x="10620033" y="-411205"/>
              <a:ext cx="179999" cy="179999"/>
            </a:xfrm>
            <a:prstGeom prst="rect">
              <a:avLst/>
            </a:prstGeom>
            <a:solidFill>
              <a:srgbClr val="EF60A3"/>
            </a:solidFill>
            <a:ln w="12701" cap="flat">
              <a:solidFill>
                <a:srgbClr val="FFFFFF"/>
              </a:solidFill>
              <a:prstDash val="solid"/>
              <a:miter/>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endParaRPr lang="en-GB" sz="1600" b="0" i="0" u="none" strike="noStrike" kern="1200" cap="none" spc="0" baseline="0">
                <a:solidFill>
                  <a:srgbClr val="FFFFFF"/>
                </a:solidFill>
                <a:uFillTx/>
                <a:latin typeface="Arial"/>
              </a:endParaRPr>
            </a:p>
          </p:txBody>
        </p:sp>
        <p:sp>
          <p:nvSpPr>
            <p:cNvPr id="28" name="Rechthoek 25">
              <a:extLst>
                <a:ext uri="{FF2B5EF4-FFF2-40B4-BE49-F238E27FC236}">
                  <a16:creationId xmlns:a16="http://schemas.microsoft.com/office/drawing/2014/main" id="{11D6F8A1-0993-F66B-1CB3-4A3142C5A727}"/>
                </a:ext>
              </a:extLst>
            </p:cNvPr>
            <p:cNvSpPr/>
            <p:nvPr/>
          </p:nvSpPr>
          <p:spPr>
            <a:xfrm>
              <a:off x="10383862" y="-411205"/>
              <a:ext cx="179999" cy="179999"/>
            </a:xfrm>
            <a:prstGeom prst="rect">
              <a:avLst/>
            </a:prstGeom>
            <a:solidFill>
              <a:srgbClr val="6F1D77"/>
            </a:solidFill>
            <a:ln w="12701" cap="flat">
              <a:solidFill>
                <a:srgbClr val="FFFFFF"/>
              </a:solidFill>
              <a:prstDash val="solid"/>
              <a:miter/>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endParaRPr lang="en-GB" sz="1600" b="0" i="0" u="none" strike="noStrike" kern="1200" cap="none" spc="0" baseline="0">
                <a:solidFill>
                  <a:srgbClr val="FFFFFF"/>
                </a:solidFill>
                <a:uFillTx/>
                <a:latin typeface="Arial"/>
              </a:endParaRPr>
            </a:p>
          </p:txBody>
        </p:sp>
        <p:sp>
          <p:nvSpPr>
            <p:cNvPr id="29" name="Rechthoek 26">
              <a:extLst>
                <a:ext uri="{FF2B5EF4-FFF2-40B4-BE49-F238E27FC236}">
                  <a16:creationId xmlns:a16="http://schemas.microsoft.com/office/drawing/2014/main" id="{D5AB83C1-A755-360F-25B0-1910C316C4C2}"/>
                </a:ext>
              </a:extLst>
            </p:cNvPr>
            <p:cNvSpPr/>
            <p:nvPr/>
          </p:nvSpPr>
          <p:spPr>
            <a:xfrm>
              <a:off x="10153963" y="-411205"/>
              <a:ext cx="179999" cy="179999"/>
            </a:xfrm>
            <a:prstGeom prst="rect">
              <a:avLst/>
            </a:prstGeom>
            <a:solidFill>
              <a:srgbClr val="0076C2"/>
            </a:solidFill>
            <a:ln w="12701" cap="flat">
              <a:solidFill>
                <a:srgbClr val="FFFFFF"/>
              </a:solidFill>
              <a:prstDash val="solid"/>
              <a:miter/>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endParaRPr lang="en-GB" sz="1600" b="0" i="0" u="none" strike="noStrike" kern="1200" cap="none" spc="0" baseline="0">
                <a:solidFill>
                  <a:srgbClr val="FFFFFF"/>
                </a:solidFill>
                <a:uFillTx/>
                <a:latin typeface="Arial"/>
              </a:endParaRPr>
            </a:p>
          </p:txBody>
        </p:sp>
        <p:sp>
          <p:nvSpPr>
            <p:cNvPr id="30" name="Rechthoek 30">
              <a:extLst>
                <a:ext uri="{FF2B5EF4-FFF2-40B4-BE49-F238E27FC236}">
                  <a16:creationId xmlns:a16="http://schemas.microsoft.com/office/drawing/2014/main" id="{D2ED0E9C-6015-8340-F2CF-6E9C7618B7A6}"/>
                </a:ext>
              </a:extLst>
            </p:cNvPr>
            <p:cNvSpPr/>
            <p:nvPr/>
          </p:nvSpPr>
          <p:spPr>
            <a:xfrm>
              <a:off x="9924056" y="-411205"/>
              <a:ext cx="179999" cy="179999"/>
            </a:xfrm>
            <a:prstGeom prst="rect">
              <a:avLst/>
            </a:prstGeom>
            <a:solidFill>
              <a:srgbClr val="00B8C8"/>
            </a:solidFill>
            <a:ln w="12701" cap="flat">
              <a:solidFill>
                <a:srgbClr val="FFFFFF"/>
              </a:solidFill>
              <a:prstDash val="solid"/>
              <a:miter/>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endParaRPr lang="en-GB" sz="1600" b="0" i="0" u="none" strike="noStrike" kern="1200" cap="none" spc="0" baseline="0">
                <a:solidFill>
                  <a:srgbClr val="FFFFFF"/>
                </a:solidFill>
                <a:uFillTx/>
                <a:latin typeface="Arial"/>
              </a:endParaRPr>
            </a:p>
          </p:txBody>
        </p:sp>
        <p:sp>
          <p:nvSpPr>
            <p:cNvPr id="31" name="Rechthoek 31">
              <a:extLst>
                <a:ext uri="{FF2B5EF4-FFF2-40B4-BE49-F238E27FC236}">
                  <a16:creationId xmlns:a16="http://schemas.microsoft.com/office/drawing/2014/main" id="{04A4A9F1-0B38-FAD3-3669-67589EB769D8}"/>
                </a:ext>
              </a:extLst>
            </p:cNvPr>
            <p:cNvSpPr/>
            <p:nvPr/>
          </p:nvSpPr>
          <p:spPr>
            <a:xfrm>
              <a:off x="9687885" y="-411205"/>
              <a:ext cx="179999" cy="179999"/>
            </a:xfrm>
            <a:prstGeom prst="rect">
              <a:avLst/>
            </a:prstGeom>
            <a:solidFill>
              <a:srgbClr val="0C2340"/>
            </a:solidFill>
            <a:ln w="12701" cap="flat">
              <a:solidFill>
                <a:srgbClr val="FFFFFF"/>
              </a:solidFill>
              <a:prstDash val="solid"/>
              <a:miter/>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endParaRPr lang="en-GB" sz="1600" b="0" i="0" u="none" strike="noStrike" kern="1200" cap="none" spc="0" baseline="0">
                <a:solidFill>
                  <a:srgbClr val="FFFFFF"/>
                </a:solidFill>
                <a:uFillTx/>
                <a:latin typeface="Arial"/>
              </a:endParaRPr>
            </a:p>
          </p:txBody>
        </p:sp>
      </p:grpSp>
      <p:grpSp>
        <p:nvGrpSpPr>
          <p:cNvPr id="32" name="Groep 50">
            <a:extLst>
              <a:ext uri="{FF2B5EF4-FFF2-40B4-BE49-F238E27FC236}">
                <a16:creationId xmlns:a16="http://schemas.microsoft.com/office/drawing/2014/main" id="{4817C1F0-8776-5715-973B-41EF0347F0B2}"/>
              </a:ext>
            </a:extLst>
          </p:cNvPr>
          <p:cNvGrpSpPr/>
          <p:nvPr/>
        </p:nvGrpSpPr>
        <p:grpSpPr>
          <a:xfrm>
            <a:off x="721077" y="6216740"/>
            <a:ext cx="961207" cy="381597"/>
            <a:chOff x="721077" y="6216740"/>
            <a:chExt cx="961207" cy="381597"/>
          </a:xfrm>
        </p:grpSpPr>
        <p:sp>
          <p:nvSpPr>
            <p:cNvPr id="33" name="Vrije vorm: vorm 42">
              <a:extLst>
                <a:ext uri="{FF2B5EF4-FFF2-40B4-BE49-F238E27FC236}">
                  <a16:creationId xmlns:a16="http://schemas.microsoft.com/office/drawing/2014/main" id="{FE595CE5-315F-7213-CF68-6ABF1389309F}"/>
                </a:ext>
              </a:extLst>
            </p:cNvPr>
            <p:cNvSpPr/>
            <p:nvPr/>
          </p:nvSpPr>
          <p:spPr>
            <a:xfrm>
              <a:off x="911656" y="6405618"/>
              <a:ext cx="177302" cy="192618"/>
            </a:xfrm>
            <a:custGeom>
              <a:avLst/>
              <a:gdLst>
                <a:gd name="f0" fmla="val 10800000"/>
                <a:gd name="f1" fmla="val 5400000"/>
                <a:gd name="f2" fmla="val 180"/>
                <a:gd name="f3" fmla="val w"/>
                <a:gd name="f4" fmla="val h"/>
                <a:gd name="f5" fmla="val 0"/>
                <a:gd name="f6" fmla="val 174307"/>
                <a:gd name="f7" fmla="val 186023"/>
                <a:gd name="f8" fmla="val 87154"/>
                <a:gd name="f9" fmla="val 150686"/>
                <a:gd name="f10" fmla="val 110871"/>
                <a:gd name="f11" fmla="val 123825"/>
                <a:gd name="f12" fmla="val 134874"/>
                <a:gd name="f13" fmla="val 112776"/>
                <a:gd name="f14" fmla="val 115348"/>
                <a:gd name="f15" fmla="val 173831"/>
                <a:gd name="f16" fmla="val 166116"/>
                <a:gd name="f17" fmla="val 133159"/>
                <a:gd name="f18" fmla="val 41148"/>
                <a:gd name="f19" fmla="val 571"/>
                <a:gd name="f20" fmla="val 50482"/>
                <a:gd name="f21" fmla="val 50578"/>
                <a:gd name="f22" fmla="val 63436"/>
                <a:gd name="f23" fmla="+- 0 0 -90"/>
                <a:gd name="f24" fmla="*/ f3 1 174307"/>
                <a:gd name="f25" fmla="*/ f4 1 186023"/>
                <a:gd name="f26" fmla="val f5"/>
                <a:gd name="f27" fmla="val f6"/>
                <a:gd name="f28" fmla="val f7"/>
                <a:gd name="f29" fmla="*/ f23 f0 1"/>
                <a:gd name="f30" fmla="+- f28 0 f26"/>
                <a:gd name="f31" fmla="+- f27 0 f26"/>
                <a:gd name="f32" fmla="*/ f29 1 f2"/>
                <a:gd name="f33" fmla="*/ f31 1 174307"/>
                <a:gd name="f34" fmla="*/ f30 1 186023"/>
                <a:gd name="f35" fmla="*/ 87154 f31 1"/>
                <a:gd name="f36" fmla="*/ 150686 f30 1"/>
                <a:gd name="f37" fmla="*/ 123825 f31 1"/>
                <a:gd name="f38" fmla="*/ 112776 f30 1"/>
                <a:gd name="f39" fmla="*/ 0 f30 1"/>
                <a:gd name="f40" fmla="*/ 174307 f31 1"/>
                <a:gd name="f41" fmla="*/ 115348 f30 1"/>
                <a:gd name="f42" fmla="*/ 186023 f30 1"/>
                <a:gd name="f43" fmla="*/ 0 f31 1"/>
                <a:gd name="f44" fmla="*/ 50482 f31 1"/>
                <a:gd name="f45" fmla="+- f32 0 f1"/>
                <a:gd name="f46" fmla="*/ f35 1 174307"/>
                <a:gd name="f47" fmla="*/ f36 1 186023"/>
                <a:gd name="f48" fmla="*/ f37 1 174307"/>
                <a:gd name="f49" fmla="*/ f38 1 186023"/>
                <a:gd name="f50" fmla="*/ f39 1 186023"/>
                <a:gd name="f51" fmla="*/ f40 1 174307"/>
                <a:gd name="f52" fmla="*/ f41 1 186023"/>
                <a:gd name="f53" fmla="*/ f42 1 186023"/>
                <a:gd name="f54" fmla="*/ f43 1 174307"/>
                <a:gd name="f55" fmla="*/ f44 1 174307"/>
                <a:gd name="f56" fmla="*/ f26 1 f33"/>
                <a:gd name="f57" fmla="*/ f27 1 f33"/>
                <a:gd name="f58" fmla="*/ f26 1 f34"/>
                <a:gd name="f59" fmla="*/ f28 1 f34"/>
                <a:gd name="f60" fmla="*/ f46 1 f33"/>
                <a:gd name="f61" fmla="*/ f47 1 f34"/>
                <a:gd name="f62" fmla="*/ f48 1 f33"/>
                <a:gd name="f63" fmla="*/ f49 1 f34"/>
                <a:gd name="f64" fmla="*/ f50 1 f34"/>
                <a:gd name="f65" fmla="*/ f51 1 f33"/>
                <a:gd name="f66" fmla="*/ f52 1 f34"/>
                <a:gd name="f67" fmla="*/ f53 1 f34"/>
                <a:gd name="f68" fmla="*/ f54 1 f33"/>
                <a:gd name="f69" fmla="*/ f55 1 f33"/>
                <a:gd name="f70" fmla="*/ f56 f24 1"/>
                <a:gd name="f71" fmla="*/ f57 f24 1"/>
                <a:gd name="f72" fmla="*/ f59 f25 1"/>
                <a:gd name="f73" fmla="*/ f58 f25 1"/>
                <a:gd name="f74" fmla="*/ f60 f24 1"/>
                <a:gd name="f75" fmla="*/ f61 f25 1"/>
                <a:gd name="f76" fmla="*/ f62 f24 1"/>
                <a:gd name="f77" fmla="*/ f63 f25 1"/>
                <a:gd name="f78" fmla="*/ f64 f25 1"/>
                <a:gd name="f79" fmla="*/ f65 f24 1"/>
                <a:gd name="f80" fmla="*/ f66 f25 1"/>
                <a:gd name="f81" fmla="*/ f67 f25 1"/>
                <a:gd name="f82" fmla="*/ f68 f24 1"/>
                <a:gd name="f83" fmla="*/ f69 f24 1"/>
              </a:gdLst>
              <a:ahLst/>
              <a:cxnLst>
                <a:cxn ang="3cd4">
                  <a:pos x="hc" y="t"/>
                </a:cxn>
                <a:cxn ang="0">
                  <a:pos x="r" y="vc"/>
                </a:cxn>
                <a:cxn ang="cd4">
                  <a:pos x="hc" y="b"/>
                </a:cxn>
                <a:cxn ang="cd2">
                  <a:pos x="l" y="vc"/>
                </a:cxn>
                <a:cxn ang="f45">
                  <a:pos x="f74" y="f75"/>
                </a:cxn>
                <a:cxn ang="f45">
                  <a:pos x="f76" y="f77"/>
                </a:cxn>
                <a:cxn ang="f45">
                  <a:pos x="f76" y="f78"/>
                </a:cxn>
                <a:cxn ang="f45">
                  <a:pos x="f79" y="f78"/>
                </a:cxn>
                <a:cxn ang="f45">
                  <a:pos x="f79" y="f80"/>
                </a:cxn>
                <a:cxn ang="f45">
                  <a:pos x="f74" y="f81"/>
                </a:cxn>
                <a:cxn ang="f45">
                  <a:pos x="f82" y="f80"/>
                </a:cxn>
                <a:cxn ang="f45">
                  <a:pos x="f82" y="f78"/>
                </a:cxn>
                <a:cxn ang="f45">
                  <a:pos x="f83" y="f78"/>
                </a:cxn>
                <a:cxn ang="f45">
                  <a:pos x="f83" y="f77"/>
                </a:cxn>
                <a:cxn ang="f45">
                  <a:pos x="f74" y="f75"/>
                </a:cxn>
              </a:cxnLst>
              <a:rect l="f70" t="f73" r="f71" b="f72"/>
              <a:pathLst>
                <a:path w="174307" h="186023">
                  <a:moveTo>
                    <a:pt x="f8" y="f9"/>
                  </a:moveTo>
                  <a:cubicBezTo>
                    <a:pt x="f10" y="f9"/>
                    <a:pt x="f11" y="f12"/>
                    <a:pt x="f11" y="f13"/>
                  </a:cubicBezTo>
                  <a:lnTo>
                    <a:pt x="f11" y="f5"/>
                  </a:lnTo>
                  <a:lnTo>
                    <a:pt x="f6" y="f5"/>
                  </a:lnTo>
                  <a:lnTo>
                    <a:pt x="f6" y="f14"/>
                  </a:lnTo>
                  <a:cubicBezTo>
                    <a:pt x="f15" y="f16"/>
                    <a:pt x="f17" y="f7"/>
                    <a:pt x="f8" y="f7"/>
                  </a:cubicBezTo>
                  <a:cubicBezTo>
                    <a:pt x="f18" y="f7"/>
                    <a:pt x="f19" y="f16"/>
                    <a:pt x="f5" y="f14"/>
                  </a:cubicBezTo>
                  <a:lnTo>
                    <a:pt x="f5" y="f5"/>
                  </a:lnTo>
                  <a:lnTo>
                    <a:pt x="f20" y="f5"/>
                  </a:lnTo>
                  <a:lnTo>
                    <a:pt x="f20" y="f13"/>
                  </a:lnTo>
                  <a:cubicBezTo>
                    <a:pt x="f21" y="f12"/>
                    <a:pt x="f22" y="f9"/>
                    <a:pt x="f8" y="f9"/>
                  </a:cubicBezTo>
                  <a:close/>
                </a:path>
              </a:pathLst>
            </a:custGeom>
            <a:solidFill>
              <a:srgbClr val="00A6D6"/>
            </a:solidFill>
            <a:ln>
              <a:noFill/>
              <a:prstDash val="soli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000000"/>
                </a:solidFill>
                <a:uFillTx/>
                <a:latin typeface="Arial"/>
              </a:endParaRPr>
            </a:p>
          </p:txBody>
        </p:sp>
        <p:sp>
          <p:nvSpPr>
            <p:cNvPr id="34" name="Vrije vorm: vorm 43">
              <a:extLst>
                <a:ext uri="{FF2B5EF4-FFF2-40B4-BE49-F238E27FC236}">
                  <a16:creationId xmlns:a16="http://schemas.microsoft.com/office/drawing/2014/main" id="{8DADB890-CD93-E97B-E10C-B9C4B19B32FD}"/>
                </a:ext>
              </a:extLst>
            </p:cNvPr>
            <p:cNvSpPr/>
            <p:nvPr/>
          </p:nvSpPr>
          <p:spPr>
            <a:xfrm>
              <a:off x="721077" y="6405618"/>
              <a:ext cx="166448" cy="188677"/>
            </a:xfrm>
            <a:custGeom>
              <a:avLst/>
              <a:gdLst>
                <a:gd name="f0" fmla="val 10800000"/>
                <a:gd name="f1" fmla="val 5400000"/>
                <a:gd name="f2" fmla="val 180"/>
                <a:gd name="f3" fmla="val w"/>
                <a:gd name="f4" fmla="val h"/>
                <a:gd name="f5" fmla="val 0"/>
                <a:gd name="f6" fmla="val 163639"/>
                <a:gd name="f7" fmla="val 182213"/>
                <a:gd name="f8" fmla="val 56578"/>
                <a:gd name="f9" fmla="val 107061"/>
                <a:gd name="f10" fmla="val 35338"/>
                <a:gd name="f11" fmla="val 163640"/>
                <a:gd name="f12" fmla="+- 0 0 -90"/>
                <a:gd name="f13" fmla="*/ f3 1 163639"/>
                <a:gd name="f14" fmla="*/ f4 1 182213"/>
                <a:gd name="f15" fmla="val f5"/>
                <a:gd name="f16" fmla="val f6"/>
                <a:gd name="f17" fmla="val f7"/>
                <a:gd name="f18" fmla="*/ f12 f0 1"/>
                <a:gd name="f19" fmla="+- f17 0 f15"/>
                <a:gd name="f20" fmla="+- f16 0 f15"/>
                <a:gd name="f21" fmla="*/ f18 1 f2"/>
                <a:gd name="f22" fmla="*/ f20 1 163639"/>
                <a:gd name="f23" fmla="*/ f19 1 182213"/>
                <a:gd name="f24" fmla="*/ 56578 f20 1"/>
                <a:gd name="f25" fmla="*/ 182213 f19 1"/>
                <a:gd name="f26" fmla="*/ 107061 f20 1"/>
                <a:gd name="f27" fmla="*/ 35338 f19 1"/>
                <a:gd name="f28" fmla="*/ 163640 f20 1"/>
                <a:gd name="f29" fmla="*/ 0 f19 1"/>
                <a:gd name="f30" fmla="*/ 0 f20 1"/>
                <a:gd name="f31" fmla="+- f21 0 f1"/>
                <a:gd name="f32" fmla="*/ f24 1 163639"/>
                <a:gd name="f33" fmla="*/ f25 1 182213"/>
                <a:gd name="f34" fmla="*/ f26 1 163639"/>
                <a:gd name="f35" fmla="*/ f27 1 182213"/>
                <a:gd name="f36" fmla="*/ f28 1 163639"/>
                <a:gd name="f37" fmla="*/ f29 1 182213"/>
                <a:gd name="f38" fmla="*/ f30 1 163639"/>
                <a:gd name="f39" fmla="*/ f15 1 f22"/>
                <a:gd name="f40" fmla="*/ f16 1 f22"/>
                <a:gd name="f41" fmla="*/ f15 1 f23"/>
                <a:gd name="f42" fmla="*/ f17 1 f23"/>
                <a:gd name="f43" fmla="*/ f32 1 f22"/>
                <a:gd name="f44" fmla="*/ f33 1 f23"/>
                <a:gd name="f45" fmla="*/ f34 1 f22"/>
                <a:gd name="f46" fmla="*/ f35 1 f23"/>
                <a:gd name="f47" fmla="*/ f36 1 f22"/>
                <a:gd name="f48" fmla="*/ f37 1 f23"/>
                <a:gd name="f49" fmla="*/ f38 1 f22"/>
                <a:gd name="f50" fmla="*/ f39 f13 1"/>
                <a:gd name="f51" fmla="*/ f40 f13 1"/>
                <a:gd name="f52" fmla="*/ f42 f14 1"/>
                <a:gd name="f53" fmla="*/ f41 f14 1"/>
                <a:gd name="f54" fmla="*/ f43 f13 1"/>
                <a:gd name="f55" fmla="*/ f44 f14 1"/>
                <a:gd name="f56" fmla="*/ f45 f13 1"/>
                <a:gd name="f57" fmla="*/ f46 f14 1"/>
                <a:gd name="f58" fmla="*/ f47 f13 1"/>
                <a:gd name="f59" fmla="*/ f48 f14 1"/>
                <a:gd name="f60" fmla="*/ f49 f13 1"/>
              </a:gdLst>
              <a:ahLst/>
              <a:cxnLst>
                <a:cxn ang="3cd4">
                  <a:pos x="hc" y="t"/>
                </a:cxn>
                <a:cxn ang="0">
                  <a:pos x="r" y="vc"/>
                </a:cxn>
                <a:cxn ang="cd4">
                  <a:pos x="hc" y="b"/>
                </a:cxn>
                <a:cxn ang="cd2">
                  <a:pos x="l" y="vc"/>
                </a:cxn>
                <a:cxn ang="f31">
                  <a:pos x="f54" y="f55"/>
                </a:cxn>
                <a:cxn ang="f31">
                  <a:pos x="f56" y="f55"/>
                </a:cxn>
                <a:cxn ang="f31">
                  <a:pos x="f56" y="f57"/>
                </a:cxn>
                <a:cxn ang="f31">
                  <a:pos x="f58" y="f57"/>
                </a:cxn>
                <a:cxn ang="f31">
                  <a:pos x="f58" y="f59"/>
                </a:cxn>
                <a:cxn ang="f31">
                  <a:pos x="f60" y="f59"/>
                </a:cxn>
                <a:cxn ang="f31">
                  <a:pos x="f60" y="f57"/>
                </a:cxn>
                <a:cxn ang="f31">
                  <a:pos x="f54" y="f57"/>
                </a:cxn>
              </a:cxnLst>
              <a:rect l="f50" t="f53" r="f51" b="f52"/>
              <a:pathLst>
                <a:path w="163639" h="182213">
                  <a:moveTo>
                    <a:pt x="f8" y="f7"/>
                  </a:moveTo>
                  <a:lnTo>
                    <a:pt x="f9" y="f7"/>
                  </a:lnTo>
                  <a:lnTo>
                    <a:pt x="f9" y="f10"/>
                  </a:lnTo>
                  <a:lnTo>
                    <a:pt x="f11" y="f10"/>
                  </a:lnTo>
                  <a:lnTo>
                    <a:pt x="f11" y="f5"/>
                  </a:lnTo>
                  <a:lnTo>
                    <a:pt x="f5" y="f5"/>
                  </a:lnTo>
                  <a:lnTo>
                    <a:pt x="f5" y="f10"/>
                  </a:lnTo>
                  <a:lnTo>
                    <a:pt x="f8" y="f10"/>
                  </a:lnTo>
                  <a:close/>
                </a:path>
              </a:pathLst>
            </a:custGeom>
            <a:solidFill>
              <a:srgbClr val="000000"/>
            </a:solidFill>
            <a:ln>
              <a:noFill/>
              <a:prstDash val="soli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000000"/>
                </a:solidFill>
                <a:uFillTx/>
                <a:latin typeface="Arial"/>
              </a:endParaRPr>
            </a:p>
          </p:txBody>
        </p:sp>
        <p:sp>
          <p:nvSpPr>
            <p:cNvPr id="35" name="Vrije vorm: vorm 44">
              <a:extLst>
                <a:ext uri="{FF2B5EF4-FFF2-40B4-BE49-F238E27FC236}">
                  <a16:creationId xmlns:a16="http://schemas.microsoft.com/office/drawing/2014/main" id="{6A7F8714-9384-A832-CF3D-14C8B52E0117}"/>
                </a:ext>
              </a:extLst>
            </p:cNvPr>
            <p:cNvSpPr/>
            <p:nvPr/>
          </p:nvSpPr>
          <p:spPr>
            <a:xfrm>
              <a:off x="771113" y="6216740"/>
              <a:ext cx="175409" cy="176963"/>
            </a:xfrm>
            <a:custGeom>
              <a:avLst/>
              <a:gdLst>
                <a:gd name="f0" fmla="val 10800000"/>
                <a:gd name="f1" fmla="val 5400000"/>
                <a:gd name="f2" fmla="val 180"/>
                <a:gd name="f3" fmla="val w"/>
                <a:gd name="f4" fmla="val h"/>
                <a:gd name="f5" fmla="val 0"/>
                <a:gd name="f6" fmla="val 172449"/>
                <a:gd name="f7" fmla="val 170903"/>
                <a:gd name="f8" fmla="val 128740"/>
                <a:gd name="f9" fmla="val 93637"/>
                <a:gd name="f10" fmla="val 116453"/>
                <a:gd name="f11" fmla="val 97542"/>
                <a:gd name="f12" fmla="val 103689"/>
                <a:gd name="f13" fmla="val 94399"/>
                <a:gd name="f14" fmla="val 103785"/>
                <a:gd name="f15" fmla="val 77920"/>
                <a:gd name="f16" fmla="val 52774"/>
                <a:gd name="f17" fmla="val 162744"/>
                <a:gd name="f18" fmla="val 31724"/>
                <a:gd name="f19" fmla="val 170936"/>
                <a:gd name="f20" fmla="val 9816"/>
                <a:gd name="f21" fmla="val 172936"/>
                <a:gd name="f22" fmla="val 4387"/>
                <a:gd name="f23" fmla="val 173127"/>
                <a:gd name="f24" fmla="val -185"/>
                <a:gd name="f25" fmla="val 170460"/>
                <a:gd name="f26" fmla="val 6"/>
                <a:gd name="f27" fmla="val 168555"/>
                <a:gd name="f28" fmla="val 101"/>
                <a:gd name="f29" fmla="val 170079"/>
                <a:gd name="f30" fmla="val 2863"/>
                <a:gd name="f31" fmla="val 165888"/>
                <a:gd name="f32" fmla="val 6959"/>
                <a:gd name="f33" fmla="val 141504"/>
                <a:gd name="f34" fmla="val 31438"/>
                <a:gd name="f35" fmla="val 100546"/>
                <a:gd name="f36" fmla="val 31343"/>
                <a:gd name="f37" fmla="val 69114"/>
                <a:gd name="f38" fmla="val 45440"/>
                <a:gd name="f39" fmla="val 48540"/>
                <a:gd name="f40" fmla="val 54679"/>
                <a:gd name="f41" fmla="val -11849"/>
                <a:gd name="f42" fmla="val 83064"/>
                <a:gd name="f43" fmla="val 2058"/>
                <a:gd name="f44" fmla="val 146405"/>
                <a:gd name="f45" fmla="val 2724"/>
                <a:gd name="f46" fmla="val 149453"/>
                <a:gd name="f47" fmla="val 4534"/>
                <a:gd name="f48" fmla="val 159454"/>
                <a:gd name="f49" fmla="val 6344"/>
                <a:gd name="f50" fmla="val 8439"/>
                <a:gd name="f51" fmla="val 153454"/>
                <a:gd name="f52" fmla="val 146215"/>
                <a:gd name="f53" fmla="val 7963"/>
                <a:gd name="f54" fmla="val 108495"/>
                <a:gd name="f55" fmla="val 52635"/>
                <a:gd name="f56" fmla="val 98018"/>
                <a:gd name="f57" fmla="val 67209"/>
                <a:gd name="f58" fmla="val 73348"/>
                <a:gd name="f59" fmla="val 68923"/>
                <a:gd name="f60" fmla="val 70395"/>
                <a:gd name="f61" fmla="val 71971"/>
                <a:gd name="f62" fmla="val 66300"/>
                <a:gd name="f63" fmla="val 72638"/>
                <a:gd name="f64" fmla="val 68205"/>
                <a:gd name="f65" fmla="val 73019"/>
                <a:gd name="f66" fmla="val 69157"/>
                <a:gd name="f67" fmla="val 72733"/>
                <a:gd name="f68" fmla="val 70491"/>
                <a:gd name="f69" fmla="val 72162"/>
                <a:gd name="f70" fmla="val 73158"/>
                <a:gd name="f71" fmla="val 67590"/>
                <a:gd name="f72" fmla="val 93446"/>
                <a:gd name="f73" fmla="val 46444"/>
                <a:gd name="f74" fmla="val 106400"/>
                <a:gd name="f75" fmla="val 52445"/>
                <a:gd name="f76" fmla="val 120878"/>
                <a:gd name="f77" fmla="val 60255"/>
                <a:gd name="f78" fmla="val 139642"/>
                <a:gd name="f79" fmla="val 82639"/>
                <a:gd name="f80" fmla="val 125641"/>
                <a:gd name="f81" fmla="val 89592"/>
                <a:gd name="f82" fmla="val 113544"/>
                <a:gd name="f83" fmla="val 91402"/>
                <a:gd name="f84" fmla="val 110210"/>
                <a:gd name="f85" fmla="val 92450"/>
                <a:gd name="f86" fmla="val 108115"/>
                <a:gd name="f87" fmla="val 93688"/>
                <a:gd name="f88" fmla="val 94641"/>
                <a:gd name="f89" fmla="val 108781"/>
                <a:gd name="f90" fmla="val 94545"/>
                <a:gd name="f91" fmla="val 112591"/>
                <a:gd name="f92" fmla="val 93974"/>
                <a:gd name="f93" fmla="val 116020"/>
                <a:gd name="f94" fmla="val 90259"/>
                <a:gd name="f95" fmla="val 137833"/>
                <a:gd name="f96" fmla="val 85306"/>
                <a:gd name="f97" fmla="val 150025"/>
                <a:gd name="f98" fmla="val 69304"/>
                <a:gd name="f99" fmla="val 162502"/>
                <a:gd name="f100" fmla="val 64161"/>
                <a:gd name="f101" fmla="val 166503"/>
                <a:gd name="f102" fmla="val 56160"/>
                <a:gd name="f103" fmla="val 167265"/>
                <a:gd name="f104" fmla="val 57207"/>
                <a:gd name="f105" fmla="val 170313"/>
                <a:gd name="f106" fmla="val 57493"/>
                <a:gd name="f107" fmla="val 171075"/>
                <a:gd name="f108" fmla="val 60922"/>
                <a:gd name="f109" fmla="val 170979"/>
                <a:gd name="f110" fmla="val 63684"/>
                <a:gd name="f111" fmla="val 170694"/>
                <a:gd name="f112" fmla="val 106166"/>
                <a:gd name="f113" fmla="val 167932"/>
                <a:gd name="f114" fmla="val 141694"/>
                <a:gd name="f115" fmla="val 117925"/>
                <a:gd name="f116" fmla="val 151124"/>
                <a:gd name="f117" fmla="val 85159"/>
                <a:gd name="f118" fmla="val 152076"/>
                <a:gd name="f119" fmla="val 82873"/>
                <a:gd name="f120" fmla="val 152362"/>
                <a:gd name="f121" fmla="val 80683"/>
                <a:gd name="f122" fmla="val 151410"/>
                <a:gd name="f123" fmla="val 79920"/>
                <a:gd name="f124" fmla="val 150171"/>
                <a:gd name="f125" fmla="val 78968"/>
                <a:gd name="f126" fmla="val 148266"/>
                <a:gd name="f127" fmla="val 81159"/>
                <a:gd name="f128" fmla="val 146361"/>
                <a:gd name="f129" fmla="val 87255"/>
                <a:gd name="f130" fmla="val 134836"/>
                <a:gd name="f131" fmla="val 91732"/>
                <a:gd name="f132" fmla="+- 0 0 -90"/>
                <a:gd name="f133" fmla="*/ f3 1 172449"/>
                <a:gd name="f134" fmla="*/ f4 1 170903"/>
                <a:gd name="f135" fmla="val f5"/>
                <a:gd name="f136" fmla="val f6"/>
                <a:gd name="f137" fmla="val f7"/>
                <a:gd name="f138" fmla="*/ f132 f0 1"/>
                <a:gd name="f139" fmla="+- f137 0 f135"/>
                <a:gd name="f140" fmla="+- f136 0 f135"/>
                <a:gd name="f141" fmla="*/ f138 1 f2"/>
                <a:gd name="f142" fmla="*/ f140 1 172449"/>
                <a:gd name="f143" fmla="*/ f139 1 170903"/>
                <a:gd name="f144" fmla="*/ 128740 f140 1"/>
                <a:gd name="f145" fmla="*/ 93637 f139 1"/>
                <a:gd name="f146" fmla="*/ 103785 f140 1"/>
                <a:gd name="f147" fmla="*/ 77920 f139 1"/>
                <a:gd name="f148" fmla="*/ 170936 f140 1"/>
                <a:gd name="f149" fmla="*/ 9816 f139 1"/>
                <a:gd name="f150" fmla="*/ 170460 f140 1"/>
                <a:gd name="f151" fmla="*/ 6 f139 1"/>
                <a:gd name="f152" fmla="*/ 165888 f140 1"/>
                <a:gd name="f153" fmla="*/ 6959 f139 1"/>
                <a:gd name="f154" fmla="*/ 69114 f140 1"/>
                <a:gd name="f155" fmla="*/ 45440 f139 1"/>
                <a:gd name="f156" fmla="*/ 2058 f140 1"/>
                <a:gd name="f157" fmla="*/ 146405 f139 1"/>
                <a:gd name="f158" fmla="*/ 6344 f140 1"/>
                <a:gd name="f159" fmla="*/ 159454 f139 1"/>
                <a:gd name="f160" fmla="*/ 8439 f140 1"/>
                <a:gd name="f161" fmla="*/ 146215 f139 1"/>
                <a:gd name="f162" fmla="*/ 67209 f140 1"/>
                <a:gd name="f163" fmla="*/ 73348 f139 1"/>
                <a:gd name="f164" fmla="*/ 72638 f140 1"/>
                <a:gd name="f165" fmla="*/ 68205 f139 1"/>
                <a:gd name="f166" fmla="*/ 72162 f140 1"/>
                <a:gd name="f167" fmla="*/ 73158 f139 1"/>
                <a:gd name="f168" fmla="*/ 52445 f140 1"/>
                <a:gd name="f169" fmla="*/ 120878 f139 1"/>
                <a:gd name="f170" fmla="*/ 89592 f140 1"/>
                <a:gd name="f171" fmla="*/ 113544 f139 1"/>
                <a:gd name="f172" fmla="*/ 93688 f140 1"/>
                <a:gd name="f173" fmla="*/ 108495 f139 1"/>
                <a:gd name="f174" fmla="*/ 93974 f140 1"/>
                <a:gd name="f175" fmla="*/ 116020 f139 1"/>
                <a:gd name="f176" fmla="*/ 69304 f140 1"/>
                <a:gd name="f177" fmla="*/ 162502 f139 1"/>
                <a:gd name="f178" fmla="*/ 57207 f140 1"/>
                <a:gd name="f179" fmla="*/ 170313 f139 1"/>
                <a:gd name="f180" fmla="*/ 63684 f140 1"/>
                <a:gd name="f181" fmla="*/ 170694 f139 1"/>
                <a:gd name="f182" fmla="*/ 151124 f140 1"/>
                <a:gd name="f183" fmla="*/ 85159 f139 1"/>
                <a:gd name="f184" fmla="*/ 151410 f140 1"/>
                <a:gd name="f185" fmla="*/ 79920 f139 1"/>
                <a:gd name="f186" fmla="*/ 146361 f140 1"/>
                <a:gd name="f187" fmla="*/ 82873 f139 1"/>
                <a:gd name="f188" fmla="+- f141 0 f1"/>
                <a:gd name="f189" fmla="*/ f144 1 172449"/>
                <a:gd name="f190" fmla="*/ f145 1 170903"/>
                <a:gd name="f191" fmla="*/ f146 1 172449"/>
                <a:gd name="f192" fmla="*/ f147 1 170903"/>
                <a:gd name="f193" fmla="*/ f148 1 172449"/>
                <a:gd name="f194" fmla="*/ f149 1 170903"/>
                <a:gd name="f195" fmla="*/ f150 1 172449"/>
                <a:gd name="f196" fmla="*/ f151 1 170903"/>
                <a:gd name="f197" fmla="*/ f152 1 172449"/>
                <a:gd name="f198" fmla="*/ f153 1 170903"/>
                <a:gd name="f199" fmla="*/ f154 1 172449"/>
                <a:gd name="f200" fmla="*/ f155 1 170903"/>
                <a:gd name="f201" fmla="*/ f156 1 172449"/>
                <a:gd name="f202" fmla="*/ f157 1 170903"/>
                <a:gd name="f203" fmla="*/ f158 1 172449"/>
                <a:gd name="f204" fmla="*/ f159 1 170903"/>
                <a:gd name="f205" fmla="*/ f160 1 172449"/>
                <a:gd name="f206" fmla="*/ f161 1 170903"/>
                <a:gd name="f207" fmla="*/ f162 1 172449"/>
                <a:gd name="f208" fmla="*/ f163 1 170903"/>
                <a:gd name="f209" fmla="*/ f164 1 172449"/>
                <a:gd name="f210" fmla="*/ f165 1 170903"/>
                <a:gd name="f211" fmla="*/ f166 1 172449"/>
                <a:gd name="f212" fmla="*/ f167 1 170903"/>
                <a:gd name="f213" fmla="*/ f168 1 172449"/>
                <a:gd name="f214" fmla="*/ f169 1 170903"/>
                <a:gd name="f215" fmla="*/ f170 1 172449"/>
                <a:gd name="f216" fmla="*/ f171 1 170903"/>
                <a:gd name="f217" fmla="*/ f172 1 172449"/>
                <a:gd name="f218" fmla="*/ f173 1 170903"/>
                <a:gd name="f219" fmla="*/ f174 1 172449"/>
                <a:gd name="f220" fmla="*/ f175 1 170903"/>
                <a:gd name="f221" fmla="*/ f176 1 172449"/>
                <a:gd name="f222" fmla="*/ f177 1 170903"/>
                <a:gd name="f223" fmla="*/ f178 1 172449"/>
                <a:gd name="f224" fmla="*/ f179 1 170903"/>
                <a:gd name="f225" fmla="*/ f180 1 172449"/>
                <a:gd name="f226" fmla="*/ f181 1 170903"/>
                <a:gd name="f227" fmla="*/ f182 1 172449"/>
                <a:gd name="f228" fmla="*/ f183 1 170903"/>
                <a:gd name="f229" fmla="*/ f184 1 172449"/>
                <a:gd name="f230" fmla="*/ f185 1 170903"/>
                <a:gd name="f231" fmla="*/ f186 1 172449"/>
                <a:gd name="f232" fmla="*/ f187 1 170903"/>
                <a:gd name="f233" fmla="*/ f135 1 f142"/>
                <a:gd name="f234" fmla="*/ f136 1 f142"/>
                <a:gd name="f235" fmla="*/ f135 1 f143"/>
                <a:gd name="f236" fmla="*/ f137 1 f143"/>
                <a:gd name="f237" fmla="*/ f189 1 f142"/>
                <a:gd name="f238" fmla="*/ f190 1 f143"/>
                <a:gd name="f239" fmla="*/ f191 1 f142"/>
                <a:gd name="f240" fmla="*/ f192 1 f143"/>
                <a:gd name="f241" fmla="*/ f193 1 f142"/>
                <a:gd name="f242" fmla="*/ f194 1 f143"/>
                <a:gd name="f243" fmla="*/ f195 1 f142"/>
                <a:gd name="f244" fmla="*/ f196 1 f143"/>
                <a:gd name="f245" fmla="*/ f197 1 f142"/>
                <a:gd name="f246" fmla="*/ f198 1 f143"/>
                <a:gd name="f247" fmla="*/ f199 1 f142"/>
                <a:gd name="f248" fmla="*/ f200 1 f143"/>
                <a:gd name="f249" fmla="*/ f201 1 f142"/>
                <a:gd name="f250" fmla="*/ f202 1 f143"/>
                <a:gd name="f251" fmla="*/ f203 1 f142"/>
                <a:gd name="f252" fmla="*/ f204 1 f143"/>
                <a:gd name="f253" fmla="*/ f205 1 f142"/>
                <a:gd name="f254" fmla="*/ f206 1 f143"/>
                <a:gd name="f255" fmla="*/ f207 1 f142"/>
                <a:gd name="f256" fmla="*/ f208 1 f143"/>
                <a:gd name="f257" fmla="*/ f209 1 f142"/>
                <a:gd name="f258" fmla="*/ f210 1 f143"/>
                <a:gd name="f259" fmla="*/ f211 1 f142"/>
                <a:gd name="f260" fmla="*/ f212 1 f143"/>
                <a:gd name="f261" fmla="*/ f213 1 f142"/>
                <a:gd name="f262" fmla="*/ f214 1 f143"/>
                <a:gd name="f263" fmla="*/ f215 1 f142"/>
                <a:gd name="f264" fmla="*/ f216 1 f143"/>
                <a:gd name="f265" fmla="*/ f217 1 f142"/>
                <a:gd name="f266" fmla="*/ f218 1 f143"/>
                <a:gd name="f267" fmla="*/ f219 1 f142"/>
                <a:gd name="f268" fmla="*/ f220 1 f143"/>
                <a:gd name="f269" fmla="*/ f221 1 f142"/>
                <a:gd name="f270" fmla="*/ f222 1 f143"/>
                <a:gd name="f271" fmla="*/ f223 1 f142"/>
                <a:gd name="f272" fmla="*/ f224 1 f143"/>
                <a:gd name="f273" fmla="*/ f225 1 f142"/>
                <a:gd name="f274" fmla="*/ f226 1 f143"/>
                <a:gd name="f275" fmla="*/ f227 1 f142"/>
                <a:gd name="f276" fmla="*/ f228 1 f143"/>
                <a:gd name="f277" fmla="*/ f229 1 f142"/>
                <a:gd name="f278" fmla="*/ f230 1 f143"/>
                <a:gd name="f279" fmla="*/ f231 1 f142"/>
                <a:gd name="f280" fmla="*/ f232 1 f143"/>
                <a:gd name="f281" fmla="*/ f233 f133 1"/>
                <a:gd name="f282" fmla="*/ f234 f133 1"/>
                <a:gd name="f283" fmla="*/ f236 f134 1"/>
                <a:gd name="f284" fmla="*/ f235 f134 1"/>
                <a:gd name="f285" fmla="*/ f237 f133 1"/>
                <a:gd name="f286" fmla="*/ f238 f134 1"/>
                <a:gd name="f287" fmla="*/ f239 f133 1"/>
                <a:gd name="f288" fmla="*/ f240 f134 1"/>
                <a:gd name="f289" fmla="*/ f241 f133 1"/>
                <a:gd name="f290" fmla="*/ f242 f134 1"/>
                <a:gd name="f291" fmla="*/ f243 f133 1"/>
                <a:gd name="f292" fmla="*/ f244 f134 1"/>
                <a:gd name="f293" fmla="*/ f245 f133 1"/>
                <a:gd name="f294" fmla="*/ f246 f134 1"/>
                <a:gd name="f295" fmla="*/ f247 f133 1"/>
                <a:gd name="f296" fmla="*/ f248 f134 1"/>
                <a:gd name="f297" fmla="*/ f249 f133 1"/>
                <a:gd name="f298" fmla="*/ f250 f134 1"/>
                <a:gd name="f299" fmla="*/ f251 f133 1"/>
                <a:gd name="f300" fmla="*/ f252 f134 1"/>
                <a:gd name="f301" fmla="*/ f253 f133 1"/>
                <a:gd name="f302" fmla="*/ f254 f134 1"/>
                <a:gd name="f303" fmla="*/ f255 f133 1"/>
                <a:gd name="f304" fmla="*/ f256 f134 1"/>
                <a:gd name="f305" fmla="*/ f257 f133 1"/>
                <a:gd name="f306" fmla="*/ f258 f134 1"/>
                <a:gd name="f307" fmla="*/ f259 f133 1"/>
                <a:gd name="f308" fmla="*/ f260 f134 1"/>
                <a:gd name="f309" fmla="*/ f261 f133 1"/>
                <a:gd name="f310" fmla="*/ f262 f134 1"/>
                <a:gd name="f311" fmla="*/ f263 f133 1"/>
                <a:gd name="f312" fmla="*/ f264 f134 1"/>
                <a:gd name="f313" fmla="*/ f265 f133 1"/>
                <a:gd name="f314" fmla="*/ f266 f134 1"/>
                <a:gd name="f315" fmla="*/ f267 f133 1"/>
                <a:gd name="f316" fmla="*/ f268 f134 1"/>
                <a:gd name="f317" fmla="*/ f269 f133 1"/>
                <a:gd name="f318" fmla="*/ f270 f134 1"/>
                <a:gd name="f319" fmla="*/ f271 f133 1"/>
                <a:gd name="f320" fmla="*/ f272 f134 1"/>
                <a:gd name="f321" fmla="*/ f273 f133 1"/>
                <a:gd name="f322" fmla="*/ f274 f134 1"/>
                <a:gd name="f323" fmla="*/ f275 f133 1"/>
                <a:gd name="f324" fmla="*/ f276 f134 1"/>
                <a:gd name="f325" fmla="*/ f277 f133 1"/>
                <a:gd name="f326" fmla="*/ f278 f134 1"/>
                <a:gd name="f327" fmla="*/ f279 f133 1"/>
                <a:gd name="f328" fmla="*/ f280 f134 1"/>
              </a:gdLst>
              <a:ahLst/>
              <a:cxnLst>
                <a:cxn ang="3cd4">
                  <a:pos x="hc" y="t"/>
                </a:cxn>
                <a:cxn ang="0">
                  <a:pos x="r" y="vc"/>
                </a:cxn>
                <a:cxn ang="cd4">
                  <a:pos x="hc" y="b"/>
                </a:cxn>
                <a:cxn ang="cd2">
                  <a:pos x="l" y="vc"/>
                </a:cxn>
                <a:cxn ang="f188">
                  <a:pos x="f285" y="f286"/>
                </a:cxn>
                <a:cxn ang="f188">
                  <a:pos x="f287" y="f288"/>
                </a:cxn>
                <a:cxn ang="f188">
                  <a:pos x="f289" y="f290"/>
                </a:cxn>
                <a:cxn ang="f188">
                  <a:pos x="f291" y="f292"/>
                </a:cxn>
                <a:cxn ang="f188">
                  <a:pos x="f293" y="f294"/>
                </a:cxn>
                <a:cxn ang="f188">
                  <a:pos x="f295" y="f296"/>
                </a:cxn>
                <a:cxn ang="f188">
                  <a:pos x="f297" y="f298"/>
                </a:cxn>
                <a:cxn ang="f188">
                  <a:pos x="f299" y="f300"/>
                </a:cxn>
                <a:cxn ang="f188">
                  <a:pos x="f301" y="f302"/>
                </a:cxn>
                <a:cxn ang="f188">
                  <a:pos x="f303" y="f304"/>
                </a:cxn>
                <a:cxn ang="f188">
                  <a:pos x="f305" y="f306"/>
                </a:cxn>
                <a:cxn ang="f188">
                  <a:pos x="f307" y="f308"/>
                </a:cxn>
                <a:cxn ang="f188">
                  <a:pos x="f309" y="f310"/>
                </a:cxn>
                <a:cxn ang="f188">
                  <a:pos x="f311" y="f312"/>
                </a:cxn>
                <a:cxn ang="f188">
                  <a:pos x="f313" y="f314"/>
                </a:cxn>
                <a:cxn ang="f188">
                  <a:pos x="f315" y="f316"/>
                </a:cxn>
                <a:cxn ang="f188">
                  <a:pos x="f317" y="f318"/>
                </a:cxn>
                <a:cxn ang="f188">
                  <a:pos x="f319" y="f320"/>
                </a:cxn>
                <a:cxn ang="f188">
                  <a:pos x="f321" y="f322"/>
                </a:cxn>
                <a:cxn ang="f188">
                  <a:pos x="f323" y="f324"/>
                </a:cxn>
                <a:cxn ang="f188">
                  <a:pos x="f325" y="f326"/>
                </a:cxn>
                <a:cxn ang="f188">
                  <a:pos x="f327" y="f328"/>
                </a:cxn>
                <a:cxn ang="f188">
                  <a:pos x="f285" y="f286"/>
                </a:cxn>
              </a:cxnLst>
              <a:rect l="f281" t="f284" r="f282" b="f283"/>
              <a:pathLst>
                <a:path w="172449" h="170903">
                  <a:moveTo>
                    <a:pt x="f8" y="f9"/>
                  </a:moveTo>
                  <a:cubicBezTo>
                    <a:pt x="f10" y="f11"/>
                    <a:pt x="f12" y="f13"/>
                    <a:pt x="f14" y="f15"/>
                  </a:cubicBezTo>
                  <a:cubicBezTo>
                    <a:pt x="f14" y="f16"/>
                    <a:pt x="f17" y="f18"/>
                    <a:pt x="f19" y="f20"/>
                  </a:cubicBezTo>
                  <a:cubicBezTo>
                    <a:pt x="f21" y="f22"/>
                    <a:pt x="f23" y="f24"/>
                    <a:pt x="f25" y="f26"/>
                  </a:cubicBezTo>
                  <a:cubicBezTo>
                    <a:pt x="f27" y="f28"/>
                    <a:pt x="f29" y="f30"/>
                    <a:pt x="f31" y="f32"/>
                  </a:cubicBezTo>
                  <a:cubicBezTo>
                    <a:pt x="f33" y="f34"/>
                    <a:pt x="f35" y="f36"/>
                    <a:pt x="f37" y="f38"/>
                  </a:cubicBezTo>
                  <a:cubicBezTo>
                    <a:pt x="f39" y="f40"/>
                    <a:pt x="f41" y="f42"/>
                    <a:pt x="f43" y="f44"/>
                  </a:cubicBezTo>
                  <a:cubicBezTo>
                    <a:pt x="f45" y="f46"/>
                    <a:pt x="f47" y="f48"/>
                    <a:pt x="f49" y="f48"/>
                  </a:cubicBezTo>
                  <a:cubicBezTo>
                    <a:pt x="f50" y="f48"/>
                    <a:pt x="f50" y="f51"/>
                    <a:pt x="f50" y="f52"/>
                  </a:cubicBezTo>
                  <a:cubicBezTo>
                    <a:pt x="f53" y="f54"/>
                    <a:pt x="f55" y="f56"/>
                    <a:pt x="f57" y="f58"/>
                  </a:cubicBezTo>
                  <a:cubicBezTo>
                    <a:pt x="f59" y="f60"/>
                    <a:pt x="f61" y="f62"/>
                    <a:pt x="f63" y="f64"/>
                  </a:cubicBezTo>
                  <a:cubicBezTo>
                    <a:pt x="f65" y="f66"/>
                    <a:pt x="f67" y="f68"/>
                    <a:pt x="f69" y="f70"/>
                  </a:cubicBezTo>
                  <a:cubicBezTo>
                    <a:pt x="f71" y="f72"/>
                    <a:pt x="f73" y="f74"/>
                    <a:pt x="f75" y="f76"/>
                  </a:cubicBezTo>
                  <a:cubicBezTo>
                    <a:pt x="f77" y="f78"/>
                    <a:pt x="f79" y="f80"/>
                    <a:pt x="f81" y="f82"/>
                  </a:cubicBezTo>
                  <a:cubicBezTo>
                    <a:pt x="f83" y="f84"/>
                    <a:pt x="f85" y="f86"/>
                    <a:pt x="f87" y="f54"/>
                  </a:cubicBezTo>
                  <a:cubicBezTo>
                    <a:pt x="f88" y="f89"/>
                    <a:pt x="f90" y="f91"/>
                    <a:pt x="f92" y="f93"/>
                  </a:cubicBezTo>
                  <a:cubicBezTo>
                    <a:pt x="f94" y="f95"/>
                    <a:pt x="f96" y="f97"/>
                    <a:pt x="f98" y="f99"/>
                  </a:cubicBezTo>
                  <a:cubicBezTo>
                    <a:pt x="f100" y="f101"/>
                    <a:pt x="f102" y="f103"/>
                    <a:pt x="f104" y="f105"/>
                  </a:cubicBezTo>
                  <a:cubicBezTo>
                    <a:pt x="f106" y="f107"/>
                    <a:pt x="f108" y="f109"/>
                    <a:pt x="f110" y="f111"/>
                  </a:cubicBezTo>
                  <a:cubicBezTo>
                    <a:pt x="f112" y="f113"/>
                    <a:pt x="f114" y="f115"/>
                    <a:pt x="f116" y="f117"/>
                  </a:cubicBezTo>
                  <a:cubicBezTo>
                    <a:pt x="f118" y="f119"/>
                    <a:pt x="f120" y="f121"/>
                    <a:pt x="f122" y="f123"/>
                  </a:cubicBezTo>
                  <a:cubicBezTo>
                    <a:pt x="f124" y="f125"/>
                    <a:pt x="f126" y="f127"/>
                    <a:pt x="f128" y="f119"/>
                  </a:cubicBezTo>
                  <a:cubicBezTo>
                    <a:pt x="f33" y="f129"/>
                    <a:pt x="f130" y="f131"/>
                    <a:pt x="f8" y="f9"/>
                  </a:cubicBezTo>
                  <a:close/>
                </a:path>
              </a:pathLst>
            </a:custGeom>
            <a:solidFill>
              <a:srgbClr val="000000"/>
            </a:solidFill>
            <a:ln>
              <a:noFill/>
              <a:prstDash val="soli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000000"/>
                </a:solidFill>
                <a:uFillTx/>
                <a:latin typeface="Arial"/>
              </a:endParaRPr>
            </a:p>
          </p:txBody>
        </p:sp>
        <p:sp>
          <p:nvSpPr>
            <p:cNvPr id="36" name="Vrije vorm: vorm 45">
              <a:extLst>
                <a:ext uri="{FF2B5EF4-FFF2-40B4-BE49-F238E27FC236}">
                  <a16:creationId xmlns:a16="http://schemas.microsoft.com/office/drawing/2014/main" id="{DAFB86CE-CF83-D30B-0A07-96FBF6030A93}"/>
                </a:ext>
              </a:extLst>
            </p:cNvPr>
            <p:cNvSpPr/>
            <p:nvPr/>
          </p:nvSpPr>
          <p:spPr>
            <a:xfrm>
              <a:off x="1315181" y="6459175"/>
              <a:ext cx="116650" cy="139162"/>
            </a:xfrm>
            <a:custGeom>
              <a:avLst/>
              <a:gdLst>
                <a:gd name="f0" fmla="val 10800000"/>
                <a:gd name="f1" fmla="val 5400000"/>
                <a:gd name="f2" fmla="val 180"/>
                <a:gd name="f3" fmla="val w"/>
                <a:gd name="f4" fmla="val h"/>
                <a:gd name="f5" fmla="val 0"/>
                <a:gd name="f6" fmla="val 114680"/>
                <a:gd name="f7" fmla="val 134397"/>
                <a:gd name="f8" fmla="val 24955"/>
                <a:gd name="f9" fmla="val 55054"/>
                <a:gd name="f10" fmla="val 25146"/>
                <a:gd name="f11" fmla="val 35242"/>
                <a:gd name="f12" fmla="val 37052"/>
                <a:gd name="f13" fmla="val 17431"/>
                <a:gd name="f14" fmla="val 57055"/>
                <a:gd name="f15" fmla="val 80296"/>
                <a:gd name="f16" fmla="val 89344"/>
                <a:gd name="f17" fmla="val 33338"/>
                <a:gd name="f18" fmla="val 114681"/>
                <a:gd name="f19" fmla="val 71723"/>
                <a:gd name="f20" fmla="val 59817"/>
                <a:gd name="f21" fmla="val 24765"/>
                <a:gd name="f22" fmla="val 94774"/>
                <a:gd name="f23" fmla="val 58864"/>
                <a:gd name="f24" fmla="val 18764"/>
                <a:gd name="f25" fmla="val 31051"/>
                <a:gd name="f26" fmla="val 68199"/>
                <a:gd name="f27" fmla="val 105537"/>
                <a:gd name="f28" fmla="val 16192"/>
                <a:gd name="f29" fmla="val 134398"/>
                <a:gd name="f30" fmla="val 56864"/>
                <a:gd name="f31" fmla="val 87154"/>
                <a:gd name="f32" fmla="val 109347"/>
                <a:gd name="f33" fmla="val 120015"/>
                <a:gd name="f34" fmla="val 113157"/>
                <a:gd name="f35" fmla="val 91250"/>
                <a:gd name="f36" fmla="val 87916"/>
                <a:gd name="f37" fmla="val 85154"/>
                <a:gd name="f38" fmla="val 109633"/>
                <a:gd name="f39" fmla="val 75819"/>
                <a:gd name="f40" fmla="val 116967"/>
                <a:gd name="f41" fmla="val 57150"/>
                <a:gd name="f42" fmla="val 32671"/>
                <a:gd name="f43" fmla="val 24479"/>
                <a:gd name="f44" fmla="val 95155"/>
                <a:gd name="f45" fmla="val 71818"/>
                <a:gd name="f46" fmla="+- 0 0 -90"/>
                <a:gd name="f47" fmla="*/ f3 1 114680"/>
                <a:gd name="f48" fmla="*/ f4 1 134397"/>
                <a:gd name="f49" fmla="val f5"/>
                <a:gd name="f50" fmla="val f6"/>
                <a:gd name="f51" fmla="val f7"/>
                <a:gd name="f52" fmla="*/ f46 f0 1"/>
                <a:gd name="f53" fmla="+- f51 0 f49"/>
                <a:gd name="f54" fmla="+- f50 0 f49"/>
                <a:gd name="f55" fmla="*/ f52 1 f2"/>
                <a:gd name="f56" fmla="*/ f54 1 114680"/>
                <a:gd name="f57" fmla="*/ f53 1 134397"/>
                <a:gd name="f58" fmla="*/ 24955 f54 1"/>
                <a:gd name="f59" fmla="*/ 55054 f53 1"/>
                <a:gd name="f60" fmla="*/ 57055 f54 1"/>
                <a:gd name="f61" fmla="*/ 17431 f53 1"/>
                <a:gd name="f62" fmla="*/ 89344 f54 1"/>
                <a:gd name="f63" fmla="*/ 114681 f54 1"/>
                <a:gd name="f64" fmla="*/ 71723 f53 1"/>
                <a:gd name="f65" fmla="*/ 59817 f53 1"/>
                <a:gd name="f66" fmla="*/ 58864 f54 1"/>
                <a:gd name="f67" fmla="*/ 0 f53 1"/>
                <a:gd name="f68" fmla="*/ 0 f54 1"/>
                <a:gd name="f69" fmla="*/ 68199 f53 1"/>
                <a:gd name="f70" fmla="*/ 56864 f54 1"/>
                <a:gd name="f71" fmla="*/ 134398 f53 1"/>
                <a:gd name="f72" fmla="*/ 113157 f54 1"/>
                <a:gd name="f73" fmla="*/ 91250 f53 1"/>
                <a:gd name="f74" fmla="*/ 87916 f54 1"/>
                <a:gd name="f75" fmla="*/ 57150 f54 1"/>
                <a:gd name="f76" fmla="*/ 116967 f53 1"/>
                <a:gd name="f77" fmla="*/ 24479 f54 1"/>
                <a:gd name="f78" fmla="*/ 71818 f53 1"/>
                <a:gd name="f79" fmla="+- f55 0 f1"/>
                <a:gd name="f80" fmla="*/ f58 1 114680"/>
                <a:gd name="f81" fmla="*/ f59 1 134397"/>
                <a:gd name="f82" fmla="*/ f60 1 114680"/>
                <a:gd name="f83" fmla="*/ f61 1 134397"/>
                <a:gd name="f84" fmla="*/ f62 1 114680"/>
                <a:gd name="f85" fmla="*/ f63 1 114680"/>
                <a:gd name="f86" fmla="*/ f64 1 134397"/>
                <a:gd name="f87" fmla="*/ f65 1 134397"/>
                <a:gd name="f88" fmla="*/ f66 1 114680"/>
                <a:gd name="f89" fmla="*/ f67 1 134397"/>
                <a:gd name="f90" fmla="*/ f68 1 114680"/>
                <a:gd name="f91" fmla="*/ f69 1 134397"/>
                <a:gd name="f92" fmla="*/ f70 1 114680"/>
                <a:gd name="f93" fmla="*/ f71 1 134397"/>
                <a:gd name="f94" fmla="*/ f72 1 114680"/>
                <a:gd name="f95" fmla="*/ f73 1 134397"/>
                <a:gd name="f96" fmla="*/ f74 1 114680"/>
                <a:gd name="f97" fmla="*/ f75 1 114680"/>
                <a:gd name="f98" fmla="*/ f76 1 134397"/>
                <a:gd name="f99" fmla="*/ f77 1 114680"/>
                <a:gd name="f100" fmla="*/ f78 1 134397"/>
                <a:gd name="f101" fmla="*/ f49 1 f56"/>
                <a:gd name="f102" fmla="*/ f50 1 f56"/>
                <a:gd name="f103" fmla="*/ f49 1 f57"/>
                <a:gd name="f104" fmla="*/ f51 1 f57"/>
                <a:gd name="f105" fmla="*/ f80 1 f56"/>
                <a:gd name="f106" fmla="*/ f81 1 f57"/>
                <a:gd name="f107" fmla="*/ f82 1 f56"/>
                <a:gd name="f108" fmla="*/ f83 1 f57"/>
                <a:gd name="f109" fmla="*/ f84 1 f56"/>
                <a:gd name="f110" fmla="*/ f85 1 f56"/>
                <a:gd name="f111" fmla="*/ f86 1 f57"/>
                <a:gd name="f112" fmla="*/ f87 1 f57"/>
                <a:gd name="f113" fmla="*/ f88 1 f56"/>
                <a:gd name="f114" fmla="*/ f89 1 f57"/>
                <a:gd name="f115" fmla="*/ f90 1 f56"/>
                <a:gd name="f116" fmla="*/ f91 1 f57"/>
                <a:gd name="f117" fmla="*/ f92 1 f56"/>
                <a:gd name="f118" fmla="*/ f93 1 f57"/>
                <a:gd name="f119" fmla="*/ f94 1 f56"/>
                <a:gd name="f120" fmla="*/ f95 1 f57"/>
                <a:gd name="f121" fmla="*/ f96 1 f56"/>
                <a:gd name="f122" fmla="*/ f97 1 f56"/>
                <a:gd name="f123" fmla="*/ f98 1 f57"/>
                <a:gd name="f124" fmla="*/ f99 1 f56"/>
                <a:gd name="f125" fmla="*/ f100 1 f57"/>
                <a:gd name="f126" fmla="*/ f101 f47 1"/>
                <a:gd name="f127" fmla="*/ f102 f47 1"/>
                <a:gd name="f128" fmla="*/ f104 f48 1"/>
                <a:gd name="f129" fmla="*/ f103 f48 1"/>
                <a:gd name="f130" fmla="*/ f105 f47 1"/>
                <a:gd name="f131" fmla="*/ f106 f48 1"/>
                <a:gd name="f132" fmla="*/ f107 f47 1"/>
                <a:gd name="f133" fmla="*/ f108 f48 1"/>
                <a:gd name="f134" fmla="*/ f109 f47 1"/>
                <a:gd name="f135" fmla="*/ f110 f47 1"/>
                <a:gd name="f136" fmla="*/ f111 f48 1"/>
                <a:gd name="f137" fmla="*/ f112 f48 1"/>
                <a:gd name="f138" fmla="*/ f113 f47 1"/>
                <a:gd name="f139" fmla="*/ f114 f48 1"/>
                <a:gd name="f140" fmla="*/ f115 f47 1"/>
                <a:gd name="f141" fmla="*/ f116 f48 1"/>
                <a:gd name="f142" fmla="*/ f117 f47 1"/>
                <a:gd name="f143" fmla="*/ f118 f48 1"/>
                <a:gd name="f144" fmla="*/ f119 f47 1"/>
                <a:gd name="f145" fmla="*/ f120 f48 1"/>
                <a:gd name="f146" fmla="*/ f121 f47 1"/>
                <a:gd name="f147" fmla="*/ f122 f47 1"/>
                <a:gd name="f148" fmla="*/ f123 f48 1"/>
                <a:gd name="f149" fmla="*/ f124 f47 1"/>
                <a:gd name="f150" fmla="*/ f125 f48 1"/>
              </a:gdLst>
              <a:ahLst/>
              <a:cxnLst>
                <a:cxn ang="3cd4">
                  <a:pos x="hc" y="t"/>
                </a:cxn>
                <a:cxn ang="0">
                  <a:pos x="r" y="vc"/>
                </a:cxn>
                <a:cxn ang="cd4">
                  <a:pos x="hc" y="b"/>
                </a:cxn>
                <a:cxn ang="cd2">
                  <a:pos x="l" y="vc"/>
                </a:cxn>
                <a:cxn ang="f79">
                  <a:pos x="f130" y="f131"/>
                </a:cxn>
                <a:cxn ang="f79">
                  <a:pos x="f132" y="f133"/>
                </a:cxn>
                <a:cxn ang="f79">
                  <a:pos x="f134" y="f131"/>
                </a:cxn>
                <a:cxn ang="f79">
                  <a:pos x="f130" y="f131"/>
                </a:cxn>
                <a:cxn ang="f79">
                  <a:pos x="f135" y="f136"/>
                </a:cxn>
                <a:cxn ang="f79">
                  <a:pos x="f135" y="f137"/>
                </a:cxn>
                <a:cxn ang="f79">
                  <a:pos x="f138" y="f139"/>
                </a:cxn>
                <a:cxn ang="f79">
                  <a:pos x="f140" y="f141"/>
                </a:cxn>
                <a:cxn ang="f79">
                  <a:pos x="f142" y="f143"/>
                </a:cxn>
                <a:cxn ang="f79">
                  <a:pos x="f144" y="f145"/>
                </a:cxn>
                <a:cxn ang="f79">
                  <a:pos x="f146" y="f145"/>
                </a:cxn>
                <a:cxn ang="f79">
                  <a:pos x="f147" y="f148"/>
                </a:cxn>
                <a:cxn ang="f79">
                  <a:pos x="f149" y="f150"/>
                </a:cxn>
                <a:cxn ang="f79">
                  <a:pos x="f135" y="f150"/>
                </a:cxn>
              </a:cxnLst>
              <a:rect l="f126" t="f129" r="f127" b="f128"/>
              <a:pathLst>
                <a:path w="114680" h="134397">
                  <a:moveTo>
                    <a:pt x="f8" y="f9"/>
                  </a:moveTo>
                  <a:cubicBezTo>
                    <a:pt x="f10" y="f11"/>
                    <a:pt x="f12" y="f13"/>
                    <a:pt x="f14" y="f13"/>
                  </a:cubicBezTo>
                  <a:cubicBezTo>
                    <a:pt x="f15" y="f13"/>
                    <a:pt x="f16" y="f17"/>
                    <a:pt x="f16" y="f9"/>
                  </a:cubicBezTo>
                  <a:lnTo>
                    <a:pt x="f8" y="f9"/>
                  </a:lnTo>
                  <a:close/>
                  <a:moveTo>
                    <a:pt x="f18" y="f19"/>
                  </a:moveTo>
                  <a:lnTo>
                    <a:pt x="f18" y="f20"/>
                  </a:lnTo>
                  <a:cubicBezTo>
                    <a:pt x="f18" y="f21"/>
                    <a:pt x="f22" y="f5"/>
                    <a:pt x="f23" y="f5"/>
                  </a:cubicBezTo>
                  <a:cubicBezTo>
                    <a:pt x="f24" y="f5"/>
                    <a:pt x="f5" y="f25"/>
                    <a:pt x="f5" y="f26"/>
                  </a:cubicBezTo>
                  <a:cubicBezTo>
                    <a:pt x="f5" y="f27"/>
                    <a:pt x="f28" y="f29"/>
                    <a:pt x="f30" y="f29"/>
                  </a:cubicBezTo>
                  <a:cubicBezTo>
                    <a:pt x="f31" y="f29"/>
                    <a:pt x="f32" y="f33"/>
                    <a:pt x="f34" y="f35"/>
                  </a:cubicBezTo>
                  <a:lnTo>
                    <a:pt x="f36" y="f35"/>
                  </a:lnTo>
                  <a:cubicBezTo>
                    <a:pt x="f37" y="f38"/>
                    <a:pt x="f39" y="f40"/>
                    <a:pt x="f41" y="f40"/>
                  </a:cubicBezTo>
                  <a:cubicBezTo>
                    <a:pt x="f42" y="f40"/>
                    <a:pt x="f43" y="f44"/>
                    <a:pt x="f43" y="f45"/>
                  </a:cubicBezTo>
                  <a:lnTo>
                    <a:pt x="f18" y="f45"/>
                  </a:lnTo>
                  <a:close/>
                </a:path>
              </a:pathLst>
            </a:custGeom>
            <a:solidFill>
              <a:srgbClr val="000000"/>
            </a:solidFill>
            <a:ln>
              <a:noFill/>
              <a:prstDash val="soli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000000"/>
                </a:solidFill>
                <a:uFillTx/>
                <a:latin typeface="Arial"/>
              </a:endParaRPr>
            </a:p>
          </p:txBody>
        </p:sp>
        <p:sp>
          <p:nvSpPr>
            <p:cNvPr id="37" name="Vrije vorm: vorm 46">
              <a:extLst>
                <a:ext uri="{FF2B5EF4-FFF2-40B4-BE49-F238E27FC236}">
                  <a16:creationId xmlns:a16="http://schemas.microsoft.com/office/drawing/2014/main" id="{D49B85A2-042B-5487-805D-C9815462FB5A}"/>
                </a:ext>
              </a:extLst>
            </p:cNvPr>
            <p:cNvSpPr/>
            <p:nvPr/>
          </p:nvSpPr>
          <p:spPr>
            <a:xfrm>
              <a:off x="1461384" y="6405618"/>
              <a:ext cx="24414" cy="188677"/>
            </a:xfrm>
            <a:custGeom>
              <a:avLst/>
              <a:gdLst>
                <a:gd name="f0" fmla="val 10800000"/>
                <a:gd name="f1" fmla="val 5400000"/>
                <a:gd name="f2" fmla="val 180"/>
                <a:gd name="f3" fmla="val w"/>
                <a:gd name="f4" fmla="val h"/>
                <a:gd name="f5" fmla="val 0"/>
                <a:gd name="f6" fmla="val 24003"/>
                <a:gd name="f7" fmla="val 182213"/>
                <a:gd name="f8" fmla="+- 0 0 -90"/>
                <a:gd name="f9" fmla="*/ f3 1 24003"/>
                <a:gd name="f10" fmla="*/ f4 1 182213"/>
                <a:gd name="f11" fmla="val f5"/>
                <a:gd name="f12" fmla="val f6"/>
                <a:gd name="f13" fmla="val f7"/>
                <a:gd name="f14" fmla="*/ f8 f0 1"/>
                <a:gd name="f15" fmla="+- f13 0 f11"/>
                <a:gd name="f16" fmla="+- f12 0 f11"/>
                <a:gd name="f17" fmla="*/ f14 1 f2"/>
                <a:gd name="f18" fmla="*/ f16 1 24003"/>
                <a:gd name="f19" fmla="*/ f15 1 182213"/>
                <a:gd name="f20" fmla="*/ 0 f16 1"/>
                <a:gd name="f21" fmla="*/ 0 f15 1"/>
                <a:gd name="f22" fmla="*/ 24003 f16 1"/>
                <a:gd name="f23" fmla="*/ 182213 f15 1"/>
                <a:gd name="f24" fmla="+- f17 0 f1"/>
                <a:gd name="f25" fmla="*/ f20 1 24003"/>
                <a:gd name="f26" fmla="*/ f21 1 182213"/>
                <a:gd name="f27" fmla="*/ f22 1 24003"/>
                <a:gd name="f28" fmla="*/ f23 1 182213"/>
                <a:gd name="f29" fmla="*/ f11 1 f18"/>
                <a:gd name="f30" fmla="*/ f12 1 f18"/>
                <a:gd name="f31" fmla="*/ f11 1 f19"/>
                <a:gd name="f32" fmla="*/ f13 1 f19"/>
                <a:gd name="f33" fmla="*/ f25 1 f18"/>
                <a:gd name="f34" fmla="*/ f26 1 f19"/>
                <a:gd name="f35" fmla="*/ f27 1 f18"/>
                <a:gd name="f36" fmla="*/ f28 1 f19"/>
                <a:gd name="f37" fmla="*/ f29 f9 1"/>
                <a:gd name="f38" fmla="*/ f30 f9 1"/>
                <a:gd name="f39" fmla="*/ f32 f10 1"/>
                <a:gd name="f40" fmla="*/ f31 f10 1"/>
                <a:gd name="f41" fmla="*/ f33 f9 1"/>
                <a:gd name="f42" fmla="*/ f34 f10 1"/>
                <a:gd name="f43" fmla="*/ f35 f9 1"/>
                <a:gd name="f44" fmla="*/ f36 f10 1"/>
              </a:gdLst>
              <a:ahLst/>
              <a:cxnLst>
                <a:cxn ang="3cd4">
                  <a:pos x="hc" y="t"/>
                </a:cxn>
                <a:cxn ang="0">
                  <a:pos x="r" y="vc"/>
                </a:cxn>
                <a:cxn ang="cd4">
                  <a:pos x="hc" y="b"/>
                </a:cxn>
                <a:cxn ang="cd2">
                  <a:pos x="l" y="vc"/>
                </a:cxn>
                <a:cxn ang="f24">
                  <a:pos x="f41" y="f42"/>
                </a:cxn>
                <a:cxn ang="f24">
                  <a:pos x="f43" y="f42"/>
                </a:cxn>
                <a:cxn ang="f24">
                  <a:pos x="f43" y="f44"/>
                </a:cxn>
                <a:cxn ang="f24">
                  <a:pos x="f41" y="f44"/>
                </a:cxn>
              </a:cxnLst>
              <a:rect l="f37" t="f40" r="f38" b="f39"/>
              <a:pathLst>
                <a:path w="24003" h="182213">
                  <a:moveTo>
                    <a:pt x="f5" y="f5"/>
                  </a:moveTo>
                  <a:lnTo>
                    <a:pt x="f6" y="f5"/>
                  </a:lnTo>
                  <a:lnTo>
                    <a:pt x="f6" y="f7"/>
                  </a:lnTo>
                  <a:lnTo>
                    <a:pt x="f5" y="f7"/>
                  </a:lnTo>
                  <a:close/>
                </a:path>
              </a:pathLst>
            </a:custGeom>
            <a:solidFill>
              <a:srgbClr val="000000"/>
            </a:solidFill>
            <a:ln>
              <a:noFill/>
              <a:prstDash val="soli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000000"/>
                </a:solidFill>
                <a:uFillTx/>
                <a:latin typeface="Arial"/>
              </a:endParaRPr>
            </a:p>
          </p:txBody>
        </p:sp>
        <p:sp>
          <p:nvSpPr>
            <p:cNvPr id="38" name="Vrije vorm: vorm 47">
              <a:extLst>
                <a:ext uri="{FF2B5EF4-FFF2-40B4-BE49-F238E27FC236}">
                  <a16:creationId xmlns:a16="http://schemas.microsoft.com/office/drawing/2014/main" id="{EBC85AD9-3D6D-91C2-26A8-4E0A904D03AD}"/>
                </a:ext>
              </a:extLst>
            </p:cNvPr>
            <p:cNvSpPr/>
            <p:nvPr/>
          </p:nvSpPr>
          <p:spPr>
            <a:xfrm>
              <a:off x="1512728" y="6401668"/>
              <a:ext cx="82936" cy="192618"/>
            </a:xfrm>
            <a:custGeom>
              <a:avLst/>
              <a:gdLst>
                <a:gd name="f0" fmla="val 10800000"/>
                <a:gd name="f1" fmla="val 5400000"/>
                <a:gd name="f2" fmla="val 180"/>
                <a:gd name="f3" fmla="val w"/>
                <a:gd name="f4" fmla="val h"/>
                <a:gd name="f5" fmla="val 0"/>
                <a:gd name="f6" fmla="val 81533"/>
                <a:gd name="f7" fmla="val 186023"/>
                <a:gd name="f8" fmla="val 48768"/>
                <a:gd name="f9" fmla="val 76009"/>
                <a:gd name="f10" fmla="val 78010"/>
                <a:gd name="f11" fmla="val 59341"/>
                <a:gd name="f12" fmla="val 38862"/>
                <a:gd name="f13" fmla="val 24193"/>
                <a:gd name="f14" fmla="val 55817"/>
                <a:gd name="f15" fmla="val 21717"/>
                <a:gd name="f16" fmla="val 69437"/>
                <a:gd name="f17" fmla="val 73438"/>
                <a:gd name="f18" fmla="val 77533"/>
                <a:gd name="f19" fmla="val 22193"/>
                <a:gd name="f20" fmla="val 81534"/>
                <a:gd name="f21" fmla="val 22479"/>
                <a:gd name="f22" fmla="val 2572"/>
                <a:gd name="f23" fmla="val 75914"/>
                <a:gd name="f24" fmla="val 1333"/>
                <a:gd name="f25" fmla="val 70199"/>
                <a:gd name="f26" fmla="val 64389"/>
                <a:gd name="f27" fmla="val 41720"/>
                <a:gd name="f28" fmla="val 24765"/>
                <a:gd name="f29" fmla="val 11430"/>
                <a:gd name="f30" fmla="val 35624"/>
                <a:gd name="f31" fmla="+- 0 0 -90"/>
                <a:gd name="f32" fmla="*/ f3 1 81533"/>
                <a:gd name="f33" fmla="*/ f4 1 186023"/>
                <a:gd name="f34" fmla="val f5"/>
                <a:gd name="f35" fmla="val f6"/>
                <a:gd name="f36" fmla="val f7"/>
                <a:gd name="f37" fmla="*/ f31 f0 1"/>
                <a:gd name="f38" fmla="+- f36 0 f34"/>
                <a:gd name="f39" fmla="+- f35 0 f34"/>
                <a:gd name="f40" fmla="*/ f37 1 f2"/>
                <a:gd name="f41" fmla="*/ f39 1 81533"/>
                <a:gd name="f42" fmla="*/ f38 1 186023"/>
                <a:gd name="f43" fmla="*/ 48768 f39 1"/>
                <a:gd name="f44" fmla="*/ 186023 f38 1"/>
                <a:gd name="f45" fmla="*/ 76009 f38 1"/>
                <a:gd name="f46" fmla="*/ 78010 f39 1"/>
                <a:gd name="f47" fmla="*/ 59341 f38 1"/>
                <a:gd name="f48" fmla="*/ 38862 f38 1"/>
                <a:gd name="f49" fmla="*/ 69437 f39 1"/>
                <a:gd name="f50" fmla="*/ 21717 f38 1"/>
                <a:gd name="f51" fmla="*/ 81534 f39 1"/>
                <a:gd name="f52" fmla="*/ 22479 f38 1"/>
                <a:gd name="f53" fmla="*/ 2572 f38 1"/>
                <a:gd name="f54" fmla="*/ 64389 f39 1"/>
                <a:gd name="f55" fmla="*/ 0 f38 1"/>
                <a:gd name="f56" fmla="*/ 24765 f39 1"/>
                <a:gd name="f57" fmla="*/ 35624 f38 1"/>
                <a:gd name="f58" fmla="*/ 0 f39 1"/>
                <a:gd name="f59" fmla="+- f40 0 f1"/>
                <a:gd name="f60" fmla="*/ f43 1 81533"/>
                <a:gd name="f61" fmla="*/ f44 1 186023"/>
                <a:gd name="f62" fmla="*/ f45 1 186023"/>
                <a:gd name="f63" fmla="*/ f46 1 81533"/>
                <a:gd name="f64" fmla="*/ f47 1 186023"/>
                <a:gd name="f65" fmla="*/ f48 1 186023"/>
                <a:gd name="f66" fmla="*/ f49 1 81533"/>
                <a:gd name="f67" fmla="*/ f50 1 186023"/>
                <a:gd name="f68" fmla="*/ f51 1 81533"/>
                <a:gd name="f69" fmla="*/ f52 1 186023"/>
                <a:gd name="f70" fmla="*/ f53 1 186023"/>
                <a:gd name="f71" fmla="*/ f54 1 81533"/>
                <a:gd name="f72" fmla="*/ f55 1 186023"/>
                <a:gd name="f73" fmla="*/ f56 1 81533"/>
                <a:gd name="f74" fmla="*/ f57 1 186023"/>
                <a:gd name="f75" fmla="*/ f58 1 81533"/>
                <a:gd name="f76" fmla="*/ f34 1 f41"/>
                <a:gd name="f77" fmla="*/ f35 1 f41"/>
                <a:gd name="f78" fmla="*/ f34 1 f42"/>
                <a:gd name="f79" fmla="*/ f36 1 f42"/>
                <a:gd name="f80" fmla="*/ f60 1 f41"/>
                <a:gd name="f81" fmla="*/ f61 1 f42"/>
                <a:gd name="f82" fmla="*/ f62 1 f42"/>
                <a:gd name="f83" fmla="*/ f63 1 f41"/>
                <a:gd name="f84" fmla="*/ f64 1 f42"/>
                <a:gd name="f85" fmla="*/ f65 1 f42"/>
                <a:gd name="f86" fmla="*/ f66 1 f41"/>
                <a:gd name="f87" fmla="*/ f67 1 f42"/>
                <a:gd name="f88" fmla="*/ f68 1 f41"/>
                <a:gd name="f89" fmla="*/ f69 1 f42"/>
                <a:gd name="f90" fmla="*/ f70 1 f42"/>
                <a:gd name="f91" fmla="*/ f71 1 f41"/>
                <a:gd name="f92" fmla="*/ f72 1 f42"/>
                <a:gd name="f93" fmla="*/ f73 1 f41"/>
                <a:gd name="f94" fmla="*/ f74 1 f42"/>
                <a:gd name="f95" fmla="*/ f75 1 f41"/>
                <a:gd name="f96" fmla="*/ f76 f32 1"/>
                <a:gd name="f97" fmla="*/ f77 f32 1"/>
                <a:gd name="f98" fmla="*/ f79 f33 1"/>
                <a:gd name="f99" fmla="*/ f78 f33 1"/>
                <a:gd name="f100" fmla="*/ f80 f32 1"/>
                <a:gd name="f101" fmla="*/ f81 f33 1"/>
                <a:gd name="f102" fmla="*/ f82 f33 1"/>
                <a:gd name="f103" fmla="*/ f83 f32 1"/>
                <a:gd name="f104" fmla="*/ f84 f33 1"/>
                <a:gd name="f105" fmla="*/ f85 f33 1"/>
                <a:gd name="f106" fmla="*/ f86 f32 1"/>
                <a:gd name="f107" fmla="*/ f87 f33 1"/>
                <a:gd name="f108" fmla="*/ f88 f32 1"/>
                <a:gd name="f109" fmla="*/ f89 f33 1"/>
                <a:gd name="f110" fmla="*/ f90 f33 1"/>
                <a:gd name="f111" fmla="*/ f91 f32 1"/>
                <a:gd name="f112" fmla="*/ f92 f33 1"/>
                <a:gd name="f113" fmla="*/ f93 f32 1"/>
                <a:gd name="f114" fmla="*/ f94 f33 1"/>
                <a:gd name="f115" fmla="*/ f95 f32 1"/>
              </a:gdLst>
              <a:ahLst/>
              <a:cxnLst>
                <a:cxn ang="3cd4">
                  <a:pos x="hc" y="t"/>
                </a:cxn>
                <a:cxn ang="0">
                  <a:pos x="r" y="vc"/>
                </a:cxn>
                <a:cxn ang="cd4">
                  <a:pos x="hc" y="b"/>
                </a:cxn>
                <a:cxn ang="cd2">
                  <a:pos x="l" y="vc"/>
                </a:cxn>
                <a:cxn ang="f59">
                  <a:pos x="f100" y="f101"/>
                </a:cxn>
                <a:cxn ang="f59">
                  <a:pos x="f100" y="f102"/>
                </a:cxn>
                <a:cxn ang="f59">
                  <a:pos x="f103" y="f102"/>
                </a:cxn>
                <a:cxn ang="f59">
                  <a:pos x="f103" y="f104"/>
                </a:cxn>
                <a:cxn ang="f59">
                  <a:pos x="f100" y="f104"/>
                </a:cxn>
                <a:cxn ang="f59">
                  <a:pos x="f100" y="f105"/>
                </a:cxn>
                <a:cxn ang="f59">
                  <a:pos x="f106" y="f107"/>
                </a:cxn>
                <a:cxn ang="f59">
                  <a:pos x="f108" y="f109"/>
                </a:cxn>
                <a:cxn ang="f59">
                  <a:pos x="f108" y="f110"/>
                </a:cxn>
                <a:cxn ang="f59">
                  <a:pos x="f111" y="f112"/>
                </a:cxn>
                <a:cxn ang="f59">
                  <a:pos x="f113" y="f114"/>
                </a:cxn>
                <a:cxn ang="f59">
                  <a:pos x="f113" y="f104"/>
                </a:cxn>
                <a:cxn ang="f59">
                  <a:pos x="f115" y="f104"/>
                </a:cxn>
                <a:cxn ang="f59">
                  <a:pos x="f115" y="f102"/>
                </a:cxn>
                <a:cxn ang="f59">
                  <a:pos x="f113" y="f102"/>
                </a:cxn>
                <a:cxn ang="f59">
                  <a:pos x="f113" y="f101"/>
                </a:cxn>
                <a:cxn ang="f59">
                  <a:pos x="f100" y="f101"/>
                </a:cxn>
              </a:cxnLst>
              <a:rect l="f96" t="f99" r="f97" b="f98"/>
              <a:pathLst>
                <a:path w="81533" h="186023">
                  <a:moveTo>
                    <a:pt x="f8" y="f7"/>
                  </a:moveTo>
                  <a:lnTo>
                    <a:pt x="f8" y="f9"/>
                  </a:lnTo>
                  <a:lnTo>
                    <a:pt x="f10" y="f9"/>
                  </a:lnTo>
                  <a:lnTo>
                    <a:pt x="f10" y="f11"/>
                  </a:lnTo>
                  <a:lnTo>
                    <a:pt x="f8" y="f11"/>
                  </a:lnTo>
                  <a:lnTo>
                    <a:pt x="f8" y="f12"/>
                  </a:lnTo>
                  <a:cubicBezTo>
                    <a:pt x="f8" y="f13"/>
                    <a:pt x="f14" y="f15"/>
                    <a:pt x="f16" y="f15"/>
                  </a:cubicBezTo>
                  <a:cubicBezTo>
                    <a:pt x="f17" y="f15"/>
                    <a:pt x="f18" y="f19"/>
                    <a:pt x="f20" y="f21"/>
                  </a:cubicBezTo>
                  <a:lnTo>
                    <a:pt x="f20" y="f22"/>
                  </a:lnTo>
                  <a:cubicBezTo>
                    <a:pt x="f23" y="f24"/>
                    <a:pt x="f25" y="f5"/>
                    <a:pt x="f26" y="f5"/>
                  </a:cubicBezTo>
                  <a:cubicBezTo>
                    <a:pt x="f27" y="f5"/>
                    <a:pt x="f28" y="f29"/>
                    <a:pt x="f28" y="f30"/>
                  </a:cubicBezTo>
                  <a:lnTo>
                    <a:pt x="f28" y="f11"/>
                  </a:lnTo>
                  <a:lnTo>
                    <a:pt x="f5" y="f11"/>
                  </a:lnTo>
                  <a:lnTo>
                    <a:pt x="f5" y="f9"/>
                  </a:lnTo>
                  <a:lnTo>
                    <a:pt x="f28" y="f9"/>
                  </a:lnTo>
                  <a:lnTo>
                    <a:pt x="f28" y="f7"/>
                  </a:lnTo>
                  <a:lnTo>
                    <a:pt x="f8" y="f7"/>
                  </a:lnTo>
                  <a:close/>
                </a:path>
              </a:pathLst>
            </a:custGeom>
            <a:solidFill>
              <a:srgbClr val="000000"/>
            </a:solidFill>
            <a:ln>
              <a:noFill/>
              <a:prstDash val="soli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000000"/>
                </a:solidFill>
                <a:uFillTx/>
                <a:latin typeface="Arial"/>
              </a:endParaRPr>
            </a:p>
          </p:txBody>
        </p:sp>
        <p:sp>
          <p:nvSpPr>
            <p:cNvPr id="39" name="Vrije vorm: vorm 48">
              <a:extLst>
                <a:ext uri="{FF2B5EF4-FFF2-40B4-BE49-F238E27FC236}">
                  <a16:creationId xmlns:a16="http://schemas.microsoft.com/office/drawing/2014/main" id="{FCC7FDEA-8066-4AFA-8CD3-FFBF94078677}"/>
                </a:ext>
              </a:extLst>
            </p:cNvPr>
            <p:cNvSpPr/>
            <p:nvPr/>
          </p:nvSpPr>
          <p:spPr>
            <a:xfrm>
              <a:off x="1606033" y="6427409"/>
              <a:ext cx="76251" cy="170828"/>
            </a:xfrm>
            <a:custGeom>
              <a:avLst/>
              <a:gdLst>
                <a:gd name="f0" fmla="val 10800000"/>
                <a:gd name="f1" fmla="val 5400000"/>
                <a:gd name="f2" fmla="val 180"/>
                <a:gd name="f3" fmla="val w"/>
                <a:gd name="f4" fmla="val h"/>
                <a:gd name="f5" fmla="val 0"/>
                <a:gd name="f6" fmla="val 74961"/>
                <a:gd name="f7" fmla="val 164972"/>
                <a:gd name="f8" fmla="val 34480"/>
                <a:gd name="f9" fmla="val 51149"/>
                <a:gd name="f10" fmla="val 21717"/>
                <a:gd name="f11" fmla="val 131921"/>
                <a:gd name="f12" fmla="val 148780"/>
                <a:gd name="f13" fmla="val 22003"/>
                <a:gd name="f14" fmla="val 164973"/>
                <a:gd name="f15" fmla="val 57626"/>
                <a:gd name="f16" fmla="val 63151"/>
                <a:gd name="f17" fmla="val 68389"/>
                <a:gd name="f18" fmla="val 164497"/>
                <a:gd name="f19" fmla="val 74009"/>
                <a:gd name="f20" fmla="val 163449"/>
                <a:gd name="f21" fmla="val 145066"/>
                <a:gd name="f22" fmla="val 70104"/>
                <a:gd name="f23" fmla="val 146018"/>
                <a:gd name="f24" fmla="val 65151"/>
                <a:gd name="f25" fmla="val 146590"/>
                <a:gd name="f26" fmla="val 61341"/>
                <a:gd name="f27" fmla="val 52768"/>
                <a:gd name="f28" fmla="val 45720"/>
                <a:gd name="f29" fmla="val 142304"/>
                <a:gd name="f30" fmla="val 133255"/>
                <a:gd name="f31" fmla="val 51245"/>
                <a:gd name="f32" fmla="val 74962"/>
                <a:gd name="f33" fmla="val 34576"/>
                <a:gd name="f34" fmla="val 7525"/>
                <a:gd name="f35" fmla="+- 0 0 -90"/>
                <a:gd name="f36" fmla="*/ f3 1 74961"/>
                <a:gd name="f37" fmla="*/ f4 1 164972"/>
                <a:gd name="f38" fmla="val f5"/>
                <a:gd name="f39" fmla="val f6"/>
                <a:gd name="f40" fmla="val f7"/>
                <a:gd name="f41" fmla="*/ f35 f0 1"/>
                <a:gd name="f42" fmla="+- f40 0 f38"/>
                <a:gd name="f43" fmla="+- f39 0 f38"/>
                <a:gd name="f44" fmla="*/ f41 1 f2"/>
                <a:gd name="f45" fmla="*/ f43 1 74961"/>
                <a:gd name="f46" fmla="*/ f42 1 164972"/>
                <a:gd name="f47" fmla="*/ 0 f43 1"/>
                <a:gd name="f48" fmla="*/ 34480 f42 1"/>
                <a:gd name="f49" fmla="*/ 51149 f42 1"/>
                <a:gd name="f50" fmla="*/ 21717 f43 1"/>
                <a:gd name="f51" fmla="*/ 131921 f42 1"/>
                <a:gd name="f52" fmla="*/ 57626 f43 1"/>
                <a:gd name="f53" fmla="*/ 164973 f42 1"/>
                <a:gd name="f54" fmla="*/ 74009 f43 1"/>
                <a:gd name="f55" fmla="*/ 163449 f42 1"/>
                <a:gd name="f56" fmla="*/ 145066 f42 1"/>
                <a:gd name="f57" fmla="*/ 61341 f43 1"/>
                <a:gd name="f58" fmla="*/ 146590 f42 1"/>
                <a:gd name="f59" fmla="*/ 45720 f43 1"/>
                <a:gd name="f60" fmla="*/ 133255 f42 1"/>
                <a:gd name="f61" fmla="*/ 51245 f42 1"/>
                <a:gd name="f62" fmla="*/ 74962 f43 1"/>
                <a:gd name="f63" fmla="*/ 34576 f42 1"/>
                <a:gd name="f64" fmla="*/ 0 f42 1"/>
                <a:gd name="f65" fmla="*/ 7525 f42 1"/>
                <a:gd name="f66" fmla="+- f44 0 f1"/>
                <a:gd name="f67" fmla="*/ f47 1 74961"/>
                <a:gd name="f68" fmla="*/ f48 1 164972"/>
                <a:gd name="f69" fmla="*/ f49 1 164972"/>
                <a:gd name="f70" fmla="*/ f50 1 74961"/>
                <a:gd name="f71" fmla="*/ f51 1 164972"/>
                <a:gd name="f72" fmla="*/ f52 1 74961"/>
                <a:gd name="f73" fmla="*/ f53 1 164972"/>
                <a:gd name="f74" fmla="*/ f54 1 74961"/>
                <a:gd name="f75" fmla="*/ f55 1 164972"/>
                <a:gd name="f76" fmla="*/ f56 1 164972"/>
                <a:gd name="f77" fmla="*/ f57 1 74961"/>
                <a:gd name="f78" fmla="*/ f58 1 164972"/>
                <a:gd name="f79" fmla="*/ f59 1 74961"/>
                <a:gd name="f80" fmla="*/ f60 1 164972"/>
                <a:gd name="f81" fmla="*/ f61 1 164972"/>
                <a:gd name="f82" fmla="*/ f62 1 74961"/>
                <a:gd name="f83" fmla="*/ f63 1 164972"/>
                <a:gd name="f84" fmla="*/ f64 1 164972"/>
                <a:gd name="f85" fmla="*/ f65 1 164972"/>
                <a:gd name="f86" fmla="*/ f38 1 f45"/>
                <a:gd name="f87" fmla="*/ f39 1 f45"/>
                <a:gd name="f88" fmla="*/ f38 1 f46"/>
                <a:gd name="f89" fmla="*/ f40 1 f46"/>
                <a:gd name="f90" fmla="*/ f67 1 f45"/>
                <a:gd name="f91" fmla="*/ f68 1 f46"/>
                <a:gd name="f92" fmla="*/ f69 1 f46"/>
                <a:gd name="f93" fmla="*/ f70 1 f45"/>
                <a:gd name="f94" fmla="*/ f71 1 f46"/>
                <a:gd name="f95" fmla="*/ f72 1 f45"/>
                <a:gd name="f96" fmla="*/ f73 1 f46"/>
                <a:gd name="f97" fmla="*/ f74 1 f45"/>
                <a:gd name="f98" fmla="*/ f75 1 f46"/>
                <a:gd name="f99" fmla="*/ f76 1 f46"/>
                <a:gd name="f100" fmla="*/ f77 1 f45"/>
                <a:gd name="f101" fmla="*/ f78 1 f46"/>
                <a:gd name="f102" fmla="*/ f79 1 f45"/>
                <a:gd name="f103" fmla="*/ f80 1 f46"/>
                <a:gd name="f104" fmla="*/ f81 1 f46"/>
                <a:gd name="f105" fmla="*/ f82 1 f45"/>
                <a:gd name="f106" fmla="*/ f83 1 f46"/>
                <a:gd name="f107" fmla="*/ f84 1 f46"/>
                <a:gd name="f108" fmla="*/ f85 1 f46"/>
                <a:gd name="f109" fmla="*/ f86 f36 1"/>
                <a:gd name="f110" fmla="*/ f87 f36 1"/>
                <a:gd name="f111" fmla="*/ f89 f37 1"/>
                <a:gd name="f112" fmla="*/ f88 f37 1"/>
                <a:gd name="f113" fmla="*/ f90 f36 1"/>
                <a:gd name="f114" fmla="*/ f91 f37 1"/>
                <a:gd name="f115" fmla="*/ f92 f37 1"/>
                <a:gd name="f116" fmla="*/ f93 f36 1"/>
                <a:gd name="f117" fmla="*/ f94 f37 1"/>
                <a:gd name="f118" fmla="*/ f95 f36 1"/>
                <a:gd name="f119" fmla="*/ f96 f37 1"/>
                <a:gd name="f120" fmla="*/ f97 f36 1"/>
                <a:gd name="f121" fmla="*/ f98 f37 1"/>
                <a:gd name="f122" fmla="*/ f99 f37 1"/>
                <a:gd name="f123" fmla="*/ f100 f36 1"/>
                <a:gd name="f124" fmla="*/ f101 f37 1"/>
                <a:gd name="f125" fmla="*/ f102 f36 1"/>
                <a:gd name="f126" fmla="*/ f103 f37 1"/>
                <a:gd name="f127" fmla="*/ f104 f37 1"/>
                <a:gd name="f128" fmla="*/ f105 f36 1"/>
                <a:gd name="f129" fmla="*/ f106 f37 1"/>
                <a:gd name="f130" fmla="*/ f107 f37 1"/>
                <a:gd name="f131" fmla="*/ f108 f37 1"/>
              </a:gdLst>
              <a:ahLst/>
              <a:cxnLst>
                <a:cxn ang="3cd4">
                  <a:pos x="hc" y="t"/>
                </a:cxn>
                <a:cxn ang="0">
                  <a:pos x="r" y="vc"/>
                </a:cxn>
                <a:cxn ang="cd4">
                  <a:pos x="hc" y="b"/>
                </a:cxn>
                <a:cxn ang="cd2">
                  <a:pos x="l" y="vc"/>
                </a:cxn>
                <a:cxn ang="f66">
                  <a:pos x="f113" y="f114"/>
                </a:cxn>
                <a:cxn ang="f66">
                  <a:pos x="f113" y="f115"/>
                </a:cxn>
                <a:cxn ang="f66">
                  <a:pos x="f116" y="f115"/>
                </a:cxn>
                <a:cxn ang="f66">
                  <a:pos x="f116" y="f117"/>
                </a:cxn>
                <a:cxn ang="f66">
                  <a:pos x="f118" y="f119"/>
                </a:cxn>
                <a:cxn ang="f66">
                  <a:pos x="f120" y="f121"/>
                </a:cxn>
                <a:cxn ang="f66">
                  <a:pos x="f120" y="f122"/>
                </a:cxn>
                <a:cxn ang="f66">
                  <a:pos x="f123" y="f124"/>
                </a:cxn>
                <a:cxn ang="f66">
                  <a:pos x="f125" y="f126"/>
                </a:cxn>
                <a:cxn ang="f66">
                  <a:pos x="f125" y="f127"/>
                </a:cxn>
                <a:cxn ang="f66">
                  <a:pos x="f128" y="f127"/>
                </a:cxn>
                <a:cxn ang="f66">
                  <a:pos x="f128" y="f129"/>
                </a:cxn>
                <a:cxn ang="f66">
                  <a:pos x="f125" y="f129"/>
                </a:cxn>
                <a:cxn ang="f66">
                  <a:pos x="f125" y="f130"/>
                </a:cxn>
                <a:cxn ang="f66">
                  <a:pos x="f116" y="f131"/>
                </a:cxn>
                <a:cxn ang="f66">
                  <a:pos x="f116" y="f129"/>
                </a:cxn>
                <a:cxn ang="f66">
                  <a:pos x="f113" y="f114"/>
                </a:cxn>
              </a:cxnLst>
              <a:rect l="f109" t="f112" r="f110" b="f111"/>
              <a:pathLst>
                <a:path w="74961" h="164972">
                  <a:moveTo>
                    <a:pt x="f5" y="f8"/>
                  </a:moveTo>
                  <a:lnTo>
                    <a:pt x="f5" y="f9"/>
                  </a:lnTo>
                  <a:lnTo>
                    <a:pt x="f10" y="f9"/>
                  </a:lnTo>
                  <a:lnTo>
                    <a:pt x="f10" y="f11"/>
                  </a:lnTo>
                  <a:cubicBezTo>
                    <a:pt x="f10" y="f12"/>
                    <a:pt x="f13" y="f14"/>
                    <a:pt x="f15" y="f14"/>
                  </a:cubicBezTo>
                  <a:cubicBezTo>
                    <a:pt x="f16" y="f14"/>
                    <a:pt x="f17" y="f18"/>
                    <a:pt x="f19" y="f20"/>
                  </a:cubicBezTo>
                  <a:lnTo>
                    <a:pt x="f19" y="f21"/>
                  </a:lnTo>
                  <a:cubicBezTo>
                    <a:pt x="f22" y="f23"/>
                    <a:pt x="f24" y="f25"/>
                    <a:pt x="f26" y="f25"/>
                  </a:cubicBezTo>
                  <a:cubicBezTo>
                    <a:pt x="f27" y="f25"/>
                    <a:pt x="f28" y="f29"/>
                    <a:pt x="f28" y="f30"/>
                  </a:cubicBezTo>
                  <a:lnTo>
                    <a:pt x="f28" y="f31"/>
                  </a:lnTo>
                  <a:lnTo>
                    <a:pt x="f32" y="f31"/>
                  </a:lnTo>
                  <a:lnTo>
                    <a:pt x="f32" y="f33"/>
                  </a:lnTo>
                  <a:lnTo>
                    <a:pt x="f28" y="f33"/>
                  </a:lnTo>
                  <a:lnTo>
                    <a:pt x="f28" y="f5"/>
                  </a:lnTo>
                  <a:lnTo>
                    <a:pt x="f10" y="f34"/>
                  </a:lnTo>
                  <a:lnTo>
                    <a:pt x="f10" y="f33"/>
                  </a:lnTo>
                  <a:lnTo>
                    <a:pt x="f5" y="f8"/>
                  </a:lnTo>
                  <a:close/>
                </a:path>
              </a:pathLst>
            </a:custGeom>
            <a:solidFill>
              <a:srgbClr val="000000"/>
            </a:solidFill>
            <a:ln>
              <a:noFill/>
              <a:prstDash val="soli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000000"/>
                </a:solidFill>
                <a:uFillTx/>
                <a:latin typeface="Arial"/>
              </a:endParaRPr>
            </a:p>
          </p:txBody>
        </p:sp>
        <p:sp>
          <p:nvSpPr>
            <p:cNvPr id="40" name="Vrije vorm: vorm 49">
              <a:extLst>
                <a:ext uri="{FF2B5EF4-FFF2-40B4-BE49-F238E27FC236}">
                  <a16:creationId xmlns:a16="http://schemas.microsoft.com/office/drawing/2014/main" id="{E40AB6E6-E00B-FA4E-59E9-FAB3B28749C7}"/>
                </a:ext>
              </a:extLst>
            </p:cNvPr>
            <p:cNvSpPr/>
            <p:nvPr/>
          </p:nvSpPr>
          <p:spPr>
            <a:xfrm>
              <a:off x="1140302" y="6405518"/>
              <a:ext cx="151241" cy="188777"/>
            </a:xfrm>
            <a:custGeom>
              <a:avLst/>
              <a:gdLst>
                <a:gd name="f0" fmla="val 10800000"/>
                <a:gd name="f1" fmla="val 5400000"/>
                <a:gd name="f2" fmla="val 180"/>
                <a:gd name="f3" fmla="val w"/>
                <a:gd name="f4" fmla="val h"/>
                <a:gd name="f5" fmla="val 0"/>
                <a:gd name="f6" fmla="val 148685"/>
                <a:gd name="f7" fmla="val 182308"/>
                <a:gd name="f8" fmla="val 182309"/>
                <a:gd name="f9" fmla="val 62579"/>
                <a:gd name="f10" fmla="val 140494"/>
                <a:gd name="f11" fmla="val 116300"/>
                <a:gd name="f12" fmla="val 91154"/>
                <a:gd name="f13" fmla="val 66008"/>
                <a:gd name="f14" fmla="val 25241"/>
                <a:gd name="f15" fmla="val 21812"/>
                <a:gd name="f16" fmla="val 104680"/>
                <a:gd name="f17" fmla="val 122206"/>
                <a:gd name="f18" fmla="val 53626"/>
                <a:gd name="f19" fmla="val 91250"/>
                <a:gd name="f20" fmla="val 128873"/>
                <a:gd name="f21" fmla="val 160687"/>
                <a:gd name="f22" fmla="+- 0 0 -90"/>
                <a:gd name="f23" fmla="*/ f3 1 148685"/>
                <a:gd name="f24" fmla="*/ f4 1 182308"/>
                <a:gd name="f25" fmla="val f5"/>
                <a:gd name="f26" fmla="val f6"/>
                <a:gd name="f27" fmla="val f7"/>
                <a:gd name="f28" fmla="*/ f22 f0 1"/>
                <a:gd name="f29" fmla="+- f27 0 f25"/>
                <a:gd name="f30" fmla="+- f26 0 f25"/>
                <a:gd name="f31" fmla="*/ f28 1 f2"/>
                <a:gd name="f32" fmla="*/ f30 1 148685"/>
                <a:gd name="f33" fmla="*/ f29 1 182308"/>
                <a:gd name="f34" fmla="*/ 0 f30 1"/>
                <a:gd name="f35" fmla="*/ 182309 f29 1"/>
                <a:gd name="f36" fmla="*/ 62579 f30 1"/>
                <a:gd name="f37" fmla="*/ 148685 f30 1"/>
                <a:gd name="f38" fmla="*/ 91154 f29 1"/>
                <a:gd name="f39" fmla="*/ 0 f29 1"/>
                <a:gd name="f40" fmla="*/ 25241 f30 1"/>
                <a:gd name="f41" fmla="*/ 21812 f29 1"/>
                <a:gd name="f42" fmla="*/ 122206 f30 1"/>
                <a:gd name="f43" fmla="*/ 91250 f29 1"/>
                <a:gd name="f44" fmla="*/ 160687 f29 1"/>
                <a:gd name="f45" fmla="+- f31 0 f1"/>
                <a:gd name="f46" fmla="*/ f34 1 148685"/>
                <a:gd name="f47" fmla="*/ f35 1 182308"/>
                <a:gd name="f48" fmla="*/ f36 1 148685"/>
                <a:gd name="f49" fmla="*/ f37 1 148685"/>
                <a:gd name="f50" fmla="*/ f38 1 182308"/>
                <a:gd name="f51" fmla="*/ f39 1 182308"/>
                <a:gd name="f52" fmla="*/ f40 1 148685"/>
                <a:gd name="f53" fmla="*/ f41 1 182308"/>
                <a:gd name="f54" fmla="*/ f42 1 148685"/>
                <a:gd name="f55" fmla="*/ f43 1 182308"/>
                <a:gd name="f56" fmla="*/ f44 1 182308"/>
                <a:gd name="f57" fmla="*/ f25 1 f32"/>
                <a:gd name="f58" fmla="*/ f26 1 f32"/>
                <a:gd name="f59" fmla="*/ f25 1 f33"/>
                <a:gd name="f60" fmla="*/ f27 1 f33"/>
                <a:gd name="f61" fmla="*/ f46 1 f32"/>
                <a:gd name="f62" fmla="*/ f47 1 f33"/>
                <a:gd name="f63" fmla="*/ f48 1 f32"/>
                <a:gd name="f64" fmla="*/ f49 1 f32"/>
                <a:gd name="f65" fmla="*/ f50 1 f33"/>
                <a:gd name="f66" fmla="*/ f51 1 f33"/>
                <a:gd name="f67" fmla="*/ f52 1 f32"/>
                <a:gd name="f68" fmla="*/ f53 1 f33"/>
                <a:gd name="f69" fmla="*/ f54 1 f32"/>
                <a:gd name="f70" fmla="*/ f55 1 f33"/>
                <a:gd name="f71" fmla="*/ f56 1 f33"/>
                <a:gd name="f72" fmla="*/ f57 f23 1"/>
                <a:gd name="f73" fmla="*/ f58 f23 1"/>
                <a:gd name="f74" fmla="*/ f60 f24 1"/>
                <a:gd name="f75" fmla="*/ f59 f24 1"/>
                <a:gd name="f76" fmla="*/ f61 f23 1"/>
                <a:gd name="f77" fmla="*/ f62 f24 1"/>
                <a:gd name="f78" fmla="*/ f63 f23 1"/>
                <a:gd name="f79" fmla="*/ f64 f23 1"/>
                <a:gd name="f80" fmla="*/ f65 f24 1"/>
                <a:gd name="f81" fmla="*/ f66 f24 1"/>
                <a:gd name="f82" fmla="*/ f67 f23 1"/>
                <a:gd name="f83" fmla="*/ f68 f24 1"/>
                <a:gd name="f84" fmla="*/ f69 f23 1"/>
                <a:gd name="f85" fmla="*/ f70 f24 1"/>
                <a:gd name="f86" fmla="*/ f71 f24 1"/>
              </a:gdLst>
              <a:ahLst/>
              <a:cxnLst>
                <a:cxn ang="3cd4">
                  <a:pos x="hc" y="t"/>
                </a:cxn>
                <a:cxn ang="0">
                  <a:pos x="r" y="vc"/>
                </a:cxn>
                <a:cxn ang="cd4">
                  <a:pos x="hc" y="b"/>
                </a:cxn>
                <a:cxn ang="cd2">
                  <a:pos x="l" y="vc"/>
                </a:cxn>
                <a:cxn ang="f45">
                  <a:pos x="f76" y="f77"/>
                </a:cxn>
                <a:cxn ang="f45">
                  <a:pos x="f78" y="f77"/>
                </a:cxn>
                <a:cxn ang="f45">
                  <a:pos x="f79" y="f80"/>
                </a:cxn>
                <a:cxn ang="f45">
                  <a:pos x="f78" y="f81"/>
                </a:cxn>
                <a:cxn ang="f45">
                  <a:pos x="f76" y="f81"/>
                </a:cxn>
                <a:cxn ang="f45">
                  <a:pos x="f76" y="f77"/>
                </a:cxn>
                <a:cxn ang="f45">
                  <a:pos x="f82" y="f83"/>
                </a:cxn>
                <a:cxn ang="f45">
                  <a:pos x="f78" y="f83"/>
                </a:cxn>
                <a:cxn ang="f45">
                  <a:pos x="f84" y="f85"/>
                </a:cxn>
                <a:cxn ang="f45">
                  <a:pos x="f78" y="f86"/>
                </a:cxn>
                <a:cxn ang="f45">
                  <a:pos x="f82" y="f86"/>
                </a:cxn>
                <a:cxn ang="f45">
                  <a:pos x="f82" y="f83"/>
                </a:cxn>
              </a:cxnLst>
              <a:rect l="f72" t="f75" r="f73" b="f74"/>
              <a:pathLst>
                <a:path w="148685" h="182308">
                  <a:moveTo>
                    <a:pt x="f5" y="f8"/>
                  </a:moveTo>
                  <a:lnTo>
                    <a:pt x="f9" y="f8"/>
                  </a:lnTo>
                  <a:cubicBezTo>
                    <a:pt x="f10" y="f8"/>
                    <a:pt x="f6" y="f11"/>
                    <a:pt x="f6" y="f12"/>
                  </a:cubicBezTo>
                  <a:cubicBezTo>
                    <a:pt x="f6" y="f13"/>
                    <a:pt x="f10" y="f5"/>
                    <a:pt x="f9" y="f5"/>
                  </a:cubicBezTo>
                  <a:lnTo>
                    <a:pt x="f5" y="f5"/>
                  </a:lnTo>
                  <a:lnTo>
                    <a:pt x="f5" y="f8"/>
                  </a:lnTo>
                  <a:close/>
                  <a:moveTo>
                    <a:pt x="f14" y="f15"/>
                  </a:moveTo>
                  <a:lnTo>
                    <a:pt x="f9" y="f15"/>
                  </a:lnTo>
                  <a:cubicBezTo>
                    <a:pt x="f16" y="f15"/>
                    <a:pt x="f17" y="f18"/>
                    <a:pt x="f17" y="f19"/>
                  </a:cubicBezTo>
                  <a:cubicBezTo>
                    <a:pt x="f17" y="f20"/>
                    <a:pt x="f16" y="f21"/>
                    <a:pt x="f9" y="f21"/>
                  </a:cubicBezTo>
                  <a:lnTo>
                    <a:pt x="f14" y="f21"/>
                  </a:lnTo>
                  <a:lnTo>
                    <a:pt x="f14" y="f15"/>
                  </a:lnTo>
                  <a:close/>
                </a:path>
              </a:pathLst>
            </a:custGeom>
            <a:solidFill>
              <a:srgbClr val="000000"/>
            </a:solidFill>
            <a:ln>
              <a:noFill/>
              <a:prstDash val="soli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000000"/>
                </a:solidFill>
                <a:uFillTx/>
                <a:latin typeface="Arial"/>
              </a:endParaRPr>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Lst>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txStyles>
    <p:titleStyle>
      <a:lvl1pPr marL="0" marR="0" lvl="0" indent="0" algn="l" defTabSz="914400" rtl="0" fontAlgn="auto" hangingPunct="1">
        <a:lnSpc>
          <a:spcPts val="3600"/>
        </a:lnSpc>
        <a:spcBef>
          <a:spcPts val="0"/>
        </a:spcBef>
        <a:spcAft>
          <a:spcPts val="0"/>
        </a:spcAft>
        <a:buNone/>
        <a:tabLst/>
        <a:defRPr lang="en-GB" sz="3600" b="1" i="0" u="none" strike="noStrike" kern="1200" cap="none" spc="0" baseline="0">
          <a:solidFill>
            <a:srgbClr val="000000"/>
          </a:solidFill>
          <a:uFillTx/>
          <a:latin typeface="Arial"/>
        </a:defRPr>
      </a:lvl1pPr>
    </p:titleStyle>
    <p:bodyStyle>
      <a:lvl1pPr marL="361946" marR="0" lvl="0" indent="-361946" algn="l" defTabSz="914400" rtl="0" fontAlgn="auto" hangingPunct="1">
        <a:lnSpc>
          <a:spcPct val="90000"/>
        </a:lnSpc>
        <a:spcBef>
          <a:spcPts val="600"/>
        </a:spcBef>
        <a:spcAft>
          <a:spcPts val="600"/>
        </a:spcAft>
        <a:buClr>
          <a:srgbClr val="00A6D6"/>
        </a:buClr>
        <a:buSzPct val="120000"/>
        <a:buFont typeface="Arial" pitchFamily="34"/>
        <a:buChar char="•"/>
        <a:tabLst/>
        <a:defRPr lang="en-GB" sz="2000" b="0" i="0" u="none" strike="noStrike" kern="1200" cap="none" spc="0" baseline="0">
          <a:solidFill>
            <a:srgbClr val="000000"/>
          </a:solidFill>
          <a:uFillTx/>
          <a:latin typeface="Arial"/>
        </a:defRPr>
      </a:lvl1pPr>
      <a:lvl2pPr marL="712783" marR="0" lvl="1" indent="-350836" algn="l" defTabSz="914400" rtl="0" fontAlgn="auto" hangingPunct="1">
        <a:lnSpc>
          <a:spcPct val="90000"/>
        </a:lnSpc>
        <a:spcBef>
          <a:spcPts val="600"/>
        </a:spcBef>
        <a:spcAft>
          <a:spcPts val="600"/>
        </a:spcAft>
        <a:buClr>
          <a:srgbClr val="00A6D6"/>
        </a:buClr>
        <a:buSzPct val="120000"/>
        <a:buFont typeface="Arial" pitchFamily="34"/>
        <a:buChar char="•"/>
        <a:tabLst>
          <a:tab pos="712783" algn="l"/>
        </a:tabLst>
        <a:defRPr lang="en-GB" sz="2000" b="0" i="0" u="none" strike="noStrike" kern="1200" cap="none" spc="0" baseline="0">
          <a:solidFill>
            <a:srgbClr val="000000"/>
          </a:solidFill>
          <a:uFillTx/>
          <a:latin typeface="Arial"/>
        </a:defRPr>
      </a:lvl2pPr>
      <a:lvl3pPr marL="0" marR="0" lvl="2" indent="0" algn="l" defTabSz="914400" rtl="0" fontAlgn="auto" hangingPunct="1">
        <a:lnSpc>
          <a:spcPct val="90000"/>
        </a:lnSpc>
        <a:spcBef>
          <a:spcPts val="600"/>
        </a:spcBef>
        <a:spcAft>
          <a:spcPts val="600"/>
        </a:spcAft>
        <a:buNone/>
        <a:tabLst/>
        <a:defRPr lang="en-GB" sz="2000" b="0" i="0" u="none" strike="noStrike" kern="1200" cap="none" spc="0" baseline="0">
          <a:solidFill>
            <a:srgbClr val="000000"/>
          </a:solidFill>
          <a:uFillTx/>
          <a:latin typeface="Arial"/>
        </a:defRPr>
      </a:lvl3pPr>
      <a:lvl4pPr marL="0" marR="0" lvl="3" indent="0" algn="l" defTabSz="914400" rtl="0" fontAlgn="auto" hangingPunct="1">
        <a:lnSpc>
          <a:spcPct val="90000"/>
        </a:lnSpc>
        <a:spcBef>
          <a:spcPts val="600"/>
        </a:spcBef>
        <a:spcAft>
          <a:spcPts val="600"/>
        </a:spcAft>
        <a:buNone/>
        <a:tabLst/>
        <a:defRPr lang="en-GB" sz="3600" b="1" i="0" u="none" strike="noStrike" kern="1200" cap="none" spc="0" baseline="0">
          <a:solidFill>
            <a:srgbClr val="000000"/>
          </a:solidFill>
          <a:uFillTx/>
          <a:latin typeface="Arial"/>
        </a:defRPr>
      </a:lvl4pPr>
      <a:lvl5pPr marL="0" marR="0" lvl="4" indent="0" algn="l" defTabSz="914400" rtl="0" fontAlgn="auto" hangingPunct="1">
        <a:lnSpc>
          <a:spcPct val="90000"/>
        </a:lnSpc>
        <a:spcBef>
          <a:spcPts val="600"/>
        </a:spcBef>
        <a:spcAft>
          <a:spcPts val="600"/>
        </a:spcAft>
        <a:buNone/>
        <a:tabLst/>
        <a:defRPr lang="en-GB" sz="2400" b="0" i="0" u="none" strike="noStrike" kern="1200" cap="none" spc="0" baseline="0">
          <a:solidFill>
            <a:srgbClr val="00A6D6"/>
          </a:solidFill>
          <a:uFillTx/>
          <a:latin typeface="Arial"/>
        </a:defRPr>
      </a:lvl5pPr>
      <a:lvl6pPr marL="0" marR="0" lvl="5" indent="0" algn="l" defTabSz="914400" rtl="0" fontAlgn="auto" hangingPunct="1">
        <a:lnSpc>
          <a:spcPct val="90000"/>
        </a:lnSpc>
        <a:spcBef>
          <a:spcPts val="600"/>
        </a:spcBef>
        <a:spcAft>
          <a:spcPts val="600"/>
        </a:spcAft>
        <a:buNone/>
        <a:tabLst/>
        <a:defRPr lang="en-GB" sz="2000" b="0" i="0" u="none" strike="noStrike" kern="1200" cap="none" spc="0" baseline="0">
          <a:solidFill>
            <a:srgbClr val="000000"/>
          </a:solidFill>
          <a:uFillTx/>
          <a:latin typeface="Arial"/>
        </a:defRPr>
      </a:lvl6pPr>
      <a:lvl7pPr marL="361946" marR="0" lvl="6" indent="-361946" algn="l" defTabSz="914400" rtl="0" fontAlgn="auto" hangingPunct="1">
        <a:lnSpc>
          <a:spcPct val="90000"/>
        </a:lnSpc>
        <a:spcBef>
          <a:spcPts val="600"/>
        </a:spcBef>
        <a:spcAft>
          <a:spcPts val="600"/>
        </a:spcAft>
        <a:buClr>
          <a:srgbClr val="00A6D6"/>
        </a:buClr>
        <a:buSzPct val="100000"/>
        <a:buFont typeface="Arial"/>
        <a:buAutoNum type="arabicPeriod"/>
        <a:tabLst/>
        <a:defRPr lang="en-GB" sz="2000" b="0" i="0" u="none" strike="noStrike" kern="1200" cap="none" spc="0" baseline="0">
          <a:solidFill>
            <a:srgbClr val="000000"/>
          </a:solidFill>
          <a:uFillTx/>
          <a:latin typeface="Arial"/>
        </a:defRPr>
      </a:lvl7pPr>
      <a:lvl8pPr marL="361946" marR="0" lvl="7" indent="-361946" algn="l" defTabSz="914400" rtl="0" fontAlgn="auto" hangingPunct="1">
        <a:lnSpc>
          <a:spcPct val="90000"/>
        </a:lnSpc>
        <a:spcBef>
          <a:spcPts val="600"/>
        </a:spcBef>
        <a:spcAft>
          <a:spcPts val="600"/>
        </a:spcAft>
        <a:buClr>
          <a:srgbClr val="00A6D6"/>
        </a:buClr>
        <a:buSzPct val="100000"/>
        <a:buFont typeface="Arial"/>
        <a:buAutoNum type="alphaLcPeriod"/>
        <a:tabLst/>
        <a:defRPr lang="en-GB" sz="2000" b="0" i="0" u="none" strike="noStrike" kern="1200" cap="none" spc="0" baseline="0">
          <a:solidFill>
            <a:srgbClr val="000000"/>
          </a:solidFill>
          <a:uFillTx/>
          <a:latin typeface="Arial"/>
        </a:defRPr>
      </a:lvl8pPr>
      <a:lvl9pPr marL="0" marR="0" lvl="8" indent="0" algn="l" defTabSz="914400" rtl="0" fontAlgn="auto" hangingPunct="1">
        <a:lnSpc>
          <a:spcPct val="90000"/>
        </a:lnSpc>
        <a:spcBef>
          <a:spcPts val="600"/>
        </a:spcBef>
        <a:spcAft>
          <a:spcPts val="600"/>
        </a:spcAft>
        <a:buNone/>
        <a:tabLst/>
        <a:defRPr lang="en-GB" sz="1600" b="0" i="1" u="none" strike="noStrike" kern="1200" cap="none" spc="0" baseline="0">
          <a:solidFill>
            <a:srgbClr val="000000"/>
          </a:solidFill>
          <a:uFillTx/>
          <a:latin typeface="Arial"/>
        </a:defRPr>
      </a:lvl9pPr>
    </p:bodyStyle>
    <p:other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E878EE8C-ED9D-05C6-721A-5B189E25D0B4}"/>
              </a:ext>
            </a:extLst>
          </p:cNvPr>
          <p:cNvSpPr txBox="1">
            <a:spLocks noGrp="1"/>
          </p:cNvSpPr>
          <p:nvPr>
            <p:ph type="title"/>
          </p:nvPr>
        </p:nvSpPr>
        <p:spPr>
          <a:xfrm>
            <a:off x="718663" y="722458"/>
            <a:ext cx="10752612" cy="323404"/>
          </a:xfrm>
          <a:prstGeom prst="rect">
            <a:avLst/>
          </a:prstGeom>
          <a:noFill/>
          <a:ln>
            <a:noFill/>
          </a:ln>
        </p:spPr>
        <p:txBody>
          <a:bodyPr vert="horz" wrap="square" lIns="0" tIns="0" rIns="0" bIns="378003" anchor="t" anchorCtr="0" compatLnSpc="1">
            <a:noAutofit/>
          </a:bodyPr>
          <a:lstStyle/>
          <a:p>
            <a:pPr lvl="0"/>
            <a:r>
              <a:rPr lang="en-GB"/>
              <a:t>Title goes here</a:t>
            </a:r>
          </a:p>
        </p:txBody>
      </p:sp>
      <p:sp>
        <p:nvSpPr>
          <p:cNvPr id="3" name="Tijdelijke aanduiding voor tekst 2">
            <a:extLst>
              <a:ext uri="{FF2B5EF4-FFF2-40B4-BE49-F238E27FC236}">
                <a16:creationId xmlns:a16="http://schemas.microsoft.com/office/drawing/2014/main" id="{763958E8-1413-E3BD-40C3-05A1FD79C726}"/>
              </a:ext>
            </a:extLst>
          </p:cNvPr>
          <p:cNvSpPr txBox="1">
            <a:spLocks noGrp="1"/>
          </p:cNvSpPr>
          <p:nvPr>
            <p:ph type="body" idx="1"/>
          </p:nvPr>
        </p:nvSpPr>
        <p:spPr>
          <a:xfrm>
            <a:off x="719139" y="1563934"/>
            <a:ext cx="10752136" cy="4433422"/>
          </a:xfrm>
          <a:prstGeom prst="rect">
            <a:avLst/>
          </a:prstGeom>
          <a:noFill/>
          <a:ln>
            <a:noFill/>
          </a:ln>
        </p:spPr>
        <p:txBody>
          <a:bodyPr vert="horz" wrap="square" lIns="0" tIns="0" rIns="0" bIns="0" anchor="t" anchorCtr="0" compatLnSpc="1">
            <a:noAutofit/>
          </a:bodyPr>
          <a:lstStyle/>
          <a:p>
            <a:pPr lvl="0"/>
            <a:r>
              <a:rPr lang="en-GB"/>
              <a:t>Bullet</a:t>
            </a:r>
          </a:p>
          <a:p>
            <a:pPr lvl="1"/>
            <a:r>
              <a:rPr lang="en-GB"/>
              <a:t>Sub-bullet </a:t>
            </a:r>
          </a:p>
          <a:p>
            <a:pPr lvl="2"/>
            <a:r>
              <a:rPr lang="en-GB"/>
              <a:t>Default text</a:t>
            </a:r>
            <a:br>
              <a:rPr lang="en-GB"/>
            </a:br>
            <a:endParaRPr lang="en-GB"/>
          </a:p>
          <a:p>
            <a:pPr lvl="3"/>
            <a:r>
              <a:rPr lang="en-GB"/>
              <a:t>Title/Quote</a:t>
            </a:r>
          </a:p>
          <a:p>
            <a:pPr lvl="4"/>
            <a:r>
              <a:rPr lang="en-GB"/>
              <a:t>Subtitle</a:t>
            </a:r>
          </a:p>
          <a:p>
            <a:pPr lvl="5"/>
            <a:r>
              <a:rPr lang="en-GB"/>
              <a:t>Default text</a:t>
            </a:r>
            <a:br>
              <a:rPr lang="en-GB"/>
            </a:br>
            <a:endParaRPr lang="en-GB"/>
          </a:p>
          <a:p>
            <a:pPr lvl="6"/>
            <a:r>
              <a:rPr lang="en-GB"/>
              <a:t>Numerical bullet</a:t>
            </a:r>
          </a:p>
          <a:p>
            <a:pPr lvl="7"/>
            <a:r>
              <a:rPr lang="en-GB"/>
              <a:t>Alphabetical bullet</a:t>
            </a:r>
          </a:p>
          <a:p>
            <a:pPr lvl="8"/>
            <a:r>
              <a:rPr lang="en-GB"/>
              <a:t>Source</a:t>
            </a:r>
          </a:p>
        </p:txBody>
      </p:sp>
      <p:grpSp>
        <p:nvGrpSpPr>
          <p:cNvPr id="4" name="GRID">
            <a:extLst>
              <a:ext uri="{FF2B5EF4-FFF2-40B4-BE49-F238E27FC236}">
                <a16:creationId xmlns:a16="http://schemas.microsoft.com/office/drawing/2014/main" id="{F0F568A0-557A-0E70-6FA7-5694236D08C0}"/>
              </a:ext>
            </a:extLst>
          </p:cNvPr>
          <p:cNvGrpSpPr/>
          <p:nvPr/>
        </p:nvGrpSpPr>
        <p:grpSpPr>
          <a:xfrm>
            <a:off x="-12033" y="0"/>
            <a:ext cx="12204029" cy="6858000"/>
            <a:chOff x="-12033" y="0"/>
            <a:chExt cx="12204029" cy="6858000"/>
          </a:xfrm>
        </p:grpSpPr>
        <p:sp>
          <p:nvSpPr>
            <p:cNvPr id="5" name="Rechthoek 7" hidden="1">
              <a:extLst>
                <a:ext uri="{FF2B5EF4-FFF2-40B4-BE49-F238E27FC236}">
                  <a16:creationId xmlns:a16="http://schemas.microsoft.com/office/drawing/2014/main" id="{421BB625-0C2E-D12E-E4AF-BD9C15F8827F}"/>
                </a:ext>
              </a:extLst>
            </p:cNvPr>
            <p:cNvSpPr/>
            <p:nvPr/>
          </p:nvSpPr>
          <p:spPr>
            <a:xfrm>
              <a:off x="-12033" y="0"/>
              <a:ext cx="12191996" cy="719998"/>
            </a:xfrm>
            <a:prstGeom prst="rect">
              <a:avLst/>
            </a:prstGeom>
            <a:solidFill>
              <a:srgbClr val="00A6D6">
                <a:alpha val="50000"/>
              </a:srgbClr>
            </a:solidFill>
            <a:ln>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F2F2F2"/>
                </a:solidFill>
                <a:uFillTx/>
                <a:latin typeface="Arial"/>
              </a:endParaRPr>
            </a:p>
          </p:txBody>
        </p:sp>
        <p:sp>
          <p:nvSpPr>
            <p:cNvPr id="6" name="Rechthoek 11" hidden="1">
              <a:extLst>
                <a:ext uri="{FF2B5EF4-FFF2-40B4-BE49-F238E27FC236}">
                  <a16:creationId xmlns:a16="http://schemas.microsoft.com/office/drawing/2014/main" id="{35F27542-F4D8-B69E-F8A1-B027A9E9A5A5}"/>
                </a:ext>
              </a:extLst>
            </p:cNvPr>
            <p:cNvSpPr/>
            <p:nvPr/>
          </p:nvSpPr>
          <p:spPr>
            <a:xfrm>
              <a:off x="0" y="0"/>
              <a:ext cx="719998" cy="6858000"/>
            </a:xfrm>
            <a:prstGeom prst="rect">
              <a:avLst/>
            </a:prstGeom>
            <a:solidFill>
              <a:srgbClr val="00A6D6">
                <a:alpha val="50000"/>
              </a:srgbClr>
            </a:solidFill>
            <a:ln>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F2F2F2"/>
                </a:solidFill>
                <a:uFillTx/>
                <a:latin typeface="Arial"/>
              </a:endParaRPr>
            </a:p>
          </p:txBody>
        </p:sp>
        <p:sp>
          <p:nvSpPr>
            <p:cNvPr id="7" name="Rechthoek 12" hidden="1">
              <a:extLst>
                <a:ext uri="{FF2B5EF4-FFF2-40B4-BE49-F238E27FC236}">
                  <a16:creationId xmlns:a16="http://schemas.microsoft.com/office/drawing/2014/main" id="{F9FABD91-C4AE-E801-FB48-13C9DA6581DC}"/>
                </a:ext>
              </a:extLst>
            </p:cNvPr>
            <p:cNvSpPr/>
            <p:nvPr/>
          </p:nvSpPr>
          <p:spPr>
            <a:xfrm>
              <a:off x="11471998" y="0"/>
              <a:ext cx="719998" cy="6858000"/>
            </a:xfrm>
            <a:prstGeom prst="rect">
              <a:avLst/>
            </a:prstGeom>
            <a:solidFill>
              <a:srgbClr val="00A6D6">
                <a:alpha val="50000"/>
              </a:srgbClr>
            </a:solidFill>
            <a:ln>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F2F2F2"/>
                </a:solidFill>
                <a:uFillTx/>
                <a:latin typeface="Arial"/>
              </a:endParaRPr>
            </a:p>
          </p:txBody>
        </p:sp>
        <p:sp>
          <p:nvSpPr>
            <p:cNvPr id="8" name="Rechthoek 15" hidden="1">
              <a:extLst>
                <a:ext uri="{FF2B5EF4-FFF2-40B4-BE49-F238E27FC236}">
                  <a16:creationId xmlns:a16="http://schemas.microsoft.com/office/drawing/2014/main" id="{9DE8A71D-7A36-D68A-03BF-9BCE37A8CEF4}"/>
                </a:ext>
              </a:extLst>
            </p:cNvPr>
            <p:cNvSpPr/>
            <p:nvPr/>
          </p:nvSpPr>
          <p:spPr>
            <a:xfrm>
              <a:off x="0" y="1064526"/>
              <a:ext cx="12191996" cy="539998"/>
            </a:xfrm>
            <a:prstGeom prst="rect">
              <a:avLst/>
            </a:prstGeom>
            <a:solidFill>
              <a:srgbClr val="00A6D6">
                <a:alpha val="50000"/>
              </a:srgbClr>
            </a:solidFill>
            <a:ln>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F2F2F2"/>
                </a:solidFill>
                <a:uFillTx/>
                <a:latin typeface="Arial"/>
              </a:endParaRPr>
            </a:p>
          </p:txBody>
        </p:sp>
        <p:sp>
          <p:nvSpPr>
            <p:cNvPr id="9" name="Rechthoek 16" hidden="1">
              <a:extLst>
                <a:ext uri="{FF2B5EF4-FFF2-40B4-BE49-F238E27FC236}">
                  <a16:creationId xmlns:a16="http://schemas.microsoft.com/office/drawing/2014/main" id="{007E027A-3C12-58C3-724D-3CBEF105E49A}"/>
                </a:ext>
              </a:extLst>
            </p:cNvPr>
            <p:cNvSpPr/>
            <p:nvPr/>
          </p:nvSpPr>
          <p:spPr>
            <a:xfrm>
              <a:off x="0" y="6498000"/>
              <a:ext cx="12191996" cy="359999"/>
            </a:xfrm>
            <a:prstGeom prst="rect">
              <a:avLst/>
            </a:prstGeom>
            <a:solidFill>
              <a:srgbClr val="00A6D6">
                <a:alpha val="50000"/>
              </a:srgbClr>
            </a:solidFill>
            <a:ln>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F2F2F2"/>
                </a:solidFill>
                <a:uFillTx/>
                <a:latin typeface="Arial"/>
              </a:endParaRPr>
            </a:p>
          </p:txBody>
        </p:sp>
        <p:sp>
          <p:nvSpPr>
            <p:cNvPr id="10" name="Rechthoek 17" hidden="1">
              <a:extLst>
                <a:ext uri="{FF2B5EF4-FFF2-40B4-BE49-F238E27FC236}">
                  <a16:creationId xmlns:a16="http://schemas.microsoft.com/office/drawing/2014/main" id="{9D6020BA-98B2-4D5F-3C86-EF010189566E}"/>
                </a:ext>
              </a:extLst>
            </p:cNvPr>
            <p:cNvSpPr/>
            <p:nvPr/>
          </p:nvSpPr>
          <p:spPr>
            <a:xfrm>
              <a:off x="0" y="5806211"/>
              <a:ext cx="12191996" cy="539998"/>
            </a:xfrm>
            <a:prstGeom prst="rect">
              <a:avLst/>
            </a:prstGeom>
            <a:solidFill>
              <a:srgbClr val="00A6D6">
                <a:alpha val="50000"/>
              </a:srgbClr>
            </a:solidFill>
            <a:ln>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F2F2F2"/>
                </a:solidFill>
                <a:uFillTx/>
                <a:latin typeface="Arial"/>
              </a:endParaRPr>
            </a:p>
          </p:txBody>
        </p:sp>
      </p:grpSp>
      <p:sp>
        <p:nvSpPr>
          <p:cNvPr id="11" name="Tekstvak 19">
            <a:extLst>
              <a:ext uri="{FF2B5EF4-FFF2-40B4-BE49-F238E27FC236}">
                <a16:creationId xmlns:a16="http://schemas.microsoft.com/office/drawing/2014/main" id="{E7567D86-041D-26DD-FD80-D5926B388026}"/>
              </a:ext>
            </a:extLst>
          </p:cNvPr>
          <p:cNvSpPr txBox="1"/>
          <p:nvPr/>
        </p:nvSpPr>
        <p:spPr>
          <a:xfrm>
            <a:off x="0" y="-637135"/>
            <a:ext cx="565858" cy="169273"/>
          </a:xfrm>
          <a:prstGeom prst="rect">
            <a:avLst/>
          </a:prstGeom>
          <a:noFill/>
          <a:ln>
            <a:noFill/>
          </a:ln>
        </p:spPr>
        <p:txBody>
          <a:bodyPr vert="horz" wrap="none" lIns="0" tIns="0" rIns="0" bIns="0" anchor="b"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100" b="0" i="0" u="none" strike="noStrike" kern="1200" cap="all" spc="0" baseline="0">
                <a:solidFill>
                  <a:srgbClr val="00A6D6"/>
                </a:solidFill>
                <a:uFillTx/>
                <a:latin typeface="Arial"/>
              </a:rPr>
              <a:t>layout</a:t>
            </a:r>
          </a:p>
        </p:txBody>
      </p:sp>
      <p:sp>
        <p:nvSpPr>
          <p:cNvPr id="12" name="Tijdelijke aanduiding voor datum 3">
            <a:extLst>
              <a:ext uri="{FF2B5EF4-FFF2-40B4-BE49-F238E27FC236}">
                <a16:creationId xmlns:a16="http://schemas.microsoft.com/office/drawing/2014/main" id="{17694745-E0AD-22C3-FF91-8AAA9DC11CCE}"/>
              </a:ext>
            </a:extLst>
          </p:cNvPr>
          <p:cNvSpPr txBox="1">
            <a:spLocks noGrp="1"/>
          </p:cNvSpPr>
          <p:nvPr>
            <p:ph type="dt" sz="half" idx="2"/>
          </p:nvPr>
        </p:nvSpPr>
        <p:spPr>
          <a:xfrm>
            <a:off x="10146566" y="6405664"/>
            <a:ext cx="766230" cy="184663"/>
          </a:xfrm>
          <a:prstGeom prst="rect">
            <a:avLst/>
          </a:prstGeom>
          <a:noFill/>
          <a:ln>
            <a:noFill/>
          </a:ln>
        </p:spPr>
        <p:txBody>
          <a:bodyPr vert="horz" wrap="none" lIns="0" tIns="0" rIns="0" bIns="0" anchor="ctr" anchorCtr="0" compatLnSpc="1">
            <a:spAutoFit/>
          </a:bodyPr>
          <a:lstStyle>
            <a:lvl1pPr marL="0" marR="0" lvl="0" indent="0" algn="r" defTabSz="914400" rtl="0" fontAlgn="auto" hangingPunct="1">
              <a:lnSpc>
                <a:spcPct val="100000"/>
              </a:lnSpc>
              <a:spcBef>
                <a:spcPts val="0"/>
              </a:spcBef>
              <a:spcAft>
                <a:spcPts val="0"/>
              </a:spcAft>
              <a:buNone/>
              <a:tabLst/>
              <a:defRPr lang="nl-NL" sz="1200" b="0" i="0" u="none" strike="noStrike" kern="1200" cap="none" spc="0" baseline="0">
                <a:solidFill>
                  <a:srgbClr val="000000"/>
                </a:solidFill>
                <a:uFillTx/>
                <a:latin typeface="Arial"/>
                <a:cs typeface="Segoe UI Light" pitchFamily="34"/>
              </a:defRPr>
            </a:lvl1pPr>
          </a:lstStyle>
          <a:p>
            <a:pPr lvl="0"/>
            <a:fld id="{8D0A3AFE-26E5-4EB5-A3E0-C9CE434ADC6A}" type="datetime1">
              <a:rPr lang="nl-NL"/>
              <a:pPr lvl="0"/>
              <a:t>22-10-2025</a:t>
            </a:fld>
            <a:endParaRPr lang="en-GB"/>
          </a:p>
        </p:txBody>
      </p:sp>
      <p:sp>
        <p:nvSpPr>
          <p:cNvPr id="13" name="Tijdelijke aanduiding voor dianummer 5">
            <a:extLst>
              <a:ext uri="{FF2B5EF4-FFF2-40B4-BE49-F238E27FC236}">
                <a16:creationId xmlns:a16="http://schemas.microsoft.com/office/drawing/2014/main" id="{0C478CB1-211B-5769-52F1-981BC35A291B}"/>
              </a:ext>
            </a:extLst>
          </p:cNvPr>
          <p:cNvSpPr txBox="1">
            <a:spLocks noGrp="1"/>
          </p:cNvSpPr>
          <p:nvPr>
            <p:ph type="sldNum" sz="quarter" idx="4"/>
          </p:nvPr>
        </p:nvSpPr>
        <p:spPr>
          <a:xfrm>
            <a:off x="11178466" y="6405664"/>
            <a:ext cx="291300" cy="184663"/>
          </a:xfrm>
          <a:prstGeom prst="rect">
            <a:avLst/>
          </a:prstGeom>
          <a:noFill/>
          <a:ln>
            <a:noFill/>
          </a:ln>
        </p:spPr>
        <p:txBody>
          <a:bodyPr vert="horz" wrap="none" lIns="0" tIns="0" rIns="0" bIns="0" anchor="ctr" anchorCtr="0" compatLnSpc="1">
            <a:spAutoFit/>
          </a:bodyPr>
          <a:lstStyle>
            <a:lvl1pPr marL="0" marR="0" lvl="0" indent="0" algn="r" defTabSz="914400" rtl="0" fontAlgn="auto" hangingPunct="1">
              <a:lnSpc>
                <a:spcPct val="100000"/>
              </a:lnSpc>
              <a:spcBef>
                <a:spcPts val="0"/>
              </a:spcBef>
              <a:spcAft>
                <a:spcPts val="0"/>
              </a:spcAft>
              <a:buNone/>
              <a:tabLst/>
              <a:defRPr lang="en-GB" sz="1200" b="1" i="0" u="none" strike="noStrike" kern="1200" cap="none" spc="0" baseline="0">
                <a:solidFill>
                  <a:srgbClr val="000000"/>
                </a:solidFill>
                <a:uFillTx/>
                <a:latin typeface="Arial"/>
                <a:cs typeface="Segoe UI Light" pitchFamily="34"/>
              </a:defRPr>
            </a:lvl1pPr>
          </a:lstStyle>
          <a:p>
            <a:pPr lvl="0"/>
            <a:fld id="{7A14C1BA-41CC-47F3-B2BE-7373716A0DA1}" type="slidenum">
              <a:t>‹#›</a:t>
            </a:fld>
            <a:endParaRPr lang="en-GB"/>
          </a:p>
        </p:txBody>
      </p:sp>
      <p:sp>
        <p:nvSpPr>
          <p:cNvPr id="14" name="Tekstvak 3">
            <a:extLst>
              <a:ext uri="{FF2B5EF4-FFF2-40B4-BE49-F238E27FC236}">
                <a16:creationId xmlns:a16="http://schemas.microsoft.com/office/drawing/2014/main" id="{49C76DC6-15EF-54B1-462E-00AB8A06327B}"/>
              </a:ext>
            </a:extLst>
          </p:cNvPr>
          <p:cNvSpPr txBox="1"/>
          <p:nvPr/>
        </p:nvSpPr>
        <p:spPr>
          <a:xfrm>
            <a:off x="10912806" y="-1278898"/>
            <a:ext cx="1279199" cy="169273"/>
          </a:xfrm>
          <a:prstGeom prst="rect">
            <a:avLst/>
          </a:prstGeom>
          <a:noFill/>
          <a:ln>
            <a:noFill/>
          </a:ln>
        </p:spPr>
        <p:txBody>
          <a:bodyPr vert="horz" wrap="none" lIns="0" tIns="0" rIns="0" bIns="0" anchor="b" anchorCtr="0" compatLnSpc="1">
            <a:sp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100" b="0" i="0" u="none" strike="noStrike" kern="1200" cap="all" spc="0" baseline="0">
                <a:solidFill>
                  <a:srgbClr val="00A6D6"/>
                </a:solidFill>
                <a:uFillTx/>
                <a:latin typeface="Arial"/>
              </a:rPr>
              <a:t>Primary colors</a:t>
            </a:r>
          </a:p>
        </p:txBody>
      </p:sp>
      <p:grpSp>
        <p:nvGrpSpPr>
          <p:cNvPr id="15" name="Groep 33">
            <a:extLst>
              <a:ext uri="{FF2B5EF4-FFF2-40B4-BE49-F238E27FC236}">
                <a16:creationId xmlns:a16="http://schemas.microsoft.com/office/drawing/2014/main" id="{C51DC458-C0E6-0ADF-B57F-9AC2EA86ABD5}"/>
              </a:ext>
            </a:extLst>
          </p:cNvPr>
          <p:cNvGrpSpPr/>
          <p:nvPr/>
        </p:nvGrpSpPr>
        <p:grpSpPr>
          <a:xfrm>
            <a:off x="11552191" y="-1016099"/>
            <a:ext cx="639805" cy="179999"/>
            <a:chOff x="11552191" y="-1016099"/>
            <a:chExt cx="639805" cy="179999"/>
          </a:xfrm>
        </p:grpSpPr>
        <p:sp>
          <p:nvSpPr>
            <p:cNvPr id="16" name="Rechthoek 4">
              <a:extLst>
                <a:ext uri="{FF2B5EF4-FFF2-40B4-BE49-F238E27FC236}">
                  <a16:creationId xmlns:a16="http://schemas.microsoft.com/office/drawing/2014/main" id="{6B80ED5E-BA51-F4EE-E63D-25F4E319DFE4}"/>
                </a:ext>
              </a:extLst>
            </p:cNvPr>
            <p:cNvSpPr/>
            <p:nvPr/>
          </p:nvSpPr>
          <p:spPr>
            <a:xfrm>
              <a:off x="12011997" y="-1016099"/>
              <a:ext cx="179999" cy="179999"/>
            </a:xfrm>
            <a:prstGeom prst="rect">
              <a:avLst/>
            </a:prstGeom>
            <a:solidFill>
              <a:srgbClr val="000000"/>
            </a:solidFill>
            <a:ln w="12701" cap="flat">
              <a:solidFill>
                <a:srgbClr val="F2F2F2"/>
              </a:solidFill>
              <a:prstDash val="solid"/>
              <a:miter/>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endParaRPr lang="en-GB" sz="1600" b="0" i="0" u="none" strike="noStrike" kern="1200" cap="none" spc="0" baseline="0">
                <a:solidFill>
                  <a:srgbClr val="F2F2F2"/>
                </a:solidFill>
                <a:uFillTx/>
                <a:latin typeface="Arial"/>
              </a:endParaRPr>
            </a:p>
          </p:txBody>
        </p:sp>
        <p:sp>
          <p:nvSpPr>
            <p:cNvPr id="17" name="Rechthoek 6">
              <a:extLst>
                <a:ext uri="{FF2B5EF4-FFF2-40B4-BE49-F238E27FC236}">
                  <a16:creationId xmlns:a16="http://schemas.microsoft.com/office/drawing/2014/main" id="{31F78F18-9BB9-D6E9-FCA3-B93472549E44}"/>
                </a:ext>
              </a:extLst>
            </p:cNvPr>
            <p:cNvSpPr/>
            <p:nvPr/>
          </p:nvSpPr>
          <p:spPr>
            <a:xfrm>
              <a:off x="11782089" y="-1016099"/>
              <a:ext cx="179999" cy="179999"/>
            </a:xfrm>
            <a:prstGeom prst="rect">
              <a:avLst/>
            </a:prstGeom>
            <a:solidFill>
              <a:srgbClr val="F2F2F2"/>
            </a:solidFill>
            <a:ln w="12701" cap="flat">
              <a:solidFill>
                <a:srgbClr val="F2F2F2"/>
              </a:solidFill>
              <a:prstDash val="solid"/>
              <a:miter/>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endParaRPr lang="en-GB" sz="1600" b="0" i="0" u="none" strike="noStrike" kern="1200" cap="none" spc="0" baseline="0">
                <a:solidFill>
                  <a:srgbClr val="F2F2F2"/>
                </a:solidFill>
                <a:uFillTx/>
                <a:latin typeface="Arial"/>
              </a:endParaRPr>
            </a:p>
          </p:txBody>
        </p:sp>
        <p:sp>
          <p:nvSpPr>
            <p:cNvPr id="18" name="Rechthoek 8">
              <a:extLst>
                <a:ext uri="{FF2B5EF4-FFF2-40B4-BE49-F238E27FC236}">
                  <a16:creationId xmlns:a16="http://schemas.microsoft.com/office/drawing/2014/main" id="{8CD46CB2-64A4-0385-BCE9-69C3AD73F2AA}"/>
                </a:ext>
              </a:extLst>
            </p:cNvPr>
            <p:cNvSpPr/>
            <p:nvPr/>
          </p:nvSpPr>
          <p:spPr>
            <a:xfrm>
              <a:off x="11552191" y="-1016099"/>
              <a:ext cx="179999" cy="179999"/>
            </a:xfrm>
            <a:prstGeom prst="rect">
              <a:avLst/>
            </a:prstGeom>
            <a:solidFill>
              <a:srgbClr val="00A6D6"/>
            </a:solidFill>
            <a:ln w="12701" cap="flat">
              <a:solidFill>
                <a:srgbClr val="F2F2F2"/>
              </a:solidFill>
              <a:prstDash val="solid"/>
              <a:miter/>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endParaRPr lang="en-GB" sz="1600" b="0" i="0" u="none" strike="noStrike" kern="1200" cap="none" spc="0" baseline="0">
                <a:solidFill>
                  <a:srgbClr val="F2F2F2"/>
                </a:solidFill>
                <a:uFillTx/>
                <a:latin typeface="Arial"/>
              </a:endParaRPr>
            </a:p>
          </p:txBody>
        </p:sp>
      </p:grpSp>
      <p:sp>
        <p:nvSpPr>
          <p:cNvPr id="19" name="Tekstvak 9">
            <a:extLst>
              <a:ext uri="{FF2B5EF4-FFF2-40B4-BE49-F238E27FC236}">
                <a16:creationId xmlns:a16="http://schemas.microsoft.com/office/drawing/2014/main" id="{6E09519A-9A43-6CC4-C289-D06B68DBDB33}"/>
              </a:ext>
            </a:extLst>
          </p:cNvPr>
          <p:cNvSpPr txBox="1"/>
          <p:nvPr/>
        </p:nvSpPr>
        <p:spPr>
          <a:xfrm>
            <a:off x="10659526" y="-674004"/>
            <a:ext cx="1532470" cy="169273"/>
          </a:xfrm>
          <a:prstGeom prst="rect">
            <a:avLst/>
          </a:prstGeom>
          <a:noFill/>
          <a:ln>
            <a:noFill/>
          </a:ln>
        </p:spPr>
        <p:txBody>
          <a:bodyPr vert="horz" wrap="none" lIns="0" tIns="0" rIns="0" bIns="0" anchor="b" anchorCtr="0" compatLnSpc="1">
            <a:sp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100" b="0" i="0" u="none" strike="noStrike" kern="1200" cap="all" spc="0" baseline="0">
                <a:solidFill>
                  <a:srgbClr val="00A6D6"/>
                </a:solidFill>
                <a:uFillTx/>
                <a:latin typeface="Arial"/>
              </a:rPr>
              <a:t>secondary colors</a:t>
            </a:r>
          </a:p>
        </p:txBody>
      </p:sp>
      <p:grpSp>
        <p:nvGrpSpPr>
          <p:cNvPr id="20" name="Groep 32">
            <a:extLst>
              <a:ext uri="{FF2B5EF4-FFF2-40B4-BE49-F238E27FC236}">
                <a16:creationId xmlns:a16="http://schemas.microsoft.com/office/drawing/2014/main" id="{40D0E2F9-29AF-7C76-3512-75E2096981A4}"/>
              </a:ext>
            </a:extLst>
          </p:cNvPr>
          <p:cNvGrpSpPr/>
          <p:nvPr/>
        </p:nvGrpSpPr>
        <p:grpSpPr>
          <a:xfrm>
            <a:off x="9687885" y="-411205"/>
            <a:ext cx="2504111" cy="179999"/>
            <a:chOff x="9687885" y="-411205"/>
            <a:chExt cx="2504111" cy="179999"/>
          </a:xfrm>
        </p:grpSpPr>
        <p:sp>
          <p:nvSpPr>
            <p:cNvPr id="21" name="Rechthoek 10">
              <a:extLst>
                <a:ext uri="{FF2B5EF4-FFF2-40B4-BE49-F238E27FC236}">
                  <a16:creationId xmlns:a16="http://schemas.microsoft.com/office/drawing/2014/main" id="{483AD0FB-FD4F-2FA7-8874-2F129598A800}"/>
                </a:ext>
              </a:extLst>
            </p:cNvPr>
            <p:cNvSpPr/>
            <p:nvPr/>
          </p:nvSpPr>
          <p:spPr>
            <a:xfrm>
              <a:off x="12011997" y="-411205"/>
              <a:ext cx="179999" cy="179999"/>
            </a:xfrm>
            <a:prstGeom prst="rect">
              <a:avLst/>
            </a:prstGeom>
            <a:solidFill>
              <a:srgbClr val="009B77"/>
            </a:solidFill>
            <a:ln w="12701" cap="flat">
              <a:solidFill>
                <a:srgbClr val="F2F2F2"/>
              </a:solidFill>
              <a:prstDash val="solid"/>
              <a:miter/>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endParaRPr lang="en-GB" sz="1600" b="0" i="0" u="none" strike="noStrike" kern="1200" cap="none" spc="0" baseline="0">
                <a:solidFill>
                  <a:srgbClr val="F2F2F2"/>
                </a:solidFill>
                <a:uFillTx/>
                <a:latin typeface="Arial"/>
              </a:endParaRPr>
            </a:p>
          </p:txBody>
        </p:sp>
        <p:sp>
          <p:nvSpPr>
            <p:cNvPr id="22" name="Rechthoek 13">
              <a:extLst>
                <a:ext uri="{FF2B5EF4-FFF2-40B4-BE49-F238E27FC236}">
                  <a16:creationId xmlns:a16="http://schemas.microsoft.com/office/drawing/2014/main" id="{A82281F2-F905-000C-8245-98BF2018D54A}"/>
                </a:ext>
              </a:extLst>
            </p:cNvPr>
            <p:cNvSpPr/>
            <p:nvPr/>
          </p:nvSpPr>
          <p:spPr>
            <a:xfrm>
              <a:off x="11782089" y="-411205"/>
              <a:ext cx="179999" cy="179999"/>
            </a:xfrm>
            <a:prstGeom prst="rect">
              <a:avLst/>
            </a:prstGeom>
            <a:solidFill>
              <a:srgbClr val="6CC24A"/>
            </a:solidFill>
            <a:ln w="12701" cap="flat">
              <a:solidFill>
                <a:srgbClr val="F2F2F2"/>
              </a:solidFill>
              <a:prstDash val="solid"/>
              <a:miter/>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endParaRPr lang="en-GB" sz="1600" b="0" i="0" u="none" strike="noStrike" kern="1200" cap="none" spc="0" baseline="0">
                <a:solidFill>
                  <a:srgbClr val="F2F2F2"/>
                </a:solidFill>
                <a:uFillTx/>
                <a:latin typeface="Arial"/>
              </a:endParaRPr>
            </a:p>
          </p:txBody>
        </p:sp>
        <p:sp>
          <p:nvSpPr>
            <p:cNvPr id="23" name="Rechthoek 18">
              <a:extLst>
                <a:ext uri="{FF2B5EF4-FFF2-40B4-BE49-F238E27FC236}">
                  <a16:creationId xmlns:a16="http://schemas.microsoft.com/office/drawing/2014/main" id="{9052EF39-5618-BF58-D49F-015D0A8F55F4}"/>
                </a:ext>
              </a:extLst>
            </p:cNvPr>
            <p:cNvSpPr/>
            <p:nvPr/>
          </p:nvSpPr>
          <p:spPr>
            <a:xfrm>
              <a:off x="11552191" y="-411205"/>
              <a:ext cx="179999" cy="179999"/>
            </a:xfrm>
            <a:prstGeom prst="rect">
              <a:avLst/>
            </a:prstGeom>
            <a:solidFill>
              <a:srgbClr val="FFB81C"/>
            </a:solidFill>
            <a:ln w="12701" cap="flat">
              <a:solidFill>
                <a:srgbClr val="F2F2F2"/>
              </a:solidFill>
              <a:prstDash val="solid"/>
              <a:miter/>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endParaRPr lang="en-GB" sz="1600" b="0" i="0" u="none" strike="noStrike" kern="1200" cap="none" spc="0" baseline="0">
                <a:solidFill>
                  <a:srgbClr val="F2F2F2"/>
                </a:solidFill>
                <a:uFillTx/>
                <a:latin typeface="Arial"/>
              </a:endParaRPr>
            </a:p>
          </p:txBody>
        </p:sp>
        <p:sp>
          <p:nvSpPr>
            <p:cNvPr id="24" name="Rechthoek 21">
              <a:extLst>
                <a:ext uri="{FF2B5EF4-FFF2-40B4-BE49-F238E27FC236}">
                  <a16:creationId xmlns:a16="http://schemas.microsoft.com/office/drawing/2014/main" id="{765A4E7E-38D7-7265-6735-849A4E0F0721}"/>
                </a:ext>
              </a:extLst>
            </p:cNvPr>
            <p:cNvSpPr/>
            <p:nvPr/>
          </p:nvSpPr>
          <p:spPr>
            <a:xfrm>
              <a:off x="11316020" y="-411205"/>
              <a:ext cx="179999" cy="179999"/>
            </a:xfrm>
            <a:prstGeom prst="rect">
              <a:avLst/>
            </a:prstGeom>
            <a:solidFill>
              <a:srgbClr val="EC6842"/>
            </a:solidFill>
            <a:ln w="12701" cap="flat">
              <a:solidFill>
                <a:srgbClr val="F2F2F2"/>
              </a:solidFill>
              <a:prstDash val="solid"/>
              <a:miter/>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endParaRPr lang="en-GB" sz="1600" b="0" i="0" u="none" strike="noStrike" kern="1200" cap="none" spc="0" baseline="0">
                <a:solidFill>
                  <a:srgbClr val="F2F2F2"/>
                </a:solidFill>
                <a:uFillTx/>
                <a:latin typeface="Arial"/>
              </a:endParaRPr>
            </a:p>
          </p:txBody>
        </p:sp>
        <p:sp>
          <p:nvSpPr>
            <p:cNvPr id="25" name="Rechthoek 22">
              <a:extLst>
                <a:ext uri="{FF2B5EF4-FFF2-40B4-BE49-F238E27FC236}">
                  <a16:creationId xmlns:a16="http://schemas.microsoft.com/office/drawing/2014/main" id="{ED4805D9-E15B-D7FB-7512-FB9D52BBA721}"/>
                </a:ext>
              </a:extLst>
            </p:cNvPr>
            <p:cNvSpPr/>
            <p:nvPr/>
          </p:nvSpPr>
          <p:spPr>
            <a:xfrm>
              <a:off x="11086112" y="-411205"/>
              <a:ext cx="179999" cy="179999"/>
            </a:xfrm>
            <a:prstGeom prst="rect">
              <a:avLst/>
            </a:prstGeom>
            <a:solidFill>
              <a:srgbClr val="E03C31"/>
            </a:solidFill>
            <a:ln w="12701" cap="flat">
              <a:solidFill>
                <a:srgbClr val="F2F2F2"/>
              </a:solidFill>
              <a:prstDash val="solid"/>
              <a:miter/>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endParaRPr lang="en-GB" sz="1600" b="0" i="0" u="none" strike="noStrike" kern="1200" cap="none" spc="0" baseline="0">
                <a:solidFill>
                  <a:srgbClr val="F2F2F2"/>
                </a:solidFill>
                <a:uFillTx/>
                <a:latin typeface="Arial"/>
              </a:endParaRPr>
            </a:p>
          </p:txBody>
        </p:sp>
        <p:sp>
          <p:nvSpPr>
            <p:cNvPr id="26" name="Rechthoek 23">
              <a:extLst>
                <a:ext uri="{FF2B5EF4-FFF2-40B4-BE49-F238E27FC236}">
                  <a16:creationId xmlns:a16="http://schemas.microsoft.com/office/drawing/2014/main" id="{5F053203-6663-B0EE-2AA8-4A112D2DF608}"/>
                </a:ext>
              </a:extLst>
            </p:cNvPr>
            <p:cNvSpPr/>
            <p:nvPr/>
          </p:nvSpPr>
          <p:spPr>
            <a:xfrm>
              <a:off x="10856204" y="-411205"/>
              <a:ext cx="179999" cy="179999"/>
            </a:xfrm>
            <a:prstGeom prst="rect">
              <a:avLst/>
            </a:prstGeom>
            <a:solidFill>
              <a:srgbClr val="A50034"/>
            </a:solidFill>
            <a:ln w="12701" cap="flat">
              <a:solidFill>
                <a:srgbClr val="F2F2F2"/>
              </a:solidFill>
              <a:prstDash val="solid"/>
              <a:miter/>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endParaRPr lang="en-GB" sz="1600" b="0" i="0" u="none" strike="noStrike" kern="1200" cap="none" spc="0" baseline="0">
                <a:solidFill>
                  <a:srgbClr val="F2F2F2"/>
                </a:solidFill>
                <a:uFillTx/>
                <a:latin typeface="Arial"/>
              </a:endParaRPr>
            </a:p>
          </p:txBody>
        </p:sp>
        <p:sp>
          <p:nvSpPr>
            <p:cNvPr id="27" name="Rechthoek 24">
              <a:extLst>
                <a:ext uri="{FF2B5EF4-FFF2-40B4-BE49-F238E27FC236}">
                  <a16:creationId xmlns:a16="http://schemas.microsoft.com/office/drawing/2014/main" id="{0F05D450-AEE9-A87A-7822-D3F322759E98}"/>
                </a:ext>
              </a:extLst>
            </p:cNvPr>
            <p:cNvSpPr/>
            <p:nvPr/>
          </p:nvSpPr>
          <p:spPr>
            <a:xfrm>
              <a:off x="10620033" y="-411205"/>
              <a:ext cx="179999" cy="179999"/>
            </a:xfrm>
            <a:prstGeom prst="rect">
              <a:avLst/>
            </a:prstGeom>
            <a:solidFill>
              <a:srgbClr val="EF60A3"/>
            </a:solidFill>
            <a:ln w="12701" cap="flat">
              <a:solidFill>
                <a:srgbClr val="F2F2F2"/>
              </a:solidFill>
              <a:prstDash val="solid"/>
              <a:miter/>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endParaRPr lang="en-GB" sz="1600" b="0" i="0" u="none" strike="noStrike" kern="1200" cap="none" spc="0" baseline="0">
                <a:solidFill>
                  <a:srgbClr val="F2F2F2"/>
                </a:solidFill>
                <a:uFillTx/>
                <a:latin typeface="Arial"/>
              </a:endParaRPr>
            </a:p>
          </p:txBody>
        </p:sp>
        <p:sp>
          <p:nvSpPr>
            <p:cNvPr id="28" name="Rechthoek 25">
              <a:extLst>
                <a:ext uri="{FF2B5EF4-FFF2-40B4-BE49-F238E27FC236}">
                  <a16:creationId xmlns:a16="http://schemas.microsoft.com/office/drawing/2014/main" id="{B51CFD0E-D87B-5B83-2F1D-EB74037C79E4}"/>
                </a:ext>
              </a:extLst>
            </p:cNvPr>
            <p:cNvSpPr/>
            <p:nvPr/>
          </p:nvSpPr>
          <p:spPr>
            <a:xfrm>
              <a:off x="10383862" y="-411205"/>
              <a:ext cx="179999" cy="179999"/>
            </a:xfrm>
            <a:prstGeom prst="rect">
              <a:avLst/>
            </a:prstGeom>
            <a:solidFill>
              <a:srgbClr val="6F1D77"/>
            </a:solidFill>
            <a:ln w="12701" cap="flat">
              <a:solidFill>
                <a:srgbClr val="F2F2F2"/>
              </a:solidFill>
              <a:prstDash val="solid"/>
              <a:miter/>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endParaRPr lang="en-GB" sz="1600" b="0" i="0" u="none" strike="noStrike" kern="1200" cap="none" spc="0" baseline="0">
                <a:solidFill>
                  <a:srgbClr val="F2F2F2"/>
                </a:solidFill>
                <a:uFillTx/>
                <a:latin typeface="Arial"/>
              </a:endParaRPr>
            </a:p>
          </p:txBody>
        </p:sp>
        <p:sp>
          <p:nvSpPr>
            <p:cNvPr id="29" name="Rechthoek 26">
              <a:extLst>
                <a:ext uri="{FF2B5EF4-FFF2-40B4-BE49-F238E27FC236}">
                  <a16:creationId xmlns:a16="http://schemas.microsoft.com/office/drawing/2014/main" id="{D5EDB9B5-94DE-F53E-3325-2CF92A30E1DE}"/>
                </a:ext>
              </a:extLst>
            </p:cNvPr>
            <p:cNvSpPr/>
            <p:nvPr/>
          </p:nvSpPr>
          <p:spPr>
            <a:xfrm>
              <a:off x="10153963" y="-411205"/>
              <a:ext cx="179999" cy="179999"/>
            </a:xfrm>
            <a:prstGeom prst="rect">
              <a:avLst/>
            </a:prstGeom>
            <a:solidFill>
              <a:srgbClr val="0076C2"/>
            </a:solidFill>
            <a:ln w="12701" cap="flat">
              <a:solidFill>
                <a:srgbClr val="F2F2F2"/>
              </a:solidFill>
              <a:prstDash val="solid"/>
              <a:miter/>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endParaRPr lang="en-GB" sz="1600" b="0" i="0" u="none" strike="noStrike" kern="1200" cap="none" spc="0" baseline="0">
                <a:solidFill>
                  <a:srgbClr val="F2F2F2"/>
                </a:solidFill>
                <a:uFillTx/>
                <a:latin typeface="Arial"/>
              </a:endParaRPr>
            </a:p>
          </p:txBody>
        </p:sp>
        <p:sp>
          <p:nvSpPr>
            <p:cNvPr id="30" name="Rechthoek 30">
              <a:extLst>
                <a:ext uri="{FF2B5EF4-FFF2-40B4-BE49-F238E27FC236}">
                  <a16:creationId xmlns:a16="http://schemas.microsoft.com/office/drawing/2014/main" id="{2FABD1A1-3428-5794-D497-0F5266B0BF86}"/>
                </a:ext>
              </a:extLst>
            </p:cNvPr>
            <p:cNvSpPr/>
            <p:nvPr/>
          </p:nvSpPr>
          <p:spPr>
            <a:xfrm>
              <a:off x="9924056" y="-411205"/>
              <a:ext cx="179999" cy="179999"/>
            </a:xfrm>
            <a:prstGeom prst="rect">
              <a:avLst/>
            </a:prstGeom>
            <a:solidFill>
              <a:srgbClr val="00B8C8"/>
            </a:solidFill>
            <a:ln w="12701" cap="flat">
              <a:solidFill>
                <a:srgbClr val="F2F2F2"/>
              </a:solidFill>
              <a:prstDash val="solid"/>
              <a:miter/>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endParaRPr lang="en-GB" sz="1600" b="0" i="0" u="none" strike="noStrike" kern="1200" cap="none" spc="0" baseline="0">
                <a:solidFill>
                  <a:srgbClr val="F2F2F2"/>
                </a:solidFill>
                <a:uFillTx/>
                <a:latin typeface="Arial"/>
              </a:endParaRPr>
            </a:p>
          </p:txBody>
        </p:sp>
        <p:sp>
          <p:nvSpPr>
            <p:cNvPr id="31" name="Rechthoek 31">
              <a:extLst>
                <a:ext uri="{FF2B5EF4-FFF2-40B4-BE49-F238E27FC236}">
                  <a16:creationId xmlns:a16="http://schemas.microsoft.com/office/drawing/2014/main" id="{3ED25F7F-7CF4-9CDB-882D-61694D3B907C}"/>
                </a:ext>
              </a:extLst>
            </p:cNvPr>
            <p:cNvSpPr/>
            <p:nvPr/>
          </p:nvSpPr>
          <p:spPr>
            <a:xfrm>
              <a:off x="9687885" y="-411205"/>
              <a:ext cx="179999" cy="179999"/>
            </a:xfrm>
            <a:prstGeom prst="rect">
              <a:avLst/>
            </a:prstGeom>
            <a:solidFill>
              <a:srgbClr val="0C2340"/>
            </a:solidFill>
            <a:ln w="12701" cap="flat">
              <a:solidFill>
                <a:srgbClr val="F2F2F2"/>
              </a:solidFill>
              <a:prstDash val="solid"/>
              <a:miter/>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endParaRPr lang="en-GB" sz="1600" b="0" i="0" u="none" strike="noStrike" kern="1200" cap="none" spc="0" baseline="0">
                <a:solidFill>
                  <a:srgbClr val="F2F2F2"/>
                </a:solidFill>
                <a:uFillTx/>
                <a:latin typeface="Arial"/>
              </a:endParaRPr>
            </a:p>
          </p:txBody>
        </p:sp>
      </p:grpSp>
      <p:grpSp>
        <p:nvGrpSpPr>
          <p:cNvPr id="32" name="Groep 50">
            <a:extLst>
              <a:ext uri="{FF2B5EF4-FFF2-40B4-BE49-F238E27FC236}">
                <a16:creationId xmlns:a16="http://schemas.microsoft.com/office/drawing/2014/main" id="{B7263922-080B-DB3F-7DCA-70127160231B}"/>
              </a:ext>
            </a:extLst>
          </p:cNvPr>
          <p:cNvGrpSpPr/>
          <p:nvPr/>
        </p:nvGrpSpPr>
        <p:grpSpPr>
          <a:xfrm>
            <a:off x="721077" y="6216740"/>
            <a:ext cx="961207" cy="381597"/>
            <a:chOff x="721077" y="6216740"/>
            <a:chExt cx="961207" cy="381597"/>
          </a:xfrm>
        </p:grpSpPr>
        <p:sp>
          <p:nvSpPr>
            <p:cNvPr id="33" name="Vrije vorm: vorm 42">
              <a:extLst>
                <a:ext uri="{FF2B5EF4-FFF2-40B4-BE49-F238E27FC236}">
                  <a16:creationId xmlns:a16="http://schemas.microsoft.com/office/drawing/2014/main" id="{1C60A5BC-D9B7-7516-84E2-AD34BC89E06D}"/>
                </a:ext>
              </a:extLst>
            </p:cNvPr>
            <p:cNvSpPr/>
            <p:nvPr/>
          </p:nvSpPr>
          <p:spPr>
            <a:xfrm>
              <a:off x="911656" y="6405618"/>
              <a:ext cx="177302" cy="192618"/>
            </a:xfrm>
            <a:custGeom>
              <a:avLst/>
              <a:gdLst>
                <a:gd name="f0" fmla="val 10800000"/>
                <a:gd name="f1" fmla="val 5400000"/>
                <a:gd name="f2" fmla="val 180"/>
                <a:gd name="f3" fmla="val w"/>
                <a:gd name="f4" fmla="val h"/>
                <a:gd name="f5" fmla="val 0"/>
                <a:gd name="f6" fmla="val 174307"/>
                <a:gd name="f7" fmla="val 186023"/>
                <a:gd name="f8" fmla="val 87154"/>
                <a:gd name="f9" fmla="val 150686"/>
                <a:gd name="f10" fmla="val 110871"/>
                <a:gd name="f11" fmla="val 123825"/>
                <a:gd name="f12" fmla="val 134874"/>
                <a:gd name="f13" fmla="val 112776"/>
                <a:gd name="f14" fmla="val 115348"/>
                <a:gd name="f15" fmla="val 173831"/>
                <a:gd name="f16" fmla="val 166116"/>
                <a:gd name="f17" fmla="val 133159"/>
                <a:gd name="f18" fmla="val 41148"/>
                <a:gd name="f19" fmla="val 571"/>
                <a:gd name="f20" fmla="val 50482"/>
                <a:gd name="f21" fmla="val 50578"/>
                <a:gd name="f22" fmla="val 63436"/>
                <a:gd name="f23" fmla="+- 0 0 -90"/>
                <a:gd name="f24" fmla="*/ f3 1 174307"/>
                <a:gd name="f25" fmla="*/ f4 1 186023"/>
                <a:gd name="f26" fmla="val f5"/>
                <a:gd name="f27" fmla="val f6"/>
                <a:gd name="f28" fmla="val f7"/>
                <a:gd name="f29" fmla="*/ f23 f0 1"/>
                <a:gd name="f30" fmla="+- f28 0 f26"/>
                <a:gd name="f31" fmla="+- f27 0 f26"/>
                <a:gd name="f32" fmla="*/ f29 1 f2"/>
                <a:gd name="f33" fmla="*/ f31 1 174307"/>
                <a:gd name="f34" fmla="*/ f30 1 186023"/>
                <a:gd name="f35" fmla="*/ 87154 f31 1"/>
                <a:gd name="f36" fmla="*/ 150686 f30 1"/>
                <a:gd name="f37" fmla="*/ 123825 f31 1"/>
                <a:gd name="f38" fmla="*/ 112776 f30 1"/>
                <a:gd name="f39" fmla="*/ 0 f30 1"/>
                <a:gd name="f40" fmla="*/ 174307 f31 1"/>
                <a:gd name="f41" fmla="*/ 115348 f30 1"/>
                <a:gd name="f42" fmla="*/ 186023 f30 1"/>
                <a:gd name="f43" fmla="*/ 0 f31 1"/>
                <a:gd name="f44" fmla="*/ 50482 f31 1"/>
                <a:gd name="f45" fmla="+- f32 0 f1"/>
                <a:gd name="f46" fmla="*/ f35 1 174307"/>
                <a:gd name="f47" fmla="*/ f36 1 186023"/>
                <a:gd name="f48" fmla="*/ f37 1 174307"/>
                <a:gd name="f49" fmla="*/ f38 1 186023"/>
                <a:gd name="f50" fmla="*/ f39 1 186023"/>
                <a:gd name="f51" fmla="*/ f40 1 174307"/>
                <a:gd name="f52" fmla="*/ f41 1 186023"/>
                <a:gd name="f53" fmla="*/ f42 1 186023"/>
                <a:gd name="f54" fmla="*/ f43 1 174307"/>
                <a:gd name="f55" fmla="*/ f44 1 174307"/>
                <a:gd name="f56" fmla="*/ f26 1 f33"/>
                <a:gd name="f57" fmla="*/ f27 1 f33"/>
                <a:gd name="f58" fmla="*/ f26 1 f34"/>
                <a:gd name="f59" fmla="*/ f28 1 f34"/>
                <a:gd name="f60" fmla="*/ f46 1 f33"/>
                <a:gd name="f61" fmla="*/ f47 1 f34"/>
                <a:gd name="f62" fmla="*/ f48 1 f33"/>
                <a:gd name="f63" fmla="*/ f49 1 f34"/>
                <a:gd name="f64" fmla="*/ f50 1 f34"/>
                <a:gd name="f65" fmla="*/ f51 1 f33"/>
                <a:gd name="f66" fmla="*/ f52 1 f34"/>
                <a:gd name="f67" fmla="*/ f53 1 f34"/>
                <a:gd name="f68" fmla="*/ f54 1 f33"/>
                <a:gd name="f69" fmla="*/ f55 1 f33"/>
                <a:gd name="f70" fmla="*/ f56 f24 1"/>
                <a:gd name="f71" fmla="*/ f57 f24 1"/>
                <a:gd name="f72" fmla="*/ f59 f25 1"/>
                <a:gd name="f73" fmla="*/ f58 f25 1"/>
                <a:gd name="f74" fmla="*/ f60 f24 1"/>
                <a:gd name="f75" fmla="*/ f61 f25 1"/>
                <a:gd name="f76" fmla="*/ f62 f24 1"/>
                <a:gd name="f77" fmla="*/ f63 f25 1"/>
                <a:gd name="f78" fmla="*/ f64 f25 1"/>
                <a:gd name="f79" fmla="*/ f65 f24 1"/>
                <a:gd name="f80" fmla="*/ f66 f25 1"/>
                <a:gd name="f81" fmla="*/ f67 f25 1"/>
                <a:gd name="f82" fmla="*/ f68 f24 1"/>
                <a:gd name="f83" fmla="*/ f69 f24 1"/>
              </a:gdLst>
              <a:ahLst/>
              <a:cxnLst>
                <a:cxn ang="3cd4">
                  <a:pos x="hc" y="t"/>
                </a:cxn>
                <a:cxn ang="0">
                  <a:pos x="r" y="vc"/>
                </a:cxn>
                <a:cxn ang="cd4">
                  <a:pos x="hc" y="b"/>
                </a:cxn>
                <a:cxn ang="cd2">
                  <a:pos x="l" y="vc"/>
                </a:cxn>
                <a:cxn ang="f45">
                  <a:pos x="f74" y="f75"/>
                </a:cxn>
                <a:cxn ang="f45">
                  <a:pos x="f76" y="f77"/>
                </a:cxn>
                <a:cxn ang="f45">
                  <a:pos x="f76" y="f78"/>
                </a:cxn>
                <a:cxn ang="f45">
                  <a:pos x="f79" y="f78"/>
                </a:cxn>
                <a:cxn ang="f45">
                  <a:pos x="f79" y="f80"/>
                </a:cxn>
                <a:cxn ang="f45">
                  <a:pos x="f74" y="f81"/>
                </a:cxn>
                <a:cxn ang="f45">
                  <a:pos x="f82" y="f80"/>
                </a:cxn>
                <a:cxn ang="f45">
                  <a:pos x="f82" y="f78"/>
                </a:cxn>
                <a:cxn ang="f45">
                  <a:pos x="f83" y="f78"/>
                </a:cxn>
                <a:cxn ang="f45">
                  <a:pos x="f83" y="f77"/>
                </a:cxn>
                <a:cxn ang="f45">
                  <a:pos x="f74" y="f75"/>
                </a:cxn>
              </a:cxnLst>
              <a:rect l="f70" t="f73" r="f71" b="f72"/>
              <a:pathLst>
                <a:path w="174307" h="186023">
                  <a:moveTo>
                    <a:pt x="f8" y="f9"/>
                  </a:moveTo>
                  <a:cubicBezTo>
                    <a:pt x="f10" y="f9"/>
                    <a:pt x="f11" y="f12"/>
                    <a:pt x="f11" y="f13"/>
                  </a:cubicBezTo>
                  <a:lnTo>
                    <a:pt x="f11" y="f5"/>
                  </a:lnTo>
                  <a:lnTo>
                    <a:pt x="f6" y="f5"/>
                  </a:lnTo>
                  <a:lnTo>
                    <a:pt x="f6" y="f14"/>
                  </a:lnTo>
                  <a:cubicBezTo>
                    <a:pt x="f15" y="f16"/>
                    <a:pt x="f17" y="f7"/>
                    <a:pt x="f8" y="f7"/>
                  </a:cubicBezTo>
                  <a:cubicBezTo>
                    <a:pt x="f18" y="f7"/>
                    <a:pt x="f19" y="f16"/>
                    <a:pt x="f5" y="f14"/>
                  </a:cubicBezTo>
                  <a:lnTo>
                    <a:pt x="f5" y="f5"/>
                  </a:lnTo>
                  <a:lnTo>
                    <a:pt x="f20" y="f5"/>
                  </a:lnTo>
                  <a:lnTo>
                    <a:pt x="f20" y="f13"/>
                  </a:lnTo>
                  <a:cubicBezTo>
                    <a:pt x="f21" y="f12"/>
                    <a:pt x="f22" y="f9"/>
                    <a:pt x="f8" y="f9"/>
                  </a:cubicBezTo>
                  <a:close/>
                </a:path>
              </a:pathLst>
            </a:custGeom>
            <a:solidFill>
              <a:srgbClr val="00A6D6"/>
            </a:solidFill>
            <a:ln>
              <a:noFill/>
              <a:prstDash val="soli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000000"/>
                </a:solidFill>
                <a:uFillTx/>
                <a:latin typeface="Arial"/>
              </a:endParaRPr>
            </a:p>
          </p:txBody>
        </p:sp>
        <p:sp>
          <p:nvSpPr>
            <p:cNvPr id="34" name="Vrije vorm: vorm 43">
              <a:extLst>
                <a:ext uri="{FF2B5EF4-FFF2-40B4-BE49-F238E27FC236}">
                  <a16:creationId xmlns:a16="http://schemas.microsoft.com/office/drawing/2014/main" id="{C0A37DC5-1464-F57B-B8B5-3B277A3EDE06}"/>
                </a:ext>
              </a:extLst>
            </p:cNvPr>
            <p:cNvSpPr/>
            <p:nvPr/>
          </p:nvSpPr>
          <p:spPr>
            <a:xfrm>
              <a:off x="721077" y="6405618"/>
              <a:ext cx="166448" cy="188677"/>
            </a:xfrm>
            <a:custGeom>
              <a:avLst/>
              <a:gdLst>
                <a:gd name="f0" fmla="val 10800000"/>
                <a:gd name="f1" fmla="val 5400000"/>
                <a:gd name="f2" fmla="val 180"/>
                <a:gd name="f3" fmla="val w"/>
                <a:gd name="f4" fmla="val h"/>
                <a:gd name="f5" fmla="val 0"/>
                <a:gd name="f6" fmla="val 163639"/>
                <a:gd name="f7" fmla="val 182213"/>
                <a:gd name="f8" fmla="val 56578"/>
                <a:gd name="f9" fmla="val 107061"/>
                <a:gd name="f10" fmla="val 35338"/>
                <a:gd name="f11" fmla="val 163640"/>
                <a:gd name="f12" fmla="+- 0 0 -90"/>
                <a:gd name="f13" fmla="*/ f3 1 163639"/>
                <a:gd name="f14" fmla="*/ f4 1 182213"/>
                <a:gd name="f15" fmla="val f5"/>
                <a:gd name="f16" fmla="val f6"/>
                <a:gd name="f17" fmla="val f7"/>
                <a:gd name="f18" fmla="*/ f12 f0 1"/>
                <a:gd name="f19" fmla="+- f17 0 f15"/>
                <a:gd name="f20" fmla="+- f16 0 f15"/>
                <a:gd name="f21" fmla="*/ f18 1 f2"/>
                <a:gd name="f22" fmla="*/ f20 1 163639"/>
                <a:gd name="f23" fmla="*/ f19 1 182213"/>
                <a:gd name="f24" fmla="*/ 56578 f20 1"/>
                <a:gd name="f25" fmla="*/ 182213 f19 1"/>
                <a:gd name="f26" fmla="*/ 107061 f20 1"/>
                <a:gd name="f27" fmla="*/ 35338 f19 1"/>
                <a:gd name="f28" fmla="*/ 163640 f20 1"/>
                <a:gd name="f29" fmla="*/ 0 f19 1"/>
                <a:gd name="f30" fmla="*/ 0 f20 1"/>
                <a:gd name="f31" fmla="+- f21 0 f1"/>
                <a:gd name="f32" fmla="*/ f24 1 163639"/>
                <a:gd name="f33" fmla="*/ f25 1 182213"/>
                <a:gd name="f34" fmla="*/ f26 1 163639"/>
                <a:gd name="f35" fmla="*/ f27 1 182213"/>
                <a:gd name="f36" fmla="*/ f28 1 163639"/>
                <a:gd name="f37" fmla="*/ f29 1 182213"/>
                <a:gd name="f38" fmla="*/ f30 1 163639"/>
                <a:gd name="f39" fmla="*/ f15 1 f22"/>
                <a:gd name="f40" fmla="*/ f16 1 f22"/>
                <a:gd name="f41" fmla="*/ f15 1 f23"/>
                <a:gd name="f42" fmla="*/ f17 1 f23"/>
                <a:gd name="f43" fmla="*/ f32 1 f22"/>
                <a:gd name="f44" fmla="*/ f33 1 f23"/>
                <a:gd name="f45" fmla="*/ f34 1 f22"/>
                <a:gd name="f46" fmla="*/ f35 1 f23"/>
                <a:gd name="f47" fmla="*/ f36 1 f22"/>
                <a:gd name="f48" fmla="*/ f37 1 f23"/>
                <a:gd name="f49" fmla="*/ f38 1 f22"/>
                <a:gd name="f50" fmla="*/ f39 f13 1"/>
                <a:gd name="f51" fmla="*/ f40 f13 1"/>
                <a:gd name="f52" fmla="*/ f42 f14 1"/>
                <a:gd name="f53" fmla="*/ f41 f14 1"/>
                <a:gd name="f54" fmla="*/ f43 f13 1"/>
                <a:gd name="f55" fmla="*/ f44 f14 1"/>
                <a:gd name="f56" fmla="*/ f45 f13 1"/>
                <a:gd name="f57" fmla="*/ f46 f14 1"/>
                <a:gd name="f58" fmla="*/ f47 f13 1"/>
                <a:gd name="f59" fmla="*/ f48 f14 1"/>
                <a:gd name="f60" fmla="*/ f49 f13 1"/>
              </a:gdLst>
              <a:ahLst/>
              <a:cxnLst>
                <a:cxn ang="3cd4">
                  <a:pos x="hc" y="t"/>
                </a:cxn>
                <a:cxn ang="0">
                  <a:pos x="r" y="vc"/>
                </a:cxn>
                <a:cxn ang="cd4">
                  <a:pos x="hc" y="b"/>
                </a:cxn>
                <a:cxn ang="cd2">
                  <a:pos x="l" y="vc"/>
                </a:cxn>
                <a:cxn ang="f31">
                  <a:pos x="f54" y="f55"/>
                </a:cxn>
                <a:cxn ang="f31">
                  <a:pos x="f56" y="f55"/>
                </a:cxn>
                <a:cxn ang="f31">
                  <a:pos x="f56" y="f57"/>
                </a:cxn>
                <a:cxn ang="f31">
                  <a:pos x="f58" y="f57"/>
                </a:cxn>
                <a:cxn ang="f31">
                  <a:pos x="f58" y="f59"/>
                </a:cxn>
                <a:cxn ang="f31">
                  <a:pos x="f60" y="f59"/>
                </a:cxn>
                <a:cxn ang="f31">
                  <a:pos x="f60" y="f57"/>
                </a:cxn>
                <a:cxn ang="f31">
                  <a:pos x="f54" y="f57"/>
                </a:cxn>
              </a:cxnLst>
              <a:rect l="f50" t="f53" r="f51" b="f52"/>
              <a:pathLst>
                <a:path w="163639" h="182213">
                  <a:moveTo>
                    <a:pt x="f8" y="f7"/>
                  </a:moveTo>
                  <a:lnTo>
                    <a:pt x="f9" y="f7"/>
                  </a:lnTo>
                  <a:lnTo>
                    <a:pt x="f9" y="f10"/>
                  </a:lnTo>
                  <a:lnTo>
                    <a:pt x="f11" y="f10"/>
                  </a:lnTo>
                  <a:lnTo>
                    <a:pt x="f11" y="f5"/>
                  </a:lnTo>
                  <a:lnTo>
                    <a:pt x="f5" y="f5"/>
                  </a:lnTo>
                  <a:lnTo>
                    <a:pt x="f5" y="f10"/>
                  </a:lnTo>
                  <a:lnTo>
                    <a:pt x="f8" y="f10"/>
                  </a:lnTo>
                  <a:close/>
                </a:path>
              </a:pathLst>
            </a:custGeom>
            <a:solidFill>
              <a:srgbClr val="000000"/>
            </a:solidFill>
            <a:ln>
              <a:noFill/>
              <a:prstDash val="soli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000000"/>
                </a:solidFill>
                <a:uFillTx/>
                <a:latin typeface="Arial"/>
              </a:endParaRPr>
            </a:p>
          </p:txBody>
        </p:sp>
        <p:sp>
          <p:nvSpPr>
            <p:cNvPr id="35" name="Vrije vorm: vorm 44">
              <a:extLst>
                <a:ext uri="{FF2B5EF4-FFF2-40B4-BE49-F238E27FC236}">
                  <a16:creationId xmlns:a16="http://schemas.microsoft.com/office/drawing/2014/main" id="{CC472A38-8807-A80A-B293-8F9D6C436D99}"/>
                </a:ext>
              </a:extLst>
            </p:cNvPr>
            <p:cNvSpPr/>
            <p:nvPr/>
          </p:nvSpPr>
          <p:spPr>
            <a:xfrm>
              <a:off x="771113" y="6216740"/>
              <a:ext cx="175409" cy="176963"/>
            </a:xfrm>
            <a:custGeom>
              <a:avLst/>
              <a:gdLst>
                <a:gd name="f0" fmla="val 10800000"/>
                <a:gd name="f1" fmla="val 5400000"/>
                <a:gd name="f2" fmla="val 180"/>
                <a:gd name="f3" fmla="val w"/>
                <a:gd name="f4" fmla="val h"/>
                <a:gd name="f5" fmla="val 0"/>
                <a:gd name="f6" fmla="val 172449"/>
                <a:gd name="f7" fmla="val 170903"/>
                <a:gd name="f8" fmla="val 128740"/>
                <a:gd name="f9" fmla="val 93637"/>
                <a:gd name="f10" fmla="val 116453"/>
                <a:gd name="f11" fmla="val 97542"/>
                <a:gd name="f12" fmla="val 103689"/>
                <a:gd name="f13" fmla="val 94399"/>
                <a:gd name="f14" fmla="val 103785"/>
                <a:gd name="f15" fmla="val 77920"/>
                <a:gd name="f16" fmla="val 52774"/>
                <a:gd name="f17" fmla="val 162744"/>
                <a:gd name="f18" fmla="val 31724"/>
                <a:gd name="f19" fmla="val 170936"/>
                <a:gd name="f20" fmla="val 9816"/>
                <a:gd name="f21" fmla="val 172936"/>
                <a:gd name="f22" fmla="val 4387"/>
                <a:gd name="f23" fmla="val 173127"/>
                <a:gd name="f24" fmla="val -185"/>
                <a:gd name="f25" fmla="val 170460"/>
                <a:gd name="f26" fmla="val 6"/>
                <a:gd name="f27" fmla="val 168555"/>
                <a:gd name="f28" fmla="val 101"/>
                <a:gd name="f29" fmla="val 170079"/>
                <a:gd name="f30" fmla="val 2863"/>
                <a:gd name="f31" fmla="val 165888"/>
                <a:gd name="f32" fmla="val 6959"/>
                <a:gd name="f33" fmla="val 141504"/>
                <a:gd name="f34" fmla="val 31438"/>
                <a:gd name="f35" fmla="val 100546"/>
                <a:gd name="f36" fmla="val 31343"/>
                <a:gd name="f37" fmla="val 69114"/>
                <a:gd name="f38" fmla="val 45440"/>
                <a:gd name="f39" fmla="val 48540"/>
                <a:gd name="f40" fmla="val 54679"/>
                <a:gd name="f41" fmla="val -11849"/>
                <a:gd name="f42" fmla="val 83064"/>
                <a:gd name="f43" fmla="val 2058"/>
                <a:gd name="f44" fmla="val 146405"/>
                <a:gd name="f45" fmla="val 2724"/>
                <a:gd name="f46" fmla="val 149453"/>
                <a:gd name="f47" fmla="val 4534"/>
                <a:gd name="f48" fmla="val 159454"/>
                <a:gd name="f49" fmla="val 6344"/>
                <a:gd name="f50" fmla="val 8439"/>
                <a:gd name="f51" fmla="val 153454"/>
                <a:gd name="f52" fmla="val 146215"/>
                <a:gd name="f53" fmla="val 7963"/>
                <a:gd name="f54" fmla="val 108495"/>
                <a:gd name="f55" fmla="val 52635"/>
                <a:gd name="f56" fmla="val 98018"/>
                <a:gd name="f57" fmla="val 67209"/>
                <a:gd name="f58" fmla="val 73348"/>
                <a:gd name="f59" fmla="val 68923"/>
                <a:gd name="f60" fmla="val 70395"/>
                <a:gd name="f61" fmla="val 71971"/>
                <a:gd name="f62" fmla="val 66300"/>
                <a:gd name="f63" fmla="val 72638"/>
                <a:gd name="f64" fmla="val 68205"/>
                <a:gd name="f65" fmla="val 73019"/>
                <a:gd name="f66" fmla="val 69157"/>
                <a:gd name="f67" fmla="val 72733"/>
                <a:gd name="f68" fmla="val 70491"/>
                <a:gd name="f69" fmla="val 72162"/>
                <a:gd name="f70" fmla="val 73158"/>
                <a:gd name="f71" fmla="val 67590"/>
                <a:gd name="f72" fmla="val 93446"/>
                <a:gd name="f73" fmla="val 46444"/>
                <a:gd name="f74" fmla="val 106400"/>
                <a:gd name="f75" fmla="val 52445"/>
                <a:gd name="f76" fmla="val 120878"/>
                <a:gd name="f77" fmla="val 60255"/>
                <a:gd name="f78" fmla="val 139642"/>
                <a:gd name="f79" fmla="val 82639"/>
                <a:gd name="f80" fmla="val 125641"/>
                <a:gd name="f81" fmla="val 89592"/>
                <a:gd name="f82" fmla="val 113544"/>
                <a:gd name="f83" fmla="val 91402"/>
                <a:gd name="f84" fmla="val 110210"/>
                <a:gd name="f85" fmla="val 92450"/>
                <a:gd name="f86" fmla="val 108115"/>
                <a:gd name="f87" fmla="val 93688"/>
                <a:gd name="f88" fmla="val 94641"/>
                <a:gd name="f89" fmla="val 108781"/>
                <a:gd name="f90" fmla="val 94545"/>
                <a:gd name="f91" fmla="val 112591"/>
                <a:gd name="f92" fmla="val 93974"/>
                <a:gd name="f93" fmla="val 116020"/>
                <a:gd name="f94" fmla="val 90259"/>
                <a:gd name="f95" fmla="val 137833"/>
                <a:gd name="f96" fmla="val 85306"/>
                <a:gd name="f97" fmla="val 150025"/>
                <a:gd name="f98" fmla="val 69304"/>
                <a:gd name="f99" fmla="val 162502"/>
                <a:gd name="f100" fmla="val 64161"/>
                <a:gd name="f101" fmla="val 166503"/>
                <a:gd name="f102" fmla="val 56160"/>
                <a:gd name="f103" fmla="val 167265"/>
                <a:gd name="f104" fmla="val 57207"/>
                <a:gd name="f105" fmla="val 170313"/>
                <a:gd name="f106" fmla="val 57493"/>
                <a:gd name="f107" fmla="val 171075"/>
                <a:gd name="f108" fmla="val 60922"/>
                <a:gd name="f109" fmla="val 170979"/>
                <a:gd name="f110" fmla="val 63684"/>
                <a:gd name="f111" fmla="val 170694"/>
                <a:gd name="f112" fmla="val 106166"/>
                <a:gd name="f113" fmla="val 167932"/>
                <a:gd name="f114" fmla="val 141694"/>
                <a:gd name="f115" fmla="val 117925"/>
                <a:gd name="f116" fmla="val 151124"/>
                <a:gd name="f117" fmla="val 85159"/>
                <a:gd name="f118" fmla="val 152076"/>
                <a:gd name="f119" fmla="val 82873"/>
                <a:gd name="f120" fmla="val 152362"/>
                <a:gd name="f121" fmla="val 80683"/>
                <a:gd name="f122" fmla="val 151410"/>
                <a:gd name="f123" fmla="val 79920"/>
                <a:gd name="f124" fmla="val 150171"/>
                <a:gd name="f125" fmla="val 78968"/>
                <a:gd name="f126" fmla="val 148266"/>
                <a:gd name="f127" fmla="val 81159"/>
                <a:gd name="f128" fmla="val 146361"/>
                <a:gd name="f129" fmla="val 87255"/>
                <a:gd name="f130" fmla="val 134836"/>
                <a:gd name="f131" fmla="val 91732"/>
                <a:gd name="f132" fmla="+- 0 0 -90"/>
                <a:gd name="f133" fmla="*/ f3 1 172449"/>
                <a:gd name="f134" fmla="*/ f4 1 170903"/>
                <a:gd name="f135" fmla="val f5"/>
                <a:gd name="f136" fmla="val f6"/>
                <a:gd name="f137" fmla="val f7"/>
                <a:gd name="f138" fmla="*/ f132 f0 1"/>
                <a:gd name="f139" fmla="+- f137 0 f135"/>
                <a:gd name="f140" fmla="+- f136 0 f135"/>
                <a:gd name="f141" fmla="*/ f138 1 f2"/>
                <a:gd name="f142" fmla="*/ f140 1 172449"/>
                <a:gd name="f143" fmla="*/ f139 1 170903"/>
                <a:gd name="f144" fmla="*/ 128740 f140 1"/>
                <a:gd name="f145" fmla="*/ 93637 f139 1"/>
                <a:gd name="f146" fmla="*/ 103785 f140 1"/>
                <a:gd name="f147" fmla="*/ 77920 f139 1"/>
                <a:gd name="f148" fmla="*/ 170936 f140 1"/>
                <a:gd name="f149" fmla="*/ 9816 f139 1"/>
                <a:gd name="f150" fmla="*/ 170460 f140 1"/>
                <a:gd name="f151" fmla="*/ 6 f139 1"/>
                <a:gd name="f152" fmla="*/ 165888 f140 1"/>
                <a:gd name="f153" fmla="*/ 6959 f139 1"/>
                <a:gd name="f154" fmla="*/ 69114 f140 1"/>
                <a:gd name="f155" fmla="*/ 45440 f139 1"/>
                <a:gd name="f156" fmla="*/ 2058 f140 1"/>
                <a:gd name="f157" fmla="*/ 146405 f139 1"/>
                <a:gd name="f158" fmla="*/ 6344 f140 1"/>
                <a:gd name="f159" fmla="*/ 159454 f139 1"/>
                <a:gd name="f160" fmla="*/ 8439 f140 1"/>
                <a:gd name="f161" fmla="*/ 146215 f139 1"/>
                <a:gd name="f162" fmla="*/ 67209 f140 1"/>
                <a:gd name="f163" fmla="*/ 73348 f139 1"/>
                <a:gd name="f164" fmla="*/ 72638 f140 1"/>
                <a:gd name="f165" fmla="*/ 68205 f139 1"/>
                <a:gd name="f166" fmla="*/ 72162 f140 1"/>
                <a:gd name="f167" fmla="*/ 73158 f139 1"/>
                <a:gd name="f168" fmla="*/ 52445 f140 1"/>
                <a:gd name="f169" fmla="*/ 120878 f139 1"/>
                <a:gd name="f170" fmla="*/ 89592 f140 1"/>
                <a:gd name="f171" fmla="*/ 113544 f139 1"/>
                <a:gd name="f172" fmla="*/ 93688 f140 1"/>
                <a:gd name="f173" fmla="*/ 108495 f139 1"/>
                <a:gd name="f174" fmla="*/ 93974 f140 1"/>
                <a:gd name="f175" fmla="*/ 116020 f139 1"/>
                <a:gd name="f176" fmla="*/ 69304 f140 1"/>
                <a:gd name="f177" fmla="*/ 162502 f139 1"/>
                <a:gd name="f178" fmla="*/ 57207 f140 1"/>
                <a:gd name="f179" fmla="*/ 170313 f139 1"/>
                <a:gd name="f180" fmla="*/ 63684 f140 1"/>
                <a:gd name="f181" fmla="*/ 170694 f139 1"/>
                <a:gd name="f182" fmla="*/ 151124 f140 1"/>
                <a:gd name="f183" fmla="*/ 85159 f139 1"/>
                <a:gd name="f184" fmla="*/ 151410 f140 1"/>
                <a:gd name="f185" fmla="*/ 79920 f139 1"/>
                <a:gd name="f186" fmla="*/ 146361 f140 1"/>
                <a:gd name="f187" fmla="*/ 82873 f139 1"/>
                <a:gd name="f188" fmla="+- f141 0 f1"/>
                <a:gd name="f189" fmla="*/ f144 1 172449"/>
                <a:gd name="f190" fmla="*/ f145 1 170903"/>
                <a:gd name="f191" fmla="*/ f146 1 172449"/>
                <a:gd name="f192" fmla="*/ f147 1 170903"/>
                <a:gd name="f193" fmla="*/ f148 1 172449"/>
                <a:gd name="f194" fmla="*/ f149 1 170903"/>
                <a:gd name="f195" fmla="*/ f150 1 172449"/>
                <a:gd name="f196" fmla="*/ f151 1 170903"/>
                <a:gd name="f197" fmla="*/ f152 1 172449"/>
                <a:gd name="f198" fmla="*/ f153 1 170903"/>
                <a:gd name="f199" fmla="*/ f154 1 172449"/>
                <a:gd name="f200" fmla="*/ f155 1 170903"/>
                <a:gd name="f201" fmla="*/ f156 1 172449"/>
                <a:gd name="f202" fmla="*/ f157 1 170903"/>
                <a:gd name="f203" fmla="*/ f158 1 172449"/>
                <a:gd name="f204" fmla="*/ f159 1 170903"/>
                <a:gd name="f205" fmla="*/ f160 1 172449"/>
                <a:gd name="f206" fmla="*/ f161 1 170903"/>
                <a:gd name="f207" fmla="*/ f162 1 172449"/>
                <a:gd name="f208" fmla="*/ f163 1 170903"/>
                <a:gd name="f209" fmla="*/ f164 1 172449"/>
                <a:gd name="f210" fmla="*/ f165 1 170903"/>
                <a:gd name="f211" fmla="*/ f166 1 172449"/>
                <a:gd name="f212" fmla="*/ f167 1 170903"/>
                <a:gd name="f213" fmla="*/ f168 1 172449"/>
                <a:gd name="f214" fmla="*/ f169 1 170903"/>
                <a:gd name="f215" fmla="*/ f170 1 172449"/>
                <a:gd name="f216" fmla="*/ f171 1 170903"/>
                <a:gd name="f217" fmla="*/ f172 1 172449"/>
                <a:gd name="f218" fmla="*/ f173 1 170903"/>
                <a:gd name="f219" fmla="*/ f174 1 172449"/>
                <a:gd name="f220" fmla="*/ f175 1 170903"/>
                <a:gd name="f221" fmla="*/ f176 1 172449"/>
                <a:gd name="f222" fmla="*/ f177 1 170903"/>
                <a:gd name="f223" fmla="*/ f178 1 172449"/>
                <a:gd name="f224" fmla="*/ f179 1 170903"/>
                <a:gd name="f225" fmla="*/ f180 1 172449"/>
                <a:gd name="f226" fmla="*/ f181 1 170903"/>
                <a:gd name="f227" fmla="*/ f182 1 172449"/>
                <a:gd name="f228" fmla="*/ f183 1 170903"/>
                <a:gd name="f229" fmla="*/ f184 1 172449"/>
                <a:gd name="f230" fmla="*/ f185 1 170903"/>
                <a:gd name="f231" fmla="*/ f186 1 172449"/>
                <a:gd name="f232" fmla="*/ f187 1 170903"/>
                <a:gd name="f233" fmla="*/ f135 1 f142"/>
                <a:gd name="f234" fmla="*/ f136 1 f142"/>
                <a:gd name="f235" fmla="*/ f135 1 f143"/>
                <a:gd name="f236" fmla="*/ f137 1 f143"/>
                <a:gd name="f237" fmla="*/ f189 1 f142"/>
                <a:gd name="f238" fmla="*/ f190 1 f143"/>
                <a:gd name="f239" fmla="*/ f191 1 f142"/>
                <a:gd name="f240" fmla="*/ f192 1 f143"/>
                <a:gd name="f241" fmla="*/ f193 1 f142"/>
                <a:gd name="f242" fmla="*/ f194 1 f143"/>
                <a:gd name="f243" fmla="*/ f195 1 f142"/>
                <a:gd name="f244" fmla="*/ f196 1 f143"/>
                <a:gd name="f245" fmla="*/ f197 1 f142"/>
                <a:gd name="f246" fmla="*/ f198 1 f143"/>
                <a:gd name="f247" fmla="*/ f199 1 f142"/>
                <a:gd name="f248" fmla="*/ f200 1 f143"/>
                <a:gd name="f249" fmla="*/ f201 1 f142"/>
                <a:gd name="f250" fmla="*/ f202 1 f143"/>
                <a:gd name="f251" fmla="*/ f203 1 f142"/>
                <a:gd name="f252" fmla="*/ f204 1 f143"/>
                <a:gd name="f253" fmla="*/ f205 1 f142"/>
                <a:gd name="f254" fmla="*/ f206 1 f143"/>
                <a:gd name="f255" fmla="*/ f207 1 f142"/>
                <a:gd name="f256" fmla="*/ f208 1 f143"/>
                <a:gd name="f257" fmla="*/ f209 1 f142"/>
                <a:gd name="f258" fmla="*/ f210 1 f143"/>
                <a:gd name="f259" fmla="*/ f211 1 f142"/>
                <a:gd name="f260" fmla="*/ f212 1 f143"/>
                <a:gd name="f261" fmla="*/ f213 1 f142"/>
                <a:gd name="f262" fmla="*/ f214 1 f143"/>
                <a:gd name="f263" fmla="*/ f215 1 f142"/>
                <a:gd name="f264" fmla="*/ f216 1 f143"/>
                <a:gd name="f265" fmla="*/ f217 1 f142"/>
                <a:gd name="f266" fmla="*/ f218 1 f143"/>
                <a:gd name="f267" fmla="*/ f219 1 f142"/>
                <a:gd name="f268" fmla="*/ f220 1 f143"/>
                <a:gd name="f269" fmla="*/ f221 1 f142"/>
                <a:gd name="f270" fmla="*/ f222 1 f143"/>
                <a:gd name="f271" fmla="*/ f223 1 f142"/>
                <a:gd name="f272" fmla="*/ f224 1 f143"/>
                <a:gd name="f273" fmla="*/ f225 1 f142"/>
                <a:gd name="f274" fmla="*/ f226 1 f143"/>
                <a:gd name="f275" fmla="*/ f227 1 f142"/>
                <a:gd name="f276" fmla="*/ f228 1 f143"/>
                <a:gd name="f277" fmla="*/ f229 1 f142"/>
                <a:gd name="f278" fmla="*/ f230 1 f143"/>
                <a:gd name="f279" fmla="*/ f231 1 f142"/>
                <a:gd name="f280" fmla="*/ f232 1 f143"/>
                <a:gd name="f281" fmla="*/ f233 f133 1"/>
                <a:gd name="f282" fmla="*/ f234 f133 1"/>
                <a:gd name="f283" fmla="*/ f236 f134 1"/>
                <a:gd name="f284" fmla="*/ f235 f134 1"/>
                <a:gd name="f285" fmla="*/ f237 f133 1"/>
                <a:gd name="f286" fmla="*/ f238 f134 1"/>
                <a:gd name="f287" fmla="*/ f239 f133 1"/>
                <a:gd name="f288" fmla="*/ f240 f134 1"/>
                <a:gd name="f289" fmla="*/ f241 f133 1"/>
                <a:gd name="f290" fmla="*/ f242 f134 1"/>
                <a:gd name="f291" fmla="*/ f243 f133 1"/>
                <a:gd name="f292" fmla="*/ f244 f134 1"/>
                <a:gd name="f293" fmla="*/ f245 f133 1"/>
                <a:gd name="f294" fmla="*/ f246 f134 1"/>
                <a:gd name="f295" fmla="*/ f247 f133 1"/>
                <a:gd name="f296" fmla="*/ f248 f134 1"/>
                <a:gd name="f297" fmla="*/ f249 f133 1"/>
                <a:gd name="f298" fmla="*/ f250 f134 1"/>
                <a:gd name="f299" fmla="*/ f251 f133 1"/>
                <a:gd name="f300" fmla="*/ f252 f134 1"/>
                <a:gd name="f301" fmla="*/ f253 f133 1"/>
                <a:gd name="f302" fmla="*/ f254 f134 1"/>
                <a:gd name="f303" fmla="*/ f255 f133 1"/>
                <a:gd name="f304" fmla="*/ f256 f134 1"/>
                <a:gd name="f305" fmla="*/ f257 f133 1"/>
                <a:gd name="f306" fmla="*/ f258 f134 1"/>
                <a:gd name="f307" fmla="*/ f259 f133 1"/>
                <a:gd name="f308" fmla="*/ f260 f134 1"/>
                <a:gd name="f309" fmla="*/ f261 f133 1"/>
                <a:gd name="f310" fmla="*/ f262 f134 1"/>
                <a:gd name="f311" fmla="*/ f263 f133 1"/>
                <a:gd name="f312" fmla="*/ f264 f134 1"/>
                <a:gd name="f313" fmla="*/ f265 f133 1"/>
                <a:gd name="f314" fmla="*/ f266 f134 1"/>
                <a:gd name="f315" fmla="*/ f267 f133 1"/>
                <a:gd name="f316" fmla="*/ f268 f134 1"/>
                <a:gd name="f317" fmla="*/ f269 f133 1"/>
                <a:gd name="f318" fmla="*/ f270 f134 1"/>
                <a:gd name="f319" fmla="*/ f271 f133 1"/>
                <a:gd name="f320" fmla="*/ f272 f134 1"/>
                <a:gd name="f321" fmla="*/ f273 f133 1"/>
                <a:gd name="f322" fmla="*/ f274 f134 1"/>
                <a:gd name="f323" fmla="*/ f275 f133 1"/>
                <a:gd name="f324" fmla="*/ f276 f134 1"/>
                <a:gd name="f325" fmla="*/ f277 f133 1"/>
                <a:gd name="f326" fmla="*/ f278 f134 1"/>
                <a:gd name="f327" fmla="*/ f279 f133 1"/>
                <a:gd name="f328" fmla="*/ f280 f134 1"/>
              </a:gdLst>
              <a:ahLst/>
              <a:cxnLst>
                <a:cxn ang="3cd4">
                  <a:pos x="hc" y="t"/>
                </a:cxn>
                <a:cxn ang="0">
                  <a:pos x="r" y="vc"/>
                </a:cxn>
                <a:cxn ang="cd4">
                  <a:pos x="hc" y="b"/>
                </a:cxn>
                <a:cxn ang="cd2">
                  <a:pos x="l" y="vc"/>
                </a:cxn>
                <a:cxn ang="f188">
                  <a:pos x="f285" y="f286"/>
                </a:cxn>
                <a:cxn ang="f188">
                  <a:pos x="f287" y="f288"/>
                </a:cxn>
                <a:cxn ang="f188">
                  <a:pos x="f289" y="f290"/>
                </a:cxn>
                <a:cxn ang="f188">
                  <a:pos x="f291" y="f292"/>
                </a:cxn>
                <a:cxn ang="f188">
                  <a:pos x="f293" y="f294"/>
                </a:cxn>
                <a:cxn ang="f188">
                  <a:pos x="f295" y="f296"/>
                </a:cxn>
                <a:cxn ang="f188">
                  <a:pos x="f297" y="f298"/>
                </a:cxn>
                <a:cxn ang="f188">
                  <a:pos x="f299" y="f300"/>
                </a:cxn>
                <a:cxn ang="f188">
                  <a:pos x="f301" y="f302"/>
                </a:cxn>
                <a:cxn ang="f188">
                  <a:pos x="f303" y="f304"/>
                </a:cxn>
                <a:cxn ang="f188">
                  <a:pos x="f305" y="f306"/>
                </a:cxn>
                <a:cxn ang="f188">
                  <a:pos x="f307" y="f308"/>
                </a:cxn>
                <a:cxn ang="f188">
                  <a:pos x="f309" y="f310"/>
                </a:cxn>
                <a:cxn ang="f188">
                  <a:pos x="f311" y="f312"/>
                </a:cxn>
                <a:cxn ang="f188">
                  <a:pos x="f313" y="f314"/>
                </a:cxn>
                <a:cxn ang="f188">
                  <a:pos x="f315" y="f316"/>
                </a:cxn>
                <a:cxn ang="f188">
                  <a:pos x="f317" y="f318"/>
                </a:cxn>
                <a:cxn ang="f188">
                  <a:pos x="f319" y="f320"/>
                </a:cxn>
                <a:cxn ang="f188">
                  <a:pos x="f321" y="f322"/>
                </a:cxn>
                <a:cxn ang="f188">
                  <a:pos x="f323" y="f324"/>
                </a:cxn>
                <a:cxn ang="f188">
                  <a:pos x="f325" y="f326"/>
                </a:cxn>
                <a:cxn ang="f188">
                  <a:pos x="f327" y="f328"/>
                </a:cxn>
                <a:cxn ang="f188">
                  <a:pos x="f285" y="f286"/>
                </a:cxn>
              </a:cxnLst>
              <a:rect l="f281" t="f284" r="f282" b="f283"/>
              <a:pathLst>
                <a:path w="172449" h="170903">
                  <a:moveTo>
                    <a:pt x="f8" y="f9"/>
                  </a:moveTo>
                  <a:cubicBezTo>
                    <a:pt x="f10" y="f11"/>
                    <a:pt x="f12" y="f13"/>
                    <a:pt x="f14" y="f15"/>
                  </a:cubicBezTo>
                  <a:cubicBezTo>
                    <a:pt x="f14" y="f16"/>
                    <a:pt x="f17" y="f18"/>
                    <a:pt x="f19" y="f20"/>
                  </a:cubicBezTo>
                  <a:cubicBezTo>
                    <a:pt x="f21" y="f22"/>
                    <a:pt x="f23" y="f24"/>
                    <a:pt x="f25" y="f26"/>
                  </a:cubicBezTo>
                  <a:cubicBezTo>
                    <a:pt x="f27" y="f28"/>
                    <a:pt x="f29" y="f30"/>
                    <a:pt x="f31" y="f32"/>
                  </a:cubicBezTo>
                  <a:cubicBezTo>
                    <a:pt x="f33" y="f34"/>
                    <a:pt x="f35" y="f36"/>
                    <a:pt x="f37" y="f38"/>
                  </a:cubicBezTo>
                  <a:cubicBezTo>
                    <a:pt x="f39" y="f40"/>
                    <a:pt x="f41" y="f42"/>
                    <a:pt x="f43" y="f44"/>
                  </a:cubicBezTo>
                  <a:cubicBezTo>
                    <a:pt x="f45" y="f46"/>
                    <a:pt x="f47" y="f48"/>
                    <a:pt x="f49" y="f48"/>
                  </a:cubicBezTo>
                  <a:cubicBezTo>
                    <a:pt x="f50" y="f48"/>
                    <a:pt x="f50" y="f51"/>
                    <a:pt x="f50" y="f52"/>
                  </a:cubicBezTo>
                  <a:cubicBezTo>
                    <a:pt x="f53" y="f54"/>
                    <a:pt x="f55" y="f56"/>
                    <a:pt x="f57" y="f58"/>
                  </a:cubicBezTo>
                  <a:cubicBezTo>
                    <a:pt x="f59" y="f60"/>
                    <a:pt x="f61" y="f62"/>
                    <a:pt x="f63" y="f64"/>
                  </a:cubicBezTo>
                  <a:cubicBezTo>
                    <a:pt x="f65" y="f66"/>
                    <a:pt x="f67" y="f68"/>
                    <a:pt x="f69" y="f70"/>
                  </a:cubicBezTo>
                  <a:cubicBezTo>
                    <a:pt x="f71" y="f72"/>
                    <a:pt x="f73" y="f74"/>
                    <a:pt x="f75" y="f76"/>
                  </a:cubicBezTo>
                  <a:cubicBezTo>
                    <a:pt x="f77" y="f78"/>
                    <a:pt x="f79" y="f80"/>
                    <a:pt x="f81" y="f82"/>
                  </a:cubicBezTo>
                  <a:cubicBezTo>
                    <a:pt x="f83" y="f84"/>
                    <a:pt x="f85" y="f86"/>
                    <a:pt x="f87" y="f54"/>
                  </a:cubicBezTo>
                  <a:cubicBezTo>
                    <a:pt x="f88" y="f89"/>
                    <a:pt x="f90" y="f91"/>
                    <a:pt x="f92" y="f93"/>
                  </a:cubicBezTo>
                  <a:cubicBezTo>
                    <a:pt x="f94" y="f95"/>
                    <a:pt x="f96" y="f97"/>
                    <a:pt x="f98" y="f99"/>
                  </a:cubicBezTo>
                  <a:cubicBezTo>
                    <a:pt x="f100" y="f101"/>
                    <a:pt x="f102" y="f103"/>
                    <a:pt x="f104" y="f105"/>
                  </a:cubicBezTo>
                  <a:cubicBezTo>
                    <a:pt x="f106" y="f107"/>
                    <a:pt x="f108" y="f109"/>
                    <a:pt x="f110" y="f111"/>
                  </a:cubicBezTo>
                  <a:cubicBezTo>
                    <a:pt x="f112" y="f113"/>
                    <a:pt x="f114" y="f115"/>
                    <a:pt x="f116" y="f117"/>
                  </a:cubicBezTo>
                  <a:cubicBezTo>
                    <a:pt x="f118" y="f119"/>
                    <a:pt x="f120" y="f121"/>
                    <a:pt x="f122" y="f123"/>
                  </a:cubicBezTo>
                  <a:cubicBezTo>
                    <a:pt x="f124" y="f125"/>
                    <a:pt x="f126" y="f127"/>
                    <a:pt x="f128" y="f119"/>
                  </a:cubicBezTo>
                  <a:cubicBezTo>
                    <a:pt x="f33" y="f129"/>
                    <a:pt x="f130" y="f131"/>
                    <a:pt x="f8" y="f9"/>
                  </a:cubicBezTo>
                  <a:close/>
                </a:path>
              </a:pathLst>
            </a:custGeom>
            <a:solidFill>
              <a:srgbClr val="000000"/>
            </a:solidFill>
            <a:ln>
              <a:noFill/>
              <a:prstDash val="soli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000000"/>
                </a:solidFill>
                <a:uFillTx/>
                <a:latin typeface="Arial"/>
              </a:endParaRPr>
            </a:p>
          </p:txBody>
        </p:sp>
        <p:sp>
          <p:nvSpPr>
            <p:cNvPr id="36" name="Vrije vorm: vorm 45">
              <a:extLst>
                <a:ext uri="{FF2B5EF4-FFF2-40B4-BE49-F238E27FC236}">
                  <a16:creationId xmlns:a16="http://schemas.microsoft.com/office/drawing/2014/main" id="{84766332-1236-0A20-B424-37D5B8FFFB54}"/>
                </a:ext>
              </a:extLst>
            </p:cNvPr>
            <p:cNvSpPr/>
            <p:nvPr/>
          </p:nvSpPr>
          <p:spPr>
            <a:xfrm>
              <a:off x="1315181" y="6459175"/>
              <a:ext cx="116650" cy="139162"/>
            </a:xfrm>
            <a:custGeom>
              <a:avLst/>
              <a:gdLst>
                <a:gd name="f0" fmla="val 10800000"/>
                <a:gd name="f1" fmla="val 5400000"/>
                <a:gd name="f2" fmla="val 180"/>
                <a:gd name="f3" fmla="val w"/>
                <a:gd name="f4" fmla="val h"/>
                <a:gd name="f5" fmla="val 0"/>
                <a:gd name="f6" fmla="val 114680"/>
                <a:gd name="f7" fmla="val 134397"/>
                <a:gd name="f8" fmla="val 24955"/>
                <a:gd name="f9" fmla="val 55054"/>
                <a:gd name="f10" fmla="val 25146"/>
                <a:gd name="f11" fmla="val 35242"/>
                <a:gd name="f12" fmla="val 37052"/>
                <a:gd name="f13" fmla="val 17431"/>
                <a:gd name="f14" fmla="val 57055"/>
                <a:gd name="f15" fmla="val 80296"/>
                <a:gd name="f16" fmla="val 89344"/>
                <a:gd name="f17" fmla="val 33338"/>
                <a:gd name="f18" fmla="val 114681"/>
                <a:gd name="f19" fmla="val 71723"/>
                <a:gd name="f20" fmla="val 59817"/>
                <a:gd name="f21" fmla="val 24765"/>
                <a:gd name="f22" fmla="val 94774"/>
                <a:gd name="f23" fmla="val 58864"/>
                <a:gd name="f24" fmla="val 18764"/>
                <a:gd name="f25" fmla="val 31051"/>
                <a:gd name="f26" fmla="val 68199"/>
                <a:gd name="f27" fmla="val 105537"/>
                <a:gd name="f28" fmla="val 16192"/>
                <a:gd name="f29" fmla="val 134398"/>
                <a:gd name="f30" fmla="val 56864"/>
                <a:gd name="f31" fmla="val 87154"/>
                <a:gd name="f32" fmla="val 109347"/>
                <a:gd name="f33" fmla="val 120015"/>
                <a:gd name="f34" fmla="val 113157"/>
                <a:gd name="f35" fmla="val 91250"/>
                <a:gd name="f36" fmla="val 87916"/>
                <a:gd name="f37" fmla="val 85154"/>
                <a:gd name="f38" fmla="val 109633"/>
                <a:gd name="f39" fmla="val 75819"/>
                <a:gd name="f40" fmla="val 116967"/>
                <a:gd name="f41" fmla="val 57150"/>
                <a:gd name="f42" fmla="val 32671"/>
                <a:gd name="f43" fmla="val 24479"/>
                <a:gd name="f44" fmla="val 95155"/>
                <a:gd name="f45" fmla="val 71818"/>
                <a:gd name="f46" fmla="+- 0 0 -90"/>
                <a:gd name="f47" fmla="*/ f3 1 114680"/>
                <a:gd name="f48" fmla="*/ f4 1 134397"/>
                <a:gd name="f49" fmla="val f5"/>
                <a:gd name="f50" fmla="val f6"/>
                <a:gd name="f51" fmla="val f7"/>
                <a:gd name="f52" fmla="*/ f46 f0 1"/>
                <a:gd name="f53" fmla="+- f51 0 f49"/>
                <a:gd name="f54" fmla="+- f50 0 f49"/>
                <a:gd name="f55" fmla="*/ f52 1 f2"/>
                <a:gd name="f56" fmla="*/ f54 1 114680"/>
                <a:gd name="f57" fmla="*/ f53 1 134397"/>
                <a:gd name="f58" fmla="*/ 24955 f54 1"/>
                <a:gd name="f59" fmla="*/ 55054 f53 1"/>
                <a:gd name="f60" fmla="*/ 57055 f54 1"/>
                <a:gd name="f61" fmla="*/ 17431 f53 1"/>
                <a:gd name="f62" fmla="*/ 89344 f54 1"/>
                <a:gd name="f63" fmla="*/ 114681 f54 1"/>
                <a:gd name="f64" fmla="*/ 71723 f53 1"/>
                <a:gd name="f65" fmla="*/ 59817 f53 1"/>
                <a:gd name="f66" fmla="*/ 58864 f54 1"/>
                <a:gd name="f67" fmla="*/ 0 f53 1"/>
                <a:gd name="f68" fmla="*/ 0 f54 1"/>
                <a:gd name="f69" fmla="*/ 68199 f53 1"/>
                <a:gd name="f70" fmla="*/ 56864 f54 1"/>
                <a:gd name="f71" fmla="*/ 134398 f53 1"/>
                <a:gd name="f72" fmla="*/ 113157 f54 1"/>
                <a:gd name="f73" fmla="*/ 91250 f53 1"/>
                <a:gd name="f74" fmla="*/ 87916 f54 1"/>
                <a:gd name="f75" fmla="*/ 57150 f54 1"/>
                <a:gd name="f76" fmla="*/ 116967 f53 1"/>
                <a:gd name="f77" fmla="*/ 24479 f54 1"/>
                <a:gd name="f78" fmla="*/ 71818 f53 1"/>
                <a:gd name="f79" fmla="+- f55 0 f1"/>
                <a:gd name="f80" fmla="*/ f58 1 114680"/>
                <a:gd name="f81" fmla="*/ f59 1 134397"/>
                <a:gd name="f82" fmla="*/ f60 1 114680"/>
                <a:gd name="f83" fmla="*/ f61 1 134397"/>
                <a:gd name="f84" fmla="*/ f62 1 114680"/>
                <a:gd name="f85" fmla="*/ f63 1 114680"/>
                <a:gd name="f86" fmla="*/ f64 1 134397"/>
                <a:gd name="f87" fmla="*/ f65 1 134397"/>
                <a:gd name="f88" fmla="*/ f66 1 114680"/>
                <a:gd name="f89" fmla="*/ f67 1 134397"/>
                <a:gd name="f90" fmla="*/ f68 1 114680"/>
                <a:gd name="f91" fmla="*/ f69 1 134397"/>
                <a:gd name="f92" fmla="*/ f70 1 114680"/>
                <a:gd name="f93" fmla="*/ f71 1 134397"/>
                <a:gd name="f94" fmla="*/ f72 1 114680"/>
                <a:gd name="f95" fmla="*/ f73 1 134397"/>
                <a:gd name="f96" fmla="*/ f74 1 114680"/>
                <a:gd name="f97" fmla="*/ f75 1 114680"/>
                <a:gd name="f98" fmla="*/ f76 1 134397"/>
                <a:gd name="f99" fmla="*/ f77 1 114680"/>
                <a:gd name="f100" fmla="*/ f78 1 134397"/>
                <a:gd name="f101" fmla="*/ f49 1 f56"/>
                <a:gd name="f102" fmla="*/ f50 1 f56"/>
                <a:gd name="f103" fmla="*/ f49 1 f57"/>
                <a:gd name="f104" fmla="*/ f51 1 f57"/>
                <a:gd name="f105" fmla="*/ f80 1 f56"/>
                <a:gd name="f106" fmla="*/ f81 1 f57"/>
                <a:gd name="f107" fmla="*/ f82 1 f56"/>
                <a:gd name="f108" fmla="*/ f83 1 f57"/>
                <a:gd name="f109" fmla="*/ f84 1 f56"/>
                <a:gd name="f110" fmla="*/ f85 1 f56"/>
                <a:gd name="f111" fmla="*/ f86 1 f57"/>
                <a:gd name="f112" fmla="*/ f87 1 f57"/>
                <a:gd name="f113" fmla="*/ f88 1 f56"/>
                <a:gd name="f114" fmla="*/ f89 1 f57"/>
                <a:gd name="f115" fmla="*/ f90 1 f56"/>
                <a:gd name="f116" fmla="*/ f91 1 f57"/>
                <a:gd name="f117" fmla="*/ f92 1 f56"/>
                <a:gd name="f118" fmla="*/ f93 1 f57"/>
                <a:gd name="f119" fmla="*/ f94 1 f56"/>
                <a:gd name="f120" fmla="*/ f95 1 f57"/>
                <a:gd name="f121" fmla="*/ f96 1 f56"/>
                <a:gd name="f122" fmla="*/ f97 1 f56"/>
                <a:gd name="f123" fmla="*/ f98 1 f57"/>
                <a:gd name="f124" fmla="*/ f99 1 f56"/>
                <a:gd name="f125" fmla="*/ f100 1 f57"/>
                <a:gd name="f126" fmla="*/ f101 f47 1"/>
                <a:gd name="f127" fmla="*/ f102 f47 1"/>
                <a:gd name="f128" fmla="*/ f104 f48 1"/>
                <a:gd name="f129" fmla="*/ f103 f48 1"/>
                <a:gd name="f130" fmla="*/ f105 f47 1"/>
                <a:gd name="f131" fmla="*/ f106 f48 1"/>
                <a:gd name="f132" fmla="*/ f107 f47 1"/>
                <a:gd name="f133" fmla="*/ f108 f48 1"/>
                <a:gd name="f134" fmla="*/ f109 f47 1"/>
                <a:gd name="f135" fmla="*/ f110 f47 1"/>
                <a:gd name="f136" fmla="*/ f111 f48 1"/>
                <a:gd name="f137" fmla="*/ f112 f48 1"/>
                <a:gd name="f138" fmla="*/ f113 f47 1"/>
                <a:gd name="f139" fmla="*/ f114 f48 1"/>
                <a:gd name="f140" fmla="*/ f115 f47 1"/>
                <a:gd name="f141" fmla="*/ f116 f48 1"/>
                <a:gd name="f142" fmla="*/ f117 f47 1"/>
                <a:gd name="f143" fmla="*/ f118 f48 1"/>
                <a:gd name="f144" fmla="*/ f119 f47 1"/>
                <a:gd name="f145" fmla="*/ f120 f48 1"/>
                <a:gd name="f146" fmla="*/ f121 f47 1"/>
                <a:gd name="f147" fmla="*/ f122 f47 1"/>
                <a:gd name="f148" fmla="*/ f123 f48 1"/>
                <a:gd name="f149" fmla="*/ f124 f47 1"/>
                <a:gd name="f150" fmla="*/ f125 f48 1"/>
              </a:gdLst>
              <a:ahLst/>
              <a:cxnLst>
                <a:cxn ang="3cd4">
                  <a:pos x="hc" y="t"/>
                </a:cxn>
                <a:cxn ang="0">
                  <a:pos x="r" y="vc"/>
                </a:cxn>
                <a:cxn ang="cd4">
                  <a:pos x="hc" y="b"/>
                </a:cxn>
                <a:cxn ang="cd2">
                  <a:pos x="l" y="vc"/>
                </a:cxn>
                <a:cxn ang="f79">
                  <a:pos x="f130" y="f131"/>
                </a:cxn>
                <a:cxn ang="f79">
                  <a:pos x="f132" y="f133"/>
                </a:cxn>
                <a:cxn ang="f79">
                  <a:pos x="f134" y="f131"/>
                </a:cxn>
                <a:cxn ang="f79">
                  <a:pos x="f130" y="f131"/>
                </a:cxn>
                <a:cxn ang="f79">
                  <a:pos x="f135" y="f136"/>
                </a:cxn>
                <a:cxn ang="f79">
                  <a:pos x="f135" y="f137"/>
                </a:cxn>
                <a:cxn ang="f79">
                  <a:pos x="f138" y="f139"/>
                </a:cxn>
                <a:cxn ang="f79">
                  <a:pos x="f140" y="f141"/>
                </a:cxn>
                <a:cxn ang="f79">
                  <a:pos x="f142" y="f143"/>
                </a:cxn>
                <a:cxn ang="f79">
                  <a:pos x="f144" y="f145"/>
                </a:cxn>
                <a:cxn ang="f79">
                  <a:pos x="f146" y="f145"/>
                </a:cxn>
                <a:cxn ang="f79">
                  <a:pos x="f147" y="f148"/>
                </a:cxn>
                <a:cxn ang="f79">
                  <a:pos x="f149" y="f150"/>
                </a:cxn>
                <a:cxn ang="f79">
                  <a:pos x="f135" y="f150"/>
                </a:cxn>
              </a:cxnLst>
              <a:rect l="f126" t="f129" r="f127" b="f128"/>
              <a:pathLst>
                <a:path w="114680" h="134397">
                  <a:moveTo>
                    <a:pt x="f8" y="f9"/>
                  </a:moveTo>
                  <a:cubicBezTo>
                    <a:pt x="f10" y="f11"/>
                    <a:pt x="f12" y="f13"/>
                    <a:pt x="f14" y="f13"/>
                  </a:cubicBezTo>
                  <a:cubicBezTo>
                    <a:pt x="f15" y="f13"/>
                    <a:pt x="f16" y="f17"/>
                    <a:pt x="f16" y="f9"/>
                  </a:cubicBezTo>
                  <a:lnTo>
                    <a:pt x="f8" y="f9"/>
                  </a:lnTo>
                  <a:close/>
                  <a:moveTo>
                    <a:pt x="f18" y="f19"/>
                  </a:moveTo>
                  <a:lnTo>
                    <a:pt x="f18" y="f20"/>
                  </a:lnTo>
                  <a:cubicBezTo>
                    <a:pt x="f18" y="f21"/>
                    <a:pt x="f22" y="f5"/>
                    <a:pt x="f23" y="f5"/>
                  </a:cubicBezTo>
                  <a:cubicBezTo>
                    <a:pt x="f24" y="f5"/>
                    <a:pt x="f5" y="f25"/>
                    <a:pt x="f5" y="f26"/>
                  </a:cubicBezTo>
                  <a:cubicBezTo>
                    <a:pt x="f5" y="f27"/>
                    <a:pt x="f28" y="f29"/>
                    <a:pt x="f30" y="f29"/>
                  </a:cubicBezTo>
                  <a:cubicBezTo>
                    <a:pt x="f31" y="f29"/>
                    <a:pt x="f32" y="f33"/>
                    <a:pt x="f34" y="f35"/>
                  </a:cubicBezTo>
                  <a:lnTo>
                    <a:pt x="f36" y="f35"/>
                  </a:lnTo>
                  <a:cubicBezTo>
                    <a:pt x="f37" y="f38"/>
                    <a:pt x="f39" y="f40"/>
                    <a:pt x="f41" y="f40"/>
                  </a:cubicBezTo>
                  <a:cubicBezTo>
                    <a:pt x="f42" y="f40"/>
                    <a:pt x="f43" y="f44"/>
                    <a:pt x="f43" y="f45"/>
                  </a:cubicBezTo>
                  <a:lnTo>
                    <a:pt x="f18" y="f45"/>
                  </a:lnTo>
                  <a:close/>
                </a:path>
              </a:pathLst>
            </a:custGeom>
            <a:solidFill>
              <a:srgbClr val="000000"/>
            </a:solidFill>
            <a:ln>
              <a:noFill/>
              <a:prstDash val="soli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000000"/>
                </a:solidFill>
                <a:uFillTx/>
                <a:latin typeface="Arial"/>
              </a:endParaRPr>
            </a:p>
          </p:txBody>
        </p:sp>
        <p:sp>
          <p:nvSpPr>
            <p:cNvPr id="37" name="Vrije vorm: vorm 46">
              <a:extLst>
                <a:ext uri="{FF2B5EF4-FFF2-40B4-BE49-F238E27FC236}">
                  <a16:creationId xmlns:a16="http://schemas.microsoft.com/office/drawing/2014/main" id="{C8F678CD-3A5A-520B-13B4-F3A9E402911E}"/>
                </a:ext>
              </a:extLst>
            </p:cNvPr>
            <p:cNvSpPr/>
            <p:nvPr/>
          </p:nvSpPr>
          <p:spPr>
            <a:xfrm>
              <a:off x="1461384" y="6405618"/>
              <a:ext cx="24414" cy="188677"/>
            </a:xfrm>
            <a:custGeom>
              <a:avLst/>
              <a:gdLst>
                <a:gd name="f0" fmla="val 10800000"/>
                <a:gd name="f1" fmla="val 5400000"/>
                <a:gd name="f2" fmla="val 180"/>
                <a:gd name="f3" fmla="val w"/>
                <a:gd name="f4" fmla="val h"/>
                <a:gd name="f5" fmla="val 0"/>
                <a:gd name="f6" fmla="val 24003"/>
                <a:gd name="f7" fmla="val 182213"/>
                <a:gd name="f8" fmla="+- 0 0 -90"/>
                <a:gd name="f9" fmla="*/ f3 1 24003"/>
                <a:gd name="f10" fmla="*/ f4 1 182213"/>
                <a:gd name="f11" fmla="val f5"/>
                <a:gd name="f12" fmla="val f6"/>
                <a:gd name="f13" fmla="val f7"/>
                <a:gd name="f14" fmla="*/ f8 f0 1"/>
                <a:gd name="f15" fmla="+- f13 0 f11"/>
                <a:gd name="f16" fmla="+- f12 0 f11"/>
                <a:gd name="f17" fmla="*/ f14 1 f2"/>
                <a:gd name="f18" fmla="*/ f16 1 24003"/>
                <a:gd name="f19" fmla="*/ f15 1 182213"/>
                <a:gd name="f20" fmla="*/ 0 f16 1"/>
                <a:gd name="f21" fmla="*/ 0 f15 1"/>
                <a:gd name="f22" fmla="*/ 24003 f16 1"/>
                <a:gd name="f23" fmla="*/ 182213 f15 1"/>
                <a:gd name="f24" fmla="+- f17 0 f1"/>
                <a:gd name="f25" fmla="*/ f20 1 24003"/>
                <a:gd name="f26" fmla="*/ f21 1 182213"/>
                <a:gd name="f27" fmla="*/ f22 1 24003"/>
                <a:gd name="f28" fmla="*/ f23 1 182213"/>
                <a:gd name="f29" fmla="*/ f11 1 f18"/>
                <a:gd name="f30" fmla="*/ f12 1 f18"/>
                <a:gd name="f31" fmla="*/ f11 1 f19"/>
                <a:gd name="f32" fmla="*/ f13 1 f19"/>
                <a:gd name="f33" fmla="*/ f25 1 f18"/>
                <a:gd name="f34" fmla="*/ f26 1 f19"/>
                <a:gd name="f35" fmla="*/ f27 1 f18"/>
                <a:gd name="f36" fmla="*/ f28 1 f19"/>
                <a:gd name="f37" fmla="*/ f29 f9 1"/>
                <a:gd name="f38" fmla="*/ f30 f9 1"/>
                <a:gd name="f39" fmla="*/ f32 f10 1"/>
                <a:gd name="f40" fmla="*/ f31 f10 1"/>
                <a:gd name="f41" fmla="*/ f33 f9 1"/>
                <a:gd name="f42" fmla="*/ f34 f10 1"/>
                <a:gd name="f43" fmla="*/ f35 f9 1"/>
                <a:gd name="f44" fmla="*/ f36 f10 1"/>
              </a:gdLst>
              <a:ahLst/>
              <a:cxnLst>
                <a:cxn ang="3cd4">
                  <a:pos x="hc" y="t"/>
                </a:cxn>
                <a:cxn ang="0">
                  <a:pos x="r" y="vc"/>
                </a:cxn>
                <a:cxn ang="cd4">
                  <a:pos x="hc" y="b"/>
                </a:cxn>
                <a:cxn ang="cd2">
                  <a:pos x="l" y="vc"/>
                </a:cxn>
                <a:cxn ang="f24">
                  <a:pos x="f41" y="f42"/>
                </a:cxn>
                <a:cxn ang="f24">
                  <a:pos x="f43" y="f42"/>
                </a:cxn>
                <a:cxn ang="f24">
                  <a:pos x="f43" y="f44"/>
                </a:cxn>
                <a:cxn ang="f24">
                  <a:pos x="f41" y="f44"/>
                </a:cxn>
              </a:cxnLst>
              <a:rect l="f37" t="f40" r="f38" b="f39"/>
              <a:pathLst>
                <a:path w="24003" h="182213">
                  <a:moveTo>
                    <a:pt x="f5" y="f5"/>
                  </a:moveTo>
                  <a:lnTo>
                    <a:pt x="f6" y="f5"/>
                  </a:lnTo>
                  <a:lnTo>
                    <a:pt x="f6" y="f7"/>
                  </a:lnTo>
                  <a:lnTo>
                    <a:pt x="f5" y="f7"/>
                  </a:lnTo>
                  <a:close/>
                </a:path>
              </a:pathLst>
            </a:custGeom>
            <a:solidFill>
              <a:srgbClr val="000000"/>
            </a:solidFill>
            <a:ln>
              <a:noFill/>
              <a:prstDash val="soli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000000"/>
                </a:solidFill>
                <a:uFillTx/>
                <a:latin typeface="Arial"/>
              </a:endParaRPr>
            </a:p>
          </p:txBody>
        </p:sp>
        <p:sp>
          <p:nvSpPr>
            <p:cNvPr id="38" name="Vrije vorm: vorm 47">
              <a:extLst>
                <a:ext uri="{FF2B5EF4-FFF2-40B4-BE49-F238E27FC236}">
                  <a16:creationId xmlns:a16="http://schemas.microsoft.com/office/drawing/2014/main" id="{785FD75E-9117-E6BD-34A7-F0C7645584BF}"/>
                </a:ext>
              </a:extLst>
            </p:cNvPr>
            <p:cNvSpPr/>
            <p:nvPr/>
          </p:nvSpPr>
          <p:spPr>
            <a:xfrm>
              <a:off x="1512728" y="6401668"/>
              <a:ext cx="82936" cy="192618"/>
            </a:xfrm>
            <a:custGeom>
              <a:avLst/>
              <a:gdLst>
                <a:gd name="f0" fmla="val 10800000"/>
                <a:gd name="f1" fmla="val 5400000"/>
                <a:gd name="f2" fmla="val 180"/>
                <a:gd name="f3" fmla="val w"/>
                <a:gd name="f4" fmla="val h"/>
                <a:gd name="f5" fmla="val 0"/>
                <a:gd name="f6" fmla="val 81533"/>
                <a:gd name="f7" fmla="val 186023"/>
                <a:gd name="f8" fmla="val 48768"/>
                <a:gd name="f9" fmla="val 76009"/>
                <a:gd name="f10" fmla="val 78010"/>
                <a:gd name="f11" fmla="val 59341"/>
                <a:gd name="f12" fmla="val 38862"/>
                <a:gd name="f13" fmla="val 24193"/>
                <a:gd name="f14" fmla="val 55817"/>
                <a:gd name="f15" fmla="val 21717"/>
                <a:gd name="f16" fmla="val 69437"/>
                <a:gd name="f17" fmla="val 73438"/>
                <a:gd name="f18" fmla="val 77533"/>
                <a:gd name="f19" fmla="val 22193"/>
                <a:gd name="f20" fmla="val 81534"/>
                <a:gd name="f21" fmla="val 22479"/>
                <a:gd name="f22" fmla="val 2572"/>
                <a:gd name="f23" fmla="val 75914"/>
                <a:gd name="f24" fmla="val 1333"/>
                <a:gd name="f25" fmla="val 70199"/>
                <a:gd name="f26" fmla="val 64389"/>
                <a:gd name="f27" fmla="val 41720"/>
                <a:gd name="f28" fmla="val 24765"/>
                <a:gd name="f29" fmla="val 11430"/>
                <a:gd name="f30" fmla="val 35624"/>
                <a:gd name="f31" fmla="+- 0 0 -90"/>
                <a:gd name="f32" fmla="*/ f3 1 81533"/>
                <a:gd name="f33" fmla="*/ f4 1 186023"/>
                <a:gd name="f34" fmla="val f5"/>
                <a:gd name="f35" fmla="val f6"/>
                <a:gd name="f36" fmla="val f7"/>
                <a:gd name="f37" fmla="*/ f31 f0 1"/>
                <a:gd name="f38" fmla="+- f36 0 f34"/>
                <a:gd name="f39" fmla="+- f35 0 f34"/>
                <a:gd name="f40" fmla="*/ f37 1 f2"/>
                <a:gd name="f41" fmla="*/ f39 1 81533"/>
                <a:gd name="f42" fmla="*/ f38 1 186023"/>
                <a:gd name="f43" fmla="*/ 48768 f39 1"/>
                <a:gd name="f44" fmla="*/ 186023 f38 1"/>
                <a:gd name="f45" fmla="*/ 76009 f38 1"/>
                <a:gd name="f46" fmla="*/ 78010 f39 1"/>
                <a:gd name="f47" fmla="*/ 59341 f38 1"/>
                <a:gd name="f48" fmla="*/ 38862 f38 1"/>
                <a:gd name="f49" fmla="*/ 69437 f39 1"/>
                <a:gd name="f50" fmla="*/ 21717 f38 1"/>
                <a:gd name="f51" fmla="*/ 81534 f39 1"/>
                <a:gd name="f52" fmla="*/ 22479 f38 1"/>
                <a:gd name="f53" fmla="*/ 2572 f38 1"/>
                <a:gd name="f54" fmla="*/ 64389 f39 1"/>
                <a:gd name="f55" fmla="*/ 0 f38 1"/>
                <a:gd name="f56" fmla="*/ 24765 f39 1"/>
                <a:gd name="f57" fmla="*/ 35624 f38 1"/>
                <a:gd name="f58" fmla="*/ 0 f39 1"/>
                <a:gd name="f59" fmla="+- f40 0 f1"/>
                <a:gd name="f60" fmla="*/ f43 1 81533"/>
                <a:gd name="f61" fmla="*/ f44 1 186023"/>
                <a:gd name="f62" fmla="*/ f45 1 186023"/>
                <a:gd name="f63" fmla="*/ f46 1 81533"/>
                <a:gd name="f64" fmla="*/ f47 1 186023"/>
                <a:gd name="f65" fmla="*/ f48 1 186023"/>
                <a:gd name="f66" fmla="*/ f49 1 81533"/>
                <a:gd name="f67" fmla="*/ f50 1 186023"/>
                <a:gd name="f68" fmla="*/ f51 1 81533"/>
                <a:gd name="f69" fmla="*/ f52 1 186023"/>
                <a:gd name="f70" fmla="*/ f53 1 186023"/>
                <a:gd name="f71" fmla="*/ f54 1 81533"/>
                <a:gd name="f72" fmla="*/ f55 1 186023"/>
                <a:gd name="f73" fmla="*/ f56 1 81533"/>
                <a:gd name="f74" fmla="*/ f57 1 186023"/>
                <a:gd name="f75" fmla="*/ f58 1 81533"/>
                <a:gd name="f76" fmla="*/ f34 1 f41"/>
                <a:gd name="f77" fmla="*/ f35 1 f41"/>
                <a:gd name="f78" fmla="*/ f34 1 f42"/>
                <a:gd name="f79" fmla="*/ f36 1 f42"/>
                <a:gd name="f80" fmla="*/ f60 1 f41"/>
                <a:gd name="f81" fmla="*/ f61 1 f42"/>
                <a:gd name="f82" fmla="*/ f62 1 f42"/>
                <a:gd name="f83" fmla="*/ f63 1 f41"/>
                <a:gd name="f84" fmla="*/ f64 1 f42"/>
                <a:gd name="f85" fmla="*/ f65 1 f42"/>
                <a:gd name="f86" fmla="*/ f66 1 f41"/>
                <a:gd name="f87" fmla="*/ f67 1 f42"/>
                <a:gd name="f88" fmla="*/ f68 1 f41"/>
                <a:gd name="f89" fmla="*/ f69 1 f42"/>
                <a:gd name="f90" fmla="*/ f70 1 f42"/>
                <a:gd name="f91" fmla="*/ f71 1 f41"/>
                <a:gd name="f92" fmla="*/ f72 1 f42"/>
                <a:gd name="f93" fmla="*/ f73 1 f41"/>
                <a:gd name="f94" fmla="*/ f74 1 f42"/>
                <a:gd name="f95" fmla="*/ f75 1 f41"/>
                <a:gd name="f96" fmla="*/ f76 f32 1"/>
                <a:gd name="f97" fmla="*/ f77 f32 1"/>
                <a:gd name="f98" fmla="*/ f79 f33 1"/>
                <a:gd name="f99" fmla="*/ f78 f33 1"/>
                <a:gd name="f100" fmla="*/ f80 f32 1"/>
                <a:gd name="f101" fmla="*/ f81 f33 1"/>
                <a:gd name="f102" fmla="*/ f82 f33 1"/>
                <a:gd name="f103" fmla="*/ f83 f32 1"/>
                <a:gd name="f104" fmla="*/ f84 f33 1"/>
                <a:gd name="f105" fmla="*/ f85 f33 1"/>
                <a:gd name="f106" fmla="*/ f86 f32 1"/>
                <a:gd name="f107" fmla="*/ f87 f33 1"/>
                <a:gd name="f108" fmla="*/ f88 f32 1"/>
                <a:gd name="f109" fmla="*/ f89 f33 1"/>
                <a:gd name="f110" fmla="*/ f90 f33 1"/>
                <a:gd name="f111" fmla="*/ f91 f32 1"/>
                <a:gd name="f112" fmla="*/ f92 f33 1"/>
                <a:gd name="f113" fmla="*/ f93 f32 1"/>
                <a:gd name="f114" fmla="*/ f94 f33 1"/>
                <a:gd name="f115" fmla="*/ f95 f32 1"/>
              </a:gdLst>
              <a:ahLst/>
              <a:cxnLst>
                <a:cxn ang="3cd4">
                  <a:pos x="hc" y="t"/>
                </a:cxn>
                <a:cxn ang="0">
                  <a:pos x="r" y="vc"/>
                </a:cxn>
                <a:cxn ang="cd4">
                  <a:pos x="hc" y="b"/>
                </a:cxn>
                <a:cxn ang="cd2">
                  <a:pos x="l" y="vc"/>
                </a:cxn>
                <a:cxn ang="f59">
                  <a:pos x="f100" y="f101"/>
                </a:cxn>
                <a:cxn ang="f59">
                  <a:pos x="f100" y="f102"/>
                </a:cxn>
                <a:cxn ang="f59">
                  <a:pos x="f103" y="f102"/>
                </a:cxn>
                <a:cxn ang="f59">
                  <a:pos x="f103" y="f104"/>
                </a:cxn>
                <a:cxn ang="f59">
                  <a:pos x="f100" y="f104"/>
                </a:cxn>
                <a:cxn ang="f59">
                  <a:pos x="f100" y="f105"/>
                </a:cxn>
                <a:cxn ang="f59">
                  <a:pos x="f106" y="f107"/>
                </a:cxn>
                <a:cxn ang="f59">
                  <a:pos x="f108" y="f109"/>
                </a:cxn>
                <a:cxn ang="f59">
                  <a:pos x="f108" y="f110"/>
                </a:cxn>
                <a:cxn ang="f59">
                  <a:pos x="f111" y="f112"/>
                </a:cxn>
                <a:cxn ang="f59">
                  <a:pos x="f113" y="f114"/>
                </a:cxn>
                <a:cxn ang="f59">
                  <a:pos x="f113" y="f104"/>
                </a:cxn>
                <a:cxn ang="f59">
                  <a:pos x="f115" y="f104"/>
                </a:cxn>
                <a:cxn ang="f59">
                  <a:pos x="f115" y="f102"/>
                </a:cxn>
                <a:cxn ang="f59">
                  <a:pos x="f113" y="f102"/>
                </a:cxn>
                <a:cxn ang="f59">
                  <a:pos x="f113" y="f101"/>
                </a:cxn>
                <a:cxn ang="f59">
                  <a:pos x="f100" y="f101"/>
                </a:cxn>
              </a:cxnLst>
              <a:rect l="f96" t="f99" r="f97" b="f98"/>
              <a:pathLst>
                <a:path w="81533" h="186023">
                  <a:moveTo>
                    <a:pt x="f8" y="f7"/>
                  </a:moveTo>
                  <a:lnTo>
                    <a:pt x="f8" y="f9"/>
                  </a:lnTo>
                  <a:lnTo>
                    <a:pt x="f10" y="f9"/>
                  </a:lnTo>
                  <a:lnTo>
                    <a:pt x="f10" y="f11"/>
                  </a:lnTo>
                  <a:lnTo>
                    <a:pt x="f8" y="f11"/>
                  </a:lnTo>
                  <a:lnTo>
                    <a:pt x="f8" y="f12"/>
                  </a:lnTo>
                  <a:cubicBezTo>
                    <a:pt x="f8" y="f13"/>
                    <a:pt x="f14" y="f15"/>
                    <a:pt x="f16" y="f15"/>
                  </a:cubicBezTo>
                  <a:cubicBezTo>
                    <a:pt x="f17" y="f15"/>
                    <a:pt x="f18" y="f19"/>
                    <a:pt x="f20" y="f21"/>
                  </a:cubicBezTo>
                  <a:lnTo>
                    <a:pt x="f20" y="f22"/>
                  </a:lnTo>
                  <a:cubicBezTo>
                    <a:pt x="f23" y="f24"/>
                    <a:pt x="f25" y="f5"/>
                    <a:pt x="f26" y="f5"/>
                  </a:cubicBezTo>
                  <a:cubicBezTo>
                    <a:pt x="f27" y="f5"/>
                    <a:pt x="f28" y="f29"/>
                    <a:pt x="f28" y="f30"/>
                  </a:cubicBezTo>
                  <a:lnTo>
                    <a:pt x="f28" y="f11"/>
                  </a:lnTo>
                  <a:lnTo>
                    <a:pt x="f5" y="f11"/>
                  </a:lnTo>
                  <a:lnTo>
                    <a:pt x="f5" y="f9"/>
                  </a:lnTo>
                  <a:lnTo>
                    <a:pt x="f28" y="f9"/>
                  </a:lnTo>
                  <a:lnTo>
                    <a:pt x="f28" y="f7"/>
                  </a:lnTo>
                  <a:lnTo>
                    <a:pt x="f8" y="f7"/>
                  </a:lnTo>
                  <a:close/>
                </a:path>
              </a:pathLst>
            </a:custGeom>
            <a:solidFill>
              <a:srgbClr val="000000"/>
            </a:solidFill>
            <a:ln>
              <a:noFill/>
              <a:prstDash val="soli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000000"/>
                </a:solidFill>
                <a:uFillTx/>
                <a:latin typeface="Arial"/>
              </a:endParaRPr>
            </a:p>
          </p:txBody>
        </p:sp>
        <p:sp>
          <p:nvSpPr>
            <p:cNvPr id="39" name="Vrije vorm: vorm 48">
              <a:extLst>
                <a:ext uri="{FF2B5EF4-FFF2-40B4-BE49-F238E27FC236}">
                  <a16:creationId xmlns:a16="http://schemas.microsoft.com/office/drawing/2014/main" id="{11E59D69-4D0D-611D-E743-2517167686E0}"/>
                </a:ext>
              </a:extLst>
            </p:cNvPr>
            <p:cNvSpPr/>
            <p:nvPr/>
          </p:nvSpPr>
          <p:spPr>
            <a:xfrm>
              <a:off x="1606033" y="6427409"/>
              <a:ext cx="76251" cy="170828"/>
            </a:xfrm>
            <a:custGeom>
              <a:avLst/>
              <a:gdLst>
                <a:gd name="f0" fmla="val 10800000"/>
                <a:gd name="f1" fmla="val 5400000"/>
                <a:gd name="f2" fmla="val 180"/>
                <a:gd name="f3" fmla="val w"/>
                <a:gd name="f4" fmla="val h"/>
                <a:gd name="f5" fmla="val 0"/>
                <a:gd name="f6" fmla="val 74961"/>
                <a:gd name="f7" fmla="val 164972"/>
                <a:gd name="f8" fmla="val 34480"/>
                <a:gd name="f9" fmla="val 51149"/>
                <a:gd name="f10" fmla="val 21717"/>
                <a:gd name="f11" fmla="val 131921"/>
                <a:gd name="f12" fmla="val 148780"/>
                <a:gd name="f13" fmla="val 22003"/>
                <a:gd name="f14" fmla="val 164973"/>
                <a:gd name="f15" fmla="val 57626"/>
                <a:gd name="f16" fmla="val 63151"/>
                <a:gd name="f17" fmla="val 68389"/>
                <a:gd name="f18" fmla="val 164497"/>
                <a:gd name="f19" fmla="val 74009"/>
                <a:gd name="f20" fmla="val 163449"/>
                <a:gd name="f21" fmla="val 145066"/>
                <a:gd name="f22" fmla="val 70104"/>
                <a:gd name="f23" fmla="val 146018"/>
                <a:gd name="f24" fmla="val 65151"/>
                <a:gd name="f25" fmla="val 146590"/>
                <a:gd name="f26" fmla="val 61341"/>
                <a:gd name="f27" fmla="val 52768"/>
                <a:gd name="f28" fmla="val 45720"/>
                <a:gd name="f29" fmla="val 142304"/>
                <a:gd name="f30" fmla="val 133255"/>
                <a:gd name="f31" fmla="val 51245"/>
                <a:gd name="f32" fmla="val 74962"/>
                <a:gd name="f33" fmla="val 34576"/>
                <a:gd name="f34" fmla="val 7525"/>
                <a:gd name="f35" fmla="+- 0 0 -90"/>
                <a:gd name="f36" fmla="*/ f3 1 74961"/>
                <a:gd name="f37" fmla="*/ f4 1 164972"/>
                <a:gd name="f38" fmla="val f5"/>
                <a:gd name="f39" fmla="val f6"/>
                <a:gd name="f40" fmla="val f7"/>
                <a:gd name="f41" fmla="*/ f35 f0 1"/>
                <a:gd name="f42" fmla="+- f40 0 f38"/>
                <a:gd name="f43" fmla="+- f39 0 f38"/>
                <a:gd name="f44" fmla="*/ f41 1 f2"/>
                <a:gd name="f45" fmla="*/ f43 1 74961"/>
                <a:gd name="f46" fmla="*/ f42 1 164972"/>
                <a:gd name="f47" fmla="*/ 0 f43 1"/>
                <a:gd name="f48" fmla="*/ 34480 f42 1"/>
                <a:gd name="f49" fmla="*/ 51149 f42 1"/>
                <a:gd name="f50" fmla="*/ 21717 f43 1"/>
                <a:gd name="f51" fmla="*/ 131921 f42 1"/>
                <a:gd name="f52" fmla="*/ 57626 f43 1"/>
                <a:gd name="f53" fmla="*/ 164973 f42 1"/>
                <a:gd name="f54" fmla="*/ 74009 f43 1"/>
                <a:gd name="f55" fmla="*/ 163449 f42 1"/>
                <a:gd name="f56" fmla="*/ 145066 f42 1"/>
                <a:gd name="f57" fmla="*/ 61341 f43 1"/>
                <a:gd name="f58" fmla="*/ 146590 f42 1"/>
                <a:gd name="f59" fmla="*/ 45720 f43 1"/>
                <a:gd name="f60" fmla="*/ 133255 f42 1"/>
                <a:gd name="f61" fmla="*/ 51245 f42 1"/>
                <a:gd name="f62" fmla="*/ 74962 f43 1"/>
                <a:gd name="f63" fmla="*/ 34576 f42 1"/>
                <a:gd name="f64" fmla="*/ 0 f42 1"/>
                <a:gd name="f65" fmla="*/ 7525 f42 1"/>
                <a:gd name="f66" fmla="+- f44 0 f1"/>
                <a:gd name="f67" fmla="*/ f47 1 74961"/>
                <a:gd name="f68" fmla="*/ f48 1 164972"/>
                <a:gd name="f69" fmla="*/ f49 1 164972"/>
                <a:gd name="f70" fmla="*/ f50 1 74961"/>
                <a:gd name="f71" fmla="*/ f51 1 164972"/>
                <a:gd name="f72" fmla="*/ f52 1 74961"/>
                <a:gd name="f73" fmla="*/ f53 1 164972"/>
                <a:gd name="f74" fmla="*/ f54 1 74961"/>
                <a:gd name="f75" fmla="*/ f55 1 164972"/>
                <a:gd name="f76" fmla="*/ f56 1 164972"/>
                <a:gd name="f77" fmla="*/ f57 1 74961"/>
                <a:gd name="f78" fmla="*/ f58 1 164972"/>
                <a:gd name="f79" fmla="*/ f59 1 74961"/>
                <a:gd name="f80" fmla="*/ f60 1 164972"/>
                <a:gd name="f81" fmla="*/ f61 1 164972"/>
                <a:gd name="f82" fmla="*/ f62 1 74961"/>
                <a:gd name="f83" fmla="*/ f63 1 164972"/>
                <a:gd name="f84" fmla="*/ f64 1 164972"/>
                <a:gd name="f85" fmla="*/ f65 1 164972"/>
                <a:gd name="f86" fmla="*/ f38 1 f45"/>
                <a:gd name="f87" fmla="*/ f39 1 f45"/>
                <a:gd name="f88" fmla="*/ f38 1 f46"/>
                <a:gd name="f89" fmla="*/ f40 1 f46"/>
                <a:gd name="f90" fmla="*/ f67 1 f45"/>
                <a:gd name="f91" fmla="*/ f68 1 f46"/>
                <a:gd name="f92" fmla="*/ f69 1 f46"/>
                <a:gd name="f93" fmla="*/ f70 1 f45"/>
                <a:gd name="f94" fmla="*/ f71 1 f46"/>
                <a:gd name="f95" fmla="*/ f72 1 f45"/>
                <a:gd name="f96" fmla="*/ f73 1 f46"/>
                <a:gd name="f97" fmla="*/ f74 1 f45"/>
                <a:gd name="f98" fmla="*/ f75 1 f46"/>
                <a:gd name="f99" fmla="*/ f76 1 f46"/>
                <a:gd name="f100" fmla="*/ f77 1 f45"/>
                <a:gd name="f101" fmla="*/ f78 1 f46"/>
                <a:gd name="f102" fmla="*/ f79 1 f45"/>
                <a:gd name="f103" fmla="*/ f80 1 f46"/>
                <a:gd name="f104" fmla="*/ f81 1 f46"/>
                <a:gd name="f105" fmla="*/ f82 1 f45"/>
                <a:gd name="f106" fmla="*/ f83 1 f46"/>
                <a:gd name="f107" fmla="*/ f84 1 f46"/>
                <a:gd name="f108" fmla="*/ f85 1 f46"/>
                <a:gd name="f109" fmla="*/ f86 f36 1"/>
                <a:gd name="f110" fmla="*/ f87 f36 1"/>
                <a:gd name="f111" fmla="*/ f89 f37 1"/>
                <a:gd name="f112" fmla="*/ f88 f37 1"/>
                <a:gd name="f113" fmla="*/ f90 f36 1"/>
                <a:gd name="f114" fmla="*/ f91 f37 1"/>
                <a:gd name="f115" fmla="*/ f92 f37 1"/>
                <a:gd name="f116" fmla="*/ f93 f36 1"/>
                <a:gd name="f117" fmla="*/ f94 f37 1"/>
                <a:gd name="f118" fmla="*/ f95 f36 1"/>
                <a:gd name="f119" fmla="*/ f96 f37 1"/>
                <a:gd name="f120" fmla="*/ f97 f36 1"/>
                <a:gd name="f121" fmla="*/ f98 f37 1"/>
                <a:gd name="f122" fmla="*/ f99 f37 1"/>
                <a:gd name="f123" fmla="*/ f100 f36 1"/>
                <a:gd name="f124" fmla="*/ f101 f37 1"/>
                <a:gd name="f125" fmla="*/ f102 f36 1"/>
                <a:gd name="f126" fmla="*/ f103 f37 1"/>
                <a:gd name="f127" fmla="*/ f104 f37 1"/>
                <a:gd name="f128" fmla="*/ f105 f36 1"/>
                <a:gd name="f129" fmla="*/ f106 f37 1"/>
                <a:gd name="f130" fmla="*/ f107 f37 1"/>
                <a:gd name="f131" fmla="*/ f108 f37 1"/>
              </a:gdLst>
              <a:ahLst/>
              <a:cxnLst>
                <a:cxn ang="3cd4">
                  <a:pos x="hc" y="t"/>
                </a:cxn>
                <a:cxn ang="0">
                  <a:pos x="r" y="vc"/>
                </a:cxn>
                <a:cxn ang="cd4">
                  <a:pos x="hc" y="b"/>
                </a:cxn>
                <a:cxn ang="cd2">
                  <a:pos x="l" y="vc"/>
                </a:cxn>
                <a:cxn ang="f66">
                  <a:pos x="f113" y="f114"/>
                </a:cxn>
                <a:cxn ang="f66">
                  <a:pos x="f113" y="f115"/>
                </a:cxn>
                <a:cxn ang="f66">
                  <a:pos x="f116" y="f115"/>
                </a:cxn>
                <a:cxn ang="f66">
                  <a:pos x="f116" y="f117"/>
                </a:cxn>
                <a:cxn ang="f66">
                  <a:pos x="f118" y="f119"/>
                </a:cxn>
                <a:cxn ang="f66">
                  <a:pos x="f120" y="f121"/>
                </a:cxn>
                <a:cxn ang="f66">
                  <a:pos x="f120" y="f122"/>
                </a:cxn>
                <a:cxn ang="f66">
                  <a:pos x="f123" y="f124"/>
                </a:cxn>
                <a:cxn ang="f66">
                  <a:pos x="f125" y="f126"/>
                </a:cxn>
                <a:cxn ang="f66">
                  <a:pos x="f125" y="f127"/>
                </a:cxn>
                <a:cxn ang="f66">
                  <a:pos x="f128" y="f127"/>
                </a:cxn>
                <a:cxn ang="f66">
                  <a:pos x="f128" y="f129"/>
                </a:cxn>
                <a:cxn ang="f66">
                  <a:pos x="f125" y="f129"/>
                </a:cxn>
                <a:cxn ang="f66">
                  <a:pos x="f125" y="f130"/>
                </a:cxn>
                <a:cxn ang="f66">
                  <a:pos x="f116" y="f131"/>
                </a:cxn>
                <a:cxn ang="f66">
                  <a:pos x="f116" y="f129"/>
                </a:cxn>
                <a:cxn ang="f66">
                  <a:pos x="f113" y="f114"/>
                </a:cxn>
              </a:cxnLst>
              <a:rect l="f109" t="f112" r="f110" b="f111"/>
              <a:pathLst>
                <a:path w="74961" h="164972">
                  <a:moveTo>
                    <a:pt x="f5" y="f8"/>
                  </a:moveTo>
                  <a:lnTo>
                    <a:pt x="f5" y="f9"/>
                  </a:lnTo>
                  <a:lnTo>
                    <a:pt x="f10" y="f9"/>
                  </a:lnTo>
                  <a:lnTo>
                    <a:pt x="f10" y="f11"/>
                  </a:lnTo>
                  <a:cubicBezTo>
                    <a:pt x="f10" y="f12"/>
                    <a:pt x="f13" y="f14"/>
                    <a:pt x="f15" y="f14"/>
                  </a:cubicBezTo>
                  <a:cubicBezTo>
                    <a:pt x="f16" y="f14"/>
                    <a:pt x="f17" y="f18"/>
                    <a:pt x="f19" y="f20"/>
                  </a:cubicBezTo>
                  <a:lnTo>
                    <a:pt x="f19" y="f21"/>
                  </a:lnTo>
                  <a:cubicBezTo>
                    <a:pt x="f22" y="f23"/>
                    <a:pt x="f24" y="f25"/>
                    <a:pt x="f26" y="f25"/>
                  </a:cubicBezTo>
                  <a:cubicBezTo>
                    <a:pt x="f27" y="f25"/>
                    <a:pt x="f28" y="f29"/>
                    <a:pt x="f28" y="f30"/>
                  </a:cubicBezTo>
                  <a:lnTo>
                    <a:pt x="f28" y="f31"/>
                  </a:lnTo>
                  <a:lnTo>
                    <a:pt x="f32" y="f31"/>
                  </a:lnTo>
                  <a:lnTo>
                    <a:pt x="f32" y="f33"/>
                  </a:lnTo>
                  <a:lnTo>
                    <a:pt x="f28" y="f33"/>
                  </a:lnTo>
                  <a:lnTo>
                    <a:pt x="f28" y="f5"/>
                  </a:lnTo>
                  <a:lnTo>
                    <a:pt x="f10" y="f34"/>
                  </a:lnTo>
                  <a:lnTo>
                    <a:pt x="f10" y="f33"/>
                  </a:lnTo>
                  <a:lnTo>
                    <a:pt x="f5" y="f8"/>
                  </a:lnTo>
                  <a:close/>
                </a:path>
              </a:pathLst>
            </a:custGeom>
            <a:solidFill>
              <a:srgbClr val="000000"/>
            </a:solidFill>
            <a:ln>
              <a:noFill/>
              <a:prstDash val="soli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000000"/>
                </a:solidFill>
                <a:uFillTx/>
                <a:latin typeface="Arial"/>
              </a:endParaRPr>
            </a:p>
          </p:txBody>
        </p:sp>
        <p:sp>
          <p:nvSpPr>
            <p:cNvPr id="40" name="Vrije vorm: vorm 49">
              <a:extLst>
                <a:ext uri="{FF2B5EF4-FFF2-40B4-BE49-F238E27FC236}">
                  <a16:creationId xmlns:a16="http://schemas.microsoft.com/office/drawing/2014/main" id="{E3204870-0C3F-EFDB-E7D7-CC3208A66B52}"/>
                </a:ext>
              </a:extLst>
            </p:cNvPr>
            <p:cNvSpPr/>
            <p:nvPr/>
          </p:nvSpPr>
          <p:spPr>
            <a:xfrm>
              <a:off x="1140302" y="6405518"/>
              <a:ext cx="151241" cy="188777"/>
            </a:xfrm>
            <a:custGeom>
              <a:avLst/>
              <a:gdLst>
                <a:gd name="f0" fmla="val 10800000"/>
                <a:gd name="f1" fmla="val 5400000"/>
                <a:gd name="f2" fmla="val 180"/>
                <a:gd name="f3" fmla="val w"/>
                <a:gd name="f4" fmla="val h"/>
                <a:gd name="f5" fmla="val 0"/>
                <a:gd name="f6" fmla="val 148685"/>
                <a:gd name="f7" fmla="val 182308"/>
                <a:gd name="f8" fmla="val 182309"/>
                <a:gd name="f9" fmla="val 62579"/>
                <a:gd name="f10" fmla="val 140494"/>
                <a:gd name="f11" fmla="val 116300"/>
                <a:gd name="f12" fmla="val 91154"/>
                <a:gd name="f13" fmla="val 66008"/>
                <a:gd name="f14" fmla="val 25241"/>
                <a:gd name="f15" fmla="val 21812"/>
                <a:gd name="f16" fmla="val 104680"/>
                <a:gd name="f17" fmla="val 122206"/>
                <a:gd name="f18" fmla="val 53626"/>
                <a:gd name="f19" fmla="val 91250"/>
                <a:gd name="f20" fmla="val 128873"/>
                <a:gd name="f21" fmla="val 160687"/>
                <a:gd name="f22" fmla="+- 0 0 -90"/>
                <a:gd name="f23" fmla="*/ f3 1 148685"/>
                <a:gd name="f24" fmla="*/ f4 1 182308"/>
                <a:gd name="f25" fmla="val f5"/>
                <a:gd name="f26" fmla="val f6"/>
                <a:gd name="f27" fmla="val f7"/>
                <a:gd name="f28" fmla="*/ f22 f0 1"/>
                <a:gd name="f29" fmla="+- f27 0 f25"/>
                <a:gd name="f30" fmla="+- f26 0 f25"/>
                <a:gd name="f31" fmla="*/ f28 1 f2"/>
                <a:gd name="f32" fmla="*/ f30 1 148685"/>
                <a:gd name="f33" fmla="*/ f29 1 182308"/>
                <a:gd name="f34" fmla="*/ 0 f30 1"/>
                <a:gd name="f35" fmla="*/ 182309 f29 1"/>
                <a:gd name="f36" fmla="*/ 62579 f30 1"/>
                <a:gd name="f37" fmla="*/ 148685 f30 1"/>
                <a:gd name="f38" fmla="*/ 91154 f29 1"/>
                <a:gd name="f39" fmla="*/ 0 f29 1"/>
                <a:gd name="f40" fmla="*/ 25241 f30 1"/>
                <a:gd name="f41" fmla="*/ 21812 f29 1"/>
                <a:gd name="f42" fmla="*/ 122206 f30 1"/>
                <a:gd name="f43" fmla="*/ 91250 f29 1"/>
                <a:gd name="f44" fmla="*/ 160687 f29 1"/>
                <a:gd name="f45" fmla="+- f31 0 f1"/>
                <a:gd name="f46" fmla="*/ f34 1 148685"/>
                <a:gd name="f47" fmla="*/ f35 1 182308"/>
                <a:gd name="f48" fmla="*/ f36 1 148685"/>
                <a:gd name="f49" fmla="*/ f37 1 148685"/>
                <a:gd name="f50" fmla="*/ f38 1 182308"/>
                <a:gd name="f51" fmla="*/ f39 1 182308"/>
                <a:gd name="f52" fmla="*/ f40 1 148685"/>
                <a:gd name="f53" fmla="*/ f41 1 182308"/>
                <a:gd name="f54" fmla="*/ f42 1 148685"/>
                <a:gd name="f55" fmla="*/ f43 1 182308"/>
                <a:gd name="f56" fmla="*/ f44 1 182308"/>
                <a:gd name="f57" fmla="*/ f25 1 f32"/>
                <a:gd name="f58" fmla="*/ f26 1 f32"/>
                <a:gd name="f59" fmla="*/ f25 1 f33"/>
                <a:gd name="f60" fmla="*/ f27 1 f33"/>
                <a:gd name="f61" fmla="*/ f46 1 f32"/>
                <a:gd name="f62" fmla="*/ f47 1 f33"/>
                <a:gd name="f63" fmla="*/ f48 1 f32"/>
                <a:gd name="f64" fmla="*/ f49 1 f32"/>
                <a:gd name="f65" fmla="*/ f50 1 f33"/>
                <a:gd name="f66" fmla="*/ f51 1 f33"/>
                <a:gd name="f67" fmla="*/ f52 1 f32"/>
                <a:gd name="f68" fmla="*/ f53 1 f33"/>
                <a:gd name="f69" fmla="*/ f54 1 f32"/>
                <a:gd name="f70" fmla="*/ f55 1 f33"/>
                <a:gd name="f71" fmla="*/ f56 1 f33"/>
                <a:gd name="f72" fmla="*/ f57 f23 1"/>
                <a:gd name="f73" fmla="*/ f58 f23 1"/>
                <a:gd name="f74" fmla="*/ f60 f24 1"/>
                <a:gd name="f75" fmla="*/ f59 f24 1"/>
                <a:gd name="f76" fmla="*/ f61 f23 1"/>
                <a:gd name="f77" fmla="*/ f62 f24 1"/>
                <a:gd name="f78" fmla="*/ f63 f23 1"/>
                <a:gd name="f79" fmla="*/ f64 f23 1"/>
                <a:gd name="f80" fmla="*/ f65 f24 1"/>
                <a:gd name="f81" fmla="*/ f66 f24 1"/>
                <a:gd name="f82" fmla="*/ f67 f23 1"/>
                <a:gd name="f83" fmla="*/ f68 f24 1"/>
                <a:gd name="f84" fmla="*/ f69 f23 1"/>
                <a:gd name="f85" fmla="*/ f70 f24 1"/>
                <a:gd name="f86" fmla="*/ f71 f24 1"/>
              </a:gdLst>
              <a:ahLst/>
              <a:cxnLst>
                <a:cxn ang="3cd4">
                  <a:pos x="hc" y="t"/>
                </a:cxn>
                <a:cxn ang="0">
                  <a:pos x="r" y="vc"/>
                </a:cxn>
                <a:cxn ang="cd4">
                  <a:pos x="hc" y="b"/>
                </a:cxn>
                <a:cxn ang="cd2">
                  <a:pos x="l" y="vc"/>
                </a:cxn>
                <a:cxn ang="f45">
                  <a:pos x="f76" y="f77"/>
                </a:cxn>
                <a:cxn ang="f45">
                  <a:pos x="f78" y="f77"/>
                </a:cxn>
                <a:cxn ang="f45">
                  <a:pos x="f79" y="f80"/>
                </a:cxn>
                <a:cxn ang="f45">
                  <a:pos x="f78" y="f81"/>
                </a:cxn>
                <a:cxn ang="f45">
                  <a:pos x="f76" y="f81"/>
                </a:cxn>
                <a:cxn ang="f45">
                  <a:pos x="f76" y="f77"/>
                </a:cxn>
                <a:cxn ang="f45">
                  <a:pos x="f82" y="f83"/>
                </a:cxn>
                <a:cxn ang="f45">
                  <a:pos x="f78" y="f83"/>
                </a:cxn>
                <a:cxn ang="f45">
                  <a:pos x="f84" y="f85"/>
                </a:cxn>
                <a:cxn ang="f45">
                  <a:pos x="f78" y="f86"/>
                </a:cxn>
                <a:cxn ang="f45">
                  <a:pos x="f82" y="f86"/>
                </a:cxn>
                <a:cxn ang="f45">
                  <a:pos x="f82" y="f83"/>
                </a:cxn>
              </a:cxnLst>
              <a:rect l="f72" t="f75" r="f73" b="f74"/>
              <a:pathLst>
                <a:path w="148685" h="182308">
                  <a:moveTo>
                    <a:pt x="f5" y="f8"/>
                  </a:moveTo>
                  <a:lnTo>
                    <a:pt x="f9" y="f8"/>
                  </a:lnTo>
                  <a:cubicBezTo>
                    <a:pt x="f10" y="f8"/>
                    <a:pt x="f6" y="f11"/>
                    <a:pt x="f6" y="f12"/>
                  </a:cubicBezTo>
                  <a:cubicBezTo>
                    <a:pt x="f6" y="f13"/>
                    <a:pt x="f10" y="f5"/>
                    <a:pt x="f9" y="f5"/>
                  </a:cubicBezTo>
                  <a:lnTo>
                    <a:pt x="f5" y="f5"/>
                  </a:lnTo>
                  <a:lnTo>
                    <a:pt x="f5" y="f8"/>
                  </a:lnTo>
                  <a:close/>
                  <a:moveTo>
                    <a:pt x="f14" y="f15"/>
                  </a:moveTo>
                  <a:lnTo>
                    <a:pt x="f9" y="f15"/>
                  </a:lnTo>
                  <a:cubicBezTo>
                    <a:pt x="f16" y="f15"/>
                    <a:pt x="f17" y="f18"/>
                    <a:pt x="f17" y="f19"/>
                  </a:cubicBezTo>
                  <a:cubicBezTo>
                    <a:pt x="f17" y="f20"/>
                    <a:pt x="f16" y="f21"/>
                    <a:pt x="f9" y="f21"/>
                  </a:cubicBezTo>
                  <a:lnTo>
                    <a:pt x="f14" y="f21"/>
                  </a:lnTo>
                  <a:lnTo>
                    <a:pt x="f14" y="f15"/>
                  </a:lnTo>
                  <a:close/>
                </a:path>
              </a:pathLst>
            </a:custGeom>
            <a:solidFill>
              <a:srgbClr val="000000"/>
            </a:solidFill>
            <a:ln>
              <a:noFill/>
              <a:prstDash val="soli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000000"/>
                </a:solidFill>
                <a:uFillTx/>
                <a:latin typeface="Arial"/>
              </a:endParaRPr>
            </a:p>
          </p:txBody>
        </p:sp>
      </p:grpSp>
    </p:spTree>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Lst>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txStyles>
    <p:titleStyle>
      <a:lvl1pPr marL="0" marR="0" lvl="0" indent="0" algn="l" defTabSz="914400" rtl="0" fontAlgn="auto" hangingPunct="1">
        <a:lnSpc>
          <a:spcPts val="3600"/>
        </a:lnSpc>
        <a:spcBef>
          <a:spcPts val="0"/>
        </a:spcBef>
        <a:spcAft>
          <a:spcPts val="0"/>
        </a:spcAft>
        <a:buNone/>
        <a:tabLst/>
        <a:defRPr lang="en-GB" sz="3600" b="1" i="0" u="none" strike="noStrike" kern="1200" cap="none" spc="0" baseline="0">
          <a:solidFill>
            <a:srgbClr val="000000"/>
          </a:solidFill>
          <a:uFillTx/>
          <a:latin typeface="Arial"/>
        </a:defRPr>
      </a:lvl1pPr>
    </p:titleStyle>
    <p:bodyStyle>
      <a:lvl1pPr marL="361946" marR="0" lvl="0" indent="-361946" algn="l" defTabSz="914400" rtl="0" fontAlgn="auto" hangingPunct="1">
        <a:lnSpc>
          <a:spcPct val="90000"/>
        </a:lnSpc>
        <a:spcBef>
          <a:spcPts val="200"/>
        </a:spcBef>
        <a:spcAft>
          <a:spcPts val="200"/>
        </a:spcAft>
        <a:buClr>
          <a:srgbClr val="00A6D6"/>
        </a:buClr>
        <a:buSzPct val="120000"/>
        <a:buFont typeface="Arial" pitchFamily="34"/>
        <a:buChar char="•"/>
        <a:tabLst/>
        <a:defRPr lang="en-GB" sz="1400" b="0" i="0" u="none" strike="noStrike" kern="1200" cap="none" spc="0" baseline="0">
          <a:solidFill>
            <a:srgbClr val="000000"/>
          </a:solidFill>
          <a:uFillTx/>
          <a:latin typeface="Arial"/>
        </a:defRPr>
      </a:lvl1pPr>
      <a:lvl2pPr marL="712783" marR="0" lvl="1" indent="-350836" algn="l" defTabSz="914400" rtl="0" fontAlgn="auto" hangingPunct="1">
        <a:lnSpc>
          <a:spcPct val="90000"/>
        </a:lnSpc>
        <a:spcBef>
          <a:spcPts val="200"/>
        </a:spcBef>
        <a:spcAft>
          <a:spcPts val="200"/>
        </a:spcAft>
        <a:buClr>
          <a:srgbClr val="00A6D6"/>
        </a:buClr>
        <a:buSzPct val="120000"/>
        <a:buFont typeface="Arial" pitchFamily="34"/>
        <a:buChar char="•"/>
        <a:tabLst>
          <a:tab pos="712783" algn="l"/>
        </a:tabLst>
        <a:defRPr lang="en-GB" sz="1400" b="0" i="0" u="none" strike="noStrike" kern="1200" cap="none" spc="0" baseline="0">
          <a:solidFill>
            <a:srgbClr val="000000"/>
          </a:solidFill>
          <a:uFillTx/>
          <a:latin typeface="Arial"/>
        </a:defRPr>
      </a:lvl2pPr>
      <a:lvl3pPr marL="0" marR="0" lvl="2" indent="0" algn="l" defTabSz="914400" rtl="0" fontAlgn="auto" hangingPunct="1">
        <a:lnSpc>
          <a:spcPct val="90000"/>
        </a:lnSpc>
        <a:spcBef>
          <a:spcPts val="200"/>
        </a:spcBef>
        <a:spcAft>
          <a:spcPts val="200"/>
        </a:spcAft>
        <a:buNone/>
        <a:tabLst/>
        <a:defRPr lang="en-GB" sz="1400" b="0" i="0" u="none" strike="noStrike" kern="1200" cap="none" spc="0" baseline="0">
          <a:solidFill>
            <a:srgbClr val="000000"/>
          </a:solidFill>
          <a:uFillTx/>
          <a:latin typeface="Arial"/>
        </a:defRPr>
      </a:lvl3pPr>
      <a:lvl4pPr marL="0" marR="0" lvl="3" indent="0" algn="l" defTabSz="914400" rtl="0" fontAlgn="auto" hangingPunct="1">
        <a:lnSpc>
          <a:spcPct val="90000"/>
        </a:lnSpc>
        <a:spcBef>
          <a:spcPts val="200"/>
        </a:spcBef>
        <a:spcAft>
          <a:spcPts val="200"/>
        </a:spcAft>
        <a:buNone/>
        <a:tabLst/>
        <a:defRPr lang="en-GB" sz="3600" b="1" i="0" u="none" strike="noStrike" kern="1200" cap="none" spc="0" baseline="0">
          <a:solidFill>
            <a:srgbClr val="000000"/>
          </a:solidFill>
          <a:uFillTx/>
          <a:latin typeface="Arial"/>
        </a:defRPr>
      </a:lvl4pPr>
      <a:lvl5pPr marL="0" marR="0" lvl="4" indent="0" algn="l" defTabSz="914400" rtl="0" fontAlgn="auto" hangingPunct="1">
        <a:lnSpc>
          <a:spcPct val="90000"/>
        </a:lnSpc>
        <a:spcBef>
          <a:spcPts val="200"/>
        </a:spcBef>
        <a:spcAft>
          <a:spcPts val="200"/>
        </a:spcAft>
        <a:buNone/>
        <a:tabLst/>
        <a:defRPr lang="en-GB" sz="1600" b="0" i="0" u="none" strike="noStrike" kern="1200" cap="none" spc="0" baseline="0">
          <a:solidFill>
            <a:srgbClr val="00A6D6"/>
          </a:solidFill>
          <a:uFillTx/>
          <a:latin typeface="Arial"/>
        </a:defRPr>
      </a:lvl5pPr>
      <a:lvl6pPr marL="0" marR="0" lvl="5" indent="0" algn="l" defTabSz="914400" rtl="0" fontAlgn="auto" hangingPunct="1">
        <a:lnSpc>
          <a:spcPct val="90000"/>
        </a:lnSpc>
        <a:spcBef>
          <a:spcPts val="200"/>
        </a:spcBef>
        <a:spcAft>
          <a:spcPts val="200"/>
        </a:spcAft>
        <a:buNone/>
        <a:tabLst/>
        <a:defRPr lang="en-GB" sz="1400" b="0" i="0" u="none" strike="noStrike" kern="1200" cap="none" spc="0" baseline="0">
          <a:solidFill>
            <a:srgbClr val="000000"/>
          </a:solidFill>
          <a:uFillTx/>
          <a:latin typeface="Arial"/>
        </a:defRPr>
      </a:lvl6pPr>
      <a:lvl7pPr marL="361946" marR="0" lvl="6" indent="-361946" algn="l" defTabSz="914400" rtl="0" fontAlgn="auto" hangingPunct="1">
        <a:lnSpc>
          <a:spcPct val="90000"/>
        </a:lnSpc>
        <a:spcBef>
          <a:spcPts val="200"/>
        </a:spcBef>
        <a:spcAft>
          <a:spcPts val="200"/>
        </a:spcAft>
        <a:buClr>
          <a:srgbClr val="00A6D6"/>
        </a:buClr>
        <a:buSzPct val="100000"/>
        <a:buFont typeface="Arial"/>
        <a:buAutoNum type="arabicPeriod"/>
        <a:tabLst/>
        <a:defRPr lang="en-GB" sz="1400" b="0" i="0" u="none" strike="noStrike" kern="1200" cap="none" spc="0" baseline="0">
          <a:solidFill>
            <a:srgbClr val="000000"/>
          </a:solidFill>
          <a:uFillTx/>
          <a:latin typeface="Arial"/>
        </a:defRPr>
      </a:lvl7pPr>
      <a:lvl8pPr marL="361946" marR="0" lvl="7" indent="-361946" algn="l" defTabSz="914400" rtl="0" fontAlgn="auto" hangingPunct="1">
        <a:lnSpc>
          <a:spcPct val="90000"/>
        </a:lnSpc>
        <a:spcBef>
          <a:spcPts val="200"/>
        </a:spcBef>
        <a:spcAft>
          <a:spcPts val="200"/>
        </a:spcAft>
        <a:buClr>
          <a:srgbClr val="00A6D6"/>
        </a:buClr>
        <a:buSzPct val="100000"/>
        <a:buFont typeface="Arial"/>
        <a:buAutoNum type="alphaLcPeriod"/>
        <a:tabLst/>
        <a:defRPr lang="en-GB" sz="1400" b="0" i="0" u="none" strike="noStrike" kern="1200" cap="none" spc="0" baseline="0">
          <a:solidFill>
            <a:srgbClr val="000000"/>
          </a:solidFill>
          <a:uFillTx/>
          <a:latin typeface="Arial"/>
        </a:defRPr>
      </a:lvl8pPr>
      <a:lvl9pPr marL="0" marR="0" lvl="8" indent="0" algn="l" defTabSz="914400" rtl="0" fontAlgn="auto" hangingPunct="1">
        <a:lnSpc>
          <a:spcPct val="90000"/>
        </a:lnSpc>
        <a:spcBef>
          <a:spcPts val="200"/>
        </a:spcBef>
        <a:spcAft>
          <a:spcPts val="200"/>
        </a:spcAft>
        <a:buNone/>
        <a:tabLst/>
        <a:defRPr lang="en-GB" sz="1100" b="0" i="1" u="none" strike="noStrike" kern="1200" cap="none" spc="0" baseline="0">
          <a:solidFill>
            <a:srgbClr val="000000"/>
          </a:solidFill>
          <a:uFillTx/>
          <a:latin typeface="Arial"/>
        </a:defRPr>
      </a:lvl9pPr>
    </p:bodyStyle>
    <p:other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1.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1.xml"/><Relationship Id="rId4" Type="http://schemas.openxmlformats.org/officeDocument/2006/relationships/hyperlink" Target="https://instituteprojectmanagement.com/blog/waterfall-methodology/"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8" Type="http://schemas.openxmlformats.org/officeDocument/2006/relationships/image" Target="../media/image19.svg"/><Relationship Id="rId13" Type="http://schemas.openxmlformats.org/officeDocument/2006/relationships/image" Target="../media/image24.png"/><Relationship Id="rId18" Type="http://schemas.openxmlformats.org/officeDocument/2006/relationships/image" Target="../media/image29.png"/><Relationship Id="rId3" Type="http://schemas.openxmlformats.org/officeDocument/2006/relationships/image" Target="../media/image14.png"/><Relationship Id="rId7" Type="http://schemas.openxmlformats.org/officeDocument/2006/relationships/image" Target="../media/image18.png"/><Relationship Id="rId12" Type="http://schemas.openxmlformats.org/officeDocument/2006/relationships/image" Target="../media/image23.svg"/><Relationship Id="rId17" Type="http://schemas.openxmlformats.org/officeDocument/2006/relationships/image" Target="../media/image28.svg"/><Relationship Id="rId2" Type="http://schemas.openxmlformats.org/officeDocument/2006/relationships/notesSlide" Target="../notesSlides/notesSlide8.xml"/><Relationship Id="rId16" Type="http://schemas.openxmlformats.org/officeDocument/2006/relationships/image" Target="../media/image27.png"/><Relationship Id="rId1" Type="http://schemas.openxmlformats.org/officeDocument/2006/relationships/slideLayout" Target="../slideLayouts/slideLayout21.xml"/><Relationship Id="rId6" Type="http://schemas.openxmlformats.org/officeDocument/2006/relationships/image" Target="../media/image17.svg"/><Relationship Id="rId11" Type="http://schemas.openxmlformats.org/officeDocument/2006/relationships/image" Target="../media/image22.png"/><Relationship Id="rId5" Type="http://schemas.openxmlformats.org/officeDocument/2006/relationships/image" Target="../media/image16.png"/><Relationship Id="rId15" Type="http://schemas.openxmlformats.org/officeDocument/2006/relationships/image" Target="../media/image26.png"/><Relationship Id="rId10" Type="http://schemas.openxmlformats.org/officeDocument/2006/relationships/image" Target="../media/image21.svg"/><Relationship Id="rId19" Type="http://schemas.openxmlformats.org/officeDocument/2006/relationships/image" Target="../media/image30.svg"/><Relationship Id="rId4" Type="http://schemas.openxmlformats.org/officeDocument/2006/relationships/image" Target="../media/image15.svg"/><Relationship Id="rId9" Type="http://schemas.openxmlformats.org/officeDocument/2006/relationships/image" Target="../media/image20.png"/><Relationship Id="rId14" Type="http://schemas.openxmlformats.org/officeDocument/2006/relationships/image" Target="../media/image25.sv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1.xml"/></Relationships>
</file>

<file path=ppt/slides/_rels/slide14.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21.xml"/><Relationship Id="rId6" Type="http://schemas.openxmlformats.org/officeDocument/2006/relationships/image" Target="../media/image34.svg"/><Relationship Id="rId5" Type="http://schemas.openxmlformats.org/officeDocument/2006/relationships/image" Target="../media/image33.png"/><Relationship Id="rId4" Type="http://schemas.openxmlformats.org/officeDocument/2006/relationships/image" Target="../media/image32.png"/></Relationships>
</file>

<file path=ppt/slides/_rels/slide1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1.xml"/><Relationship Id="rId1" Type="http://schemas.openxmlformats.org/officeDocument/2006/relationships/slideLayout" Target="../slideLayouts/slideLayout21.xml"/></Relationships>
</file>

<file path=ppt/slides/_rels/slide1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2.xml"/><Relationship Id="rId1" Type="http://schemas.openxmlformats.org/officeDocument/2006/relationships/slideLayout" Target="../slideLayouts/slideLayout21.xml"/><Relationship Id="rId4" Type="http://schemas.openxmlformats.org/officeDocument/2006/relationships/image" Target="../media/image38.png"/></Relationships>
</file>

<file path=ppt/slides/_rels/slide1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3.xml"/><Relationship Id="rId1" Type="http://schemas.openxmlformats.org/officeDocument/2006/relationships/slideLayout" Target="../slideLayouts/slideLayout2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1.xml"/></Relationships>
</file>

<file path=ppt/slides/_rels/slide2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7.xml"/><Relationship Id="rId1" Type="http://schemas.openxmlformats.org/officeDocument/2006/relationships/slideLayout" Target="../slideLayouts/slideLayout21.xml"/></Relationships>
</file>

<file path=ppt/slides/_rels/slide2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8.xml"/><Relationship Id="rId1" Type="http://schemas.openxmlformats.org/officeDocument/2006/relationships/slideLayout" Target="../slideLayouts/slideLayout2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1.xml"/></Relationships>
</file>

<file path=ppt/slides/_rels/slide2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0.xml"/><Relationship Id="rId1" Type="http://schemas.openxmlformats.org/officeDocument/2006/relationships/slideLayout" Target="../slideLayouts/slideLayout21.xml"/></Relationships>
</file>

<file path=ppt/slides/_rels/slide25.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21.xml"/><Relationship Id="rId1" Type="http://schemas.openxmlformats.org/officeDocument/2006/relationships/slideLayout" Target="../slideLayouts/slideLayout21.xml"/></Relationships>
</file>

<file path=ppt/slides/_rels/slide26.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22.xml"/><Relationship Id="rId1" Type="http://schemas.openxmlformats.org/officeDocument/2006/relationships/slideLayout" Target="../slideLayouts/slideLayout2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1.xml"/></Relationships>
</file>

<file path=ppt/slides/_rels/slide28.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24.xml"/><Relationship Id="rId1" Type="http://schemas.openxmlformats.org/officeDocument/2006/relationships/slideLayout" Target="../slideLayouts/slideLayout21.xml"/></Relationships>
</file>

<file path=ppt/slides/_rels/slide29.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25.xml"/><Relationship Id="rId1" Type="http://schemas.openxmlformats.org/officeDocument/2006/relationships/slideLayout" Target="../slideLayouts/slideLayout2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3.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2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name="Slide3">
    <p:spTree>
      <p:nvGrpSpPr>
        <p:cNvPr id="1" name=""/>
        <p:cNvGrpSpPr/>
        <p:nvPr/>
      </p:nvGrpSpPr>
      <p:grpSpPr>
        <a:xfrm>
          <a:off x="0" y="0"/>
          <a:ext cx="0" cy="0"/>
          <a:chOff x="0" y="0"/>
          <a:chExt cx="0" cy="0"/>
        </a:xfrm>
      </p:grpSpPr>
      <p:sp>
        <p:nvSpPr>
          <p:cNvPr id="2" name="Titel 6">
            <a:extLst>
              <a:ext uri="{FF2B5EF4-FFF2-40B4-BE49-F238E27FC236}">
                <a16:creationId xmlns:a16="http://schemas.microsoft.com/office/drawing/2014/main" id="{03B859AA-296B-3DE0-04A4-2ABB7B0ABA9C}"/>
              </a:ext>
            </a:extLst>
          </p:cNvPr>
          <p:cNvSpPr txBox="1">
            <a:spLocks noGrp="1"/>
          </p:cNvSpPr>
          <p:nvPr>
            <p:ph type="title"/>
          </p:nvPr>
        </p:nvSpPr>
        <p:spPr>
          <a:xfrm>
            <a:off x="0" y="-429018"/>
            <a:ext cx="1989972" cy="276999"/>
          </a:xfrm>
          <a:prstGeom prst="rect">
            <a:avLst/>
          </a:prstGeom>
          <a:noFill/>
          <a:ln>
            <a:noFill/>
          </a:ln>
        </p:spPr>
        <p:txBody>
          <a:bodyPr vert="horz" wrap="none" lIns="0" tIns="0" rIns="0" bIns="0" anchor="ctr" anchorCtr="0" compatLnSpc="1">
            <a:spAutoFit/>
          </a:bodyPr>
          <a:lstStyle/>
          <a:p>
            <a:pPr lvl="0">
              <a:lnSpc>
                <a:spcPct val="100000"/>
              </a:lnSpc>
            </a:pPr>
            <a:r>
              <a:rPr lang="en-GB" sz="1800">
                <a:solidFill>
                  <a:srgbClr val="00A6D6"/>
                </a:solidFill>
              </a:rPr>
              <a:t>Title slide + image</a:t>
            </a:r>
          </a:p>
        </p:txBody>
      </p:sp>
      <p:sp>
        <p:nvSpPr>
          <p:cNvPr id="3" name="Tijdelijke aanduiding voor tekst 14">
            <a:extLst>
              <a:ext uri="{FF2B5EF4-FFF2-40B4-BE49-F238E27FC236}">
                <a16:creationId xmlns:a16="http://schemas.microsoft.com/office/drawing/2014/main" id="{05C18933-24F8-D6F7-ED51-5FC1C35E5A53}"/>
              </a:ext>
            </a:extLst>
          </p:cNvPr>
          <p:cNvSpPr txBox="1">
            <a:spLocks noGrp="1"/>
          </p:cNvSpPr>
          <p:nvPr>
            <p:ph type="body" idx="4294967295"/>
          </p:nvPr>
        </p:nvSpPr>
        <p:spPr>
          <a:xfrm>
            <a:off x="719139" y="3283537"/>
            <a:ext cx="6088066" cy="2000551"/>
          </a:xfrm>
        </p:spPr>
        <p:txBody>
          <a:bodyPr anchor="b">
            <a:spAutoFit/>
          </a:bodyPr>
          <a:lstStyle/>
          <a:p>
            <a:pPr marL="0" lvl="0" indent="0">
              <a:lnSpc>
                <a:spcPts val="5200"/>
              </a:lnSpc>
              <a:spcBef>
                <a:spcPts val="0"/>
              </a:spcBef>
              <a:spcAft>
                <a:spcPts val="0"/>
              </a:spcAft>
              <a:buNone/>
            </a:pPr>
            <a:r>
              <a:rPr lang="en-GB" sz="4800">
                <a:solidFill>
                  <a:srgbClr val="202122"/>
                </a:solidFill>
                <a:latin typeface="Lato" pitchFamily="34"/>
              </a:rPr>
              <a:t>Digital Business Process Management (MOT122A)</a:t>
            </a:r>
            <a:endParaRPr lang="en-GB" sz="4800" b="1">
              <a:solidFill>
                <a:srgbClr val="FFFFFF"/>
              </a:solidFill>
            </a:endParaRPr>
          </a:p>
        </p:txBody>
      </p:sp>
      <p:sp>
        <p:nvSpPr>
          <p:cNvPr id="4" name="Tijdelijke aanduiding voor tekst 15">
            <a:extLst>
              <a:ext uri="{FF2B5EF4-FFF2-40B4-BE49-F238E27FC236}">
                <a16:creationId xmlns:a16="http://schemas.microsoft.com/office/drawing/2014/main" id="{524B3A85-047F-D61F-BE61-AFD8068737E9}"/>
              </a:ext>
            </a:extLst>
          </p:cNvPr>
          <p:cNvSpPr txBox="1">
            <a:spLocks noGrp="1"/>
          </p:cNvSpPr>
          <p:nvPr>
            <p:ph type="body" idx="4294967295"/>
          </p:nvPr>
        </p:nvSpPr>
        <p:spPr>
          <a:xfrm>
            <a:off x="719139" y="5404232"/>
            <a:ext cx="5871545" cy="332402"/>
          </a:xfrm>
        </p:spPr>
        <p:txBody>
          <a:bodyPr>
            <a:spAutoFit/>
          </a:bodyPr>
          <a:lstStyle/>
          <a:p>
            <a:pPr marL="0" lvl="0" indent="0">
              <a:buNone/>
            </a:pPr>
            <a:r>
              <a:rPr lang="en-GB" sz="2400">
                <a:solidFill>
                  <a:srgbClr val="202122"/>
                </a:solidFill>
                <a:latin typeface="Lato" pitchFamily="34"/>
              </a:rPr>
              <a:t>Proposal (Pecha kucha) </a:t>
            </a:r>
            <a:r>
              <a:rPr lang="en-GB" sz="2400"/>
              <a:t>| Group 3</a:t>
            </a:r>
          </a:p>
        </p:txBody>
      </p:sp>
      <p:sp>
        <p:nvSpPr>
          <p:cNvPr id="5" name="Tijdelijke aanduiding voor datum 4">
            <a:extLst>
              <a:ext uri="{FF2B5EF4-FFF2-40B4-BE49-F238E27FC236}">
                <a16:creationId xmlns:a16="http://schemas.microsoft.com/office/drawing/2014/main" id="{224ED327-21B3-7FAD-07D7-CE5FA23F79EE}"/>
              </a:ext>
            </a:extLst>
          </p:cNvPr>
          <p:cNvSpPr txBox="1">
            <a:spLocks noGrp="1"/>
          </p:cNvSpPr>
          <p:nvPr>
            <p:ph type="dt" sz="quarter" idx="7"/>
          </p:nvPr>
        </p:nvSpPr>
        <p:spPr>
          <a:xfrm>
            <a:off x="719139" y="5813672"/>
            <a:ext cx="766230" cy="184663"/>
          </a:xfrm>
          <a:prstGeom prst="rect">
            <a:avLst/>
          </a:prstGeom>
          <a:noFill/>
          <a:ln>
            <a:noFill/>
          </a:ln>
        </p:spPr>
        <p:txBody>
          <a:bodyPr vert="horz" wrap="none" lIns="0" tIns="0" rIns="0" bIns="0" anchor="ctr" anchorCtr="0" compatLnSpc="1">
            <a:spAutoFit/>
          </a:bodyPr>
          <a:lstStyle/>
          <a:p>
            <a:pPr lvl="0"/>
            <a:fld id="{327AFA2F-6CC3-4E78-9108-F2C2A23EE423}" type="datetime1">
              <a:rPr lang="nl-NL" sz="1200">
                <a:solidFill>
                  <a:srgbClr val="000000"/>
                </a:solidFill>
                <a:latin typeface="Arial"/>
                <a:cs typeface="Segoe UI Light" pitchFamily="34"/>
              </a:rPr>
              <a:pPr lvl="0"/>
              <a:t>22-10-2025</a:t>
            </a:fld>
            <a:endParaRPr lang="en-GB" sz="1200">
              <a:solidFill>
                <a:srgbClr val="000000"/>
              </a:solidFill>
              <a:latin typeface="Arial"/>
              <a:cs typeface="Segoe UI Light" pitchFamily="34"/>
            </a:endParaRPr>
          </a:p>
        </p:txBody>
      </p:sp>
      <p:pic>
        <p:nvPicPr>
          <p:cNvPr id="6" name="image11.jpeg" descr="image11.jpeg">
            <a:extLst>
              <a:ext uri="{FF2B5EF4-FFF2-40B4-BE49-F238E27FC236}">
                <a16:creationId xmlns:a16="http://schemas.microsoft.com/office/drawing/2014/main" id="{BE1E91FB-93CE-AF67-F6BA-7AE39F28BCF6}"/>
              </a:ext>
            </a:extLst>
          </p:cNvPr>
          <p:cNvPicPr>
            <a:picLocks noGrp="1" noChangeAspect="1"/>
          </p:cNvPicPr>
          <p:nvPr>
            <p:ph type="pic" idx="4294967295"/>
          </p:nvPr>
        </p:nvPicPr>
        <p:blipFill>
          <a:blip r:embed="rId3"/>
          <a:srcRect l="16710" r="16710"/>
          <a:tile tx="0" ty="0" sx="100000" sy="100000" flip="none" algn="tl"/>
        </p:blipFill>
        <p:spPr>
          <a:xfrm>
            <a:off x="7308360" y="0"/>
            <a:ext cx="4883645" cy="6858000"/>
          </a:xfrm>
          <a:blipFill>
            <a:blip r:embed="rId4"/>
            <a:tile/>
          </a:blipFill>
        </p:spPr>
      </p:pic>
    </p:spTree>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
</file>

<file path=ppt/slides/slide2.xml><?xml version="1.0" encoding="utf-8"?>
<p:sld xmlns:a="http://schemas.openxmlformats.org/drawingml/2006/main" xmlns:r="http://schemas.openxmlformats.org/officeDocument/2006/relationships" xmlns:p="http://schemas.openxmlformats.org/presentationml/2006/main" show="0">
  <p:cSld name="Slide97">
    <p:spTree>
      <p:nvGrpSpPr>
        <p:cNvPr id="1" name=""/>
        <p:cNvGrpSpPr/>
        <p:nvPr/>
      </p:nvGrpSpPr>
      <p:grpSpPr>
        <a:xfrm>
          <a:off x="0" y="0"/>
          <a:ext cx="0" cy="0"/>
          <a:chOff x="0" y="0"/>
          <a:chExt cx="0" cy="0"/>
        </a:xfrm>
      </p:grpSpPr>
      <p:sp>
        <p:nvSpPr>
          <p:cNvPr id="2" name="Tijdelijke aanduiding voor datum 4">
            <a:extLst>
              <a:ext uri="{FF2B5EF4-FFF2-40B4-BE49-F238E27FC236}">
                <a16:creationId xmlns:a16="http://schemas.microsoft.com/office/drawing/2014/main" id="{A209D25A-18AA-394B-83F9-1365CE7C99B6}"/>
              </a:ext>
            </a:extLst>
          </p:cNvPr>
          <p:cNvSpPr txBox="1">
            <a:spLocks noGrp="1"/>
          </p:cNvSpPr>
          <p:nvPr>
            <p:ph type="dt" sz="quarter" idx="7"/>
          </p:nvPr>
        </p:nvSpPr>
        <p:spPr>
          <a:xfrm>
            <a:off x="10146566" y="6405664"/>
            <a:ext cx="766230" cy="184663"/>
          </a:xfrm>
          <a:prstGeom prst="rect">
            <a:avLst/>
          </a:prstGeom>
          <a:noFill/>
          <a:ln>
            <a:noFill/>
          </a:ln>
        </p:spPr>
        <p:txBody>
          <a:bodyPr vert="horz" wrap="none" lIns="0" tIns="0" rIns="0" bIns="0" anchor="ctr" anchorCtr="0" compatLnSpc="1">
            <a:spAutoFit/>
          </a:bodyPr>
          <a:lstStyle/>
          <a:p>
            <a:pPr lvl="0" algn="r"/>
            <a:fld id="{8975D857-FC1C-458C-89B0-C05E6E287A86}" type="datetime1">
              <a:rPr lang="nl-NL" sz="1200">
                <a:solidFill>
                  <a:srgbClr val="000000"/>
                </a:solidFill>
                <a:latin typeface="Arial"/>
                <a:cs typeface="Segoe UI Light" pitchFamily="34"/>
              </a:rPr>
              <a:pPr lvl="0" algn="r"/>
              <a:t>22-10-2025</a:t>
            </a:fld>
            <a:endParaRPr lang="en-GB" sz="1200">
              <a:solidFill>
                <a:srgbClr val="000000"/>
              </a:solidFill>
              <a:latin typeface="Arial"/>
              <a:cs typeface="Segoe UI Light" pitchFamily="34"/>
            </a:endParaRPr>
          </a:p>
        </p:txBody>
      </p:sp>
      <p:sp>
        <p:nvSpPr>
          <p:cNvPr id="3" name="Titel 8">
            <a:extLst>
              <a:ext uri="{FF2B5EF4-FFF2-40B4-BE49-F238E27FC236}">
                <a16:creationId xmlns:a16="http://schemas.microsoft.com/office/drawing/2014/main" id="{D52C6FE5-21FC-C80C-6874-63FE5409BC2C}"/>
              </a:ext>
            </a:extLst>
          </p:cNvPr>
          <p:cNvSpPr txBox="1">
            <a:spLocks noGrp="1"/>
          </p:cNvSpPr>
          <p:nvPr>
            <p:ph type="title"/>
          </p:nvPr>
        </p:nvSpPr>
        <p:spPr>
          <a:xfrm>
            <a:off x="718663" y="686165"/>
            <a:ext cx="10752612" cy="323404"/>
          </a:xfrm>
          <a:prstGeom prst="rect">
            <a:avLst/>
          </a:prstGeom>
          <a:noFill/>
          <a:ln>
            <a:noFill/>
          </a:ln>
        </p:spPr>
        <p:txBody>
          <a:bodyPr vert="horz" wrap="square" lIns="0" tIns="0" rIns="0" bIns="378003" anchor="t" anchorCtr="0" compatLnSpc="1">
            <a:noAutofit/>
          </a:bodyPr>
          <a:lstStyle/>
          <a:p>
            <a:pPr lvl="0"/>
            <a:r>
              <a:rPr lang="en-GB" u="sng"/>
              <a:t>Table of contents </a:t>
            </a:r>
          </a:p>
        </p:txBody>
      </p:sp>
      <p:sp>
        <p:nvSpPr>
          <p:cNvPr id="4" name="Tijdelijke aanduiding voor dianummer 102">
            <a:extLst>
              <a:ext uri="{FF2B5EF4-FFF2-40B4-BE49-F238E27FC236}">
                <a16:creationId xmlns:a16="http://schemas.microsoft.com/office/drawing/2014/main" id="{1D56FAFC-9A66-7662-2B0B-BA859B3BC2D6}"/>
              </a:ext>
            </a:extLst>
          </p:cNvPr>
          <p:cNvSpPr txBox="1">
            <a:spLocks noGrp="1"/>
          </p:cNvSpPr>
          <p:nvPr>
            <p:ph type="sldNum" sz="quarter" idx="8"/>
          </p:nvPr>
        </p:nvSpPr>
        <p:spPr>
          <a:xfrm>
            <a:off x="11178466" y="6405664"/>
            <a:ext cx="291300" cy="184663"/>
          </a:xfrm>
          <a:prstGeom prst="rect">
            <a:avLst/>
          </a:prstGeom>
          <a:noFill/>
          <a:ln>
            <a:noFill/>
          </a:ln>
        </p:spPr>
        <p:txBody>
          <a:bodyPr vert="horz" wrap="none" lIns="0" tIns="0" rIns="0" bIns="0" anchor="ctr" anchorCtr="0" compatLnSpc="1">
            <a:spAutoFit/>
          </a:bodyPr>
          <a:lstStyle/>
          <a:p>
            <a:pPr lvl="0" algn="r"/>
            <a:fld id="{C8D18470-AD68-4BA0-9D55-9247C4DB306B}" type="slidenum">
              <a:t>2</a:t>
            </a:fld>
            <a:endParaRPr lang="en-GB" sz="1200" b="1">
              <a:solidFill>
                <a:srgbClr val="000000"/>
              </a:solidFill>
              <a:latin typeface="Arial"/>
              <a:cs typeface="Segoe UI Light" pitchFamily="34"/>
            </a:endParaRPr>
          </a:p>
        </p:txBody>
      </p:sp>
      <p:sp>
        <p:nvSpPr>
          <p:cNvPr id="5" name="TextBox 80">
            <a:extLst>
              <a:ext uri="{FF2B5EF4-FFF2-40B4-BE49-F238E27FC236}">
                <a16:creationId xmlns:a16="http://schemas.microsoft.com/office/drawing/2014/main" id="{4BFD11B0-C276-56E0-841C-AB07DFD51D04}"/>
              </a:ext>
            </a:extLst>
          </p:cNvPr>
          <p:cNvSpPr txBox="1"/>
          <p:nvPr/>
        </p:nvSpPr>
        <p:spPr>
          <a:xfrm>
            <a:off x="823947" y="5444163"/>
            <a:ext cx="11368058" cy="4442210"/>
          </a:xfrm>
          <a:prstGeom prst="rect">
            <a:avLst/>
          </a:prstGeom>
          <a:noFill/>
          <a:ln>
            <a:noFill/>
          </a:ln>
        </p:spPr>
        <p:txBody>
          <a:bodyPr vert="horz" wrap="square" lIns="0" tIns="0" rIns="0" bIns="0" anchor="t" anchorCtr="0" compatLnSpc="1">
            <a:noAutofit/>
          </a:bodyPr>
          <a:lstStyle/>
          <a:p>
            <a:pPr marL="0" marR="0" lvl="0" indent="0" algn="just"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NL" sz="1800" b="0" i="0" u="none" strike="noStrike" kern="1200" cap="none" spc="0" baseline="0">
              <a:solidFill>
                <a:srgbClr val="000000"/>
              </a:solidFill>
              <a:uFillTx/>
              <a:latin typeface="Arial"/>
            </a:endParaRPr>
          </a:p>
        </p:txBody>
      </p:sp>
      <p:cxnSp>
        <p:nvCxnSpPr>
          <p:cNvPr id="6" name="Straight Connector 83">
            <a:extLst>
              <a:ext uri="{FF2B5EF4-FFF2-40B4-BE49-F238E27FC236}">
                <a16:creationId xmlns:a16="http://schemas.microsoft.com/office/drawing/2014/main" id="{6634D809-4319-FDB0-9375-C577EF4A5246}"/>
              </a:ext>
            </a:extLst>
          </p:cNvPr>
          <p:cNvCxnSpPr/>
          <p:nvPr/>
        </p:nvCxnSpPr>
        <p:spPr>
          <a:xfrm>
            <a:off x="0" y="6139546"/>
            <a:ext cx="12191996" cy="0"/>
          </a:xfrm>
          <a:prstGeom prst="straightConnector1">
            <a:avLst/>
          </a:prstGeom>
          <a:noFill/>
          <a:ln w="28575" cap="rnd">
            <a:solidFill>
              <a:srgbClr val="00A6D6"/>
            </a:solidFill>
            <a:prstDash val="solid"/>
            <a:round/>
          </a:ln>
        </p:spPr>
      </p:cxnSp>
      <p:pic>
        <p:nvPicPr>
          <p:cNvPr id="7" name="Picture 6">
            <a:extLst>
              <a:ext uri="{FF2B5EF4-FFF2-40B4-BE49-F238E27FC236}">
                <a16:creationId xmlns:a16="http://schemas.microsoft.com/office/drawing/2014/main" id="{4094E90C-AF91-39A0-2A5F-4B4C28FA02DF}"/>
              </a:ext>
            </a:extLst>
          </p:cNvPr>
          <p:cNvPicPr>
            <a:picLocks noChangeAspect="1"/>
          </p:cNvPicPr>
          <p:nvPr/>
        </p:nvPicPr>
        <p:blipFill>
          <a:blip r:embed="rId2"/>
          <a:srcRect t="13600"/>
          <a:stretch>
            <a:fillRect/>
          </a:stretch>
        </p:blipFill>
        <p:spPr>
          <a:xfrm>
            <a:off x="2373444" y="1565279"/>
            <a:ext cx="7443051" cy="4614199"/>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
</file>

<file path=ppt/slides/slide3.xml><?xml version="1.0" encoding="utf-8"?>
<p:sld xmlns:a="http://schemas.openxmlformats.org/drawingml/2006/main" xmlns:r="http://schemas.openxmlformats.org/officeDocument/2006/relationships" xmlns:p="http://schemas.openxmlformats.org/presentationml/2006/main" show="0">
  <p:cSld name="Slide12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3AC3F-DBD3-2F9A-93C6-0FBA586D77AF}"/>
              </a:ext>
            </a:extLst>
          </p:cNvPr>
          <p:cNvSpPr txBox="1">
            <a:spLocks noGrp="1"/>
          </p:cNvSpPr>
          <p:nvPr>
            <p:ph type="title"/>
          </p:nvPr>
        </p:nvSpPr>
        <p:spPr>
          <a:xfrm>
            <a:off x="718663" y="722458"/>
            <a:ext cx="3937333" cy="322152"/>
          </a:xfrm>
          <a:prstGeom prst="rect">
            <a:avLst/>
          </a:prstGeom>
          <a:noFill/>
          <a:ln>
            <a:noFill/>
          </a:ln>
        </p:spPr>
        <p:txBody>
          <a:bodyPr vert="horz" wrap="square" lIns="0" tIns="0" rIns="0" bIns="378003" anchor="t" anchorCtr="0" compatLnSpc="1">
            <a:noAutofit/>
          </a:bodyPr>
          <a:lstStyle/>
          <a:p>
            <a:endParaRPr lang="en-NL"/>
          </a:p>
        </p:txBody>
      </p:sp>
      <p:sp>
        <p:nvSpPr>
          <p:cNvPr id="3" name="Date Placeholder 1">
            <a:extLst>
              <a:ext uri="{FF2B5EF4-FFF2-40B4-BE49-F238E27FC236}">
                <a16:creationId xmlns:a16="http://schemas.microsoft.com/office/drawing/2014/main" id="{E07370AF-6FA4-3D6E-07C2-2E73F8AC29D5}"/>
              </a:ext>
            </a:extLst>
          </p:cNvPr>
          <p:cNvSpPr txBox="1">
            <a:spLocks noGrp="1"/>
          </p:cNvSpPr>
          <p:nvPr>
            <p:ph type="dt" sz="quarter" idx="7"/>
          </p:nvPr>
        </p:nvSpPr>
        <p:spPr>
          <a:xfrm>
            <a:off x="10146566" y="6405664"/>
            <a:ext cx="766230" cy="184663"/>
          </a:xfrm>
          <a:prstGeom prst="rect">
            <a:avLst/>
          </a:prstGeom>
          <a:noFill/>
          <a:ln>
            <a:noFill/>
          </a:ln>
        </p:spPr>
        <p:txBody>
          <a:bodyPr vert="horz" wrap="none" lIns="0" tIns="0" rIns="0" bIns="0" anchor="ctr" anchorCtr="0" compatLnSpc="1">
            <a:normAutofit/>
          </a:bodyPr>
          <a:lstStyle/>
          <a:p>
            <a:pPr lvl="0" algn="r">
              <a:spcAft>
                <a:spcPts val="600"/>
              </a:spcAft>
            </a:pPr>
            <a:fld id="{0688C6ED-2DC1-4850-AF66-E95A9F4A4209}" type="datetime1">
              <a:rPr lang="nl-NL" sz="1200">
                <a:solidFill>
                  <a:srgbClr val="000000"/>
                </a:solidFill>
                <a:latin typeface="Arial"/>
                <a:cs typeface="Segoe UI Light" pitchFamily="34"/>
              </a:rPr>
              <a:pPr lvl="0" algn="r">
                <a:spcAft>
                  <a:spcPts val="600"/>
                </a:spcAft>
              </a:pPr>
              <a:t>22-10-2025</a:t>
            </a:fld>
            <a:endParaRPr lang="en-GB" sz="1200">
              <a:solidFill>
                <a:srgbClr val="000000"/>
              </a:solidFill>
              <a:latin typeface="Arial"/>
              <a:cs typeface="Segoe UI Light" pitchFamily="34"/>
            </a:endParaRPr>
          </a:p>
        </p:txBody>
      </p:sp>
      <p:sp>
        <p:nvSpPr>
          <p:cNvPr id="4" name="Slide Number Placeholder 2">
            <a:extLst>
              <a:ext uri="{FF2B5EF4-FFF2-40B4-BE49-F238E27FC236}">
                <a16:creationId xmlns:a16="http://schemas.microsoft.com/office/drawing/2014/main" id="{77E4ACA8-1B92-C74C-70F7-3941EA2E8989}"/>
              </a:ext>
            </a:extLst>
          </p:cNvPr>
          <p:cNvSpPr txBox="1">
            <a:spLocks noGrp="1"/>
          </p:cNvSpPr>
          <p:nvPr>
            <p:ph type="sldNum" sz="quarter" idx="8"/>
          </p:nvPr>
        </p:nvSpPr>
        <p:spPr>
          <a:xfrm>
            <a:off x="11178466" y="6405664"/>
            <a:ext cx="291300" cy="184663"/>
          </a:xfrm>
          <a:prstGeom prst="rect">
            <a:avLst/>
          </a:prstGeom>
          <a:noFill/>
          <a:ln>
            <a:noFill/>
          </a:ln>
        </p:spPr>
        <p:txBody>
          <a:bodyPr vert="horz" wrap="none" lIns="0" tIns="0" rIns="0" bIns="0" anchor="ctr" anchorCtr="0" compatLnSpc="1">
            <a:normAutofit/>
          </a:bodyPr>
          <a:lstStyle/>
          <a:p>
            <a:pPr lvl="0" algn="r">
              <a:spcAft>
                <a:spcPts val="600"/>
              </a:spcAft>
            </a:pPr>
            <a:fld id="{27B064CF-3FE3-4A4D-921A-42D102AD3AE4}" type="slidenum">
              <a:t>3</a:t>
            </a:fld>
            <a:endParaRPr lang="en-GB" sz="1200" b="1">
              <a:solidFill>
                <a:srgbClr val="000000"/>
              </a:solidFill>
              <a:latin typeface="Arial"/>
              <a:cs typeface="Segoe UI Light" pitchFamily="34"/>
            </a:endParaRPr>
          </a:p>
        </p:txBody>
      </p:sp>
      <p:sp>
        <p:nvSpPr>
          <p:cNvPr id="5" name="Vertical Text Placeholder 5">
            <a:extLst>
              <a:ext uri="{FF2B5EF4-FFF2-40B4-BE49-F238E27FC236}">
                <a16:creationId xmlns:a16="http://schemas.microsoft.com/office/drawing/2014/main" id="{A608C808-7687-B8F9-2B3F-3D2B0E77F015}"/>
              </a:ext>
            </a:extLst>
          </p:cNvPr>
          <p:cNvSpPr txBox="1">
            <a:spLocks noGrp="1"/>
          </p:cNvSpPr>
          <p:nvPr>
            <p:ph type="body" idx="4294967295"/>
          </p:nvPr>
        </p:nvSpPr>
        <p:spPr>
          <a:xfrm>
            <a:off x="718663" y="1569101"/>
            <a:ext cx="3937333" cy="4431648"/>
          </a:xfrm>
        </p:spPr>
        <p:txBody>
          <a:bodyPr/>
          <a:lstStyle/>
          <a:p>
            <a:endParaRPr lang="en-NL"/>
          </a:p>
        </p:txBody>
      </p:sp>
      <p:graphicFrame>
        <p:nvGraphicFramePr>
          <p:cNvPr id="6" name="Table 33">
            <a:extLst>
              <a:ext uri="{FF2B5EF4-FFF2-40B4-BE49-F238E27FC236}">
                <a16:creationId xmlns:a16="http://schemas.microsoft.com/office/drawing/2014/main" id="{35E8CD55-7B7C-4CA1-26BF-748744761A56}"/>
              </a:ext>
            </a:extLst>
          </p:cNvPr>
          <p:cNvGraphicFramePr>
            <a:graphicFrameLocks noGrp="1"/>
          </p:cNvGraphicFramePr>
          <p:nvPr/>
        </p:nvGraphicFramePr>
        <p:xfrm>
          <a:off x="6552434" y="722458"/>
          <a:ext cx="4460461" cy="5278309"/>
        </p:xfrm>
        <a:graphic>
          <a:graphicData uri="http://schemas.openxmlformats.org/drawingml/2006/table">
            <a:tbl>
              <a:tblPr bandRow="1">
                <a:effectLst/>
                <a:tableStyleId>{3B4B98B0-60AC-42C2-AFA5-B58CD77FA1E5}</a:tableStyleId>
              </a:tblPr>
              <a:tblGrid>
                <a:gridCol w="4460461">
                  <a:extLst>
                    <a:ext uri="{9D8B030D-6E8A-4147-A177-3AD203B41FA5}">
                      <a16:colId xmlns:a16="http://schemas.microsoft.com/office/drawing/2014/main" val="851874121"/>
                    </a:ext>
                  </a:extLst>
                </a:gridCol>
              </a:tblGrid>
              <a:tr h="377025">
                <a:tc>
                  <a:txBody>
                    <a:bodyPr/>
                    <a:lstStyle/>
                    <a:p>
                      <a:pPr lvl="0"/>
                      <a:r>
                        <a:rPr lang="en-GB" sz="1700" b="1"/>
                        <a:t>Content Categories</a:t>
                      </a:r>
                      <a:endParaRPr lang="en-GB" sz="1700"/>
                    </a:p>
                  </a:txBody>
                  <a:tcPr marL="85688" marR="85688" marT="42839" marB="42839" anchor="ctr"/>
                </a:tc>
                <a:extLst>
                  <a:ext uri="{0D108BD9-81ED-4DB2-BD59-A6C34878D82A}">
                    <a16:rowId xmlns:a16="http://schemas.microsoft.com/office/drawing/2014/main" val="3903855271"/>
                  </a:ext>
                </a:extLst>
              </a:tr>
              <a:tr h="377025">
                <a:tc>
                  <a:txBody>
                    <a:bodyPr/>
                    <a:lstStyle/>
                    <a:p>
                      <a:pPr lvl="0"/>
                      <a:r>
                        <a:rPr lang="en-GB" sz="1700"/>
                        <a:t>Introduction</a:t>
                      </a:r>
                    </a:p>
                  </a:txBody>
                  <a:tcPr marL="85688" marR="85688" marT="42839" marB="42839" anchor="ctr"/>
                </a:tc>
                <a:extLst>
                  <a:ext uri="{0D108BD9-81ED-4DB2-BD59-A6C34878D82A}">
                    <a16:rowId xmlns:a16="http://schemas.microsoft.com/office/drawing/2014/main" val="815988588"/>
                  </a:ext>
                </a:extLst>
              </a:tr>
              <a:tr h="377025">
                <a:tc>
                  <a:txBody>
                    <a:bodyPr/>
                    <a:lstStyle/>
                    <a:p>
                      <a:pPr lvl="0"/>
                      <a:r>
                        <a:rPr lang="en-GB" sz="1700"/>
                        <a:t>Company Overview</a:t>
                      </a:r>
                    </a:p>
                  </a:txBody>
                  <a:tcPr marL="85688" marR="85688" marT="42839" marB="42839" anchor="ctr"/>
                </a:tc>
                <a:extLst>
                  <a:ext uri="{0D108BD9-81ED-4DB2-BD59-A6C34878D82A}">
                    <a16:rowId xmlns:a16="http://schemas.microsoft.com/office/drawing/2014/main" val="1963462281"/>
                  </a:ext>
                </a:extLst>
              </a:tr>
              <a:tr h="377025">
                <a:tc>
                  <a:txBody>
                    <a:bodyPr/>
                    <a:lstStyle/>
                    <a:p>
                      <a:pPr lvl="0"/>
                      <a:r>
                        <a:rPr lang="en-GB" sz="1700"/>
                        <a:t>Business Process &amp; Strategy</a:t>
                      </a:r>
                    </a:p>
                  </a:txBody>
                  <a:tcPr marL="85688" marR="85688" marT="42839" marB="42839" anchor="ctr"/>
                </a:tc>
                <a:extLst>
                  <a:ext uri="{0D108BD9-81ED-4DB2-BD59-A6C34878D82A}">
                    <a16:rowId xmlns:a16="http://schemas.microsoft.com/office/drawing/2014/main" val="1561693905"/>
                  </a:ext>
                </a:extLst>
              </a:tr>
              <a:tr h="377025">
                <a:tc>
                  <a:txBody>
                    <a:bodyPr/>
                    <a:lstStyle/>
                    <a:p>
                      <a:pPr lvl="0"/>
                      <a:r>
                        <a:rPr lang="en-GB" sz="1700"/>
                        <a:t>Balanced Scorecard &amp; Performance Metrics</a:t>
                      </a:r>
                    </a:p>
                  </a:txBody>
                  <a:tcPr marL="85688" marR="85688" marT="42839" marB="42839" anchor="ctr"/>
                </a:tc>
                <a:extLst>
                  <a:ext uri="{0D108BD9-81ED-4DB2-BD59-A6C34878D82A}">
                    <a16:rowId xmlns:a16="http://schemas.microsoft.com/office/drawing/2014/main" val="3395942090"/>
                  </a:ext>
                </a:extLst>
              </a:tr>
              <a:tr h="377025">
                <a:tc>
                  <a:txBody>
                    <a:bodyPr/>
                    <a:lstStyle/>
                    <a:p>
                      <a:pPr lvl="0"/>
                      <a:r>
                        <a:rPr lang="en-GB" sz="1700"/>
                        <a:t>Process Mapping &amp; BPMN</a:t>
                      </a:r>
                    </a:p>
                  </a:txBody>
                  <a:tcPr marL="85688" marR="85688" marT="42839" marB="42839" anchor="ctr"/>
                </a:tc>
                <a:extLst>
                  <a:ext uri="{0D108BD9-81ED-4DB2-BD59-A6C34878D82A}">
                    <a16:rowId xmlns:a16="http://schemas.microsoft.com/office/drawing/2014/main" val="1036384187"/>
                  </a:ext>
                </a:extLst>
              </a:tr>
              <a:tr h="377025">
                <a:tc>
                  <a:txBody>
                    <a:bodyPr/>
                    <a:lstStyle/>
                    <a:p>
                      <a:pPr lvl="0"/>
                      <a:r>
                        <a:rPr lang="en-GB" sz="1700"/>
                        <a:t>Lean Six Sigma &amp; Process Improvement</a:t>
                      </a:r>
                    </a:p>
                  </a:txBody>
                  <a:tcPr marL="85688" marR="85688" marT="42839" marB="42839" anchor="ctr"/>
                </a:tc>
                <a:extLst>
                  <a:ext uri="{0D108BD9-81ED-4DB2-BD59-A6C34878D82A}">
                    <a16:rowId xmlns:a16="http://schemas.microsoft.com/office/drawing/2014/main" val="1996767594"/>
                  </a:ext>
                </a:extLst>
              </a:tr>
              <a:tr h="377025">
                <a:tc>
                  <a:txBody>
                    <a:bodyPr/>
                    <a:lstStyle/>
                    <a:p>
                      <a:pPr lvl="0"/>
                      <a:r>
                        <a:rPr lang="en-GB" sz="1700"/>
                        <a:t>Process Mining &amp; Automation</a:t>
                      </a:r>
                    </a:p>
                  </a:txBody>
                  <a:tcPr marL="85688" marR="85688" marT="42839" marB="42839" anchor="ctr"/>
                </a:tc>
                <a:extLst>
                  <a:ext uri="{0D108BD9-81ED-4DB2-BD59-A6C34878D82A}">
                    <a16:rowId xmlns:a16="http://schemas.microsoft.com/office/drawing/2014/main" val="3842713537"/>
                  </a:ext>
                </a:extLst>
              </a:tr>
              <a:tr h="377025">
                <a:tc>
                  <a:txBody>
                    <a:bodyPr/>
                    <a:lstStyle/>
                    <a:p>
                      <a:pPr lvl="0"/>
                      <a:r>
                        <a:rPr lang="en-GB" sz="1700"/>
                        <a:t>Business Process Controls &amp; Risks</a:t>
                      </a:r>
                    </a:p>
                  </a:txBody>
                  <a:tcPr marL="85688" marR="85688" marT="42839" marB="42839" anchor="ctr"/>
                </a:tc>
                <a:extLst>
                  <a:ext uri="{0D108BD9-81ED-4DB2-BD59-A6C34878D82A}">
                    <a16:rowId xmlns:a16="http://schemas.microsoft.com/office/drawing/2014/main" val="1128993992"/>
                  </a:ext>
                </a:extLst>
              </a:tr>
              <a:tr h="377025">
                <a:tc>
                  <a:txBody>
                    <a:bodyPr/>
                    <a:lstStyle/>
                    <a:p>
                      <a:pPr lvl="0"/>
                      <a:r>
                        <a:rPr lang="en-GB" sz="1700"/>
                        <a:t>Technology Integration in DBPM</a:t>
                      </a:r>
                    </a:p>
                  </a:txBody>
                  <a:tcPr marL="85688" marR="85688" marT="42839" marB="42839" anchor="ctr"/>
                </a:tc>
                <a:extLst>
                  <a:ext uri="{0D108BD9-81ED-4DB2-BD59-A6C34878D82A}">
                    <a16:rowId xmlns:a16="http://schemas.microsoft.com/office/drawing/2014/main" val="3770607396"/>
                  </a:ext>
                </a:extLst>
              </a:tr>
              <a:tr h="377025">
                <a:tc>
                  <a:txBody>
                    <a:bodyPr/>
                    <a:lstStyle/>
                    <a:p>
                      <a:pPr lvl="0"/>
                      <a:r>
                        <a:rPr lang="en-GB" sz="1700"/>
                        <a:t>Challenges in DBPM</a:t>
                      </a:r>
                    </a:p>
                  </a:txBody>
                  <a:tcPr marL="85688" marR="85688" marT="42839" marB="42839" anchor="ctr"/>
                </a:tc>
                <a:extLst>
                  <a:ext uri="{0D108BD9-81ED-4DB2-BD59-A6C34878D82A}">
                    <a16:rowId xmlns:a16="http://schemas.microsoft.com/office/drawing/2014/main" val="4068767715"/>
                  </a:ext>
                </a:extLst>
              </a:tr>
              <a:tr h="377025">
                <a:tc>
                  <a:txBody>
                    <a:bodyPr/>
                    <a:lstStyle/>
                    <a:p>
                      <a:pPr lvl="0"/>
                      <a:r>
                        <a:rPr lang="en-GB" sz="1700"/>
                        <a:t>Future Trends in DBPM</a:t>
                      </a:r>
                    </a:p>
                  </a:txBody>
                  <a:tcPr marL="85688" marR="85688" marT="42839" marB="42839" anchor="ctr"/>
                </a:tc>
                <a:extLst>
                  <a:ext uri="{0D108BD9-81ED-4DB2-BD59-A6C34878D82A}">
                    <a16:rowId xmlns:a16="http://schemas.microsoft.com/office/drawing/2014/main" val="2636438703"/>
                  </a:ext>
                </a:extLst>
              </a:tr>
              <a:tr h="377025">
                <a:tc>
                  <a:txBody>
                    <a:bodyPr/>
                    <a:lstStyle/>
                    <a:p>
                      <a:pPr lvl="0"/>
                      <a:r>
                        <a:rPr lang="en-GB" sz="1700"/>
                        <a:t>Conclusion</a:t>
                      </a:r>
                    </a:p>
                  </a:txBody>
                  <a:tcPr marL="85688" marR="85688" marT="42839" marB="42839" anchor="ctr"/>
                </a:tc>
                <a:extLst>
                  <a:ext uri="{0D108BD9-81ED-4DB2-BD59-A6C34878D82A}">
                    <a16:rowId xmlns:a16="http://schemas.microsoft.com/office/drawing/2014/main" val="2450580082"/>
                  </a:ext>
                </a:extLst>
              </a:tr>
              <a:tr h="377025">
                <a:tc>
                  <a:txBody>
                    <a:bodyPr/>
                    <a:lstStyle/>
                    <a:p>
                      <a:pPr lvl="0"/>
                      <a:r>
                        <a:rPr lang="en-GB" sz="1700"/>
                        <a:t>Q&amp;A Slide</a:t>
                      </a:r>
                    </a:p>
                  </a:txBody>
                  <a:tcPr marL="85688" marR="85688" marT="42839" marB="42839" anchor="ctr"/>
                </a:tc>
                <a:extLst>
                  <a:ext uri="{0D108BD9-81ED-4DB2-BD59-A6C34878D82A}">
                    <a16:rowId xmlns:a16="http://schemas.microsoft.com/office/drawing/2014/main" val="3310552004"/>
                  </a:ext>
                </a:extLst>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
</file>

<file path=ppt/slides/slide4.xml><?xml version="1.0" encoding="utf-8"?>
<p:sld xmlns:a="http://schemas.openxmlformats.org/drawingml/2006/main" xmlns:r="http://schemas.openxmlformats.org/officeDocument/2006/relationships" xmlns:p="http://schemas.openxmlformats.org/presentationml/2006/main" show="0">
  <p:cSld name="Slide116">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34B4DA3-DFEA-1FB3-79BA-0D7A7D7EDA9A}"/>
              </a:ext>
            </a:extLst>
          </p:cNvPr>
          <p:cNvSpPr txBox="1">
            <a:spLocks noGrp="1"/>
          </p:cNvSpPr>
          <p:nvPr>
            <p:ph type="dt" sz="quarter" idx="7"/>
          </p:nvPr>
        </p:nvSpPr>
        <p:spPr>
          <a:xfrm>
            <a:off x="10146566" y="6405664"/>
            <a:ext cx="766230" cy="184663"/>
          </a:xfrm>
          <a:prstGeom prst="rect">
            <a:avLst/>
          </a:prstGeom>
          <a:noFill/>
          <a:ln>
            <a:noFill/>
          </a:ln>
        </p:spPr>
        <p:txBody>
          <a:bodyPr vert="horz" wrap="none" lIns="0" tIns="0" rIns="0" bIns="0" anchor="ctr" anchorCtr="0" compatLnSpc="1">
            <a:spAutoFit/>
          </a:bodyPr>
          <a:lstStyle/>
          <a:p>
            <a:pPr lvl="0" algn="r"/>
            <a:fld id="{893D8411-0BB8-4791-B07E-27E5CFE23555}" type="datetime1">
              <a:rPr lang="nl-NL" sz="1200">
                <a:solidFill>
                  <a:srgbClr val="000000"/>
                </a:solidFill>
                <a:latin typeface="Arial"/>
                <a:cs typeface="Segoe UI Light" pitchFamily="34"/>
              </a:rPr>
              <a:pPr lvl="0" algn="r"/>
              <a:t>22-10-2025</a:t>
            </a:fld>
            <a:endParaRPr lang="en-GB" sz="1200">
              <a:solidFill>
                <a:srgbClr val="000000"/>
              </a:solidFill>
              <a:latin typeface="Arial"/>
              <a:cs typeface="Segoe UI Light" pitchFamily="34"/>
            </a:endParaRPr>
          </a:p>
        </p:txBody>
      </p:sp>
      <p:sp>
        <p:nvSpPr>
          <p:cNvPr id="3" name="Slide Number Placeholder 2">
            <a:extLst>
              <a:ext uri="{FF2B5EF4-FFF2-40B4-BE49-F238E27FC236}">
                <a16:creationId xmlns:a16="http://schemas.microsoft.com/office/drawing/2014/main" id="{EA0CAA8C-FA5E-A656-6F5B-C14B38E02661}"/>
              </a:ext>
            </a:extLst>
          </p:cNvPr>
          <p:cNvSpPr txBox="1">
            <a:spLocks noGrp="1"/>
          </p:cNvSpPr>
          <p:nvPr>
            <p:ph type="sldNum" sz="quarter" idx="8"/>
          </p:nvPr>
        </p:nvSpPr>
        <p:spPr>
          <a:xfrm>
            <a:off x="11178466" y="6405664"/>
            <a:ext cx="291300" cy="184663"/>
          </a:xfrm>
          <a:prstGeom prst="rect">
            <a:avLst/>
          </a:prstGeom>
          <a:noFill/>
          <a:ln>
            <a:noFill/>
          </a:ln>
        </p:spPr>
        <p:txBody>
          <a:bodyPr vert="horz" wrap="none" lIns="0" tIns="0" rIns="0" bIns="0" anchor="ctr" anchorCtr="0" compatLnSpc="1">
            <a:spAutoFit/>
          </a:bodyPr>
          <a:lstStyle/>
          <a:p>
            <a:pPr lvl="0" algn="r"/>
            <a:fld id="{BAEBE18E-6560-49D4-8112-A63E060F5981}" type="slidenum">
              <a:t>4</a:t>
            </a:fld>
            <a:endParaRPr lang="en-GB" sz="1200" b="1">
              <a:solidFill>
                <a:srgbClr val="000000"/>
              </a:solidFill>
              <a:latin typeface="Arial"/>
              <a:cs typeface="Segoe UI Light" pitchFamily="34"/>
            </a:endParaRPr>
          </a:p>
        </p:txBody>
      </p:sp>
      <p:sp>
        <p:nvSpPr>
          <p:cNvPr id="4" name="Title 3">
            <a:extLst>
              <a:ext uri="{FF2B5EF4-FFF2-40B4-BE49-F238E27FC236}">
                <a16:creationId xmlns:a16="http://schemas.microsoft.com/office/drawing/2014/main" id="{FE011190-BB1F-9329-5F93-48BC671FCF24}"/>
              </a:ext>
            </a:extLst>
          </p:cNvPr>
          <p:cNvSpPr txBox="1">
            <a:spLocks noGrp="1"/>
          </p:cNvSpPr>
          <p:nvPr>
            <p:ph type="title"/>
          </p:nvPr>
        </p:nvSpPr>
        <p:spPr>
          <a:xfrm>
            <a:off x="718663" y="722458"/>
            <a:ext cx="10752612" cy="323404"/>
          </a:xfrm>
          <a:prstGeom prst="rect">
            <a:avLst/>
          </a:prstGeom>
          <a:noFill/>
          <a:ln>
            <a:noFill/>
          </a:ln>
        </p:spPr>
        <p:txBody>
          <a:bodyPr vert="horz" wrap="square" lIns="0" tIns="0" rIns="0" bIns="378003" anchor="t" anchorCtr="0" compatLnSpc="1">
            <a:noAutofit/>
          </a:bodyPr>
          <a:lstStyle/>
          <a:p>
            <a:pPr lvl="0"/>
            <a:r>
              <a:rPr lang="en-IN"/>
              <a:t>Disclaimer</a:t>
            </a:r>
          </a:p>
        </p:txBody>
      </p:sp>
      <p:sp>
        <p:nvSpPr>
          <p:cNvPr id="5" name="TextBox 4">
            <a:extLst>
              <a:ext uri="{FF2B5EF4-FFF2-40B4-BE49-F238E27FC236}">
                <a16:creationId xmlns:a16="http://schemas.microsoft.com/office/drawing/2014/main" id="{E5762D83-166A-D0ED-0333-DE44BA87F14E}"/>
              </a:ext>
            </a:extLst>
          </p:cNvPr>
          <p:cNvSpPr txBox="1"/>
          <p:nvPr/>
        </p:nvSpPr>
        <p:spPr>
          <a:xfrm>
            <a:off x="718663" y="1565279"/>
            <a:ext cx="10752612" cy="1569659"/>
          </a:xfrm>
          <a:prstGeom prst="rect">
            <a:avLst/>
          </a:prstGeom>
          <a:noFill/>
          <a:ln>
            <a:noFill/>
          </a:ln>
        </p:spPr>
        <p:txBody>
          <a:bodyPr vert="horz" wrap="square" lIns="91440" tIns="45720" rIns="91440" bIns="45720" anchor="t" anchorCtr="0" compatLnSpc="1">
            <a:sp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600" b="0" i="0" u="none" strike="noStrike" kern="1200" cap="none" spc="0" baseline="0">
                <a:solidFill>
                  <a:srgbClr val="00A6D6"/>
                </a:solidFill>
                <a:uFillTx/>
                <a:latin typeface="Arial"/>
              </a:rPr>
              <a:t>"Lean Company" is a placeholder name chosen to represent the actual company we have selected. The original company is a rapidly growing startup in the ConTech sector. We can provide relevant documents and data from the company for reference upon request.</a:t>
            </a:r>
          </a:p>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600" b="0" i="0" u="none" strike="noStrike" kern="1200" cap="none" spc="0" baseline="0">
              <a:solidFill>
                <a:srgbClr val="00A6D6"/>
              </a:solidFill>
              <a:uFillTx/>
              <a:latin typeface="Arial"/>
            </a:endParaRPr>
          </a:p>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600" b="0" i="0" u="none" strike="noStrike" kern="1200" cap="none" spc="0" baseline="0">
                <a:solidFill>
                  <a:srgbClr val="00A6D6"/>
                </a:solidFill>
                <a:uFillTx/>
                <a:latin typeface="Arial"/>
              </a:rPr>
              <a:t>However, we have been advised not to disclose the company's name publicly, including in academic settings. Despite this restriction, we are permitted to use the data and discussions related to the company for analysis and research.</a:t>
            </a:r>
          </a:p>
        </p:txBody>
      </p:sp>
    </p:spTree>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98">
    <p:spTree>
      <p:nvGrpSpPr>
        <p:cNvPr id="1" name=""/>
        <p:cNvGrpSpPr/>
        <p:nvPr/>
      </p:nvGrpSpPr>
      <p:grpSpPr>
        <a:xfrm>
          <a:off x="0" y="0"/>
          <a:ext cx="0" cy="0"/>
          <a:chOff x="0" y="0"/>
          <a:chExt cx="0" cy="0"/>
        </a:xfrm>
      </p:grpSpPr>
      <p:sp>
        <p:nvSpPr>
          <p:cNvPr id="2" name="Tijdelijke aanduiding voor datum 4">
            <a:extLst>
              <a:ext uri="{FF2B5EF4-FFF2-40B4-BE49-F238E27FC236}">
                <a16:creationId xmlns:a16="http://schemas.microsoft.com/office/drawing/2014/main" id="{D5D407D3-693C-2E18-8160-2A74BB1BD53F}"/>
              </a:ext>
            </a:extLst>
          </p:cNvPr>
          <p:cNvSpPr txBox="1">
            <a:spLocks noGrp="1"/>
          </p:cNvSpPr>
          <p:nvPr>
            <p:ph type="dt" sz="quarter" idx="7"/>
          </p:nvPr>
        </p:nvSpPr>
        <p:spPr>
          <a:xfrm>
            <a:off x="10146566" y="6405664"/>
            <a:ext cx="766230" cy="184663"/>
          </a:xfrm>
          <a:prstGeom prst="rect">
            <a:avLst/>
          </a:prstGeom>
          <a:noFill/>
          <a:ln>
            <a:noFill/>
          </a:ln>
        </p:spPr>
        <p:txBody>
          <a:bodyPr vert="horz" wrap="none" lIns="0" tIns="0" rIns="0" bIns="0" anchor="ctr" anchorCtr="0" compatLnSpc="1">
            <a:spAutoFit/>
          </a:bodyPr>
          <a:lstStyle/>
          <a:p>
            <a:pPr lvl="0" algn="r"/>
            <a:fld id="{BE5B45F6-D4CD-4565-A4DC-13B51F862BFF}" type="datetime1">
              <a:rPr lang="nl-NL" sz="1200">
                <a:solidFill>
                  <a:srgbClr val="000000"/>
                </a:solidFill>
                <a:latin typeface="Arial"/>
                <a:cs typeface="Segoe UI Light" pitchFamily="34"/>
              </a:rPr>
              <a:pPr lvl="0" algn="r"/>
              <a:t>22-10-2025</a:t>
            </a:fld>
            <a:endParaRPr lang="en-GB" sz="1200">
              <a:solidFill>
                <a:srgbClr val="000000"/>
              </a:solidFill>
              <a:latin typeface="Arial"/>
              <a:cs typeface="Segoe UI Light" pitchFamily="34"/>
            </a:endParaRPr>
          </a:p>
        </p:txBody>
      </p:sp>
      <p:sp>
        <p:nvSpPr>
          <p:cNvPr id="3" name="Titel 8">
            <a:extLst>
              <a:ext uri="{FF2B5EF4-FFF2-40B4-BE49-F238E27FC236}">
                <a16:creationId xmlns:a16="http://schemas.microsoft.com/office/drawing/2014/main" id="{2FE153F8-964F-B2D5-3DE9-D80F3007B180}"/>
              </a:ext>
            </a:extLst>
          </p:cNvPr>
          <p:cNvSpPr txBox="1">
            <a:spLocks noGrp="1"/>
          </p:cNvSpPr>
          <p:nvPr>
            <p:ph type="title"/>
          </p:nvPr>
        </p:nvSpPr>
        <p:spPr>
          <a:xfrm>
            <a:off x="718663" y="686165"/>
            <a:ext cx="10752612" cy="323404"/>
          </a:xfrm>
          <a:prstGeom prst="rect">
            <a:avLst/>
          </a:prstGeom>
          <a:noFill/>
          <a:ln>
            <a:noFill/>
          </a:ln>
        </p:spPr>
        <p:txBody>
          <a:bodyPr vert="horz" wrap="square" lIns="0" tIns="0" rIns="0" bIns="378003" anchor="t" anchorCtr="0" compatLnSpc="1">
            <a:noAutofit/>
          </a:bodyPr>
          <a:lstStyle/>
          <a:p>
            <a:pPr lvl="0"/>
            <a:r>
              <a:rPr lang="en-GB" u="sng"/>
              <a:t>Introduction</a:t>
            </a:r>
          </a:p>
        </p:txBody>
      </p:sp>
      <p:sp>
        <p:nvSpPr>
          <p:cNvPr id="4" name="Tijdelijke aanduiding voor dianummer 102">
            <a:extLst>
              <a:ext uri="{FF2B5EF4-FFF2-40B4-BE49-F238E27FC236}">
                <a16:creationId xmlns:a16="http://schemas.microsoft.com/office/drawing/2014/main" id="{D6D8BB6F-9760-18A0-FF42-C9B8254622BD}"/>
              </a:ext>
            </a:extLst>
          </p:cNvPr>
          <p:cNvSpPr txBox="1">
            <a:spLocks noGrp="1"/>
          </p:cNvSpPr>
          <p:nvPr>
            <p:ph type="sldNum" sz="quarter" idx="8"/>
          </p:nvPr>
        </p:nvSpPr>
        <p:spPr>
          <a:xfrm>
            <a:off x="11178466" y="6405664"/>
            <a:ext cx="291300" cy="184663"/>
          </a:xfrm>
          <a:prstGeom prst="rect">
            <a:avLst/>
          </a:prstGeom>
          <a:noFill/>
          <a:ln>
            <a:noFill/>
          </a:ln>
        </p:spPr>
        <p:txBody>
          <a:bodyPr vert="horz" wrap="none" lIns="0" tIns="0" rIns="0" bIns="0" anchor="ctr" anchorCtr="0" compatLnSpc="1">
            <a:spAutoFit/>
          </a:bodyPr>
          <a:lstStyle/>
          <a:p>
            <a:pPr lvl="0" algn="r"/>
            <a:fld id="{20AA6E10-9D0A-4F72-84EC-06B6D43759DC}" type="slidenum">
              <a:t>5</a:t>
            </a:fld>
            <a:endParaRPr lang="en-GB" sz="1200" b="1">
              <a:solidFill>
                <a:srgbClr val="000000"/>
              </a:solidFill>
              <a:latin typeface="Arial"/>
              <a:cs typeface="Segoe UI Light" pitchFamily="34"/>
            </a:endParaRPr>
          </a:p>
        </p:txBody>
      </p:sp>
      <p:cxnSp>
        <p:nvCxnSpPr>
          <p:cNvPr id="5" name="Straight Connector 83">
            <a:extLst>
              <a:ext uri="{FF2B5EF4-FFF2-40B4-BE49-F238E27FC236}">
                <a16:creationId xmlns:a16="http://schemas.microsoft.com/office/drawing/2014/main" id="{5D5175DE-8016-605E-5264-7680C33E4135}"/>
              </a:ext>
            </a:extLst>
          </p:cNvPr>
          <p:cNvCxnSpPr/>
          <p:nvPr/>
        </p:nvCxnSpPr>
        <p:spPr>
          <a:xfrm>
            <a:off x="0" y="6139546"/>
            <a:ext cx="12191996" cy="0"/>
          </a:xfrm>
          <a:prstGeom prst="straightConnector1">
            <a:avLst/>
          </a:prstGeom>
          <a:noFill/>
          <a:ln w="28575" cap="rnd">
            <a:solidFill>
              <a:srgbClr val="00A6D6"/>
            </a:solidFill>
            <a:prstDash val="solid"/>
            <a:round/>
          </a:ln>
        </p:spPr>
      </p:cxnSp>
      <p:sp>
        <p:nvSpPr>
          <p:cNvPr id="6" name="TextBox 1">
            <a:extLst>
              <a:ext uri="{FF2B5EF4-FFF2-40B4-BE49-F238E27FC236}">
                <a16:creationId xmlns:a16="http://schemas.microsoft.com/office/drawing/2014/main" id="{881BE89B-D6F7-0F8A-0371-7BB0AEFF565F}"/>
              </a:ext>
            </a:extLst>
          </p:cNvPr>
          <p:cNvSpPr txBox="1"/>
          <p:nvPr/>
        </p:nvSpPr>
        <p:spPr>
          <a:xfrm>
            <a:off x="718663" y="1565279"/>
            <a:ext cx="10752612" cy="1569659"/>
          </a:xfrm>
          <a:prstGeom prst="rect">
            <a:avLst/>
          </a:prstGeom>
          <a:noFill/>
          <a:ln>
            <a:noFill/>
          </a:ln>
        </p:spPr>
        <p:txBody>
          <a:bodyPr vert="horz" wrap="square" lIns="91440" tIns="45720" rIns="91440" bIns="45720" anchor="t" anchorCtr="0" compatLnSpc="1">
            <a:sp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600" b="0" i="0" u="none" strike="noStrike" kern="1200" cap="none" spc="0" baseline="0">
                <a:solidFill>
                  <a:srgbClr val="111111"/>
                </a:solidFill>
                <a:uFillTx/>
                <a:latin typeface="Arial"/>
              </a:rPr>
              <a:t>Lean Company is an award-winning cloud-based Construction Management Software that offers real-time solutions to real-time construction problems.</a:t>
            </a:r>
          </a:p>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600" b="0" i="0" u="none" strike="noStrike" kern="1200" cap="none" spc="0" baseline="0">
              <a:solidFill>
                <a:srgbClr val="111111"/>
              </a:solidFill>
              <a:uFillTx/>
              <a:latin typeface="Arial"/>
            </a:endParaRP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600" b="0" i="0" u="none" strike="noStrike" kern="1200" cap="none" spc="0" baseline="0">
                <a:solidFill>
                  <a:srgbClr val="111111"/>
                </a:solidFill>
                <a:uFillTx/>
                <a:latin typeface="Arial"/>
              </a:rPr>
              <a:t>Developed using proven Lean principles and industry-leading BIM and Analytics web technologies, it is the only product that provides a production management workflow integrated with BIM, analytics, and other prevalent construction technologies. </a:t>
            </a:r>
          </a:p>
        </p:txBody>
      </p:sp>
      <p:sp>
        <p:nvSpPr>
          <p:cNvPr id="7" name="TextBox 3">
            <a:extLst>
              <a:ext uri="{FF2B5EF4-FFF2-40B4-BE49-F238E27FC236}">
                <a16:creationId xmlns:a16="http://schemas.microsoft.com/office/drawing/2014/main" id="{C247FA1C-B49A-C67E-B50C-28AD7214A716}"/>
              </a:ext>
            </a:extLst>
          </p:cNvPr>
          <p:cNvSpPr txBox="1"/>
          <p:nvPr/>
        </p:nvSpPr>
        <p:spPr>
          <a:xfrm>
            <a:off x="235421" y="4287914"/>
            <a:ext cx="1706883" cy="375918"/>
          </a:xfrm>
          <a:prstGeom prst="rect">
            <a:avLst/>
          </a:prstGeom>
          <a:noFill/>
          <a:ln>
            <a:noFill/>
          </a:ln>
        </p:spPr>
        <p:txBody>
          <a:bodyPr vert="horz" wrap="square" lIns="0" tIns="0" rIns="0" bIns="0" anchor="t" anchorCtr="0" compatLnSpc="1">
            <a:noAutofit/>
          </a:bodyPr>
          <a:lstStyle/>
          <a:p>
            <a:pPr marL="0" marR="0" lvl="0" indent="0" algn="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800" b="1" i="0" u="none" strike="noStrike" kern="1200" cap="none" spc="0" baseline="0">
                <a:solidFill>
                  <a:srgbClr val="000000"/>
                </a:solidFill>
                <a:uFillTx/>
                <a:latin typeface="Arial"/>
              </a:rPr>
              <a:t>Leadership Team  </a:t>
            </a:r>
            <a:endParaRPr lang="en-IN" sz="1800" b="1" i="0" u="none" strike="noStrike" kern="1200" cap="none" spc="0" baseline="0">
              <a:solidFill>
                <a:srgbClr val="000000"/>
              </a:solidFill>
              <a:uFillTx/>
              <a:latin typeface="Arial"/>
            </a:endParaRPr>
          </a:p>
        </p:txBody>
      </p:sp>
      <p:cxnSp>
        <p:nvCxnSpPr>
          <p:cNvPr id="8" name="Connector: Elbow 6">
            <a:extLst>
              <a:ext uri="{FF2B5EF4-FFF2-40B4-BE49-F238E27FC236}">
                <a16:creationId xmlns:a16="http://schemas.microsoft.com/office/drawing/2014/main" id="{CADE1946-91C5-9000-FB23-689C2C08874E}"/>
              </a:ext>
            </a:extLst>
          </p:cNvPr>
          <p:cNvCxnSpPr>
            <a:stCxn id="7" idx="3"/>
            <a:endCxn id="9" idx="1"/>
          </p:cNvCxnSpPr>
          <p:nvPr/>
        </p:nvCxnSpPr>
        <p:spPr>
          <a:xfrm flipV="1">
            <a:off x="1942304" y="3745424"/>
            <a:ext cx="885587" cy="730449"/>
          </a:xfrm>
          <a:prstGeom prst="bentConnector3">
            <a:avLst>
              <a:gd name="adj1" fmla="val 50000"/>
            </a:avLst>
          </a:prstGeom>
          <a:noFill/>
          <a:ln w="12701" cap="rnd">
            <a:solidFill>
              <a:srgbClr val="00A6D6"/>
            </a:solidFill>
            <a:prstDash val="solid"/>
            <a:round/>
            <a:tailEnd type="arrow"/>
          </a:ln>
        </p:spPr>
      </p:cxnSp>
      <p:sp>
        <p:nvSpPr>
          <p:cNvPr id="9" name="TextBox 7">
            <a:extLst>
              <a:ext uri="{FF2B5EF4-FFF2-40B4-BE49-F238E27FC236}">
                <a16:creationId xmlns:a16="http://schemas.microsoft.com/office/drawing/2014/main" id="{DB767882-19B5-434C-B018-F8DF7A6403B8}"/>
              </a:ext>
            </a:extLst>
          </p:cNvPr>
          <p:cNvSpPr txBox="1"/>
          <p:nvPr/>
        </p:nvSpPr>
        <p:spPr>
          <a:xfrm>
            <a:off x="2827891" y="3521903"/>
            <a:ext cx="2783835" cy="447041"/>
          </a:xfrm>
          <a:prstGeom prst="rect">
            <a:avLst/>
          </a:prstGeom>
          <a:noFill/>
          <a:ln>
            <a:noFill/>
          </a:ln>
        </p:spPr>
        <p:txBody>
          <a:bodyPr vert="horz" wrap="square" lIns="0" tIns="0" rIns="0" bIns="0" anchor="t" anchorCtr="0" compatLnSpc="1">
            <a:noAutofit/>
          </a:bodyPr>
          <a:lstStyle/>
          <a:p>
            <a:pPr marL="0" marR="0" lvl="0" indent="0" algn="just"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400" b="0" i="0" u="none" strike="noStrike" kern="1200" cap="none" spc="0" baseline="0">
                <a:solidFill>
                  <a:srgbClr val="000000"/>
                </a:solidFill>
                <a:uFillTx/>
                <a:latin typeface="Arial"/>
              </a:rPr>
              <a:t>2 decades worth of research in Lean Construction</a:t>
            </a:r>
            <a:endParaRPr lang="en-IN" sz="1400" b="0" i="0" u="none" strike="noStrike" kern="1200" cap="none" spc="0" baseline="0">
              <a:solidFill>
                <a:srgbClr val="000000"/>
              </a:solidFill>
              <a:uFillTx/>
              <a:latin typeface="Arial"/>
            </a:endParaRPr>
          </a:p>
        </p:txBody>
      </p:sp>
      <p:sp>
        <p:nvSpPr>
          <p:cNvPr id="10" name="TextBox 11">
            <a:extLst>
              <a:ext uri="{FF2B5EF4-FFF2-40B4-BE49-F238E27FC236}">
                <a16:creationId xmlns:a16="http://schemas.microsoft.com/office/drawing/2014/main" id="{39955319-EDFA-F447-4A5F-D3871E4AC200}"/>
              </a:ext>
            </a:extLst>
          </p:cNvPr>
          <p:cNvSpPr txBox="1"/>
          <p:nvPr/>
        </p:nvSpPr>
        <p:spPr>
          <a:xfrm>
            <a:off x="2827891" y="4252353"/>
            <a:ext cx="2783835" cy="447041"/>
          </a:xfrm>
          <a:prstGeom prst="rect">
            <a:avLst/>
          </a:prstGeom>
          <a:noFill/>
          <a:ln>
            <a:noFill/>
          </a:ln>
        </p:spPr>
        <p:txBody>
          <a:bodyPr vert="horz" wrap="square" lIns="0" tIns="0" rIns="0" bIns="0" anchor="t" anchorCtr="0" compatLnSpc="1">
            <a:noAutofit/>
          </a:bodyPr>
          <a:lstStyle/>
          <a:p>
            <a:pPr marL="0" marR="0" lvl="0" indent="0" algn="just"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400" b="0" i="0" u="none" strike="noStrike" kern="1200" cap="none" spc="0" baseline="0">
                <a:solidFill>
                  <a:srgbClr val="000000"/>
                </a:solidFill>
                <a:uFillTx/>
                <a:latin typeface="Arial"/>
              </a:rPr>
              <a:t>Experienced Production Innovation &amp; Technical Leaders</a:t>
            </a:r>
            <a:endParaRPr lang="en-IN" sz="1400" b="0" i="0" u="none" strike="noStrike" kern="1200" cap="none" spc="0" baseline="0">
              <a:solidFill>
                <a:srgbClr val="000000"/>
              </a:solidFill>
              <a:uFillTx/>
              <a:latin typeface="Arial"/>
            </a:endParaRPr>
          </a:p>
        </p:txBody>
      </p:sp>
      <p:cxnSp>
        <p:nvCxnSpPr>
          <p:cNvPr id="11" name="Connector: Elbow 12">
            <a:extLst>
              <a:ext uri="{FF2B5EF4-FFF2-40B4-BE49-F238E27FC236}">
                <a16:creationId xmlns:a16="http://schemas.microsoft.com/office/drawing/2014/main" id="{469F87D8-CF32-93BD-9BE9-B105D8DA1925}"/>
              </a:ext>
            </a:extLst>
          </p:cNvPr>
          <p:cNvCxnSpPr>
            <a:stCxn id="7" idx="3"/>
            <a:endCxn id="10" idx="1"/>
          </p:cNvCxnSpPr>
          <p:nvPr/>
        </p:nvCxnSpPr>
        <p:spPr>
          <a:xfrm>
            <a:off x="1942304" y="4475873"/>
            <a:ext cx="885587" cy="1"/>
          </a:xfrm>
          <a:prstGeom prst="bentConnector3">
            <a:avLst>
              <a:gd name="adj1" fmla="val 50000"/>
            </a:avLst>
          </a:prstGeom>
          <a:noFill/>
          <a:ln w="12701" cap="rnd">
            <a:solidFill>
              <a:srgbClr val="00A6D6"/>
            </a:solidFill>
            <a:prstDash val="solid"/>
            <a:round/>
            <a:tailEnd type="arrow"/>
          </a:ln>
        </p:spPr>
      </p:cxnSp>
      <p:sp>
        <p:nvSpPr>
          <p:cNvPr id="12" name="TextBox 16">
            <a:extLst>
              <a:ext uri="{FF2B5EF4-FFF2-40B4-BE49-F238E27FC236}">
                <a16:creationId xmlns:a16="http://schemas.microsoft.com/office/drawing/2014/main" id="{7B4F3B75-7EBD-365C-CF78-6A8894D0A313}"/>
              </a:ext>
            </a:extLst>
          </p:cNvPr>
          <p:cNvSpPr txBox="1"/>
          <p:nvPr/>
        </p:nvSpPr>
        <p:spPr>
          <a:xfrm>
            <a:off x="2828915" y="5069205"/>
            <a:ext cx="2783835" cy="447041"/>
          </a:xfrm>
          <a:prstGeom prst="rect">
            <a:avLst/>
          </a:prstGeom>
          <a:noFill/>
          <a:ln>
            <a:noFill/>
          </a:ln>
        </p:spPr>
        <p:txBody>
          <a:bodyPr vert="horz" wrap="square" lIns="0" tIns="0" rIns="0" bIns="0" anchor="t" anchorCtr="0" compatLnSpc="1">
            <a:noAutofit/>
          </a:bodyPr>
          <a:lstStyle/>
          <a:p>
            <a:pPr marL="0" marR="0" lvl="0" indent="0" algn="just"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400" b="0" i="0" u="none" strike="noStrike" kern="1200" cap="none" spc="0" baseline="0">
                <a:solidFill>
                  <a:srgbClr val="000000"/>
                </a:solidFill>
                <a:uFillTx/>
                <a:latin typeface="Arial"/>
              </a:rPr>
              <a:t>Academic &amp; Industry experts on Board Team to guide Roadmap of product</a:t>
            </a:r>
            <a:endParaRPr lang="en-IN" sz="1400" b="0" i="0" u="none" strike="noStrike" kern="1200" cap="none" spc="0" baseline="0">
              <a:solidFill>
                <a:srgbClr val="000000"/>
              </a:solidFill>
              <a:uFillTx/>
              <a:latin typeface="Arial"/>
            </a:endParaRPr>
          </a:p>
        </p:txBody>
      </p:sp>
      <p:cxnSp>
        <p:nvCxnSpPr>
          <p:cNvPr id="13" name="Connector: Elbow 17">
            <a:extLst>
              <a:ext uri="{FF2B5EF4-FFF2-40B4-BE49-F238E27FC236}">
                <a16:creationId xmlns:a16="http://schemas.microsoft.com/office/drawing/2014/main" id="{367EBC6F-0897-6666-0104-D4ED044FF0E4}"/>
              </a:ext>
            </a:extLst>
          </p:cNvPr>
          <p:cNvCxnSpPr>
            <a:stCxn id="7" idx="3"/>
            <a:endCxn id="12" idx="1"/>
          </p:cNvCxnSpPr>
          <p:nvPr/>
        </p:nvCxnSpPr>
        <p:spPr>
          <a:xfrm>
            <a:off x="1942304" y="4475873"/>
            <a:ext cx="886611" cy="816853"/>
          </a:xfrm>
          <a:prstGeom prst="bentConnector3">
            <a:avLst>
              <a:gd name="adj1" fmla="val 50000"/>
            </a:avLst>
          </a:prstGeom>
          <a:noFill/>
          <a:ln w="12701" cap="rnd">
            <a:solidFill>
              <a:srgbClr val="00A6D6"/>
            </a:solidFill>
            <a:prstDash val="solid"/>
            <a:round/>
            <a:tailEnd type="arrow"/>
          </a:ln>
        </p:spPr>
      </p:cxnSp>
      <p:cxnSp>
        <p:nvCxnSpPr>
          <p:cNvPr id="14" name="Straight Connector 33">
            <a:extLst>
              <a:ext uri="{FF2B5EF4-FFF2-40B4-BE49-F238E27FC236}">
                <a16:creationId xmlns:a16="http://schemas.microsoft.com/office/drawing/2014/main" id="{22350E4B-593F-8980-6B00-B9BF9E690115}"/>
              </a:ext>
            </a:extLst>
          </p:cNvPr>
          <p:cNvCxnSpPr>
            <a:stCxn id="15" idx="3"/>
            <a:endCxn id="19" idx="3"/>
          </p:cNvCxnSpPr>
          <p:nvPr/>
        </p:nvCxnSpPr>
        <p:spPr>
          <a:xfrm>
            <a:off x="6663900" y="4500703"/>
            <a:ext cx="4307455" cy="0"/>
          </a:xfrm>
          <a:prstGeom prst="straightConnector1">
            <a:avLst/>
          </a:prstGeom>
          <a:noFill/>
          <a:ln w="12701" cap="rnd">
            <a:solidFill>
              <a:srgbClr val="00A6D6"/>
            </a:solidFill>
            <a:prstDash val="solid"/>
            <a:round/>
          </a:ln>
        </p:spPr>
      </p:cxnSp>
      <p:sp>
        <p:nvSpPr>
          <p:cNvPr id="15" name="Oval 34">
            <a:extLst>
              <a:ext uri="{FF2B5EF4-FFF2-40B4-BE49-F238E27FC236}">
                <a16:creationId xmlns:a16="http://schemas.microsoft.com/office/drawing/2014/main" id="{26904CAF-7478-2C6E-5D97-F145A110A7CA}"/>
              </a:ext>
            </a:extLst>
          </p:cNvPr>
          <p:cNvSpPr/>
          <p:nvPr/>
        </p:nvSpPr>
        <p:spPr>
          <a:xfrm>
            <a:off x="6663900" y="4395456"/>
            <a:ext cx="207111" cy="210494"/>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endParaRPr lang="en-IN" sz="1600" b="0" i="0" u="none" strike="noStrike" kern="1200" cap="none" spc="0" baseline="0">
              <a:solidFill>
                <a:srgbClr val="FFFFFF"/>
              </a:solidFill>
              <a:uFillTx/>
              <a:latin typeface="Arial"/>
            </a:endParaRPr>
          </a:p>
        </p:txBody>
      </p:sp>
      <p:sp>
        <p:nvSpPr>
          <p:cNvPr id="16" name="Oval 35">
            <a:extLst>
              <a:ext uri="{FF2B5EF4-FFF2-40B4-BE49-F238E27FC236}">
                <a16:creationId xmlns:a16="http://schemas.microsoft.com/office/drawing/2014/main" id="{0DDA450D-A60B-9484-49BA-D4804114B54F}"/>
              </a:ext>
            </a:extLst>
          </p:cNvPr>
          <p:cNvSpPr/>
          <p:nvPr/>
        </p:nvSpPr>
        <p:spPr>
          <a:xfrm>
            <a:off x="7881049" y="4395456"/>
            <a:ext cx="207111" cy="210494"/>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endParaRPr lang="en-IN" sz="1600" b="0" i="0" u="none" strike="noStrike" kern="1200" cap="none" spc="0" baseline="0">
              <a:solidFill>
                <a:srgbClr val="FFFFFF"/>
              </a:solidFill>
              <a:uFillTx/>
              <a:latin typeface="Arial"/>
            </a:endParaRPr>
          </a:p>
        </p:txBody>
      </p:sp>
      <p:sp>
        <p:nvSpPr>
          <p:cNvPr id="17" name="Oval 36">
            <a:extLst>
              <a:ext uri="{FF2B5EF4-FFF2-40B4-BE49-F238E27FC236}">
                <a16:creationId xmlns:a16="http://schemas.microsoft.com/office/drawing/2014/main" id="{311003D6-2985-488A-33EF-320F19A73780}"/>
              </a:ext>
            </a:extLst>
          </p:cNvPr>
          <p:cNvSpPr/>
          <p:nvPr/>
        </p:nvSpPr>
        <p:spPr>
          <a:xfrm>
            <a:off x="8911148" y="4395456"/>
            <a:ext cx="207111" cy="210494"/>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endParaRPr lang="en-IN" sz="1600" b="0" i="0" u="none" strike="noStrike" kern="1200" cap="none" spc="0" baseline="0">
              <a:solidFill>
                <a:srgbClr val="FFFFFF"/>
              </a:solidFill>
              <a:uFillTx/>
              <a:latin typeface="Arial"/>
            </a:endParaRPr>
          </a:p>
        </p:txBody>
      </p:sp>
      <p:sp>
        <p:nvSpPr>
          <p:cNvPr id="18" name="Oval 37">
            <a:extLst>
              <a:ext uri="{FF2B5EF4-FFF2-40B4-BE49-F238E27FC236}">
                <a16:creationId xmlns:a16="http://schemas.microsoft.com/office/drawing/2014/main" id="{2D389BFD-7F95-FA6B-023C-D0CEB5B48E2D}"/>
              </a:ext>
            </a:extLst>
          </p:cNvPr>
          <p:cNvSpPr/>
          <p:nvPr/>
        </p:nvSpPr>
        <p:spPr>
          <a:xfrm>
            <a:off x="9941256" y="4395456"/>
            <a:ext cx="207111" cy="210494"/>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endParaRPr lang="en-IN" sz="1600" b="0" i="0" u="none" strike="noStrike" kern="1200" cap="none" spc="0" baseline="0">
              <a:solidFill>
                <a:srgbClr val="FFFFFF"/>
              </a:solidFill>
              <a:uFillTx/>
              <a:latin typeface="Arial"/>
            </a:endParaRPr>
          </a:p>
        </p:txBody>
      </p:sp>
      <p:sp>
        <p:nvSpPr>
          <p:cNvPr id="19" name="Oval 38">
            <a:extLst>
              <a:ext uri="{FF2B5EF4-FFF2-40B4-BE49-F238E27FC236}">
                <a16:creationId xmlns:a16="http://schemas.microsoft.com/office/drawing/2014/main" id="{A49ABE83-D20F-DCCB-F1D5-EC8FDB9EECC8}"/>
              </a:ext>
            </a:extLst>
          </p:cNvPr>
          <p:cNvSpPr/>
          <p:nvPr/>
        </p:nvSpPr>
        <p:spPr>
          <a:xfrm>
            <a:off x="10971355" y="4395456"/>
            <a:ext cx="207111" cy="210494"/>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A6D6"/>
          </a:solidFill>
          <a:ln>
            <a:noFill/>
            <a:prstDash val="solid"/>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endParaRPr lang="en-IN" sz="1600" b="0" i="0" u="none" strike="noStrike" kern="1200" cap="none" spc="0" baseline="0">
              <a:solidFill>
                <a:srgbClr val="FFFFFF"/>
              </a:solidFill>
              <a:uFillTx/>
              <a:latin typeface="Arial"/>
            </a:endParaRPr>
          </a:p>
        </p:txBody>
      </p:sp>
      <p:sp>
        <p:nvSpPr>
          <p:cNvPr id="20" name="TextBox 43">
            <a:extLst>
              <a:ext uri="{FF2B5EF4-FFF2-40B4-BE49-F238E27FC236}">
                <a16:creationId xmlns:a16="http://schemas.microsoft.com/office/drawing/2014/main" id="{B694B3D6-3270-A387-CA80-910CE16795D2}"/>
              </a:ext>
            </a:extLst>
          </p:cNvPr>
          <p:cNvSpPr txBox="1"/>
          <p:nvPr/>
        </p:nvSpPr>
        <p:spPr>
          <a:xfrm>
            <a:off x="6541901" y="4680658"/>
            <a:ext cx="451100" cy="210494"/>
          </a:xfrm>
          <a:prstGeom prst="rect">
            <a:avLst/>
          </a:prstGeom>
          <a:noFill/>
          <a:ln>
            <a:noFill/>
          </a:ln>
        </p:spPr>
        <p:txBody>
          <a:bodyPr vert="horz" wrap="square" lIns="0" tIns="0" rIns="0" bIns="0" anchor="t"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400" b="1" i="0" u="none" strike="noStrike" kern="1200" cap="none" spc="0" baseline="0">
                <a:solidFill>
                  <a:srgbClr val="000000"/>
                </a:solidFill>
                <a:uFillTx/>
                <a:latin typeface="Arial"/>
              </a:rPr>
              <a:t>2009</a:t>
            </a:r>
            <a:endParaRPr lang="en-IN" sz="1400" b="1" i="0" u="none" strike="noStrike" kern="1200" cap="none" spc="0" baseline="0">
              <a:solidFill>
                <a:srgbClr val="000000"/>
              </a:solidFill>
              <a:uFillTx/>
              <a:latin typeface="Arial"/>
            </a:endParaRPr>
          </a:p>
        </p:txBody>
      </p:sp>
      <p:sp>
        <p:nvSpPr>
          <p:cNvPr id="21" name="TextBox 44">
            <a:extLst>
              <a:ext uri="{FF2B5EF4-FFF2-40B4-BE49-F238E27FC236}">
                <a16:creationId xmlns:a16="http://schemas.microsoft.com/office/drawing/2014/main" id="{C38BF9B8-E887-70D3-8356-17773FDE5347}"/>
              </a:ext>
            </a:extLst>
          </p:cNvPr>
          <p:cNvSpPr txBox="1"/>
          <p:nvPr/>
        </p:nvSpPr>
        <p:spPr>
          <a:xfrm>
            <a:off x="7759058" y="4110648"/>
            <a:ext cx="451100" cy="210494"/>
          </a:xfrm>
          <a:prstGeom prst="rect">
            <a:avLst/>
          </a:prstGeom>
          <a:noFill/>
          <a:ln>
            <a:noFill/>
          </a:ln>
        </p:spPr>
        <p:txBody>
          <a:bodyPr vert="horz" wrap="square" lIns="0" tIns="0" rIns="0" bIns="0" anchor="t"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400" b="1" i="0" u="none" strike="noStrike" kern="1200" cap="none" spc="0" baseline="0">
                <a:solidFill>
                  <a:srgbClr val="000000"/>
                </a:solidFill>
                <a:uFillTx/>
                <a:latin typeface="Arial"/>
              </a:rPr>
              <a:t>2013</a:t>
            </a:r>
            <a:endParaRPr lang="en-IN" sz="1400" b="1" i="0" u="none" strike="noStrike" kern="1200" cap="none" spc="0" baseline="0">
              <a:solidFill>
                <a:srgbClr val="000000"/>
              </a:solidFill>
              <a:uFillTx/>
              <a:latin typeface="Arial"/>
            </a:endParaRPr>
          </a:p>
        </p:txBody>
      </p:sp>
      <p:sp>
        <p:nvSpPr>
          <p:cNvPr id="22" name="TextBox 45">
            <a:extLst>
              <a:ext uri="{FF2B5EF4-FFF2-40B4-BE49-F238E27FC236}">
                <a16:creationId xmlns:a16="http://schemas.microsoft.com/office/drawing/2014/main" id="{9F4257B6-7011-A143-6C62-CC33488152C5}"/>
              </a:ext>
            </a:extLst>
          </p:cNvPr>
          <p:cNvSpPr txBox="1"/>
          <p:nvPr/>
        </p:nvSpPr>
        <p:spPr>
          <a:xfrm>
            <a:off x="8787036" y="4654222"/>
            <a:ext cx="451100" cy="210494"/>
          </a:xfrm>
          <a:prstGeom prst="rect">
            <a:avLst/>
          </a:prstGeom>
          <a:noFill/>
          <a:ln>
            <a:noFill/>
          </a:ln>
        </p:spPr>
        <p:txBody>
          <a:bodyPr vert="horz" wrap="square" lIns="0" tIns="0" rIns="0" bIns="0" anchor="t"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400" b="1" i="0" u="none" strike="noStrike" kern="1200" cap="none" spc="0" baseline="0">
                <a:solidFill>
                  <a:srgbClr val="000000"/>
                </a:solidFill>
                <a:uFillTx/>
                <a:latin typeface="Arial"/>
              </a:rPr>
              <a:t>2015</a:t>
            </a:r>
            <a:endParaRPr lang="en-IN" sz="1400" b="1" i="0" u="none" strike="noStrike" kern="1200" cap="none" spc="0" baseline="0">
              <a:solidFill>
                <a:srgbClr val="000000"/>
              </a:solidFill>
              <a:uFillTx/>
              <a:latin typeface="Arial"/>
            </a:endParaRPr>
          </a:p>
        </p:txBody>
      </p:sp>
      <p:sp>
        <p:nvSpPr>
          <p:cNvPr id="23" name="TextBox 46">
            <a:extLst>
              <a:ext uri="{FF2B5EF4-FFF2-40B4-BE49-F238E27FC236}">
                <a16:creationId xmlns:a16="http://schemas.microsoft.com/office/drawing/2014/main" id="{8112E53D-8D60-2A6E-31A9-96BFE174E2BA}"/>
              </a:ext>
            </a:extLst>
          </p:cNvPr>
          <p:cNvSpPr txBox="1"/>
          <p:nvPr/>
        </p:nvSpPr>
        <p:spPr>
          <a:xfrm>
            <a:off x="9798600" y="4110648"/>
            <a:ext cx="451100" cy="210494"/>
          </a:xfrm>
          <a:prstGeom prst="rect">
            <a:avLst/>
          </a:prstGeom>
          <a:noFill/>
          <a:ln>
            <a:noFill/>
          </a:ln>
        </p:spPr>
        <p:txBody>
          <a:bodyPr vert="horz" wrap="square" lIns="0" tIns="0" rIns="0" bIns="0" anchor="t"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400" b="1" i="0" u="none" strike="noStrike" kern="1200" cap="none" spc="0" baseline="0">
                <a:solidFill>
                  <a:srgbClr val="000000"/>
                </a:solidFill>
                <a:uFillTx/>
                <a:latin typeface="Arial"/>
              </a:rPr>
              <a:t>2020</a:t>
            </a:r>
            <a:endParaRPr lang="en-IN" sz="1400" b="1" i="0" u="none" strike="noStrike" kern="1200" cap="none" spc="0" baseline="0">
              <a:solidFill>
                <a:srgbClr val="000000"/>
              </a:solidFill>
              <a:uFillTx/>
              <a:latin typeface="Arial"/>
            </a:endParaRPr>
          </a:p>
        </p:txBody>
      </p:sp>
      <p:sp>
        <p:nvSpPr>
          <p:cNvPr id="24" name="TextBox 47">
            <a:extLst>
              <a:ext uri="{FF2B5EF4-FFF2-40B4-BE49-F238E27FC236}">
                <a16:creationId xmlns:a16="http://schemas.microsoft.com/office/drawing/2014/main" id="{A04B44A5-9D5A-B070-0342-4012029973B6}"/>
              </a:ext>
            </a:extLst>
          </p:cNvPr>
          <p:cNvSpPr txBox="1"/>
          <p:nvPr/>
        </p:nvSpPr>
        <p:spPr>
          <a:xfrm>
            <a:off x="10881222" y="4661117"/>
            <a:ext cx="594478" cy="230035"/>
          </a:xfrm>
          <a:prstGeom prst="rect">
            <a:avLst/>
          </a:prstGeom>
          <a:noFill/>
          <a:ln>
            <a:noFill/>
          </a:ln>
        </p:spPr>
        <p:txBody>
          <a:bodyPr vert="horz" wrap="square" lIns="0" tIns="0" rIns="0" bIns="0" anchor="t"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400" b="1" i="0" u="none" strike="noStrike" kern="1200" cap="none" spc="0" baseline="0">
                <a:solidFill>
                  <a:srgbClr val="000000"/>
                </a:solidFill>
                <a:uFillTx/>
                <a:latin typeface="Arial"/>
              </a:rPr>
              <a:t>2021....</a:t>
            </a:r>
            <a:endParaRPr lang="en-IN" sz="1400" b="1" i="0" u="none" strike="noStrike" kern="1200" cap="none" spc="0" baseline="0">
              <a:solidFill>
                <a:srgbClr val="000000"/>
              </a:solidFill>
              <a:uFillTx/>
              <a:latin typeface="Arial"/>
            </a:endParaRPr>
          </a:p>
        </p:txBody>
      </p:sp>
      <p:cxnSp>
        <p:nvCxnSpPr>
          <p:cNvPr id="25" name="Straight Connector 49">
            <a:extLst>
              <a:ext uri="{FF2B5EF4-FFF2-40B4-BE49-F238E27FC236}">
                <a16:creationId xmlns:a16="http://schemas.microsoft.com/office/drawing/2014/main" id="{278FA86E-CAD8-D295-AB5D-3EEB71A00034}"/>
              </a:ext>
            </a:extLst>
          </p:cNvPr>
          <p:cNvCxnSpPr>
            <a:stCxn id="15" idx="0"/>
            <a:endCxn id="26" idx="2"/>
          </p:cNvCxnSpPr>
          <p:nvPr/>
        </p:nvCxnSpPr>
        <p:spPr>
          <a:xfrm flipH="1" flipV="1">
            <a:off x="6767447" y="3876041"/>
            <a:ext cx="9" cy="519415"/>
          </a:xfrm>
          <a:prstGeom prst="straightConnector1">
            <a:avLst/>
          </a:prstGeom>
          <a:noFill/>
          <a:ln w="12701" cap="rnd">
            <a:solidFill>
              <a:srgbClr val="00A6D6"/>
            </a:solidFill>
            <a:prstDash val="solid"/>
            <a:round/>
          </a:ln>
        </p:spPr>
      </p:cxnSp>
      <p:sp>
        <p:nvSpPr>
          <p:cNvPr id="26" name="TextBox 50">
            <a:extLst>
              <a:ext uri="{FF2B5EF4-FFF2-40B4-BE49-F238E27FC236}">
                <a16:creationId xmlns:a16="http://schemas.microsoft.com/office/drawing/2014/main" id="{4D9ACA07-080F-1F62-3073-F16BA688F3BA}"/>
              </a:ext>
            </a:extLst>
          </p:cNvPr>
          <p:cNvSpPr txBox="1"/>
          <p:nvPr/>
        </p:nvSpPr>
        <p:spPr>
          <a:xfrm>
            <a:off x="6241365" y="3429000"/>
            <a:ext cx="1052163" cy="447041"/>
          </a:xfrm>
          <a:prstGeom prst="rect">
            <a:avLst/>
          </a:prstGeom>
          <a:noFill/>
          <a:ln>
            <a:noFill/>
          </a:ln>
        </p:spPr>
        <p:txBody>
          <a:bodyPr vert="horz" wrap="square" lIns="0" tIns="0" rIns="0" bIns="0" anchor="t"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400" b="0" i="0" u="none" strike="noStrike" kern="1200" cap="none" spc="0" baseline="0">
                <a:solidFill>
                  <a:srgbClr val="000000"/>
                </a:solidFill>
                <a:uFillTx/>
                <a:latin typeface="Arial"/>
              </a:rPr>
              <a:t>Research Seed </a:t>
            </a:r>
            <a:endParaRPr lang="en-IN" sz="1400" b="0" i="0" u="none" strike="noStrike" kern="1200" cap="none" spc="0" baseline="0">
              <a:solidFill>
                <a:srgbClr val="000000"/>
              </a:solidFill>
              <a:uFillTx/>
              <a:latin typeface="Arial"/>
            </a:endParaRPr>
          </a:p>
        </p:txBody>
      </p:sp>
      <p:cxnSp>
        <p:nvCxnSpPr>
          <p:cNvPr id="27" name="Straight Connector 52">
            <a:extLst>
              <a:ext uri="{FF2B5EF4-FFF2-40B4-BE49-F238E27FC236}">
                <a16:creationId xmlns:a16="http://schemas.microsoft.com/office/drawing/2014/main" id="{C74E693E-E25C-260D-F1F4-0A15B08925C5}"/>
              </a:ext>
            </a:extLst>
          </p:cNvPr>
          <p:cNvCxnSpPr>
            <a:stCxn id="28" idx="0"/>
            <a:endCxn id="16" idx="2"/>
          </p:cNvCxnSpPr>
          <p:nvPr/>
        </p:nvCxnSpPr>
        <p:spPr>
          <a:xfrm flipV="1">
            <a:off x="7984605" y="4605950"/>
            <a:ext cx="0" cy="533087"/>
          </a:xfrm>
          <a:prstGeom prst="straightConnector1">
            <a:avLst/>
          </a:prstGeom>
          <a:noFill/>
          <a:ln w="12701" cap="rnd">
            <a:solidFill>
              <a:srgbClr val="00A6D6"/>
            </a:solidFill>
            <a:prstDash val="solid"/>
            <a:round/>
          </a:ln>
        </p:spPr>
      </p:cxnSp>
      <p:sp>
        <p:nvSpPr>
          <p:cNvPr id="28" name="TextBox 53">
            <a:extLst>
              <a:ext uri="{FF2B5EF4-FFF2-40B4-BE49-F238E27FC236}">
                <a16:creationId xmlns:a16="http://schemas.microsoft.com/office/drawing/2014/main" id="{1D81EFA5-FD11-75DA-A2EB-D2070E60077F}"/>
              </a:ext>
            </a:extLst>
          </p:cNvPr>
          <p:cNvSpPr txBox="1"/>
          <p:nvPr/>
        </p:nvSpPr>
        <p:spPr>
          <a:xfrm>
            <a:off x="7458523" y="5139037"/>
            <a:ext cx="1052163" cy="307375"/>
          </a:xfrm>
          <a:prstGeom prst="rect">
            <a:avLst/>
          </a:prstGeom>
          <a:noFill/>
          <a:ln>
            <a:noFill/>
          </a:ln>
        </p:spPr>
        <p:txBody>
          <a:bodyPr vert="horz" wrap="square" lIns="0" tIns="0" rIns="0" bIns="0" anchor="t"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400" b="0" i="0" u="none" strike="noStrike" kern="1200" cap="none" spc="0" baseline="0">
                <a:solidFill>
                  <a:srgbClr val="000000"/>
                </a:solidFill>
                <a:uFillTx/>
                <a:latin typeface="Arial"/>
              </a:rPr>
              <a:t>Pilot Research Projects</a:t>
            </a:r>
            <a:endParaRPr lang="en-IN" sz="1400" b="0" i="0" u="none" strike="noStrike" kern="1200" cap="none" spc="0" baseline="0">
              <a:solidFill>
                <a:srgbClr val="000000"/>
              </a:solidFill>
              <a:uFillTx/>
              <a:latin typeface="Arial"/>
            </a:endParaRPr>
          </a:p>
        </p:txBody>
      </p:sp>
      <p:sp>
        <p:nvSpPr>
          <p:cNvPr id="29" name="TextBox 60">
            <a:extLst>
              <a:ext uri="{FF2B5EF4-FFF2-40B4-BE49-F238E27FC236}">
                <a16:creationId xmlns:a16="http://schemas.microsoft.com/office/drawing/2014/main" id="{84530997-5F4F-5850-D6B2-DC587B8DC270}"/>
              </a:ext>
            </a:extLst>
          </p:cNvPr>
          <p:cNvSpPr txBox="1"/>
          <p:nvPr/>
        </p:nvSpPr>
        <p:spPr>
          <a:xfrm>
            <a:off x="9279651" y="5133734"/>
            <a:ext cx="1530303" cy="307375"/>
          </a:xfrm>
          <a:prstGeom prst="rect">
            <a:avLst/>
          </a:prstGeom>
          <a:noFill/>
          <a:ln>
            <a:noFill/>
          </a:ln>
        </p:spPr>
        <p:txBody>
          <a:bodyPr vert="horz" wrap="square" lIns="0" tIns="0" rIns="0" bIns="0" anchor="t"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400" b="0" i="0" u="none" strike="noStrike" kern="1200" cap="none" spc="0" baseline="0">
                <a:solidFill>
                  <a:srgbClr val="000000"/>
                </a:solidFill>
                <a:uFillTx/>
                <a:latin typeface="Arial"/>
              </a:rPr>
              <a:t>Innovation of The Year in ConTech Category </a:t>
            </a:r>
            <a:endParaRPr lang="en-IN" sz="1400" b="0" i="0" u="none" strike="noStrike" kern="1200" cap="none" spc="0" baseline="0">
              <a:solidFill>
                <a:srgbClr val="000000"/>
              </a:solidFill>
              <a:uFillTx/>
              <a:latin typeface="Arial"/>
            </a:endParaRPr>
          </a:p>
        </p:txBody>
      </p:sp>
      <p:cxnSp>
        <p:nvCxnSpPr>
          <p:cNvPr id="30" name="Straight Connector 61">
            <a:extLst>
              <a:ext uri="{FF2B5EF4-FFF2-40B4-BE49-F238E27FC236}">
                <a16:creationId xmlns:a16="http://schemas.microsoft.com/office/drawing/2014/main" id="{F5B5155D-67C0-28E5-4206-AD2B568EA526}"/>
              </a:ext>
            </a:extLst>
          </p:cNvPr>
          <p:cNvCxnSpPr>
            <a:stCxn id="29" idx="0"/>
            <a:endCxn id="18" idx="2"/>
          </p:cNvCxnSpPr>
          <p:nvPr/>
        </p:nvCxnSpPr>
        <p:spPr>
          <a:xfrm flipV="1">
            <a:off x="10044803" y="4605950"/>
            <a:ext cx="9" cy="527784"/>
          </a:xfrm>
          <a:prstGeom prst="straightConnector1">
            <a:avLst/>
          </a:prstGeom>
          <a:noFill/>
          <a:ln w="12701" cap="rnd">
            <a:solidFill>
              <a:srgbClr val="00A6D6"/>
            </a:solidFill>
            <a:prstDash val="solid"/>
            <a:round/>
          </a:ln>
        </p:spPr>
      </p:cxnSp>
      <p:cxnSp>
        <p:nvCxnSpPr>
          <p:cNvPr id="31" name="Straight Connector 65">
            <a:extLst>
              <a:ext uri="{FF2B5EF4-FFF2-40B4-BE49-F238E27FC236}">
                <a16:creationId xmlns:a16="http://schemas.microsoft.com/office/drawing/2014/main" id="{E1023FB0-EDFE-4880-505F-B2C8F8EBF7DB}"/>
              </a:ext>
            </a:extLst>
          </p:cNvPr>
          <p:cNvCxnSpPr>
            <a:stCxn id="17" idx="0"/>
            <a:endCxn id="32" idx="2"/>
          </p:cNvCxnSpPr>
          <p:nvPr/>
        </p:nvCxnSpPr>
        <p:spPr>
          <a:xfrm flipV="1">
            <a:off x="9014704" y="3876040"/>
            <a:ext cx="10506" cy="519416"/>
          </a:xfrm>
          <a:prstGeom prst="straightConnector1">
            <a:avLst/>
          </a:prstGeom>
          <a:noFill/>
          <a:ln w="12701" cap="rnd">
            <a:solidFill>
              <a:srgbClr val="00A6D6"/>
            </a:solidFill>
            <a:prstDash val="solid"/>
            <a:round/>
          </a:ln>
        </p:spPr>
      </p:cxnSp>
      <p:sp>
        <p:nvSpPr>
          <p:cNvPr id="32" name="TextBox 66">
            <a:extLst>
              <a:ext uri="{FF2B5EF4-FFF2-40B4-BE49-F238E27FC236}">
                <a16:creationId xmlns:a16="http://schemas.microsoft.com/office/drawing/2014/main" id="{1EFA04E1-F841-1DD5-1333-7AE36D9FEE33}"/>
              </a:ext>
            </a:extLst>
          </p:cNvPr>
          <p:cNvSpPr txBox="1"/>
          <p:nvPr/>
        </p:nvSpPr>
        <p:spPr>
          <a:xfrm>
            <a:off x="8499128" y="3379393"/>
            <a:ext cx="1052163" cy="496647"/>
          </a:xfrm>
          <a:prstGeom prst="rect">
            <a:avLst/>
          </a:prstGeom>
          <a:noFill/>
          <a:ln>
            <a:noFill/>
          </a:ln>
        </p:spPr>
        <p:txBody>
          <a:bodyPr vert="horz" wrap="square" lIns="0" tIns="0" rIns="0" bIns="0" anchor="t"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400" b="0" i="0" u="none" strike="noStrike" kern="1200" cap="none" spc="0" baseline="0">
                <a:solidFill>
                  <a:srgbClr val="000000"/>
                </a:solidFill>
                <a:uFillTx/>
                <a:latin typeface="Arial"/>
              </a:rPr>
              <a:t> Founded as Company</a:t>
            </a:r>
            <a:endParaRPr lang="en-IN" sz="1400" b="0" i="0" u="none" strike="noStrike" kern="1200" cap="none" spc="0" baseline="0">
              <a:solidFill>
                <a:srgbClr val="000000"/>
              </a:solidFill>
              <a:uFillTx/>
              <a:latin typeface="Arial"/>
            </a:endParaRPr>
          </a:p>
        </p:txBody>
      </p:sp>
      <p:cxnSp>
        <p:nvCxnSpPr>
          <p:cNvPr id="33" name="Straight Connector 77">
            <a:extLst>
              <a:ext uri="{FF2B5EF4-FFF2-40B4-BE49-F238E27FC236}">
                <a16:creationId xmlns:a16="http://schemas.microsoft.com/office/drawing/2014/main" id="{E255781E-9D46-5BC6-B052-B2076173614E}"/>
              </a:ext>
            </a:extLst>
          </p:cNvPr>
          <p:cNvCxnSpPr>
            <a:stCxn id="19" idx="0"/>
            <a:endCxn id="34" idx="2"/>
          </p:cNvCxnSpPr>
          <p:nvPr/>
        </p:nvCxnSpPr>
        <p:spPr>
          <a:xfrm flipV="1">
            <a:off x="11074911" y="3841705"/>
            <a:ext cx="164" cy="553751"/>
          </a:xfrm>
          <a:prstGeom prst="straightConnector1">
            <a:avLst/>
          </a:prstGeom>
          <a:noFill/>
          <a:ln w="12701" cap="rnd">
            <a:solidFill>
              <a:srgbClr val="00A6D6"/>
            </a:solidFill>
            <a:prstDash val="solid"/>
            <a:round/>
          </a:ln>
        </p:spPr>
      </p:cxnSp>
      <p:sp>
        <p:nvSpPr>
          <p:cNvPr id="34" name="TextBox 78">
            <a:extLst>
              <a:ext uri="{FF2B5EF4-FFF2-40B4-BE49-F238E27FC236}">
                <a16:creationId xmlns:a16="http://schemas.microsoft.com/office/drawing/2014/main" id="{D1351458-8DC7-26B4-B562-E240576DF5A2}"/>
              </a:ext>
            </a:extLst>
          </p:cNvPr>
          <p:cNvSpPr txBox="1"/>
          <p:nvPr/>
        </p:nvSpPr>
        <p:spPr>
          <a:xfrm>
            <a:off x="10453448" y="3394664"/>
            <a:ext cx="1243254" cy="447041"/>
          </a:xfrm>
          <a:prstGeom prst="rect">
            <a:avLst/>
          </a:prstGeom>
          <a:noFill/>
          <a:ln>
            <a:noFill/>
          </a:ln>
        </p:spPr>
        <p:txBody>
          <a:bodyPr vert="horz" wrap="square" lIns="0" tIns="0" rIns="0" bIns="0" anchor="t"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400" b="0" i="0" u="none" strike="noStrike" kern="1200" cap="none" spc="0" baseline="0">
                <a:solidFill>
                  <a:srgbClr val="000000"/>
                </a:solidFill>
                <a:uFillTx/>
                <a:latin typeface="Arial"/>
              </a:rPr>
              <a:t>Presence in 20+ countries</a:t>
            </a:r>
            <a:endParaRPr lang="en-IN" sz="1400" b="0" i="0" u="none" strike="noStrike" kern="1200" cap="none" spc="0" baseline="0">
              <a:solidFill>
                <a:srgbClr val="000000"/>
              </a:solidFill>
              <a:uFillTx/>
              <a:latin typeface="Arial"/>
            </a:endParaRPr>
          </a:p>
        </p:txBody>
      </p:sp>
      <p:sp>
        <p:nvSpPr>
          <p:cNvPr id="35" name="TextBox 2">
            <a:extLst>
              <a:ext uri="{FF2B5EF4-FFF2-40B4-BE49-F238E27FC236}">
                <a16:creationId xmlns:a16="http://schemas.microsoft.com/office/drawing/2014/main" id="{A7B764DC-2D86-880D-50EC-20012B336AB7}"/>
              </a:ext>
            </a:extLst>
          </p:cNvPr>
          <p:cNvSpPr txBox="1"/>
          <p:nvPr/>
        </p:nvSpPr>
        <p:spPr>
          <a:xfrm>
            <a:off x="6543793" y="5826867"/>
            <a:ext cx="4584701" cy="230831"/>
          </a:xfrm>
          <a:prstGeom prst="rect">
            <a:avLst/>
          </a:prstGeom>
          <a:noFill/>
          <a:ln>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900" b="0" i="1" u="none" strike="noStrike" kern="1200" cap="none" spc="0" baseline="0">
                <a:solidFill>
                  <a:srgbClr val="000000"/>
                </a:solidFill>
                <a:uFillTx/>
                <a:latin typeface="Arial"/>
              </a:rPr>
              <a:t>Source – Lean Company Website</a:t>
            </a:r>
          </a:p>
        </p:txBody>
      </p:sp>
      <p:sp>
        <p:nvSpPr>
          <p:cNvPr id="36" name="TextBox 5">
            <a:extLst>
              <a:ext uri="{FF2B5EF4-FFF2-40B4-BE49-F238E27FC236}">
                <a16:creationId xmlns:a16="http://schemas.microsoft.com/office/drawing/2014/main" id="{72816E7E-3921-95C9-1ABD-9AC16D50AF9F}"/>
              </a:ext>
            </a:extLst>
          </p:cNvPr>
          <p:cNvSpPr txBox="1"/>
          <p:nvPr/>
        </p:nvSpPr>
        <p:spPr>
          <a:xfrm>
            <a:off x="718663" y="5836167"/>
            <a:ext cx="4584701" cy="230831"/>
          </a:xfrm>
          <a:prstGeom prst="rect">
            <a:avLst/>
          </a:prstGeom>
          <a:noFill/>
          <a:ln>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900" b="0" i="1" u="none" strike="noStrike" kern="1200" cap="none" spc="0" baseline="0">
                <a:solidFill>
                  <a:srgbClr val="000000"/>
                </a:solidFill>
                <a:uFillTx/>
                <a:latin typeface="Arial"/>
              </a:rPr>
              <a:t>Source – Lean Company Website</a:t>
            </a:r>
          </a:p>
        </p:txBody>
      </p:sp>
    </p:spTree>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99">
    <p:spTree>
      <p:nvGrpSpPr>
        <p:cNvPr id="1" name=""/>
        <p:cNvGrpSpPr/>
        <p:nvPr/>
      </p:nvGrpSpPr>
      <p:grpSpPr>
        <a:xfrm>
          <a:off x="0" y="0"/>
          <a:ext cx="0" cy="0"/>
          <a:chOff x="0" y="0"/>
          <a:chExt cx="0" cy="0"/>
        </a:xfrm>
      </p:grpSpPr>
      <p:sp>
        <p:nvSpPr>
          <p:cNvPr id="2" name="Tijdelijke aanduiding voor datum 4">
            <a:extLst>
              <a:ext uri="{FF2B5EF4-FFF2-40B4-BE49-F238E27FC236}">
                <a16:creationId xmlns:a16="http://schemas.microsoft.com/office/drawing/2014/main" id="{93419720-7F8F-F449-5441-59296B65F701}"/>
              </a:ext>
            </a:extLst>
          </p:cNvPr>
          <p:cNvSpPr txBox="1">
            <a:spLocks noGrp="1"/>
          </p:cNvSpPr>
          <p:nvPr>
            <p:ph type="dt" sz="quarter" idx="7"/>
          </p:nvPr>
        </p:nvSpPr>
        <p:spPr>
          <a:xfrm>
            <a:off x="10146566" y="6405664"/>
            <a:ext cx="766230" cy="184663"/>
          </a:xfrm>
          <a:prstGeom prst="rect">
            <a:avLst/>
          </a:prstGeom>
          <a:noFill/>
          <a:ln>
            <a:noFill/>
          </a:ln>
        </p:spPr>
        <p:txBody>
          <a:bodyPr vert="horz" wrap="none" lIns="0" tIns="0" rIns="0" bIns="0" anchor="ctr" anchorCtr="0" compatLnSpc="1">
            <a:spAutoFit/>
          </a:bodyPr>
          <a:lstStyle/>
          <a:p>
            <a:pPr lvl="0" algn="r"/>
            <a:fld id="{96D4F128-1707-402E-B4D8-7B6979083EF6}" type="datetime1">
              <a:rPr lang="nl-NL" sz="1200">
                <a:solidFill>
                  <a:srgbClr val="000000"/>
                </a:solidFill>
                <a:latin typeface="Arial"/>
                <a:cs typeface="Segoe UI Light" pitchFamily="34"/>
              </a:rPr>
              <a:pPr lvl="0" algn="r"/>
              <a:t>22-10-2025</a:t>
            </a:fld>
            <a:endParaRPr lang="en-GB" sz="1200">
              <a:solidFill>
                <a:srgbClr val="000000"/>
              </a:solidFill>
              <a:latin typeface="Arial"/>
              <a:cs typeface="Segoe UI Light" pitchFamily="34"/>
            </a:endParaRPr>
          </a:p>
        </p:txBody>
      </p:sp>
      <p:sp>
        <p:nvSpPr>
          <p:cNvPr id="3" name="Titel 8">
            <a:extLst>
              <a:ext uri="{FF2B5EF4-FFF2-40B4-BE49-F238E27FC236}">
                <a16:creationId xmlns:a16="http://schemas.microsoft.com/office/drawing/2014/main" id="{85463DBF-261C-4C17-5D09-5C5879C43943}"/>
              </a:ext>
            </a:extLst>
          </p:cNvPr>
          <p:cNvSpPr txBox="1">
            <a:spLocks noGrp="1"/>
          </p:cNvSpPr>
          <p:nvPr>
            <p:ph type="title"/>
          </p:nvPr>
        </p:nvSpPr>
        <p:spPr>
          <a:xfrm>
            <a:off x="718663" y="686165"/>
            <a:ext cx="10752612" cy="323404"/>
          </a:xfrm>
          <a:prstGeom prst="rect">
            <a:avLst/>
          </a:prstGeom>
          <a:noFill/>
          <a:ln>
            <a:noFill/>
          </a:ln>
        </p:spPr>
        <p:txBody>
          <a:bodyPr vert="horz" wrap="square" lIns="0" tIns="0" rIns="0" bIns="378003" anchor="t" anchorCtr="0" compatLnSpc="1">
            <a:noAutofit/>
          </a:bodyPr>
          <a:lstStyle/>
          <a:p>
            <a:pPr lvl="0"/>
            <a:r>
              <a:rPr lang="en-GB" u="sng"/>
              <a:t>Mission</a:t>
            </a:r>
          </a:p>
        </p:txBody>
      </p:sp>
      <p:sp>
        <p:nvSpPr>
          <p:cNvPr id="4" name="Tijdelijke aanduiding voor dianummer 102">
            <a:extLst>
              <a:ext uri="{FF2B5EF4-FFF2-40B4-BE49-F238E27FC236}">
                <a16:creationId xmlns:a16="http://schemas.microsoft.com/office/drawing/2014/main" id="{9B3C9FAF-70F4-8C92-5467-B030CF870682}"/>
              </a:ext>
            </a:extLst>
          </p:cNvPr>
          <p:cNvSpPr txBox="1">
            <a:spLocks noGrp="1"/>
          </p:cNvSpPr>
          <p:nvPr>
            <p:ph type="sldNum" sz="quarter" idx="8"/>
          </p:nvPr>
        </p:nvSpPr>
        <p:spPr>
          <a:xfrm>
            <a:off x="11178466" y="6405664"/>
            <a:ext cx="291300" cy="184663"/>
          </a:xfrm>
          <a:prstGeom prst="rect">
            <a:avLst/>
          </a:prstGeom>
          <a:noFill/>
          <a:ln>
            <a:noFill/>
          </a:ln>
        </p:spPr>
        <p:txBody>
          <a:bodyPr vert="horz" wrap="none" lIns="0" tIns="0" rIns="0" bIns="0" anchor="ctr" anchorCtr="0" compatLnSpc="1">
            <a:spAutoFit/>
          </a:bodyPr>
          <a:lstStyle/>
          <a:p>
            <a:pPr lvl="0" algn="r"/>
            <a:fld id="{43530192-67BD-4F54-BD6E-91B596413FD0}" type="slidenum">
              <a:t>6</a:t>
            </a:fld>
            <a:endParaRPr lang="en-GB" sz="1200" b="1">
              <a:solidFill>
                <a:srgbClr val="000000"/>
              </a:solidFill>
              <a:latin typeface="Arial"/>
              <a:cs typeface="Segoe UI Light" pitchFamily="34"/>
            </a:endParaRPr>
          </a:p>
        </p:txBody>
      </p:sp>
      <p:cxnSp>
        <p:nvCxnSpPr>
          <p:cNvPr id="5" name="Straight Connector 83">
            <a:extLst>
              <a:ext uri="{FF2B5EF4-FFF2-40B4-BE49-F238E27FC236}">
                <a16:creationId xmlns:a16="http://schemas.microsoft.com/office/drawing/2014/main" id="{BE353E65-D330-36FA-72E8-7ED47C9BD146}"/>
              </a:ext>
            </a:extLst>
          </p:cNvPr>
          <p:cNvCxnSpPr/>
          <p:nvPr/>
        </p:nvCxnSpPr>
        <p:spPr>
          <a:xfrm>
            <a:off x="0" y="6139546"/>
            <a:ext cx="12191996" cy="0"/>
          </a:xfrm>
          <a:prstGeom prst="straightConnector1">
            <a:avLst/>
          </a:prstGeom>
          <a:noFill/>
          <a:ln w="28575" cap="rnd">
            <a:solidFill>
              <a:srgbClr val="00A6D6"/>
            </a:solidFill>
            <a:prstDash val="solid"/>
            <a:round/>
          </a:ln>
        </p:spPr>
      </p:cxnSp>
      <p:grpSp>
        <p:nvGrpSpPr>
          <p:cNvPr id="6" name="Group 20">
            <a:extLst>
              <a:ext uri="{FF2B5EF4-FFF2-40B4-BE49-F238E27FC236}">
                <a16:creationId xmlns:a16="http://schemas.microsoft.com/office/drawing/2014/main" id="{6A771BCD-705B-E555-066B-0CF56EC47BC2}"/>
              </a:ext>
            </a:extLst>
          </p:cNvPr>
          <p:cNvGrpSpPr/>
          <p:nvPr/>
        </p:nvGrpSpPr>
        <p:grpSpPr>
          <a:xfrm>
            <a:off x="800164" y="2826931"/>
            <a:ext cx="2783835" cy="802514"/>
            <a:chOff x="800164" y="2826931"/>
            <a:chExt cx="2783835" cy="802514"/>
          </a:xfrm>
        </p:grpSpPr>
        <p:pic>
          <p:nvPicPr>
            <p:cNvPr id="7" name="Picture 5" descr="A blue puzzle pieces with a gear and arrow&#10;&#10;AI-generated content may be incorrect.">
              <a:extLst>
                <a:ext uri="{FF2B5EF4-FFF2-40B4-BE49-F238E27FC236}">
                  <a16:creationId xmlns:a16="http://schemas.microsoft.com/office/drawing/2014/main" id="{FB872106-1226-0C8B-8128-57C441D8A18C}"/>
                </a:ext>
              </a:extLst>
            </p:cNvPr>
            <p:cNvPicPr>
              <a:picLocks noChangeAspect="1"/>
            </p:cNvPicPr>
            <p:nvPr/>
          </p:nvPicPr>
          <p:blipFill>
            <a:blip r:embed="rId2"/>
            <a:stretch>
              <a:fillRect/>
            </a:stretch>
          </p:blipFill>
          <p:spPr>
            <a:xfrm>
              <a:off x="1845432" y="2826931"/>
              <a:ext cx="444800" cy="444800"/>
            </a:xfrm>
            <a:prstGeom prst="rect">
              <a:avLst/>
            </a:prstGeom>
            <a:noFill/>
            <a:ln>
              <a:noFill/>
            </a:ln>
          </p:spPr>
        </p:pic>
        <p:sp>
          <p:nvSpPr>
            <p:cNvPr id="8" name="TextBox 6">
              <a:extLst>
                <a:ext uri="{FF2B5EF4-FFF2-40B4-BE49-F238E27FC236}">
                  <a16:creationId xmlns:a16="http://schemas.microsoft.com/office/drawing/2014/main" id="{C852FFEE-F1A3-D702-DD96-3FB5C2F386E4}"/>
                </a:ext>
              </a:extLst>
            </p:cNvPr>
            <p:cNvSpPr txBox="1"/>
            <p:nvPr/>
          </p:nvSpPr>
          <p:spPr>
            <a:xfrm>
              <a:off x="800164" y="3306031"/>
              <a:ext cx="2783835" cy="323414"/>
            </a:xfrm>
            <a:prstGeom prst="rect">
              <a:avLst/>
            </a:prstGeom>
            <a:noFill/>
            <a:ln>
              <a:noFill/>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600" b="0" i="0" u="none" strike="noStrike" kern="1200" cap="none" spc="0" baseline="0">
                  <a:solidFill>
                    <a:srgbClr val="000000"/>
                  </a:solidFill>
                  <a:uFillTx/>
                  <a:latin typeface="Arial"/>
                </a:rPr>
                <a:t>Integrated Project Delivery </a:t>
              </a:r>
              <a:endParaRPr lang="en-IN" sz="1600" b="0" i="0" u="none" strike="noStrike" kern="1200" cap="none" spc="0" baseline="0">
                <a:solidFill>
                  <a:srgbClr val="000000"/>
                </a:solidFill>
                <a:uFillTx/>
                <a:latin typeface="Arial"/>
              </a:endParaRPr>
            </a:p>
          </p:txBody>
        </p:sp>
      </p:grpSp>
      <p:sp>
        <p:nvSpPr>
          <p:cNvPr id="9" name="TextBox 11">
            <a:extLst>
              <a:ext uri="{FF2B5EF4-FFF2-40B4-BE49-F238E27FC236}">
                <a16:creationId xmlns:a16="http://schemas.microsoft.com/office/drawing/2014/main" id="{598CEBDF-0552-73BA-6492-91FD54EBF49B}"/>
              </a:ext>
            </a:extLst>
          </p:cNvPr>
          <p:cNvSpPr txBox="1"/>
          <p:nvPr/>
        </p:nvSpPr>
        <p:spPr>
          <a:xfrm>
            <a:off x="1363525" y="-727743"/>
            <a:ext cx="8964594" cy="369335"/>
          </a:xfrm>
          <a:prstGeom prst="rect">
            <a:avLst/>
          </a:prstGeom>
          <a:noFill/>
          <a:ln>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1800" b="0" i="0" u="none" strike="noStrike" kern="1200" cap="none" spc="0" baseline="0">
                <a:solidFill>
                  <a:srgbClr val="000000"/>
                </a:solidFill>
                <a:uFillTx/>
                <a:latin typeface="Arial"/>
              </a:rPr>
              <a:t>#00A6D6</a:t>
            </a:r>
          </a:p>
        </p:txBody>
      </p:sp>
      <p:grpSp>
        <p:nvGrpSpPr>
          <p:cNvPr id="10" name="Group 21">
            <a:extLst>
              <a:ext uri="{FF2B5EF4-FFF2-40B4-BE49-F238E27FC236}">
                <a16:creationId xmlns:a16="http://schemas.microsoft.com/office/drawing/2014/main" id="{C7A42DB1-A6AB-8C82-1838-D0C1A477FBA1}"/>
              </a:ext>
            </a:extLst>
          </p:cNvPr>
          <p:cNvGrpSpPr/>
          <p:nvPr/>
        </p:nvGrpSpPr>
        <p:grpSpPr>
          <a:xfrm>
            <a:off x="607006" y="3826471"/>
            <a:ext cx="2912610" cy="932166"/>
            <a:chOff x="607006" y="3826471"/>
            <a:chExt cx="2912610" cy="932166"/>
          </a:xfrm>
        </p:grpSpPr>
        <p:pic>
          <p:nvPicPr>
            <p:cNvPr id="11" name="Picture 13" descr="A blue line drawing of a gear and arrows&#10;&#10;AI-generated content may be incorrect.">
              <a:extLst>
                <a:ext uri="{FF2B5EF4-FFF2-40B4-BE49-F238E27FC236}">
                  <a16:creationId xmlns:a16="http://schemas.microsoft.com/office/drawing/2014/main" id="{95680B45-7C24-08EE-0695-56CD1D098803}"/>
                </a:ext>
              </a:extLst>
            </p:cNvPr>
            <p:cNvPicPr>
              <a:picLocks noChangeAspect="1"/>
            </p:cNvPicPr>
            <p:nvPr/>
          </p:nvPicPr>
          <p:blipFill>
            <a:blip r:embed="rId3"/>
            <a:stretch>
              <a:fillRect/>
            </a:stretch>
          </p:blipFill>
          <p:spPr>
            <a:xfrm>
              <a:off x="1704295" y="3826471"/>
              <a:ext cx="589257" cy="589257"/>
            </a:xfrm>
            <a:prstGeom prst="rect">
              <a:avLst/>
            </a:prstGeom>
            <a:noFill/>
            <a:ln>
              <a:noFill/>
            </a:ln>
          </p:spPr>
        </p:pic>
        <p:sp>
          <p:nvSpPr>
            <p:cNvPr id="12" name="TextBox 16">
              <a:extLst>
                <a:ext uri="{FF2B5EF4-FFF2-40B4-BE49-F238E27FC236}">
                  <a16:creationId xmlns:a16="http://schemas.microsoft.com/office/drawing/2014/main" id="{B637DC48-F1AC-C71C-D942-3A7A07112F15}"/>
                </a:ext>
              </a:extLst>
            </p:cNvPr>
            <p:cNvSpPr txBox="1"/>
            <p:nvPr/>
          </p:nvSpPr>
          <p:spPr>
            <a:xfrm>
              <a:off x="607006" y="4395996"/>
              <a:ext cx="2912610" cy="362641"/>
            </a:xfrm>
            <a:prstGeom prst="rect">
              <a:avLst/>
            </a:prstGeom>
            <a:noFill/>
            <a:ln>
              <a:noFill/>
            </a:ln>
          </p:spPr>
          <p:txBody>
            <a:bodyPr vert="horz" wrap="square" lIns="0" tIns="0" rIns="0" bIns="0" anchor="t"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600" b="0" i="0" u="none" strike="noStrike" kern="1200" cap="none" spc="0" baseline="0">
                  <a:solidFill>
                    <a:srgbClr val="000000"/>
                  </a:solidFill>
                  <a:uFillTx/>
                  <a:latin typeface="Arial"/>
                </a:rPr>
                <a:t>Lean Methods – LPS &amp; TAKT</a:t>
              </a:r>
              <a:endParaRPr lang="en-IN" sz="1600" b="0" i="0" u="none" strike="noStrike" kern="1200" cap="none" spc="0" baseline="0">
                <a:solidFill>
                  <a:srgbClr val="000000"/>
                </a:solidFill>
                <a:uFillTx/>
                <a:latin typeface="Arial"/>
              </a:endParaRPr>
            </a:p>
          </p:txBody>
        </p:sp>
      </p:grpSp>
      <p:grpSp>
        <p:nvGrpSpPr>
          <p:cNvPr id="13" name="Group 22">
            <a:extLst>
              <a:ext uri="{FF2B5EF4-FFF2-40B4-BE49-F238E27FC236}">
                <a16:creationId xmlns:a16="http://schemas.microsoft.com/office/drawing/2014/main" id="{906EDB8A-97D8-C97D-1D15-3E1A540FDAC8}"/>
              </a:ext>
            </a:extLst>
          </p:cNvPr>
          <p:cNvGrpSpPr/>
          <p:nvPr/>
        </p:nvGrpSpPr>
        <p:grpSpPr>
          <a:xfrm>
            <a:off x="777020" y="5060033"/>
            <a:ext cx="2581634" cy="808384"/>
            <a:chOff x="777020" y="5060033"/>
            <a:chExt cx="2581634" cy="808384"/>
          </a:xfrm>
        </p:grpSpPr>
        <p:pic>
          <p:nvPicPr>
            <p:cNvPr id="14" name="Picture 15" descr="A blue line drawing of a person with a gear and check marks&#10;&#10;AI-generated content may be incorrect.">
              <a:extLst>
                <a:ext uri="{FF2B5EF4-FFF2-40B4-BE49-F238E27FC236}">
                  <a16:creationId xmlns:a16="http://schemas.microsoft.com/office/drawing/2014/main" id="{05C098D9-FDFF-E3A9-083F-406A2B28A5F1}"/>
                </a:ext>
              </a:extLst>
            </p:cNvPr>
            <p:cNvPicPr>
              <a:picLocks noChangeAspect="1"/>
            </p:cNvPicPr>
            <p:nvPr/>
          </p:nvPicPr>
          <p:blipFill>
            <a:blip r:embed="rId4"/>
            <a:stretch>
              <a:fillRect/>
            </a:stretch>
          </p:blipFill>
          <p:spPr>
            <a:xfrm>
              <a:off x="1820817" y="5060033"/>
              <a:ext cx="484979" cy="484979"/>
            </a:xfrm>
            <a:prstGeom prst="rect">
              <a:avLst/>
            </a:prstGeom>
            <a:noFill/>
            <a:ln>
              <a:noFill/>
            </a:ln>
          </p:spPr>
        </p:pic>
        <p:sp>
          <p:nvSpPr>
            <p:cNvPr id="15" name="TextBox 17">
              <a:extLst>
                <a:ext uri="{FF2B5EF4-FFF2-40B4-BE49-F238E27FC236}">
                  <a16:creationId xmlns:a16="http://schemas.microsoft.com/office/drawing/2014/main" id="{A6E2E4B7-3C1F-33AA-08C7-E42D27B9F884}"/>
                </a:ext>
              </a:extLst>
            </p:cNvPr>
            <p:cNvSpPr txBox="1"/>
            <p:nvPr/>
          </p:nvSpPr>
          <p:spPr>
            <a:xfrm>
              <a:off x="777020" y="5545013"/>
              <a:ext cx="2581634" cy="323404"/>
            </a:xfrm>
            <a:prstGeom prst="rect">
              <a:avLst/>
            </a:prstGeom>
            <a:noFill/>
            <a:ln>
              <a:noFill/>
            </a:ln>
          </p:spPr>
          <p:txBody>
            <a:bodyPr vert="horz" wrap="square" lIns="0" tIns="0" rIns="0" bIns="0" anchor="t"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600" b="0" i="0" u="none" strike="noStrike" kern="1200" cap="none" spc="0" baseline="0">
                  <a:solidFill>
                    <a:srgbClr val="000000"/>
                  </a:solidFill>
                  <a:uFillTx/>
                  <a:latin typeface="Arial"/>
                </a:rPr>
                <a:t>Production Planning in Construction </a:t>
              </a:r>
              <a:endParaRPr lang="en-IN" sz="1600" b="0" i="0" u="none" strike="noStrike" kern="1200" cap="none" spc="0" baseline="0">
                <a:solidFill>
                  <a:srgbClr val="000000"/>
                </a:solidFill>
                <a:uFillTx/>
                <a:latin typeface="Arial"/>
              </a:endParaRPr>
            </a:p>
          </p:txBody>
        </p:sp>
      </p:grpSp>
      <p:sp>
        <p:nvSpPr>
          <p:cNvPr id="16" name="TextBox 19">
            <a:extLst>
              <a:ext uri="{FF2B5EF4-FFF2-40B4-BE49-F238E27FC236}">
                <a16:creationId xmlns:a16="http://schemas.microsoft.com/office/drawing/2014/main" id="{71247687-2748-DE2A-E8E5-DFA4CD031A25}"/>
              </a:ext>
            </a:extLst>
          </p:cNvPr>
          <p:cNvSpPr txBox="1"/>
          <p:nvPr/>
        </p:nvSpPr>
        <p:spPr>
          <a:xfrm>
            <a:off x="717154" y="1524460"/>
            <a:ext cx="10752612" cy="1089525"/>
          </a:xfrm>
          <a:prstGeom prst="rect">
            <a:avLst/>
          </a:prstGeom>
          <a:noFill/>
          <a:ln>
            <a:noFill/>
          </a:ln>
        </p:spPr>
        <p:txBody>
          <a:bodyPr vert="horz" wrap="square" lIns="91440" tIns="45720" rIns="91440" bIns="45720" anchor="t" anchorCtr="0" compatLnSpc="1">
            <a:spAutoFit/>
          </a:bodyPr>
          <a:lstStyle/>
          <a:p>
            <a:pPr marL="0" marR="0" lvl="0" indent="0" algn="just"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800" b="0" i="0" u="none" strike="noStrike" kern="1200" cap="none" spc="0" baseline="0">
                <a:solidFill>
                  <a:srgbClr val="000000"/>
                </a:solidFill>
                <a:uFillTx/>
                <a:latin typeface="Arial"/>
              </a:rPr>
              <a:t>The mission is to revolutionize construction management by seamlessly integrating digital technology with Lean construction principles through the software. This software aims to drive Lean adoption in the construction industry by offering a software-driven approach that enhances efficiency without requiring complex organizational changes and technologies. </a:t>
            </a:r>
            <a:endParaRPr lang="en-GB" sz="1800" b="0" i="0" u="none" strike="noStrike" kern="1200" cap="none" spc="0" baseline="0">
              <a:solidFill>
                <a:srgbClr val="000000"/>
              </a:solidFill>
              <a:uFillTx/>
              <a:latin typeface="Arial"/>
            </a:endParaRPr>
          </a:p>
        </p:txBody>
      </p:sp>
      <p:sp>
        <p:nvSpPr>
          <p:cNvPr id="17" name="Right Brace 23">
            <a:extLst>
              <a:ext uri="{FF2B5EF4-FFF2-40B4-BE49-F238E27FC236}">
                <a16:creationId xmlns:a16="http://schemas.microsoft.com/office/drawing/2014/main" id="{66F5B2CB-F5ED-32B6-5CB7-9426A6A6F8E4}"/>
              </a:ext>
            </a:extLst>
          </p:cNvPr>
          <p:cNvSpPr/>
          <p:nvPr/>
        </p:nvSpPr>
        <p:spPr>
          <a:xfrm>
            <a:off x="3839501" y="2940600"/>
            <a:ext cx="589257" cy="2824215"/>
          </a:xfrm>
          <a:custGeom>
            <a:avLst>
              <a:gd name="f12" fmla="val 8333"/>
              <a:gd name="f13" fmla="val 50000"/>
            </a:avLst>
            <a:gdLst>
              <a:gd name="f2" fmla="val 10800000"/>
              <a:gd name="f3" fmla="val 5400000"/>
              <a:gd name="f4" fmla="val 16200000"/>
              <a:gd name="f5" fmla="val 180"/>
              <a:gd name="f6" fmla="val w"/>
              <a:gd name="f7" fmla="val h"/>
              <a:gd name="f8" fmla="val ss"/>
              <a:gd name="f9" fmla="val 0"/>
              <a:gd name="f10" fmla="*/ 5419351 1 1725033"/>
              <a:gd name="f11" fmla="+- 0 0 5400000"/>
              <a:gd name="f12" fmla="val 8333"/>
              <a:gd name="f13" fmla="val 50000"/>
              <a:gd name="f14" fmla="+- 0 0 -180"/>
              <a:gd name="f15" fmla="+- 0 0 -270"/>
              <a:gd name="f16" fmla="+- 0 0 -360"/>
              <a:gd name="f17" fmla="abs f6"/>
              <a:gd name="f18" fmla="abs f7"/>
              <a:gd name="f19" fmla="abs f8"/>
              <a:gd name="f20" fmla="val f9"/>
              <a:gd name="f21" fmla="val f13"/>
              <a:gd name="f22" fmla="val f12"/>
              <a:gd name="f23" fmla="+- 2700000 f3 0"/>
              <a:gd name="f24" fmla="*/ f14 f2 1"/>
              <a:gd name="f25" fmla="*/ f15 f2 1"/>
              <a:gd name="f26" fmla="*/ f16 f2 1"/>
              <a:gd name="f27" fmla="?: f17 f6 1"/>
              <a:gd name="f28" fmla="?: f18 f7 1"/>
              <a:gd name="f29" fmla="?: f19 f8 1"/>
              <a:gd name="f30" fmla="*/ f23 f10 1"/>
              <a:gd name="f31" fmla="*/ f24 1 f5"/>
              <a:gd name="f32" fmla="*/ f25 1 f5"/>
              <a:gd name="f33" fmla="*/ f26 1 f5"/>
              <a:gd name="f34" fmla="*/ f27 1 21600"/>
              <a:gd name="f35" fmla="*/ f28 1 21600"/>
              <a:gd name="f36" fmla="*/ 21600 f27 1"/>
              <a:gd name="f37" fmla="*/ 21600 f28 1"/>
              <a:gd name="f38" fmla="*/ f30 1 f2"/>
              <a:gd name="f39" fmla="+- f31 0 f3"/>
              <a:gd name="f40" fmla="+- f32 0 f3"/>
              <a:gd name="f41" fmla="+- f33 0 f3"/>
              <a:gd name="f42" fmla="min f35 f34"/>
              <a:gd name="f43" fmla="*/ f36 1 f29"/>
              <a:gd name="f44" fmla="*/ f37 1 f29"/>
              <a:gd name="f45" fmla="+- 0 0 f38"/>
              <a:gd name="f46" fmla="val f43"/>
              <a:gd name="f47" fmla="val f44"/>
              <a:gd name="f48" fmla="+- 0 0 f45"/>
              <a:gd name="f49" fmla="*/ f20 f42 1"/>
              <a:gd name="f50" fmla="+- f47 0 f20"/>
              <a:gd name="f51" fmla="+- f46 0 f20"/>
              <a:gd name="f52" fmla="*/ f48 f2 1"/>
              <a:gd name="f53" fmla="*/ f46 f42 1"/>
              <a:gd name="f54" fmla="*/ f47 f42 1"/>
              <a:gd name="f55" fmla="*/ f51 1 2"/>
              <a:gd name="f56" fmla="min f51 f50"/>
              <a:gd name="f57" fmla="*/ f50 f21 1"/>
              <a:gd name="f58" fmla="*/ f52 1 f10"/>
              <a:gd name="f59" fmla="+- f20 f55 0"/>
              <a:gd name="f60" fmla="*/ f56 f22 1"/>
              <a:gd name="f61" fmla="*/ f57 1 100000"/>
              <a:gd name="f62" fmla="+- f58 0 f3"/>
              <a:gd name="f63" fmla="*/ f55 f42 1"/>
              <a:gd name="f64" fmla="*/ f60 1 100000"/>
              <a:gd name="f65" fmla="cos 1 f62"/>
              <a:gd name="f66" fmla="sin 1 f62"/>
              <a:gd name="f67" fmla="*/ f59 f42 1"/>
              <a:gd name="f68" fmla="*/ f61 f42 1"/>
              <a:gd name="f69" fmla="+- f61 0 f64"/>
              <a:gd name="f70" fmla="+- f47 0 f64"/>
              <a:gd name="f71" fmla="+- 0 0 f65"/>
              <a:gd name="f72" fmla="+- 0 0 f66"/>
              <a:gd name="f73" fmla="*/ f64 f42 1"/>
              <a:gd name="f74" fmla="+- 0 0 f71"/>
              <a:gd name="f75" fmla="+- 0 0 f72"/>
              <a:gd name="f76" fmla="*/ f69 f42 1"/>
              <a:gd name="f77" fmla="*/ f70 f42 1"/>
              <a:gd name="f78" fmla="*/ f74 f55 1"/>
              <a:gd name="f79" fmla="*/ f75 f64 1"/>
              <a:gd name="f80" fmla="+- f20 f78 0"/>
              <a:gd name="f81" fmla="+- f64 0 f79"/>
              <a:gd name="f82" fmla="+- f47 f79 0"/>
              <a:gd name="f83" fmla="+- f82 0 f64"/>
              <a:gd name="f84" fmla="*/ f81 f42 1"/>
              <a:gd name="f85" fmla="*/ f80 f42 1"/>
              <a:gd name="f86" fmla="*/ f83 f42 1"/>
            </a:gdLst>
            <a:ahLst/>
            <a:cxnLst>
              <a:cxn ang="3cd4">
                <a:pos x="hc" y="t"/>
              </a:cxn>
              <a:cxn ang="0">
                <a:pos x="r" y="vc"/>
              </a:cxn>
              <a:cxn ang="cd4">
                <a:pos x="hc" y="b"/>
              </a:cxn>
              <a:cxn ang="cd2">
                <a:pos x="l" y="vc"/>
              </a:cxn>
              <a:cxn ang="f39">
                <a:pos x="f49" y="f49"/>
              </a:cxn>
              <a:cxn ang="f40">
                <a:pos x="f53" y="f68"/>
              </a:cxn>
              <a:cxn ang="f41">
                <a:pos x="f49" y="f54"/>
              </a:cxn>
            </a:cxnLst>
            <a:rect l="f49" t="f84" r="f85" b="f86"/>
            <a:pathLst>
              <a:path stroke="0">
                <a:moveTo>
                  <a:pt x="f49" y="f49"/>
                </a:moveTo>
                <a:arcTo wR="f63" hR="f73" stAng="f4" swAng="f3"/>
                <a:lnTo>
                  <a:pt x="f67" y="f76"/>
                </a:lnTo>
                <a:arcTo wR="f63" hR="f73" stAng="f2" swAng="f11"/>
                <a:arcTo wR="f63" hR="f73" stAng="f4" swAng="f11"/>
                <a:lnTo>
                  <a:pt x="f67" y="f77"/>
                </a:lnTo>
                <a:arcTo wR="f63" hR="f73" stAng="f9" swAng="f3"/>
                <a:close/>
              </a:path>
              <a:path fill="none">
                <a:moveTo>
                  <a:pt x="f49" y="f49"/>
                </a:moveTo>
                <a:arcTo wR="f63" hR="f73" stAng="f4" swAng="f3"/>
                <a:lnTo>
                  <a:pt x="f67" y="f76"/>
                </a:lnTo>
                <a:arcTo wR="f63" hR="f73" stAng="f2" swAng="f11"/>
                <a:arcTo wR="f63" hR="f73" stAng="f4" swAng="f11"/>
                <a:lnTo>
                  <a:pt x="f67" y="f77"/>
                </a:lnTo>
                <a:arcTo wR="f63" hR="f73" stAng="f9" swAng="f3"/>
              </a:path>
            </a:pathLst>
          </a:custGeom>
          <a:noFill/>
          <a:ln w="12701" cap="rnd">
            <a:solidFill>
              <a:srgbClr val="00A6D6"/>
            </a:solidFill>
            <a:prstDash val="solid"/>
            <a:roun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1800" b="0" i="0" u="none" strike="noStrike" kern="1200" cap="none" spc="0" baseline="0">
              <a:solidFill>
                <a:srgbClr val="000000"/>
              </a:solidFill>
              <a:uFillTx/>
              <a:latin typeface="Arial"/>
            </a:endParaRPr>
          </a:p>
        </p:txBody>
      </p:sp>
      <p:sp>
        <p:nvSpPr>
          <p:cNvPr id="18" name="TextBox 25">
            <a:extLst>
              <a:ext uri="{FF2B5EF4-FFF2-40B4-BE49-F238E27FC236}">
                <a16:creationId xmlns:a16="http://schemas.microsoft.com/office/drawing/2014/main" id="{87CF3519-A5C4-8D36-8AAD-75D657796A7A}"/>
              </a:ext>
            </a:extLst>
          </p:cNvPr>
          <p:cNvSpPr txBox="1"/>
          <p:nvPr/>
        </p:nvSpPr>
        <p:spPr>
          <a:xfrm>
            <a:off x="4376071" y="3070838"/>
            <a:ext cx="3387175" cy="369335"/>
          </a:xfrm>
          <a:prstGeom prst="rect">
            <a:avLst/>
          </a:prstGeom>
          <a:noFill/>
          <a:ln>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0" i="0" u="none" strike="noStrike" kern="1200" cap="none" spc="0" baseline="0">
                <a:solidFill>
                  <a:srgbClr val="000000"/>
                </a:solidFill>
                <a:uFillTx/>
                <a:latin typeface="Arial"/>
              </a:rPr>
              <a:t>Refine Project Plans </a:t>
            </a:r>
            <a:endParaRPr lang="en-IN" sz="1800" b="0" i="0" u="none" strike="noStrike" kern="1200" cap="none" spc="0" baseline="0">
              <a:solidFill>
                <a:srgbClr val="000000"/>
              </a:solidFill>
              <a:uFillTx/>
              <a:latin typeface="Arial"/>
            </a:endParaRPr>
          </a:p>
        </p:txBody>
      </p:sp>
      <p:sp>
        <p:nvSpPr>
          <p:cNvPr id="19" name="TextBox 27">
            <a:extLst>
              <a:ext uri="{FF2B5EF4-FFF2-40B4-BE49-F238E27FC236}">
                <a16:creationId xmlns:a16="http://schemas.microsoft.com/office/drawing/2014/main" id="{F66B4B29-E308-F5D4-50FE-B82D84B81AE1}"/>
              </a:ext>
            </a:extLst>
          </p:cNvPr>
          <p:cNvSpPr txBox="1"/>
          <p:nvPr/>
        </p:nvSpPr>
        <p:spPr>
          <a:xfrm>
            <a:off x="8561060" y="2837721"/>
            <a:ext cx="2954444" cy="400114"/>
          </a:xfrm>
          <a:prstGeom prst="rect">
            <a:avLst/>
          </a:prstGeom>
          <a:noFill/>
          <a:ln>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2000" b="1" i="0" u="none" strike="noStrike" kern="1200" cap="none" spc="0" baseline="0">
                <a:solidFill>
                  <a:srgbClr val="000000"/>
                </a:solidFill>
                <a:uFillTx/>
                <a:latin typeface="Arial"/>
              </a:rPr>
              <a:t>Enhance Collaboration</a:t>
            </a:r>
          </a:p>
        </p:txBody>
      </p:sp>
      <p:sp>
        <p:nvSpPr>
          <p:cNvPr id="20" name="TextBox 29">
            <a:extLst>
              <a:ext uri="{FF2B5EF4-FFF2-40B4-BE49-F238E27FC236}">
                <a16:creationId xmlns:a16="http://schemas.microsoft.com/office/drawing/2014/main" id="{70B33DF0-072D-99AF-E193-18D150375EE5}"/>
              </a:ext>
            </a:extLst>
          </p:cNvPr>
          <p:cNvSpPr txBox="1"/>
          <p:nvPr/>
        </p:nvSpPr>
        <p:spPr>
          <a:xfrm>
            <a:off x="4909605" y="4203112"/>
            <a:ext cx="2519327" cy="369335"/>
          </a:xfrm>
          <a:prstGeom prst="rect">
            <a:avLst/>
          </a:prstGeom>
          <a:noFill/>
          <a:ln>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1800" b="0" i="0" u="none" strike="noStrike" kern="1200" cap="none" spc="0" baseline="0">
                <a:solidFill>
                  <a:srgbClr val="000000"/>
                </a:solidFill>
                <a:uFillTx/>
                <a:latin typeface="Arial"/>
              </a:rPr>
              <a:t>Increase Transparency</a:t>
            </a:r>
          </a:p>
        </p:txBody>
      </p:sp>
      <p:sp>
        <p:nvSpPr>
          <p:cNvPr id="21" name="TextBox 31">
            <a:extLst>
              <a:ext uri="{FF2B5EF4-FFF2-40B4-BE49-F238E27FC236}">
                <a16:creationId xmlns:a16="http://schemas.microsoft.com/office/drawing/2014/main" id="{687BCB90-CA34-BE9D-01E3-4808AFCB1A6D}"/>
              </a:ext>
            </a:extLst>
          </p:cNvPr>
          <p:cNvSpPr txBox="1"/>
          <p:nvPr/>
        </p:nvSpPr>
        <p:spPr>
          <a:xfrm>
            <a:off x="5996808" y="3684227"/>
            <a:ext cx="3032250" cy="400114"/>
          </a:xfrm>
          <a:prstGeom prst="rect">
            <a:avLst/>
          </a:prstGeom>
          <a:noFill/>
          <a:ln>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2000" b="1" i="0" u="none" strike="noStrike" kern="1200" cap="none" spc="0" baseline="0">
                <a:solidFill>
                  <a:srgbClr val="000000"/>
                </a:solidFill>
                <a:uFillTx/>
                <a:latin typeface="Arial"/>
              </a:rPr>
              <a:t>Reduce Waste</a:t>
            </a:r>
          </a:p>
        </p:txBody>
      </p:sp>
      <p:sp>
        <p:nvSpPr>
          <p:cNvPr id="22" name="TextBox 33">
            <a:extLst>
              <a:ext uri="{FF2B5EF4-FFF2-40B4-BE49-F238E27FC236}">
                <a16:creationId xmlns:a16="http://schemas.microsoft.com/office/drawing/2014/main" id="{F62794C6-1ABF-23AC-5B5D-FCD0495187CD}"/>
              </a:ext>
            </a:extLst>
          </p:cNvPr>
          <p:cNvSpPr txBox="1"/>
          <p:nvPr/>
        </p:nvSpPr>
        <p:spPr>
          <a:xfrm>
            <a:off x="7083838" y="3297372"/>
            <a:ext cx="2954444" cy="369335"/>
          </a:xfrm>
          <a:prstGeom prst="rect">
            <a:avLst/>
          </a:prstGeom>
          <a:noFill/>
          <a:ln>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1800" b="0" i="0" u="none" strike="noStrike" kern="1200" cap="none" spc="0" baseline="0">
                <a:solidFill>
                  <a:srgbClr val="000000"/>
                </a:solidFill>
                <a:uFillTx/>
                <a:latin typeface="Arial"/>
              </a:rPr>
              <a:t>Report real-time progress</a:t>
            </a:r>
          </a:p>
        </p:txBody>
      </p:sp>
      <p:sp>
        <p:nvSpPr>
          <p:cNvPr id="23" name="TextBox 35">
            <a:extLst>
              <a:ext uri="{FF2B5EF4-FFF2-40B4-BE49-F238E27FC236}">
                <a16:creationId xmlns:a16="http://schemas.microsoft.com/office/drawing/2014/main" id="{96407CC8-F473-5F3F-B80A-6CFDA3C3A27D}"/>
              </a:ext>
            </a:extLst>
          </p:cNvPr>
          <p:cNvSpPr txBox="1"/>
          <p:nvPr/>
        </p:nvSpPr>
        <p:spPr>
          <a:xfrm>
            <a:off x="7944709" y="5546485"/>
            <a:ext cx="2911367" cy="369335"/>
          </a:xfrm>
          <a:prstGeom prst="rect">
            <a:avLst/>
          </a:prstGeom>
          <a:noFill/>
          <a:ln>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1800" b="0" i="0" u="none" strike="noStrike" kern="1200" cap="none" spc="0" baseline="0">
                <a:solidFill>
                  <a:srgbClr val="000000"/>
                </a:solidFill>
                <a:uFillTx/>
                <a:latin typeface="Arial"/>
              </a:rPr>
              <a:t> Minimise non-value tasks</a:t>
            </a:r>
          </a:p>
        </p:txBody>
      </p:sp>
      <p:sp>
        <p:nvSpPr>
          <p:cNvPr id="24" name="TextBox 37">
            <a:extLst>
              <a:ext uri="{FF2B5EF4-FFF2-40B4-BE49-F238E27FC236}">
                <a16:creationId xmlns:a16="http://schemas.microsoft.com/office/drawing/2014/main" id="{1ACFC391-459D-0A0D-1837-59CB6D57DAFE}"/>
              </a:ext>
            </a:extLst>
          </p:cNvPr>
          <p:cNvSpPr txBox="1"/>
          <p:nvPr/>
        </p:nvSpPr>
        <p:spPr>
          <a:xfrm>
            <a:off x="4428759" y="4730666"/>
            <a:ext cx="3921541" cy="400114"/>
          </a:xfrm>
          <a:prstGeom prst="rect">
            <a:avLst/>
          </a:prstGeom>
          <a:noFill/>
          <a:ln>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2000" b="1" i="0" u="none" strike="noStrike" kern="1200" cap="none" spc="0" baseline="0">
                <a:solidFill>
                  <a:srgbClr val="000000"/>
                </a:solidFill>
                <a:uFillTx/>
                <a:latin typeface="Arial"/>
              </a:rPr>
              <a:t>Eliminate reasons for variance</a:t>
            </a:r>
          </a:p>
        </p:txBody>
      </p:sp>
      <p:sp>
        <p:nvSpPr>
          <p:cNvPr id="25" name="TextBox 39">
            <a:extLst>
              <a:ext uri="{FF2B5EF4-FFF2-40B4-BE49-F238E27FC236}">
                <a16:creationId xmlns:a16="http://schemas.microsoft.com/office/drawing/2014/main" id="{8C0444CF-4E94-20A1-0551-C7418A11120A}"/>
              </a:ext>
            </a:extLst>
          </p:cNvPr>
          <p:cNvSpPr txBox="1"/>
          <p:nvPr/>
        </p:nvSpPr>
        <p:spPr>
          <a:xfrm>
            <a:off x="8840455" y="4687214"/>
            <a:ext cx="2612230" cy="646334"/>
          </a:xfrm>
          <a:prstGeom prst="rect">
            <a:avLst/>
          </a:prstGeom>
          <a:noFill/>
          <a:ln>
            <a:noFill/>
          </a:ln>
        </p:spPr>
        <p:txBody>
          <a:bodyPr vert="horz" wrap="square" lIns="91440" tIns="45720" rIns="91440" bIns="45720" anchor="t" anchorCtr="0" compatLnSpc="1">
            <a:sp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1800" b="0" i="0" u="none" strike="noStrike" kern="1200" cap="none" spc="0" baseline="0">
                <a:solidFill>
                  <a:srgbClr val="000000"/>
                </a:solidFill>
                <a:uFillTx/>
                <a:latin typeface="Arial"/>
              </a:rPr>
              <a:t>Support Location based Planning</a:t>
            </a:r>
          </a:p>
        </p:txBody>
      </p:sp>
      <p:sp>
        <p:nvSpPr>
          <p:cNvPr id="26" name="TextBox 40">
            <a:extLst>
              <a:ext uri="{FF2B5EF4-FFF2-40B4-BE49-F238E27FC236}">
                <a16:creationId xmlns:a16="http://schemas.microsoft.com/office/drawing/2014/main" id="{A38ABC54-A3CA-FDF7-DE96-F5FB53816E80}"/>
              </a:ext>
            </a:extLst>
          </p:cNvPr>
          <p:cNvSpPr txBox="1"/>
          <p:nvPr/>
        </p:nvSpPr>
        <p:spPr>
          <a:xfrm>
            <a:off x="7976265" y="3797768"/>
            <a:ext cx="2954444" cy="707882"/>
          </a:xfrm>
          <a:prstGeom prst="rect">
            <a:avLst/>
          </a:prstGeom>
          <a:noFill/>
          <a:ln>
            <a:noFill/>
          </a:ln>
        </p:spPr>
        <p:txBody>
          <a:bodyPr vert="horz" wrap="square" lIns="91440" tIns="45720" rIns="91440" bIns="45720" anchor="t" anchorCtr="0" compatLnSpc="1">
            <a:sp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2000" b="1" i="0" u="none" strike="noStrike" kern="1200" cap="none" spc="0" baseline="0">
                <a:solidFill>
                  <a:srgbClr val="000000"/>
                </a:solidFill>
                <a:uFillTx/>
                <a:latin typeface="Arial"/>
              </a:rPr>
              <a:t>Integrate CPM &amp; Lean Construction</a:t>
            </a:r>
          </a:p>
        </p:txBody>
      </p:sp>
      <p:sp>
        <p:nvSpPr>
          <p:cNvPr id="27" name="TextBox 41">
            <a:extLst>
              <a:ext uri="{FF2B5EF4-FFF2-40B4-BE49-F238E27FC236}">
                <a16:creationId xmlns:a16="http://schemas.microsoft.com/office/drawing/2014/main" id="{99838519-6540-E287-48FC-B8BA454315EE}"/>
              </a:ext>
            </a:extLst>
          </p:cNvPr>
          <p:cNvSpPr txBox="1"/>
          <p:nvPr/>
        </p:nvSpPr>
        <p:spPr>
          <a:xfrm>
            <a:off x="4769236" y="5262902"/>
            <a:ext cx="2911367" cy="369335"/>
          </a:xfrm>
          <a:prstGeom prst="rect">
            <a:avLst/>
          </a:prstGeom>
          <a:noFill/>
          <a:ln>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1800" b="0" i="0" u="none" strike="noStrike" kern="1200" cap="none" spc="0" baseline="0">
                <a:solidFill>
                  <a:srgbClr val="000000"/>
                </a:solidFill>
                <a:uFillTx/>
                <a:latin typeface="Arial"/>
              </a:rPr>
              <a:t>Industry Friendly Features</a:t>
            </a:r>
          </a:p>
        </p:txBody>
      </p:sp>
      <p:sp>
        <p:nvSpPr>
          <p:cNvPr id="28" name="TextBox 9">
            <a:extLst>
              <a:ext uri="{FF2B5EF4-FFF2-40B4-BE49-F238E27FC236}">
                <a16:creationId xmlns:a16="http://schemas.microsoft.com/office/drawing/2014/main" id="{2D440DEA-7DAC-2325-CF96-0C35EEB7EB08}"/>
              </a:ext>
            </a:extLst>
          </p:cNvPr>
          <p:cNvSpPr txBox="1"/>
          <p:nvPr/>
        </p:nvSpPr>
        <p:spPr>
          <a:xfrm>
            <a:off x="9400388" y="2611581"/>
            <a:ext cx="4584701" cy="230831"/>
          </a:xfrm>
          <a:prstGeom prst="rect">
            <a:avLst/>
          </a:prstGeom>
          <a:noFill/>
          <a:ln>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900" b="0" i="1" u="none" strike="noStrike" kern="1200" cap="none" spc="0" baseline="0">
                <a:solidFill>
                  <a:srgbClr val="000000"/>
                </a:solidFill>
                <a:uFillTx/>
                <a:latin typeface="Arial"/>
              </a:rPr>
              <a:t>Source – Lean Company Website</a:t>
            </a:r>
          </a:p>
        </p:txBody>
      </p:sp>
    </p:spTree>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100">
    <p:spTree>
      <p:nvGrpSpPr>
        <p:cNvPr id="1" name=""/>
        <p:cNvGrpSpPr/>
        <p:nvPr/>
      </p:nvGrpSpPr>
      <p:grpSpPr>
        <a:xfrm>
          <a:off x="0" y="0"/>
          <a:ext cx="0" cy="0"/>
          <a:chOff x="0" y="0"/>
          <a:chExt cx="0" cy="0"/>
        </a:xfrm>
      </p:grpSpPr>
      <p:sp>
        <p:nvSpPr>
          <p:cNvPr id="2" name="Tijdelijke aanduiding voor datum 4">
            <a:extLst>
              <a:ext uri="{FF2B5EF4-FFF2-40B4-BE49-F238E27FC236}">
                <a16:creationId xmlns:a16="http://schemas.microsoft.com/office/drawing/2014/main" id="{854F84AE-C700-EB75-45BD-2CDE5ACD6727}"/>
              </a:ext>
            </a:extLst>
          </p:cNvPr>
          <p:cNvSpPr txBox="1">
            <a:spLocks noGrp="1"/>
          </p:cNvSpPr>
          <p:nvPr>
            <p:ph type="dt" sz="quarter" idx="7"/>
          </p:nvPr>
        </p:nvSpPr>
        <p:spPr>
          <a:xfrm>
            <a:off x="10146566" y="6405664"/>
            <a:ext cx="766230" cy="184663"/>
          </a:xfrm>
          <a:prstGeom prst="rect">
            <a:avLst/>
          </a:prstGeom>
          <a:noFill/>
          <a:ln>
            <a:noFill/>
          </a:ln>
        </p:spPr>
        <p:txBody>
          <a:bodyPr vert="horz" wrap="none" lIns="0" tIns="0" rIns="0" bIns="0" anchor="ctr" anchorCtr="0" compatLnSpc="1">
            <a:spAutoFit/>
          </a:bodyPr>
          <a:lstStyle/>
          <a:p>
            <a:pPr lvl="0" algn="r"/>
            <a:fld id="{380D609C-5347-468D-A03B-5B7BCA422EDC}" type="datetime1">
              <a:rPr lang="nl-NL" sz="1200">
                <a:solidFill>
                  <a:srgbClr val="000000"/>
                </a:solidFill>
                <a:latin typeface="Arial"/>
                <a:cs typeface="Segoe UI Light" pitchFamily="34"/>
              </a:rPr>
              <a:pPr lvl="0" algn="r"/>
              <a:t>22-10-2025</a:t>
            </a:fld>
            <a:endParaRPr lang="en-GB" sz="1200">
              <a:solidFill>
                <a:srgbClr val="000000"/>
              </a:solidFill>
              <a:latin typeface="Arial"/>
              <a:cs typeface="Segoe UI Light" pitchFamily="34"/>
            </a:endParaRPr>
          </a:p>
        </p:txBody>
      </p:sp>
      <p:sp>
        <p:nvSpPr>
          <p:cNvPr id="3" name="Titel 8">
            <a:extLst>
              <a:ext uri="{FF2B5EF4-FFF2-40B4-BE49-F238E27FC236}">
                <a16:creationId xmlns:a16="http://schemas.microsoft.com/office/drawing/2014/main" id="{84D31490-4035-594D-9B9C-3B802DC416A9}"/>
              </a:ext>
            </a:extLst>
          </p:cNvPr>
          <p:cNvSpPr txBox="1">
            <a:spLocks noGrp="1"/>
          </p:cNvSpPr>
          <p:nvPr>
            <p:ph type="title"/>
          </p:nvPr>
        </p:nvSpPr>
        <p:spPr>
          <a:xfrm>
            <a:off x="718663" y="686165"/>
            <a:ext cx="10752612" cy="323404"/>
          </a:xfrm>
          <a:prstGeom prst="rect">
            <a:avLst/>
          </a:prstGeom>
          <a:noFill/>
          <a:ln>
            <a:noFill/>
          </a:ln>
        </p:spPr>
        <p:txBody>
          <a:bodyPr vert="horz" wrap="square" lIns="0" tIns="0" rIns="0" bIns="378003" anchor="t" anchorCtr="0" compatLnSpc="1">
            <a:noAutofit/>
          </a:bodyPr>
          <a:lstStyle/>
          <a:p>
            <a:pPr lvl="0"/>
            <a:r>
              <a:rPr lang="en-GB" u="sng"/>
              <a:t>Strategy </a:t>
            </a:r>
          </a:p>
        </p:txBody>
      </p:sp>
      <p:sp>
        <p:nvSpPr>
          <p:cNvPr id="4" name="Tijdelijke aanduiding voor dianummer 102">
            <a:extLst>
              <a:ext uri="{FF2B5EF4-FFF2-40B4-BE49-F238E27FC236}">
                <a16:creationId xmlns:a16="http://schemas.microsoft.com/office/drawing/2014/main" id="{6BAC78BF-C61D-510B-EC9E-2959A7183B60}"/>
              </a:ext>
            </a:extLst>
          </p:cNvPr>
          <p:cNvSpPr txBox="1">
            <a:spLocks noGrp="1"/>
          </p:cNvSpPr>
          <p:nvPr>
            <p:ph type="sldNum" sz="quarter" idx="8"/>
          </p:nvPr>
        </p:nvSpPr>
        <p:spPr>
          <a:xfrm>
            <a:off x="11178466" y="6405664"/>
            <a:ext cx="291300" cy="184663"/>
          </a:xfrm>
          <a:prstGeom prst="rect">
            <a:avLst/>
          </a:prstGeom>
          <a:noFill/>
          <a:ln>
            <a:noFill/>
          </a:ln>
        </p:spPr>
        <p:txBody>
          <a:bodyPr vert="horz" wrap="none" lIns="0" tIns="0" rIns="0" bIns="0" anchor="ctr" anchorCtr="0" compatLnSpc="1">
            <a:spAutoFit/>
          </a:bodyPr>
          <a:lstStyle/>
          <a:p>
            <a:pPr lvl="0" algn="r"/>
            <a:fld id="{C4E5295F-179E-4437-8CFF-91D259E974D2}" type="slidenum">
              <a:t>7</a:t>
            </a:fld>
            <a:endParaRPr lang="en-GB" sz="1200" b="1">
              <a:solidFill>
                <a:srgbClr val="000000"/>
              </a:solidFill>
              <a:latin typeface="Arial"/>
              <a:cs typeface="Segoe UI Light" pitchFamily="34"/>
            </a:endParaRPr>
          </a:p>
        </p:txBody>
      </p:sp>
      <p:cxnSp>
        <p:nvCxnSpPr>
          <p:cNvPr id="5" name="Straight Connector 83">
            <a:extLst>
              <a:ext uri="{FF2B5EF4-FFF2-40B4-BE49-F238E27FC236}">
                <a16:creationId xmlns:a16="http://schemas.microsoft.com/office/drawing/2014/main" id="{CA01C423-C2F6-F39C-E486-825FA3E0084C}"/>
              </a:ext>
            </a:extLst>
          </p:cNvPr>
          <p:cNvCxnSpPr/>
          <p:nvPr/>
        </p:nvCxnSpPr>
        <p:spPr>
          <a:xfrm>
            <a:off x="0" y="6139546"/>
            <a:ext cx="12191996" cy="0"/>
          </a:xfrm>
          <a:prstGeom prst="straightConnector1">
            <a:avLst/>
          </a:prstGeom>
          <a:noFill/>
          <a:ln w="28575" cap="rnd">
            <a:solidFill>
              <a:srgbClr val="00A6D6"/>
            </a:solidFill>
            <a:prstDash val="solid"/>
            <a:round/>
          </a:ln>
        </p:spPr>
      </p:cxnSp>
      <p:sp>
        <p:nvSpPr>
          <p:cNvPr id="6" name="TextBox 11">
            <a:extLst>
              <a:ext uri="{FF2B5EF4-FFF2-40B4-BE49-F238E27FC236}">
                <a16:creationId xmlns:a16="http://schemas.microsoft.com/office/drawing/2014/main" id="{804DEB35-48C6-DF75-15C1-97070F50F99D}"/>
              </a:ext>
            </a:extLst>
          </p:cNvPr>
          <p:cNvSpPr txBox="1"/>
          <p:nvPr/>
        </p:nvSpPr>
        <p:spPr>
          <a:xfrm>
            <a:off x="1363525" y="-727743"/>
            <a:ext cx="8964594" cy="369335"/>
          </a:xfrm>
          <a:prstGeom prst="rect">
            <a:avLst/>
          </a:prstGeom>
          <a:noFill/>
          <a:ln>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1800" b="0" i="0" u="none" strike="noStrike" kern="1200" cap="none" spc="0" baseline="0">
                <a:solidFill>
                  <a:srgbClr val="000000"/>
                </a:solidFill>
                <a:uFillTx/>
                <a:latin typeface="Arial"/>
              </a:rPr>
              <a:t>#00A6D6</a:t>
            </a:r>
          </a:p>
        </p:txBody>
      </p:sp>
      <p:grpSp>
        <p:nvGrpSpPr>
          <p:cNvPr id="7" name="Group 56">
            <a:extLst>
              <a:ext uri="{FF2B5EF4-FFF2-40B4-BE49-F238E27FC236}">
                <a16:creationId xmlns:a16="http://schemas.microsoft.com/office/drawing/2014/main" id="{FDAFE742-69D8-AEC2-D378-16455DCB95A0}"/>
              </a:ext>
            </a:extLst>
          </p:cNvPr>
          <p:cNvGrpSpPr/>
          <p:nvPr/>
        </p:nvGrpSpPr>
        <p:grpSpPr>
          <a:xfrm>
            <a:off x="1179219" y="2260049"/>
            <a:ext cx="1267605" cy="2533692"/>
            <a:chOff x="1179219" y="2260049"/>
            <a:chExt cx="1267605" cy="2533692"/>
          </a:xfrm>
        </p:grpSpPr>
        <p:pic>
          <p:nvPicPr>
            <p:cNvPr id="8" name="Picture 24">
              <a:extLst>
                <a:ext uri="{FF2B5EF4-FFF2-40B4-BE49-F238E27FC236}">
                  <a16:creationId xmlns:a16="http://schemas.microsoft.com/office/drawing/2014/main" id="{06498E45-D9AC-EBCA-C141-BE8133D24D9F}"/>
                </a:ext>
              </a:extLst>
            </p:cNvPr>
            <p:cNvPicPr>
              <a:picLocks noChangeAspect="1"/>
            </p:cNvPicPr>
            <p:nvPr/>
          </p:nvPicPr>
          <p:blipFill>
            <a:blip r:embed="rId3"/>
            <a:srcRect l="50000"/>
            <a:stretch>
              <a:fillRect/>
            </a:stretch>
          </p:blipFill>
          <p:spPr>
            <a:xfrm>
              <a:off x="1179978" y="2260049"/>
              <a:ext cx="1266846" cy="2533692"/>
            </a:xfrm>
            <a:prstGeom prst="rect">
              <a:avLst/>
            </a:prstGeom>
            <a:noFill/>
            <a:ln>
              <a:noFill/>
            </a:ln>
          </p:spPr>
        </p:pic>
        <p:cxnSp>
          <p:nvCxnSpPr>
            <p:cNvPr id="9" name="Straight Connector 28">
              <a:extLst>
                <a:ext uri="{FF2B5EF4-FFF2-40B4-BE49-F238E27FC236}">
                  <a16:creationId xmlns:a16="http://schemas.microsoft.com/office/drawing/2014/main" id="{B8B50A82-B35A-4C1D-C3AC-32A79DF717E8}"/>
                </a:ext>
              </a:extLst>
            </p:cNvPr>
            <p:cNvCxnSpPr/>
            <p:nvPr/>
          </p:nvCxnSpPr>
          <p:spPr>
            <a:xfrm>
              <a:off x="1179219" y="2625452"/>
              <a:ext cx="0" cy="1785211"/>
            </a:xfrm>
            <a:prstGeom prst="straightConnector1">
              <a:avLst/>
            </a:prstGeom>
            <a:noFill/>
            <a:ln w="38103" cap="rnd">
              <a:solidFill>
                <a:srgbClr val="00A6D6"/>
              </a:solidFill>
              <a:prstDash val="solid"/>
              <a:round/>
            </a:ln>
          </p:spPr>
        </p:cxnSp>
      </p:grpSp>
      <p:sp>
        <p:nvSpPr>
          <p:cNvPr id="10" name="TextBox 48">
            <a:extLst>
              <a:ext uri="{FF2B5EF4-FFF2-40B4-BE49-F238E27FC236}">
                <a16:creationId xmlns:a16="http://schemas.microsoft.com/office/drawing/2014/main" id="{04DD3A48-0BFF-4074-F7A8-EC06D7DC1BA0}"/>
              </a:ext>
            </a:extLst>
          </p:cNvPr>
          <p:cNvSpPr txBox="1"/>
          <p:nvPr/>
        </p:nvSpPr>
        <p:spPr>
          <a:xfrm>
            <a:off x="1179219" y="1918959"/>
            <a:ext cx="2783835" cy="323414"/>
          </a:xfrm>
          <a:prstGeom prst="rect">
            <a:avLst/>
          </a:prstGeom>
          <a:noFill/>
          <a:ln>
            <a:noFill/>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600" b="0" i="0" u="none" strike="noStrike" kern="1200" cap="none" spc="0" baseline="0">
                <a:solidFill>
                  <a:srgbClr val="000000"/>
                </a:solidFill>
                <a:uFillTx/>
                <a:latin typeface="Arial"/>
              </a:rPr>
              <a:t>Integrated Project Delivery </a:t>
            </a:r>
            <a:endParaRPr lang="en-IN" sz="1600" b="0" i="0" u="none" strike="noStrike" kern="1200" cap="none" spc="0" baseline="0">
              <a:solidFill>
                <a:srgbClr val="000000"/>
              </a:solidFill>
              <a:uFillTx/>
              <a:latin typeface="Arial"/>
            </a:endParaRPr>
          </a:p>
        </p:txBody>
      </p:sp>
      <p:sp>
        <p:nvSpPr>
          <p:cNvPr id="11" name="TextBox 55">
            <a:extLst>
              <a:ext uri="{FF2B5EF4-FFF2-40B4-BE49-F238E27FC236}">
                <a16:creationId xmlns:a16="http://schemas.microsoft.com/office/drawing/2014/main" id="{2C1C1A77-3F52-CDC9-BCFC-76CABA1A56C8}"/>
              </a:ext>
            </a:extLst>
          </p:cNvPr>
          <p:cNvSpPr txBox="1"/>
          <p:nvPr/>
        </p:nvSpPr>
        <p:spPr>
          <a:xfrm>
            <a:off x="1813401" y="2302395"/>
            <a:ext cx="3026115" cy="341628"/>
          </a:xfrm>
          <a:prstGeom prst="rect">
            <a:avLst/>
          </a:prstGeom>
          <a:noFill/>
          <a:ln>
            <a:noFill/>
          </a:ln>
        </p:spPr>
        <p:txBody>
          <a:bodyPr vert="horz" wrap="square" lIns="91440" tIns="45720" rIns="91440" bIns="45720" anchor="t" anchorCtr="0" compatLnSpc="1">
            <a:spAutoFit/>
          </a:bodyPr>
          <a:lstStyle/>
          <a:p>
            <a:pPr marL="0" marR="0" lvl="0" indent="0" algn="just"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800" b="1" i="0" u="none" strike="noStrike" kern="1200" cap="none" spc="0" baseline="0">
                <a:solidFill>
                  <a:srgbClr val="000000"/>
                </a:solidFill>
                <a:uFillTx/>
                <a:latin typeface="Arial"/>
              </a:rPr>
              <a:t>Lean Construction</a:t>
            </a:r>
          </a:p>
        </p:txBody>
      </p:sp>
      <p:sp>
        <p:nvSpPr>
          <p:cNvPr id="12" name="TextBox 58">
            <a:extLst>
              <a:ext uri="{FF2B5EF4-FFF2-40B4-BE49-F238E27FC236}">
                <a16:creationId xmlns:a16="http://schemas.microsoft.com/office/drawing/2014/main" id="{881C08F1-C344-2C8A-E0BC-F03CE280B58E}"/>
              </a:ext>
            </a:extLst>
          </p:cNvPr>
          <p:cNvSpPr txBox="1"/>
          <p:nvPr/>
        </p:nvSpPr>
        <p:spPr>
          <a:xfrm>
            <a:off x="2280669" y="2782830"/>
            <a:ext cx="3026115" cy="341628"/>
          </a:xfrm>
          <a:prstGeom prst="rect">
            <a:avLst/>
          </a:prstGeom>
          <a:noFill/>
          <a:ln>
            <a:noFill/>
          </a:ln>
        </p:spPr>
        <p:txBody>
          <a:bodyPr vert="horz" wrap="square" lIns="91440" tIns="45720" rIns="91440" bIns="45720" anchor="t" anchorCtr="0" compatLnSpc="1">
            <a:spAutoFit/>
          </a:bodyPr>
          <a:lstStyle/>
          <a:p>
            <a:pPr marL="0" marR="0" lvl="0" indent="0" algn="just"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800" b="0" i="0" u="none" strike="noStrike" kern="1200" cap="none" spc="0" baseline="0">
                <a:solidFill>
                  <a:srgbClr val="000000"/>
                </a:solidFill>
                <a:uFillTx/>
                <a:latin typeface="Arial"/>
              </a:rPr>
              <a:t>Cloud-Based Collaboration </a:t>
            </a:r>
          </a:p>
        </p:txBody>
      </p:sp>
      <p:sp>
        <p:nvSpPr>
          <p:cNvPr id="13" name="TextBox 60">
            <a:extLst>
              <a:ext uri="{FF2B5EF4-FFF2-40B4-BE49-F238E27FC236}">
                <a16:creationId xmlns:a16="http://schemas.microsoft.com/office/drawing/2014/main" id="{72BF21B2-368B-E9DA-06EB-B8EA88DCA809}"/>
              </a:ext>
            </a:extLst>
          </p:cNvPr>
          <p:cNvSpPr txBox="1"/>
          <p:nvPr/>
        </p:nvSpPr>
        <p:spPr>
          <a:xfrm>
            <a:off x="1152290" y="4888528"/>
            <a:ext cx="3482711" cy="341628"/>
          </a:xfrm>
          <a:prstGeom prst="rect">
            <a:avLst/>
          </a:prstGeom>
          <a:noFill/>
          <a:ln>
            <a:noFill/>
          </a:ln>
        </p:spPr>
        <p:txBody>
          <a:bodyPr vert="horz" wrap="square" lIns="91440" tIns="45720" rIns="91440" bIns="45720" anchor="t" anchorCtr="0" compatLnSpc="1">
            <a:spAutoFit/>
          </a:bodyPr>
          <a:lstStyle/>
          <a:p>
            <a:pPr marL="0" marR="0" lvl="0" indent="0" algn="just"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800" b="0" i="0" u="none" strike="noStrike" kern="1200" cap="none" spc="0" baseline="0">
                <a:solidFill>
                  <a:srgbClr val="000000"/>
                </a:solidFill>
                <a:uFillTx/>
                <a:latin typeface="Arial"/>
              </a:rPr>
              <a:t>Continuous Improvement</a:t>
            </a:r>
          </a:p>
        </p:txBody>
      </p:sp>
      <p:sp>
        <p:nvSpPr>
          <p:cNvPr id="14" name="TextBox 61">
            <a:extLst>
              <a:ext uri="{FF2B5EF4-FFF2-40B4-BE49-F238E27FC236}">
                <a16:creationId xmlns:a16="http://schemas.microsoft.com/office/drawing/2014/main" id="{E75E483B-5807-6B5B-4715-08ABE085BAE7}"/>
              </a:ext>
            </a:extLst>
          </p:cNvPr>
          <p:cNvSpPr txBox="1"/>
          <p:nvPr/>
        </p:nvSpPr>
        <p:spPr>
          <a:xfrm>
            <a:off x="1797143" y="4449817"/>
            <a:ext cx="3482711" cy="341628"/>
          </a:xfrm>
          <a:prstGeom prst="rect">
            <a:avLst/>
          </a:prstGeom>
          <a:noFill/>
          <a:ln>
            <a:noFill/>
          </a:ln>
        </p:spPr>
        <p:txBody>
          <a:bodyPr vert="horz" wrap="square" lIns="91440" tIns="45720" rIns="91440" bIns="45720" anchor="t" anchorCtr="0" compatLnSpc="1">
            <a:spAutoFit/>
          </a:bodyPr>
          <a:lstStyle/>
          <a:p>
            <a:pPr marL="0" marR="0" lvl="0" indent="0" algn="just"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800" b="1" i="0" u="none" strike="noStrike" kern="1200" cap="none" spc="0" baseline="0">
                <a:solidFill>
                  <a:srgbClr val="000000"/>
                </a:solidFill>
                <a:uFillTx/>
                <a:latin typeface="Arial"/>
              </a:rPr>
              <a:t>Customer-Centric Approach</a:t>
            </a:r>
          </a:p>
        </p:txBody>
      </p:sp>
      <p:sp>
        <p:nvSpPr>
          <p:cNvPr id="15" name="TextBox 62">
            <a:extLst>
              <a:ext uri="{FF2B5EF4-FFF2-40B4-BE49-F238E27FC236}">
                <a16:creationId xmlns:a16="http://schemas.microsoft.com/office/drawing/2014/main" id="{EDBDFDC0-CF0D-C796-D5C0-804564DF6B32}"/>
              </a:ext>
            </a:extLst>
          </p:cNvPr>
          <p:cNvSpPr txBox="1"/>
          <p:nvPr/>
        </p:nvSpPr>
        <p:spPr>
          <a:xfrm>
            <a:off x="2253739" y="3943953"/>
            <a:ext cx="3026115" cy="341628"/>
          </a:xfrm>
          <a:prstGeom prst="rect">
            <a:avLst/>
          </a:prstGeom>
          <a:noFill/>
          <a:ln>
            <a:noFill/>
          </a:ln>
        </p:spPr>
        <p:txBody>
          <a:bodyPr vert="horz" wrap="square" lIns="91440" tIns="45720" rIns="91440" bIns="45720" anchor="t" anchorCtr="0" compatLnSpc="1">
            <a:spAutoFit/>
          </a:bodyPr>
          <a:lstStyle/>
          <a:p>
            <a:pPr marL="0" marR="0" lvl="0" indent="0" algn="just"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800" b="0" i="0" u="none" strike="noStrike" kern="1200" cap="none" spc="0" baseline="0">
                <a:solidFill>
                  <a:srgbClr val="000000"/>
                </a:solidFill>
                <a:uFillTx/>
                <a:latin typeface="Arial"/>
              </a:rPr>
              <a:t>POC Based Approach </a:t>
            </a:r>
          </a:p>
        </p:txBody>
      </p:sp>
      <p:sp>
        <p:nvSpPr>
          <p:cNvPr id="16" name="TextBox 63">
            <a:extLst>
              <a:ext uri="{FF2B5EF4-FFF2-40B4-BE49-F238E27FC236}">
                <a16:creationId xmlns:a16="http://schemas.microsoft.com/office/drawing/2014/main" id="{80EE61C8-C682-17CA-6793-0C34890B65CF}"/>
              </a:ext>
            </a:extLst>
          </p:cNvPr>
          <p:cNvSpPr txBox="1"/>
          <p:nvPr/>
        </p:nvSpPr>
        <p:spPr>
          <a:xfrm>
            <a:off x="2588264" y="3197062"/>
            <a:ext cx="3093680" cy="590931"/>
          </a:xfrm>
          <a:prstGeom prst="rect">
            <a:avLst/>
          </a:prstGeom>
          <a:noFill/>
          <a:ln>
            <a:noFill/>
          </a:ln>
        </p:spPr>
        <p:txBody>
          <a:bodyPr vert="horz" wrap="square" lIns="91440" tIns="45720" rIns="91440" bIns="45720" anchor="t" anchorCtr="0" compatLnSpc="1">
            <a:sp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800" b="1" i="0" u="none" strike="noStrike" kern="1200" cap="none" spc="0" baseline="0">
                <a:solidFill>
                  <a:srgbClr val="000000"/>
                </a:solidFill>
                <a:uFillTx/>
                <a:latin typeface="Arial"/>
              </a:rPr>
              <a:t>Wide-range of Modules &amp; Features</a:t>
            </a:r>
          </a:p>
        </p:txBody>
      </p:sp>
      <p:sp>
        <p:nvSpPr>
          <p:cNvPr id="17" name="TextBox 65">
            <a:extLst>
              <a:ext uri="{FF2B5EF4-FFF2-40B4-BE49-F238E27FC236}">
                <a16:creationId xmlns:a16="http://schemas.microsoft.com/office/drawing/2014/main" id="{F474FE77-8AAB-BC26-3592-839F9AD64D96}"/>
              </a:ext>
            </a:extLst>
          </p:cNvPr>
          <p:cNvSpPr txBox="1"/>
          <p:nvPr/>
        </p:nvSpPr>
        <p:spPr>
          <a:xfrm>
            <a:off x="684026" y="1932739"/>
            <a:ext cx="400388" cy="3163942"/>
          </a:xfrm>
          <a:prstGeom prst="rect">
            <a:avLst/>
          </a:prstGeom>
          <a:noFill/>
          <a:ln>
            <a:noFill/>
          </a:ln>
        </p:spPr>
        <p:txBody>
          <a:bodyPr vert="horz" wrap="square" lIns="91440" tIns="45720" rIns="91440" bIns="45720" anchor="t" anchorCtr="0" compatLnSpc="1">
            <a:spAutoFit/>
          </a:bodyPr>
          <a:lstStyle/>
          <a:p>
            <a:pPr marL="0" marR="0" lvl="0" indent="0" algn="just"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800" b="1" i="0" u="none" strike="noStrike" kern="1200" cap="none" spc="0" baseline="0">
                <a:solidFill>
                  <a:srgbClr val="00A6D6"/>
                </a:solidFill>
                <a:uFillTx/>
                <a:latin typeface="Arial"/>
              </a:rPr>
              <a:t>E</a:t>
            </a:r>
          </a:p>
          <a:p>
            <a:pPr marL="0" marR="0" lvl="0" indent="0" algn="just"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800" b="1" i="0" u="none" strike="noStrike" kern="1200" cap="none" spc="0" baseline="0">
                <a:solidFill>
                  <a:srgbClr val="00A6D6"/>
                </a:solidFill>
                <a:uFillTx/>
                <a:latin typeface="Arial"/>
              </a:rPr>
              <a:t>L</a:t>
            </a:r>
          </a:p>
          <a:p>
            <a:pPr marL="0" marR="0" lvl="0" indent="0" algn="just"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800" b="1" i="0" u="none" strike="noStrike" kern="1200" cap="none" spc="0" baseline="0">
                <a:solidFill>
                  <a:srgbClr val="00A6D6"/>
                </a:solidFill>
                <a:uFillTx/>
                <a:latin typeface="Arial"/>
              </a:rPr>
              <a:t>E </a:t>
            </a:r>
          </a:p>
          <a:p>
            <a:pPr marL="0" marR="0" lvl="0" indent="0" algn="just"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800" b="1" i="0" u="none" strike="noStrike" kern="1200" cap="none" spc="0" baseline="0">
                <a:solidFill>
                  <a:srgbClr val="00A6D6"/>
                </a:solidFill>
                <a:uFillTx/>
                <a:latin typeface="Arial"/>
              </a:rPr>
              <a:t>M</a:t>
            </a:r>
          </a:p>
          <a:p>
            <a:pPr marL="0" marR="0" lvl="0" indent="0" algn="just"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800" b="1" i="0" u="none" strike="noStrike" kern="1200" cap="none" spc="0" baseline="0">
                <a:solidFill>
                  <a:srgbClr val="00A6D6"/>
                </a:solidFill>
                <a:uFillTx/>
                <a:latin typeface="Arial"/>
              </a:rPr>
              <a:t>E </a:t>
            </a:r>
          </a:p>
          <a:p>
            <a:pPr marL="0" marR="0" lvl="0" indent="0" algn="just"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800" b="1" i="0" u="none" strike="noStrike" kern="1200" cap="none" spc="0" baseline="0">
                <a:solidFill>
                  <a:srgbClr val="00A6D6"/>
                </a:solidFill>
                <a:uFillTx/>
                <a:latin typeface="Arial"/>
              </a:rPr>
              <a:t>N</a:t>
            </a:r>
          </a:p>
          <a:p>
            <a:pPr marL="0" marR="0" lvl="0" indent="0" algn="just"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800" b="1" i="0" u="none" strike="noStrike" kern="1200" cap="none" spc="0" baseline="0">
                <a:solidFill>
                  <a:srgbClr val="00A6D6"/>
                </a:solidFill>
                <a:uFillTx/>
                <a:latin typeface="Arial"/>
              </a:rPr>
              <a:t>T </a:t>
            </a:r>
          </a:p>
          <a:p>
            <a:pPr marL="0" marR="0" lvl="0" indent="0" algn="just"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800" b="1" i="0" u="none" strike="noStrike" kern="1200" cap="none" spc="0" baseline="0">
                <a:solidFill>
                  <a:srgbClr val="00A6D6"/>
                </a:solidFill>
                <a:uFillTx/>
                <a:latin typeface="Arial"/>
              </a:rPr>
              <a:t>S</a:t>
            </a:r>
          </a:p>
        </p:txBody>
      </p:sp>
      <p:grpSp>
        <p:nvGrpSpPr>
          <p:cNvPr id="18" name="Group 71">
            <a:extLst>
              <a:ext uri="{FF2B5EF4-FFF2-40B4-BE49-F238E27FC236}">
                <a16:creationId xmlns:a16="http://schemas.microsoft.com/office/drawing/2014/main" id="{60022C93-E154-FDD8-40F4-C6AB54C53AC4}"/>
              </a:ext>
            </a:extLst>
          </p:cNvPr>
          <p:cNvGrpSpPr/>
          <p:nvPr/>
        </p:nvGrpSpPr>
        <p:grpSpPr>
          <a:xfrm>
            <a:off x="5496549" y="1242623"/>
            <a:ext cx="6274402" cy="4760750"/>
            <a:chOff x="5496549" y="1242623"/>
            <a:chExt cx="6274402" cy="4760750"/>
          </a:xfrm>
        </p:grpSpPr>
        <p:sp>
          <p:nvSpPr>
            <p:cNvPr id="19" name="Freeform: Shape 51">
              <a:extLst>
                <a:ext uri="{FF2B5EF4-FFF2-40B4-BE49-F238E27FC236}">
                  <a16:creationId xmlns:a16="http://schemas.microsoft.com/office/drawing/2014/main" id="{BFA35498-D29B-601E-6B91-04FAA0FF2005}"/>
                </a:ext>
              </a:extLst>
            </p:cNvPr>
            <p:cNvSpPr/>
            <p:nvPr/>
          </p:nvSpPr>
          <p:spPr>
            <a:xfrm>
              <a:off x="7727438" y="2127662"/>
              <a:ext cx="2316476" cy="3149595"/>
            </a:xfrm>
            <a:custGeom>
              <a:avLst/>
              <a:gdLst>
                <a:gd name="f0" fmla="val 10800000"/>
                <a:gd name="f1" fmla="val 5400000"/>
                <a:gd name="f2" fmla="val 180"/>
                <a:gd name="f3" fmla="val w"/>
                <a:gd name="f4" fmla="val h"/>
                <a:gd name="f5" fmla="val 0"/>
                <a:gd name="f6" fmla="val 2316480"/>
                <a:gd name="f7" fmla="val 3149600"/>
                <a:gd name="f8" fmla="val 762000"/>
                <a:gd name="f9" fmla="val 2733040"/>
                <a:gd name="f10" fmla="+- 0 0 -90"/>
                <a:gd name="f11" fmla="*/ f3 1 2316480"/>
                <a:gd name="f12" fmla="*/ f4 1 3149600"/>
                <a:gd name="f13" fmla="val f5"/>
                <a:gd name="f14" fmla="val f6"/>
                <a:gd name="f15" fmla="val f7"/>
                <a:gd name="f16" fmla="*/ f10 f0 1"/>
                <a:gd name="f17" fmla="+- f15 0 f13"/>
                <a:gd name="f18" fmla="+- f14 0 f13"/>
                <a:gd name="f19" fmla="*/ f16 1 f2"/>
                <a:gd name="f20" fmla="*/ f18 1 2316480"/>
                <a:gd name="f21" fmla="*/ f17 1 3149600"/>
                <a:gd name="f22" fmla="*/ 762000 f18 1"/>
                <a:gd name="f23" fmla="*/ 0 f17 1"/>
                <a:gd name="f24" fmla="*/ 2316480 f18 1"/>
                <a:gd name="f25" fmla="*/ 3149600 f17 1"/>
                <a:gd name="f26" fmla="*/ 0 f18 1"/>
                <a:gd name="f27" fmla="*/ 2733040 f17 1"/>
                <a:gd name="f28" fmla="+- f19 0 f1"/>
                <a:gd name="f29" fmla="*/ f22 1 2316480"/>
                <a:gd name="f30" fmla="*/ f23 1 3149600"/>
                <a:gd name="f31" fmla="*/ f24 1 2316480"/>
                <a:gd name="f32" fmla="*/ f25 1 3149600"/>
                <a:gd name="f33" fmla="*/ f26 1 2316480"/>
                <a:gd name="f34" fmla="*/ f27 1 3149600"/>
                <a:gd name="f35" fmla="*/ f13 1 f20"/>
                <a:gd name="f36" fmla="*/ f14 1 f20"/>
                <a:gd name="f37" fmla="*/ f13 1 f21"/>
                <a:gd name="f38" fmla="*/ f15 1 f21"/>
                <a:gd name="f39" fmla="*/ f29 1 f20"/>
                <a:gd name="f40" fmla="*/ f30 1 f21"/>
                <a:gd name="f41" fmla="*/ f31 1 f20"/>
                <a:gd name="f42" fmla="*/ f32 1 f21"/>
                <a:gd name="f43" fmla="*/ f33 1 f20"/>
                <a:gd name="f44" fmla="*/ f34 1 f21"/>
                <a:gd name="f45" fmla="*/ f35 f11 1"/>
                <a:gd name="f46" fmla="*/ f36 f11 1"/>
                <a:gd name="f47" fmla="*/ f38 f12 1"/>
                <a:gd name="f48" fmla="*/ f37 f12 1"/>
                <a:gd name="f49" fmla="*/ f39 f11 1"/>
                <a:gd name="f50" fmla="*/ f40 f12 1"/>
                <a:gd name="f51" fmla="*/ f41 f11 1"/>
                <a:gd name="f52" fmla="*/ f42 f12 1"/>
                <a:gd name="f53" fmla="*/ f43 f11 1"/>
                <a:gd name="f54" fmla="*/ f44 f12 1"/>
              </a:gdLst>
              <a:ahLst/>
              <a:cxnLst>
                <a:cxn ang="3cd4">
                  <a:pos x="hc" y="t"/>
                </a:cxn>
                <a:cxn ang="0">
                  <a:pos x="r" y="vc"/>
                </a:cxn>
                <a:cxn ang="cd4">
                  <a:pos x="hc" y="b"/>
                </a:cxn>
                <a:cxn ang="cd2">
                  <a:pos x="l" y="vc"/>
                </a:cxn>
                <a:cxn ang="f28">
                  <a:pos x="f49" y="f50"/>
                </a:cxn>
                <a:cxn ang="f28">
                  <a:pos x="f51" y="f52"/>
                </a:cxn>
                <a:cxn ang="f28">
                  <a:pos x="f53" y="f54"/>
                </a:cxn>
                <a:cxn ang="f28">
                  <a:pos x="f49" y="f50"/>
                </a:cxn>
              </a:cxnLst>
              <a:rect l="f45" t="f48" r="f46" b="f47"/>
              <a:pathLst>
                <a:path w="2316480" h="3149600">
                  <a:moveTo>
                    <a:pt x="f8" y="f5"/>
                  </a:moveTo>
                  <a:lnTo>
                    <a:pt x="f6" y="f7"/>
                  </a:lnTo>
                  <a:lnTo>
                    <a:pt x="f5" y="f9"/>
                  </a:lnTo>
                  <a:lnTo>
                    <a:pt x="f8" y="f5"/>
                  </a:lnTo>
                  <a:close/>
                </a:path>
              </a:pathLst>
            </a:custGeom>
            <a:solidFill>
              <a:srgbClr val="6CC24A">
                <a:alpha val="20000"/>
              </a:srgbClr>
            </a:solidFill>
            <a:ln w="12701" cap="flat">
              <a:solidFill>
                <a:srgbClr val="6CC24A"/>
              </a:solidFill>
              <a:prstDash val="solid"/>
              <a:miter/>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endParaRPr lang="en-IN" sz="1600" b="0" i="0" u="none" strike="noStrike" kern="1200" cap="none" spc="0" baseline="0">
                <a:solidFill>
                  <a:srgbClr val="FFFFFF"/>
                </a:solidFill>
                <a:uFillTx/>
                <a:latin typeface="Arial"/>
              </a:endParaRPr>
            </a:p>
          </p:txBody>
        </p:sp>
        <p:grpSp>
          <p:nvGrpSpPr>
            <p:cNvPr id="20" name="Group 30">
              <a:extLst>
                <a:ext uri="{FF2B5EF4-FFF2-40B4-BE49-F238E27FC236}">
                  <a16:creationId xmlns:a16="http://schemas.microsoft.com/office/drawing/2014/main" id="{AE758758-D4BB-B178-F3D7-D2EA71861750}"/>
                </a:ext>
              </a:extLst>
            </p:cNvPr>
            <p:cNvGrpSpPr/>
            <p:nvPr/>
          </p:nvGrpSpPr>
          <p:grpSpPr>
            <a:xfrm>
              <a:off x="6494818" y="2104957"/>
              <a:ext cx="3988859" cy="3393996"/>
              <a:chOff x="6494818" y="2104957"/>
              <a:chExt cx="3988859" cy="3393996"/>
            </a:xfrm>
          </p:grpSpPr>
          <p:sp>
            <p:nvSpPr>
              <p:cNvPr id="21" name="Isosceles Triangle 20">
                <a:extLst>
                  <a:ext uri="{FF2B5EF4-FFF2-40B4-BE49-F238E27FC236}">
                    <a16:creationId xmlns:a16="http://schemas.microsoft.com/office/drawing/2014/main" id="{EE452207-6FCC-B65E-A76F-8A6F5D80FA11}"/>
                  </a:ext>
                </a:extLst>
              </p:cNvPr>
              <p:cNvSpPr/>
              <p:nvPr/>
            </p:nvSpPr>
            <p:spPr>
              <a:xfrm>
                <a:off x="6494818" y="2104957"/>
                <a:ext cx="3988859" cy="3393996"/>
              </a:xfrm>
              <a:custGeom>
                <a:avLst>
                  <a:gd name="f8" fmla="val 50000"/>
                </a:avLst>
                <a:gdLst>
                  <a:gd name="f1" fmla="val 10800000"/>
                  <a:gd name="f2" fmla="val 5400000"/>
                  <a:gd name="f3" fmla="val 180"/>
                  <a:gd name="f4" fmla="val w"/>
                  <a:gd name="f5" fmla="val h"/>
                  <a:gd name="f6" fmla="val ss"/>
                  <a:gd name="f7" fmla="val 0"/>
                  <a:gd name="f8" fmla="val 50000"/>
                  <a:gd name="f9" fmla="+- 0 0 -360"/>
                  <a:gd name="f10" fmla="+- 0 0 -270"/>
                  <a:gd name="f11" fmla="+- 0 0 -180"/>
                  <a:gd name="f12" fmla="+- 0 0 -90"/>
                  <a:gd name="f13" fmla="abs f4"/>
                  <a:gd name="f14" fmla="abs f5"/>
                  <a:gd name="f15" fmla="abs f6"/>
                  <a:gd name="f16" fmla="val f7"/>
                  <a:gd name="f17" fmla="val f8"/>
                  <a:gd name="f18" fmla="*/ f9 f1 1"/>
                  <a:gd name="f19" fmla="*/ f10 f1 1"/>
                  <a:gd name="f20" fmla="*/ f11 f1 1"/>
                  <a:gd name="f21" fmla="*/ f12 f1 1"/>
                  <a:gd name="f22" fmla="?: f13 f4 1"/>
                  <a:gd name="f23" fmla="?: f14 f5 1"/>
                  <a:gd name="f24" fmla="?: f15 f6 1"/>
                  <a:gd name="f25" fmla="*/ f18 1 f3"/>
                  <a:gd name="f26" fmla="*/ f19 1 f3"/>
                  <a:gd name="f27" fmla="*/ f20 1 f3"/>
                  <a:gd name="f28" fmla="*/ f21 1 f3"/>
                  <a:gd name="f29" fmla="*/ f22 1 21600"/>
                  <a:gd name="f30" fmla="*/ f23 1 21600"/>
                  <a:gd name="f31" fmla="*/ 21600 f22 1"/>
                  <a:gd name="f32" fmla="*/ 21600 f23 1"/>
                  <a:gd name="f33" fmla="+- f25 0 f2"/>
                  <a:gd name="f34" fmla="+- f26 0 f2"/>
                  <a:gd name="f35" fmla="+- f27 0 f2"/>
                  <a:gd name="f36" fmla="+- f28 0 f2"/>
                  <a:gd name="f37" fmla="min f30 f29"/>
                  <a:gd name="f38" fmla="*/ f31 1 f24"/>
                  <a:gd name="f39" fmla="*/ f32 1 f24"/>
                  <a:gd name="f40" fmla="val f38"/>
                  <a:gd name="f41" fmla="val f39"/>
                  <a:gd name="f42" fmla="*/ f16 f37 1"/>
                  <a:gd name="f43" fmla="+- f41 0 f16"/>
                  <a:gd name="f44" fmla="+- f40 0 f16"/>
                  <a:gd name="f45" fmla="*/ f41 f37 1"/>
                  <a:gd name="f46" fmla="*/ f40 f37 1"/>
                  <a:gd name="f47" fmla="*/ f43 1 2"/>
                  <a:gd name="f48" fmla="*/ f44 1 2"/>
                  <a:gd name="f49" fmla="*/ f44 f17 1"/>
                  <a:gd name="f50" fmla="+- f16 f47 0"/>
                  <a:gd name="f51" fmla="*/ f49 1 200000"/>
                  <a:gd name="f52" fmla="*/ f49 1 100000"/>
                  <a:gd name="f53" fmla="+- f51 f48 0"/>
                  <a:gd name="f54" fmla="*/ f51 f37 1"/>
                  <a:gd name="f55" fmla="*/ f50 f37 1"/>
                  <a:gd name="f56" fmla="*/ f52 f37 1"/>
                  <a:gd name="f57" fmla="*/ f53 f37 1"/>
                </a:gdLst>
                <a:ahLst/>
                <a:cxnLst>
                  <a:cxn ang="3cd4">
                    <a:pos x="hc" y="t"/>
                  </a:cxn>
                  <a:cxn ang="0">
                    <a:pos x="r" y="vc"/>
                  </a:cxn>
                  <a:cxn ang="cd4">
                    <a:pos x="hc" y="b"/>
                  </a:cxn>
                  <a:cxn ang="cd2">
                    <a:pos x="l" y="vc"/>
                  </a:cxn>
                  <a:cxn ang="f33">
                    <a:pos x="f56" y="f42"/>
                  </a:cxn>
                  <a:cxn ang="f34">
                    <a:pos x="f54" y="f55"/>
                  </a:cxn>
                  <a:cxn ang="f35">
                    <a:pos x="f42" y="f45"/>
                  </a:cxn>
                  <a:cxn ang="f35">
                    <a:pos x="f56" y="f45"/>
                  </a:cxn>
                  <a:cxn ang="f35">
                    <a:pos x="f46" y="f45"/>
                  </a:cxn>
                  <a:cxn ang="f36">
                    <a:pos x="f57" y="f55"/>
                  </a:cxn>
                </a:cxnLst>
                <a:rect l="f54" t="f55" r="f57" b="f45"/>
                <a:pathLst>
                  <a:path>
                    <a:moveTo>
                      <a:pt x="f42" y="f45"/>
                    </a:moveTo>
                    <a:lnTo>
                      <a:pt x="f56" y="f42"/>
                    </a:lnTo>
                    <a:lnTo>
                      <a:pt x="f46" y="f45"/>
                    </a:lnTo>
                    <a:close/>
                  </a:path>
                </a:pathLst>
              </a:custGeom>
              <a:noFill/>
              <a:ln w="12701" cap="flat">
                <a:solidFill>
                  <a:srgbClr val="00A6D6"/>
                </a:solidFill>
                <a:custDash>
                  <a:ds d="300000" sp="300000"/>
                </a:custDash>
                <a:miter/>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endParaRPr lang="en-IN" sz="1600" b="0" i="0" u="none" strike="noStrike" kern="1200" cap="none" spc="0" baseline="0">
                  <a:solidFill>
                    <a:srgbClr val="FFFFFF"/>
                  </a:solidFill>
                  <a:uFillTx/>
                  <a:latin typeface="Arial"/>
                </a:endParaRPr>
              </a:p>
            </p:txBody>
          </p:sp>
          <p:sp>
            <p:nvSpPr>
              <p:cNvPr id="22" name="Isosceles Triangle 21">
                <a:extLst>
                  <a:ext uri="{FF2B5EF4-FFF2-40B4-BE49-F238E27FC236}">
                    <a16:creationId xmlns:a16="http://schemas.microsoft.com/office/drawing/2014/main" id="{26C1ECBB-6237-83E4-8DA3-65317F4FB40E}"/>
                  </a:ext>
                </a:extLst>
              </p:cNvPr>
              <p:cNvSpPr/>
              <p:nvPr/>
            </p:nvSpPr>
            <p:spPr>
              <a:xfrm>
                <a:off x="6929908" y="2621273"/>
                <a:ext cx="3113422" cy="2649117"/>
              </a:xfrm>
              <a:custGeom>
                <a:avLst>
                  <a:gd name="f8" fmla="val 50000"/>
                </a:avLst>
                <a:gdLst>
                  <a:gd name="f1" fmla="val 10800000"/>
                  <a:gd name="f2" fmla="val 5400000"/>
                  <a:gd name="f3" fmla="val 180"/>
                  <a:gd name="f4" fmla="val w"/>
                  <a:gd name="f5" fmla="val h"/>
                  <a:gd name="f6" fmla="val ss"/>
                  <a:gd name="f7" fmla="val 0"/>
                  <a:gd name="f8" fmla="val 50000"/>
                  <a:gd name="f9" fmla="+- 0 0 -360"/>
                  <a:gd name="f10" fmla="+- 0 0 -270"/>
                  <a:gd name="f11" fmla="+- 0 0 -180"/>
                  <a:gd name="f12" fmla="+- 0 0 -90"/>
                  <a:gd name="f13" fmla="abs f4"/>
                  <a:gd name="f14" fmla="abs f5"/>
                  <a:gd name="f15" fmla="abs f6"/>
                  <a:gd name="f16" fmla="val f7"/>
                  <a:gd name="f17" fmla="val f8"/>
                  <a:gd name="f18" fmla="*/ f9 f1 1"/>
                  <a:gd name="f19" fmla="*/ f10 f1 1"/>
                  <a:gd name="f20" fmla="*/ f11 f1 1"/>
                  <a:gd name="f21" fmla="*/ f12 f1 1"/>
                  <a:gd name="f22" fmla="?: f13 f4 1"/>
                  <a:gd name="f23" fmla="?: f14 f5 1"/>
                  <a:gd name="f24" fmla="?: f15 f6 1"/>
                  <a:gd name="f25" fmla="*/ f18 1 f3"/>
                  <a:gd name="f26" fmla="*/ f19 1 f3"/>
                  <a:gd name="f27" fmla="*/ f20 1 f3"/>
                  <a:gd name="f28" fmla="*/ f21 1 f3"/>
                  <a:gd name="f29" fmla="*/ f22 1 21600"/>
                  <a:gd name="f30" fmla="*/ f23 1 21600"/>
                  <a:gd name="f31" fmla="*/ 21600 f22 1"/>
                  <a:gd name="f32" fmla="*/ 21600 f23 1"/>
                  <a:gd name="f33" fmla="+- f25 0 f2"/>
                  <a:gd name="f34" fmla="+- f26 0 f2"/>
                  <a:gd name="f35" fmla="+- f27 0 f2"/>
                  <a:gd name="f36" fmla="+- f28 0 f2"/>
                  <a:gd name="f37" fmla="min f30 f29"/>
                  <a:gd name="f38" fmla="*/ f31 1 f24"/>
                  <a:gd name="f39" fmla="*/ f32 1 f24"/>
                  <a:gd name="f40" fmla="val f38"/>
                  <a:gd name="f41" fmla="val f39"/>
                  <a:gd name="f42" fmla="*/ f16 f37 1"/>
                  <a:gd name="f43" fmla="+- f41 0 f16"/>
                  <a:gd name="f44" fmla="+- f40 0 f16"/>
                  <a:gd name="f45" fmla="*/ f41 f37 1"/>
                  <a:gd name="f46" fmla="*/ f40 f37 1"/>
                  <a:gd name="f47" fmla="*/ f43 1 2"/>
                  <a:gd name="f48" fmla="*/ f44 1 2"/>
                  <a:gd name="f49" fmla="*/ f44 f17 1"/>
                  <a:gd name="f50" fmla="+- f16 f47 0"/>
                  <a:gd name="f51" fmla="*/ f49 1 200000"/>
                  <a:gd name="f52" fmla="*/ f49 1 100000"/>
                  <a:gd name="f53" fmla="+- f51 f48 0"/>
                  <a:gd name="f54" fmla="*/ f51 f37 1"/>
                  <a:gd name="f55" fmla="*/ f50 f37 1"/>
                  <a:gd name="f56" fmla="*/ f52 f37 1"/>
                  <a:gd name="f57" fmla="*/ f53 f37 1"/>
                </a:gdLst>
                <a:ahLst/>
                <a:cxnLst>
                  <a:cxn ang="3cd4">
                    <a:pos x="hc" y="t"/>
                  </a:cxn>
                  <a:cxn ang="0">
                    <a:pos x="r" y="vc"/>
                  </a:cxn>
                  <a:cxn ang="cd4">
                    <a:pos x="hc" y="b"/>
                  </a:cxn>
                  <a:cxn ang="cd2">
                    <a:pos x="l" y="vc"/>
                  </a:cxn>
                  <a:cxn ang="f33">
                    <a:pos x="f56" y="f42"/>
                  </a:cxn>
                  <a:cxn ang="f34">
                    <a:pos x="f54" y="f55"/>
                  </a:cxn>
                  <a:cxn ang="f35">
                    <a:pos x="f42" y="f45"/>
                  </a:cxn>
                  <a:cxn ang="f35">
                    <a:pos x="f56" y="f45"/>
                  </a:cxn>
                  <a:cxn ang="f35">
                    <a:pos x="f46" y="f45"/>
                  </a:cxn>
                  <a:cxn ang="f36">
                    <a:pos x="f57" y="f55"/>
                  </a:cxn>
                </a:cxnLst>
                <a:rect l="f54" t="f55" r="f57" b="f45"/>
                <a:pathLst>
                  <a:path>
                    <a:moveTo>
                      <a:pt x="f42" y="f45"/>
                    </a:moveTo>
                    <a:lnTo>
                      <a:pt x="f56" y="f42"/>
                    </a:lnTo>
                    <a:lnTo>
                      <a:pt x="f46" y="f45"/>
                    </a:lnTo>
                    <a:close/>
                  </a:path>
                </a:pathLst>
              </a:custGeom>
              <a:noFill/>
              <a:ln w="12701" cap="flat">
                <a:solidFill>
                  <a:srgbClr val="00A6D6"/>
                </a:solidFill>
                <a:prstDash val="solid"/>
                <a:miter/>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endParaRPr lang="en-IN" sz="1600" b="0" i="0" u="none" strike="noStrike" kern="1200" cap="none" spc="0" baseline="0">
                  <a:solidFill>
                    <a:srgbClr val="FFFFFF"/>
                  </a:solidFill>
                  <a:uFillTx/>
                  <a:latin typeface="Arial"/>
                </a:endParaRPr>
              </a:p>
            </p:txBody>
          </p:sp>
          <p:sp>
            <p:nvSpPr>
              <p:cNvPr id="23" name="Isosceles Triangle 25">
                <a:extLst>
                  <a:ext uri="{FF2B5EF4-FFF2-40B4-BE49-F238E27FC236}">
                    <a16:creationId xmlns:a16="http://schemas.microsoft.com/office/drawing/2014/main" id="{7F58425C-A144-D967-EC9E-13D21E90665D}"/>
                  </a:ext>
                </a:extLst>
              </p:cNvPr>
              <p:cNvSpPr/>
              <p:nvPr/>
            </p:nvSpPr>
            <p:spPr>
              <a:xfrm>
                <a:off x="7371225" y="3148946"/>
                <a:ext cx="2199781" cy="1871731"/>
              </a:xfrm>
              <a:custGeom>
                <a:avLst>
                  <a:gd name="f8" fmla="val 50000"/>
                </a:avLst>
                <a:gdLst>
                  <a:gd name="f1" fmla="val 10800000"/>
                  <a:gd name="f2" fmla="val 5400000"/>
                  <a:gd name="f3" fmla="val 180"/>
                  <a:gd name="f4" fmla="val w"/>
                  <a:gd name="f5" fmla="val h"/>
                  <a:gd name="f6" fmla="val ss"/>
                  <a:gd name="f7" fmla="val 0"/>
                  <a:gd name="f8" fmla="val 50000"/>
                  <a:gd name="f9" fmla="+- 0 0 -360"/>
                  <a:gd name="f10" fmla="+- 0 0 -270"/>
                  <a:gd name="f11" fmla="+- 0 0 -180"/>
                  <a:gd name="f12" fmla="+- 0 0 -90"/>
                  <a:gd name="f13" fmla="abs f4"/>
                  <a:gd name="f14" fmla="abs f5"/>
                  <a:gd name="f15" fmla="abs f6"/>
                  <a:gd name="f16" fmla="val f7"/>
                  <a:gd name="f17" fmla="val f8"/>
                  <a:gd name="f18" fmla="*/ f9 f1 1"/>
                  <a:gd name="f19" fmla="*/ f10 f1 1"/>
                  <a:gd name="f20" fmla="*/ f11 f1 1"/>
                  <a:gd name="f21" fmla="*/ f12 f1 1"/>
                  <a:gd name="f22" fmla="?: f13 f4 1"/>
                  <a:gd name="f23" fmla="?: f14 f5 1"/>
                  <a:gd name="f24" fmla="?: f15 f6 1"/>
                  <a:gd name="f25" fmla="*/ f18 1 f3"/>
                  <a:gd name="f26" fmla="*/ f19 1 f3"/>
                  <a:gd name="f27" fmla="*/ f20 1 f3"/>
                  <a:gd name="f28" fmla="*/ f21 1 f3"/>
                  <a:gd name="f29" fmla="*/ f22 1 21600"/>
                  <a:gd name="f30" fmla="*/ f23 1 21600"/>
                  <a:gd name="f31" fmla="*/ 21600 f22 1"/>
                  <a:gd name="f32" fmla="*/ 21600 f23 1"/>
                  <a:gd name="f33" fmla="+- f25 0 f2"/>
                  <a:gd name="f34" fmla="+- f26 0 f2"/>
                  <a:gd name="f35" fmla="+- f27 0 f2"/>
                  <a:gd name="f36" fmla="+- f28 0 f2"/>
                  <a:gd name="f37" fmla="min f30 f29"/>
                  <a:gd name="f38" fmla="*/ f31 1 f24"/>
                  <a:gd name="f39" fmla="*/ f32 1 f24"/>
                  <a:gd name="f40" fmla="val f38"/>
                  <a:gd name="f41" fmla="val f39"/>
                  <a:gd name="f42" fmla="*/ f16 f37 1"/>
                  <a:gd name="f43" fmla="+- f41 0 f16"/>
                  <a:gd name="f44" fmla="+- f40 0 f16"/>
                  <a:gd name="f45" fmla="*/ f41 f37 1"/>
                  <a:gd name="f46" fmla="*/ f40 f37 1"/>
                  <a:gd name="f47" fmla="*/ f43 1 2"/>
                  <a:gd name="f48" fmla="*/ f44 1 2"/>
                  <a:gd name="f49" fmla="*/ f44 f17 1"/>
                  <a:gd name="f50" fmla="+- f16 f47 0"/>
                  <a:gd name="f51" fmla="*/ f49 1 200000"/>
                  <a:gd name="f52" fmla="*/ f49 1 100000"/>
                  <a:gd name="f53" fmla="+- f51 f48 0"/>
                  <a:gd name="f54" fmla="*/ f51 f37 1"/>
                  <a:gd name="f55" fmla="*/ f50 f37 1"/>
                  <a:gd name="f56" fmla="*/ f52 f37 1"/>
                  <a:gd name="f57" fmla="*/ f53 f37 1"/>
                </a:gdLst>
                <a:ahLst/>
                <a:cxnLst>
                  <a:cxn ang="3cd4">
                    <a:pos x="hc" y="t"/>
                  </a:cxn>
                  <a:cxn ang="0">
                    <a:pos x="r" y="vc"/>
                  </a:cxn>
                  <a:cxn ang="cd4">
                    <a:pos x="hc" y="b"/>
                  </a:cxn>
                  <a:cxn ang="cd2">
                    <a:pos x="l" y="vc"/>
                  </a:cxn>
                  <a:cxn ang="f33">
                    <a:pos x="f56" y="f42"/>
                  </a:cxn>
                  <a:cxn ang="f34">
                    <a:pos x="f54" y="f55"/>
                  </a:cxn>
                  <a:cxn ang="f35">
                    <a:pos x="f42" y="f45"/>
                  </a:cxn>
                  <a:cxn ang="f35">
                    <a:pos x="f56" y="f45"/>
                  </a:cxn>
                  <a:cxn ang="f35">
                    <a:pos x="f46" y="f45"/>
                  </a:cxn>
                  <a:cxn ang="f36">
                    <a:pos x="f57" y="f55"/>
                  </a:cxn>
                </a:cxnLst>
                <a:rect l="f54" t="f55" r="f57" b="f45"/>
                <a:pathLst>
                  <a:path>
                    <a:moveTo>
                      <a:pt x="f42" y="f45"/>
                    </a:moveTo>
                    <a:lnTo>
                      <a:pt x="f56" y="f42"/>
                    </a:lnTo>
                    <a:lnTo>
                      <a:pt x="f46" y="f45"/>
                    </a:lnTo>
                    <a:close/>
                  </a:path>
                </a:pathLst>
              </a:custGeom>
              <a:noFill/>
              <a:ln w="12701" cap="flat">
                <a:solidFill>
                  <a:srgbClr val="FF0000"/>
                </a:solidFill>
                <a:custDash>
                  <a:ds d="300000" sp="300000"/>
                </a:custDash>
                <a:miter/>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endParaRPr lang="en-IN" sz="1600" b="0" i="0" u="none" strike="noStrike" kern="1200" cap="none" spc="0" baseline="0">
                  <a:solidFill>
                    <a:srgbClr val="FFFFFF"/>
                  </a:solidFill>
                  <a:uFillTx/>
                  <a:latin typeface="Arial"/>
                </a:endParaRPr>
              </a:p>
            </p:txBody>
          </p:sp>
        </p:grpSp>
        <p:sp>
          <p:nvSpPr>
            <p:cNvPr id="24" name="TextBox 29">
              <a:extLst>
                <a:ext uri="{FF2B5EF4-FFF2-40B4-BE49-F238E27FC236}">
                  <a16:creationId xmlns:a16="http://schemas.microsoft.com/office/drawing/2014/main" id="{E68EC731-243E-9904-325F-21257EE482AF}"/>
                </a:ext>
              </a:extLst>
            </p:cNvPr>
            <p:cNvSpPr txBox="1"/>
            <p:nvPr/>
          </p:nvSpPr>
          <p:spPr>
            <a:xfrm>
              <a:off x="9211126" y="5687037"/>
              <a:ext cx="2296853" cy="286234"/>
            </a:xfrm>
            <a:prstGeom prst="rect">
              <a:avLst/>
            </a:prstGeom>
            <a:noFill/>
            <a:ln>
              <a:noFill/>
            </a:ln>
          </p:spPr>
          <p:txBody>
            <a:bodyPr vert="horz" wrap="square" lIns="91440" tIns="45720" rIns="91440" bIns="45720" anchor="t" anchorCtr="0" compatLnSpc="1">
              <a:spAutoFit/>
            </a:bodyPr>
            <a:lstStyle/>
            <a:p>
              <a:pPr marL="0" marR="0" lvl="0" indent="0" algn="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400" b="1" i="0" u="none" strike="noStrike" kern="1200" cap="none" spc="0" baseline="0">
                  <a:solidFill>
                    <a:srgbClr val="00A6D6"/>
                  </a:solidFill>
                  <a:uFillTx/>
                  <a:latin typeface="Arial"/>
                </a:rPr>
                <a:t>CUSTOMER INTIMACY  </a:t>
              </a:r>
            </a:p>
          </p:txBody>
        </p:sp>
        <p:sp>
          <p:nvSpPr>
            <p:cNvPr id="25" name="TextBox 33">
              <a:extLst>
                <a:ext uri="{FF2B5EF4-FFF2-40B4-BE49-F238E27FC236}">
                  <a16:creationId xmlns:a16="http://schemas.microsoft.com/office/drawing/2014/main" id="{238E60F0-B60E-0A2F-F84B-AB7D276B246A}"/>
                </a:ext>
              </a:extLst>
            </p:cNvPr>
            <p:cNvSpPr txBox="1"/>
            <p:nvPr/>
          </p:nvSpPr>
          <p:spPr>
            <a:xfrm>
              <a:off x="6950628" y="1242623"/>
              <a:ext cx="2987088" cy="286234"/>
            </a:xfrm>
            <a:prstGeom prst="rect">
              <a:avLst/>
            </a:prstGeom>
            <a:noFill/>
            <a:ln>
              <a:noFill/>
            </a:ln>
          </p:spPr>
          <p:txBody>
            <a:bodyPr vert="horz" wrap="square" lIns="91440" tIns="45720" rIns="91440" bIns="45720" anchor="t" anchorCtr="1" compatLnSpc="1">
              <a:sp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400" b="1" i="0" u="none" strike="noStrike" kern="1200" cap="none" spc="0" baseline="0">
                  <a:solidFill>
                    <a:srgbClr val="00A6D6"/>
                  </a:solidFill>
                  <a:uFillTx/>
                  <a:latin typeface="Arial"/>
                </a:rPr>
                <a:t>PRODUCT LEADERSHIP</a:t>
              </a:r>
            </a:p>
          </p:txBody>
        </p:sp>
        <p:sp>
          <p:nvSpPr>
            <p:cNvPr id="26" name="TextBox 34">
              <a:extLst>
                <a:ext uri="{FF2B5EF4-FFF2-40B4-BE49-F238E27FC236}">
                  <a16:creationId xmlns:a16="http://schemas.microsoft.com/office/drawing/2014/main" id="{19529958-32B3-5D7B-7656-E37152CAF82D}"/>
                </a:ext>
              </a:extLst>
            </p:cNvPr>
            <p:cNvSpPr txBox="1"/>
            <p:nvPr/>
          </p:nvSpPr>
          <p:spPr>
            <a:xfrm>
              <a:off x="5496549" y="5717139"/>
              <a:ext cx="2830314" cy="286234"/>
            </a:xfrm>
            <a:prstGeom prst="rect">
              <a:avLst/>
            </a:prstGeom>
            <a:noFill/>
            <a:ln>
              <a:noFill/>
            </a:ln>
          </p:spPr>
          <p:txBody>
            <a:bodyPr vert="horz" wrap="square" lIns="91440" tIns="45720" rIns="91440" bIns="45720" anchor="t" anchorCtr="0" compatLnSpc="1">
              <a:spAutoFit/>
            </a:bodyPr>
            <a:lstStyle/>
            <a:p>
              <a:pPr marL="0" marR="0" lvl="0" indent="0" algn="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400" b="1" i="0" u="none" strike="noStrike" kern="1200" cap="none" spc="0" baseline="0">
                  <a:solidFill>
                    <a:srgbClr val="00A6D6"/>
                  </a:solidFill>
                  <a:uFillTx/>
                  <a:latin typeface="Arial"/>
                </a:rPr>
                <a:t>OPERATIONAL EXCELLENCE </a:t>
              </a:r>
            </a:p>
          </p:txBody>
        </p:sp>
        <p:cxnSp>
          <p:nvCxnSpPr>
            <p:cNvPr id="27" name="Straight Arrow Connector 36">
              <a:extLst>
                <a:ext uri="{FF2B5EF4-FFF2-40B4-BE49-F238E27FC236}">
                  <a16:creationId xmlns:a16="http://schemas.microsoft.com/office/drawing/2014/main" id="{AE98B0C5-B2CB-1EEB-B7A8-94ADE498B4C8}"/>
                </a:ext>
              </a:extLst>
            </p:cNvPr>
            <p:cNvCxnSpPr/>
            <p:nvPr/>
          </p:nvCxnSpPr>
          <p:spPr>
            <a:xfrm flipV="1">
              <a:off x="8484882" y="1610779"/>
              <a:ext cx="0" cy="2833790"/>
            </a:xfrm>
            <a:prstGeom prst="straightConnector1">
              <a:avLst/>
            </a:prstGeom>
            <a:noFill/>
            <a:ln w="12701" cap="rnd">
              <a:solidFill>
                <a:srgbClr val="00A6D6"/>
              </a:solidFill>
              <a:prstDash val="solid"/>
              <a:round/>
              <a:tailEnd type="arrow"/>
            </a:ln>
          </p:spPr>
        </p:cxnSp>
        <p:cxnSp>
          <p:nvCxnSpPr>
            <p:cNvPr id="28" name="Straight Arrow Connector 37">
              <a:extLst>
                <a:ext uri="{FF2B5EF4-FFF2-40B4-BE49-F238E27FC236}">
                  <a16:creationId xmlns:a16="http://schemas.microsoft.com/office/drawing/2014/main" id="{4BC40FB8-EEAE-FE81-C61F-9BC67046674A}"/>
                </a:ext>
              </a:extLst>
            </p:cNvPr>
            <p:cNvCxnSpPr/>
            <p:nvPr/>
          </p:nvCxnSpPr>
          <p:spPr>
            <a:xfrm>
              <a:off x="8484882" y="4444569"/>
              <a:ext cx="2299414" cy="1215960"/>
            </a:xfrm>
            <a:prstGeom prst="straightConnector1">
              <a:avLst/>
            </a:prstGeom>
            <a:noFill/>
            <a:ln w="12701" cap="rnd">
              <a:solidFill>
                <a:srgbClr val="00A6D6"/>
              </a:solidFill>
              <a:prstDash val="solid"/>
              <a:round/>
              <a:tailEnd type="arrow"/>
            </a:ln>
          </p:spPr>
        </p:cxnSp>
        <p:cxnSp>
          <p:nvCxnSpPr>
            <p:cNvPr id="29" name="Straight Arrow Connector 40">
              <a:extLst>
                <a:ext uri="{FF2B5EF4-FFF2-40B4-BE49-F238E27FC236}">
                  <a16:creationId xmlns:a16="http://schemas.microsoft.com/office/drawing/2014/main" id="{89DA2641-4CB5-CD00-FAE5-FFC6C96A3915}"/>
                </a:ext>
              </a:extLst>
            </p:cNvPr>
            <p:cNvCxnSpPr/>
            <p:nvPr/>
          </p:nvCxnSpPr>
          <p:spPr>
            <a:xfrm flipH="1">
              <a:off x="6109042" y="4444569"/>
              <a:ext cx="2375840" cy="1265118"/>
            </a:xfrm>
            <a:prstGeom prst="straightConnector1">
              <a:avLst/>
            </a:prstGeom>
            <a:noFill/>
            <a:ln w="12701" cap="rnd">
              <a:solidFill>
                <a:srgbClr val="00A6D6"/>
              </a:solidFill>
              <a:prstDash val="solid"/>
              <a:round/>
              <a:tailEnd type="arrow"/>
            </a:ln>
          </p:spPr>
        </p:cxnSp>
        <p:cxnSp>
          <p:nvCxnSpPr>
            <p:cNvPr id="30" name="Straight Connector 64">
              <a:extLst>
                <a:ext uri="{FF2B5EF4-FFF2-40B4-BE49-F238E27FC236}">
                  <a16:creationId xmlns:a16="http://schemas.microsoft.com/office/drawing/2014/main" id="{79D970AF-84AB-C116-728A-B44AC4636F04}"/>
                </a:ext>
              </a:extLst>
            </p:cNvPr>
            <p:cNvCxnSpPr/>
            <p:nvPr/>
          </p:nvCxnSpPr>
          <p:spPr>
            <a:xfrm>
              <a:off x="9618308" y="1895615"/>
              <a:ext cx="538207" cy="0"/>
            </a:xfrm>
            <a:prstGeom prst="straightConnector1">
              <a:avLst/>
            </a:prstGeom>
            <a:noFill/>
            <a:ln w="28575" cap="rnd">
              <a:solidFill>
                <a:srgbClr val="6CC24A"/>
              </a:solidFill>
              <a:prstDash val="solid"/>
              <a:round/>
            </a:ln>
          </p:spPr>
        </p:cxnSp>
        <p:cxnSp>
          <p:nvCxnSpPr>
            <p:cNvPr id="31" name="Straight Connector 66">
              <a:extLst>
                <a:ext uri="{FF2B5EF4-FFF2-40B4-BE49-F238E27FC236}">
                  <a16:creationId xmlns:a16="http://schemas.microsoft.com/office/drawing/2014/main" id="{F916B37C-D5D4-6A53-E99C-23B2F44F7BF5}"/>
                </a:ext>
              </a:extLst>
            </p:cNvPr>
            <p:cNvCxnSpPr/>
            <p:nvPr/>
          </p:nvCxnSpPr>
          <p:spPr>
            <a:xfrm>
              <a:off x="9656640" y="2230175"/>
              <a:ext cx="538206" cy="0"/>
            </a:xfrm>
            <a:prstGeom prst="straightConnector1">
              <a:avLst/>
            </a:prstGeom>
            <a:noFill/>
            <a:ln w="28575" cap="rnd">
              <a:solidFill>
                <a:srgbClr val="FF0000"/>
              </a:solidFill>
              <a:custDash>
                <a:ds d="400000" sp="200000"/>
              </a:custDash>
              <a:round/>
            </a:ln>
          </p:spPr>
        </p:cxnSp>
        <p:cxnSp>
          <p:nvCxnSpPr>
            <p:cNvPr id="32" name="Straight Connector 67">
              <a:extLst>
                <a:ext uri="{FF2B5EF4-FFF2-40B4-BE49-F238E27FC236}">
                  <a16:creationId xmlns:a16="http://schemas.microsoft.com/office/drawing/2014/main" id="{ABBB522A-6F79-8857-FDB9-4C81BF1B096E}"/>
                </a:ext>
              </a:extLst>
            </p:cNvPr>
            <p:cNvCxnSpPr/>
            <p:nvPr/>
          </p:nvCxnSpPr>
          <p:spPr>
            <a:xfrm>
              <a:off x="9668609" y="2570012"/>
              <a:ext cx="538207" cy="0"/>
            </a:xfrm>
            <a:prstGeom prst="straightConnector1">
              <a:avLst/>
            </a:prstGeom>
            <a:noFill/>
            <a:ln w="28575" cap="rnd">
              <a:solidFill>
                <a:srgbClr val="00A6D6"/>
              </a:solidFill>
              <a:custDash>
                <a:ds d="400000" sp="200000"/>
              </a:custDash>
              <a:round/>
            </a:ln>
          </p:spPr>
        </p:cxnSp>
        <p:sp>
          <p:nvSpPr>
            <p:cNvPr id="33" name="TextBox 68">
              <a:extLst>
                <a:ext uri="{FF2B5EF4-FFF2-40B4-BE49-F238E27FC236}">
                  <a16:creationId xmlns:a16="http://schemas.microsoft.com/office/drawing/2014/main" id="{D04C45AD-ECFF-8C4E-76DE-B04EBC04C134}"/>
                </a:ext>
              </a:extLst>
            </p:cNvPr>
            <p:cNvSpPr txBox="1"/>
            <p:nvPr/>
          </p:nvSpPr>
          <p:spPr>
            <a:xfrm>
              <a:off x="10293345" y="1776971"/>
              <a:ext cx="1427003" cy="275463"/>
            </a:xfrm>
            <a:prstGeom prst="rect">
              <a:avLst/>
            </a:prstGeom>
            <a:noFill/>
            <a:ln>
              <a:noFill/>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600" b="0" i="0" u="none" strike="noStrike" kern="1200" cap="none" spc="0" baseline="0">
                  <a:solidFill>
                    <a:srgbClr val="000000"/>
                  </a:solidFill>
                  <a:uFillTx/>
                  <a:latin typeface="Arial"/>
                </a:rPr>
                <a:t>Lean Company</a:t>
              </a:r>
              <a:endParaRPr lang="en-IN" sz="1600" b="0" i="0" u="none" strike="noStrike" kern="1200" cap="none" spc="0" baseline="0">
                <a:solidFill>
                  <a:srgbClr val="000000"/>
                </a:solidFill>
                <a:uFillTx/>
                <a:latin typeface="Arial"/>
              </a:endParaRPr>
            </a:p>
          </p:txBody>
        </p:sp>
        <p:sp>
          <p:nvSpPr>
            <p:cNvPr id="34" name="TextBox 69">
              <a:extLst>
                <a:ext uri="{FF2B5EF4-FFF2-40B4-BE49-F238E27FC236}">
                  <a16:creationId xmlns:a16="http://schemas.microsoft.com/office/drawing/2014/main" id="{BDC0541B-85FD-5EA0-DE90-09A4B412F663}"/>
                </a:ext>
              </a:extLst>
            </p:cNvPr>
            <p:cNvSpPr txBox="1"/>
            <p:nvPr/>
          </p:nvSpPr>
          <p:spPr>
            <a:xfrm>
              <a:off x="10289935" y="2122313"/>
              <a:ext cx="1427003" cy="275463"/>
            </a:xfrm>
            <a:prstGeom prst="rect">
              <a:avLst/>
            </a:prstGeom>
            <a:noFill/>
            <a:ln>
              <a:noFill/>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600" b="0" i="0" u="none" strike="noStrike" kern="1200" cap="none" spc="0" baseline="0">
                  <a:solidFill>
                    <a:srgbClr val="000000"/>
                  </a:solidFill>
                  <a:uFillTx/>
                  <a:latin typeface="Arial"/>
                </a:rPr>
                <a:t>Threshold</a:t>
              </a:r>
              <a:endParaRPr lang="en-IN" sz="1600" b="0" i="0" u="none" strike="noStrike" kern="1200" cap="none" spc="0" baseline="0">
                <a:solidFill>
                  <a:srgbClr val="000000"/>
                </a:solidFill>
                <a:uFillTx/>
                <a:latin typeface="Arial"/>
              </a:endParaRPr>
            </a:p>
          </p:txBody>
        </p:sp>
        <p:sp>
          <p:nvSpPr>
            <p:cNvPr id="35" name="TextBox 70">
              <a:extLst>
                <a:ext uri="{FF2B5EF4-FFF2-40B4-BE49-F238E27FC236}">
                  <a16:creationId xmlns:a16="http://schemas.microsoft.com/office/drawing/2014/main" id="{393E1D5F-6A88-6B3A-251B-BAFDA16C132B}"/>
                </a:ext>
              </a:extLst>
            </p:cNvPr>
            <p:cNvSpPr txBox="1"/>
            <p:nvPr/>
          </p:nvSpPr>
          <p:spPr>
            <a:xfrm>
              <a:off x="10343948" y="2435952"/>
              <a:ext cx="1427003" cy="275463"/>
            </a:xfrm>
            <a:prstGeom prst="rect">
              <a:avLst/>
            </a:prstGeom>
            <a:noFill/>
            <a:ln>
              <a:noFill/>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600" b="0" i="0" u="none" strike="noStrike" kern="1200" cap="none" spc="0" baseline="0">
                  <a:solidFill>
                    <a:srgbClr val="000000"/>
                  </a:solidFill>
                  <a:uFillTx/>
                  <a:latin typeface="Arial"/>
                </a:rPr>
                <a:t>Leadership </a:t>
              </a:r>
              <a:endParaRPr lang="en-IN" sz="1600" b="0" i="0" u="none" strike="noStrike" kern="1200" cap="none" spc="0" baseline="0">
                <a:solidFill>
                  <a:srgbClr val="000000"/>
                </a:solidFill>
                <a:uFillTx/>
                <a:latin typeface="Arial"/>
              </a:endParaRPr>
            </a:p>
          </p:txBody>
        </p:sp>
      </p:grpSp>
      <p:sp>
        <p:nvSpPr>
          <p:cNvPr id="36" name="TextBox 5">
            <a:extLst>
              <a:ext uri="{FF2B5EF4-FFF2-40B4-BE49-F238E27FC236}">
                <a16:creationId xmlns:a16="http://schemas.microsoft.com/office/drawing/2014/main" id="{47A8B261-7A90-F4D6-242B-8E998C1EC5FA}"/>
              </a:ext>
            </a:extLst>
          </p:cNvPr>
          <p:cNvSpPr txBox="1"/>
          <p:nvPr/>
        </p:nvSpPr>
        <p:spPr>
          <a:xfrm>
            <a:off x="737783" y="5710665"/>
            <a:ext cx="4944160" cy="369335"/>
          </a:xfrm>
          <a:prstGeom prst="rect">
            <a:avLst/>
          </a:prstGeom>
          <a:noFill/>
          <a:ln>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900" b="0" i="1" u="none" strike="noStrike" kern="1200" cap="none" spc="0" baseline="0">
                <a:solidFill>
                  <a:srgbClr val="000000"/>
                </a:solidFill>
                <a:uFillTx/>
                <a:latin typeface="Arial"/>
              </a:rPr>
              <a:t>Treacy, Michael, and Fred Wiersema. "Customer intimacy and other value disciplines." Harvard business review 71.1 (1993): 84-93.</a:t>
            </a:r>
          </a:p>
        </p:txBody>
      </p:sp>
    </p:spTree>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
</file>

<file path=ppt/slides/slide8.xml><?xml version="1.0" encoding="utf-8"?>
<p:sld xmlns:a="http://schemas.openxmlformats.org/drawingml/2006/main" xmlns:r="http://schemas.openxmlformats.org/officeDocument/2006/relationships" xmlns:p="http://schemas.openxmlformats.org/presentationml/2006/main" show="0">
  <p:cSld name="Slide114">
    <p:spTree>
      <p:nvGrpSpPr>
        <p:cNvPr id="1" name=""/>
        <p:cNvGrpSpPr/>
        <p:nvPr/>
      </p:nvGrpSpPr>
      <p:grpSpPr>
        <a:xfrm>
          <a:off x="0" y="0"/>
          <a:ext cx="0" cy="0"/>
          <a:chOff x="0" y="0"/>
          <a:chExt cx="0" cy="0"/>
        </a:xfrm>
      </p:grpSpPr>
      <p:sp>
        <p:nvSpPr>
          <p:cNvPr id="2" name="Tijdelijke aanduiding voor datum 4">
            <a:extLst>
              <a:ext uri="{FF2B5EF4-FFF2-40B4-BE49-F238E27FC236}">
                <a16:creationId xmlns:a16="http://schemas.microsoft.com/office/drawing/2014/main" id="{EC9347A3-459D-6AC3-3E5D-DE753F00CCFC}"/>
              </a:ext>
            </a:extLst>
          </p:cNvPr>
          <p:cNvSpPr txBox="1">
            <a:spLocks noGrp="1"/>
          </p:cNvSpPr>
          <p:nvPr>
            <p:ph type="dt" sz="quarter" idx="7"/>
          </p:nvPr>
        </p:nvSpPr>
        <p:spPr>
          <a:xfrm>
            <a:off x="10146566" y="6405664"/>
            <a:ext cx="766230" cy="184663"/>
          </a:xfrm>
          <a:prstGeom prst="rect">
            <a:avLst/>
          </a:prstGeom>
          <a:noFill/>
          <a:ln>
            <a:noFill/>
          </a:ln>
        </p:spPr>
        <p:txBody>
          <a:bodyPr vert="horz" wrap="none" lIns="0" tIns="0" rIns="0" bIns="0" anchor="ctr" anchorCtr="0" compatLnSpc="1">
            <a:spAutoFit/>
          </a:bodyPr>
          <a:lstStyle/>
          <a:p>
            <a:pPr lvl="0" algn="r"/>
            <a:fld id="{7B0237B5-ACE1-4061-B488-9276E1949C0C}" type="datetime1">
              <a:rPr lang="nl-NL" sz="1200">
                <a:solidFill>
                  <a:srgbClr val="000000"/>
                </a:solidFill>
                <a:latin typeface="Arial"/>
                <a:cs typeface="Segoe UI Light" pitchFamily="34"/>
              </a:rPr>
              <a:pPr lvl="0" algn="r"/>
              <a:t>22-10-2025</a:t>
            </a:fld>
            <a:endParaRPr lang="en-GB" sz="1200">
              <a:solidFill>
                <a:srgbClr val="000000"/>
              </a:solidFill>
              <a:latin typeface="Arial"/>
              <a:cs typeface="Segoe UI Light" pitchFamily="34"/>
            </a:endParaRPr>
          </a:p>
        </p:txBody>
      </p:sp>
      <p:sp>
        <p:nvSpPr>
          <p:cNvPr id="3" name="Titel 8">
            <a:extLst>
              <a:ext uri="{FF2B5EF4-FFF2-40B4-BE49-F238E27FC236}">
                <a16:creationId xmlns:a16="http://schemas.microsoft.com/office/drawing/2014/main" id="{622089E1-6BF0-051A-3B39-D6B2C3416B1B}"/>
              </a:ext>
            </a:extLst>
          </p:cNvPr>
          <p:cNvSpPr txBox="1">
            <a:spLocks noGrp="1"/>
          </p:cNvSpPr>
          <p:nvPr>
            <p:ph type="title"/>
          </p:nvPr>
        </p:nvSpPr>
        <p:spPr>
          <a:xfrm>
            <a:off x="718663" y="686165"/>
            <a:ext cx="10752612" cy="323404"/>
          </a:xfrm>
          <a:prstGeom prst="rect">
            <a:avLst/>
          </a:prstGeom>
          <a:noFill/>
          <a:ln>
            <a:noFill/>
          </a:ln>
        </p:spPr>
        <p:txBody>
          <a:bodyPr vert="horz" wrap="square" lIns="0" tIns="0" rIns="0" bIns="378003" anchor="t" anchorCtr="0" compatLnSpc="1">
            <a:noAutofit/>
          </a:bodyPr>
          <a:lstStyle/>
          <a:p>
            <a:pPr lvl="0"/>
            <a:r>
              <a:rPr lang="en-GB" u="sng"/>
              <a:t>Product Leadership </a:t>
            </a:r>
          </a:p>
        </p:txBody>
      </p:sp>
      <p:sp>
        <p:nvSpPr>
          <p:cNvPr id="4" name="Tijdelijke aanduiding voor dianummer 102">
            <a:extLst>
              <a:ext uri="{FF2B5EF4-FFF2-40B4-BE49-F238E27FC236}">
                <a16:creationId xmlns:a16="http://schemas.microsoft.com/office/drawing/2014/main" id="{BE9CCC6C-7CD4-7961-8094-A67F0ADCF989}"/>
              </a:ext>
            </a:extLst>
          </p:cNvPr>
          <p:cNvSpPr txBox="1">
            <a:spLocks noGrp="1"/>
          </p:cNvSpPr>
          <p:nvPr>
            <p:ph type="sldNum" sz="quarter" idx="8"/>
          </p:nvPr>
        </p:nvSpPr>
        <p:spPr>
          <a:xfrm>
            <a:off x="11178466" y="6405664"/>
            <a:ext cx="291300" cy="184663"/>
          </a:xfrm>
          <a:prstGeom prst="rect">
            <a:avLst/>
          </a:prstGeom>
          <a:noFill/>
          <a:ln>
            <a:noFill/>
          </a:ln>
        </p:spPr>
        <p:txBody>
          <a:bodyPr vert="horz" wrap="none" lIns="0" tIns="0" rIns="0" bIns="0" anchor="ctr" anchorCtr="0" compatLnSpc="1">
            <a:spAutoFit/>
          </a:bodyPr>
          <a:lstStyle/>
          <a:p>
            <a:pPr lvl="0" algn="r"/>
            <a:fld id="{5BAB39E3-58E7-4430-89AA-7FF294588D5C}" type="slidenum">
              <a:t>8</a:t>
            </a:fld>
            <a:endParaRPr lang="en-GB" sz="1200" b="1">
              <a:solidFill>
                <a:srgbClr val="000000"/>
              </a:solidFill>
              <a:latin typeface="Arial"/>
              <a:cs typeface="Segoe UI Light" pitchFamily="34"/>
            </a:endParaRPr>
          </a:p>
        </p:txBody>
      </p:sp>
      <p:cxnSp>
        <p:nvCxnSpPr>
          <p:cNvPr id="5" name="Straight Connector 83">
            <a:extLst>
              <a:ext uri="{FF2B5EF4-FFF2-40B4-BE49-F238E27FC236}">
                <a16:creationId xmlns:a16="http://schemas.microsoft.com/office/drawing/2014/main" id="{1395518E-2F91-E2A8-6501-61B642B78DAC}"/>
              </a:ext>
            </a:extLst>
          </p:cNvPr>
          <p:cNvCxnSpPr/>
          <p:nvPr/>
        </p:nvCxnSpPr>
        <p:spPr>
          <a:xfrm>
            <a:off x="0" y="6139546"/>
            <a:ext cx="12191996" cy="0"/>
          </a:xfrm>
          <a:prstGeom prst="straightConnector1">
            <a:avLst/>
          </a:prstGeom>
          <a:noFill/>
          <a:ln w="28575" cap="rnd">
            <a:solidFill>
              <a:srgbClr val="00A6D6"/>
            </a:solidFill>
            <a:prstDash val="solid"/>
            <a:round/>
          </a:ln>
        </p:spPr>
      </p:cxnSp>
      <p:sp>
        <p:nvSpPr>
          <p:cNvPr id="6" name="TextBox 11">
            <a:extLst>
              <a:ext uri="{FF2B5EF4-FFF2-40B4-BE49-F238E27FC236}">
                <a16:creationId xmlns:a16="http://schemas.microsoft.com/office/drawing/2014/main" id="{CD122E87-1B29-76C9-AD37-83E98C115FB3}"/>
              </a:ext>
            </a:extLst>
          </p:cNvPr>
          <p:cNvSpPr txBox="1"/>
          <p:nvPr/>
        </p:nvSpPr>
        <p:spPr>
          <a:xfrm>
            <a:off x="1363525" y="-727743"/>
            <a:ext cx="8964594" cy="369335"/>
          </a:xfrm>
          <a:prstGeom prst="rect">
            <a:avLst/>
          </a:prstGeom>
          <a:noFill/>
          <a:ln>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1800" b="0" i="0" u="none" strike="noStrike" kern="1200" cap="none" spc="0" baseline="0">
                <a:solidFill>
                  <a:srgbClr val="000000"/>
                </a:solidFill>
                <a:uFillTx/>
                <a:latin typeface="Arial"/>
              </a:rPr>
              <a:t>#00A6D6</a:t>
            </a:r>
          </a:p>
        </p:txBody>
      </p:sp>
      <p:sp>
        <p:nvSpPr>
          <p:cNvPr id="7" name="Rectangle: Rounded Corners 1">
            <a:extLst>
              <a:ext uri="{FF2B5EF4-FFF2-40B4-BE49-F238E27FC236}">
                <a16:creationId xmlns:a16="http://schemas.microsoft.com/office/drawing/2014/main" id="{90E3BB50-1518-6CD2-C21A-47A3B457F1FD}"/>
              </a:ext>
            </a:extLst>
          </p:cNvPr>
          <p:cNvSpPr/>
          <p:nvPr/>
        </p:nvSpPr>
        <p:spPr>
          <a:xfrm>
            <a:off x="1274271" y="1574441"/>
            <a:ext cx="1438150" cy="431697"/>
          </a:xfrm>
          <a:custGeom>
            <a:avLst>
              <a:gd name="f0" fmla="val 36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00A6D6">
              <a:alpha val="30196"/>
            </a:srgbClr>
          </a:solidFill>
          <a:ln>
            <a:noFill/>
            <a:prstDash val="solid"/>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r>
              <a:rPr lang="en-US" sz="1400" b="0" i="0" u="none" strike="noStrike" kern="1200" cap="none" spc="0" baseline="0">
                <a:solidFill>
                  <a:srgbClr val="000000"/>
                </a:solidFill>
                <a:uFillTx/>
                <a:latin typeface="Arial"/>
              </a:rPr>
              <a:t>Industry demands</a:t>
            </a:r>
            <a:endParaRPr lang="en-IN" sz="1400" b="0" i="0" u="none" strike="noStrike" kern="1200" cap="none" spc="0" baseline="0">
              <a:solidFill>
                <a:srgbClr val="000000"/>
              </a:solidFill>
              <a:uFillTx/>
              <a:latin typeface="Arial"/>
            </a:endParaRPr>
          </a:p>
        </p:txBody>
      </p:sp>
      <p:cxnSp>
        <p:nvCxnSpPr>
          <p:cNvPr id="8" name="Connector: Elbow 3">
            <a:extLst>
              <a:ext uri="{FF2B5EF4-FFF2-40B4-BE49-F238E27FC236}">
                <a16:creationId xmlns:a16="http://schemas.microsoft.com/office/drawing/2014/main" id="{EBFEFE56-48B5-C65B-C780-6B6F005EF436}"/>
              </a:ext>
            </a:extLst>
          </p:cNvPr>
          <p:cNvCxnSpPr>
            <a:stCxn id="7" idx="2"/>
            <a:endCxn id="11" idx="0"/>
          </p:cNvCxnSpPr>
          <p:nvPr/>
        </p:nvCxnSpPr>
        <p:spPr>
          <a:xfrm rot="16200000" flipH="1">
            <a:off x="2440757" y="1558726"/>
            <a:ext cx="434871" cy="1329693"/>
          </a:xfrm>
          <a:prstGeom prst="bentConnector3">
            <a:avLst>
              <a:gd name="adj1" fmla="val 50000"/>
            </a:avLst>
          </a:prstGeom>
          <a:noFill/>
          <a:ln w="12701" cap="rnd">
            <a:solidFill>
              <a:srgbClr val="00A6D6"/>
            </a:solidFill>
            <a:prstDash val="solid"/>
            <a:round/>
            <a:tailEnd type="arrow"/>
          </a:ln>
        </p:spPr>
      </p:cxnSp>
      <p:sp>
        <p:nvSpPr>
          <p:cNvPr id="9" name="Rectangle: Rounded Corners 7">
            <a:extLst>
              <a:ext uri="{FF2B5EF4-FFF2-40B4-BE49-F238E27FC236}">
                <a16:creationId xmlns:a16="http://schemas.microsoft.com/office/drawing/2014/main" id="{98557828-16DE-83FB-B9F2-C8D3A1977561}"/>
              </a:ext>
            </a:extLst>
          </p:cNvPr>
          <p:cNvSpPr/>
          <p:nvPr/>
        </p:nvSpPr>
        <p:spPr>
          <a:xfrm>
            <a:off x="3860468" y="1565279"/>
            <a:ext cx="1438150" cy="431697"/>
          </a:xfrm>
          <a:custGeom>
            <a:avLst>
              <a:gd name="f0" fmla="val 36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00A6D6">
              <a:alpha val="30196"/>
            </a:srgbClr>
          </a:solidFill>
          <a:ln>
            <a:noFill/>
            <a:prstDash val="solid"/>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r>
              <a:rPr lang="en-US" sz="1400" b="0" i="0" u="none" strike="noStrike" kern="1200" cap="none" spc="0" baseline="0">
                <a:solidFill>
                  <a:srgbClr val="000000"/>
                </a:solidFill>
                <a:uFillTx/>
                <a:latin typeface="Arial"/>
              </a:rPr>
              <a:t>Customer Demands</a:t>
            </a:r>
            <a:endParaRPr lang="en-IN" sz="1400" b="0" i="0" u="none" strike="noStrike" kern="1200" cap="none" spc="0" baseline="0">
              <a:solidFill>
                <a:srgbClr val="000000"/>
              </a:solidFill>
              <a:uFillTx/>
              <a:latin typeface="Arial"/>
            </a:endParaRPr>
          </a:p>
        </p:txBody>
      </p:sp>
      <p:cxnSp>
        <p:nvCxnSpPr>
          <p:cNvPr id="10" name="Connector: Elbow 9">
            <a:extLst>
              <a:ext uri="{FF2B5EF4-FFF2-40B4-BE49-F238E27FC236}">
                <a16:creationId xmlns:a16="http://schemas.microsoft.com/office/drawing/2014/main" id="{69519DEA-4441-078F-BEA6-7055E6EB1025}"/>
              </a:ext>
            </a:extLst>
          </p:cNvPr>
          <p:cNvCxnSpPr>
            <a:stCxn id="9" idx="2"/>
            <a:endCxn id="11" idx="0"/>
          </p:cNvCxnSpPr>
          <p:nvPr/>
        </p:nvCxnSpPr>
        <p:spPr>
          <a:xfrm rot="5400000">
            <a:off x="3729275" y="1590740"/>
            <a:ext cx="444033" cy="1256504"/>
          </a:xfrm>
          <a:prstGeom prst="bentConnector3">
            <a:avLst>
              <a:gd name="adj1" fmla="val 50000"/>
            </a:avLst>
          </a:prstGeom>
          <a:noFill/>
          <a:ln w="12701" cap="rnd">
            <a:solidFill>
              <a:srgbClr val="00A6D6"/>
            </a:solidFill>
            <a:prstDash val="solid"/>
            <a:round/>
            <a:tailEnd type="arrow"/>
          </a:ln>
        </p:spPr>
      </p:cxnSp>
      <p:sp>
        <p:nvSpPr>
          <p:cNvPr id="11" name="Rectangle: Rounded Corners 10">
            <a:extLst>
              <a:ext uri="{FF2B5EF4-FFF2-40B4-BE49-F238E27FC236}">
                <a16:creationId xmlns:a16="http://schemas.microsoft.com/office/drawing/2014/main" id="{A7BCAEBB-55EF-46F3-427B-460E4F0D7572}"/>
              </a:ext>
            </a:extLst>
          </p:cNvPr>
          <p:cNvSpPr/>
          <p:nvPr/>
        </p:nvSpPr>
        <p:spPr>
          <a:xfrm>
            <a:off x="2603964" y="2441009"/>
            <a:ext cx="1438150" cy="431697"/>
          </a:xfrm>
          <a:custGeom>
            <a:avLst>
              <a:gd name="f0" fmla="val 36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00A6D6">
              <a:alpha val="30196"/>
            </a:srgbClr>
          </a:solidFill>
          <a:ln>
            <a:noFill/>
            <a:prstDash val="solid"/>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r>
              <a:rPr lang="en-US" sz="1400" b="0" i="0" u="none" strike="noStrike" kern="1200" cap="none" spc="0" baseline="0">
                <a:solidFill>
                  <a:srgbClr val="000000"/>
                </a:solidFill>
                <a:uFillTx/>
                <a:latin typeface="Arial"/>
              </a:rPr>
              <a:t>Product Road Map </a:t>
            </a:r>
            <a:endParaRPr lang="en-IN" sz="1400" b="0" i="0" u="none" strike="noStrike" kern="1200" cap="none" spc="0" baseline="0">
              <a:solidFill>
                <a:srgbClr val="000000"/>
              </a:solidFill>
              <a:uFillTx/>
              <a:latin typeface="Arial"/>
            </a:endParaRPr>
          </a:p>
        </p:txBody>
      </p:sp>
      <p:cxnSp>
        <p:nvCxnSpPr>
          <p:cNvPr id="12" name="Connector: Elbow 12">
            <a:extLst>
              <a:ext uri="{FF2B5EF4-FFF2-40B4-BE49-F238E27FC236}">
                <a16:creationId xmlns:a16="http://schemas.microsoft.com/office/drawing/2014/main" id="{2D98A8DD-30C0-8A86-C017-5A25847AD73C}"/>
              </a:ext>
            </a:extLst>
          </p:cNvPr>
          <p:cNvCxnSpPr>
            <a:stCxn id="11" idx="2"/>
            <a:endCxn id="13" idx="0"/>
          </p:cNvCxnSpPr>
          <p:nvPr/>
        </p:nvCxnSpPr>
        <p:spPr>
          <a:xfrm rot="5400000">
            <a:off x="2123096" y="2187825"/>
            <a:ext cx="515063" cy="1884825"/>
          </a:xfrm>
          <a:prstGeom prst="bentConnector3">
            <a:avLst>
              <a:gd name="adj1" fmla="val 50000"/>
            </a:avLst>
          </a:prstGeom>
          <a:noFill/>
          <a:ln w="12701" cap="rnd">
            <a:solidFill>
              <a:srgbClr val="00A6D6"/>
            </a:solidFill>
            <a:prstDash val="solid"/>
            <a:round/>
            <a:tailEnd type="arrow"/>
          </a:ln>
        </p:spPr>
      </p:cxnSp>
      <p:sp>
        <p:nvSpPr>
          <p:cNvPr id="13" name="Rectangle: Rounded Corners 13">
            <a:extLst>
              <a:ext uri="{FF2B5EF4-FFF2-40B4-BE49-F238E27FC236}">
                <a16:creationId xmlns:a16="http://schemas.microsoft.com/office/drawing/2014/main" id="{2A98143B-C519-D7AD-FE96-EC840CF082E7}"/>
              </a:ext>
            </a:extLst>
          </p:cNvPr>
          <p:cNvSpPr/>
          <p:nvPr/>
        </p:nvSpPr>
        <p:spPr>
          <a:xfrm>
            <a:off x="719139" y="3387769"/>
            <a:ext cx="1438150" cy="431697"/>
          </a:xfrm>
          <a:custGeom>
            <a:avLst>
              <a:gd name="f0" fmla="val 36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00A6D6">
              <a:alpha val="30196"/>
            </a:srgbClr>
          </a:solidFill>
          <a:ln>
            <a:noFill/>
            <a:prstDash val="solid"/>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r>
              <a:rPr lang="en-US" sz="1400" b="0" i="0" u="none" strike="noStrike" kern="1200" cap="none" spc="0" baseline="0">
                <a:solidFill>
                  <a:srgbClr val="000000"/>
                </a:solidFill>
                <a:uFillTx/>
                <a:latin typeface="Arial"/>
              </a:rPr>
              <a:t>UI/UX Research </a:t>
            </a:r>
            <a:endParaRPr lang="en-IN" sz="1400" b="0" i="0" u="none" strike="noStrike" kern="1200" cap="none" spc="0" baseline="0">
              <a:solidFill>
                <a:srgbClr val="000000"/>
              </a:solidFill>
              <a:uFillTx/>
              <a:latin typeface="Arial"/>
            </a:endParaRPr>
          </a:p>
        </p:txBody>
      </p:sp>
      <p:sp>
        <p:nvSpPr>
          <p:cNvPr id="14" name="Rectangle: Rounded Corners 14">
            <a:extLst>
              <a:ext uri="{FF2B5EF4-FFF2-40B4-BE49-F238E27FC236}">
                <a16:creationId xmlns:a16="http://schemas.microsoft.com/office/drawing/2014/main" id="{6E9C274C-BFBF-CA70-8CCF-26067E0DAD06}"/>
              </a:ext>
            </a:extLst>
          </p:cNvPr>
          <p:cNvSpPr/>
          <p:nvPr/>
        </p:nvSpPr>
        <p:spPr>
          <a:xfrm>
            <a:off x="2418075" y="3387769"/>
            <a:ext cx="1822609" cy="431697"/>
          </a:xfrm>
          <a:custGeom>
            <a:avLst>
              <a:gd name="f0" fmla="val 36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00A6D6">
              <a:alpha val="30196"/>
            </a:srgbClr>
          </a:solidFill>
          <a:ln>
            <a:noFill/>
            <a:prstDash val="solid"/>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r>
              <a:rPr lang="en-US" sz="1400" b="0" i="0" u="none" strike="noStrike" kern="1200" cap="none" spc="0" baseline="0">
                <a:solidFill>
                  <a:srgbClr val="000000"/>
                </a:solidFill>
                <a:uFillTx/>
                <a:latin typeface="Arial"/>
              </a:rPr>
              <a:t>Domain Experts/ Research</a:t>
            </a:r>
            <a:endParaRPr lang="en-IN" sz="1400" b="0" i="0" u="none" strike="noStrike" kern="1200" cap="none" spc="0" baseline="0">
              <a:solidFill>
                <a:srgbClr val="000000"/>
              </a:solidFill>
              <a:uFillTx/>
              <a:latin typeface="Arial"/>
            </a:endParaRPr>
          </a:p>
        </p:txBody>
      </p:sp>
      <p:cxnSp>
        <p:nvCxnSpPr>
          <p:cNvPr id="15" name="Connector: Elbow 17">
            <a:extLst>
              <a:ext uri="{FF2B5EF4-FFF2-40B4-BE49-F238E27FC236}">
                <a16:creationId xmlns:a16="http://schemas.microsoft.com/office/drawing/2014/main" id="{E631D7A9-0853-12F3-4CE3-5A1132B1147D}"/>
              </a:ext>
            </a:extLst>
          </p:cNvPr>
          <p:cNvCxnSpPr>
            <a:stCxn id="14" idx="2"/>
            <a:endCxn id="19" idx="0"/>
          </p:cNvCxnSpPr>
          <p:nvPr/>
        </p:nvCxnSpPr>
        <p:spPr>
          <a:xfrm rot="5400000">
            <a:off x="3085738" y="4063108"/>
            <a:ext cx="487284" cy="12700"/>
          </a:xfrm>
          <a:prstGeom prst="bentConnector3">
            <a:avLst>
              <a:gd name="adj1" fmla="val 50000"/>
            </a:avLst>
          </a:prstGeom>
          <a:noFill/>
          <a:ln w="12701" cap="rnd">
            <a:solidFill>
              <a:srgbClr val="00A6D6"/>
            </a:solidFill>
            <a:prstDash val="solid"/>
            <a:round/>
            <a:tailEnd type="arrow"/>
          </a:ln>
        </p:spPr>
      </p:cxnSp>
      <p:sp>
        <p:nvSpPr>
          <p:cNvPr id="16" name="Rectangle: Rounded Corners 18">
            <a:extLst>
              <a:ext uri="{FF2B5EF4-FFF2-40B4-BE49-F238E27FC236}">
                <a16:creationId xmlns:a16="http://schemas.microsoft.com/office/drawing/2014/main" id="{BB25F212-E8B2-53A0-9105-D7E3681346B7}"/>
              </a:ext>
            </a:extLst>
          </p:cNvPr>
          <p:cNvSpPr/>
          <p:nvPr/>
        </p:nvSpPr>
        <p:spPr>
          <a:xfrm>
            <a:off x="4380387" y="3377729"/>
            <a:ext cx="1404143" cy="431697"/>
          </a:xfrm>
          <a:custGeom>
            <a:avLst>
              <a:gd name="f0" fmla="val 36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00A6D6">
              <a:alpha val="30196"/>
            </a:srgbClr>
          </a:solidFill>
          <a:ln>
            <a:noFill/>
            <a:prstDash val="solid"/>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r>
              <a:rPr lang="en-US" sz="1400" b="0" i="0" u="none" strike="noStrike" kern="1200" cap="none" spc="0" baseline="0">
                <a:solidFill>
                  <a:srgbClr val="000000"/>
                </a:solidFill>
                <a:uFillTx/>
                <a:latin typeface="Arial"/>
              </a:rPr>
              <a:t>Competitive Analysis </a:t>
            </a:r>
            <a:endParaRPr lang="en-IN" sz="1400" b="0" i="0" u="none" strike="noStrike" kern="1200" cap="none" spc="0" baseline="0">
              <a:solidFill>
                <a:srgbClr val="000000"/>
              </a:solidFill>
              <a:uFillTx/>
              <a:latin typeface="Arial"/>
            </a:endParaRPr>
          </a:p>
        </p:txBody>
      </p:sp>
      <p:cxnSp>
        <p:nvCxnSpPr>
          <p:cNvPr id="17" name="Connector: Elbow 19">
            <a:extLst>
              <a:ext uri="{FF2B5EF4-FFF2-40B4-BE49-F238E27FC236}">
                <a16:creationId xmlns:a16="http://schemas.microsoft.com/office/drawing/2014/main" id="{D531B616-C34D-3A42-DEE0-2C7DEF07BA9A}"/>
              </a:ext>
            </a:extLst>
          </p:cNvPr>
          <p:cNvCxnSpPr>
            <a:stCxn id="11" idx="2"/>
            <a:endCxn id="14" idx="0"/>
          </p:cNvCxnSpPr>
          <p:nvPr/>
        </p:nvCxnSpPr>
        <p:spPr>
          <a:xfrm rot="16200000" flipH="1">
            <a:off x="3068678" y="3127066"/>
            <a:ext cx="515063" cy="6341"/>
          </a:xfrm>
          <a:prstGeom prst="bentConnector3">
            <a:avLst>
              <a:gd name="adj1" fmla="val 50000"/>
            </a:avLst>
          </a:prstGeom>
          <a:noFill/>
          <a:ln w="12701" cap="rnd">
            <a:solidFill>
              <a:srgbClr val="00A6D6"/>
            </a:solidFill>
            <a:prstDash val="solid"/>
            <a:round/>
            <a:tailEnd type="arrow"/>
          </a:ln>
        </p:spPr>
      </p:cxnSp>
      <p:cxnSp>
        <p:nvCxnSpPr>
          <p:cNvPr id="18" name="Connector: Elbow 20">
            <a:extLst>
              <a:ext uri="{FF2B5EF4-FFF2-40B4-BE49-F238E27FC236}">
                <a16:creationId xmlns:a16="http://schemas.microsoft.com/office/drawing/2014/main" id="{B340AAF4-59AF-EE5F-9F43-0477AE831DF2}"/>
              </a:ext>
            </a:extLst>
          </p:cNvPr>
          <p:cNvCxnSpPr>
            <a:stCxn id="11" idx="2"/>
            <a:endCxn id="16" idx="0"/>
          </p:cNvCxnSpPr>
          <p:nvPr/>
        </p:nvCxnSpPr>
        <p:spPr>
          <a:xfrm rot="16200000" flipH="1">
            <a:off x="3950238" y="2245507"/>
            <a:ext cx="505023" cy="1759420"/>
          </a:xfrm>
          <a:prstGeom prst="bentConnector3">
            <a:avLst>
              <a:gd name="adj1" fmla="val 50000"/>
            </a:avLst>
          </a:prstGeom>
          <a:noFill/>
          <a:ln w="12701" cap="rnd">
            <a:solidFill>
              <a:srgbClr val="00A6D6"/>
            </a:solidFill>
            <a:prstDash val="solid"/>
            <a:round/>
            <a:tailEnd type="arrow"/>
          </a:ln>
        </p:spPr>
      </p:cxnSp>
      <p:sp>
        <p:nvSpPr>
          <p:cNvPr id="19" name="Rectangle: Rounded Corners 21">
            <a:extLst>
              <a:ext uri="{FF2B5EF4-FFF2-40B4-BE49-F238E27FC236}">
                <a16:creationId xmlns:a16="http://schemas.microsoft.com/office/drawing/2014/main" id="{5451F50A-3707-A9E3-F298-676176A534A9}"/>
              </a:ext>
            </a:extLst>
          </p:cNvPr>
          <p:cNvSpPr/>
          <p:nvPr/>
        </p:nvSpPr>
        <p:spPr>
          <a:xfrm>
            <a:off x="2418075" y="4306750"/>
            <a:ext cx="1822609" cy="431697"/>
          </a:xfrm>
          <a:custGeom>
            <a:avLst>
              <a:gd name="f0" fmla="val 36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00A6D6">
              <a:alpha val="30196"/>
            </a:srgbClr>
          </a:solidFill>
          <a:ln>
            <a:noFill/>
            <a:prstDash val="solid"/>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r>
              <a:rPr lang="en-US" sz="1400" b="0" i="0" u="none" strike="noStrike" kern="1200" cap="none" spc="0" baseline="0">
                <a:solidFill>
                  <a:srgbClr val="000000"/>
                </a:solidFill>
                <a:uFillTx/>
                <a:latin typeface="Arial"/>
              </a:rPr>
              <a:t>MVP Development </a:t>
            </a:r>
            <a:endParaRPr lang="en-IN" sz="1400" b="0" i="0" u="none" strike="noStrike" kern="1200" cap="none" spc="0" baseline="0">
              <a:solidFill>
                <a:srgbClr val="000000"/>
              </a:solidFill>
              <a:uFillTx/>
              <a:latin typeface="Arial"/>
            </a:endParaRPr>
          </a:p>
        </p:txBody>
      </p:sp>
      <p:cxnSp>
        <p:nvCxnSpPr>
          <p:cNvPr id="20" name="Connector: Elbow 25">
            <a:extLst>
              <a:ext uri="{FF2B5EF4-FFF2-40B4-BE49-F238E27FC236}">
                <a16:creationId xmlns:a16="http://schemas.microsoft.com/office/drawing/2014/main" id="{D5959A28-FA26-9CEB-5C7B-4907974F1D6B}"/>
              </a:ext>
            </a:extLst>
          </p:cNvPr>
          <p:cNvCxnSpPr>
            <a:stCxn id="19" idx="2"/>
            <a:endCxn id="21" idx="0"/>
          </p:cNvCxnSpPr>
          <p:nvPr/>
        </p:nvCxnSpPr>
        <p:spPr>
          <a:xfrm rot="5400000">
            <a:off x="3222569" y="4844902"/>
            <a:ext cx="213266" cy="356"/>
          </a:xfrm>
          <a:prstGeom prst="bentConnector3">
            <a:avLst>
              <a:gd name="adj1" fmla="val 50000"/>
            </a:avLst>
          </a:prstGeom>
          <a:noFill/>
          <a:ln w="12701" cap="rnd">
            <a:solidFill>
              <a:srgbClr val="00A6D6"/>
            </a:solidFill>
            <a:prstDash val="solid"/>
            <a:round/>
            <a:tailEnd type="arrow"/>
          </a:ln>
        </p:spPr>
      </p:cxnSp>
      <p:sp>
        <p:nvSpPr>
          <p:cNvPr id="21" name="Rectangle: Rounded Corners 26">
            <a:extLst>
              <a:ext uri="{FF2B5EF4-FFF2-40B4-BE49-F238E27FC236}">
                <a16:creationId xmlns:a16="http://schemas.microsoft.com/office/drawing/2014/main" id="{43C9298F-293B-4E15-2B39-B1C3E4B86CDE}"/>
              </a:ext>
            </a:extLst>
          </p:cNvPr>
          <p:cNvSpPr/>
          <p:nvPr/>
        </p:nvSpPr>
        <p:spPr>
          <a:xfrm>
            <a:off x="2417719" y="4951713"/>
            <a:ext cx="1822609" cy="431697"/>
          </a:xfrm>
          <a:custGeom>
            <a:avLst>
              <a:gd name="f0" fmla="val 36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00A6D6">
              <a:alpha val="30196"/>
            </a:srgbClr>
          </a:solidFill>
          <a:ln>
            <a:noFill/>
            <a:prstDash val="solid"/>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r>
              <a:rPr lang="en-US" sz="1400" b="0" i="0" u="none" strike="noStrike" kern="1200" cap="none" spc="0" baseline="0">
                <a:solidFill>
                  <a:srgbClr val="000000"/>
                </a:solidFill>
                <a:uFillTx/>
                <a:latin typeface="Arial"/>
              </a:rPr>
              <a:t>Pilot Customers </a:t>
            </a:r>
            <a:endParaRPr lang="en-IN" sz="1400" b="0" i="0" u="none" strike="noStrike" kern="1200" cap="none" spc="0" baseline="0">
              <a:solidFill>
                <a:srgbClr val="000000"/>
              </a:solidFill>
              <a:uFillTx/>
              <a:latin typeface="Arial"/>
            </a:endParaRPr>
          </a:p>
        </p:txBody>
      </p:sp>
      <p:cxnSp>
        <p:nvCxnSpPr>
          <p:cNvPr id="22" name="Connector: Elbow 29">
            <a:extLst>
              <a:ext uri="{FF2B5EF4-FFF2-40B4-BE49-F238E27FC236}">
                <a16:creationId xmlns:a16="http://schemas.microsoft.com/office/drawing/2014/main" id="{4779DF4B-BE11-9333-5B99-CD77DDDB0D41}"/>
              </a:ext>
            </a:extLst>
          </p:cNvPr>
          <p:cNvCxnSpPr>
            <a:stCxn id="13" idx="2"/>
            <a:endCxn id="19" idx="0"/>
          </p:cNvCxnSpPr>
          <p:nvPr/>
        </p:nvCxnSpPr>
        <p:spPr>
          <a:xfrm rot="16200000" flipH="1">
            <a:off x="2140155" y="3117525"/>
            <a:ext cx="487284" cy="1891166"/>
          </a:xfrm>
          <a:prstGeom prst="bentConnector3">
            <a:avLst>
              <a:gd name="adj1" fmla="val 50000"/>
            </a:avLst>
          </a:prstGeom>
          <a:noFill/>
          <a:ln w="12701" cap="rnd">
            <a:solidFill>
              <a:srgbClr val="00A6D6"/>
            </a:solidFill>
            <a:prstDash val="solid"/>
            <a:round/>
            <a:tailEnd type="arrow"/>
          </a:ln>
        </p:spPr>
      </p:cxnSp>
      <p:cxnSp>
        <p:nvCxnSpPr>
          <p:cNvPr id="23" name="Connector: Elbow 30">
            <a:extLst>
              <a:ext uri="{FF2B5EF4-FFF2-40B4-BE49-F238E27FC236}">
                <a16:creationId xmlns:a16="http://schemas.microsoft.com/office/drawing/2014/main" id="{103F3C66-ACCC-8479-D12A-A883E64F8517}"/>
              </a:ext>
            </a:extLst>
          </p:cNvPr>
          <p:cNvCxnSpPr>
            <a:stCxn id="16" idx="2"/>
            <a:endCxn id="19" idx="0"/>
          </p:cNvCxnSpPr>
          <p:nvPr/>
        </p:nvCxnSpPr>
        <p:spPr>
          <a:xfrm rot="5400000">
            <a:off x="3957258" y="3181549"/>
            <a:ext cx="497324" cy="1753079"/>
          </a:xfrm>
          <a:prstGeom prst="bentConnector3">
            <a:avLst>
              <a:gd name="adj1" fmla="val 50000"/>
            </a:avLst>
          </a:prstGeom>
          <a:noFill/>
          <a:ln w="12701" cap="rnd">
            <a:solidFill>
              <a:srgbClr val="00A6D6"/>
            </a:solidFill>
            <a:prstDash val="solid"/>
            <a:round/>
            <a:tailEnd type="arrow"/>
          </a:ln>
        </p:spPr>
      </p:cxnSp>
      <p:sp>
        <p:nvSpPr>
          <p:cNvPr id="24" name="Rectangle: Rounded Corners 33">
            <a:extLst>
              <a:ext uri="{FF2B5EF4-FFF2-40B4-BE49-F238E27FC236}">
                <a16:creationId xmlns:a16="http://schemas.microsoft.com/office/drawing/2014/main" id="{70EBDD42-EC11-73D7-906F-EC26779BD090}"/>
              </a:ext>
            </a:extLst>
          </p:cNvPr>
          <p:cNvSpPr/>
          <p:nvPr/>
        </p:nvSpPr>
        <p:spPr>
          <a:xfrm>
            <a:off x="2411730" y="5572893"/>
            <a:ext cx="1822609" cy="431697"/>
          </a:xfrm>
          <a:custGeom>
            <a:avLst>
              <a:gd name="f0" fmla="val 36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00A6D6">
              <a:alpha val="30196"/>
            </a:srgbClr>
          </a:solidFill>
          <a:ln>
            <a:noFill/>
            <a:prstDash val="solid"/>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r>
              <a:rPr lang="en-US" sz="1400" b="0" i="0" u="none" strike="noStrike" kern="1200" cap="none" spc="0" baseline="0">
                <a:solidFill>
                  <a:srgbClr val="000000"/>
                </a:solidFill>
                <a:uFillTx/>
                <a:latin typeface="Arial"/>
              </a:rPr>
              <a:t>Final product </a:t>
            </a:r>
          </a:p>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r>
              <a:rPr lang="en-US" sz="1400" b="0" i="0" u="none" strike="noStrike" kern="1200" cap="none" spc="0" baseline="0">
                <a:solidFill>
                  <a:srgbClr val="000000"/>
                </a:solidFill>
                <a:uFillTx/>
                <a:latin typeface="Arial"/>
              </a:rPr>
              <a:t>roll-out</a:t>
            </a:r>
            <a:endParaRPr lang="en-IN" sz="1400" b="0" i="0" u="none" strike="noStrike" kern="1200" cap="none" spc="0" baseline="0">
              <a:solidFill>
                <a:srgbClr val="000000"/>
              </a:solidFill>
              <a:uFillTx/>
              <a:latin typeface="Arial"/>
            </a:endParaRPr>
          </a:p>
        </p:txBody>
      </p:sp>
      <p:cxnSp>
        <p:nvCxnSpPr>
          <p:cNvPr id="25" name="Straight Arrow Connector 34">
            <a:extLst>
              <a:ext uri="{FF2B5EF4-FFF2-40B4-BE49-F238E27FC236}">
                <a16:creationId xmlns:a16="http://schemas.microsoft.com/office/drawing/2014/main" id="{402263B5-ACF0-F4DB-10AC-9773C01F24A0}"/>
              </a:ext>
            </a:extLst>
          </p:cNvPr>
          <p:cNvCxnSpPr>
            <a:stCxn id="21" idx="2"/>
            <a:endCxn id="24" idx="0"/>
          </p:cNvCxnSpPr>
          <p:nvPr/>
        </p:nvCxnSpPr>
        <p:spPr>
          <a:xfrm flipH="1">
            <a:off x="3323035" y="5383410"/>
            <a:ext cx="5989" cy="189483"/>
          </a:xfrm>
          <a:prstGeom prst="straightConnector1">
            <a:avLst/>
          </a:prstGeom>
          <a:noFill/>
          <a:ln w="12701" cap="rnd">
            <a:solidFill>
              <a:srgbClr val="00A6D6"/>
            </a:solidFill>
            <a:prstDash val="solid"/>
            <a:round/>
            <a:tailEnd type="arrow"/>
          </a:ln>
        </p:spPr>
      </p:cxnSp>
      <p:sp>
        <p:nvSpPr>
          <p:cNvPr id="26" name="Right Brace 37">
            <a:extLst>
              <a:ext uri="{FF2B5EF4-FFF2-40B4-BE49-F238E27FC236}">
                <a16:creationId xmlns:a16="http://schemas.microsoft.com/office/drawing/2014/main" id="{BBEBAD13-E1C6-ACC1-26CC-697418C719F5}"/>
              </a:ext>
            </a:extLst>
          </p:cNvPr>
          <p:cNvSpPr/>
          <p:nvPr/>
        </p:nvSpPr>
        <p:spPr>
          <a:xfrm>
            <a:off x="6096844" y="1604707"/>
            <a:ext cx="505571" cy="3133740"/>
          </a:xfrm>
          <a:custGeom>
            <a:avLst>
              <a:gd name="f12" fmla="val 8333"/>
              <a:gd name="f13" fmla="val 50000"/>
            </a:avLst>
            <a:gdLst>
              <a:gd name="f2" fmla="val 10800000"/>
              <a:gd name="f3" fmla="val 5400000"/>
              <a:gd name="f4" fmla="val 16200000"/>
              <a:gd name="f5" fmla="val 180"/>
              <a:gd name="f6" fmla="val w"/>
              <a:gd name="f7" fmla="val h"/>
              <a:gd name="f8" fmla="val ss"/>
              <a:gd name="f9" fmla="val 0"/>
              <a:gd name="f10" fmla="*/ 5419351 1 1725033"/>
              <a:gd name="f11" fmla="+- 0 0 5400000"/>
              <a:gd name="f12" fmla="val 8333"/>
              <a:gd name="f13" fmla="val 50000"/>
              <a:gd name="f14" fmla="+- 0 0 -180"/>
              <a:gd name="f15" fmla="+- 0 0 -270"/>
              <a:gd name="f16" fmla="+- 0 0 -360"/>
              <a:gd name="f17" fmla="abs f6"/>
              <a:gd name="f18" fmla="abs f7"/>
              <a:gd name="f19" fmla="abs f8"/>
              <a:gd name="f20" fmla="val f9"/>
              <a:gd name="f21" fmla="val f13"/>
              <a:gd name="f22" fmla="val f12"/>
              <a:gd name="f23" fmla="+- 2700000 f3 0"/>
              <a:gd name="f24" fmla="*/ f14 f2 1"/>
              <a:gd name="f25" fmla="*/ f15 f2 1"/>
              <a:gd name="f26" fmla="*/ f16 f2 1"/>
              <a:gd name="f27" fmla="?: f17 f6 1"/>
              <a:gd name="f28" fmla="?: f18 f7 1"/>
              <a:gd name="f29" fmla="?: f19 f8 1"/>
              <a:gd name="f30" fmla="*/ f23 f10 1"/>
              <a:gd name="f31" fmla="*/ f24 1 f5"/>
              <a:gd name="f32" fmla="*/ f25 1 f5"/>
              <a:gd name="f33" fmla="*/ f26 1 f5"/>
              <a:gd name="f34" fmla="*/ f27 1 21600"/>
              <a:gd name="f35" fmla="*/ f28 1 21600"/>
              <a:gd name="f36" fmla="*/ 21600 f27 1"/>
              <a:gd name="f37" fmla="*/ 21600 f28 1"/>
              <a:gd name="f38" fmla="*/ f30 1 f2"/>
              <a:gd name="f39" fmla="+- f31 0 f3"/>
              <a:gd name="f40" fmla="+- f32 0 f3"/>
              <a:gd name="f41" fmla="+- f33 0 f3"/>
              <a:gd name="f42" fmla="min f35 f34"/>
              <a:gd name="f43" fmla="*/ f36 1 f29"/>
              <a:gd name="f44" fmla="*/ f37 1 f29"/>
              <a:gd name="f45" fmla="+- 0 0 f38"/>
              <a:gd name="f46" fmla="val f43"/>
              <a:gd name="f47" fmla="val f44"/>
              <a:gd name="f48" fmla="+- 0 0 f45"/>
              <a:gd name="f49" fmla="*/ f20 f42 1"/>
              <a:gd name="f50" fmla="+- f47 0 f20"/>
              <a:gd name="f51" fmla="+- f46 0 f20"/>
              <a:gd name="f52" fmla="*/ f48 f2 1"/>
              <a:gd name="f53" fmla="*/ f46 f42 1"/>
              <a:gd name="f54" fmla="*/ f47 f42 1"/>
              <a:gd name="f55" fmla="*/ f51 1 2"/>
              <a:gd name="f56" fmla="min f51 f50"/>
              <a:gd name="f57" fmla="*/ f50 f21 1"/>
              <a:gd name="f58" fmla="*/ f52 1 f10"/>
              <a:gd name="f59" fmla="+- f20 f55 0"/>
              <a:gd name="f60" fmla="*/ f56 f22 1"/>
              <a:gd name="f61" fmla="*/ f57 1 100000"/>
              <a:gd name="f62" fmla="+- f58 0 f3"/>
              <a:gd name="f63" fmla="*/ f55 f42 1"/>
              <a:gd name="f64" fmla="*/ f60 1 100000"/>
              <a:gd name="f65" fmla="cos 1 f62"/>
              <a:gd name="f66" fmla="sin 1 f62"/>
              <a:gd name="f67" fmla="*/ f59 f42 1"/>
              <a:gd name="f68" fmla="*/ f61 f42 1"/>
              <a:gd name="f69" fmla="+- f61 0 f64"/>
              <a:gd name="f70" fmla="+- f47 0 f64"/>
              <a:gd name="f71" fmla="+- 0 0 f65"/>
              <a:gd name="f72" fmla="+- 0 0 f66"/>
              <a:gd name="f73" fmla="*/ f64 f42 1"/>
              <a:gd name="f74" fmla="+- 0 0 f71"/>
              <a:gd name="f75" fmla="+- 0 0 f72"/>
              <a:gd name="f76" fmla="*/ f69 f42 1"/>
              <a:gd name="f77" fmla="*/ f70 f42 1"/>
              <a:gd name="f78" fmla="*/ f74 f55 1"/>
              <a:gd name="f79" fmla="*/ f75 f64 1"/>
              <a:gd name="f80" fmla="+- f20 f78 0"/>
              <a:gd name="f81" fmla="+- f64 0 f79"/>
              <a:gd name="f82" fmla="+- f47 f79 0"/>
              <a:gd name="f83" fmla="+- f82 0 f64"/>
              <a:gd name="f84" fmla="*/ f81 f42 1"/>
              <a:gd name="f85" fmla="*/ f80 f42 1"/>
              <a:gd name="f86" fmla="*/ f83 f42 1"/>
            </a:gdLst>
            <a:ahLst/>
            <a:cxnLst>
              <a:cxn ang="3cd4">
                <a:pos x="hc" y="t"/>
              </a:cxn>
              <a:cxn ang="0">
                <a:pos x="r" y="vc"/>
              </a:cxn>
              <a:cxn ang="cd4">
                <a:pos x="hc" y="b"/>
              </a:cxn>
              <a:cxn ang="cd2">
                <a:pos x="l" y="vc"/>
              </a:cxn>
              <a:cxn ang="f39">
                <a:pos x="f49" y="f49"/>
              </a:cxn>
              <a:cxn ang="f40">
                <a:pos x="f53" y="f68"/>
              </a:cxn>
              <a:cxn ang="f41">
                <a:pos x="f49" y="f54"/>
              </a:cxn>
            </a:cxnLst>
            <a:rect l="f49" t="f84" r="f85" b="f86"/>
            <a:pathLst>
              <a:path stroke="0">
                <a:moveTo>
                  <a:pt x="f49" y="f49"/>
                </a:moveTo>
                <a:arcTo wR="f63" hR="f73" stAng="f4" swAng="f3"/>
                <a:lnTo>
                  <a:pt x="f67" y="f76"/>
                </a:lnTo>
                <a:arcTo wR="f63" hR="f73" stAng="f2" swAng="f11"/>
                <a:arcTo wR="f63" hR="f73" stAng="f4" swAng="f11"/>
                <a:lnTo>
                  <a:pt x="f67" y="f77"/>
                </a:lnTo>
                <a:arcTo wR="f63" hR="f73" stAng="f9" swAng="f3"/>
                <a:close/>
              </a:path>
              <a:path fill="none">
                <a:moveTo>
                  <a:pt x="f49" y="f49"/>
                </a:moveTo>
                <a:arcTo wR="f63" hR="f73" stAng="f4" swAng="f3"/>
                <a:lnTo>
                  <a:pt x="f67" y="f76"/>
                </a:lnTo>
                <a:arcTo wR="f63" hR="f73" stAng="f2" swAng="f11"/>
                <a:arcTo wR="f63" hR="f73" stAng="f4" swAng="f11"/>
                <a:lnTo>
                  <a:pt x="f67" y="f77"/>
                </a:lnTo>
                <a:arcTo wR="f63" hR="f73" stAng="f9" swAng="f3"/>
              </a:path>
            </a:pathLst>
          </a:custGeom>
          <a:noFill/>
          <a:ln w="12701" cap="rnd">
            <a:solidFill>
              <a:srgbClr val="00A6D6"/>
            </a:solidFill>
            <a:prstDash val="solid"/>
            <a:roun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1800" b="0" i="0" u="none" strike="noStrike" kern="1200" cap="none" spc="0" baseline="0">
              <a:solidFill>
                <a:srgbClr val="000000"/>
              </a:solidFill>
              <a:uFillTx/>
              <a:latin typeface="Arial"/>
            </a:endParaRPr>
          </a:p>
        </p:txBody>
      </p:sp>
      <p:sp>
        <p:nvSpPr>
          <p:cNvPr id="27" name="Right Brace 38">
            <a:extLst>
              <a:ext uri="{FF2B5EF4-FFF2-40B4-BE49-F238E27FC236}">
                <a16:creationId xmlns:a16="http://schemas.microsoft.com/office/drawing/2014/main" id="{0E85C375-695C-6885-069B-7F92B6FC0993}"/>
              </a:ext>
            </a:extLst>
          </p:cNvPr>
          <p:cNvSpPr/>
          <p:nvPr/>
        </p:nvSpPr>
        <p:spPr>
          <a:xfrm>
            <a:off x="6096844" y="4951713"/>
            <a:ext cx="505571" cy="1049036"/>
          </a:xfrm>
          <a:custGeom>
            <a:avLst>
              <a:gd name="f12" fmla="val 8333"/>
              <a:gd name="f13" fmla="val 48337"/>
            </a:avLst>
            <a:gdLst>
              <a:gd name="f2" fmla="val 10800000"/>
              <a:gd name="f3" fmla="val 5400000"/>
              <a:gd name="f4" fmla="val 16200000"/>
              <a:gd name="f5" fmla="val 180"/>
              <a:gd name="f6" fmla="val w"/>
              <a:gd name="f7" fmla="val h"/>
              <a:gd name="f8" fmla="val ss"/>
              <a:gd name="f9" fmla="val 0"/>
              <a:gd name="f10" fmla="*/ 5419351 1 1725033"/>
              <a:gd name="f11" fmla="+- 0 0 5400000"/>
              <a:gd name="f12" fmla="val 8333"/>
              <a:gd name="f13" fmla="val 48337"/>
              <a:gd name="f14" fmla="+- 0 0 -180"/>
              <a:gd name="f15" fmla="+- 0 0 -270"/>
              <a:gd name="f16" fmla="+- 0 0 -360"/>
              <a:gd name="f17" fmla="abs f6"/>
              <a:gd name="f18" fmla="abs f7"/>
              <a:gd name="f19" fmla="abs f8"/>
              <a:gd name="f20" fmla="val f9"/>
              <a:gd name="f21" fmla="val f13"/>
              <a:gd name="f22" fmla="val f12"/>
              <a:gd name="f23" fmla="+- 2700000 f3 0"/>
              <a:gd name="f24" fmla="*/ f14 f2 1"/>
              <a:gd name="f25" fmla="*/ f15 f2 1"/>
              <a:gd name="f26" fmla="*/ f16 f2 1"/>
              <a:gd name="f27" fmla="?: f17 f6 1"/>
              <a:gd name="f28" fmla="?: f18 f7 1"/>
              <a:gd name="f29" fmla="?: f19 f8 1"/>
              <a:gd name="f30" fmla="*/ f23 f10 1"/>
              <a:gd name="f31" fmla="*/ f24 1 f5"/>
              <a:gd name="f32" fmla="*/ f25 1 f5"/>
              <a:gd name="f33" fmla="*/ f26 1 f5"/>
              <a:gd name="f34" fmla="*/ f27 1 21600"/>
              <a:gd name="f35" fmla="*/ f28 1 21600"/>
              <a:gd name="f36" fmla="*/ 21600 f27 1"/>
              <a:gd name="f37" fmla="*/ 21600 f28 1"/>
              <a:gd name="f38" fmla="*/ f30 1 f2"/>
              <a:gd name="f39" fmla="+- f31 0 f3"/>
              <a:gd name="f40" fmla="+- f32 0 f3"/>
              <a:gd name="f41" fmla="+- f33 0 f3"/>
              <a:gd name="f42" fmla="min f35 f34"/>
              <a:gd name="f43" fmla="*/ f36 1 f29"/>
              <a:gd name="f44" fmla="*/ f37 1 f29"/>
              <a:gd name="f45" fmla="+- 0 0 f38"/>
              <a:gd name="f46" fmla="val f43"/>
              <a:gd name="f47" fmla="val f44"/>
              <a:gd name="f48" fmla="+- 0 0 f45"/>
              <a:gd name="f49" fmla="*/ f20 f42 1"/>
              <a:gd name="f50" fmla="+- f47 0 f20"/>
              <a:gd name="f51" fmla="+- f46 0 f20"/>
              <a:gd name="f52" fmla="*/ f48 f2 1"/>
              <a:gd name="f53" fmla="*/ f46 f42 1"/>
              <a:gd name="f54" fmla="*/ f47 f42 1"/>
              <a:gd name="f55" fmla="*/ f51 1 2"/>
              <a:gd name="f56" fmla="min f51 f50"/>
              <a:gd name="f57" fmla="*/ f50 f21 1"/>
              <a:gd name="f58" fmla="*/ f52 1 f10"/>
              <a:gd name="f59" fmla="+- f20 f55 0"/>
              <a:gd name="f60" fmla="*/ f56 f22 1"/>
              <a:gd name="f61" fmla="*/ f57 1 100000"/>
              <a:gd name="f62" fmla="+- f58 0 f3"/>
              <a:gd name="f63" fmla="*/ f55 f42 1"/>
              <a:gd name="f64" fmla="*/ f60 1 100000"/>
              <a:gd name="f65" fmla="cos 1 f62"/>
              <a:gd name="f66" fmla="sin 1 f62"/>
              <a:gd name="f67" fmla="*/ f59 f42 1"/>
              <a:gd name="f68" fmla="*/ f61 f42 1"/>
              <a:gd name="f69" fmla="+- f61 0 f64"/>
              <a:gd name="f70" fmla="+- f47 0 f64"/>
              <a:gd name="f71" fmla="+- 0 0 f65"/>
              <a:gd name="f72" fmla="+- 0 0 f66"/>
              <a:gd name="f73" fmla="*/ f64 f42 1"/>
              <a:gd name="f74" fmla="+- 0 0 f71"/>
              <a:gd name="f75" fmla="+- 0 0 f72"/>
              <a:gd name="f76" fmla="*/ f69 f42 1"/>
              <a:gd name="f77" fmla="*/ f70 f42 1"/>
              <a:gd name="f78" fmla="*/ f74 f55 1"/>
              <a:gd name="f79" fmla="*/ f75 f64 1"/>
              <a:gd name="f80" fmla="+- f20 f78 0"/>
              <a:gd name="f81" fmla="+- f64 0 f79"/>
              <a:gd name="f82" fmla="+- f47 f79 0"/>
              <a:gd name="f83" fmla="+- f82 0 f64"/>
              <a:gd name="f84" fmla="*/ f81 f42 1"/>
              <a:gd name="f85" fmla="*/ f80 f42 1"/>
              <a:gd name="f86" fmla="*/ f83 f42 1"/>
            </a:gdLst>
            <a:ahLst/>
            <a:cxnLst>
              <a:cxn ang="3cd4">
                <a:pos x="hc" y="t"/>
              </a:cxn>
              <a:cxn ang="0">
                <a:pos x="r" y="vc"/>
              </a:cxn>
              <a:cxn ang="cd4">
                <a:pos x="hc" y="b"/>
              </a:cxn>
              <a:cxn ang="cd2">
                <a:pos x="l" y="vc"/>
              </a:cxn>
              <a:cxn ang="f39">
                <a:pos x="f49" y="f49"/>
              </a:cxn>
              <a:cxn ang="f40">
                <a:pos x="f53" y="f68"/>
              </a:cxn>
              <a:cxn ang="f41">
                <a:pos x="f49" y="f54"/>
              </a:cxn>
            </a:cxnLst>
            <a:rect l="f49" t="f84" r="f85" b="f86"/>
            <a:pathLst>
              <a:path stroke="0">
                <a:moveTo>
                  <a:pt x="f49" y="f49"/>
                </a:moveTo>
                <a:arcTo wR="f63" hR="f73" stAng="f4" swAng="f3"/>
                <a:lnTo>
                  <a:pt x="f67" y="f76"/>
                </a:lnTo>
                <a:arcTo wR="f63" hR="f73" stAng="f2" swAng="f11"/>
                <a:arcTo wR="f63" hR="f73" stAng="f4" swAng="f11"/>
                <a:lnTo>
                  <a:pt x="f67" y="f77"/>
                </a:lnTo>
                <a:arcTo wR="f63" hR="f73" stAng="f9" swAng="f3"/>
                <a:close/>
              </a:path>
              <a:path fill="none">
                <a:moveTo>
                  <a:pt x="f49" y="f49"/>
                </a:moveTo>
                <a:arcTo wR="f63" hR="f73" stAng="f4" swAng="f3"/>
                <a:lnTo>
                  <a:pt x="f67" y="f76"/>
                </a:lnTo>
                <a:arcTo wR="f63" hR="f73" stAng="f2" swAng="f11"/>
                <a:arcTo wR="f63" hR="f73" stAng="f4" swAng="f11"/>
                <a:lnTo>
                  <a:pt x="f67" y="f77"/>
                </a:lnTo>
                <a:arcTo wR="f63" hR="f73" stAng="f9" swAng="f3"/>
              </a:path>
            </a:pathLst>
          </a:custGeom>
          <a:noFill/>
          <a:ln w="12701" cap="rnd">
            <a:solidFill>
              <a:srgbClr val="00A6D6"/>
            </a:solidFill>
            <a:prstDash val="solid"/>
            <a:roun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1800" b="0" i="0" u="none" strike="noStrike" kern="1200" cap="none" spc="0" baseline="0">
              <a:solidFill>
                <a:srgbClr val="000000"/>
              </a:solidFill>
              <a:uFillTx/>
              <a:latin typeface="Arial"/>
            </a:endParaRPr>
          </a:p>
        </p:txBody>
      </p:sp>
      <p:sp>
        <p:nvSpPr>
          <p:cNvPr id="28" name="TextBox 39">
            <a:extLst>
              <a:ext uri="{FF2B5EF4-FFF2-40B4-BE49-F238E27FC236}">
                <a16:creationId xmlns:a16="http://schemas.microsoft.com/office/drawing/2014/main" id="{FEDE61EA-EC25-78DD-0FD3-8091655308F4}"/>
              </a:ext>
            </a:extLst>
          </p:cNvPr>
          <p:cNvSpPr txBox="1"/>
          <p:nvPr/>
        </p:nvSpPr>
        <p:spPr>
          <a:xfrm>
            <a:off x="6856491" y="1574441"/>
            <a:ext cx="4613276" cy="3133740"/>
          </a:xfrm>
          <a:prstGeom prst="rect">
            <a:avLst/>
          </a:prstGeom>
          <a:noFill/>
          <a:ln>
            <a:noFill/>
          </a:ln>
        </p:spPr>
        <p:txBody>
          <a:bodyPr vert="horz" wrap="square" lIns="0" tIns="0" rIns="0" bIns="0" anchor="t" anchorCtr="0" compatLnSpc="1">
            <a:noAutofit/>
          </a:bodyPr>
          <a:lstStyle/>
          <a:p>
            <a:pPr marL="0" marR="0" lvl="0" indent="0" algn="just"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600" b="0" i="0" u="none" strike="noStrike" kern="1200" cap="none" spc="0" baseline="0">
                <a:solidFill>
                  <a:srgbClr val="000000"/>
                </a:solidFill>
                <a:uFillTx/>
                <a:latin typeface="Arial"/>
              </a:rPr>
              <a:t>This  part of cycle represents how the company functions to achieve </a:t>
            </a:r>
            <a:r>
              <a:rPr lang="en-US" sz="1600" b="1" i="0" u="none" strike="noStrike" kern="1200" cap="none" spc="0" baseline="0">
                <a:solidFill>
                  <a:srgbClr val="000000"/>
                </a:solidFill>
                <a:uFillTx/>
                <a:latin typeface="Arial"/>
              </a:rPr>
              <a:t>Product Leadership. </a:t>
            </a:r>
          </a:p>
          <a:p>
            <a:pPr marL="0" marR="0" lvl="0" indent="0" algn="just"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600" b="0" i="0" u="none" strike="noStrike" kern="1200" cap="none" spc="0" baseline="0">
                <a:solidFill>
                  <a:srgbClr val="000000"/>
                </a:solidFill>
                <a:uFillTx/>
                <a:latin typeface="Arial"/>
              </a:rPr>
              <a:t>The company focuses on </a:t>
            </a:r>
            <a:r>
              <a:rPr lang="en-US" sz="1600" b="1" i="0" u="none" strike="noStrike" kern="1200" cap="none" spc="0" baseline="0">
                <a:solidFill>
                  <a:srgbClr val="000000"/>
                </a:solidFill>
                <a:uFillTx/>
                <a:latin typeface="Arial"/>
              </a:rPr>
              <a:t>construction market demands</a:t>
            </a:r>
            <a:r>
              <a:rPr lang="en-US" sz="1600" b="0" i="0" u="none" strike="noStrike" kern="1200" cap="none" spc="0" baseline="0">
                <a:solidFill>
                  <a:srgbClr val="000000"/>
                </a:solidFill>
                <a:uFillTx/>
                <a:latin typeface="Arial"/>
              </a:rPr>
              <a:t>, whether driven by new technologies or real-world project needs. </a:t>
            </a:r>
          </a:p>
          <a:p>
            <a:pPr marL="0" marR="0" lvl="0" indent="0" algn="just"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600" b="0" i="0" u="none" strike="noStrike" kern="1200" cap="none" spc="0" baseline="0">
                <a:solidFill>
                  <a:srgbClr val="000000"/>
                </a:solidFill>
                <a:uFillTx/>
                <a:latin typeface="Arial"/>
              </a:rPr>
              <a:t>Based on these, they set </a:t>
            </a:r>
            <a:r>
              <a:rPr lang="en-US" sz="1600" b="1" i="0" u="none" strike="noStrike" kern="1200" cap="none" spc="0" baseline="0">
                <a:solidFill>
                  <a:srgbClr val="000000"/>
                </a:solidFill>
                <a:uFillTx/>
                <a:latin typeface="Arial"/>
              </a:rPr>
              <a:t>long-term and short-term goals</a:t>
            </a:r>
            <a:r>
              <a:rPr lang="en-US" sz="1600" b="0" i="0" u="none" strike="noStrike" kern="1200" cap="none" spc="0" baseline="0">
                <a:solidFill>
                  <a:srgbClr val="000000"/>
                </a:solidFill>
                <a:uFillTx/>
                <a:latin typeface="Arial"/>
              </a:rPr>
              <a:t> to shape the product roadmap. Research, competitive analysis, and proof of concepts with customers follow. </a:t>
            </a:r>
          </a:p>
          <a:p>
            <a:pPr marL="0" marR="0" lvl="0" indent="0" algn="just"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600" b="0" i="0" u="none" strike="noStrike" kern="1200" cap="none" spc="0" baseline="0">
                <a:solidFill>
                  <a:srgbClr val="000000"/>
                </a:solidFill>
                <a:uFillTx/>
                <a:latin typeface="Arial"/>
              </a:rPr>
              <a:t>Once a software module is finalized, it is set in stone—backed by </a:t>
            </a:r>
            <a:r>
              <a:rPr lang="en-US" sz="1600" b="1" i="0" u="none" strike="noStrike" kern="1200" cap="none" spc="0" baseline="0">
                <a:solidFill>
                  <a:srgbClr val="000000"/>
                </a:solidFill>
                <a:uFillTx/>
                <a:latin typeface="Arial"/>
              </a:rPr>
              <a:t>thorough research and a clear purpose.</a:t>
            </a:r>
          </a:p>
        </p:txBody>
      </p:sp>
      <p:sp>
        <p:nvSpPr>
          <p:cNvPr id="29" name="TextBox 40">
            <a:extLst>
              <a:ext uri="{FF2B5EF4-FFF2-40B4-BE49-F238E27FC236}">
                <a16:creationId xmlns:a16="http://schemas.microsoft.com/office/drawing/2014/main" id="{8C6AF0B8-DD72-E30E-E5E9-E0622D56DC55}"/>
              </a:ext>
            </a:extLst>
          </p:cNvPr>
          <p:cNvSpPr txBox="1"/>
          <p:nvPr/>
        </p:nvSpPr>
        <p:spPr>
          <a:xfrm>
            <a:off x="6856491" y="4951713"/>
            <a:ext cx="4613276" cy="1054769"/>
          </a:xfrm>
          <a:prstGeom prst="rect">
            <a:avLst/>
          </a:prstGeom>
          <a:noFill/>
          <a:ln>
            <a:noFill/>
          </a:ln>
        </p:spPr>
        <p:txBody>
          <a:bodyPr vert="horz" wrap="square" lIns="0" tIns="0" rIns="0" bIns="0" anchor="t" anchorCtr="0" compatLnSpc="1">
            <a:noAutofit/>
          </a:bodyPr>
          <a:lstStyle/>
          <a:p>
            <a:pPr marL="0" marR="0" lvl="0" indent="0" algn="just"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600" b="0" i="0" u="none" strike="noStrike" kern="1200" cap="none" spc="0" baseline="0">
                <a:solidFill>
                  <a:srgbClr val="000000"/>
                </a:solidFill>
                <a:uFillTx/>
                <a:latin typeface="Arial"/>
              </a:rPr>
              <a:t>In this part of the cycle, the focus is on building </a:t>
            </a:r>
            <a:r>
              <a:rPr lang="en-US" sz="1600" b="1" i="0" u="none" strike="noStrike" kern="1200" cap="none" spc="0" baseline="0">
                <a:solidFill>
                  <a:srgbClr val="000000"/>
                </a:solidFill>
                <a:uFillTx/>
                <a:latin typeface="Arial"/>
              </a:rPr>
              <a:t>strong customer relationships</a:t>
            </a:r>
            <a:r>
              <a:rPr lang="en-US" sz="1600" b="0" i="0" u="none" strike="noStrike" kern="1200" cap="none" spc="0" baseline="0">
                <a:solidFill>
                  <a:srgbClr val="000000"/>
                </a:solidFill>
                <a:uFillTx/>
                <a:latin typeface="Arial"/>
              </a:rPr>
              <a:t>. The team actively gathers feedback in advance and incorporates critical input from </a:t>
            </a:r>
            <a:r>
              <a:rPr lang="en-US" sz="1600" b="1" i="0" u="none" strike="noStrike" kern="1200" cap="none" spc="0" baseline="0">
                <a:solidFill>
                  <a:srgbClr val="000000"/>
                </a:solidFill>
                <a:uFillTx/>
                <a:latin typeface="Arial"/>
              </a:rPr>
              <a:t>industry experts and end users</a:t>
            </a:r>
            <a:r>
              <a:rPr lang="en-US" sz="1600" b="0" i="0" u="none" strike="noStrike" kern="1200" cap="none" spc="0" baseline="0">
                <a:solidFill>
                  <a:srgbClr val="000000"/>
                </a:solidFill>
                <a:uFillTx/>
                <a:latin typeface="Arial"/>
              </a:rPr>
              <a:t> to improve the product.</a:t>
            </a:r>
            <a:endParaRPr lang="en-IN" sz="1600" b="0" i="0" u="none" strike="noStrike" kern="1200" cap="none" spc="0" baseline="0">
              <a:solidFill>
                <a:srgbClr val="000000"/>
              </a:solidFill>
              <a:uFillTx/>
              <a:latin typeface="Arial"/>
            </a:endParaRPr>
          </a:p>
        </p:txBody>
      </p:sp>
    </p:spTree>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103">
    <p:spTree>
      <p:nvGrpSpPr>
        <p:cNvPr id="1" name=""/>
        <p:cNvGrpSpPr/>
        <p:nvPr/>
      </p:nvGrpSpPr>
      <p:grpSpPr>
        <a:xfrm>
          <a:off x="0" y="0"/>
          <a:ext cx="0" cy="0"/>
          <a:chOff x="0" y="0"/>
          <a:chExt cx="0" cy="0"/>
        </a:xfrm>
      </p:grpSpPr>
      <p:sp>
        <p:nvSpPr>
          <p:cNvPr id="2" name="Tijdelijke aanduiding voor datum 4">
            <a:extLst>
              <a:ext uri="{FF2B5EF4-FFF2-40B4-BE49-F238E27FC236}">
                <a16:creationId xmlns:a16="http://schemas.microsoft.com/office/drawing/2014/main" id="{EA5A4D6D-1CC4-AA29-87B8-029F3D2672ED}"/>
              </a:ext>
            </a:extLst>
          </p:cNvPr>
          <p:cNvSpPr txBox="1">
            <a:spLocks noGrp="1"/>
          </p:cNvSpPr>
          <p:nvPr>
            <p:ph type="dt" sz="quarter" idx="7"/>
          </p:nvPr>
        </p:nvSpPr>
        <p:spPr>
          <a:xfrm>
            <a:off x="10146566" y="6405664"/>
            <a:ext cx="766230" cy="184663"/>
          </a:xfrm>
          <a:prstGeom prst="rect">
            <a:avLst/>
          </a:prstGeom>
          <a:noFill/>
          <a:ln>
            <a:noFill/>
          </a:ln>
        </p:spPr>
        <p:txBody>
          <a:bodyPr vert="horz" wrap="none" lIns="0" tIns="0" rIns="0" bIns="0" anchor="ctr" anchorCtr="0" compatLnSpc="1">
            <a:spAutoFit/>
          </a:bodyPr>
          <a:lstStyle/>
          <a:p>
            <a:pPr lvl="0" algn="r"/>
            <a:fld id="{C4B6C49A-9A43-45E1-8A61-821892192C1F}" type="datetime1">
              <a:rPr lang="nl-NL" sz="1200">
                <a:solidFill>
                  <a:srgbClr val="000000"/>
                </a:solidFill>
                <a:latin typeface="Arial"/>
                <a:cs typeface="Segoe UI Light" pitchFamily="34"/>
              </a:rPr>
              <a:pPr lvl="0" algn="r"/>
              <a:t>22-10-2025</a:t>
            </a:fld>
            <a:endParaRPr lang="en-GB" sz="1200">
              <a:solidFill>
                <a:srgbClr val="000000"/>
              </a:solidFill>
              <a:latin typeface="Arial"/>
              <a:cs typeface="Segoe UI Light" pitchFamily="34"/>
            </a:endParaRPr>
          </a:p>
        </p:txBody>
      </p:sp>
      <p:sp>
        <p:nvSpPr>
          <p:cNvPr id="3" name="Titel 8">
            <a:extLst>
              <a:ext uri="{FF2B5EF4-FFF2-40B4-BE49-F238E27FC236}">
                <a16:creationId xmlns:a16="http://schemas.microsoft.com/office/drawing/2014/main" id="{5E324A28-8973-BC6C-6EF3-5F58848B264D}"/>
              </a:ext>
            </a:extLst>
          </p:cNvPr>
          <p:cNvSpPr txBox="1">
            <a:spLocks noGrp="1"/>
          </p:cNvSpPr>
          <p:nvPr>
            <p:ph type="title"/>
          </p:nvPr>
        </p:nvSpPr>
        <p:spPr>
          <a:xfrm>
            <a:off x="718663" y="686165"/>
            <a:ext cx="10752612" cy="323404"/>
          </a:xfrm>
          <a:prstGeom prst="rect">
            <a:avLst/>
          </a:prstGeom>
          <a:noFill/>
          <a:ln>
            <a:noFill/>
          </a:ln>
        </p:spPr>
        <p:txBody>
          <a:bodyPr vert="horz" wrap="square" lIns="0" tIns="0" rIns="0" bIns="378003" anchor="t" anchorCtr="0" compatLnSpc="1">
            <a:noAutofit/>
          </a:bodyPr>
          <a:lstStyle/>
          <a:p>
            <a:pPr lvl="0"/>
            <a:r>
              <a:rPr lang="en-GB" u="sng"/>
              <a:t>Product Cycle</a:t>
            </a:r>
          </a:p>
        </p:txBody>
      </p:sp>
      <p:sp>
        <p:nvSpPr>
          <p:cNvPr id="4" name="Tijdelijke aanduiding voor dianummer 102">
            <a:extLst>
              <a:ext uri="{FF2B5EF4-FFF2-40B4-BE49-F238E27FC236}">
                <a16:creationId xmlns:a16="http://schemas.microsoft.com/office/drawing/2014/main" id="{16A53E02-0A80-33E2-77A9-1CE2FAB14A6F}"/>
              </a:ext>
            </a:extLst>
          </p:cNvPr>
          <p:cNvSpPr txBox="1">
            <a:spLocks noGrp="1"/>
          </p:cNvSpPr>
          <p:nvPr>
            <p:ph type="sldNum" sz="quarter" idx="8"/>
          </p:nvPr>
        </p:nvSpPr>
        <p:spPr>
          <a:xfrm>
            <a:off x="11178466" y="6405664"/>
            <a:ext cx="291300" cy="184663"/>
          </a:xfrm>
          <a:prstGeom prst="rect">
            <a:avLst/>
          </a:prstGeom>
          <a:noFill/>
          <a:ln>
            <a:noFill/>
          </a:ln>
        </p:spPr>
        <p:txBody>
          <a:bodyPr vert="horz" wrap="none" lIns="0" tIns="0" rIns="0" bIns="0" anchor="ctr" anchorCtr="0" compatLnSpc="1">
            <a:spAutoFit/>
          </a:bodyPr>
          <a:lstStyle/>
          <a:p>
            <a:pPr lvl="0" algn="r"/>
            <a:fld id="{94479809-1373-4C3B-A0DC-9E847AEBDD61}" type="slidenum">
              <a:t>9</a:t>
            </a:fld>
            <a:endParaRPr lang="en-GB" sz="1200" b="1">
              <a:solidFill>
                <a:srgbClr val="000000"/>
              </a:solidFill>
              <a:latin typeface="Arial"/>
              <a:cs typeface="Segoe UI Light" pitchFamily="34"/>
            </a:endParaRPr>
          </a:p>
        </p:txBody>
      </p:sp>
      <p:cxnSp>
        <p:nvCxnSpPr>
          <p:cNvPr id="5" name="Straight Connector 83">
            <a:extLst>
              <a:ext uri="{FF2B5EF4-FFF2-40B4-BE49-F238E27FC236}">
                <a16:creationId xmlns:a16="http://schemas.microsoft.com/office/drawing/2014/main" id="{E2F3CEB8-42BC-3A77-A14A-4C85E1BE3AC6}"/>
              </a:ext>
            </a:extLst>
          </p:cNvPr>
          <p:cNvCxnSpPr/>
          <p:nvPr/>
        </p:nvCxnSpPr>
        <p:spPr>
          <a:xfrm>
            <a:off x="0" y="6139546"/>
            <a:ext cx="12191996" cy="0"/>
          </a:xfrm>
          <a:prstGeom prst="straightConnector1">
            <a:avLst/>
          </a:prstGeom>
          <a:noFill/>
          <a:ln w="28575" cap="rnd">
            <a:solidFill>
              <a:srgbClr val="00A6D6"/>
            </a:solidFill>
            <a:prstDash val="solid"/>
            <a:round/>
          </a:ln>
        </p:spPr>
      </p:cxnSp>
      <p:sp>
        <p:nvSpPr>
          <p:cNvPr id="6" name="TextBox 11">
            <a:extLst>
              <a:ext uri="{FF2B5EF4-FFF2-40B4-BE49-F238E27FC236}">
                <a16:creationId xmlns:a16="http://schemas.microsoft.com/office/drawing/2014/main" id="{8DE256F6-31FE-5DDA-980B-F07668B9271B}"/>
              </a:ext>
            </a:extLst>
          </p:cNvPr>
          <p:cNvSpPr txBox="1"/>
          <p:nvPr/>
        </p:nvSpPr>
        <p:spPr>
          <a:xfrm>
            <a:off x="1363525" y="-727743"/>
            <a:ext cx="8964594" cy="369335"/>
          </a:xfrm>
          <a:prstGeom prst="rect">
            <a:avLst/>
          </a:prstGeom>
          <a:noFill/>
          <a:ln>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1800" b="0" i="0" u="none" strike="noStrike" kern="1200" cap="none" spc="0" baseline="0">
                <a:solidFill>
                  <a:srgbClr val="000000"/>
                </a:solidFill>
                <a:uFillTx/>
                <a:latin typeface="Arial"/>
              </a:rPr>
              <a:t>#00A6D6</a:t>
            </a:r>
          </a:p>
        </p:txBody>
      </p:sp>
      <p:sp>
        <p:nvSpPr>
          <p:cNvPr id="7" name="Rectangle: Rounded Corners 2">
            <a:extLst>
              <a:ext uri="{FF2B5EF4-FFF2-40B4-BE49-F238E27FC236}">
                <a16:creationId xmlns:a16="http://schemas.microsoft.com/office/drawing/2014/main" id="{5F9BF784-7DE6-79FB-10BA-9FFD3B809D0F}"/>
              </a:ext>
            </a:extLst>
          </p:cNvPr>
          <p:cNvSpPr/>
          <p:nvPr/>
        </p:nvSpPr>
        <p:spPr>
          <a:xfrm>
            <a:off x="719139" y="1622456"/>
            <a:ext cx="1688777" cy="431697"/>
          </a:xfrm>
          <a:custGeom>
            <a:avLst>
              <a:gd name="f0" fmla="val 36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BFBFBF">
              <a:alpha val="30196"/>
            </a:srgbClr>
          </a:solidFill>
          <a:ln>
            <a:noFill/>
            <a:prstDash val="solid"/>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r>
              <a:rPr lang="en-US" sz="1400" b="0" i="0" u="none" strike="noStrike" kern="1200" cap="none" spc="0" baseline="0">
                <a:solidFill>
                  <a:srgbClr val="000000"/>
                </a:solidFill>
                <a:uFillTx/>
                <a:latin typeface="Arial"/>
              </a:rPr>
              <a:t>Roadmap </a:t>
            </a:r>
            <a:endParaRPr lang="en-IN" sz="1400" b="0" i="0" u="none" strike="noStrike" kern="1200" cap="none" spc="0" baseline="0">
              <a:solidFill>
                <a:srgbClr val="000000"/>
              </a:solidFill>
              <a:uFillTx/>
              <a:latin typeface="Arial"/>
            </a:endParaRPr>
          </a:p>
        </p:txBody>
      </p:sp>
      <p:sp>
        <p:nvSpPr>
          <p:cNvPr id="8" name="Rectangle: Rounded Corners 3">
            <a:extLst>
              <a:ext uri="{FF2B5EF4-FFF2-40B4-BE49-F238E27FC236}">
                <a16:creationId xmlns:a16="http://schemas.microsoft.com/office/drawing/2014/main" id="{869D4887-7A54-C64D-1776-80BFFCC0ACD7}"/>
              </a:ext>
            </a:extLst>
          </p:cNvPr>
          <p:cNvSpPr/>
          <p:nvPr/>
        </p:nvSpPr>
        <p:spPr>
          <a:xfrm>
            <a:off x="3258116" y="2466539"/>
            <a:ext cx="1438150" cy="431697"/>
          </a:xfrm>
          <a:custGeom>
            <a:avLst>
              <a:gd name="f0" fmla="val 36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00A6D6">
              <a:alpha val="30196"/>
            </a:srgbClr>
          </a:solidFill>
          <a:ln>
            <a:noFill/>
            <a:prstDash val="solid"/>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r>
              <a:rPr lang="en-US" sz="1300" b="0" i="0" u="none" strike="noStrike" kern="1200" cap="none" spc="0" baseline="0">
                <a:solidFill>
                  <a:srgbClr val="000000"/>
                </a:solidFill>
                <a:uFillTx/>
                <a:latin typeface="Arial"/>
              </a:rPr>
              <a:t>Customized Features</a:t>
            </a:r>
            <a:endParaRPr lang="en-IN" sz="1300" b="0" i="0" u="none" strike="noStrike" kern="1200" cap="none" spc="0" baseline="0">
              <a:solidFill>
                <a:srgbClr val="000000"/>
              </a:solidFill>
              <a:uFillTx/>
              <a:latin typeface="Arial"/>
            </a:endParaRPr>
          </a:p>
        </p:txBody>
      </p:sp>
      <p:sp>
        <p:nvSpPr>
          <p:cNvPr id="9" name="Rectangle: Rounded Corners 5">
            <a:extLst>
              <a:ext uri="{FF2B5EF4-FFF2-40B4-BE49-F238E27FC236}">
                <a16:creationId xmlns:a16="http://schemas.microsoft.com/office/drawing/2014/main" id="{6336FF2D-A790-315C-8264-9B0CE4D01A6E}"/>
              </a:ext>
            </a:extLst>
          </p:cNvPr>
          <p:cNvSpPr/>
          <p:nvPr/>
        </p:nvSpPr>
        <p:spPr>
          <a:xfrm>
            <a:off x="3236537" y="3271887"/>
            <a:ext cx="1438150" cy="431697"/>
          </a:xfrm>
          <a:custGeom>
            <a:avLst>
              <a:gd name="f0" fmla="val 36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00A6D6">
              <a:alpha val="30196"/>
            </a:srgbClr>
          </a:solidFill>
          <a:ln>
            <a:noFill/>
            <a:prstDash val="solid"/>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r>
              <a:rPr lang="en-US" sz="1300" b="0" i="0" u="none" strike="noStrike" kern="1200" cap="none" spc="0" baseline="0">
                <a:solidFill>
                  <a:srgbClr val="000000"/>
                </a:solidFill>
                <a:uFillTx/>
                <a:latin typeface="Arial"/>
              </a:rPr>
              <a:t>Improvements</a:t>
            </a:r>
            <a:endParaRPr lang="en-IN" sz="1300" b="0" i="0" u="none" strike="noStrike" kern="1200" cap="none" spc="0" baseline="0">
              <a:solidFill>
                <a:srgbClr val="000000"/>
              </a:solidFill>
              <a:uFillTx/>
              <a:latin typeface="Arial"/>
            </a:endParaRPr>
          </a:p>
        </p:txBody>
      </p:sp>
      <p:sp>
        <p:nvSpPr>
          <p:cNvPr id="10" name="Rectangle: Rounded Corners 7">
            <a:extLst>
              <a:ext uri="{FF2B5EF4-FFF2-40B4-BE49-F238E27FC236}">
                <a16:creationId xmlns:a16="http://schemas.microsoft.com/office/drawing/2014/main" id="{BA7413C0-5F0D-FD84-AB14-F6B730C74B98}"/>
              </a:ext>
            </a:extLst>
          </p:cNvPr>
          <p:cNvSpPr/>
          <p:nvPr/>
        </p:nvSpPr>
        <p:spPr>
          <a:xfrm>
            <a:off x="719139" y="5050724"/>
            <a:ext cx="1688777" cy="431697"/>
          </a:xfrm>
          <a:custGeom>
            <a:avLst>
              <a:gd name="f0" fmla="val 36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BFBFBF">
              <a:alpha val="30196"/>
            </a:srgbClr>
          </a:solidFill>
          <a:ln>
            <a:noFill/>
            <a:prstDash val="solid"/>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r>
              <a:rPr lang="en-US" sz="1400" b="0" i="0" u="none" strike="noStrike" kern="1200" cap="none" spc="0" baseline="0">
                <a:solidFill>
                  <a:srgbClr val="000000"/>
                </a:solidFill>
                <a:uFillTx/>
                <a:latin typeface="Arial"/>
              </a:rPr>
              <a:t>Ongoing Development </a:t>
            </a:r>
            <a:endParaRPr lang="en-IN" sz="1400" b="0" i="0" u="none" strike="noStrike" kern="1200" cap="none" spc="0" baseline="0">
              <a:solidFill>
                <a:srgbClr val="000000"/>
              </a:solidFill>
              <a:uFillTx/>
              <a:latin typeface="Arial"/>
            </a:endParaRPr>
          </a:p>
        </p:txBody>
      </p:sp>
      <p:sp>
        <p:nvSpPr>
          <p:cNvPr id="11" name="Rectangle: Rounded Corners 9">
            <a:extLst>
              <a:ext uri="{FF2B5EF4-FFF2-40B4-BE49-F238E27FC236}">
                <a16:creationId xmlns:a16="http://schemas.microsoft.com/office/drawing/2014/main" id="{6818E381-0615-3331-94A5-681291BB9E4B}"/>
              </a:ext>
            </a:extLst>
          </p:cNvPr>
          <p:cNvSpPr/>
          <p:nvPr/>
        </p:nvSpPr>
        <p:spPr>
          <a:xfrm>
            <a:off x="7770068" y="1634407"/>
            <a:ext cx="1438150" cy="431697"/>
          </a:xfrm>
          <a:custGeom>
            <a:avLst>
              <a:gd name="f0" fmla="val 36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00A6D6">
              <a:alpha val="30196"/>
            </a:srgbClr>
          </a:solidFill>
          <a:ln>
            <a:noFill/>
            <a:prstDash val="solid"/>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r>
              <a:rPr lang="en-US" sz="1300" b="0" i="0" u="none" strike="noStrike" kern="1200" cap="none" spc="0" baseline="0">
                <a:solidFill>
                  <a:srgbClr val="000000"/>
                </a:solidFill>
                <a:uFillTx/>
                <a:latin typeface="Arial"/>
              </a:rPr>
              <a:t>Technical Investigation</a:t>
            </a:r>
            <a:endParaRPr lang="en-IN" sz="1300" b="0" i="0" u="none" strike="noStrike" kern="1200" cap="none" spc="0" baseline="0">
              <a:solidFill>
                <a:srgbClr val="000000"/>
              </a:solidFill>
              <a:uFillTx/>
              <a:latin typeface="Arial"/>
            </a:endParaRPr>
          </a:p>
        </p:txBody>
      </p:sp>
      <p:sp>
        <p:nvSpPr>
          <p:cNvPr id="12" name="Rectangle: Rounded Corners 10">
            <a:extLst>
              <a:ext uri="{FF2B5EF4-FFF2-40B4-BE49-F238E27FC236}">
                <a16:creationId xmlns:a16="http://schemas.microsoft.com/office/drawing/2014/main" id="{B2750924-8666-43D2-08BE-133E19563B8C}"/>
              </a:ext>
            </a:extLst>
          </p:cNvPr>
          <p:cNvSpPr/>
          <p:nvPr/>
        </p:nvSpPr>
        <p:spPr>
          <a:xfrm>
            <a:off x="7775390" y="2268297"/>
            <a:ext cx="1438150" cy="431697"/>
          </a:xfrm>
          <a:custGeom>
            <a:avLst>
              <a:gd name="f0" fmla="val 36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00A6D6">
              <a:alpha val="30196"/>
            </a:srgbClr>
          </a:solidFill>
          <a:ln>
            <a:noFill/>
            <a:prstDash val="solid"/>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r>
              <a:rPr lang="en-US" sz="1300" b="0" i="0" u="none" strike="noStrike" kern="1200" cap="none" spc="0" baseline="0">
                <a:solidFill>
                  <a:srgbClr val="000000"/>
                </a:solidFill>
                <a:uFillTx/>
                <a:latin typeface="Arial"/>
              </a:rPr>
              <a:t>Technological Integration</a:t>
            </a:r>
            <a:endParaRPr lang="en-IN" sz="1300" b="0" i="0" u="none" strike="noStrike" kern="1200" cap="none" spc="0" baseline="0">
              <a:solidFill>
                <a:srgbClr val="000000"/>
              </a:solidFill>
              <a:uFillTx/>
              <a:latin typeface="Arial"/>
            </a:endParaRPr>
          </a:p>
        </p:txBody>
      </p:sp>
      <p:sp>
        <p:nvSpPr>
          <p:cNvPr id="13" name="Rectangle: Rounded Corners 12">
            <a:extLst>
              <a:ext uri="{FF2B5EF4-FFF2-40B4-BE49-F238E27FC236}">
                <a16:creationId xmlns:a16="http://schemas.microsoft.com/office/drawing/2014/main" id="{99E660AE-4AA9-9189-1895-8997C39D4EB9}"/>
              </a:ext>
            </a:extLst>
          </p:cNvPr>
          <p:cNvSpPr/>
          <p:nvPr/>
        </p:nvSpPr>
        <p:spPr>
          <a:xfrm>
            <a:off x="5503298" y="1630302"/>
            <a:ext cx="1438150" cy="431697"/>
          </a:xfrm>
          <a:custGeom>
            <a:avLst>
              <a:gd name="f0" fmla="val 36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00A6D6">
              <a:alpha val="30196"/>
            </a:srgbClr>
          </a:solidFill>
          <a:ln>
            <a:noFill/>
            <a:prstDash val="solid"/>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r>
              <a:rPr lang="en-US" sz="1300" b="0" i="0" u="none" strike="noStrike" kern="1200" cap="none" spc="0" baseline="0">
                <a:solidFill>
                  <a:srgbClr val="000000"/>
                </a:solidFill>
                <a:uFillTx/>
                <a:latin typeface="Arial"/>
              </a:rPr>
              <a:t>Conceptual UI/UX</a:t>
            </a:r>
            <a:endParaRPr lang="en-IN" sz="1300" b="0" i="0" u="none" strike="noStrike" kern="1200" cap="none" spc="0" baseline="0">
              <a:solidFill>
                <a:srgbClr val="000000"/>
              </a:solidFill>
              <a:uFillTx/>
              <a:latin typeface="Arial"/>
            </a:endParaRPr>
          </a:p>
        </p:txBody>
      </p:sp>
      <p:sp>
        <p:nvSpPr>
          <p:cNvPr id="14" name="Rectangle: Rounded Corners 13">
            <a:extLst>
              <a:ext uri="{FF2B5EF4-FFF2-40B4-BE49-F238E27FC236}">
                <a16:creationId xmlns:a16="http://schemas.microsoft.com/office/drawing/2014/main" id="{7427FD0D-DE20-7178-9D55-F10BC37A580B}"/>
              </a:ext>
            </a:extLst>
          </p:cNvPr>
          <p:cNvSpPr/>
          <p:nvPr/>
        </p:nvSpPr>
        <p:spPr>
          <a:xfrm>
            <a:off x="7775390" y="2944834"/>
            <a:ext cx="1438150" cy="431697"/>
          </a:xfrm>
          <a:custGeom>
            <a:avLst>
              <a:gd name="f0" fmla="val 36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00A6D6">
              <a:alpha val="30196"/>
            </a:srgbClr>
          </a:solidFill>
          <a:ln>
            <a:noFill/>
            <a:prstDash val="solid"/>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r>
              <a:rPr lang="en-US" sz="1300" b="0" i="0" u="none" strike="noStrike" kern="1200" cap="none" spc="0" baseline="0">
                <a:solidFill>
                  <a:srgbClr val="000000"/>
                </a:solidFill>
                <a:uFillTx/>
                <a:latin typeface="Arial"/>
              </a:rPr>
              <a:t>Detailed Specifications </a:t>
            </a:r>
            <a:endParaRPr lang="en-IN" sz="1300" b="0" i="0" u="none" strike="noStrike" kern="1200" cap="none" spc="0" baseline="0">
              <a:solidFill>
                <a:srgbClr val="000000"/>
              </a:solidFill>
              <a:uFillTx/>
              <a:latin typeface="Arial"/>
            </a:endParaRPr>
          </a:p>
        </p:txBody>
      </p:sp>
      <p:sp>
        <p:nvSpPr>
          <p:cNvPr id="15" name="Rectangle: Rounded Corners 14">
            <a:extLst>
              <a:ext uri="{FF2B5EF4-FFF2-40B4-BE49-F238E27FC236}">
                <a16:creationId xmlns:a16="http://schemas.microsoft.com/office/drawing/2014/main" id="{11315B0D-86F8-F407-1202-1D758FC4060B}"/>
              </a:ext>
            </a:extLst>
          </p:cNvPr>
          <p:cNvSpPr/>
          <p:nvPr/>
        </p:nvSpPr>
        <p:spPr>
          <a:xfrm>
            <a:off x="718663" y="2466539"/>
            <a:ext cx="1689253" cy="431697"/>
          </a:xfrm>
          <a:custGeom>
            <a:avLst>
              <a:gd name="f0" fmla="val 36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BFBFBF">
              <a:alpha val="30196"/>
            </a:srgbClr>
          </a:solidFill>
          <a:ln>
            <a:noFill/>
            <a:prstDash val="solid"/>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r>
              <a:rPr lang="en-US" sz="1400" b="0" i="0" u="none" strike="noStrike" kern="1200" cap="none" spc="0" baseline="0">
                <a:solidFill>
                  <a:srgbClr val="000000"/>
                </a:solidFill>
                <a:uFillTx/>
                <a:latin typeface="Arial"/>
              </a:rPr>
              <a:t>Customer Demands</a:t>
            </a:r>
            <a:endParaRPr lang="en-IN" sz="1400" b="0" i="0" u="none" strike="noStrike" kern="1200" cap="none" spc="0" baseline="0">
              <a:solidFill>
                <a:srgbClr val="000000"/>
              </a:solidFill>
              <a:uFillTx/>
              <a:latin typeface="Arial"/>
            </a:endParaRPr>
          </a:p>
        </p:txBody>
      </p:sp>
      <p:sp>
        <p:nvSpPr>
          <p:cNvPr id="16" name="Rectangle: Rounded Corners 15">
            <a:extLst>
              <a:ext uri="{FF2B5EF4-FFF2-40B4-BE49-F238E27FC236}">
                <a16:creationId xmlns:a16="http://schemas.microsoft.com/office/drawing/2014/main" id="{BBD29205-9318-8161-AC3B-C11D570BCC9D}"/>
              </a:ext>
            </a:extLst>
          </p:cNvPr>
          <p:cNvSpPr/>
          <p:nvPr/>
        </p:nvSpPr>
        <p:spPr>
          <a:xfrm>
            <a:off x="7797216" y="3607198"/>
            <a:ext cx="1438150" cy="431697"/>
          </a:xfrm>
          <a:custGeom>
            <a:avLst>
              <a:gd name="f0" fmla="val 36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00A6D6">
              <a:alpha val="30196"/>
            </a:srgbClr>
          </a:solidFill>
          <a:ln>
            <a:noFill/>
            <a:prstDash val="solid"/>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r>
              <a:rPr lang="en-US" sz="1300" b="0" i="0" u="none" strike="noStrike" kern="1200" cap="none" spc="0" baseline="0">
                <a:solidFill>
                  <a:srgbClr val="000000"/>
                </a:solidFill>
                <a:uFillTx/>
                <a:latin typeface="Arial"/>
              </a:rPr>
              <a:t>POC</a:t>
            </a:r>
            <a:endParaRPr lang="en-IN" sz="1300" b="0" i="0" u="none" strike="noStrike" kern="1200" cap="none" spc="0" baseline="0">
              <a:solidFill>
                <a:srgbClr val="000000"/>
              </a:solidFill>
              <a:uFillTx/>
              <a:latin typeface="Arial"/>
            </a:endParaRPr>
          </a:p>
        </p:txBody>
      </p:sp>
      <p:sp>
        <p:nvSpPr>
          <p:cNvPr id="17" name="Rectangle: Rounded Corners 16">
            <a:extLst>
              <a:ext uri="{FF2B5EF4-FFF2-40B4-BE49-F238E27FC236}">
                <a16:creationId xmlns:a16="http://schemas.microsoft.com/office/drawing/2014/main" id="{53B43F3D-19B5-E752-1883-209483E53858}"/>
              </a:ext>
            </a:extLst>
          </p:cNvPr>
          <p:cNvSpPr/>
          <p:nvPr/>
        </p:nvSpPr>
        <p:spPr>
          <a:xfrm>
            <a:off x="7809835" y="4220074"/>
            <a:ext cx="1438150" cy="431697"/>
          </a:xfrm>
          <a:custGeom>
            <a:avLst>
              <a:gd name="f0" fmla="val 36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0000">
              <a:alpha val="30196"/>
            </a:srgbClr>
          </a:solidFill>
          <a:ln>
            <a:noFill/>
            <a:prstDash val="solid"/>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r>
              <a:rPr lang="en-US" sz="1300" b="0" i="0" u="none" strike="noStrike" kern="1200" cap="none" spc="0" baseline="0">
                <a:solidFill>
                  <a:srgbClr val="000000"/>
                </a:solidFill>
                <a:uFillTx/>
                <a:latin typeface="Arial"/>
              </a:rPr>
              <a:t>Development </a:t>
            </a:r>
            <a:endParaRPr lang="en-IN" sz="1300" b="0" i="0" u="none" strike="noStrike" kern="1200" cap="none" spc="0" baseline="0">
              <a:solidFill>
                <a:srgbClr val="000000"/>
              </a:solidFill>
              <a:uFillTx/>
              <a:latin typeface="Arial"/>
            </a:endParaRPr>
          </a:p>
        </p:txBody>
      </p:sp>
      <p:sp>
        <p:nvSpPr>
          <p:cNvPr id="18" name="Rectangle: Rounded Corners 17">
            <a:extLst>
              <a:ext uri="{FF2B5EF4-FFF2-40B4-BE49-F238E27FC236}">
                <a16:creationId xmlns:a16="http://schemas.microsoft.com/office/drawing/2014/main" id="{973C2D79-773E-2235-CAD6-9A911C2D0B4A}"/>
              </a:ext>
            </a:extLst>
          </p:cNvPr>
          <p:cNvSpPr/>
          <p:nvPr/>
        </p:nvSpPr>
        <p:spPr>
          <a:xfrm>
            <a:off x="7804906" y="4803974"/>
            <a:ext cx="1438150" cy="431697"/>
          </a:xfrm>
          <a:custGeom>
            <a:avLst>
              <a:gd name="f0" fmla="val 36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0000">
              <a:alpha val="30196"/>
            </a:srgbClr>
          </a:solidFill>
          <a:ln>
            <a:noFill/>
            <a:prstDash val="solid"/>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r>
              <a:rPr lang="en-US" sz="1300" b="0" i="0" u="none" strike="noStrike" kern="1200" cap="none" spc="0" baseline="0">
                <a:solidFill>
                  <a:srgbClr val="000000"/>
                </a:solidFill>
                <a:uFillTx/>
                <a:latin typeface="Arial"/>
              </a:rPr>
              <a:t>Testing</a:t>
            </a:r>
            <a:endParaRPr lang="en-IN" sz="1300" b="0" i="0" u="none" strike="noStrike" kern="1200" cap="none" spc="0" baseline="0">
              <a:solidFill>
                <a:srgbClr val="000000"/>
              </a:solidFill>
              <a:uFillTx/>
              <a:latin typeface="Arial"/>
            </a:endParaRPr>
          </a:p>
        </p:txBody>
      </p:sp>
      <p:sp>
        <p:nvSpPr>
          <p:cNvPr id="19" name="Rectangle: Rounded Corners 18">
            <a:extLst>
              <a:ext uri="{FF2B5EF4-FFF2-40B4-BE49-F238E27FC236}">
                <a16:creationId xmlns:a16="http://schemas.microsoft.com/office/drawing/2014/main" id="{43B8E1A9-255A-623E-A8EB-CB89DC04C8F7}"/>
              </a:ext>
            </a:extLst>
          </p:cNvPr>
          <p:cNvSpPr/>
          <p:nvPr/>
        </p:nvSpPr>
        <p:spPr>
          <a:xfrm>
            <a:off x="7806424" y="5365662"/>
            <a:ext cx="1438150" cy="431697"/>
          </a:xfrm>
          <a:custGeom>
            <a:avLst>
              <a:gd name="f0" fmla="val 36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00A6D6">
              <a:alpha val="30196"/>
            </a:srgbClr>
          </a:solidFill>
          <a:ln>
            <a:noFill/>
            <a:prstDash val="solid"/>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r>
              <a:rPr lang="en-US" sz="1300" b="0" i="0" u="none" strike="noStrike" kern="1200" cap="none" spc="0" baseline="0">
                <a:solidFill>
                  <a:srgbClr val="000000"/>
                </a:solidFill>
                <a:uFillTx/>
                <a:latin typeface="Arial"/>
              </a:rPr>
              <a:t>MVP Launch</a:t>
            </a:r>
            <a:endParaRPr lang="en-IN" sz="1300" b="0" i="0" u="none" strike="noStrike" kern="1200" cap="none" spc="0" baseline="0">
              <a:solidFill>
                <a:srgbClr val="000000"/>
              </a:solidFill>
              <a:uFillTx/>
              <a:latin typeface="Arial"/>
            </a:endParaRPr>
          </a:p>
        </p:txBody>
      </p:sp>
      <p:sp>
        <p:nvSpPr>
          <p:cNvPr id="20" name="Rectangle: Rounded Corners 19">
            <a:extLst>
              <a:ext uri="{FF2B5EF4-FFF2-40B4-BE49-F238E27FC236}">
                <a16:creationId xmlns:a16="http://schemas.microsoft.com/office/drawing/2014/main" id="{0E4D5C5C-1BDB-0C78-1928-4456689DDD6E}"/>
              </a:ext>
            </a:extLst>
          </p:cNvPr>
          <p:cNvSpPr/>
          <p:nvPr/>
        </p:nvSpPr>
        <p:spPr>
          <a:xfrm>
            <a:off x="9917527" y="5372273"/>
            <a:ext cx="1438150" cy="431697"/>
          </a:xfrm>
          <a:custGeom>
            <a:avLst>
              <a:gd name="f0" fmla="val 36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00A6D6">
              <a:alpha val="30196"/>
            </a:srgbClr>
          </a:solidFill>
          <a:ln>
            <a:noFill/>
            <a:prstDash val="solid"/>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r>
              <a:rPr lang="en-US" sz="1300" b="0" i="0" u="none" strike="noStrike" kern="1200" cap="none" spc="0" baseline="0">
                <a:solidFill>
                  <a:srgbClr val="000000"/>
                </a:solidFill>
                <a:uFillTx/>
                <a:latin typeface="Arial"/>
              </a:rPr>
              <a:t>Final Roll-out </a:t>
            </a:r>
            <a:endParaRPr lang="en-IN" sz="1300" b="0" i="0" u="none" strike="noStrike" kern="1200" cap="none" spc="0" baseline="0">
              <a:solidFill>
                <a:srgbClr val="000000"/>
              </a:solidFill>
              <a:uFillTx/>
              <a:latin typeface="Arial"/>
            </a:endParaRPr>
          </a:p>
        </p:txBody>
      </p:sp>
      <p:sp>
        <p:nvSpPr>
          <p:cNvPr id="21" name="Rectangle: Rounded Corners 20">
            <a:extLst>
              <a:ext uri="{FF2B5EF4-FFF2-40B4-BE49-F238E27FC236}">
                <a16:creationId xmlns:a16="http://schemas.microsoft.com/office/drawing/2014/main" id="{973B7611-80CC-4539-6D12-71526EA2CD12}"/>
              </a:ext>
            </a:extLst>
          </p:cNvPr>
          <p:cNvSpPr/>
          <p:nvPr/>
        </p:nvSpPr>
        <p:spPr>
          <a:xfrm>
            <a:off x="9917527" y="4622090"/>
            <a:ext cx="1438150" cy="431697"/>
          </a:xfrm>
          <a:custGeom>
            <a:avLst>
              <a:gd name="f0" fmla="val 36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00A6D6">
              <a:alpha val="30196"/>
            </a:srgbClr>
          </a:solidFill>
          <a:ln>
            <a:noFill/>
            <a:prstDash val="solid"/>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r>
              <a:rPr lang="en-US" sz="1300" b="0" i="0" u="none" strike="noStrike" kern="1200" cap="none" spc="0" baseline="0">
                <a:solidFill>
                  <a:srgbClr val="000000"/>
                </a:solidFill>
                <a:uFillTx/>
                <a:latin typeface="Arial"/>
              </a:rPr>
              <a:t>Marketing </a:t>
            </a:r>
            <a:endParaRPr lang="en-IN" sz="1300" b="0" i="0" u="none" strike="noStrike" kern="1200" cap="none" spc="0" baseline="0">
              <a:solidFill>
                <a:srgbClr val="000000"/>
              </a:solidFill>
              <a:uFillTx/>
              <a:latin typeface="Arial"/>
            </a:endParaRPr>
          </a:p>
        </p:txBody>
      </p:sp>
      <p:sp>
        <p:nvSpPr>
          <p:cNvPr id="22" name="Rectangle: Rounded Corners 21">
            <a:extLst>
              <a:ext uri="{FF2B5EF4-FFF2-40B4-BE49-F238E27FC236}">
                <a16:creationId xmlns:a16="http://schemas.microsoft.com/office/drawing/2014/main" id="{58772122-27C2-550F-0DD3-C58908AE5DB8}"/>
              </a:ext>
            </a:extLst>
          </p:cNvPr>
          <p:cNvSpPr/>
          <p:nvPr/>
        </p:nvSpPr>
        <p:spPr>
          <a:xfrm>
            <a:off x="719139" y="3271887"/>
            <a:ext cx="1688777" cy="431697"/>
          </a:xfrm>
          <a:custGeom>
            <a:avLst>
              <a:gd name="f0" fmla="val 36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BFBFBF">
              <a:alpha val="30196"/>
            </a:srgbClr>
          </a:solidFill>
          <a:ln>
            <a:noFill/>
            <a:prstDash val="solid"/>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r>
              <a:rPr lang="en-US" sz="1400" b="0" i="0" u="none" strike="noStrike" kern="1200" cap="none" spc="0" baseline="0">
                <a:solidFill>
                  <a:srgbClr val="000000"/>
                </a:solidFill>
                <a:uFillTx/>
                <a:latin typeface="Arial"/>
              </a:rPr>
              <a:t>Existing Customer Pool </a:t>
            </a:r>
            <a:endParaRPr lang="en-IN" sz="1400" b="0" i="0" u="none" strike="noStrike" kern="1200" cap="none" spc="0" baseline="0">
              <a:solidFill>
                <a:srgbClr val="000000"/>
              </a:solidFill>
              <a:uFillTx/>
              <a:latin typeface="Arial"/>
            </a:endParaRPr>
          </a:p>
        </p:txBody>
      </p:sp>
      <p:sp>
        <p:nvSpPr>
          <p:cNvPr id="23" name="Rectangle: Rounded Corners 22">
            <a:extLst>
              <a:ext uri="{FF2B5EF4-FFF2-40B4-BE49-F238E27FC236}">
                <a16:creationId xmlns:a16="http://schemas.microsoft.com/office/drawing/2014/main" id="{8CF91D4B-41E2-94EB-A5F9-5E6CABAC9D09}"/>
              </a:ext>
            </a:extLst>
          </p:cNvPr>
          <p:cNvSpPr/>
          <p:nvPr/>
        </p:nvSpPr>
        <p:spPr>
          <a:xfrm>
            <a:off x="3236537" y="1625958"/>
            <a:ext cx="1438150" cy="431697"/>
          </a:xfrm>
          <a:custGeom>
            <a:avLst>
              <a:gd name="f0" fmla="val 36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00A6D6">
              <a:alpha val="30196"/>
            </a:srgbClr>
          </a:solidFill>
          <a:ln w="12701" cap="flat">
            <a:solidFill>
              <a:srgbClr val="B2E4F3"/>
            </a:solidFill>
            <a:prstDash val="solid"/>
            <a:miter/>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r>
              <a:rPr lang="en-US" sz="1300" b="0" i="0" u="none" strike="noStrike" kern="1200" cap="none" spc="0" baseline="0">
                <a:solidFill>
                  <a:srgbClr val="000000"/>
                </a:solidFill>
                <a:uFillTx/>
                <a:latin typeface="Arial"/>
              </a:rPr>
              <a:t>Major Verticals </a:t>
            </a:r>
            <a:endParaRPr lang="en-IN" sz="1300" b="0" i="0" u="none" strike="noStrike" kern="1200" cap="none" spc="0" baseline="0">
              <a:solidFill>
                <a:srgbClr val="000000"/>
              </a:solidFill>
              <a:uFillTx/>
              <a:latin typeface="Arial"/>
            </a:endParaRPr>
          </a:p>
        </p:txBody>
      </p:sp>
      <p:sp>
        <p:nvSpPr>
          <p:cNvPr id="24" name="Rectangle: Rounded Corners 24">
            <a:extLst>
              <a:ext uri="{FF2B5EF4-FFF2-40B4-BE49-F238E27FC236}">
                <a16:creationId xmlns:a16="http://schemas.microsoft.com/office/drawing/2014/main" id="{E680E904-0A3B-6A3F-8AC1-C725AE903994}"/>
              </a:ext>
            </a:extLst>
          </p:cNvPr>
          <p:cNvSpPr/>
          <p:nvPr/>
        </p:nvSpPr>
        <p:spPr>
          <a:xfrm>
            <a:off x="3236537" y="4532488"/>
            <a:ext cx="1438150" cy="431697"/>
          </a:xfrm>
          <a:custGeom>
            <a:avLst>
              <a:gd name="f0" fmla="val 36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00A6D6">
              <a:alpha val="30196"/>
            </a:srgbClr>
          </a:solidFill>
          <a:ln>
            <a:noFill/>
            <a:prstDash val="solid"/>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r>
              <a:rPr lang="en-US" sz="1300" b="0" i="0" u="none" strike="noStrike" kern="1200" cap="none" spc="0" baseline="0">
                <a:solidFill>
                  <a:srgbClr val="000000"/>
                </a:solidFill>
                <a:uFillTx/>
                <a:latin typeface="Arial"/>
              </a:rPr>
              <a:t>Adjustments</a:t>
            </a:r>
            <a:r>
              <a:rPr lang="en-US" sz="1400" b="0" i="0" u="none" strike="noStrike" kern="1200" cap="none" spc="0" baseline="0">
                <a:solidFill>
                  <a:srgbClr val="000000"/>
                </a:solidFill>
                <a:uFillTx/>
                <a:latin typeface="Arial"/>
              </a:rPr>
              <a:t> </a:t>
            </a:r>
            <a:endParaRPr lang="en-IN" sz="1400" b="0" i="0" u="none" strike="noStrike" kern="1200" cap="none" spc="0" baseline="0">
              <a:solidFill>
                <a:srgbClr val="000000"/>
              </a:solidFill>
              <a:uFillTx/>
              <a:latin typeface="Arial"/>
            </a:endParaRPr>
          </a:p>
        </p:txBody>
      </p:sp>
      <p:sp>
        <p:nvSpPr>
          <p:cNvPr id="25" name="Rectangle: Rounded Corners 25">
            <a:extLst>
              <a:ext uri="{FF2B5EF4-FFF2-40B4-BE49-F238E27FC236}">
                <a16:creationId xmlns:a16="http://schemas.microsoft.com/office/drawing/2014/main" id="{6FEB8B94-3963-E21D-7CEA-D0B22B8338CD}"/>
              </a:ext>
            </a:extLst>
          </p:cNvPr>
          <p:cNvSpPr/>
          <p:nvPr/>
        </p:nvSpPr>
        <p:spPr>
          <a:xfrm>
            <a:off x="3236537" y="5050724"/>
            <a:ext cx="1438150" cy="431697"/>
          </a:xfrm>
          <a:custGeom>
            <a:avLst>
              <a:gd name="f0" fmla="val 36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00A6D6">
              <a:alpha val="30196"/>
            </a:srgbClr>
          </a:solidFill>
          <a:ln>
            <a:noFill/>
            <a:prstDash val="solid"/>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r>
              <a:rPr lang="en-US" sz="1300" b="0" i="0" u="none" strike="noStrike" kern="1200" cap="none" spc="0" baseline="0">
                <a:solidFill>
                  <a:srgbClr val="000000"/>
                </a:solidFill>
                <a:uFillTx/>
                <a:latin typeface="Arial"/>
              </a:rPr>
              <a:t>Integration</a:t>
            </a:r>
            <a:endParaRPr lang="en-IN" sz="1300" b="0" i="0" u="none" strike="noStrike" kern="1200" cap="none" spc="0" baseline="0">
              <a:solidFill>
                <a:srgbClr val="000000"/>
              </a:solidFill>
              <a:uFillTx/>
              <a:latin typeface="Arial"/>
            </a:endParaRPr>
          </a:p>
        </p:txBody>
      </p:sp>
      <p:cxnSp>
        <p:nvCxnSpPr>
          <p:cNvPr id="26" name="Straight Arrow Connector 32">
            <a:extLst>
              <a:ext uri="{FF2B5EF4-FFF2-40B4-BE49-F238E27FC236}">
                <a16:creationId xmlns:a16="http://schemas.microsoft.com/office/drawing/2014/main" id="{96A7AA1A-9221-D257-2400-0FF71FC8F367}"/>
              </a:ext>
            </a:extLst>
          </p:cNvPr>
          <p:cNvCxnSpPr>
            <a:stCxn id="7" idx="1"/>
            <a:endCxn id="23" idx="3"/>
          </p:cNvCxnSpPr>
          <p:nvPr/>
        </p:nvCxnSpPr>
        <p:spPr>
          <a:xfrm>
            <a:off x="2407916" y="1838305"/>
            <a:ext cx="828621" cy="3502"/>
          </a:xfrm>
          <a:prstGeom prst="straightConnector1">
            <a:avLst/>
          </a:prstGeom>
          <a:noFill/>
          <a:ln w="12701" cap="rnd">
            <a:solidFill>
              <a:srgbClr val="00A6D6"/>
            </a:solidFill>
            <a:prstDash val="solid"/>
            <a:round/>
            <a:tailEnd type="arrow"/>
          </a:ln>
        </p:spPr>
      </p:cxnSp>
      <p:cxnSp>
        <p:nvCxnSpPr>
          <p:cNvPr id="27" name="Straight Arrow Connector 33">
            <a:extLst>
              <a:ext uri="{FF2B5EF4-FFF2-40B4-BE49-F238E27FC236}">
                <a16:creationId xmlns:a16="http://schemas.microsoft.com/office/drawing/2014/main" id="{12773366-4C44-836C-757B-B9E1E6B35CE9}"/>
              </a:ext>
            </a:extLst>
          </p:cNvPr>
          <p:cNvCxnSpPr>
            <a:stCxn id="15" idx="1"/>
            <a:endCxn id="8" idx="3"/>
          </p:cNvCxnSpPr>
          <p:nvPr/>
        </p:nvCxnSpPr>
        <p:spPr>
          <a:xfrm>
            <a:off x="2407916" y="2682388"/>
            <a:ext cx="850200" cy="0"/>
          </a:xfrm>
          <a:prstGeom prst="straightConnector1">
            <a:avLst/>
          </a:prstGeom>
          <a:noFill/>
          <a:ln w="12701" cap="rnd">
            <a:solidFill>
              <a:srgbClr val="00A6D6"/>
            </a:solidFill>
            <a:prstDash val="solid"/>
            <a:round/>
            <a:tailEnd type="arrow"/>
          </a:ln>
        </p:spPr>
      </p:cxnSp>
      <p:cxnSp>
        <p:nvCxnSpPr>
          <p:cNvPr id="28" name="Straight Arrow Connector 38">
            <a:extLst>
              <a:ext uri="{FF2B5EF4-FFF2-40B4-BE49-F238E27FC236}">
                <a16:creationId xmlns:a16="http://schemas.microsoft.com/office/drawing/2014/main" id="{B337EF98-C88A-0767-B1D2-7B19AE9A00EB}"/>
              </a:ext>
            </a:extLst>
          </p:cNvPr>
          <p:cNvCxnSpPr>
            <a:stCxn id="22" idx="1"/>
            <a:endCxn id="9" idx="3"/>
          </p:cNvCxnSpPr>
          <p:nvPr/>
        </p:nvCxnSpPr>
        <p:spPr>
          <a:xfrm>
            <a:off x="2407916" y="3487736"/>
            <a:ext cx="828621" cy="0"/>
          </a:xfrm>
          <a:prstGeom prst="straightConnector1">
            <a:avLst/>
          </a:prstGeom>
          <a:noFill/>
          <a:ln w="12701" cap="rnd">
            <a:solidFill>
              <a:srgbClr val="00A6D6"/>
            </a:solidFill>
            <a:prstDash val="solid"/>
            <a:round/>
            <a:tailEnd type="arrow"/>
          </a:ln>
        </p:spPr>
      </p:cxnSp>
      <p:cxnSp>
        <p:nvCxnSpPr>
          <p:cNvPr id="29" name="Connector: Elbow 43">
            <a:extLst>
              <a:ext uri="{FF2B5EF4-FFF2-40B4-BE49-F238E27FC236}">
                <a16:creationId xmlns:a16="http://schemas.microsoft.com/office/drawing/2014/main" id="{6C7F2D4D-AD24-6E0D-E958-9B82C2CAAD0D}"/>
              </a:ext>
            </a:extLst>
          </p:cNvPr>
          <p:cNvCxnSpPr>
            <a:stCxn id="22" idx="1"/>
            <a:endCxn id="30" idx="3"/>
          </p:cNvCxnSpPr>
          <p:nvPr/>
        </p:nvCxnSpPr>
        <p:spPr>
          <a:xfrm>
            <a:off x="2407916" y="3487736"/>
            <a:ext cx="828621" cy="657920"/>
          </a:xfrm>
          <a:prstGeom prst="bentConnector3">
            <a:avLst>
              <a:gd name="adj1" fmla="val 50000"/>
            </a:avLst>
          </a:prstGeom>
          <a:noFill/>
          <a:ln w="12701" cap="rnd">
            <a:solidFill>
              <a:srgbClr val="00A6D6"/>
            </a:solidFill>
            <a:prstDash val="solid"/>
            <a:round/>
            <a:tailEnd type="arrow"/>
          </a:ln>
        </p:spPr>
      </p:cxnSp>
      <p:sp>
        <p:nvSpPr>
          <p:cNvPr id="30" name="Rectangle: Rounded Corners 46">
            <a:extLst>
              <a:ext uri="{FF2B5EF4-FFF2-40B4-BE49-F238E27FC236}">
                <a16:creationId xmlns:a16="http://schemas.microsoft.com/office/drawing/2014/main" id="{EC841A21-FF10-F211-0468-C3BDD4EC4516}"/>
              </a:ext>
            </a:extLst>
          </p:cNvPr>
          <p:cNvSpPr/>
          <p:nvPr/>
        </p:nvSpPr>
        <p:spPr>
          <a:xfrm>
            <a:off x="3236537" y="3929807"/>
            <a:ext cx="1438150" cy="431697"/>
          </a:xfrm>
          <a:custGeom>
            <a:avLst>
              <a:gd name="f0" fmla="val 36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00A6D6">
              <a:alpha val="30196"/>
            </a:srgbClr>
          </a:solidFill>
          <a:ln>
            <a:noFill/>
            <a:prstDash val="solid"/>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r>
              <a:rPr lang="en-US" sz="1300" b="0" i="0" u="none" strike="noStrike" kern="1200" cap="none" spc="0" baseline="0">
                <a:solidFill>
                  <a:srgbClr val="000000"/>
                </a:solidFill>
                <a:uFillTx/>
                <a:latin typeface="Arial"/>
              </a:rPr>
              <a:t>Bugs</a:t>
            </a:r>
            <a:endParaRPr lang="en-IN" sz="1300" b="0" i="0" u="none" strike="noStrike" kern="1200" cap="none" spc="0" baseline="0">
              <a:solidFill>
                <a:srgbClr val="000000"/>
              </a:solidFill>
              <a:uFillTx/>
              <a:latin typeface="Arial"/>
            </a:endParaRPr>
          </a:p>
        </p:txBody>
      </p:sp>
      <p:sp>
        <p:nvSpPr>
          <p:cNvPr id="31" name="Rectangle: Rounded Corners 47">
            <a:extLst>
              <a:ext uri="{FF2B5EF4-FFF2-40B4-BE49-F238E27FC236}">
                <a16:creationId xmlns:a16="http://schemas.microsoft.com/office/drawing/2014/main" id="{F462B065-EACD-DDDC-C80E-96297B8D2E22}"/>
              </a:ext>
            </a:extLst>
          </p:cNvPr>
          <p:cNvSpPr/>
          <p:nvPr/>
        </p:nvSpPr>
        <p:spPr>
          <a:xfrm>
            <a:off x="3236537" y="5585575"/>
            <a:ext cx="1438150" cy="431697"/>
          </a:xfrm>
          <a:custGeom>
            <a:avLst>
              <a:gd name="f0" fmla="val 36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00A6D6">
              <a:alpha val="30196"/>
            </a:srgbClr>
          </a:solidFill>
          <a:ln>
            <a:noFill/>
            <a:prstDash val="solid"/>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r>
              <a:rPr lang="en-US" sz="1300" b="0" i="0" u="none" strike="noStrike" kern="1200" cap="none" spc="0" baseline="0">
                <a:solidFill>
                  <a:srgbClr val="000000"/>
                </a:solidFill>
                <a:uFillTx/>
                <a:latin typeface="Arial"/>
              </a:rPr>
              <a:t>Defects </a:t>
            </a:r>
            <a:endParaRPr lang="en-IN" sz="1300" b="0" i="0" u="none" strike="noStrike" kern="1200" cap="none" spc="0" baseline="0">
              <a:solidFill>
                <a:srgbClr val="000000"/>
              </a:solidFill>
              <a:uFillTx/>
              <a:latin typeface="Arial"/>
            </a:endParaRPr>
          </a:p>
        </p:txBody>
      </p:sp>
      <p:cxnSp>
        <p:nvCxnSpPr>
          <p:cNvPr id="32" name="Connector: Elbow 55">
            <a:extLst>
              <a:ext uri="{FF2B5EF4-FFF2-40B4-BE49-F238E27FC236}">
                <a16:creationId xmlns:a16="http://schemas.microsoft.com/office/drawing/2014/main" id="{087C5759-DEB3-18B0-6AA2-587EBF40A584}"/>
              </a:ext>
            </a:extLst>
          </p:cNvPr>
          <p:cNvCxnSpPr>
            <a:stCxn id="10" idx="1"/>
            <a:endCxn id="24" idx="3"/>
          </p:cNvCxnSpPr>
          <p:nvPr/>
        </p:nvCxnSpPr>
        <p:spPr>
          <a:xfrm flipV="1">
            <a:off x="2407916" y="4748337"/>
            <a:ext cx="828621" cy="518236"/>
          </a:xfrm>
          <a:prstGeom prst="bentConnector3">
            <a:avLst>
              <a:gd name="adj1" fmla="val 50000"/>
            </a:avLst>
          </a:prstGeom>
          <a:noFill/>
          <a:ln w="12701" cap="rnd">
            <a:solidFill>
              <a:srgbClr val="00A6D6"/>
            </a:solidFill>
            <a:prstDash val="solid"/>
            <a:round/>
            <a:tailEnd type="arrow"/>
          </a:ln>
        </p:spPr>
      </p:cxnSp>
      <p:cxnSp>
        <p:nvCxnSpPr>
          <p:cNvPr id="33" name="Connector: Elbow 58">
            <a:extLst>
              <a:ext uri="{FF2B5EF4-FFF2-40B4-BE49-F238E27FC236}">
                <a16:creationId xmlns:a16="http://schemas.microsoft.com/office/drawing/2014/main" id="{10F2A39B-2BEB-E4E4-23A8-E564D40DE328}"/>
              </a:ext>
            </a:extLst>
          </p:cNvPr>
          <p:cNvCxnSpPr>
            <a:stCxn id="10" idx="1"/>
            <a:endCxn id="25" idx="3"/>
          </p:cNvCxnSpPr>
          <p:nvPr/>
        </p:nvCxnSpPr>
        <p:spPr>
          <a:xfrm>
            <a:off x="2407916" y="5266573"/>
            <a:ext cx="828621" cy="12700"/>
          </a:xfrm>
          <a:prstGeom prst="bentConnector3">
            <a:avLst>
              <a:gd name="adj1" fmla="val 50000"/>
            </a:avLst>
          </a:prstGeom>
          <a:noFill/>
          <a:ln w="12701" cap="rnd">
            <a:solidFill>
              <a:srgbClr val="00A6D6"/>
            </a:solidFill>
            <a:prstDash val="solid"/>
            <a:round/>
            <a:tailEnd type="arrow"/>
          </a:ln>
        </p:spPr>
      </p:cxnSp>
      <p:cxnSp>
        <p:nvCxnSpPr>
          <p:cNvPr id="34" name="Connector: Elbow 61">
            <a:extLst>
              <a:ext uri="{FF2B5EF4-FFF2-40B4-BE49-F238E27FC236}">
                <a16:creationId xmlns:a16="http://schemas.microsoft.com/office/drawing/2014/main" id="{05738383-0832-0739-50D0-D02ABECDFD0C}"/>
              </a:ext>
            </a:extLst>
          </p:cNvPr>
          <p:cNvCxnSpPr>
            <a:stCxn id="10" idx="1"/>
            <a:endCxn id="31" idx="3"/>
          </p:cNvCxnSpPr>
          <p:nvPr/>
        </p:nvCxnSpPr>
        <p:spPr>
          <a:xfrm>
            <a:off x="2407916" y="5266573"/>
            <a:ext cx="828621" cy="534851"/>
          </a:xfrm>
          <a:prstGeom prst="bentConnector3">
            <a:avLst>
              <a:gd name="adj1" fmla="val 50000"/>
            </a:avLst>
          </a:prstGeom>
          <a:noFill/>
          <a:ln w="12701" cap="rnd">
            <a:solidFill>
              <a:srgbClr val="00A6D6"/>
            </a:solidFill>
            <a:prstDash val="solid"/>
            <a:round/>
            <a:tailEnd type="arrow"/>
          </a:ln>
        </p:spPr>
      </p:cxnSp>
      <p:cxnSp>
        <p:nvCxnSpPr>
          <p:cNvPr id="35" name="Straight Arrow Connector 68">
            <a:extLst>
              <a:ext uri="{FF2B5EF4-FFF2-40B4-BE49-F238E27FC236}">
                <a16:creationId xmlns:a16="http://schemas.microsoft.com/office/drawing/2014/main" id="{2340AB16-3964-711F-032A-7348C61A0A19}"/>
              </a:ext>
            </a:extLst>
          </p:cNvPr>
          <p:cNvCxnSpPr>
            <a:stCxn id="23" idx="1"/>
            <a:endCxn id="13" idx="3"/>
          </p:cNvCxnSpPr>
          <p:nvPr/>
        </p:nvCxnSpPr>
        <p:spPr>
          <a:xfrm>
            <a:off x="4674687" y="1841807"/>
            <a:ext cx="828611" cy="4344"/>
          </a:xfrm>
          <a:prstGeom prst="straightConnector1">
            <a:avLst/>
          </a:prstGeom>
          <a:noFill/>
          <a:ln w="12701" cap="rnd">
            <a:solidFill>
              <a:srgbClr val="00A6D6"/>
            </a:solidFill>
            <a:prstDash val="solid"/>
            <a:round/>
            <a:tailEnd type="arrow"/>
          </a:ln>
        </p:spPr>
      </p:cxnSp>
      <p:cxnSp>
        <p:nvCxnSpPr>
          <p:cNvPr id="36" name="Straight Arrow Connector 72">
            <a:extLst>
              <a:ext uri="{FF2B5EF4-FFF2-40B4-BE49-F238E27FC236}">
                <a16:creationId xmlns:a16="http://schemas.microsoft.com/office/drawing/2014/main" id="{D9901C62-BE56-5028-DA3C-9CFDA0790FE5}"/>
              </a:ext>
            </a:extLst>
          </p:cNvPr>
          <p:cNvCxnSpPr>
            <a:stCxn id="13" idx="1"/>
            <a:endCxn id="11" idx="3"/>
          </p:cNvCxnSpPr>
          <p:nvPr/>
        </p:nvCxnSpPr>
        <p:spPr>
          <a:xfrm>
            <a:off x="6941448" y="1846151"/>
            <a:ext cx="828620" cy="4105"/>
          </a:xfrm>
          <a:prstGeom prst="straightConnector1">
            <a:avLst/>
          </a:prstGeom>
          <a:noFill/>
          <a:ln w="12701" cap="rnd">
            <a:solidFill>
              <a:srgbClr val="00A6D6"/>
            </a:solidFill>
            <a:prstDash val="solid"/>
            <a:round/>
            <a:tailEnd type="arrow"/>
          </a:ln>
        </p:spPr>
      </p:cxnSp>
      <p:cxnSp>
        <p:nvCxnSpPr>
          <p:cNvPr id="37" name="Straight Arrow Connector 77">
            <a:extLst>
              <a:ext uri="{FF2B5EF4-FFF2-40B4-BE49-F238E27FC236}">
                <a16:creationId xmlns:a16="http://schemas.microsoft.com/office/drawing/2014/main" id="{EFCA137F-A9DE-2928-EB5E-E4447027AB77}"/>
              </a:ext>
            </a:extLst>
          </p:cNvPr>
          <p:cNvCxnSpPr>
            <a:stCxn id="11" idx="2"/>
            <a:endCxn id="12" idx="0"/>
          </p:cNvCxnSpPr>
          <p:nvPr/>
        </p:nvCxnSpPr>
        <p:spPr>
          <a:xfrm>
            <a:off x="8489143" y="2066104"/>
            <a:ext cx="5322" cy="202193"/>
          </a:xfrm>
          <a:prstGeom prst="straightConnector1">
            <a:avLst/>
          </a:prstGeom>
          <a:noFill/>
          <a:ln w="12701" cap="rnd">
            <a:solidFill>
              <a:srgbClr val="00A6D6"/>
            </a:solidFill>
            <a:prstDash val="solid"/>
            <a:round/>
            <a:tailEnd type="arrow"/>
          </a:ln>
        </p:spPr>
      </p:cxnSp>
      <p:cxnSp>
        <p:nvCxnSpPr>
          <p:cNvPr id="38" name="Straight Arrow Connector 84">
            <a:extLst>
              <a:ext uri="{FF2B5EF4-FFF2-40B4-BE49-F238E27FC236}">
                <a16:creationId xmlns:a16="http://schemas.microsoft.com/office/drawing/2014/main" id="{90A9300B-EE7C-82A4-A63B-2E51D2A78144}"/>
              </a:ext>
            </a:extLst>
          </p:cNvPr>
          <p:cNvCxnSpPr>
            <a:stCxn id="12" idx="2"/>
            <a:endCxn id="14" idx="0"/>
          </p:cNvCxnSpPr>
          <p:nvPr/>
        </p:nvCxnSpPr>
        <p:spPr>
          <a:xfrm>
            <a:off x="8494465" y="2699994"/>
            <a:ext cx="0" cy="244840"/>
          </a:xfrm>
          <a:prstGeom prst="straightConnector1">
            <a:avLst/>
          </a:prstGeom>
          <a:noFill/>
          <a:ln w="12701" cap="rnd">
            <a:solidFill>
              <a:srgbClr val="00A6D6"/>
            </a:solidFill>
            <a:prstDash val="solid"/>
            <a:round/>
            <a:tailEnd type="arrow"/>
          </a:ln>
        </p:spPr>
      </p:cxnSp>
      <p:cxnSp>
        <p:nvCxnSpPr>
          <p:cNvPr id="39" name="Straight Arrow Connector 89">
            <a:extLst>
              <a:ext uri="{FF2B5EF4-FFF2-40B4-BE49-F238E27FC236}">
                <a16:creationId xmlns:a16="http://schemas.microsoft.com/office/drawing/2014/main" id="{EB21D010-2B33-8B16-D716-8386D6F14A3B}"/>
              </a:ext>
            </a:extLst>
          </p:cNvPr>
          <p:cNvCxnSpPr>
            <a:stCxn id="14" idx="2"/>
            <a:endCxn id="16" idx="0"/>
          </p:cNvCxnSpPr>
          <p:nvPr/>
        </p:nvCxnSpPr>
        <p:spPr>
          <a:xfrm>
            <a:off x="8494465" y="3376531"/>
            <a:ext cx="21826" cy="230667"/>
          </a:xfrm>
          <a:prstGeom prst="straightConnector1">
            <a:avLst/>
          </a:prstGeom>
          <a:noFill/>
          <a:ln w="12701" cap="rnd">
            <a:solidFill>
              <a:srgbClr val="00A6D6"/>
            </a:solidFill>
            <a:prstDash val="solid"/>
            <a:round/>
            <a:tailEnd type="arrow"/>
          </a:ln>
        </p:spPr>
      </p:cxnSp>
      <p:cxnSp>
        <p:nvCxnSpPr>
          <p:cNvPr id="40" name="Straight Arrow Connector 90">
            <a:extLst>
              <a:ext uri="{FF2B5EF4-FFF2-40B4-BE49-F238E27FC236}">
                <a16:creationId xmlns:a16="http://schemas.microsoft.com/office/drawing/2014/main" id="{57879494-96B3-B45D-26D5-D30CA3E38383}"/>
              </a:ext>
            </a:extLst>
          </p:cNvPr>
          <p:cNvCxnSpPr>
            <a:stCxn id="16" idx="2"/>
            <a:endCxn id="17" idx="0"/>
          </p:cNvCxnSpPr>
          <p:nvPr/>
        </p:nvCxnSpPr>
        <p:spPr>
          <a:xfrm>
            <a:off x="8516291" y="4038895"/>
            <a:ext cx="12619" cy="181179"/>
          </a:xfrm>
          <a:prstGeom prst="straightConnector1">
            <a:avLst/>
          </a:prstGeom>
          <a:noFill/>
          <a:ln w="12701" cap="rnd">
            <a:solidFill>
              <a:srgbClr val="00A6D6"/>
            </a:solidFill>
            <a:prstDash val="solid"/>
            <a:round/>
            <a:tailEnd type="arrow"/>
          </a:ln>
        </p:spPr>
      </p:cxnSp>
      <p:cxnSp>
        <p:nvCxnSpPr>
          <p:cNvPr id="41" name="Straight Arrow Connector 93">
            <a:extLst>
              <a:ext uri="{FF2B5EF4-FFF2-40B4-BE49-F238E27FC236}">
                <a16:creationId xmlns:a16="http://schemas.microsoft.com/office/drawing/2014/main" id="{FB2BF373-3B6B-F82A-63E6-7ACD60A90030}"/>
              </a:ext>
            </a:extLst>
          </p:cNvPr>
          <p:cNvCxnSpPr>
            <a:stCxn id="17" idx="2"/>
            <a:endCxn id="18" idx="0"/>
          </p:cNvCxnSpPr>
          <p:nvPr/>
        </p:nvCxnSpPr>
        <p:spPr>
          <a:xfrm flipH="1">
            <a:off x="8523981" y="4651771"/>
            <a:ext cx="4929" cy="152203"/>
          </a:xfrm>
          <a:prstGeom prst="straightConnector1">
            <a:avLst/>
          </a:prstGeom>
          <a:noFill/>
          <a:ln w="12701" cap="rnd">
            <a:solidFill>
              <a:srgbClr val="00A6D6"/>
            </a:solidFill>
            <a:prstDash val="solid"/>
            <a:round/>
            <a:tailEnd type="arrow"/>
          </a:ln>
        </p:spPr>
      </p:cxnSp>
      <p:cxnSp>
        <p:nvCxnSpPr>
          <p:cNvPr id="42" name="Straight Arrow Connector 96">
            <a:extLst>
              <a:ext uri="{FF2B5EF4-FFF2-40B4-BE49-F238E27FC236}">
                <a16:creationId xmlns:a16="http://schemas.microsoft.com/office/drawing/2014/main" id="{8FC4BB94-1A07-B57F-4922-EAE4379F820B}"/>
              </a:ext>
            </a:extLst>
          </p:cNvPr>
          <p:cNvCxnSpPr>
            <a:stCxn id="18" idx="2"/>
            <a:endCxn id="19" idx="0"/>
          </p:cNvCxnSpPr>
          <p:nvPr/>
        </p:nvCxnSpPr>
        <p:spPr>
          <a:xfrm>
            <a:off x="8523981" y="5235671"/>
            <a:ext cx="1518" cy="129991"/>
          </a:xfrm>
          <a:prstGeom prst="straightConnector1">
            <a:avLst/>
          </a:prstGeom>
          <a:noFill/>
          <a:ln w="12701" cap="rnd">
            <a:solidFill>
              <a:srgbClr val="00A6D6"/>
            </a:solidFill>
            <a:prstDash val="solid"/>
            <a:round/>
            <a:tailEnd type="arrow"/>
          </a:ln>
        </p:spPr>
      </p:cxnSp>
      <p:cxnSp>
        <p:nvCxnSpPr>
          <p:cNvPr id="43" name="Straight Arrow Connector 99">
            <a:extLst>
              <a:ext uri="{FF2B5EF4-FFF2-40B4-BE49-F238E27FC236}">
                <a16:creationId xmlns:a16="http://schemas.microsoft.com/office/drawing/2014/main" id="{E4A595FF-303B-22B2-DEF5-38F72080BD68}"/>
              </a:ext>
            </a:extLst>
          </p:cNvPr>
          <p:cNvCxnSpPr>
            <a:stCxn id="19" idx="1"/>
            <a:endCxn id="20" idx="3"/>
          </p:cNvCxnSpPr>
          <p:nvPr/>
        </p:nvCxnSpPr>
        <p:spPr>
          <a:xfrm>
            <a:off x="9244574" y="5581511"/>
            <a:ext cx="672953" cy="6611"/>
          </a:xfrm>
          <a:prstGeom prst="straightConnector1">
            <a:avLst/>
          </a:prstGeom>
          <a:noFill/>
          <a:ln w="12701" cap="rnd">
            <a:solidFill>
              <a:srgbClr val="00A6D6"/>
            </a:solidFill>
            <a:prstDash val="solid"/>
            <a:round/>
            <a:tailEnd type="arrow"/>
          </a:ln>
        </p:spPr>
      </p:cxnSp>
      <p:cxnSp>
        <p:nvCxnSpPr>
          <p:cNvPr id="44" name="Straight Arrow Connector 103">
            <a:extLst>
              <a:ext uri="{FF2B5EF4-FFF2-40B4-BE49-F238E27FC236}">
                <a16:creationId xmlns:a16="http://schemas.microsoft.com/office/drawing/2014/main" id="{1C58FD72-376F-E5AA-5930-C53FE35809CA}"/>
              </a:ext>
            </a:extLst>
          </p:cNvPr>
          <p:cNvCxnSpPr>
            <a:stCxn id="20" idx="0"/>
            <a:endCxn id="21" idx="2"/>
          </p:cNvCxnSpPr>
          <p:nvPr/>
        </p:nvCxnSpPr>
        <p:spPr>
          <a:xfrm flipV="1">
            <a:off x="10636602" y="5053787"/>
            <a:ext cx="0" cy="318486"/>
          </a:xfrm>
          <a:prstGeom prst="straightConnector1">
            <a:avLst/>
          </a:prstGeom>
          <a:noFill/>
          <a:ln w="12701" cap="rnd">
            <a:solidFill>
              <a:srgbClr val="00A6D6"/>
            </a:solidFill>
            <a:prstDash val="solid"/>
            <a:round/>
            <a:tailEnd type="arrow"/>
          </a:ln>
        </p:spPr>
      </p:cxnSp>
      <p:cxnSp>
        <p:nvCxnSpPr>
          <p:cNvPr id="45" name="Connector: Elbow 108">
            <a:extLst>
              <a:ext uri="{FF2B5EF4-FFF2-40B4-BE49-F238E27FC236}">
                <a16:creationId xmlns:a16="http://schemas.microsoft.com/office/drawing/2014/main" id="{1113D6F1-AC20-62B9-319B-C475D3A465AF}"/>
              </a:ext>
            </a:extLst>
          </p:cNvPr>
          <p:cNvCxnSpPr>
            <a:stCxn id="9" idx="1"/>
            <a:endCxn id="17" idx="3"/>
          </p:cNvCxnSpPr>
          <p:nvPr/>
        </p:nvCxnSpPr>
        <p:spPr>
          <a:xfrm>
            <a:off x="4674687" y="3487736"/>
            <a:ext cx="3135148" cy="948187"/>
          </a:xfrm>
          <a:prstGeom prst="bentConnector3">
            <a:avLst>
              <a:gd name="adj1" fmla="val 50000"/>
            </a:avLst>
          </a:prstGeom>
          <a:noFill/>
          <a:ln w="12701" cap="rnd">
            <a:solidFill>
              <a:srgbClr val="00A6D6"/>
            </a:solidFill>
            <a:prstDash val="solid"/>
            <a:round/>
            <a:tailEnd type="arrow"/>
          </a:ln>
        </p:spPr>
      </p:cxnSp>
      <p:cxnSp>
        <p:nvCxnSpPr>
          <p:cNvPr id="46" name="Connector: Elbow 111">
            <a:extLst>
              <a:ext uri="{FF2B5EF4-FFF2-40B4-BE49-F238E27FC236}">
                <a16:creationId xmlns:a16="http://schemas.microsoft.com/office/drawing/2014/main" id="{90963883-34D6-3698-F899-FD1B86D6A344}"/>
              </a:ext>
            </a:extLst>
          </p:cNvPr>
          <p:cNvCxnSpPr>
            <a:stCxn id="30" idx="1"/>
            <a:endCxn id="17" idx="3"/>
          </p:cNvCxnSpPr>
          <p:nvPr/>
        </p:nvCxnSpPr>
        <p:spPr>
          <a:xfrm>
            <a:off x="4674687" y="4145656"/>
            <a:ext cx="3135148" cy="290267"/>
          </a:xfrm>
          <a:prstGeom prst="bentConnector3">
            <a:avLst>
              <a:gd name="adj1" fmla="val 50000"/>
            </a:avLst>
          </a:prstGeom>
          <a:noFill/>
          <a:ln w="12701" cap="rnd">
            <a:solidFill>
              <a:srgbClr val="00A6D6"/>
            </a:solidFill>
            <a:prstDash val="solid"/>
            <a:round/>
            <a:tailEnd type="arrow"/>
          </a:ln>
        </p:spPr>
      </p:cxnSp>
      <p:cxnSp>
        <p:nvCxnSpPr>
          <p:cNvPr id="47" name="Connector: Elbow 120">
            <a:extLst>
              <a:ext uri="{FF2B5EF4-FFF2-40B4-BE49-F238E27FC236}">
                <a16:creationId xmlns:a16="http://schemas.microsoft.com/office/drawing/2014/main" id="{EF617E31-3672-36A9-3916-60DC901B37CF}"/>
              </a:ext>
            </a:extLst>
          </p:cNvPr>
          <p:cNvCxnSpPr>
            <a:stCxn id="24" idx="1"/>
            <a:endCxn id="17" idx="3"/>
          </p:cNvCxnSpPr>
          <p:nvPr/>
        </p:nvCxnSpPr>
        <p:spPr>
          <a:xfrm flipV="1">
            <a:off x="4674687" y="4435923"/>
            <a:ext cx="3135148" cy="312414"/>
          </a:xfrm>
          <a:prstGeom prst="bentConnector3">
            <a:avLst>
              <a:gd name="adj1" fmla="val 50000"/>
            </a:avLst>
          </a:prstGeom>
          <a:noFill/>
          <a:ln w="12701" cap="rnd">
            <a:solidFill>
              <a:srgbClr val="00A6D6"/>
            </a:solidFill>
            <a:prstDash val="solid"/>
            <a:round/>
            <a:tailEnd type="arrow"/>
          </a:ln>
        </p:spPr>
      </p:cxnSp>
      <p:cxnSp>
        <p:nvCxnSpPr>
          <p:cNvPr id="48" name="Connector: Elbow 123">
            <a:extLst>
              <a:ext uri="{FF2B5EF4-FFF2-40B4-BE49-F238E27FC236}">
                <a16:creationId xmlns:a16="http://schemas.microsoft.com/office/drawing/2014/main" id="{43379704-A8C2-F244-3DCA-68B383CF306A}"/>
              </a:ext>
            </a:extLst>
          </p:cNvPr>
          <p:cNvCxnSpPr>
            <a:stCxn id="25" idx="1"/>
            <a:endCxn id="17" idx="3"/>
          </p:cNvCxnSpPr>
          <p:nvPr/>
        </p:nvCxnSpPr>
        <p:spPr>
          <a:xfrm flipV="1">
            <a:off x="4674687" y="4435923"/>
            <a:ext cx="3135148" cy="830650"/>
          </a:xfrm>
          <a:prstGeom prst="bentConnector3">
            <a:avLst>
              <a:gd name="adj1" fmla="val 50000"/>
            </a:avLst>
          </a:prstGeom>
          <a:noFill/>
          <a:ln w="12701" cap="rnd">
            <a:solidFill>
              <a:srgbClr val="00A6D6"/>
            </a:solidFill>
            <a:prstDash val="solid"/>
            <a:round/>
            <a:tailEnd type="arrow"/>
          </a:ln>
        </p:spPr>
      </p:cxnSp>
      <p:cxnSp>
        <p:nvCxnSpPr>
          <p:cNvPr id="49" name="Connector: Elbow 126">
            <a:extLst>
              <a:ext uri="{FF2B5EF4-FFF2-40B4-BE49-F238E27FC236}">
                <a16:creationId xmlns:a16="http://schemas.microsoft.com/office/drawing/2014/main" id="{CE3B163A-31F6-A8C3-A61D-99C084276571}"/>
              </a:ext>
            </a:extLst>
          </p:cNvPr>
          <p:cNvCxnSpPr>
            <a:stCxn id="31" idx="1"/>
            <a:endCxn id="17" idx="3"/>
          </p:cNvCxnSpPr>
          <p:nvPr/>
        </p:nvCxnSpPr>
        <p:spPr>
          <a:xfrm flipV="1">
            <a:off x="4674687" y="4435923"/>
            <a:ext cx="3135148" cy="1365501"/>
          </a:xfrm>
          <a:prstGeom prst="bentConnector3">
            <a:avLst>
              <a:gd name="adj1" fmla="val 50000"/>
            </a:avLst>
          </a:prstGeom>
          <a:noFill/>
          <a:ln w="12701" cap="rnd">
            <a:solidFill>
              <a:srgbClr val="00A6D6"/>
            </a:solidFill>
            <a:prstDash val="solid"/>
            <a:round/>
            <a:tailEnd type="arrow"/>
          </a:ln>
        </p:spPr>
      </p:cxnSp>
      <p:cxnSp>
        <p:nvCxnSpPr>
          <p:cNvPr id="50" name="Connector: Elbow 130">
            <a:extLst>
              <a:ext uri="{FF2B5EF4-FFF2-40B4-BE49-F238E27FC236}">
                <a16:creationId xmlns:a16="http://schemas.microsoft.com/office/drawing/2014/main" id="{CFBF4995-82D9-202C-6C4E-51B6551C1DD9}"/>
              </a:ext>
            </a:extLst>
          </p:cNvPr>
          <p:cNvCxnSpPr>
            <a:stCxn id="8" idx="1"/>
            <a:endCxn id="13" idx="2"/>
          </p:cNvCxnSpPr>
          <p:nvPr/>
        </p:nvCxnSpPr>
        <p:spPr>
          <a:xfrm flipV="1">
            <a:off x="4696266" y="2061999"/>
            <a:ext cx="1526107" cy="620389"/>
          </a:xfrm>
          <a:prstGeom prst="bentConnector2">
            <a:avLst/>
          </a:prstGeom>
          <a:noFill/>
          <a:ln w="12701" cap="rnd">
            <a:solidFill>
              <a:srgbClr val="00A6D6"/>
            </a:solidFill>
            <a:prstDash val="solid"/>
            <a:round/>
            <a:tailEnd type="arrow"/>
          </a:ln>
        </p:spPr>
      </p:cxnSp>
      <p:pic>
        <p:nvPicPr>
          <p:cNvPr id="51" name="Picture 142" descr="A red neon sign with a lightning bolt in the middle of a gear&#10;&#10;AI-generated content may be incorrect.">
            <a:extLst>
              <a:ext uri="{FF2B5EF4-FFF2-40B4-BE49-F238E27FC236}">
                <a16:creationId xmlns:a16="http://schemas.microsoft.com/office/drawing/2014/main" id="{B13A529D-4297-C77C-A222-21E4B5D48E0F}"/>
              </a:ext>
            </a:extLst>
          </p:cNvPr>
          <p:cNvPicPr>
            <a:picLocks noChangeAspect="1"/>
          </p:cNvPicPr>
          <p:nvPr/>
        </p:nvPicPr>
        <p:blipFill>
          <a:blip r:embed="rId3"/>
          <a:stretch>
            <a:fillRect/>
          </a:stretch>
        </p:blipFill>
        <p:spPr>
          <a:xfrm>
            <a:off x="11155433" y="2633517"/>
            <a:ext cx="490447" cy="490447"/>
          </a:xfrm>
          <a:prstGeom prst="rect">
            <a:avLst/>
          </a:prstGeom>
          <a:noFill/>
          <a:ln>
            <a:noFill/>
          </a:ln>
        </p:spPr>
      </p:pic>
      <p:sp>
        <p:nvSpPr>
          <p:cNvPr id="52" name="Rectangle 183">
            <a:extLst>
              <a:ext uri="{FF2B5EF4-FFF2-40B4-BE49-F238E27FC236}">
                <a16:creationId xmlns:a16="http://schemas.microsoft.com/office/drawing/2014/main" id="{E0F94C8A-F978-95A6-65CD-163941FD6125}"/>
              </a:ext>
            </a:extLst>
          </p:cNvPr>
          <p:cNvSpPr/>
          <p:nvPr/>
        </p:nvSpPr>
        <p:spPr>
          <a:xfrm>
            <a:off x="7622465" y="4125736"/>
            <a:ext cx="1725043" cy="1180097"/>
          </a:xfrm>
          <a:prstGeom prst="rect">
            <a:avLst/>
          </a:prstGeom>
          <a:noFill/>
          <a:ln w="12701" cap="flat">
            <a:solidFill>
              <a:srgbClr val="FF0000"/>
            </a:solidFill>
            <a:custDash>
              <a:ds d="300000" sp="300000"/>
            </a:custDash>
            <a:miter/>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endParaRPr lang="en-IN" sz="1600" b="0" i="0" u="none" strike="noStrike" kern="1200" cap="none" spc="0" baseline="0">
              <a:solidFill>
                <a:srgbClr val="FFFFFF"/>
              </a:solidFill>
              <a:uFillTx/>
              <a:latin typeface="Arial"/>
            </a:endParaRPr>
          </a:p>
        </p:txBody>
      </p:sp>
      <p:cxnSp>
        <p:nvCxnSpPr>
          <p:cNvPr id="53" name="Connector: Elbow 184">
            <a:extLst>
              <a:ext uri="{FF2B5EF4-FFF2-40B4-BE49-F238E27FC236}">
                <a16:creationId xmlns:a16="http://schemas.microsoft.com/office/drawing/2014/main" id="{E2DA9F17-282D-B8E1-1D20-07D45E266C48}"/>
              </a:ext>
            </a:extLst>
          </p:cNvPr>
          <p:cNvCxnSpPr>
            <a:stCxn id="52" idx="3"/>
            <a:endCxn id="54" idx="1"/>
          </p:cNvCxnSpPr>
          <p:nvPr/>
        </p:nvCxnSpPr>
        <p:spPr>
          <a:xfrm flipV="1">
            <a:off x="9347508" y="2184405"/>
            <a:ext cx="799058" cy="2531380"/>
          </a:xfrm>
          <a:prstGeom prst="bentConnector3">
            <a:avLst>
              <a:gd name="adj1" fmla="val 50000"/>
            </a:avLst>
          </a:prstGeom>
          <a:noFill/>
          <a:ln w="12701" cap="rnd">
            <a:solidFill>
              <a:srgbClr val="FF0000"/>
            </a:solidFill>
            <a:prstDash val="solid"/>
            <a:round/>
            <a:tailEnd type="arrow"/>
          </a:ln>
        </p:spPr>
      </p:cxnSp>
      <p:sp>
        <p:nvSpPr>
          <p:cNvPr id="54" name="TextBox 187">
            <a:extLst>
              <a:ext uri="{FF2B5EF4-FFF2-40B4-BE49-F238E27FC236}">
                <a16:creationId xmlns:a16="http://schemas.microsoft.com/office/drawing/2014/main" id="{4142CFEA-9B1D-412C-457C-92CF6AF27461}"/>
              </a:ext>
            </a:extLst>
          </p:cNvPr>
          <p:cNvSpPr txBox="1"/>
          <p:nvPr/>
        </p:nvSpPr>
        <p:spPr>
          <a:xfrm>
            <a:off x="10146566" y="1580412"/>
            <a:ext cx="1333734" cy="1207986"/>
          </a:xfrm>
          <a:prstGeom prst="rect">
            <a:avLst/>
          </a:prstGeom>
          <a:noFill/>
          <a:ln>
            <a:noFill/>
          </a:ln>
        </p:spPr>
        <p:txBody>
          <a:bodyPr vert="horz" wrap="square" lIns="0" tIns="0" rIns="0" bIns="0" anchor="t" anchorCtr="0" compatLnSpc="1">
            <a:noAutofit/>
          </a:bodyPr>
          <a:lstStyle/>
          <a:p>
            <a:pPr marL="0" marR="0" lvl="0" indent="0" algn="just"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600" b="0" i="0" u="none" strike="noStrike" kern="1200" cap="none" spc="0" baseline="0">
                <a:solidFill>
                  <a:srgbClr val="000000"/>
                </a:solidFill>
                <a:uFillTx/>
                <a:latin typeface="Arial"/>
              </a:rPr>
              <a:t>Operational changes are crucial, as major failures often occur at this stage.</a:t>
            </a:r>
            <a:endParaRPr lang="en-IN" sz="1600" b="0" i="0" u="none" strike="noStrike" kern="1200" cap="none" spc="0" baseline="0">
              <a:solidFill>
                <a:srgbClr val="000000"/>
              </a:solidFill>
              <a:uFillTx/>
              <a:latin typeface="Arial"/>
            </a:endParaRPr>
          </a:p>
        </p:txBody>
      </p:sp>
    </p:spTree>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104">
    <p:spTree>
      <p:nvGrpSpPr>
        <p:cNvPr id="1" name=""/>
        <p:cNvGrpSpPr/>
        <p:nvPr/>
      </p:nvGrpSpPr>
      <p:grpSpPr>
        <a:xfrm>
          <a:off x="0" y="0"/>
          <a:ext cx="0" cy="0"/>
          <a:chOff x="0" y="0"/>
          <a:chExt cx="0" cy="0"/>
        </a:xfrm>
      </p:grpSpPr>
      <p:sp>
        <p:nvSpPr>
          <p:cNvPr id="2" name="Tijdelijke aanduiding voor datum 4">
            <a:extLst>
              <a:ext uri="{FF2B5EF4-FFF2-40B4-BE49-F238E27FC236}">
                <a16:creationId xmlns:a16="http://schemas.microsoft.com/office/drawing/2014/main" id="{0E0029A5-BCE9-5797-E7C0-9E4C78A22F52}"/>
              </a:ext>
            </a:extLst>
          </p:cNvPr>
          <p:cNvSpPr txBox="1">
            <a:spLocks noGrp="1"/>
          </p:cNvSpPr>
          <p:nvPr>
            <p:ph type="dt" sz="quarter" idx="7"/>
          </p:nvPr>
        </p:nvSpPr>
        <p:spPr>
          <a:xfrm>
            <a:off x="10146566" y="6405664"/>
            <a:ext cx="766230" cy="184663"/>
          </a:xfrm>
          <a:prstGeom prst="rect">
            <a:avLst/>
          </a:prstGeom>
          <a:noFill/>
          <a:ln>
            <a:noFill/>
          </a:ln>
        </p:spPr>
        <p:txBody>
          <a:bodyPr vert="horz" wrap="none" lIns="0" tIns="0" rIns="0" bIns="0" anchor="ctr" anchorCtr="0" compatLnSpc="1">
            <a:spAutoFit/>
          </a:bodyPr>
          <a:lstStyle/>
          <a:p>
            <a:pPr lvl="0" algn="r"/>
            <a:fld id="{E267F72D-B054-4968-96DA-ED9E6C89B8A8}" type="datetime1">
              <a:rPr lang="nl-NL" sz="1200">
                <a:solidFill>
                  <a:srgbClr val="000000"/>
                </a:solidFill>
                <a:latin typeface="Arial"/>
                <a:cs typeface="Segoe UI Light" pitchFamily="34"/>
              </a:rPr>
              <a:pPr lvl="0" algn="r"/>
              <a:t>22-10-2025</a:t>
            </a:fld>
            <a:endParaRPr lang="en-GB" sz="1200">
              <a:solidFill>
                <a:srgbClr val="000000"/>
              </a:solidFill>
              <a:latin typeface="Arial"/>
              <a:cs typeface="Segoe UI Light" pitchFamily="34"/>
            </a:endParaRPr>
          </a:p>
        </p:txBody>
      </p:sp>
      <p:sp>
        <p:nvSpPr>
          <p:cNvPr id="3" name="Titel 8">
            <a:extLst>
              <a:ext uri="{FF2B5EF4-FFF2-40B4-BE49-F238E27FC236}">
                <a16:creationId xmlns:a16="http://schemas.microsoft.com/office/drawing/2014/main" id="{77DF7914-A1B0-185A-4023-DB38377FADE6}"/>
              </a:ext>
            </a:extLst>
          </p:cNvPr>
          <p:cNvSpPr txBox="1">
            <a:spLocks noGrp="1"/>
          </p:cNvSpPr>
          <p:nvPr>
            <p:ph type="title"/>
          </p:nvPr>
        </p:nvSpPr>
        <p:spPr>
          <a:xfrm>
            <a:off x="718663" y="686165"/>
            <a:ext cx="10752612" cy="323404"/>
          </a:xfrm>
          <a:prstGeom prst="rect">
            <a:avLst/>
          </a:prstGeom>
          <a:noFill/>
          <a:ln>
            <a:noFill/>
          </a:ln>
        </p:spPr>
        <p:txBody>
          <a:bodyPr vert="horz" wrap="square" lIns="0" tIns="0" rIns="0" bIns="378003" anchor="t" anchorCtr="0" compatLnSpc="1">
            <a:noAutofit/>
          </a:bodyPr>
          <a:lstStyle/>
          <a:p>
            <a:pPr lvl="0"/>
            <a:r>
              <a:rPr lang="en-GB" u="sng"/>
              <a:t>Zooming-In</a:t>
            </a:r>
          </a:p>
        </p:txBody>
      </p:sp>
      <p:sp>
        <p:nvSpPr>
          <p:cNvPr id="4" name="Tijdelijke aanduiding voor dianummer 102">
            <a:extLst>
              <a:ext uri="{FF2B5EF4-FFF2-40B4-BE49-F238E27FC236}">
                <a16:creationId xmlns:a16="http://schemas.microsoft.com/office/drawing/2014/main" id="{42F1D2D6-3799-BC0E-25F3-CEF62931A210}"/>
              </a:ext>
            </a:extLst>
          </p:cNvPr>
          <p:cNvSpPr txBox="1">
            <a:spLocks noGrp="1"/>
          </p:cNvSpPr>
          <p:nvPr>
            <p:ph type="sldNum" sz="quarter" idx="8"/>
          </p:nvPr>
        </p:nvSpPr>
        <p:spPr>
          <a:xfrm>
            <a:off x="11178466" y="6405664"/>
            <a:ext cx="291300" cy="184663"/>
          </a:xfrm>
          <a:prstGeom prst="rect">
            <a:avLst/>
          </a:prstGeom>
          <a:noFill/>
          <a:ln>
            <a:noFill/>
          </a:ln>
        </p:spPr>
        <p:txBody>
          <a:bodyPr vert="horz" wrap="none" lIns="0" tIns="0" rIns="0" bIns="0" anchor="ctr" anchorCtr="0" compatLnSpc="1">
            <a:spAutoFit/>
          </a:bodyPr>
          <a:lstStyle/>
          <a:p>
            <a:pPr lvl="0" algn="r"/>
            <a:fld id="{F087213C-B9EC-41E5-868A-77738AC988E3}" type="slidenum">
              <a:t>10</a:t>
            </a:fld>
            <a:endParaRPr lang="en-GB" sz="1200" b="1">
              <a:solidFill>
                <a:srgbClr val="000000"/>
              </a:solidFill>
              <a:latin typeface="Arial"/>
              <a:cs typeface="Segoe UI Light" pitchFamily="34"/>
            </a:endParaRPr>
          </a:p>
        </p:txBody>
      </p:sp>
      <p:cxnSp>
        <p:nvCxnSpPr>
          <p:cNvPr id="5" name="Straight Connector 83">
            <a:extLst>
              <a:ext uri="{FF2B5EF4-FFF2-40B4-BE49-F238E27FC236}">
                <a16:creationId xmlns:a16="http://schemas.microsoft.com/office/drawing/2014/main" id="{C76B43CC-43CB-A887-5B3D-AE5C1BB8B259}"/>
              </a:ext>
            </a:extLst>
          </p:cNvPr>
          <p:cNvCxnSpPr/>
          <p:nvPr/>
        </p:nvCxnSpPr>
        <p:spPr>
          <a:xfrm>
            <a:off x="0" y="6139546"/>
            <a:ext cx="12191996" cy="0"/>
          </a:xfrm>
          <a:prstGeom prst="straightConnector1">
            <a:avLst/>
          </a:prstGeom>
          <a:noFill/>
          <a:ln w="28575" cap="rnd">
            <a:solidFill>
              <a:srgbClr val="00A6D6"/>
            </a:solidFill>
            <a:prstDash val="solid"/>
            <a:round/>
          </a:ln>
        </p:spPr>
      </p:cxnSp>
      <p:sp>
        <p:nvSpPr>
          <p:cNvPr id="6" name="TextBox 11">
            <a:extLst>
              <a:ext uri="{FF2B5EF4-FFF2-40B4-BE49-F238E27FC236}">
                <a16:creationId xmlns:a16="http://schemas.microsoft.com/office/drawing/2014/main" id="{9060FB51-FF70-4A8F-A97E-56B9E2839BDC}"/>
              </a:ext>
            </a:extLst>
          </p:cNvPr>
          <p:cNvSpPr txBox="1"/>
          <p:nvPr/>
        </p:nvSpPr>
        <p:spPr>
          <a:xfrm>
            <a:off x="1363525" y="-727743"/>
            <a:ext cx="8964594" cy="369335"/>
          </a:xfrm>
          <a:prstGeom prst="rect">
            <a:avLst/>
          </a:prstGeom>
          <a:noFill/>
          <a:ln>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1800" b="0" i="0" u="none" strike="noStrike" kern="1200" cap="none" spc="0" baseline="0">
                <a:solidFill>
                  <a:srgbClr val="000000"/>
                </a:solidFill>
                <a:uFillTx/>
                <a:latin typeface="Arial"/>
              </a:rPr>
              <a:t>#00A6D6</a:t>
            </a:r>
          </a:p>
        </p:txBody>
      </p:sp>
      <p:sp>
        <p:nvSpPr>
          <p:cNvPr id="7" name="TextBox 5">
            <a:extLst>
              <a:ext uri="{FF2B5EF4-FFF2-40B4-BE49-F238E27FC236}">
                <a16:creationId xmlns:a16="http://schemas.microsoft.com/office/drawing/2014/main" id="{11642831-177B-E8E4-DC1C-73AB779DBD20}"/>
              </a:ext>
            </a:extLst>
          </p:cNvPr>
          <p:cNvSpPr txBox="1"/>
          <p:nvPr/>
        </p:nvSpPr>
        <p:spPr>
          <a:xfrm>
            <a:off x="719139" y="1565279"/>
            <a:ext cx="10752136" cy="488883"/>
          </a:xfrm>
          <a:prstGeom prst="rect">
            <a:avLst/>
          </a:prstGeom>
          <a:noFill/>
          <a:ln>
            <a:noFill/>
          </a:ln>
        </p:spPr>
        <p:txBody>
          <a:bodyPr vert="horz" wrap="square" lIns="0" tIns="0" rIns="0" bIns="0" anchor="t" anchorCtr="0" compatLnSpc="1">
            <a:noAutofit/>
          </a:bodyPr>
          <a:lstStyle/>
          <a:p>
            <a:pPr marL="0" marR="0" lvl="0" indent="0" algn="just"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600" b="0" i="0" u="none" strike="noStrike" kern="1200" cap="none" spc="0" baseline="0">
                <a:solidFill>
                  <a:srgbClr val="000000"/>
                </a:solidFill>
                <a:uFillTx/>
                <a:latin typeface="Arial"/>
              </a:rPr>
              <a:t>The company follows the </a:t>
            </a:r>
            <a:r>
              <a:rPr lang="en-US" sz="1600" b="1" i="0" u="none" strike="noStrike" kern="1200" cap="none" spc="0" baseline="0">
                <a:solidFill>
                  <a:srgbClr val="000000"/>
                </a:solidFill>
                <a:uFillTx/>
                <a:latin typeface="Arial"/>
              </a:rPr>
              <a:t>Waterfall method for development and testin</a:t>
            </a:r>
            <a:r>
              <a:rPr lang="en-US" sz="1600" b="0" i="0" u="none" strike="noStrike" kern="1200" cap="none" spc="0" baseline="0">
                <a:solidFill>
                  <a:srgbClr val="000000"/>
                </a:solidFill>
                <a:uFillTx/>
                <a:latin typeface="Arial"/>
              </a:rPr>
              <a:t>g but has made key tweaks to create a customized process.</a:t>
            </a:r>
            <a:endParaRPr lang="en-IN" sz="1600" b="0" i="0" u="none" strike="noStrike" kern="1200" cap="none" spc="0" baseline="0">
              <a:solidFill>
                <a:srgbClr val="000000"/>
              </a:solidFill>
              <a:uFillTx/>
              <a:latin typeface="Arial"/>
            </a:endParaRPr>
          </a:p>
        </p:txBody>
      </p:sp>
      <p:pic>
        <p:nvPicPr>
          <p:cNvPr id="8" name="Picture 10">
            <a:extLst>
              <a:ext uri="{FF2B5EF4-FFF2-40B4-BE49-F238E27FC236}">
                <a16:creationId xmlns:a16="http://schemas.microsoft.com/office/drawing/2014/main" id="{B4A5ECE0-A493-86EE-F633-C2B7D2E7E964}"/>
              </a:ext>
            </a:extLst>
          </p:cNvPr>
          <p:cNvPicPr>
            <a:picLocks noChangeAspect="1"/>
          </p:cNvPicPr>
          <p:nvPr/>
        </p:nvPicPr>
        <p:blipFill>
          <a:blip r:embed="rId3"/>
          <a:stretch>
            <a:fillRect/>
          </a:stretch>
        </p:blipFill>
        <p:spPr>
          <a:xfrm>
            <a:off x="1011747" y="2606149"/>
            <a:ext cx="4834076" cy="3267270"/>
          </a:xfrm>
          <a:prstGeom prst="rect">
            <a:avLst/>
          </a:prstGeom>
          <a:noFill/>
          <a:ln>
            <a:noFill/>
          </a:ln>
        </p:spPr>
      </p:pic>
      <p:sp>
        <p:nvSpPr>
          <p:cNvPr id="9" name="Rectangle 1">
            <a:extLst>
              <a:ext uri="{FF2B5EF4-FFF2-40B4-BE49-F238E27FC236}">
                <a16:creationId xmlns:a16="http://schemas.microsoft.com/office/drawing/2014/main" id="{073F51BD-AD8D-BB55-EEE7-97AFC713AEE6}"/>
              </a:ext>
            </a:extLst>
          </p:cNvPr>
          <p:cNvSpPr/>
          <p:nvPr/>
        </p:nvSpPr>
        <p:spPr>
          <a:xfrm>
            <a:off x="1226850" y="5722571"/>
            <a:ext cx="4513908" cy="276999"/>
          </a:xfrm>
          <a:prstGeom prst="rect">
            <a:avLst/>
          </a:prstGeom>
          <a:noFill/>
          <a:ln>
            <a:noFill/>
            <a:prstDash val="solid"/>
          </a:ln>
        </p:spPr>
        <p:txBody>
          <a:bodyPr vert="horz" wrap="square" lIns="0" tIns="0" rIns="91440" bIns="0" anchor="ctr" anchorCtr="0" compatLnSpc="1">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en-US" sz="900" b="0" i="1" u="none" strike="noStrike" kern="1200" cap="none" spc="0" baseline="0">
                <a:solidFill>
                  <a:srgbClr val="000000"/>
                </a:solidFill>
                <a:uFillTx/>
                <a:latin typeface="Times New Roman" pitchFamily="18"/>
                <a:cs typeface="Times New Roman" pitchFamily="18"/>
              </a:rPr>
              <a:t>Singh, R. (2024, October 9). What is Waterfall Methodology: Everything You Need to Know. Institute of Project Management. </a:t>
            </a:r>
            <a:r>
              <a:rPr lang="en-US" sz="900" b="0" i="1" u="none" strike="noStrike" kern="1200" cap="none" spc="0" baseline="0">
                <a:solidFill>
                  <a:srgbClr val="000000"/>
                </a:solidFill>
                <a:uFillTx/>
                <a:latin typeface="Times New Roman" pitchFamily="18"/>
                <a:cs typeface="Times New Roman" pitchFamily="18"/>
                <a:hlinkClick r:id="rId4">
                  <a:extLst>
                    <a:ext uri="{A12FA001-AC4F-418D-AE19-62706E023703}">
                      <ahyp:hlinkClr xmlns:ahyp="http://schemas.microsoft.com/office/drawing/2018/hyperlinkcolor" val="tx"/>
                    </a:ext>
                  </a:extLst>
                </a:hlinkClick>
              </a:rPr>
              <a:t>https://instituteprojectmanagement.com/blog/waterfall-methodology/</a:t>
            </a:r>
            <a:r>
              <a:rPr lang="en-US" sz="900" b="0" i="1" u="none" strike="noStrike" kern="1200" cap="none" spc="0" baseline="0">
                <a:solidFill>
                  <a:srgbClr val="000000"/>
                </a:solidFill>
                <a:uFillTx/>
                <a:latin typeface="Times New Roman" pitchFamily="18"/>
                <a:cs typeface="Times New Roman" pitchFamily="18"/>
              </a:rPr>
              <a:t> </a:t>
            </a:r>
            <a:endParaRPr lang="en-US" sz="1100" b="0" i="1" u="none" strike="noStrike" kern="1200" cap="none" spc="0" baseline="0">
              <a:solidFill>
                <a:srgbClr val="000000"/>
              </a:solidFill>
              <a:uFillTx/>
              <a:latin typeface="Arial" pitchFamily="34"/>
            </a:endParaRPr>
          </a:p>
        </p:txBody>
      </p:sp>
      <p:sp>
        <p:nvSpPr>
          <p:cNvPr id="10" name="TextBox 13">
            <a:extLst>
              <a:ext uri="{FF2B5EF4-FFF2-40B4-BE49-F238E27FC236}">
                <a16:creationId xmlns:a16="http://schemas.microsoft.com/office/drawing/2014/main" id="{1735954D-611B-B3A8-2746-6B774581AC09}"/>
              </a:ext>
            </a:extLst>
          </p:cNvPr>
          <p:cNvSpPr txBox="1"/>
          <p:nvPr/>
        </p:nvSpPr>
        <p:spPr>
          <a:xfrm>
            <a:off x="6627827" y="2161458"/>
            <a:ext cx="4550639" cy="369335"/>
          </a:xfrm>
          <a:prstGeom prst="rect">
            <a:avLst/>
          </a:prstGeom>
          <a:solidFill>
            <a:srgbClr val="FFFFFF"/>
          </a:solidFill>
          <a:ln w="9528">
            <a:solidFill>
              <a:srgbClr val="FFFFFF"/>
            </a:solidFill>
            <a:prstDash val="solid"/>
          </a:ln>
        </p:spPr>
        <p:txBody>
          <a:bodyPr vert="horz" wrap="square" lIns="91440" tIns="45720" rIns="91440" bIns="45720" anchor="t" anchorCtr="1" compatLnSpc="1">
            <a:sp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2000" b="1" i="0" u="none" strike="noStrike" kern="1200" cap="none" spc="0" baseline="0">
                <a:solidFill>
                  <a:srgbClr val="00A6D6"/>
                </a:solidFill>
                <a:uFillTx/>
                <a:latin typeface="Arial"/>
              </a:rPr>
              <a:t>Why?</a:t>
            </a:r>
          </a:p>
        </p:txBody>
      </p:sp>
      <p:sp>
        <p:nvSpPr>
          <p:cNvPr id="11" name="TextBox 15">
            <a:extLst>
              <a:ext uri="{FF2B5EF4-FFF2-40B4-BE49-F238E27FC236}">
                <a16:creationId xmlns:a16="http://schemas.microsoft.com/office/drawing/2014/main" id="{D2E759FF-6C5C-B400-4037-AB144D9A0DFF}"/>
              </a:ext>
            </a:extLst>
          </p:cNvPr>
          <p:cNvSpPr txBox="1"/>
          <p:nvPr/>
        </p:nvSpPr>
        <p:spPr>
          <a:xfrm>
            <a:off x="5998125" y="2763993"/>
            <a:ext cx="5471632" cy="2951573"/>
          </a:xfrm>
          <a:prstGeom prst="rect">
            <a:avLst/>
          </a:prstGeom>
          <a:noFill/>
          <a:ln>
            <a:noFill/>
          </a:ln>
        </p:spPr>
        <p:txBody>
          <a:bodyPr vert="horz" wrap="square" lIns="91440" tIns="45720" rIns="91440" bIns="45720" anchor="t" anchorCtr="0" compatLnSpc="1">
            <a:spAutoFit/>
          </a:bodyPr>
          <a:lstStyle/>
          <a:p>
            <a:pPr marL="285750" marR="0" lvl="0" indent="-285750" algn="just" defTabSz="914400" rtl="0" fontAlgn="auto" hangingPunct="1">
              <a:lnSpc>
                <a:spcPct val="90000"/>
              </a:lnSpc>
              <a:spcBef>
                <a:spcPts val="600"/>
              </a:spcBef>
              <a:spcAft>
                <a:spcPts val="600"/>
              </a:spcAft>
              <a:buSzPct val="100000"/>
              <a:buFont typeface="Arial" pitchFamily="34"/>
              <a:buChar char="•"/>
              <a:tabLst/>
              <a:defRPr sz="1800" b="0" i="0" u="none" strike="noStrike" kern="0" cap="none" spc="0" baseline="0">
                <a:solidFill>
                  <a:srgbClr val="000000"/>
                </a:solidFill>
                <a:uFillTx/>
              </a:defRPr>
            </a:pPr>
            <a:r>
              <a:rPr lang="en-GB" sz="1800" b="0" i="0" u="none" strike="noStrike" kern="1200" cap="none" spc="0" baseline="0">
                <a:solidFill>
                  <a:srgbClr val="000000"/>
                </a:solidFill>
                <a:uFillTx/>
                <a:latin typeface="Arial"/>
              </a:rPr>
              <a:t>Initially, the product requirements were definitive which made the development and testing simple. </a:t>
            </a:r>
          </a:p>
          <a:p>
            <a:pPr marL="285750" marR="0" lvl="0" indent="-285750" algn="just" defTabSz="914400" rtl="0" fontAlgn="auto" hangingPunct="1">
              <a:lnSpc>
                <a:spcPct val="90000"/>
              </a:lnSpc>
              <a:spcBef>
                <a:spcPts val="600"/>
              </a:spcBef>
              <a:spcAft>
                <a:spcPts val="600"/>
              </a:spcAft>
              <a:buSzPct val="100000"/>
              <a:buFont typeface="Arial" pitchFamily="34"/>
              <a:buChar char="•"/>
              <a:tabLst/>
              <a:defRPr sz="1800" b="0" i="0" u="none" strike="noStrike" kern="0" cap="none" spc="0" baseline="0">
                <a:solidFill>
                  <a:srgbClr val="000000"/>
                </a:solidFill>
                <a:uFillTx/>
              </a:defRPr>
            </a:pPr>
            <a:r>
              <a:rPr lang="en-GB" sz="1800" b="0" i="0" u="none" strike="noStrike" kern="1200" cap="none" spc="0" baseline="0">
                <a:solidFill>
                  <a:srgbClr val="000000"/>
                </a:solidFill>
                <a:uFillTx/>
                <a:latin typeface="Arial"/>
              </a:rPr>
              <a:t>The team size was small and was very close knitted, which made this an ideal choice. </a:t>
            </a:r>
          </a:p>
          <a:p>
            <a:pPr marL="285750" marR="0" lvl="0" indent="-285750" algn="just" defTabSz="914400" rtl="0" fontAlgn="auto" hangingPunct="1">
              <a:lnSpc>
                <a:spcPct val="90000"/>
              </a:lnSpc>
              <a:spcBef>
                <a:spcPts val="600"/>
              </a:spcBef>
              <a:spcAft>
                <a:spcPts val="600"/>
              </a:spcAft>
              <a:buSzPct val="100000"/>
              <a:buFont typeface="Arial" pitchFamily="34"/>
              <a:buChar char="•"/>
              <a:tabLst/>
              <a:defRPr sz="1800" b="0" i="0" u="none" strike="noStrike" kern="0" cap="none" spc="0" baseline="0">
                <a:solidFill>
                  <a:srgbClr val="000000"/>
                </a:solidFill>
                <a:uFillTx/>
              </a:defRPr>
            </a:pPr>
            <a:r>
              <a:rPr lang="en-GB" sz="1800" b="0" i="0" u="none" strike="noStrike" kern="1200" cap="none" spc="0" baseline="0">
                <a:solidFill>
                  <a:srgbClr val="000000"/>
                </a:solidFill>
                <a:uFillTx/>
                <a:latin typeface="Arial"/>
              </a:rPr>
              <a:t>Few customization &amp; paid feature request. </a:t>
            </a:r>
          </a:p>
          <a:p>
            <a:pPr marL="285750" marR="0" lvl="0" indent="-285750" algn="just" defTabSz="914400" rtl="0" fontAlgn="auto" hangingPunct="1">
              <a:lnSpc>
                <a:spcPct val="90000"/>
              </a:lnSpc>
              <a:spcBef>
                <a:spcPts val="600"/>
              </a:spcBef>
              <a:spcAft>
                <a:spcPts val="600"/>
              </a:spcAft>
              <a:buSzPct val="100000"/>
              <a:buFont typeface="Arial" pitchFamily="34"/>
              <a:buChar char="•"/>
              <a:tabLst/>
              <a:defRPr sz="1800" b="0" i="0" u="none" strike="noStrike" kern="0" cap="none" spc="0" baseline="0">
                <a:solidFill>
                  <a:srgbClr val="000000"/>
                </a:solidFill>
                <a:uFillTx/>
              </a:defRPr>
            </a:pPr>
            <a:r>
              <a:rPr lang="en-GB" sz="1800" b="0" i="0" u="none" strike="noStrike" kern="1200" cap="none" spc="0" baseline="0">
                <a:solidFill>
                  <a:srgbClr val="000000"/>
                </a:solidFill>
                <a:uFillTx/>
                <a:latin typeface="Arial"/>
              </a:rPr>
              <a:t>The vertical modules, linked to each other were only 3. </a:t>
            </a:r>
          </a:p>
          <a:p>
            <a:pPr marL="285750" marR="0" lvl="0" indent="-285750" algn="just" defTabSz="914400" rtl="0" fontAlgn="auto" hangingPunct="1">
              <a:lnSpc>
                <a:spcPct val="90000"/>
              </a:lnSpc>
              <a:spcBef>
                <a:spcPts val="600"/>
              </a:spcBef>
              <a:spcAft>
                <a:spcPts val="600"/>
              </a:spcAft>
              <a:buSzPct val="100000"/>
              <a:buFont typeface="Arial" pitchFamily="34"/>
              <a:buChar char="•"/>
              <a:tabLst/>
              <a:defRPr sz="1800" b="0" i="0" u="none" strike="noStrike" kern="0" cap="none" spc="0" baseline="0">
                <a:solidFill>
                  <a:srgbClr val="000000"/>
                </a:solidFill>
                <a:uFillTx/>
              </a:defRPr>
            </a:pPr>
            <a:r>
              <a:rPr lang="en-GB" sz="1800" b="0" i="0" u="none" strike="noStrike" kern="1200" cap="none" spc="0" baseline="0">
                <a:solidFill>
                  <a:srgbClr val="000000"/>
                </a:solidFill>
                <a:uFillTx/>
                <a:latin typeface="Arial"/>
              </a:rPr>
              <a:t>Simple method, requires lot less training period &amp; employees can start contributing faster. </a:t>
            </a:r>
          </a:p>
        </p:txBody>
      </p:sp>
      <p:sp>
        <p:nvSpPr>
          <p:cNvPr id="12" name="TextBox 16">
            <a:extLst>
              <a:ext uri="{FF2B5EF4-FFF2-40B4-BE49-F238E27FC236}">
                <a16:creationId xmlns:a16="http://schemas.microsoft.com/office/drawing/2014/main" id="{4F894635-F541-38BA-B1E3-42FF809AABFA}"/>
              </a:ext>
            </a:extLst>
          </p:cNvPr>
          <p:cNvSpPr txBox="1"/>
          <p:nvPr/>
        </p:nvSpPr>
        <p:spPr>
          <a:xfrm>
            <a:off x="865561" y="2163534"/>
            <a:ext cx="4550639" cy="369335"/>
          </a:xfrm>
          <a:prstGeom prst="rect">
            <a:avLst/>
          </a:prstGeom>
          <a:solidFill>
            <a:srgbClr val="FFFFFF"/>
          </a:solidFill>
          <a:ln w="9528">
            <a:solidFill>
              <a:srgbClr val="FFFFFF"/>
            </a:solidFill>
            <a:prstDash val="solid"/>
          </a:ln>
        </p:spPr>
        <p:txBody>
          <a:bodyPr vert="horz" wrap="square" lIns="91440" tIns="45720" rIns="91440" bIns="45720" anchor="t" anchorCtr="1" compatLnSpc="1">
            <a:sp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2000" b="1" i="0" u="none" strike="noStrike" kern="1200" cap="none" spc="0" baseline="0">
                <a:solidFill>
                  <a:srgbClr val="00A6D6"/>
                </a:solidFill>
                <a:uFillTx/>
                <a:latin typeface="Arial"/>
              </a:rPr>
              <a:t>Standard Process </a:t>
            </a:r>
          </a:p>
        </p:txBody>
      </p:sp>
      <p:cxnSp>
        <p:nvCxnSpPr>
          <p:cNvPr id="13" name="Straight Connector 20">
            <a:extLst>
              <a:ext uri="{FF2B5EF4-FFF2-40B4-BE49-F238E27FC236}">
                <a16:creationId xmlns:a16="http://schemas.microsoft.com/office/drawing/2014/main" id="{DCB79F43-9006-CEC7-4173-9785D7CA93AD}"/>
              </a:ext>
            </a:extLst>
          </p:cNvPr>
          <p:cNvCxnSpPr/>
          <p:nvPr/>
        </p:nvCxnSpPr>
        <p:spPr>
          <a:xfrm>
            <a:off x="5845823" y="2347301"/>
            <a:ext cx="0" cy="3653448"/>
          </a:xfrm>
          <a:prstGeom prst="straightConnector1">
            <a:avLst/>
          </a:prstGeom>
          <a:noFill/>
          <a:ln w="28575" cap="rnd">
            <a:solidFill>
              <a:srgbClr val="B2E4F3"/>
            </a:solidFill>
            <a:custDash>
              <a:ds d="900000" sp="0"/>
            </a:custDash>
            <a:round/>
          </a:ln>
        </p:spPr>
      </p:cxnSp>
    </p:spTree>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115">
    <p:spTree>
      <p:nvGrpSpPr>
        <p:cNvPr id="1" name=""/>
        <p:cNvGrpSpPr/>
        <p:nvPr/>
      </p:nvGrpSpPr>
      <p:grpSpPr>
        <a:xfrm>
          <a:off x="0" y="0"/>
          <a:ext cx="0" cy="0"/>
          <a:chOff x="0" y="0"/>
          <a:chExt cx="0" cy="0"/>
        </a:xfrm>
      </p:grpSpPr>
      <p:cxnSp>
        <p:nvCxnSpPr>
          <p:cNvPr id="2" name="Connector: Elbow 67">
            <a:extLst>
              <a:ext uri="{FF2B5EF4-FFF2-40B4-BE49-F238E27FC236}">
                <a16:creationId xmlns:a16="http://schemas.microsoft.com/office/drawing/2014/main" id="{878685ED-D29E-81D6-44E2-492E0718BC21}"/>
              </a:ext>
            </a:extLst>
          </p:cNvPr>
          <p:cNvCxnSpPr>
            <a:stCxn id="31" idx="2"/>
            <a:endCxn id="36" idx="2"/>
          </p:cNvCxnSpPr>
          <p:nvPr/>
        </p:nvCxnSpPr>
        <p:spPr>
          <a:xfrm rot="16200000" flipH="1">
            <a:off x="6167737" y="2933505"/>
            <a:ext cx="38972" cy="1788584"/>
          </a:xfrm>
          <a:prstGeom prst="bentConnector3">
            <a:avLst>
              <a:gd name="adj1" fmla="val 686575"/>
            </a:avLst>
          </a:prstGeom>
          <a:noFill/>
          <a:ln w="12701" cap="rnd">
            <a:solidFill>
              <a:srgbClr val="00A6D6"/>
            </a:solidFill>
            <a:prstDash val="solid"/>
            <a:round/>
            <a:tailEnd type="arrow"/>
          </a:ln>
        </p:spPr>
      </p:cxnSp>
      <p:cxnSp>
        <p:nvCxnSpPr>
          <p:cNvPr id="3" name="Connector: Elbow 53">
            <a:extLst>
              <a:ext uri="{FF2B5EF4-FFF2-40B4-BE49-F238E27FC236}">
                <a16:creationId xmlns:a16="http://schemas.microsoft.com/office/drawing/2014/main" id="{E0C94320-175D-03B7-6944-82471700161D}"/>
              </a:ext>
            </a:extLst>
          </p:cNvPr>
          <p:cNvCxnSpPr>
            <a:stCxn id="23" idx="2"/>
            <a:endCxn id="26" idx="2"/>
          </p:cNvCxnSpPr>
          <p:nvPr/>
        </p:nvCxnSpPr>
        <p:spPr>
          <a:xfrm rot="5400000" flipH="1" flipV="1">
            <a:off x="2231199" y="2756705"/>
            <a:ext cx="100100" cy="1892890"/>
          </a:xfrm>
          <a:prstGeom prst="bentConnector3">
            <a:avLst>
              <a:gd name="adj1" fmla="val -228372"/>
            </a:avLst>
          </a:prstGeom>
          <a:noFill/>
          <a:ln w="12701" cap="rnd">
            <a:solidFill>
              <a:srgbClr val="00A6D6"/>
            </a:solidFill>
            <a:prstDash val="solid"/>
            <a:round/>
            <a:tailEnd type="arrow"/>
          </a:ln>
        </p:spPr>
      </p:cxnSp>
      <p:grpSp>
        <p:nvGrpSpPr>
          <p:cNvPr id="4" name="Diagram 6">
            <a:extLst>
              <a:ext uri="{FF2B5EF4-FFF2-40B4-BE49-F238E27FC236}">
                <a16:creationId xmlns:a16="http://schemas.microsoft.com/office/drawing/2014/main" id="{ACFB1A10-39C6-E3EC-2C65-19971A8DC80B}"/>
              </a:ext>
            </a:extLst>
          </p:cNvPr>
          <p:cNvGrpSpPr/>
          <p:nvPr/>
        </p:nvGrpSpPr>
        <p:grpSpPr>
          <a:xfrm>
            <a:off x="723747" y="1574185"/>
            <a:ext cx="10752612" cy="672038"/>
            <a:chOff x="723747" y="1574185"/>
            <a:chExt cx="10752612" cy="672038"/>
          </a:xfrm>
        </p:grpSpPr>
        <p:sp>
          <p:nvSpPr>
            <p:cNvPr id="5" name="Freeform: Shape 4">
              <a:extLst>
                <a:ext uri="{FF2B5EF4-FFF2-40B4-BE49-F238E27FC236}">
                  <a16:creationId xmlns:a16="http://schemas.microsoft.com/office/drawing/2014/main" id="{D83E2975-54AC-471F-A348-BAC5013D78C4}"/>
                </a:ext>
              </a:extLst>
            </p:cNvPr>
            <p:cNvSpPr/>
            <p:nvPr/>
          </p:nvSpPr>
          <p:spPr>
            <a:xfrm>
              <a:off x="723747" y="1574185"/>
              <a:ext cx="1680091" cy="672038"/>
            </a:xfrm>
            <a:custGeom>
              <a:avLst/>
              <a:gdLst>
                <a:gd name="f0" fmla="val 10800000"/>
                <a:gd name="f1" fmla="val 5400000"/>
                <a:gd name="f2" fmla="val 180"/>
                <a:gd name="f3" fmla="val w"/>
                <a:gd name="f4" fmla="val h"/>
                <a:gd name="f5" fmla="val 0"/>
                <a:gd name="f6" fmla="val 1680095"/>
                <a:gd name="f7" fmla="val 672038"/>
                <a:gd name="f8" fmla="val 1344076"/>
                <a:gd name="f9" fmla="val 336019"/>
                <a:gd name="f10" fmla="+- 0 0 -90"/>
                <a:gd name="f11" fmla="*/ f3 1 1680095"/>
                <a:gd name="f12" fmla="*/ f4 1 672038"/>
                <a:gd name="f13" fmla="val f5"/>
                <a:gd name="f14" fmla="val f6"/>
                <a:gd name="f15" fmla="val f7"/>
                <a:gd name="f16" fmla="*/ f10 f0 1"/>
                <a:gd name="f17" fmla="+- f15 0 f13"/>
                <a:gd name="f18" fmla="+- f14 0 f13"/>
                <a:gd name="f19" fmla="*/ f16 1 f2"/>
                <a:gd name="f20" fmla="*/ f18 1 1680095"/>
                <a:gd name="f21" fmla="*/ f17 1 672038"/>
                <a:gd name="f22" fmla="*/ 0 f18 1"/>
                <a:gd name="f23" fmla="*/ 0 f17 1"/>
                <a:gd name="f24" fmla="*/ 1344076 f18 1"/>
                <a:gd name="f25" fmla="*/ 1680095 f18 1"/>
                <a:gd name="f26" fmla="*/ 336019 f17 1"/>
                <a:gd name="f27" fmla="*/ 672038 f17 1"/>
                <a:gd name="f28" fmla="*/ 336019 f18 1"/>
                <a:gd name="f29" fmla="+- f19 0 f1"/>
                <a:gd name="f30" fmla="*/ f22 1 1680095"/>
                <a:gd name="f31" fmla="*/ f23 1 672038"/>
                <a:gd name="f32" fmla="*/ f24 1 1680095"/>
                <a:gd name="f33" fmla="*/ f25 1 1680095"/>
                <a:gd name="f34" fmla="*/ f26 1 672038"/>
                <a:gd name="f35" fmla="*/ f27 1 672038"/>
                <a:gd name="f36" fmla="*/ f28 1 1680095"/>
                <a:gd name="f37" fmla="*/ f13 1 f20"/>
                <a:gd name="f38" fmla="*/ f14 1 f20"/>
                <a:gd name="f39" fmla="*/ f13 1 f21"/>
                <a:gd name="f40" fmla="*/ f15 1 f21"/>
                <a:gd name="f41" fmla="*/ f30 1 f20"/>
                <a:gd name="f42" fmla="*/ f31 1 f21"/>
                <a:gd name="f43" fmla="*/ f32 1 f20"/>
                <a:gd name="f44" fmla="*/ f33 1 f20"/>
                <a:gd name="f45" fmla="*/ f34 1 f21"/>
                <a:gd name="f46" fmla="*/ f35 1 f21"/>
                <a:gd name="f47" fmla="*/ f36 1 f20"/>
                <a:gd name="f48" fmla="*/ f37 f11 1"/>
                <a:gd name="f49" fmla="*/ f38 f11 1"/>
                <a:gd name="f50" fmla="*/ f40 f12 1"/>
                <a:gd name="f51" fmla="*/ f39 f12 1"/>
                <a:gd name="f52" fmla="*/ f41 f11 1"/>
                <a:gd name="f53" fmla="*/ f42 f12 1"/>
                <a:gd name="f54" fmla="*/ f43 f11 1"/>
                <a:gd name="f55" fmla="*/ f44 f11 1"/>
                <a:gd name="f56" fmla="*/ f45 f12 1"/>
                <a:gd name="f57" fmla="*/ f46 f12 1"/>
                <a:gd name="f58" fmla="*/ f47 f11 1"/>
              </a:gdLst>
              <a:ahLst/>
              <a:cxnLst>
                <a:cxn ang="3cd4">
                  <a:pos x="hc" y="t"/>
                </a:cxn>
                <a:cxn ang="0">
                  <a:pos x="r" y="vc"/>
                </a:cxn>
                <a:cxn ang="cd4">
                  <a:pos x="hc" y="b"/>
                </a:cxn>
                <a:cxn ang="cd2">
                  <a:pos x="l" y="vc"/>
                </a:cxn>
                <a:cxn ang="f29">
                  <a:pos x="f52" y="f53"/>
                </a:cxn>
                <a:cxn ang="f29">
                  <a:pos x="f54" y="f53"/>
                </a:cxn>
                <a:cxn ang="f29">
                  <a:pos x="f55" y="f56"/>
                </a:cxn>
                <a:cxn ang="f29">
                  <a:pos x="f54" y="f57"/>
                </a:cxn>
                <a:cxn ang="f29">
                  <a:pos x="f52" y="f57"/>
                </a:cxn>
                <a:cxn ang="f29">
                  <a:pos x="f58" y="f56"/>
                </a:cxn>
                <a:cxn ang="f29">
                  <a:pos x="f52" y="f53"/>
                </a:cxn>
              </a:cxnLst>
              <a:rect l="f48" t="f51" r="f49" b="f50"/>
              <a:pathLst>
                <a:path w="1680095" h="672038">
                  <a:moveTo>
                    <a:pt x="f5" y="f5"/>
                  </a:moveTo>
                  <a:lnTo>
                    <a:pt x="f8" y="f5"/>
                  </a:lnTo>
                  <a:lnTo>
                    <a:pt x="f6" y="f9"/>
                  </a:lnTo>
                  <a:lnTo>
                    <a:pt x="f8" y="f7"/>
                  </a:lnTo>
                  <a:lnTo>
                    <a:pt x="f5" y="f7"/>
                  </a:lnTo>
                  <a:lnTo>
                    <a:pt x="f9" y="f9"/>
                  </a:lnTo>
                  <a:lnTo>
                    <a:pt x="f5" y="f5"/>
                  </a:lnTo>
                  <a:close/>
                </a:path>
              </a:pathLst>
            </a:custGeom>
            <a:solidFill>
              <a:srgbClr val="00A6D6">
                <a:alpha val="90000"/>
              </a:srgbClr>
            </a:solidFill>
            <a:ln w="12701" cap="flat">
              <a:solidFill>
                <a:srgbClr val="FFFFFF"/>
              </a:solidFill>
              <a:prstDash val="solid"/>
              <a:miter/>
            </a:ln>
          </p:spPr>
          <p:txBody>
            <a:bodyPr vert="horz" wrap="square" lIns="376019" tIns="13331" rIns="349355" bIns="13331" anchor="ctr" anchorCtr="1" compatLnSpc="1">
              <a:noAutofit/>
            </a:bodyPr>
            <a:lstStyle/>
            <a:p>
              <a:pPr marL="0" marR="0" lvl="0" indent="0" algn="ctr" defTabSz="444498" rtl="0" fontAlgn="auto" hangingPunct="1">
                <a:lnSpc>
                  <a:spcPct val="90000"/>
                </a:lnSpc>
                <a:spcBef>
                  <a:spcPts val="0"/>
                </a:spcBef>
                <a:spcAft>
                  <a:spcPts val="400"/>
                </a:spcAft>
                <a:buNone/>
                <a:tabLst/>
                <a:defRPr sz="1800" b="0" i="0" u="none" strike="noStrike" kern="0" cap="none" spc="0" baseline="0">
                  <a:solidFill>
                    <a:srgbClr val="000000"/>
                  </a:solidFill>
                  <a:uFillTx/>
                </a:defRPr>
              </a:pPr>
              <a:r>
                <a:rPr lang="en-US" sz="1000" b="0" i="0" u="none" strike="noStrike" kern="1200" cap="none" spc="0" baseline="0">
                  <a:solidFill>
                    <a:srgbClr val="000000"/>
                  </a:solidFill>
                  <a:uFillTx/>
                  <a:latin typeface="Arial"/>
                </a:rPr>
                <a:t>Demands </a:t>
              </a:r>
              <a:endParaRPr lang="en-IN" sz="1000" b="0" i="0" u="none" strike="noStrike" kern="1200" cap="none" spc="0" baseline="0">
                <a:solidFill>
                  <a:srgbClr val="000000"/>
                </a:solidFill>
                <a:uFillTx/>
                <a:latin typeface="Arial"/>
              </a:endParaRPr>
            </a:p>
          </p:txBody>
        </p:sp>
        <p:sp>
          <p:nvSpPr>
            <p:cNvPr id="6" name="Freeform: Shape 5">
              <a:extLst>
                <a:ext uri="{FF2B5EF4-FFF2-40B4-BE49-F238E27FC236}">
                  <a16:creationId xmlns:a16="http://schemas.microsoft.com/office/drawing/2014/main" id="{6196F0E1-2C88-E8D6-D5BA-B1947A442CC4}"/>
                </a:ext>
              </a:extLst>
            </p:cNvPr>
            <p:cNvSpPr/>
            <p:nvPr/>
          </p:nvSpPr>
          <p:spPr>
            <a:xfrm>
              <a:off x="2235836" y="1574185"/>
              <a:ext cx="1680091" cy="672038"/>
            </a:xfrm>
            <a:custGeom>
              <a:avLst/>
              <a:gdLst>
                <a:gd name="f0" fmla="val 10800000"/>
                <a:gd name="f1" fmla="val 5400000"/>
                <a:gd name="f2" fmla="val 180"/>
                <a:gd name="f3" fmla="val w"/>
                <a:gd name="f4" fmla="val h"/>
                <a:gd name="f5" fmla="val 0"/>
                <a:gd name="f6" fmla="val 1680095"/>
                <a:gd name="f7" fmla="val 672038"/>
                <a:gd name="f8" fmla="val 1344076"/>
                <a:gd name="f9" fmla="val 336019"/>
                <a:gd name="f10" fmla="+- 0 0 -90"/>
                <a:gd name="f11" fmla="*/ f3 1 1680095"/>
                <a:gd name="f12" fmla="*/ f4 1 672038"/>
                <a:gd name="f13" fmla="val f5"/>
                <a:gd name="f14" fmla="val f6"/>
                <a:gd name="f15" fmla="val f7"/>
                <a:gd name="f16" fmla="*/ f10 f0 1"/>
                <a:gd name="f17" fmla="+- f15 0 f13"/>
                <a:gd name="f18" fmla="+- f14 0 f13"/>
                <a:gd name="f19" fmla="*/ f16 1 f2"/>
                <a:gd name="f20" fmla="*/ f18 1 1680095"/>
                <a:gd name="f21" fmla="*/ f17 1 672038"/>
                <a:gd name="f22" fmla="*/ 0 f18 1"/>
                <a:gd name="f23" fmla="*/ 0 f17 1"/>
                <a:gd name="f24" fmla="*/ 1344076 f18 1"/>
                <a:gd name="f25" fmla="*/ 1680095 f18 1"/>
                <a:gd name="f26" fmla="*/ 336019 f17 1"/>
                <a:gd name="f27" fmla="*/ 672038 f17 1"/>
                <a:gd name="f28" fmla="*/ 336019 f18 1"/>
                <a:gd name="f29" fmla="+- f19 0 f1"/>
                <a:gd name="f30" fmla="*/ f22 1 1680095"/>
                <a:gd name="f31" fmla="*/ f23 1 672038"/>
                <a:gd name="f32" fmla="*/ f24 1 1680095"/>
                <a:gd name="f33" fmla="*/ f25 1 1680095"/>
                <a:gd name="f34" fmla="*/ f26 1 672038"/>
                <a:gd name="f35" fmla="*/ f27 1 672038"/>
                <a:gd name="f36" fmla="*/ f28 1 1680095"/>
                <a:gd name="f37" fmla="*/ f13 1 f20"/>
                <a:gd name="f38" fmla="*/ f14 1 f20"/>
                <a:gd name="f39" fmla="*/ f13 1 f21"/>
                <a:gd name="f40" fmla="*/ f15 1 f21"/>
                <a:gd name="f41" fmla="*/ f30 1 f20"/>
                <a:gd name="f42" fmla="*/ f31 1 f21"/>
                <a:gd name="f43" fmla="*/ f32 1 f20"/>
                <a:gd name="f44" fmla="*/ f33 1 f20"/>
                <a:gd name="f45" fmla="*/ f34 1 f21"/>
                <a:gd name="f46" fmla="*/ f35 1 f21"/>
                <a:gd name="f47" fmla="*/ f36 1 f20"/>
                <a:gd name="f48" fmla="*/ f37 f11 1"/>
                <a:gd name="f49" fmla="*/ f38 f11 1"/>
                <a:gd name="f50" fmla="*/ f40 f12 1"/>
                <a:gd name="f51" fmla="*/ f39 f12 1"/>
                <a:gd name="f52" fmla="*/ f41 f11 1"/>
                <a:gd name="f53" fmla="*/ f42 f12 1"/>
                <a:gd name="f54" fmla="*/ f43 f11 1"/>
                <a:gd name="f55" fmla="*/ f44 f11 1"/>
                <a:gd name="f56" fmla="*/ f45 f12 1"/>
                <a:gd name="f57" fmla="*/ f46 f12 1"/>
                <a:gd name="f58" fmla="*/ f47 f11 1"/>
              </a:gdLst>
              <a:ahLst/>
              <a:cxnLst>
                <a:cxn ang="3cd4">
                  <a:pos x="hc" y="t"/>
                </a:cxn>
                <a:cxn ang="0">
                  <a:pos x="r" y="vc"/>
                </a:cxn>
                <a:cxn ang="cd4">
                  <a:pos x="hc" y="b"/>
                </a:cxn>
                <a:cxn ang="cd2">
                  <a:pos x="l" y="vc"/>
                </a:cxn>
                <a:cxn ang="f29">
                  <a:pos x="f52" y="f53"/>
                </a:cxn>
                <a:cxn ang="f29">
                  <a:pos x="f54" y="f53"/>
                </a:cxn>
                <a:cxn ang="f29">
                  <a:pos x="f55" y="f56"/>
                </a:cxn>
                <a:cxn ang="f29">
                  <a:pos x="f54" y="f57"/>
                </a:cxn>
                <a:cxn ang="f29">
                  <a:pos x="f52" y="f57"/>
                </a:cxn>
                <a:cxn ang="f29">
                  <a:pos x="f58" y="f56"/>
                </a:cxn>
                <a:cxn ang="f29">
                  <a:pos x="f52" y="f53"/>
                </a:cxn>
              </a:cxnLst>
              <a:rect l="f48" t="f51" r="f49" b="f50"/>
              <a:pathLst>
                <a:path w="1680095" h="672038">
                  <a:moveTo>
                    <a:pt x="f5" y="f5"/>
                  </a:moveTo>
                  <a:lnTo>
                    <a:pt x="f8" y="f5"/>
                  </a:lnTo>
                  <a:lnTo>
                    <a:pt x="f6" y="f9"/>
                  </a:lnTo>
                  <a:lnTo>
                    <a:pt x="f8" y="f7"/>
                  </a:lnTo>
                  <a:lnTo>
                    <a:pt x="f5" y="f7"/>
                  </a:lnTo>
                  <a:lnTo>
                    <a:pt x="f9" y="f9"/>
                  </a:lnTo>
                  <a:lnTo>
                    <a:pt x="f5" y="f5"/>
                  </a:lnTo>
                  <a:close/>
                </a:path>
              </a:pathLst>
            </a:custGeom>
            <a:solidFill>
              <a:srgbClr val="00A6D6">
                <a:alpha val="83333"/>
              </a:srgbClr>
            </a:solidFill>
            <a:ln w="12701" cap="flat">
              <a:solidFill>
                <a:srgbClr val="FFFFFF"/>
              </a:solidFill>
              <a:prstDash val="solid"/>
              <a:miter/>
            </a:ln>
          </p:spPr>
          <p:txBody>
            <a:bodyPr vert="horz" wrap="square" lIns="376019" tIns="13331" rIns="349355" bIns="13331" anchor="ctr" anchorCtr="1" compatLnSpc="1">
              <a:noAutofit/>
            </a:bodyPr>
            <a:lstStyle/>
            <a:p>
              <a:pPr marL="0" marR="0" lvl="0" indent="0" algn="ctr" defTabSz="444498" rtl="0" fontAlgn="auto" hangingPunct="1">
                <a:lnSpc>
                  <a:spcPct val="90000"/>
                </a:lnSpc>
                <a:spcBef>
                  <a:spcPts val="0"/>
                </a:spcBef>
                <a:spcAft>
                  <a:spcPts val="400"/>
                </a:spcAft>
                <a:buNone/>
                <a:tabLst/>
                <a:defRPr sz="1800" b="0" i="0" u="none" strike="noStrike" kern="0" cap="none" spc="0" baseline="0">
                  <a:solidFill>
                    <a:srgbClr val="000000"/>
                  </a:solidFill>
                  <a:uFillTx/>
                </a:defRPr>
              </a:pPr>
              <a:r>
                <a:rPr lang="en-US" sz="1000" b="0" i="0" u="none" strike="noStrike" kern="1200" cap="none" spc="0" baseline="0">
                  <a:solidFill>
                    <a:srgbClr val="000000"/>
                  </a:solidFill>
                  <a:uFillTx/>
                  <a:latin typeface="Arial"/>
                </a:rPr>
                <a:t>Research </a:t>
              </a:r>
              <a:endParaRPr lang="en-IN" sz="1000" b="0" i="0" u="none" strike="noStrike" kern="1200" cap="none" spc="0" baseline="0">
                <a:solidFill>
                  <a:srgbClr val="000000"/>
                </a:solidFill>
                <a:uFillTx/>
                <a:latin typeface="Arial"/>
              </a:endParaRPr>
            </a:p>
          </p:txBody>
        </p:sp>
        <p:sp>
          <p:nvSpPr>
            <p:cNvPr id="7" name="Freeform: Shape 6">
              <a:extLst>
                <a:ext uri="{FF2B5EF4-FFF2-40B4-BE49-F238E27FC236}">
                  <a16:creationId xmlns:a16="http://schemas.microsoft.com/office/drawing/2014/main" id="{5C93AF8A-E767-30B2-1FAB-CEF9579AD069}"/>
                </a:ext>
              </a:extLst>
            </p:cNvPr>
            <p:cNvSpPr/>
            <p:nvPr/>
          </p:nvSpPr>
          <p:spPr>
            <a:xfrm>
              <a:off x="3747924" y="1574185"/>
              <a:ext cx="1680091" cy="672038"/>
            </a:xfrm>
            <a:custGeom>
              <a:avLst/>
              <a:gdLst>
                <a:gd name="f0" fmla="val 10800000"/>
                <a:gd name="f1" fmla="val 5400000"/>
                <a:gd name="f2" fmla="val 180"/>
                <a:gd name="f3" fmla="val w"/>
                <a:gd name="f4" fmla="val h"/>
                <a:gd name="f5" fmla="val 0"/>
                <a:gd name="f6" fmla="val 1680095"/>
                <a:gd name="f7" fmla="val 672038"/>
                <a:gd name="f8" fmla="val 1344076"/>
                <a:gd name="f9" fmla="val 336019"/>
                <a:gd name="f10" fmla="+- 0 0 -90"/>
                <a:gd name="f11" fmla="*/ f3 1 1680095"/>
                <a:gd name="f12" fmla="*/ f4 1 672038"/>
                <a:gd name="f13" fmla="val f5"/>
                <a:gd name="f14" fmla="val f6"/>
                <a:gd name="f15" fmla="val f7"/>
                <a:gd name="f16" fmla="*/ f10 f0 1"/>
                <a:gd name="f17" fmla="+- f15 0 f13"/>
                <a:gd name="f18" fmla="+- f14 0 f13"/>
                <a:gd name="f19" fmla="*/ f16 1 f2"/>
                <a:gd name="f20" fmla="*/ f18 1 1680095"/>
                <a:gd name="f21" fmla="*/ f17 1 672038"/>
                <a:gd name="f22" fmla="*/ 0 f18 1"/>
                <a:gd name="f23" fmla="*/ 0 f17 1"/>
                <a:gd name="f24" fmla="*/ 1344076 f18 1"/>
                <a:gd name="f25" fmla="*/ 1680095 f18 1"/>
                <a:gd name="f26" fmla="*/ 336019 f17 1"/>
                <a:gd name="f27" fmla="*/ 672038 f17 1"/>
                <a:gd name="f28" fmla="*/ 336019 f18 1"/>
                <a:gd name="f29" fmla="+- f19 0 f1"/>
                <a:gd name="f30" fmla="*/ f22 1 1680095"/>
                <a:gd name="f31" fmla="*/ f23 1 672038"/>
                <a:gd name="f32" fmla="*/ f24 1 1680095"/>
                <a:gd name="f33" fmla="*/ f25 1 1680095"/>
                <a:gd name="f34" fmla="*/ f26 1 672038"/>
                <a:gd name="f35" fmla="*/ f27 1 672038"/>
                <a:gd name="f36" fmla="*/ f28 1 1680095"/>
                <a:gd name="f37" fmla="*/ f13 1 f20"/>
                <a:gd name="f38" fmla="*/ f14 1 f20"/>
                <a:gd name="f39" fmla="*/ f13 1 f21"/>
                <a:gd name="f40" fmla="*/ f15 1 f21"/>
                <a:gd name="f41" fmla="*/ f30 1 f20"/>
                <a:gd name="f42" fmla="*/ f31 1 f21"/>
                <a:gd name="f43" fmla="*/ f32 1 f20"/>
                <a:gd name="f44" fmla="*/ f33 1 f20"/>
                <a:gd name="f45" fmla="*/ f34 1 f21"/>
                <a:gd name="f46" fmla="*/ f35 1 f21"/>
                <a:gd name="f47" fmla="*/ f36 1 f20"/>
                <a:gd name="f48" fmla="*/ f37 f11 1"/>
                <a:gd name="f49" fmla="*/ f38 f11 1"/>
                <a:gd name="f50" fmla="*/ f40 f12 1"/>
                <a:gd name="f51" fmla="*/ f39 f12 1"/>
                <a:gd name="f52" fmla="*/ f41 f11 1"/>
                <a:gd name="f53" fmla="*/ f42 f12 1"/>
                <a:gd name="f54" fmla="*/ f43 f11 1"/>
                <a:gd name="f55" fmla="*/ f44 f11 1"/>
                <a:gd name="f56" fmla="*/ f45 f12 1"/>
                <a:gd name="f57" fmla="*/ f46 f12 1"/>
                <a:gd name="f58" fmla="*/ f47 f11 1"/>
              </a:gdLst>
              <a:ahLst/>
              <a:cxnLst>
                <a:cxn ang="3cd4">
                  <a:pos x="hc" y="t"/>
                </a:cxn>
                <a:cxn ang="0">
                  <a:pos x="r" y="vc"/>
                </a:cxn>
                <a:cxn ang="cd4">
                  <a:pos x="hc" y="b"/>
                </a:cxn>
                <a:cxn ang="cd2">
                  <a:pos x="l" y="vc"/>
                </a:cxn>
                <a:cxn ang="f29">
                  <a:pos x="f52" y="f53"/>
                </a:cxn>
                <a:cxn ang="f29">
                  <a:pos x="f54" y="f53"/>
                </a:cxn>
                <a:cxn ang="f29">
                  <a:pos x="f55" y="f56"/>
                </a:cxn>
                <a:cxn ang="f29">
                  <a:pos x="f54" y="f57"/>
                </a:cxn>
                <a:cxn ang="f29">
                  <a:pos x="f52" y="f57"/>
                </a:cxn>
                <a:cxn ang="f29">
                  <a:pos x="f58" y="f56"/>
                </a:cxn>
                <a:cxn ang="f29">
                  <a:pos x="f52" y="f53"/>
                </a:cxn>
              </a:cxnLst>
              <a:rect l="f48" t="f51" r="f49" b="f50"/>
              <a:pathLst>
                <a:path w="1680095" h="672038">
                  <a:moveTo>
                    <a:pt x="f5" y="f5"/>
                  </a:moveTo>
                  <a:lnTo>
                    <a:pt x="f8" y="f5"/>
                  </a:lnTo>
                  <a:lnTo>
                    <a:pt x="f6" y="f9"/>
                  </a:lnTo>
                  <a:lnTo>
                    <a:pt x="f8" y="f7"/>
                  </a:lnTo>
                  <a:lnTo>
                    <a:pt x="f5" y="f7"/>
                  </a:lnTo>
                  <a:lnTo>
                    <a:pt x="f9" y="f9"/>
                  </a:lnTo>
                  <a:lnTo>
                    <a:pt x="f5" y="f5"/>
                  </a:lnTo>
                  <a:close/>
                </a:path>
              </a:pathLst>
            </a:custGeom>
            <a:solidFill>
              <a:srgbClr val="00A6D6">
                <a:alpha val="76667"/>
              </a:srgbClr>
            </a:solidFill>
            <a:ln w="12701" cap="flat">
              <a:solidFill>
                <a:srgbClr val="FFFFFF"/>
              </a:solidFill>
              <a:prstDash val="solid"/>
              <a:miter/>
            </a:ln>
          </p:spPr>
          <p:txBody>
            <a:bodyPr vert="horz" wrap="square" lIns="376019" tIns="13331" rIns="349355" bIns="13331" anchor="ctr" anchorCtr="1" compatLnSpc="1">
              <a:noAutofit/>
            </a:bodyPr>
            <a:lstStyle/>
            <a:p>
              <a:pPr marL="0" marR="0" lvl="0" indent="0" algn="ctr" defTabSz="444498" rtl="0" fontAlgn="auto" hangingPunct="1">
                <a:lnSpc>
                  <a:spcPct val="90000"/>
                </a:lnSpc>
                <a:spcBef>
                  <a:spcPts val="0"/>
                </a:spcBef>
                <a:spcAft>
                  <a:spcPts val="400"/>
                </a:spcAft>
                <a:buNone/>
                <a:tabLst/>
                <a:defRPr sz="1800" b="0" i="0" u="none" strike="noStrike" kern="0" cap="none" spc="0" baseline="0">
                  <a:solidFill>
                    <a:srgbClr val="000000"/>
                  </a:solidFill>
                  <a:uFillTx/>
                </a:defRPr>
              </a:pPr>
              <a:r>
                <a:rPr lang="en-US" sz="1000" b="0" i="0" u="none" strike="noStrike" kern="1200" cap="none" spc="0" baseline="0">
                  <a:solidFill>
                    <a:srgbClr val="000000"/>
                  </a:solidFill>
                  <a:uFillTx/>
                  <a:latin typeface="Arial"/>
                </a:rPr>
                <a:t>POC</a:t>
              </a:r>
              <a:endParaRPr lang="en-IN" sz="1000" b="0" i="0" u="none" strike="noStrike" kern="1200" cap="none" spc="0" baseline="0">
                <a:solidFill>
                  <a:srgbClr val="000000"/>
                </a:solidFill>
                <a:uFillTx/>
                <a:latin typeface="Arial"/>
              </a:endParaRPr>
            </a:p>
          </p:txBody>
        </p:sp>
        <p:sp>
          <p:nvSpPr>
            <p:cNvPr id="8" name="Freeform: Shape 7">
              <a:extLst>
                <a:ext uri="{FF2B5EF4-FFF2-40B4-BE49-F238E27FC236}">
                  <a16:creationId xmlns:a16="http://schemas.microsoft.com/office/drawing/2014/main" id="{6BDA8677-8001-E4A1-8B7F-17D46F029CEB}"/>
                </a:ext>
              </a:extLst>
            </p:cNvPr>
            <p:cNvSpPr/>
            <p:nvPr/>
          </p:nvSpPr>
          <p:spPr>
            <a:xfrm>
              <a:off x="5260012" y="1574185"/>
              <a:ext cx="1680091" cy="672038"/>
            </a:xfrm>
            <a:custGeom>
              <a:avLst/>
              <a:gdLst>
                <a:gd name="f0" fmla="val 10800000"/>
                <a:gd name="f1" fmla="val 5400000"/>
                <a:gd name="f2" fmla="val 180"/>
                <a:gd name="f3" fmla="val w"/>
                <a:gd name="f4" fmla="val h"/>
                <a:gd name="f5" fmla="val 0"/>
                <a:gd name="f6" fmla="val 1680095"/>
                <a:gd name="f7" fmla="val 672038"/>
                <a:gd name="f8" fmla="val 1344076"/>
                <a:gd name="f9" fmla="val 336019"/>
                <a:gd name="f10" fmla="+- 0 0 -90"/>
                <a:gd name="f11" fmla="*/ f3 1 1680095"/>
                <a:gd name="f12" fmla="*/ f4 1 672038"/>
                <a:gd name="f13" fmla="val f5"/>
                <a:gd name="f14" fmla="val f6"/>
                <a:gd name="f15" fmla="val f7"/>
                <a:gd name="f16" fmla="*/ f10 f0 1"/>
                <a:gd name="f17" fmla="+- f15 0 f13"/>
                <a:gd name="f18" fmla="+- f14 0 f13"/>
                <a:gd name="f19" fmla="*/ f16 1 f2"/>
                <a:gd name="f20" fmla="*/ f18 1 1680095"/>
                <a:gd name="f21" fmla="*/ f17 1 672038"/>
                <a:gd name="f22" fmla="*/ 0 f18 1"/>
                <a:gd name="f23" fmla="*/ 0 f17 1"/>
                <a:gd name="f24" fmla="*/ 1344076 f18 1"/>
                <a:gd name="f25" fmla="*/ 1680095 f18 1"/>
                <a:gd name="f26" fmla="*/ 336019 f17 1"/>
                <a:gd name="f27" fmla="*/ 672038 f17 1"/>
                <a:gd name="f28" fmla="*/ 336019 f18 1"/>
                <a:gd name="f29" fmla="+- f19 0 f1"/>
                <a:gd name="f30" fmla="*/ f22 1 1680095"/>
                <a:gd name="f31" fmla="*/ f23 1 672038"/>
                <a:gd name="f32" fmla="*/ f24 1 1680095"/>
                <a:gd name="f33" fmla="*/ f25 1 1680095"/>
                <a:gd name="f34" fmla="*/ f26 1 672038"/>
                <a:gd name="f35" fmla="*/ f27 1 672038"/>
                <a:gd name="f36" fmla="*/ f28 1 1680095"/>
                <a:gd name="f37" fmla="*/ f13 1 f20"/>
                <a:gd name="f38" fmla="*/ f14 1 f20"/>
                <a:gd name="f39" fmla="*/ f13 1 f21"/>
                <a:gd name="f40" fmla="*/ f15 1 f21"/>
                <a:gd name="f41" fmla="*/ f30 1 f20"/>
                <a:gd name="f42" fmla="*/ f31 1 f21"/>
                <a:gd name="f43" fmla="*/ f32 1 f20"/>
                <a:gd name="f44" fmla="*/ f33 1 f20"/>
                <a:gd name="f45" fmla="*/ f34 1 f21"/>
                <a:gd name="f46" fmla="*/ f35 1 f21"/>
                <a:gd name="f47" fmla="*/ f36 1 f20"/>
                <a:gd name="f48" fmla="*/ f37 f11 1"/>
                <a:gd name="f49" fmla="*/ f38 f11 1"/>
                <a:gd name="f50" fmla="*/ f40 f12 1"/>
                <a:gd name="f51" fmla="*/ f39 f12 1"/>
                <a:gd name="f52" fmla="*/ f41 f11 1"/>
                <a:gd name="f53" fmla="*/ f42 f12 1"/>
                <a:gd name="f54" fmla="*/ f43 f11 1"/>
                <a:gd name="f55" fmla="*/ f44 f11 1"/>
                <a:gd name="f56" fmla="*/ f45 f12 1"/>
                <a:gd name="f57" fmla="*/ f46 f12 1"/>
                <a:gd name="f58" fmla="*/ f47 f11 1"/>
              </a:gdLst>
              <a:ahLst/>
              <a:cxnLst>
                <a:cxn ang="3cd4">
                  <a:pos x="hc" y="t"/>
                </a:cxn>
                <a:cxn ang="0">
                  <a:pos x="r" y="vc"/>
                </a:cxn>
                <a:cxn ang="cd4">
                  <a:pos x="hc" y="b"/>
                </a:cxn>
                <a:cxn ang="cd2">
                  <a:pos x="l" y="vc"/>
                </a:cxn>
                <a:cxn ang="f29">
                  <a:pos x="f52" y="f53"/>
                </a:cxn>
                <a:cxn ang="f29">
                  <a:pos x="f54" y="f53"/>
                </a:cxn>
                <a:cxn ang="f29">
                  <a:pos x="f55" y="f56"/>
                </a:cxn>
                <a:cxn ang="f29">
                  <a:pos x="f54" y="f57"/>
                </a:cxn>
                <a:cxn ang="f29">
                  <a:pos x="f52" y="f57"/>
                </a:cxn>
                <a:cxn ang="f29">
                  <a:pos x="f58" y="f56"/>
                </a:cxn>
                <a:cxn ang="f29">
                  <a:pos x="f52" y="f53"/>
                </a:cxn>
              </a:cxnLst>
              <a:rect l="f48" t="f51" r="f49" b="f50"/>
              <a:pathLst>
                <a:path w="1680095" h="672038">
                  <a:moveTo>
                    <a:pt x="f5" y="f5"/>
                  </a:moveTo>
                  <a:lnTo>
                    <a:pt x="f8" y="f5"/>
                  </a:lnTo>
                  <a:lnTo>
                    <a:pt x="f6" y="f9"/>
                  </a:lnTo>
                  <a:lnTo>
                    <a:pt x="f8" y="f7"/>
                  </a:lnTo>
                  <a:lnTo>
                    <a:pt x="f5" y="f7"/>
                  </a:lnTo>
                  <a:lnTo>
                    <a:pt x="f9" y="f9"/>
                  </a:lnTo>
                  <a:lnTo>
                    <a:pt x="f5" y="f5"/>
                  </a:lnTo>
                  <a:close/>
                </a:path>
              </a:pathLst>
            </a:custGeom>
            <a:solidFill>
              <a:srgbClr val="00A6D6">
                <a:alpha val="70000"/>
              </a:srgbClr>
            </a:solidFill>
            <a:ln w="12701" cap="flat">
              <a:solidFill>
                <a:srgbClr val="FFFFFF"/>
              </a:solidFill>
              <a:prstDash val="solid"/>
              <a:miter/>
            </a:ln>
          </p:spPr>
          <p:txBody>
            <a:bodyPr vert="horz" wrap="square" lIns="392021" tIns="18672" rIns="354686" bIns="18672" anchor="ctr" anchorCtr="1" compatLnSpc="1">
              <a:noAutofit/>
            </a:bodyPr>
            <a:lstStyle/>
            <a:p>
              <a:pPr marL="0" marR="0" lvl="0" indent="0" algn="ctr" defTabSz="622304" rtl="0" fontAlgn="auto" hangingPunct="1">
                <a:lnSpc>
                  <a:spcPct val="90000"/>
                </a:lnSpc>
                <a:spcBef>
                  <a:spcPts val="0"/>
                </a:spcBef>
                <a:spcAft>
                  <a:spcPts val="600"/>
                </a:spcAft>
                <a:buNone/>
                <a:tabLst/>
                <a:defRPr sz="1800" b="0" i="0" u="none" strike="noStrike" kern="0" cap="none" spc="0" baseline="0">
                  <a:solidFill>
                    <a:srgbClr val="000000"/>
                  </a:solidFill>
                  <a:uFillTx/>
                </a:defRPr>
              </a:pPr>
              <a:r>
                <a:rPr lang="en-US" sz="1400" b="0" i="0" u="none" strike="noStrike" kern="1200" cap="none" spc="0" baseline="0">
                  <a:solidFill>
                    <a:srgbClr val="000000"/>
                  </a:solidFill>
                  <a:uFillTx/>
                  <a:latin typeface="Arial"/>
                </a:rPr>
                <a:t>Operations</a:t>
              </a:r>
              <a:endParaRPr lang="en-IN" sz="1400" b="0" i="0" u="none" strike="noStrike" kern="1200" cap="none" spc="0" baseline="0">
                <a:solidFill>
                  <a:srgbClr val="000000"/>
                </a:solidFill>
                <a:uFillTx/>
                <a:latin typeface="Arial"/>
              </a:endParaRPr>
            </a:p>
          </p:txBody>
        </p:sp>
        <p:sp>
          <p:nvSpPr>
            <p:cNvPr id="9" name="Freeform: Shape 8">
              <a:extLst>
                <a:ext uri="{FF2B5EF4-FFF2-40B4-BE49-F238E27FC236}">
                  <a16:creationId xmlns:a16="http://schemas.microsoft.com/office/drawing/2014/main" id="{450D065D-0366-143D-D395-FBD1A51A9957}"/>
                </a:ext>
              </a:extLst>
            </p:cNvPr>
            <p:cNvSpPr/>
            <p:nvPr/>
          </p:nvSpPr>
          <p:spPr>
            <a:xfrm>
              <a:off x="6772092" y="1574185"/>
              <a:ext cx="1680091" cy="672038"/>
            </a:xfrm>
            <a:custGeom>
              <a:avLst/>
              <a:gdLst>
                <a:gd name="f0" fmla="val 10800000"/>
                <a:gd name="f1" fmla="val 5400000"/>
                <a:gd name="f2" fmla="val 180"/>
                <a:gd name="f3" fmla="val w"/>
                <a:gd name="f4" fmla="val h"/>
                <a:gd name="f5" fmla="val 0"/>
                <a:gd name="f6" fmla="val 1680095"/>
                <a:gd name="f7" fmla="val 672038"/>
                <a:gd name="f8" fmla="val 1344076"/>
                <a:gd name="f9" fmla="val 336019"/>
                <a:gd name="f10" fmla="+- 0 0 -90"/>
                <a:gd name="f11" fmla="*/ f3 1 1680095"/>
                <a:gd name="f12" fmla="*/ f4 1 672038"/>
                <a:gd name="f13" fmla="val f5"/>
                <a:gd name="f14" fmla="val f6"/>
                <a:gd name="f15" fmla="val f7"/>
                <a:gd name="f16" fmla="*/ f10 f0 1"/>
                <a:gd name="f17" fmla="+- f15 0 f13"/>
                <a:gd name="f18" fmla="+- f14 0 f13"/>
                <a:gd name="f19" fmla="*/ f16 1 f2"/>
                <a:gd name="f20" fmla="*/ f18 1 1680095"/>
                <a:gd name="f21" fmla="*/ f17 1 672038"/>
                <a:gd name="f22" fmla="*/ 0 f18 1"/>
                <a:gd name="f23" fmla="*/ 0 f17 1"/>
                <a:gd name="f24" fmla="*/ 1344076 f18 1"/>
                <a:gd name="f25" fmla="*/ 1680095 f18 1"/>
                <a:gd name="f26" fmla="*/ 336019 f17 1"/>
                <a:gd name="f27" fmla="*/ 672038 f17 1"/>
                <a:gd name="f28" fmla="*/ 336019 f18 1"/>
                <a:gd name="f29" fmla="+- f19 0 f1"/>
                <a:gd name="f30" fmla="*/ f22 1 1680095"/>
                <a:gd name="f31" fmla="*/ f23 1 672038"/>
                <a:gd name="f32" fmla="*/ f24 1 1680095"/>
                <a:gd name="f33" fmla="*/ f25 1 1680095"/>
                <a:gd name="f34" fmla="*/ f26 1 672038"/>
                <a:gd name="f35" fmla="*/ f27 1 672038"/>
                <a:gd name="f36" fmla="*/ f28 1 1680095"/>
                <a:gd name="f37" fmla="*/ f13 1 f20"/>
                <a:gd name="f38" fmla="*/ f14 1 f20"/>
                <a:gd name="f39" fmla="*/ f13 1 f21"/>
                <a:gd name="f40" fmla="*/ f15 1 f21"/>
                <a:gd name="f41" fmla="*/ f30 1 f20"/>
                <a:gd name="f42" fmla="*/ f31 1 f21"/>
                <a:gd name="f43" fmla="*/ f32 1 f20"/>
                <a:gd name="f44" fmla="*/ f33 1 f20"/>
                <a:gd name="f45" fmla="*/ f34 1 f21"/>
                <a:gd name="f46" fmla="*/ f35 1 f21"/>
                <a:gd name="f47" fmla="*/ f36 1 f20"/>
                <a:gd name="f48" fmla="*/ f37 f11 1"/>
                <a:gd name="f49" fmla="*/ f38 f11 1"/>
                <a:gd name="f50" fmla="*/ f40 f12 1"/>
                <a:gd name="f51" fmla="*/ f39 f12 1"/>
                <a:gd name="f52" fmla="*/ f41 f11 1"/>
                <a:gd name="f53" fmla="*/ f42 f12 1"/>
                <a:gd name="f54" fmla="*/ f43 f11 1"/>
                <a:gd name="f55" fmla="*/ f44 f11 1"/>
                <a:gd name="f56" fmla="*/ f45 f12 1"/>
                <a:gd name="f57" fmla="*/ f46 f12 1"/>
                <a:gd name="f58" fmla="*/ f47 f11 1"/>
              </a:gdLst>
              <a:ahLst/>
              <a:cxnLst>
                <a:cxn ang="3cd4">
                  <a:pos x="hc" y="t"/>
                </a:cxn>
                <a:cxn ang="0">
                  <a:pos x="r" y="vc"/>
                </a:cxn>
                <a:cxn ang="cd4">
                  <a:pos x="hc" y="b"/>
                </a:cxn>
                <a:cxn ang="cd2">
                  <a:pos x="l" y="vc"/>
                </a:cxn>
                <a:cxn ang="f29">
                  <a:pos x="f52" y="f53"/>
                </a:cxn>
                <a:cxn ang="f29">
                  <a:pos x="f54" y="f53"/>
                </a:cxn>
                <a:cxn ang="f29">
                  <a:pos x="f55" y="f56"/>
                </a:cxn>
                <a:cxn ang="f29">
                  <a:pos x="f54" y="f57"/>
                </a:cxn>
                <a:cxn ang="f29">
                  <a:pos x="f52" y="f57"/>
                </a:cxn>
                <a:cxn ang="f29">
                  <a:pos x="f58" y="f56"/>
                </a:cxn>
                <a:cxn ang="f29">
                  <a:pos x="f52" y="f53"/>
                </a:cxn>
              </a:cxnLst>
              <a:rect l="f48" t="f51" r="f49" b="f50"/>
              <a:pathLst>
                <a:path w="1680095" h="672038">
                  <a:moveTo>
                    <a:pt x="f5" y="f5"/>
                  </a:moveTo>
                  <a:lnTo>
                    <a:pt x="f8" y="f5"/>
                  </a:lnTo>
                  <a:lnTo>
                    <a:pt x="f6" y="f9"/>
                  </a:lnTo>
                  <a:lnTo>
                    <a:pt x="f8" y="f7"/>
                  </a:lnTo>
                  <a:lnTo>
                    <a:pt x="f5" y="f7"/>
                  </a:lnTo>
                  <a:lnTo>
                    <a:pt x="f9" y="f9"/>
                  </a:lnTo>
                  <a:lnTo>
                    <a:pt x="f5" y="f5"/>
                  </a:lnTo>
                  <a:close/>
                </a:path>
              </a:pathLst>
            </a:custGeom>
            <a:solidFill>
              <a:srgbClr val="00A6D6">
                <a:alpha val="63333"/>
              </a:srgbClr>
            </a:solidFill>
            <a:ln w="12701" cap="flat">
              <a:solidFill>
                <a:srgbClr val="FFFFFF"/>
              </a:solidFill>
              <a:prstDash val="solid"/>
              <a:miter/>
            </a:ln>
          </p:spPr>
          <p:txBody>
            <a:bodyPr vert="horz" wrap="square" lIns="376019" tIns="13331" rIns="349355" bIns="13331" anchor="ctr" anchorCtr="1" compatLnSpc="1">
              <a:noAutofit/>
            </a:bodyPr>
            <a:lstStyle/>
            <a:p>
              <a:pPr marL="0" marR="0" lvl="0" indent="0" algn="ctr" defTabSz="444498" rtl="0" fontAlgn="auto" hangingPunct="1">
                <a:lnSpc>
                  <a:spcPct val="90000"/>
                </a:lnSpc>
                <a:spcBef>
                  <a:spcPts val="0"/>
                </a:spcBef>
                <a:spcAft>
                  <a:spcPts val="400"/>
                </a:spcAft>
                <a:buNone/>
                <a:tabLst/>
                <a:defRPr sz="1800" b="0" i="0" u="none" strike="noStrike" kern="0" cap="none" spc="0" baseline="0">
                  <a:solidFill>
                    <a:srgbClr val="000000"/>
                  </a:solidFill>
                  <a:uFillTx/>
                </a:defRPr>
              </a:pPr>
              <a:r>
                <a:rPr lang="en-US" sz="1000" b="0" i="0" u="none" strike="noStrike" kern="1200" cap="none" spc="0" baseline="0">
                  <a:solidFill>
                    <a:srgbClr val="000000"/>
                  </a:solidFill>
                  <a:uFillTx/>
                  <a:latin typeface="Arial"/>
                </a:rPr>
                <a:t>Pilot Release</a:t>
              </a:r>
              <a:endParaRPr lang="en-IN" sz="1000" b="0" i="0" u="none" strike="noStrike" kern="1200" cap="none" spc="0" baseline="0">
                <a:solidFill>
                  <a:srgbClr val="000000"/>
                </a:solidFill>
                <a:uFillTx/>
                <a:latin typeface="Arial"/>
              </a:endParaRPr>
            </a:p>
          </p:txBody>
        </p:sp>
        <p:sp>
          <p:nvSpPr>
            <p:cNvPr id="10" name="Freeform: Shape 9">
              <a:extLst>
                <a:ext uri="{FF2B5EF4-FFF2-40B4-BE49-F238E27FC236}">
                  <a16:creationId xmlns:a16="http://schemas.microsoft.com/office/drawing/2014/main" id="{1E5819D1-0FD6-06DB-C80A-CB39F17B60C7}"/>
                </a:ext>
              </a:extLst>
            </p:cNvPr>
            <p:cNvSpPr/>
            <p:nvPr/>
          </p:nvSpPr>
          <p:spPr>
            <a:xfrm>
              <a:off x="8284180" y="1574185"/>
              <a:ext cx="1680091" cy="672038"/>
            </a:xfrm>
            <a:custGeom>
              <a:avLst/>
              <a:gdLst>
                <a:gd name="f0" fmla="val 10800000"/>
                <a:gd name="f1" fmla="val 5400000"/>
                <a:gd name="f2" fmla="val 180"/>
                <a:gd name="f3" fmla="val w"/>
                <a:gd name="f4" fmla="val h"/>
                <a:gd name="f5" fmla="val 0"/>
                <a:gd name="f6" fmla="val 1680095"/>
                <a:gd name="f7" fmla="val 672038"/>
                <a:gd name="f8" fmla="val 1344076"/>
                <a:gd name="f9" fmla="val 336019"/>
                <a:gd name="f10" fmla="+- 0 0 -90"/>
                <a:gd name="f11" fmla="*/ f3 1 1680095"/>
                <a:gd name="f12" fmla="*/ f4 1 672038"/>
                <a:gd name="f13" fmla="val f5"/>
                <a:gd name="f14" fmla="val f6"/>
                <a:gd name="f15" fmla="val f7"/>
                <a:gd name="f16" fmla="*/ f10 f0 1"/>
                <a:gd name="f17" fmla="+- f15 0 f13"/>
                <a:gd name="f18" fmla="+- f14 0 f13"/>
                <a:gd name="f19" fmla="*/ f16 1 f2"/>
                <a:gd name="f20" fmla="*/ f18 1 1680095"/>
                <a:gd name="f21" fmla="*/ f17 1 672038"/>
                <a:gd name="f22" fmla="*/ 0 f18 1"/>
                <a:gd name="f23" fmla="*/ 0 f17 1"/>
                <a:gd name="f24" fmla="*/ 1344076 f18 1"/>
                <a:gd name="f25" fmla="*/ 1680095 f18 1"/>
                <a:gd name="f26" fmla="*/ 336019 f17 1"/>
                <a:gd name="f27" fmla="*/ 672038 f17 1"/>
                <a:gd name="f28" fmla="*/ 336019 f18 1"/>
                <a:gd name="f29" fmla="+- f19 0 f1"/>
                <a:gd name="f30" fmla="*/ f22 1 1680095"/>
                <a:gd name="f31" fmla="*/ f23 1 672038"/>
                <a:gd name="f32" fmla="*/ f24 1 1680095"/>
                <a:gd name="f33" fmla="*/ f25 1 1680095"/>
                <a:gd name="f34" fmla="*/ f26 1 672038"/>
                <a:gd name="f35" fmla="*/ f27 1 672038"/>
                <a:gd name="f36" fmla="*/ f28 1 1680095"/>
                <a:gd name="f37" fmla="*/ f13 1 f20"/>
                <a:gd name="f38" fmla="*/ f14 1 f20"/>
                <a:gd name="f39" fmla="*/ f13 1 f21"/>
                <a:gd name="f40" fmla="*/ f15 1 f21"/>
                <a:gd name="f41" fmla="*/ f30 1 f20"/>
                <a:gd name="f42" fmla="*/ f31 1 f21"/>
                <a:gd name="f43" fmla="*/ f32 1 f20"/>
                <a:gd name="f44" fmla="*/ f33 1 f20"/>
                <a:gd name="f45" fmla="*/ f34 1 f21"/>
                <a:gd name="f46" fmla="*/ f35 1 f21"/>
                <a:gd name="f47" fmla="*/ f36 1 f20"/>
                <a:gd name="f48" fmla="*/ f37 f11 1"/>
                <a:gd name="f49" fmla="*/ f38 f11 1"/>
                <a:gd name="f50" fmla="*/ f40 f12 1"/>
                <a:gd name="f51" fmla="*/ f39 f12 1"/>
                <a:gd name="f52" fmla="*/ f41 f11 1"/>
                <a:gd name="f53" fmla="*/ f42 f12 1"/>
                <a:gd name="f54" fmla="*/ f43 f11 1"/>
                <a:gd name="f55" fmla="*/ f44 f11 1"/>
                <a:gd name="f56" fmla="*/ f45 f12 1"/>
                <a:gd name="f57" fmla="*/ f46 f12 1"/>
                <a:gd name="f58" fmla="*/ f47 f11 1"/>
              </a:gdLst>
              <a:ahLst/>
              <a:cxnLst>
                <a:cxn ang="3cd4">
                  <a:pos x="hc" y="t"/>
                </a:cxn>
                <a:cxn ang="0">
                  <a:pos x="r" y="vc"/>
                </a:cxn>
                <a:cxn ang="cd4">
                  <a:pos x="hc" y="b"/>
                </a:cxn>
                <a:cxn ang="cd2">
                  <a:pos x="l" y="vc"/>
                </a:cxn>
                <a:cxn ang="f29">
                  <a:pos x="f52" y="f53"/>
                </a:cxn>
                <a:cxn ang="f29">
                  <a:pos x="f54" y="f53"/>
                </a:cxn>
                <a:cxn ang="f29">
                  <a:pos x="f55" y="f56"/>
                </a:cxn>
                <a:cxn ang="f29">
                  <a:pos x="f54" y="f57"/>
                </a:cxn>
                <a:cxn ang="f29">
                  <a:pos x="f52" y="f57"/>
                </a:cxn>
                <a:cxn ang="f29">
                  <a:pos x="f58" y="f56"/>
                </a:cxn>
                <a:cxn ang="f29">
                  <a:pos x="f52" y="f53"/>
                </a:cxn>
              </a:cxnLst>
              <a:rect l="f48" t="f51" r="f49" b="f50"/>
              <a:pathLst>
                <a:path w="1680095" h="672038">
                  <a:moveTo>
                    <a:pt x="f5" y="f5"/>
                  </a:moveTo>
                  <a:lnTo>
                    <a:pt x="f8" y="f5"/>
                  </a:lnTo>
                  <a:lnTo>
                    <a:pt x="f6" y="f9"/>
                  </a:lnTo>
                  <a:lnTo>
                    <a:pt x="f8" y="f7"/>
                  </a:lnTo>
                  <a:lnTo>
                    <a:pt x="f5" y="f7"/>
                  </a:lnTo>
                  <a:lnTo>
                    <a:pt x="f9" y="f9"/>
                  </a:lnTo>
                  <a:lnTo>
                    <a:pt x="f5" y="f5"/>
                  </a:lnTo>
                  <a:close/>
                </a:path>
              </a:pathLst>
            </a:custGeom>
            <a:solidFill>
              <a:srgbClr val="00A6D6">
                <a:alpha val="56667"/>
              </a:srgbClr>
            </a:solidFill>
            <a:ln w="12701" cap="flat">
              <a:solidFill>
                <a:srgbClr val="FFFFFF"/>
              </a:solidFill>
              <a:prstDash val="solid"/>
              <a:miter/>
            </a:ln>
          </p:spPr>
          <p:txBody>
            <a:bodyPr vert="horz" wrap="square" lIns="376019" tIns="13331" rIns="349355" bIns="13331" anchor="ctr" anchorCtr="1" compatLnSpc="1">
              <a:noAutofit/>
            </a:bodyPr>
            <a:lstStyle/>
            <a:p>
              <a:pPr marL="0" marR="0" lvl="0" indent="0" algn="ctr" defTabSz="444498" rtl="0" fontAlgn="auto" hangingPunct="1">
                <a:lnSpc>
                  <a:spcPct val="90000"/>
                </a:lnSpc>
                <a:spcBef>
                  <a:spcPts val="0"/>
                </a:spcBef>
                <a:spcAft>
                  <a:spcPts val="400"/>
                </a:spcAft>
                <a:buNone/>
                <a:tabLst/>
                <a:defRPr sz="1800" b="0" i="0" u="none" strike="noStrike" kern="0" cap="none" spc="0" baseline="0">
                  <a:solidFill>
                    <a:srgbClr val="000000"/>
                  </a:solidFill>
                  <a:uFillTx/>
                </a:defRPr>
              </a:pPr>
              <a:r>
                <a:rPr lang="en-US" sz="1000" b="0" i="0" u="none" strike="noStrike" kern="1200" cap="none" spc="0" baseline="0">
                  <a:solidFill>
                    <a:srgbClr val="000000"/>
                  </a:solidFill>
                  <a:uFillTx/>
                  <a:latin typeface="Arial"/>
                </a:rPr>
                <a:t>Feedback </a:t>
              </a:r>
              <a:endParaRPr lang="en-IN" sz="1000" b="0" i="0" u="none" strike="noStrike" kern="1200" cap="none" spc="0" baseline="0">
                <a:solidFill>
                  <a:srgbClr val="000000"/>
                </a:solidFill>
                <a:uFillTx/>
                <a:latin typeface="Arial"/>
              </a:endParaRPr>
            </a:p>
          </p:txBody>
        </p:sp>
        <p:sp>
          <p:nvSpPr>
            <p:cNvPr id="11" name="Freeform: Shape 10">
              <a:extLst>
                <a:ext uri="{FF2B5EF4-FFF2-40B4-BE49-F238E27FC236}">
                  <a16:creationId xmlns:a16="http://schemas.microsoft.com/office/drawing/2014/main" id="{2407371B-BDBC-0CDB-9379-8C3F8F4F6690}"/>
                </a:ext>
              </a:extLst>
            </p:cNvPr>
            <p:cNvSpPr/>
            <p:nvPr/>
          </p:nvSpPr>
          <p:spPr>
            <a:xfrm>
              <a:off x="9796268" y="1574185"/>
              <a:ext cx="1680091" cy="672038"/>
            </a:xfrm>
            <a:custGeom>
              <a:avLst/>
              <a:gdLst>
                <a:gd name="f0" fmla="val 10800000"/>
                <a:gd name="f1" fmla="val 5400000"/>
                <a:gd name="f2" fmla="val 180"/>
                <a:gd name="f3" fmla="val w"/>
                <a:gd name="f4" fmla="val h"/>
                <a:gd name="f5" fmla="val 0"/>
                <a:gd name="f6" fmla="val 1680095"/>
                <a:gd name="f7" fmla="val 672038"/>
                <a:gd name="f8" fmla="val 1344076"/>
                <a:gd name="f9" fmla="val 336019"/>
                <a:gd name="f10" fmla="+- 0 0 -90"/>
                <a:gd name="f11" fmla="*/ f3 1 1680095"/>
                <a:gd name="f12" fmla="*/ f4 1 672038"/>
                <a:gd name="f13" fmla="val f5"/>
                <a:gd name="f14" fmla="val f6"/>
                <a:gd name="f15" fmla="val f7"/>
                <a:gd name="f16" fmla="*/ f10 f0 1"/>
                <a:gd name="f17" fmla="+- f15 0 f13"/>
                <a:gd name="f18" fmla="+- f14 0 f13"/>
                <a:gd name="f19" fmla="*/ f16 1 f2"/>
                <a:gd name="f20" fmla="*/ f18 1 1680095"/>
                <a:gd name="f21" fmla="*/ f17 1 672038"/>
                <a:gd name="f22" fmla="*/ 0 f18 1"/>
                <a:gd name="f23" fmla="*/ 0 f17 1"/>
                <a:gd name="f24" fmla="*/ 1344076 f18 1"/>
                <a:gd name="f25" fmla="*/ 1680095 f18 1"/>
                <a:gd name="f26" fmla="*/ 336019 f17 1"/>
                <a:gd name="f27" fmla="*/ 672038 f17 1"/>
                <a:gd name="f28" fmla="*/ 336019 f18 1"/>
                <a:gd name="f29" fmla="+- f19 0 f1"/>
                <a:gd name="f30" fmla="*/ f22 1 1680095"/>
                <a:gd name="f31" fmla="*/ f23 1 672038"/>
                <a:gd name="f32" fmla="*/ f24 1 1680095"/>
                <a:gd name="f33" fmla="*/ f25 1 1680095"/>
                <a:gd name="f34" fmla="*/ f26 1 672038"/>
                <a:gd name="f35" fmla="*/ f27 1 672038"/>
                <a:gd name="f36" fmla="*/ f28 1 1680095"/>
                <a:gd name="f37" fmla="*/ f13 1 f20"/>
                <a:gd name="f38" fmla="*/ f14 1 f20"/>
                <a:gd name="f39" fmla="*/ f13 1 f21"/>
                <a:gd name="f40" fmla="*/ f15 1 f21"/>
                <a:gd name="f41" fmla="*/ f30 1 f20"/>
                <a:gd name="f42" fmla="*/ f31 1 f21"/>
                <a:gd name="f43" fmla="*/ f32 1 f20"/>
                <a:gd name="f44" fmla="*/ f33 1 f20"/>
                <a:gd name="f45" fmla="*/ f34 1 f21"/>
                <a:gd name="f46" fmla="*/ f35 1 f21"/>
                <a:gd name="f47" fmla="*/ f36 1 f20"/>
                <a:gd name="f48" fmla="*/ f37 f11 1"/>
                <a:gd name="f49" fmla="*/ f38 f11 1"/>
                <a:gd name="f50" fmla="*/ f40 f12 1"/>
                <a:gd name="f51" fmla="*/ f39 f12 1"/>
                <a:gd name="f52" fmla="*/ f41 f11 1"/>
                <a:gd name="f53" fmla="*/ f42 f12 1"/>
                <a:gd name="f54" fmla="*/ f43 f11 1"/>
                <a:gd name="f55" fmla="*/ f44 f11 1"/>
                <a:gd name="f56" fmla="*/ f45 f12 1"/>
                <a:gd name="f57" fmla="*/ f46 f12 1"/>
                <a:gd name="f58" fmla="*/ f47 f11 1"/>
              </a:gdLst>
              <a:ahLst/>
              <a:cxnLst>
                <a:cxn ang="3cd4">
                  <a:pos x="hc" y="t"/>
                </a:cxn>
                <a:cxn ang="0">
                  <a:pos x="r" y="vc"/>
                </a:cxn>
                <a:cxn ang="cd4">
                  <a:pos x="hc" y="b"/>
                </a:cxn>
                <a:cxn ang="cd2">
                  <a:pos x="l" y="vc"/>
                </a:cxn>
                <a:cxn ang="f29">
                  <a:pos x="f52" y="f53"/>
                </a:cxn>
                <a:cxn ang="f29">
                  <a:pos x="f54" y="f53"/>
                </a:cxn>
                <a:cxn ang="f29">
                  <a:pos x="f55" y="f56"/>
                </a:cxn>
                <a:cxn ang="f29">
                  <a:pos x="f54" y="f57"/>
                </a:cxn>
                <a:cxn ang="f29">
                  <a:pos x="f52" y="f57"/>
                </a:cxn>
                <a:cxn ang="f29">
                  <a:pos x="f58" y="f56"/>
                </a:cxn>
                <a:cxn ang="f29">
                  <a:pos x="f52" y="f53"/>
                </a:cxn>
              </a:cxnLst>
              <a:rect l="f48" t="f51" r="f49" b="f50"/>
              <a:pathLst>
                <a:path w="1680095" h="672038">
                  <a:moveTo>
                    <a:pt x="f5" y="f5"/>
                  </a:moveTo>
                  <a:lnTo>
                    <a:pt x="f8" y="f5"/>
                  </a:lnTo>
                  <a:lnTo>
                    <a:pt x="f6" y="f9"/>
                  </a:lnTo>
                  <a:lnTo>
                    <a:pt x="f8" y="f7"/>
                  </a:lnTo>
                  <a:lnTo>
                    <a:pt x="f5" y="f7"/>
                  </a:lnTo>
                  <a:lnTo>
                    <a:pt x="f9" y="f9"/>
                  </a:lnTo>
                  <a:lnTo>
                    <a:pt x="f5" y="f5"/>
                  </a:lnTo>
                  <a:close/>
                </a:path>
              </a:pathLst>
            </a:custGeom>
            <a:solidFill>
              <a:srgbClr val="00A6D6">
                <a:alpha val="50000"/>
              </a:srgbClr>
            </a:solidFill>
            <a:ln w="12701" cap="flat">
              <a:solidFill>
                <a:srgbClr val="FFFFFF"/>
              </a:solidFill>
              <a:prstDash val="solid"/>
              <a:miter/>
            </a:ln>
          </p:spPr>
          <p:txBody>
            <a:bodyPr vert="horz" wrap="square" lIns="376019" tIns="13331" rIns="349355" bIns="13331" anchor="ctr" anchorCtr="1" compatLnSpc="1">
              <a:noAutofit/>
            </a:bodyPr>
            <a:lstStyle/>
            <a:p>
              <a:pPr marL="0" marR="0" lvl="0" indent="0" algn="ctr" defTabSz="444498" rtl="0" fontAlgn="auto" hangingPunct="1">
                <a:lnSpc>
                  <a:spcPct val="90000"/>
                </a:lnSpc>
                <a:spcBef>
                  <a:spcPts val="0"/>
                </a:spcBef>
                <a:spcAft>
                  <a:spcPts val="400"/>
                </a:spcAft>
                <a:buNone/>
                <a:tabLst/>
                <a:defRPr sz="1800" b="0" i="0" u="none" strike="noStrike" kern="0" cap="none" spc="0" baseline="0">
                  <a:solidFill>
                    <a:srgbClr val="000000"/>
                  </a:solidFill>
                  <a:uFillTx/>
                </a:defRPr>
              </a:pPr>
              <a:r>
                <a:rPr lang="en-US" sz="1000" b="0" i="0" u="none" strike="noStrike" kern="1200" cap="none" spc="0" baseline="0">
                  <a:solidFill>
                    <a:srgbClr val="000000"/>
                  </a:solidFill>
                  <a:uFillTx/>
                  <a:latin typeface="Arial"/>
                </a:rPr>
                <a:t>Final Release </a:t>
              </a:r>
              <a:endParaRPr lang="en-IN" sz="1000" b="0" i="0" u="none" strike="noStrike" kern="1200" cap="none" spc="0" baseline="0">
                <a:solidFill>
                  <a:srgbClr val="000000"/>
                </a:solidFill>
                <a:uFillTx/>
                <a:latin typeface="Arial"/>
              </a:endParaRPr>
            </a:p>
          </p:txBody>
        </p:sp>
      </p:grpSp>
      <p:sp>
        <p:nvSpPr>
          <p:cNvPr id="12" name="Tijdelijke aanduiding voor datum 4">
            <a:extLst>
              <a:ext uri="{FF2B5EF4-FFF2-40B4-BE49-F238E27FC236}">
                <a16:creationId xmlns:a16="http://schemas.microsoft.com/office/drawing/2014/main" id="{425D7887-B9EF-DEF1-1C40-110EB725FB76}"/>
              </a:ext>
            </a:extLst>
          </p:cNvPr>
          <p:cNvSpPr txBox="1">
            <a:spLocks noGrp="1"/>
          </p:cNvSpPr>
          <p:nvPr>
            <p:ph type="dt" sz="quarter" idx="7"/>
          </p:nvPr>
        </p:nvSpPr>
        <p:spPr>
          <a:xfrm>
            <a:off x="10146566" y="6405664"/>
            <a:ext cx="766230" cy="184663"/>
          </a:xfrm>
          <a:prstGeom prst="rect">
            <a:avLst/>
          </a:prstGeom>
          <a:noFill/>
          <a:ln>
            <a:noFill/>
          </a:ln>
        </p:spPr>
        <p:txBody>
          <a:bodyPr vert="horz" wrap="none" lIns="0" tIns="0" rIns="0" bIns="0" anchor="ctr" anchorCtr="0" compatLnSpc="1">
            <a:spAutoFit/>
          </a:bodyPr>
          <a:lstStyle/>
          <a:p>
            <a:pPr lvl="0" algn="r"/>
            <a:fld id="{11D91FE6-3444-42EA-A986-FF992CD1602E}" type="datetime1">
              <a:rPr lang="nl-NL" sz="1200">
                <a:solidFill>
                  <a:srgbClr val="000000"/>
                </a:solidFill>
                <a:latin typeface="Arial"/>
                <a:cs typeface="Segoe UI Light" pitchFamily="34"/>
              </a:rPr>
              <a:pPr lvl="0" algn="r"/>
              <a:t>22-10-2025</a:t>
            </a:fld>
            <a:endParaRPr lang="en-GB" sz="1200">
              <a:solidFill>
                <a:srgbClr val="000000"/>
              </a:solidFill>
              <a:latin typeface="Arial"/>
              <a:cs typeface="Segoe UI Light" pitchFamily="34"/>
            </a:endParaRPr>
          </a:p>
        </p:txBody>
      </p:sp>
      <p:sp>
        <p:nvSpPr>
          <p:cNvPr id="13" name="Titel 8">
            <a:extLst>
              <a:ext uri="{FF2B5EF4-FFF2-40B4-BE49-F238E27FC236}">
                <a16:creationId xmlns:a16="http://schemas.microsoft.com/office/drawing/2014/main" id="{A9899923-F707-92B4-CEC8-A4361D8C56DB}"/>
              </a:ext>
            </a:extLst>
          </p:cNvPr>
          <p:cNvSpPr txBox="1">
            <a:spLocks noGrp="1"/>
          </p:cNvSpPr>
          <p:nvPr>
            <p:ph type="title"/>
          </p:nvPr>
        </p:nvSpPr>
        <p:spPr>
          <a:xfrm>
            <a:off x="718663" y="686165"/>
            <a:ext cx="10752612" cy="323404"/>
          </a:xfrm>
          <a:prstGeom prst="rect">
            <a:avLst/>
          </a:prstGeom>
          <a:noFill/>
          <a:ln>
            <a:noFill/>
          </a:ln>
        </p:spPr>
        <p:txBody>
          <a:bodyPr vert="horz" wrap="square" lIns="0" tIns="0" rIns="0" bIns="378003" anchor="t" anchorCtr="0" compatLnSpc="1">
            <a:noAutofit/>
          </a:bodyPr>
          <a:lstStyle/>
          <a:p>
            <a:pPr lvl="0"/>
            <a:r>
              <a:rPr lang="en-GB" u="sng"/>
              <a:t>Functional Breakdown</a:t>
            </a:r>
          </a:p>
        </p:txBody>
      </p:sp>
      <p:sp>
        <p:nvSpPr>
          <p:cNvPr id="14" name="Tijdelijke aanduiding voor dianummer 102">
            <a:extLst>
              <a:ext uri="{FF2B5EF4-FFF2-40B4-BE49-F238E27FC236}">
                <a16:creationId xmlns:a16="http://schemas.microsoft.com/office/drawing/2014/main" id="{77E6402A-45F2-0CE3-5E0F-ECA062604D0D}"/>
              </a:ext>
            </a:extLst>
          </p:cNvPr>
          <p:cNvSpPr txBox="1">
            <a:spLocks noGrp="1"/>
          </p:cNvSpPr>
          <p:nvPr>
            <p:ph type="sldNum" sz="quarter" idx="8"/>
          </p:nvPr>
        </p:nvSpPr>
        <p:spPr>
          <a:xfrm>
            <a:off x="11178466" y="6405664"/>
            <a:ext cx="291300" cy="184663"/>
          </a:xfrm>
          <a:prstGeom prst="rect">
            <a:avLst/>
          </a:prstGeom>
          <a:noFill/>
          <a:ln>
            <a:noFill/>
          </a:ln>
        </p:spPr>
        <p:txBody>
          <a:bodyPr vert="horz" wrap="none" lIns="0" tIns="0" rIns="0" bIns="0" anchor="ctr" anchorCtr="0" compatLnSpc="1">
            <a:spAutoFit/>
          </a:bodyPr>
          <a:lstStyle/>
          <a:p>
            <a:pPr lvl="0" algn="r"/>
            <a:fld id="{A64F2E72-5A53-4A4B-8CC5-B137EC3BB686}" type="slidenum">
              <a:t>11</a:t>
            </a:fld>
            <a:endParaRPr lang="en-GB" sz="1200" b="1">
              <a:solidFill>
                <a:srgbClr val="000000"/>
              </a:solidFill>
              <a:latin typeface="Arial"/>
              <a:cs typeface="Segoe UI Light" pitchFamily="34"/>
            </a:endParaRPr>
          </a:p>
        </p:txBody>
      </p:sp>
      <p:cxnSp>
        <p:nvCxnSpPr>
          <p:cNvPr id="15" name="Straight Connector 83">
            <a:extLst>
              <a:ext uri="{FF2B5EF4-FFF2-40B4-BE49-F238E27FC236}">
                <a16:creationId xmlns:a16="http://schemas.microsoft.com/office/drawing/2014/main" id="{08A76706-9F3F-6024-DE4E-DE315102549D}"/>
              </a:ext>
            </a:extLst>
          </p:cNvPr>
          <p:cNvCxnSpPr/>
          <p:nvPr/>
        </p:nvCxnSpPr>
        <p:spPr>
          <a:xfrm>
            <a:off x="0" y="6139546"/>
            <a:ext cx="12191996" cy="0"/>
          </a:xfrm>
          <a:prstGeom prst="straightConnector1">
            <a:avLst/>
          </a:prstGeom>
          <a:noFill/>
          <a:ln w="28575" cap="rnd">
            <a:solidFill>
              <a:srgbClr val="00A6D6"/>
            </a:solidFill>
            <a:prstDash val="solid"/>
            <a:round/>
          </a:ln>
        </p:spPr>
      </p:cxnSp>
      <p:sp>
        <p:nvSpPr>
          <p:cNvPr id="16" name="TextBox 11">
            <a:extLst>
              <a:ext uri="{FF2B5EF4-FFF2-40B4-BE49-F238E27FC236}">
                <a16:creationId xmlns:a16="http://schemas.microsoft.com/office/drawing/2014/main" id="{0123CC41-0CA1-7ADB-274C-ECA729870FE5}"/>
              </a:ext>
            </a:extLst>
          </p:cNvPr>
          <p:cNvSpPr txBox="1"/>
          <p:nvPr/>
        </p:nvSpPr>
        <p:spPr>
          <a:xfrm>
            <a:off x="1363525" y="-727743"/>
            <a:ext cx="8964594" cy="369335"/>
          </a:xfrm>
          <a:prstGeom prst="rect">
            <a:avLst/>
          </a:prstGeom>
          <a:noFill/>
          <a:ln>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1800" b="0" i="0" u="none" strike="noStrike" kern="1200" cap="none" spc="0" baseline="0">
                <a:solidFill>
                  <a:srgbClr val="000000"/>
                </a:solidFill>
                <a:uFillTx/>
                <a:latin typeface="Arial"/>
              </a:rPr>
              <a:t>#00A6D6</a:t>
            </a:r>
          </a:p>
        </p:txBody>
      </p:sp>
      <p:cxnSp>
        <p:nvCxnSpPr>
          <p:cNvPr id="17" name="Straight Connector 16">
            <a:extLst>
              <a:ext uri="{FF2B5EF4-FFF2-40B4-BE49-F238E27FC236}">
                <a16:creationId xmlns:a16="http://schemas.microsoft.com/office/drawing/2014/main" id="{C0885EF5-99D7-7827-33FF-35C3C88A629C}"/>
              </a:ext>
            </a:extLst>
          </p:cNvPr>
          <p:cNvCxnSpPr/>
          <p:nvPr/>
        </p:nvCxnSpPr>
        <p:spPr>
          <a:xfrm flipH="1">
            <a:off x="2465697" y="2235360"/>
            <a:ext cx="2827243" cy="641680"/>
          </a:xfrm>
          <a:prstGeom prst="straightConnector1">
            <a:avLst/>
          </a:prstGeom>
          <a:noFill/>
          <a:ln w="12701" cap="rnd">
            <a:solidFill>
              <a:srgbClr val="00A6D6"/>
            </a:solidFill>
            <a:prstDash val="solid"/>
            <a:round/>
          </a:ln>
        </p:spPr>
      </p:cxnSp>
      <p:cxnSp>
        <p:nvCxnSpPr>
          <p:cNvPr id="18" name="Straight Connector 22">
            <a:extLst>
              <a:ext uri="{FF2B5EF4-FFF2-40B4-BE49-F238E27FC236}">
                <a16:creationId xmlns:a16="http://schemas.microsoft.com/office/drawing/2014/main" id="{28837C7C-5DB5-BDD3-EEBB-06A77319AAAA}"/>
              </a:ext>
            </a:extLst>
          </p:cNvPr>
          <p:cNvCxnSpPr/>
          <p:nvPr/>
        </p:nvCxnSpPr>
        <p:spPr>
          <a:xfrm>
            <a:off x="6603997" y="2326635"/>
            <a:ext cx="2773687" cy="550405"/>
          </a:xfrm>
          <a:prstGeom prst="straightConnector1">
            <a:avLst/>
          </a:prstGeom>
          <a:noFill/>
          <a:ln w="12701" cap="rnd">
            <a:solidFill>
              <a:srgbClr val="00A6D6"/>
            </a:solidFill>
            <a:prstDash val="solid"/>
            <a:round/>
          </a:ln>
        </p:spPr>
      </p:cxnSp>
      <p:sp>
        <p:nvSpPr>
          <p:cNvPr id="19" name="Rectangle 32">
            <a:extLst>
              <a:ext uri="{FF2B5EF4-FFF2-40B4-BE49-F238E27FC236}">
                <a16:creationId xmlns:a16="http://schemas.microsoft.com/office/drawing/2014/main" id="{6E819DE4-8A23-1C46-E6AC-4C6CC5DEE978}"/>
              </a:ext>
            </a:extLst>
          </p:cNvPr>
          <p:cNvSpPr/>
          <p:nvPr/>
        </p:nvSpPr>
        <p:spPr>
          <a:xfrm>
            <a:off x="715636" y="3068324"/>
            <a:ext cx="3500122" cy="2932425"/>
          </a:xfrm>
          <a:prstGeom prst="rect">
            <a:avLst/>
          </a:prstGeom>
          <a:noFill/>
          <a:ln w="12701" cap="flat">
            <a:solidFill>
              <a:srgbClr val="00A6D6"/>
            </a:solidFill>
            <a:prstDash val="solid"/>
            <a:miter/>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endParaRPr lang="en-IN" sz="1600" b="0" i="0" u="none" strike="noStrike" kern="1200" cap="none" spc="0" baseline="0">
              <a:solidFill>
                <a:srgbClr val="FFFFFF"/>
              </a:solidFill>
              <a:uFillTx/>
              <a:latin typeface="Arial"/>
            </a:endParaRPr>
          </a:p>
        </p:txBody>
      </p:sp>
      <p:sp>
        <p:nvSpPr>
          <p:cNvPr id="20" name="Rectangle 35">
            <a:extLst>
              <a:ext uri="{FF2B5EF4-FFF2-40B4-BE49-F238E27FC236}">
                <a16:creationId xmlns:a16="http://schemas.microsoft.com/office/drawing/2014/main" id="{0ADE84A0-73B7-5915-F6BF-D024EC1FCE73}"/>
              </a:ext>
            </a:extLst>
          </p:cNvPr>
          <p:cNvSpPr/>
          <p:nvPr/>
        </p:nvSpPr>
        <p:spPr>
          <a:xfrm>
            <a:off x="4389046" y="3068324"/>
            <a:ext cx="3500122" cy="2932425"/>
          </a:xfrm>
          <a:prstGeom prst="rect">
            <a:avLst/>
          </a:prstGeom>
          <a:noFill/>
          <a:ln w="12701" cap="flat">
            <a:solidFill>
              <a:srgbClr val="00A6D6"/>
            </a:solidFill>
            <a:prstDash val="solid"/>
            <a:miter/>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endParaRPr lang="en-IN" sz="1600" b="0" i="0" u="none" strike="noStrike" kern="1200" cap="none" spc="0" baseline="0">
              <a:solidFill>
                <a:srgbClr val="FFFFFF"/>
              </a:solidFill>
              <a:uFillTx/>
              <a:latin typeface="Arial"/>
            </a:endParaRPr>
          </a:p>
        </p:txBody>
      </p:sp>
      <p:sp>
        <p:nvSpPr>
          <p:cNvPr id="21" name="Rectangle 41">
            <a:extLst>
              <a:ext uri="{FF2B5EF4-FFF2-40B4-BE49-F238E27FC236}">
                <a16:creationId xmlns:a16="http://schemas.microsoft.com/office/drawing/2014/main" id="{7A37C53A-BA46-610B-B35E-08683356A915}"/>
              </a:ext>
            </a:extLst>
          </p:cNvPr>
          <p:cNvSpPr/>
          <p:nvPr/>
        </p:nvSpPr>
        <p:spPr>
          <a:xfrm>
            <a:off x="7969645" y="3068324"/>
            <a:ext cx="3500122" cy="2932425"/>
          </a:xfrm>
          <a:prstGeom prst="rect">
            <a:avLst/>
          </a:prstGeom>
          <a:noFill/>
          <a:ln w="12701" cap="flat">
            <a:solidFill>
              <a:srgbClr val="00A6D6"/>
            </a:solidFill>
            <a:prstDash val="solid"/>
            <a:miter/>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endParaRPr lang="en-IN" sz="1600" b="0" i="0" u="none" strike="noStrike" kern="1200" cap="none" spc="0" baseline="0">
              <a:solidFill>
                <a:srgbClr val="FFFFFF"/>
              </a:solidFill>
              <a:uFillTx/>
              <a:latin typeface="Arial"/>
            </a:endParaRPr>
          </a:p>
        </p:txBody>
      </p:sp>
      <p:sp>
        <p:nvSpPr>
          <p:cNvPr id="22" name="Arrow: Right 43">
            <a:extLst>
              <a:ext uri="{FF2B5EF4-FFF2-40B4-BE49-F238E27FC236}">
                <a16:creationId xmlns:a16="http://schemas.microsoft.com/office/drawing/2014/main" id="{383E5A0D-4033-5531-F2D3-D3EE110F2F6A}"/>
              </a:ext>
            </a:extLst>
          </p:cNvPr>
          <p:cNvSpPr/>
          <p:nvPr/>
        </p:nvSpPr>
        <p:spPr>
          <a:xfrm>
            <a:off x="4056781" y="3306159"/>
            <a:ext cx="491243" cy="323404"/>
          </a:xfrm>
          <a:custGeom>
            <a:avLst>
              <a:gd name="f0" fmla="val 14490"/>
              <a:gd name="f1" fmla="val 5400"/>
            </a:avLst>
            <a:gdLst>
              <a:gd name="f2" fmla="val 10800000"/>
              <a:gd name="f3" fmla="val 5400000"/>
              <a:gd name="f4" fmla="val 180"/>
              <a:gd name="f5" fmla="val w"/>
              <a:gd name="f6" fmla="val h"/>
              <a:gd name="f7" fmla="val 0"/>
              <a:gd name="f8" fmla="val 21600"/>
              <a:gd name="f9" fmla="val 10800"/>
              <a:gd name="f10" fmla="+- 0 0 0"/>
              <a:gd name="f11" fmla="+- 0 0 180"/>
              <a:gd name="f12" fmla="*/ f5 1 21600"/>
              <a:gd name="f13" fmla="*/ f6 1 21600"/>
              <a:gd name="f14" fmla="pin 0 f0 21600"/>
              <a:gd name="f15" fmla="pin 0 f1 10800"/>
              <a:gd name="f16" fmla="*/ f10 f2 1"/>
              <a:gd name="f17" fmla="*/ f11 f2 1"/>
              <a:gd name="f18" fmla="val f15"/>
              <a:gd name="f19" fmla="val f14"/>
              <a:gd name="f20" fmla="+- 21600 0 f15"/>
              <a:gd name="f21" fmla="*/ f14 f12 1"/>
              <a:gd name="f22" fmla="*/ f15 f13 1"/>
              <a:gd name="f23" fmla="*/ 0 f12 1"/>
              <a:gd name="f24" fmla="*/ 0 f13 1"/>
              <a:gd name="f25" fmla="*/ f16 1 f4"/>
              <a:gd name="f26" fmla="*/ 21600 f13 1"/>
              <a:gd name="f27" fmla="*/ f17 1 f4"/>
              <a:gd name="f28" fmla="+- 21600 0 f19"/>
              <a:gd name="f29" fmla="*/ f20 f13 1"/>
              <a:gd name="f30" fmla="*/ f18 f13 1"/>
              <a:gd name="f31" fmla="*/ f19 f12 1"/>
              <a:gd name="f32" fmla="+- f25 0 f3"/>
              <a:gd name="f33" fmla="+- f27 0 f3"/>
              <a:gd name="f34" fmla="*/ f28 f18 1"/>
              <a:gd name="f35" fmla="*/ f34 1 10800"/>
              <a:gd name="f36" fmla="+- f19 f35 0"/>
              <a:gd name="f37" fmla="*/ f36 f12 1"/>
            </a:gdLst>
            <a:ahLst>
              <a:ahXY gdRefX="f0" minX="f7" maxX="f8" gdRefY="f1" minY="f7" maxY="f9">
                <a:pos x="f21" y="f22"/>
              </a:ahXY>
            </a:ahLst>
            <a:cxnLst>
              <a:cxn ang="3cd4">
                <a:pos x="hc" y="t"/>
              </a:cxn>
              <a:cxn ang="0">
                <a:pos x="r" y="vc"/>
              </a:cxn>
              <a:cxn ang="cd4">
                <a:pos x="hc" y="b"/>
              </a:cxn>
              <a:cxn ang="cd2">
                <a:pos x="l" y="vc"/>
              </a:cxn>
              <a:cxn ang="f32">
                <a:pos x="f31" y="f24"/>
              </a:cxn>
              <a:cxn ang="f33">
                <a:pos x="f31" y="f26"/>
              </a:cxn>
            </a:cxnLst>
            <a:rect l="f23" t="f30" r="f37" b="f29"/>
            <a:pathLst>
              <a:path w="21600" h="21600">
                <a:moveTo>
                  <a:pt x="f7" y="f18"/>
                </a:moveTo>
                <a:lnTo>
                  <a:pt x="f19" y="f18"/>
                </a:lnTo>
                <a:lnTo>
                  <a:pt x="f19" y="f7"/>
                </a:lnTo>
                <a:lnTo>
                  <a:pt x="f8" y="f9"/>
                </a:lnTo>
                <a:lnTo>
                  <a:pt x="f19" y="f8"/>
                </a:lnTo>
                <a:lnTo>
                  <a:pt x="f19" y="f20"/>
                </a:lnTo>
                <a:lnTo>
                  <a:pt x="f7" y="f20"/>
                </a:lnTo>
                <a:close/>
              </a:path>
            </a:pathLst>
          </a:custGeom>
          <a:solidFill>
            <a:srgbClr val="00A6D6"/>
          </a:solidFill>
          <a:ln>
            <a:noFill/>
            <a:prstDash val="solid"/>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endParaRPr lang="en-IN" sz="1600" b="0" i="0" u="none" strike="noStrike" kern="1200" cap="none" spc="0" baseline="0">
              <a:solidFill>
                <a:srgbClr val="FFFFFF"/>
              </a:solidFill>
              <a:uFillTx/>
              <a:latin typeface="Arial"/>
            </a:endParaRPr>
          </a:p>
        </p:txBody>
      </p:sp>
      <p:sp>
        <p:nvSpPr>
          <p:cNvPr id="23" name="TextBox 45">
            <a:extLst>
              <a:ext uri="{FF2B5EF4-FFF2-40B4-BE49-F238E27FC236}">
                <a16:creationId xmlns:a16="http://schemas.microsoft.com/office/drawing/2014/main" id="{C2CD9FCD-1785-D579-5D91-3DD2612CB8B1}"/>
              </a:ext>
            </a:extLst>
          </p:cNvPr>
          <p:cNvSpPr txBox="1"/>
          <p:nvPr/>
        </p:nvSpPr>
        <p:spPr>
          <a:xfrm>
            <a:off x="808722" y="3306159"/>
            <a:ext cx="1052163" cy="447041"/>
          </a:xfrm>
          <a:prstGeom prst="rect">
            <a:avLst/>
          </a:prstGeom>
          <a:solidFill>
            <a:srgbClr val="FFFFFF"/>
          </a:solidFill>
          <a:ln>
            <a:noFill/>
          </a:ln>
        </p:spPr>
        <p:txBody>
          <a:bodyPr vert="horz" wrap="square" lIns="0" tIns="0" rIns="0" bIns="0" anchor="t"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400" b="0" i="0" u="none" strike="noStrike" kern="1200" cap="none" spc="0" baseline="0">
                <a:solidFill>
                  <a:srgbClr val="000000"/>
                </a:solidFill>
                <a:uFillTx/>
                <a:latin typeface="Arial"/>
              </a:rPr>
              <a:t>Feature Research </a:t>
            </a:r>
            <a:endParaRPr lang="en-IN" sz="1400" b="0" i="0" u="none" strike="noStrike" kern="1200" cap="none" spc="0" baseline="0">
              <a:solidFill>
                <a:srgbClr val="000000"/>
              </a:solidFill>
              <a:uFillTx/>
              <a:latin typeface="Arial"/>
            </a:endParaRPr>
          </a:p>
        </p:txBody>
      </p:sp>
      <p:sp>
        <p:nvSpPr>
          <p:cNvPr id="24" name="TextBox 46">
            <a:extLst>
              <a:ext uri="{FF2B5EF4-FFF2-40B4-BE49-F238E27FC236}">
                <a16:creationId xmlns:a16="http://schemas.microsoft.com/office/drawing/2014/main" id="{56A11D1B-A831-4A17-38E9-7E8B76FBB551}"/>
              </a:ext>
            </a:extLst>
          </p:cNvPr>
          <p:cNvSpPr txBox="1"/>
          <p:nvPr/>
        </p:nvSpPr>
        <p:spPr>
          <a:xfrm>
            <a:off x="888229" y="4264313"/>
            <a:ext cx="1052163" cy="431295"/>
          </a:xfrm>
          <a:prstGeom prst="rect">
            <a:avLst/>
          </a:prstGeom>
          <a:solidFill>
            <a:srgbClr val="FFFFFF"/>
          </a:solidFill>
          <a:ln>
            <a:noFill/>
          </a:ln>
        </p:spPr>
        <p:txBody>
          <a:bodyPr vert="horz" wrap="square" lIns="0" tIns="0" rIns="0" bIns="0" anchor="t"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400" b="0" i="0" u="none" strike="noStrike" kern="1200" cap="none" spc="0" baseline="0">
                <a:solidFill>
                  <a:srgbClr val="000000"/>
                </a:solidFill>
                <a:uFillTx/>
                <a:latin typeface="Arial"/>
              </a:rPr>
              <a:t>UI/UX mock-ups </a:t>
            </a:r>
            <a:endParaRPr lang="en-IN" sz="1400" b="0" i="0" u="none" strike="noStrike" kern="1200" cap="none" spc="0" baseline="0">
              <a:solidFill>
                <a:srgbClr val="000000"/>
              </a:solidFill>
              <a:uFillTx/>
              <a:latin typeface="Arial"/>
            </a:endParaRPr>
          </a:p>
        </p:txBody>
      </p:sp>
      <p:sp>
        <p:nvSpPr>
          <p:cNvPr id="25" name="TextBox 47">
            <a:extLst>
              <a:ext uri="{FF2B5EF4-FFF2-40B4-BE49-F238E27FC236}">
                <a16:creationId xmlns:a16="http://schemas.microsoft.com/office/drawing/2014/main" id="{2AE0256C-BF7F-0CEA-851F-94D6D2E06D31}"/>
              </a:ext>
            </a:extLst>
          </p:cNvPr>
          <p:cNvSpPr txBox="1"/>
          <p:nvPr/>
        </p:nvSpPr>
        <p:spPr>
          <a:xfrm>
            <a:off x="837444" y="5277633"/>
            <a:ext cx="1052163" cy="447041"/>
          </a:xfrm>
          <a:prstGeom prst="rect">
            <a:avLst/>
          </a:prstGeom>
          <a:noFill/>
          <a:ln>
            <a:noFill/>
          </a:ln>
        </p:spPr>
        <p:txBody>
          <a:bodyPr vert="horz" wrap="square" lIns="0" tIns="0" rIns="0" bIns="0" anchor="t"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endParaRPr lang="en-IN" sz="1400" b="0" i="0" u="none" strike="noStrike" kern="1200" cap="none" spc="0" baseline="0">
              <a:solidFill>
                <a:srgbClr val="000000"/>
              </a:solidFill>
              <a:uFillTx/>
              <a:latin typeface="Arial"/>
            </a:endParaRPr>
          </a:p>
        </p:txBody>
      </p:sp>
      <p:sp>
        <p:nvSpPr>
          <p:cNvPr id="26" name="TextBox 48">
            <a:extLst>
              <a:ext uri="{FF2B5EF4-FFF2-40B4-BE49-F238E27FC236}">
                <a16:creationId xmlns:a16="http://schemas.microsoft.com/office/drawing/2014/main" id="{AEB94DBD-ADF6-E72F-6979-356B17F74394}"/>
              </a:ext>
            </a:extLst>
          </p:cNvPr>
          <p:cNvSpPr txBox="1"/>
          <p:nvPr/>
        </p:nvSpPr>
        <p:spPr>
          <a:xfrm>
            <a:off x="2575864" y="3394874"/>
            <a:ext cx="1303660" cy="258226"/>
          </a:xfrm>
          <a:prstGeom prst="rect">
            <a:avLst/>
          </a:prstGeom>
          <a:solidFill>
            <a:srgbClr val="FFFFFF"/>
          </a:solidFill>
          <a:ln>
            <a:noFill/>
          </a:ln>
        </p:spPr>
        <p:txBody>
          <a:bodyPr vert="horz" wrap="square" lIns="0" tIns="0" rIns="0" bIns="0" anchor="t"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400" b="0" i="0" u="none" strike="noStrike" kern="1200" cap="none" spc="0" baseline="0">
                <a:solidFill>
                  <a:srgbClr val="000000"/>
                </a:solidFill>
                <a:uFillTx/>
                <a:latin typeface="Arial"/>
              </a:rPr>
              <a:t>Specifications</a:t>
            </a:r>
            <a:endParaRPr lang="en-IN" sz="1400" b="0" i="0" u="none" strike="noStrike" kern="1200" cap="none" spc="0" baseline="0">
              <a:solidFill>
                <a:srgbClr val="000000"/>
              </a:solidFill>
              <a:uFillTx/>
              <a:latin typeface="Arial"/>
            </a:endParaRPr>
          </a:p>
        </p:txBody>
      </p:sp>
      <p:sp>
        <p:nvSpPr>
          <p:cNvPr id="27" name="TextBox 49">
            <a:extLst>
              <a:ext uri="{FF2B5EF4-FFF2-40B4-BE49-F238E27FC236}">
                <a16:creationId xmlns:a16="http://schemas.microsoft.com/office/drawing/2014/main" id="{A515D392-D526-2982-94E0-ADE82CB8A4F4}"/>
              </a:ext>
            </a:extLst>
          </p:cNvPr>
          <p:cNvSpPr txBox="1"/>
          <p:nvPr/>
        </p:nvSpPr>
        <p:spPr>
          <a:xfrm>
            <a:off x="2604586" y="4956358"/>
            <a:ext cx="1303660" cy="447041"/>
          </a:xfrm>
          <a:prstGeom prst="rect">
            <a:avLst/>
          </a:prstGeom>
          <a:solidFill>
            <a:srgbClr val="FFFFFF"/>
          </a:solidFill>
          <a:ln>
            <a:noFill/>
          </a:ln>
        </p:spPr>
        <p:txBody>
          <a:bodyPr vert="horz" wrap="square" lIns="0" tIns="0" rIns="0" bIns="0" anchor="t"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400" b="0" i="0" u="none" strike="noStrike" kern="1200" cap="none" spc="0" baseline="0">
                <a:solidFill>
                  <a:srgbClr val="000000"/>
                </a:solidFill>
                <a:uFillTx/>
                <a:latin typeface="Arial"/>
              </a:rPr>
              <a:t>Competitive technology</a:t>
            </a:r>
            <a:endParaRPr lang="en-IN" sz="1400" b="0" i="0" u="none" strike="noStrike" kern="1200" cap="none" spc="0" baseline="0">
              <a:solidFill>
                <a:srgbClr val="000000"/>
              </a:solidFill>
              <a:uFillTx/>
              <a:latin typeface="Arial"/>
            </a:endParaRPr>
          </a:p>
        </p:txBody>
      </p:sp>
      <p:sp>
        <p:nvSpPr>
          <p:cNvPr id="28" name="TextBox 50">
            <a:extLst>
              <a:ext uri="{FF2B5EF4-FFF2-40B4-BE49-F238E27FC236}">
                <a16:creationId xmlns:a16="http://schemas.microsoft.com/office/drawing/2014/main" id="{C286A46F-D3B8-3AF4-2418-D81DF889A699}"/>
              </a:ext>
            </a:extLst>
          </p:cNvPr>
          <p:cNvSpPr txBox="1"/>
          <p:nvPr/>
        </p:nvSpPr>
        <p:spPr>
          <a:xfrm>
            <a:off x="762472" y="5161339"/>
            <a:ext cx="1303660" cy="232742"/>
          </a:xfrm>
          <a:prstGeom prst="rect">
            <a:avLst/>
          </a:prstGeom>
          <a:solidFill>
            <a:srgbClr val="FFFFFF"/>
          </a:solidFill>
          <a:ln>
            <a:noFill/>
          </a:ln>
        </p:spPr>
        <p:txBody>
          <a:bodyPr vert="horz" wrap="square" lIns="0" tIns="0" rIns="0" bIns="0" anchor="t"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400" b="0" i="0" u="none" strike="noStrike" kern="1200" cap="none" spc="0" baseline="0">
                <a:solidFill>
                  <a:srgbClr val="000000"/>
                </a:solidFill>
                <a:uFillTx/>
                <a:latin typeface="Arial"/>
              </a:rPr>
              <a:t>UI Interactions</a:t>
            </a:r>
            <a:endParaRPr lang="en-IN" sz="1400" b="0" i="0" u="none" strike="noStrike" kern="1200" cap="none" spc="0" baseline="0">
              <a:solidFill>
                <a:srgbClr val="000000"/>
              </a:solidFill>
              <a:uFillTx/>
              <a:latin typeface="Arial"/>
            </a:endParaRPr>
          </a:p>
        </p:txBody>
      </p:sp>
      <p:sp>
        <p:nvSpPr>
          <p:cNvPr id="29" name="TextBox 51">
            <a:extLst>
              <a:ext uri="{FF2B5EF4-FFF2-40B4-BE49-F238E27FC236}">
                <a16:creationId xmlns:a16="http://schemas.microsoft.com/office/drawing/2014/main" id="{2A9D99C2-98EB-9C61-4A36-835F03D48B6D}"/>
              </a:ext>
            </a:extLst>
          </p:cNvPr>
          <p:cNvSpPr txBox="1"/>
          <p:nvPr/>
        </p:nvSpPr>
        <p:spPr>
          <a:xfrm>
            <a:off x="1585834" y="5670157"/>
            <a:ext cx="1303660" cy="230492"/>
          </a:xfrm>
          <a:prstGeom prst="rect">
            <a:avLst/>
          </a:prstGeom>
          <a:solidFill>
            <a:srgbClr val="FFFFFF"/>
          </a:solidFill>
          <a:ln>
            <a:noFill/>
          </a:ln>
        </p:spPr>
        <p:txBody>
          <a:bodyPr vert="horz" wrap="square" lIns="0" tIns="0" rIns="0" bIns="0" anchor="t"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400" b="0" i="0" u="none" strike="noStrike" kern="1200" cap="none" spc="0" baseline="0">
                <a:solidFill>
                  <a:srgbClr val="000000"/>
                </a:solidFill>
                <a:uFillTx/>
                <a:latin typeface="Arial"/>
              </a:rPr>
              <a:t>Competitors </a:t>
            </a:r>
            <a:endParaRPr lang="en-IN" sz="1400" b="0" i="0" u="none" strike="noStrike" kern="1200" cap="none" spc="0" baseline="0">
              <a:solidFill>
                <a:srgbClr val="000000"/>
              </a:solidFill>
              <a:uFillTx/>
              <a:latin typeface="Arial"/>
            </a:endParaRPr>
          </a:p>
        </p:txBody>
      </p:sp>
      <p:sp>
        <p:nvSpPr>
          <p:cNvPr id="30" name="TextBox 57">
            <a:extLst>
              <a:ext uri="{FF2B5EF4-FFF2-40B4-BE49-F238E27FC236}">
                <a16:creationId xmlns:a16="http://schemas.microsoft.com/office/drawing/2014/main" id="{23B12BC6-7C1F-191E-D643-B51A5A27BCFB}"/>
              </a:ext>
            </a:extLst>
          </p:cNvPr>
          <p:cNvSpPr txBox="1"/>
          <p:nvPr/>
        </p:nvSpPr>
        <p:spPr>
          <a:xfrm>
            <a:off x="2604586" y="4291836"/>
            <a:ext cx="1303660" cy="398394"/>
          </a:xfrm>
          <a:prstGeom prst="rect">
            <a:avLst/>
          </a:prstGeom>
          <a:solidFill>
            <a:srgbClr val="FFFFFF"/>
          </a:solidFill>
          <a:ln>
            <a:noFill/>
          </a:ln>
        </p:spPr>
        <p:txBody>
          <a:bodyPr vert="horz" wrap="square" lIns="0" tIns="0" rIns="0" bIns="0" anchor="t"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400" b="0" i="0" u="none" strike="noStrike" kern="1200" cap="none" spc="0" baseline="0">
                <a:solidFill>
                  <a:srgbClr val="000000"/>
                </a:solidFill>
                <a:uFillTx/>
                <a:latin typeface="Arial"/>
              </a:rPr>
              <a:t>Features &amp; User story Definition</a:t>
            </a:r>
            <a:endParaRPr lang="en-IN" sz="1400" b="0" i="0" u="none" strike="noStrike" kern="1200" cap="none" spc="0" baseline="0">
              <a:solidFill>
                <a:srgbClr val="000000"/>
              </a:solidFill>
              <a:uFillTx/>
              <a:latin typeface="Arial"/>
            </a:endParaRPr>
          </a:p>
        </p:txBody>
      </p:sp>
      <p:sp>
        <p:nvSpPr>
          <p:cNvPr id="31" name="TextBox 61">
            <a:extLst>
              <a:ext uri="{FF2B5EF4-FFF2-40B4-BE49-F238E27FC236}">
                <a16:creationId xmlns:a16="http://schemas.microsoft.com/office/drawing/2014/main" id="{A618B2BC-D895-FAAF-2834-49D689A37575}"/>
              </a:ext>
            </a:extLst>
          </p:cNvPr>
          <p:cNvSpPr txBox="1"/>
          <p:nvPr/>
        </p:nvSpPr>
        <p:spPr>
          <a:xfrm>
            <a:off x="4641101" y="3390028"/>
            <a:ext cx="1303660" cy="418283"/>
          </a:xfrm>
          <a:prstGeom prst="rect">
            <a:avLst/>
          </a:prstGeom>
          <a:solidFill>
            <a:srgbClr val="FFFFFF"/>
          </a:solidFill>
          <a:ln>
            <a:noFill/>
          </a:ln>
        </p:spPr>
        <p:txBody>
          <a:bodyPr vert="horz" wrap="square" lIns="0" tIns="0" rIns="0" bIns="0" anchor="t"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400" b="0" i="0" u="none" strike="noStrike" kern="1200" cap="none" spc="0" baseline="0">
                <a:solidFill>
                  <a:srgbClr val="000000"/>
                </a:solidFill>
                <a:uFillTx/>
                <a:latin typeface="Arial"/>
              </a:rPr>
              <a:t>Technological Investigation</a:t>
            </a:r>
            <a:endParaRPr lang="en-IN" sz="1400" b="0" i="0" u="none" strike="noStrike" kern="1200" cap="none" spc="0" baseline="0">
              <a:solidFill>
                <a:srgbClr val="000000"/>
              </a:solidFill>
              <a:uFillTx/>
              <a:latin typeface="Arial"/>
            </a:endParaRPr>
          </a:p>
        </p:txBody>
      </p:sp>
      <p:sp>
        <p:nvSpPr>
          <p:cNvPr id="32" name="TextBox 62">
            <a:extLst>
              <a:ext uri="{FF2B5EF4-FFF2-40B4-BE49-F238E27FC236}">
                <a16:creationId xmlns:a16="http://schemas.microsoft.com/office/drawing/2014/main" id="{5814E784-1CC5-6C48-1FAC-A61DF03B7DFD}"/>
              </a:ext>
            </a:extLst>
          </p:cNvPr>
          <p:cNvSpPr txBox="1"/>
          <p:nvPr/>
        </p:nvSpPr>
        <p:spPr>
          <a:xfrm>
            <a:off x="4641101" y="4488963"/>
            <a:ext cx="1303660" cy="418283"/>
          </a:xfrm>
          <a:prstGeom prst="rect">
            <a:avLst/>
          </a:prstGeom>
          <a:solidFill>
            <a:srgbClr val="FFFFFF"/>
          </a:solidFill>
          <a:ln>
            <a:noFill/>
          </a:ln>
        </p:spPr>
        <p:txBody>
          <a:bodyPr vert="horz" wrap="square" lIns="0" tIns="0" rIns="0" bIns="0" anchor="t"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400" b="0" i="0" u="none" strike="noStrike" kern="1200" cap="none" spc="0" baseline="0">
                <a:solidFill>
                  <a:srgbClr val="000000"/>
                </a:solidFill>
                <a:uFillTx/>
                <a:latin typeface="Arial"/>
              </a:rPr>
              <a:t>Cross-module Impact</a:t>
            </a:r>
            <a:endParaRPr lang="en-IN" sz="1400" b="0" i="0" u="none" strike="noStrike" kern="1200" cap="none" spc="0" baseline="0">
              <a:solidFill>
                <a:srgbClr val="000000"/>
              </a:solidFill>
              <a:uFillTx/>
              <a:latin typeface="Arial"/>
            </a:endParaRPr>
          </a:p>
        </p:txBody>
      </p:sp>
      <p:sp>
        <p:nvSpPr>
          <p:cNvPr id="33" name="TextBox 63">
            <a:extLst>
              <a:ext uri="{FF2B5EF4-FFF2-40B4-BE49-F238E27FC236}">
                <a16:creationId xmlns:a16="http://schemas.microsoft.com/office/drawing/2014/main" id="{655C3925-A638-1454-ED18-7DE8E2EC2672}"/>
              </a:ext>
            </a:extLst>
          </p:cNvPr>
          <p:cNvSpPr txBox="1"/>
          <p:nvPr/>
        </p:nvSpPr>
        <p:spPr>
          <a:xfrm>
            <a:off x="4641101" y="5420234"/>
            <a:ext cx="1303660" cy="418283"/>
          </a:xfrm>
          <a:prstGeom prst="rect">
            <a:avLst/>
          </a:prstGeom>
          <a:solidFill>
            <a:srgbClr val="FFFFFF"/>
          </a:solidFill>
          <a:ln>
            <a:noFill/>
          </a:ln>
        </p:spPr>
        <p:txBody>
          <a:bodyPr vert="horz" wrap="square" lIns="0" tIns="0" rIns="0" bIns="0" anchor="t"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400" b="0" i="0" u="none" strike="noStrike" kern="1200" cap="none" spc="0" baseline="0">
                <a:solidFill>
                  <a:srgbClr val="000000"/>
                </a:solidFill>
                <a:uFillTx/>
                <a:latin typeface="Arial"/>
              </a:rPr>
              <a:t>POC for Integration</a:t>
            </a:r>
            <a:endParaRPr lang="en-IN" sz="1400" b="0" i="0" u="none" strike="noStrike" kern="1200" cap="none" spc="0" baseline="0">
              <a:solidFill>
                <a:srgbClr val="000000"/>
              </a:solidFill>
              <a:uFillTx/>
              <a:latin typeface="Arial"/>
            </a:endParaRPr>
          </a:p>
        </p:txBody>
      </p:sp>
      <p:sp>
        <p:nvSpPr>
          <p:cNvPr id="34" name="TextBox 64">
            <a:extLst>
              <a:ext uri="{FF2B5EF4-FFF2-40B4-BE49-F238E27FC236}">
                <a16:creationId xmlns:a16="http://schemas.microsoft.com/office/drawing/2014/main" id="{89315966-E856-8CD9-83A9-7CB0BCE063AB}"/>
              </a:ext>
            </a:extLst>
          </p:cNvPr>
          <p:cNvSpPr txBox="1"/>
          <p:nvPr/>
        </p:nvSpPr>
        <p:spPr>
          <a:xfrm>
            <a:off x="6552069" y="5420234"/>
            <a:ext cx="1303660" cy="418283"/>
          </a:xfrm>
          <a:prstGeom prst="rect">
            <a:avLst/>
          </a:prstGeom>
          <a:solidFill>
            <a:srgbClr val="FFFFFF"/>
          </a:solidFill>
          <a:ln>
            <a:noFill/>
          </a:ln>
        </p:spPr>
        <p:txBody>
          <a:bodyPr vert="horz" wrap="square" lIns="0" tIns="0" rIns="0" bIns="0" anchor="t"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400" b="0" i="0" u="none" strike="noStrike" kern="1200" cap="none" spc="0" baseline="0">
                <a:solidFill>
                  <a:srgbClr val="000000"/>
                </a:solidFill>
                <a:uFillTx/>
                <a:latin typeface="Arial"/>
              </a:rPr>
              <a:t>Technical Architecture</a:t>
            </a:r>
            <a:endParaRPr lang="en-IN" sz="1400" b="0" i="0" u="none" strike="noStrike" kern="1200" cap="none" spc="0" baseline="0">
              <a:solidFill>
                <a:srgbClr val="000000"/>
              </a:solidFill>
              <a:uFillTx/>
              <a:latin typeface="Arial"/>
            </a:endParaRPr>
          </a:p>
        </p:txBody>
      </p:sp>
      <p:sp>
        <p:nvSpPr>
          <p:cNvPr id="35" name="TextBox 65">
            <a:extLst>
              <a:ext uri="{FF2B5EF4-FFF2-40B4-BE49-F238E27FC236}">
                <a16:creationId xmlns:a16="http://schemas.microsoft.com/office/drawing/2014/main" id="{E90401A6-28DC-342C-A565-0EA2549FE619}"/>
              </a:ext>
            </a:extLst>
          </p:cNvPr>
          <p:cNvSpPr txBox="1"/>
          <p:nvPr/>
        </p:nvSpPr>
        <p:spPr>
          <a:xfrm>
            <a:off x="6552069" y="4541971"/>
            <a:ext cx="1303660" cy="418283"/>
          </a:xfrm>
          <a:prstGeom prst="rect">
            <a:avLst/>
          </a:prstGeom>
          <a:solidFill>
            <a:srgbClr val="FFFFFF"/>
          </a:solidFill>
          <a:ln>
            <a:noFill/>
          </a:ln>
        </p:spPr>
        <p:txBody>
          <a:bodyPr vert="horz" wrap="square" lIns="0" tIns="0" rIns="0" bIns="0" anchor="t"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400" b="0" i="0" u="none" strike="noStrike" kern="1200" cap="none" spc="0" baseline="0">
                <a:solidFill>
                  <a:srgbClr val="000000"/>
                </a:solidFill>
                <a:uFillTx/>
                <a:latin typeface="Arial"/>
              </a:rPr>
              <a:t>Integration</a:t>
            </a:r>
            <a:endParaRPr lang="en-IN" sz="1400" b="0" i="0" u="none" strike="noStrike" kern="1200" cap="none" spc="0" baseline="0">
              <a:solidFill>
                <a:srgbClr val="000000"/>
              </a:solidFill>
              <a:uFillTx/>
              <a:latin typeface="Arial"/>
            </a:endParaRPr>
          </a:p>
        </p:txBody>
      </p:sp>
      <p:sp>
        <p:nvSpPr>
          <p:cNvPr id="36" name="TextBox 66">
            <a:extLst>
              <a:ext uri="{FF2B5EF4-FFF2-40B4-BE49-F238E27FC236}">
                <a16:creationId xmlns:a16="http://schemas.microsoft.com/office/drawing/2014/main" id="{1FC57E9D-C9F3-0011-D673-F40EDF04BC21}"/>
              </a:ext>
            </a:extLst>
          </p:cNvPr>
          <p:cNvSpPr txBox="1"/>
          <p:nvPr/>
        </p:nvSpPr>
        <p:spPr>
          <a:xfrm>
            <a:off x="6429685" y="3429000"/>
            <a:ext cx="1303660" cy="418283"/>
          </a:xfrm>
          <a:prstGeom prst="rect">
            <a:avLst/>
          </a:prstGeom>
          <a:solidFill>
            <a:srgbClr val="FFFFFF"/>
          </a:solidFill>
          <a:ln>
            <a:noFill/>
          </a:ln>
        </p:spPr>
        <p:txBody>
          <a:bodyPr vert="horz" wrap="square" lIns="0" tIns="0" rIns="0" bIns="0" anchor="t"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400" b="0" i="0" u="none" strike="noStrike" kern="1200" cap="none" spc="0" baseline="0">
                <a:solidFill>
                  <a:srgbClr val="000000"/>
                </a:solidFill>
                <a:uFillTx/>
                <a:latin typeface="Arial"/>
              </a:rPr>
              <a:t>Development of Features</a:t>
            </a:r>
            <a:endParaRPr lang="en-IN" sz="1400" b="0" i="0" u="none" strike="noStrike" kern="1200" cap="none" spc="0" baseline="0">
              <a:solidFill>
                <a:srgbClr val="000000"/>
              </a:solidFill>
              <a:uFillTx/>
              <a:latin typeface="Arial"/>
            </a:endParaRPr>
          </a:p>
        </p:txBody>
      </p:sp>
      <p:sp>
        <p:nvSpPr>
          <p:cNvPr id="37" name="Arrow: Right 72">
            <a:extLst>
              <a:ext uri="{FF2B5EF4-FFF2-40B4-BE49-F238E27FC236}">
                <a16:creationId xmlns:a16="http://schemas.microsoft.com/office/drawing/2014/main" id="{85CE212C-20AC-D5FB-2284-3A2826561BFA}"/>
              </a:ext>
            </a:extLst>
          </p:cNvPr>
          <p:cNvSpPr/>
          <p:nvPr/>
        </p:nvSpPr>
        <p:spPr>
          <a:xfrm>
            <a:off x="7801989" y="3392460"/>
            <a:ext cx="491243" cy="323404"/>
          </a:xfrm>
          <a:custGeom>
            <a:avLst>
              <a:gd name="f0" fmla="val 14490"/>
              <a:gd name="f1" fmla="val 5400"/>
            </a:avLst>
            <a:gdLst>
              <a:gd name="f2" fmla="val 10800000"/>
              <a:gd name="f3" fmla="val 5400000"/>
              <a:gd name="f4" fmla="val 180"/>
              <a:gd name="f5" fmla="val w"/>
              <a:gd name="f6" fmla="val h"/>
              <a:gd name="f7" fmla="val 0"/>
              <a:gd name="f8" fmla="val 21600"/>
              <a:gd name="f9" fmla="val 10800"/>
              <a:gd name="f10" fmla="+- 0 0 0"/>
              <a:gd name="f11" fmla="+- 0 0 180"/>
              <a:gd name="f12" fmla="*/ f5 1 21600"/>
              <a:gd name="f13" fmla="*/ f6 1 21600"/>
              <a:gd name="f14" fmla="pin 0 f0 21600"/>
              <a:gd name="f15" fmla="pin 0 f1 10800"/>
              <a:gd name="f16" fmla="*/ f10 f2 1"/>
              <a:gd name="f17" fmla="*/ f11 f2 1"/>
              <a:gd name="f18" fmla="val f15"/>
              <a:gd name="f19" fmla="val f14"/>
              <a:gd name="f20" fmla="+- 21600 0 f15"/>
              <a:gd name="f21" fmla="*/ f14 f12 1"/>
              <a:gd name="f22" fmla="*/ f15 f13 1"/>
              <a:gd name="f23" fmla="*/ 0 f12 1"/>
              <a:gd name="f24" fmla="*/ 0 f13 1"/>
              <a:gd name="f25" fmla="*/ f16 1 f4"/>
              <a:gd name="f26" fmla="*/ 21600 f13 1"/>
              <a:gd name="f27" fmla="*/ f17 1 f4"/>
              <a:gd name="f28" fmla="+- 21600 0 f19"/>
              <a:gd name="f29" fmla="*/ f20 f13 1"/>
              <a:gd name="f30" fmla="*/ f18 f13 1"/>
              <a:gd name="f31" fmla="*/ f19 f12 1"/>
              <a:gd name="f32" fmla="+- f25 0 f3"/>
              <a:gd name="f33" fmla="+- f27 0 f3"/>
              <a:gd name="f34" fmla="*/ f28 f18 1"/>
              <a:gd name="f35" fmla="*/ f34 1 10800"/>
              <a:gd name="f36" fmla="+- f19 f35 0"/>
              <a:gd name="f37" fmla="*/ f36 f12 1"/>
            </a:gdLst>
            <a:ahLst>
              <a:ahXY gdRefX="f0" minX="f7" maxX="f8" gdRefY="f1" minY="f7" maxY="f9">
                <a:pos x="f21" y="f22"/>
              </a:ahXY>
            </a:ahLst>
            <a:cxnLst>
              <a:cxn ang="3cd4">
                <a:pos x="hc" y="t"/>
              </a:cxn>
              <a:cxn ang="0">
                <a:pos x="r" y="vc"/>
              </a:cxn>
              <a:cxn ang="cd4">
                <a:pos x="hc" y="b"/>
              </a:cxn>
              <a:cxn ang="cd2">
                <a:pos x="l" y="vc"/>
              </a:cxn>
              <a:cxn ang="f32">
                <a:pos x="f31" y="f24"/>
              </a:cxn>
              <a:cxn ang="f33">
                <a:pos x="f31" y="f26"/>
              </a:cxn>
            </a:cxnLst>
            <a:rect l="f23" t="f30" r="f37" b="f29"/>
            <a:pathLst>
              <a:path w="21600" h="21600">
                <a:moveTo>
                  <a:pt x="f7" y="f18"/>
                </a:moveTo>
                <a:lnTo>
                  <a:pt x="f19" y="f18"/>
                </a:lnTo>
                <a:lnTo>
                  <a:pt x="f19" y="f7"/>
                </a:lnTo>
                <a:lnTo>
                  <a:pt x="f8" y="f9"/>
                </a:lnTo>
                <a:lnTo>
                  <a:pt x="f19" y="f8"/>
                </a:lnTo>
                <a:lnTo>
                  <a:pt x="f19" y="f20"/>
                </a:lnTo>
                <a:lnTo>
                  <a:pt x="f7" y="f20"/>
                </a:lnTo>
                <a:close/>
              </a:path>
            </a:pathLst>
          </a:custGeom>
          <a:solidFill>
            <a:srgbClr val="00A6D6"/>
          </a:solidFill>
          <a:ln>
            <a:noFill/>
            <a:prstDash val="solid"/>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endParaRPr lang="en-IN" sz="1600" b="0" i="0" u="none" strike="noStrike" kern="1200" cap="none" spc="0" baseline="0">
              <a:solidFill>
                <a:srgbClr val="FFFFFF"/>
              </a:solidFill>
              <a:uFillTx/>
              <a:latin typeface="Arial"/>
            </a:endParaRPr>
          </a:p>
        </p:txBody>
      </p:sp>
      <p:sp>
        <p:nvSpPr>
          <p:cNvPr id="38" name="TextBox 73">
            <a:extLst>
              <a:ext uri="{FF2B5EF4-FFF2-40B4-BE49-F238E27FC236}">
                <a16:creationId xmlns:a16="http://schemas.microsoft.com/office/drawing/2014/main" id="{1F3FD726-07B7-F373-8624-E2A32074208C}"/>
              </a:ext>
            </a:extLst>
          </p:cNvPr>
          <p:cNvSpPr txBox="1"/>
          <p:nvPr/>
        </p:nvSpPr>
        <p:spPr>
          <a:xfrm>
            <a:off x="8404543" y="3390028"/>
            <a:ext cx="1303660" cy="418283"/>
          </a:xfrm>
          <a:prstGeom prst="rect">
            <a:avLst/>
          </a:prstGeom>
          <a:solidFill>
            <a:srgbClr val="FFFFFF"/>
          </a:solidFill>
          <a:ln>
            <a:noFill/>
          </a:ln>
        </p:spPr>
        <p:txBody>
          <a:bodyPr vert="horz" wrap="square" lIns="0" tIns="0" rIns="0" bIns="0" anchor="t"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400" b="0" i="0" u="none" strike="noStrike" kern="1200" cap="none" spc="0" baseline="0">
                <a:solidFill>
                  <a:srgbClr val="000000"/>
                </a:solidFill>
                <a:uFillTx/>
                <a:latin typeface="Arial"/>
              </a:rPr>
              <a:t>Test case development </a:t>
            </a:r>
            <a:endParaRPr lang="en-IN" sz="1400" b="0" i="0" u="none" strike="noStrike" kern="1200" cap="none" spc="0" baseline="0">
              <a:solidFill>
                <a:srgbClr val="000000"/>
              </a:solidFill>
              <a:uFillTx/>
              <a:latin typeface="Arial"/>
            </a:endParaRPr>
          </a:p>
        </p:txBody>
      </p:sp>
      <p:sp>
        <p:nvSpPr>
          <p:cNvPr id="39" name="TextBox 74">
            <a:extLst>
              <a:ext uri="{FF2B5EF4-FFF2-40B4-BE49-F238E27FC236}">
                <a16:creationId xmlns:a16="http://schemas.microsoft.com/office/drawing/2014/main" id="{0D583C0E-2B01-9D60-BADA-F4F3083E945B}"/>
              </a:ext>
            </a:extLst>
          </p:cNvPr>
          <p:cNvSpPr txBox="1"/>
          <p:nvPr/>
        </p:nvSpPr>
        <p:spPr>
          <a:xfrm>
            <a:off x="8496467" y="4332829"/>
            <a:ext cx="1303660" cy="418283"/>
          </a:xfrm>
          <a:prstGeom prst="rect">
            <a:avLst/>
          </a:prstGeom>
          <a:solidFill>
            <a:srgbClr val="FFFFFF"/>
          </a:solidFill>
          <a:ln>
            <a:noFill/>
          </a:ln>
        </p:spPr>
        <p:txBody>
          <a:bodyPr vert="horz" wrap="square" lIns="0" tIns="0" rIns="0" bIns="0" anchor="t"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400" b="0" i="0" u="none" strike="noStrike" kern="1200" cap="none" spc="0" baseline="0">
                <a:solidFill>
                  <a:srgbClr val="000000"/>
                </a:solidFill>
                <a:uFillTx/>
                <a:latin typeface="Arial"/>
              </a:rPr>
              <a:t>Individual Feature testing</a:t>
            </a:r>
            <a:endParaRPr lang="en-IN" sz="1400" b="0" i="0" u="none" strike="noStrike" kern="1200" cap="none" spc="0" baseline="0">
              <a:solidFill>
                <a:srgbClr val="000000"/>
              </a:solidFill>
              <a:uFillTx/>
              <a:latin typeface="Arial"/>
            </a:endParaRPr>
          </a:p>
        </p:txBody>
      </p:sp>
      <p:sp>
        <p:nvSpPr>
          <p:cNvPr id="40" name="TextBox 75">
            <a:extLst>
              <a:ext uri="{FF2B5EF4-FFF2-40B4-BE49-F238E27FC236}">
                <a16:creationId xmlns:a16="http://schemas.microsoft.com/office/drawing/2014/main" id="{B500841E-0943-2359-4E8D-92C1D5F4370E}"/>
              </a:ext>
            </a:extLst>
          </p:cNvPr>
          <p:cNvSpPr txBox="1"/>
          <p:nvPr/>
        </p:nvSpPr>
        <p:spPr>
          <a:xfrm>
            <a:off x="8496467" y="5576267"/>
            <a:ext cx="1303660" cy="418283"/>
          </a:xfrm>
          <a:prstGeom prst="rect">
            <a:avLst/>
          </a:prstGeom>
          <a:solidFill>
            <a:srgbClr val="FFFFFF"/>
          </a:solidFill>
          <a:ln>
            <a:noFill/>
          </a:ln>
        </p:spPr>
        <p:txBody>
          <a:bodyPr vert="horz" wrap="square" lIns="0" tIns="0" rIns="0" bIns="0" anchor="t"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400" b="0" i="0" u="none" strike="noStrike" kern="1200" cap="none" spc="0" baseline="0">
                <a:solidFill>
                  <a:srgbClr val="000000"/>
                </a:solidFill>
                <a:uFillTx/>
                <a:latin typeface="Arial"/>
              </a:rPr>
              <a:t>Defect Solving</a:t>
            </a:r>
            <a:endParaRPr lang="en-IN" sz="1400" b="0" i="0" u="none" strike="noStrike" kern="1200" cap="none" spc="0" baseline="0">
              <a:solidFill>
                <a:srgbClr val="000000"/>
              </a:solidFill>
              <a:uFillTx/>
              <a:latin typeface="Arial"/>
            </a:endParaRPr>
          </a:p>
        </p:txBody>
      </p:sp>
      <p:sp>
        <p:nvSpPr>
          <p:cNvPr id="41" name="TextBox 76">
            <a:extLst>
              <a:ext uri="{FF2B5EF4-FFF2-40B4-BE49-F238E27FC236}">
                <a16:creationId xmlns:a16="http://schemas.microsoft.com/office/drawing/2014/main" id="{542D2A85-3471-0C0D-503F-20329F6FA662}"/>
              </a:ext>
            </a:extLst>
          </p:cNvPr>
          <p:cNvSpPr txBox="1"/>
          <p:nvPr/>
        </p:nvSpPr>
        <p:spPr>
          <a:xfrm>
            <a:off x="9954332" y="5367125"/>
            <a:ext cx="1303660" cy="633624"/>
          </a:xfrm>
          <a:prstGeom prst="rect">
            <a:avLst/>
          </a:prstGeom>
          <a:solidFill>
            <a:srgbClr val="FFFFFF"/>
          </a:solidFill>
          <a:ln>
            <a:noFill/>
          </a:ln>
        </p:spPr>
        <p:txBody>
          <a:bodyPr vert="horz" wrap="square" lIns="0" tIns="0" rIns="0" bIns="0" anchor="t"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400" b="0" i="0" u="none" strike="noStrike" kern="1200" cap="none" spc="0" baseline="0">
                <a:solidFill>
                  <a:srgbClr val="000000"/>
                </a:solidFill>
                <a:uFillTx/>
                <a:latin typeface="Arial"/>
              </a:rPr>
              <a:t>Integrated cross-module testing</a:t>
            </a:r>
            <a:endParaRPr lang="en-IN" sz="1400" b="0" i="0" u="none" strike="noStrike" kern="1200" cap="none" spc="0" baseline="0">
              <a:solidFill>
                <a:srgbClr val="000000"/>
              </a:solidFill>
              <a:uFillTx/>
              <a:latin typeface="Arial"/>
            </a:endParaRPr>
          </a:p>
        </p:txBody>
      </p:sp>
      <p:sp>
        <p:nvSpPr>
          <p:cNvPr id="42" name="TextBox 77">
            <a:extLst>
              <a:ext uri="{FF2B5EF4-FFF2-40B4-BE49-F238E27FC236}">
                <a16:creationId xmlns:a16="http://schemas.microsoft.com/office/drawing/2014/main" id="{E5512C2A-8E1B-A61A-97A0-739727E10F77}"/>
              </a:ext>
            </a:extLst>
          </p:cNvPr>
          <p:cNvSpPr txBox="1"/>
          <p:nvPr/>
        </p:nvSpPr>
        <p:spPr>
          <a:xfrm>
            <a:off x="9954332" y="4268172"/>
            <a:ext cx="1303660" cy="633624"/>
          </a:xfrm>
          <a:prstGeom prst="rect">
            <a:avLst/>
          </a:prstGeom>
          <a:solidFill>
            <a:srgbClr val="FFFFFF"/>
          </a:solidFill>
          <a:ln>
            <a:noFill/>
          </a:ln>
        </p:spPr>
        <p:txBody>
          <a:bodyPr vert="horz" wrap="square" lIns="0" tIns="0" rIns="0" bIns="0" anchor="t"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400" b="0" i="0" u="none" strike="noStrike" kern="1200" cap="none" spc="0" baseline="0">
                <a:solidFill>
                  <a:srgbClr val="000000"/>
                </a:solidFill>
                <a:uFillTx/>
                <a:latin typeface="Arial"/>
              </a:rPr>
              <a:t>Integrated internal release</a:t>
            </a:r>
            <a:endParaRPr lang="en-IN" sz="1400" b="0" i="0" u="none" strike="noStrike" kern="1200" cap="none" spc="0" baseline="0">
              <a:solidFill>
                <a:srgbClr val="000000"/>
              </a:solidFill>
              <a:uFillTx/>
              <a:latin typeface="Arial"/>
            </a:endParaRPr>
          </a:p>
        </p:txBody>
      </p:sp>
      <p:sp>
        <p:nvSpPr>
          <p:cNvPr id="43" name="TextBox 78">
            <a:extLst>
              <a:ext uri="{FF2B5EF4-FFF2-40B4-BE49-F238E27FC236}">
                <a16:creationId xmlns:a16="http://schemas.microsoft.com/office/drawing/2014/main" id="{CB0A94CF-F2F6-B82F-5817-5403214B7A71}"/>
              </a:ext>
            </a:extLst>
          </p:cNvPr>
          <p:cNvSpPr txBox="1"/>
          <p:nvPr/>
        </p:nvSpPr>
        <p:spPr>
          <a:xfrm>
            <a:off x="9954332" y="3434833"/>
            <a:ext cx="1303660" cy="633624"/>
          </a:xfrm>
          <a:prstGeom prst="rect">
            <a:avLst/>
          </a:prstGeom>
          <a:solidFill>
            <a:srgbClr val="FFFFFF"/>
          </a:solidFill>
          <a:ln>
            <a:noFill/>
          </a:ln>
        </p:spPr>
        <p:txBody>
          <a:bodyPr vert="horz" wrap="square" lIns="0" tIns="0" rIns="0" bIns="0" anchor="t"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400" b="0" i="0" u="none" strike="noStrike" kern="1200" cap="none" spc="0" baseline="0">
                <a:solidFill>
                  <a:srgbClr val="000000"/>
                </a:solidFill>
                <a:uFillTx/>
                <a:latin typeface="Arial"/>
              </a:rPr>
              <a:t>Final QA </a:t>
            </a:r>
            <a:r>
              <a:rPr lang="en-IN" sz="1400" b="0" i="0" u="none" strike="noStrike" kern="1200" cap="none" spc="0" baseline="0">
                <a:solidFill>
                  <a:srgbClr val="000000"/>
                </a:solidFill>
                <a:uFillTx/>
                <a:latin typeface="Arial"/>
              </a:rPr>
              <a:t> - Pass/ Fail</a:t>
            </a:r>
            <a:endParaRPr lang="en-US" sz="1400" b="0" i="0" u="none" strike="noStrike" kern="1200" cap="none" spc="0" baseline="0">
              <a:solidFill>
                <a:srgbClr val="000000"/>
              </a:solidFill>
              <a:uFillTx/>
              <a:latin typeface="Arial"/>
            </a:endParaRPr>
          </a:p>
        </p:txBody>
      </p:sp>
      <p:sp>
        <p:nvSpPr>
          <p:cNvPr id="44" name="TextBox 85">
            <a:extLst>
              <a:ext uri="{FF2B5EF4-FFF2-40B4-BE49-F238E27FC236}">
                <a16:creationId xmlns:a16="http://schemas.microsoft.com/office/drawing/2014/main" id="{0B672476-1AB3-EC3D-B5D2-EC2C7CFE0C09}"/>
              </a:ext>
            </a:extLst>
          </p:cNvPr>
          <p:cNvSpPr txBox="1"/>
          <p:nvPr/>
        </p:nvSpPr>
        <p:spPr>
          <a:xfrm>
            <a:off x="2836029" y="2929527"/>
            <a:ext cx="1303660" cy="341628"/>
          </a:xfrm>
          <a:prstGeom prst="rect">
            <a:avLst/>
          </a:prstGeom>
          <a:solidFill>
            <a:srgbClr val="FFFFFF"/>
          </a:solidFill>
          <a:ln w="9528">
            <a:solidFill>
              <a:srgbClr val="FFFFFF"/>
            </a:solidFill>
            <a:prstDash val="solid"/>
          </a:ln>
        </p:spPr>
        <p:txBody>
          <a:bodyPr vert="horz" wrap="square" lIns="91440" tIns="45720" rIns="91440" bIns="45720" anchor="t" anchorCtr="0" compatLnSpc="1">
            <a:spAutoFit/>
          </a:bodyPr>
          <a:lstStyle/>
          <a:p>
            <a:pPr marL="0" marR="0" lvl="0" indent="0" algn="just"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800" b="1" i="0" u="none" strike="noStrike" kern="1200" cap="none" spc="0" baseline="0">
                <a:solidFill>
                  <a:srgbClr val="00A6D6"/>
                </a:solidFill>
                <a:uFillTx/>
                <a:latin typeface="Arial"/>
              </a:rPr>
              <a:t>Product</a:t>
            </a:r>
          </a:p>
        </p:txBody>
      </p:sp>
      <p:sp>
        <p:nvSpPr>
          <p:cNvPr id="45" name="TextBox 86">
            <a:extLst>
              <a:ext uri="{FF2B5EF4-FFF2-40B4-BE49-F238E27FC236}">
                <a16:creationId xmlns:a16="http://schemas.microsoft.com/office/drawing/2014/main" id="{9373CAFD-81A5-40FA-70F5-9BE946854FA8}"/>
              </a:ext>
            </a:extLst>
          </p:cNvPr>
          <p:cNvSpPr txBox="1"/>
          <p:nvPr/>
        </p:nvSpPr>
        <p:spPr>
          <a:xfrm>
            <a:off x="5299761" y="2917859"/>
            <a:ext cx="1678682" cy="341628"/>
          </a:xfrm>
          <a:prstGeom prst="rect">
            <a:avLst/>
          </a:prstGeom>
          <a:solidFill>
            <a:srgbClr val="FFFFFF"/>
          </a:solidFill>
          <a:ln w="9528">
            <a:solidFill>
              <a:srgbClr val="FFFFFF"/>
            </a:solidFill>
            <a:prstDash val="solid"/>
          </a:ln>
        </p:spPr>
        <p:txBody>
          <a:bodyPr vert="horz" wrap="square" lIns="91440" tIns="45720" rIns="91440" bIns="45720" anchor="t" anchorCtr="0" compatLnSpc="1">
            <a:spAutoFit/>
          </a:bodyPr>
          <a:lstStyle/>
          <a:p>
            <a:pPr marL="0" marR="0" lvl="0" indent="0" algn="just"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800" b="1" i="0" u="none" strike="noStrike" kern="1200" cap="none" spc="0" baseline="0">
                <a:solidFill>
                  <a:srgbClr val="00A6D6"/>
                </a:solidFill>
                <a:uFillTx/>
                <a:latin typeface="Arial"/>
              </a:rPr>
              <a:t>Development</a:t>
            </a:r>
          </a:p>
        </p:txBody>
      </p:sp>
      <p:sp>
        <p:nvSpPr>
          <p:cNvPr id="46" name="TextBox 87">
            <a:extLst>
              <a:ext uri="{FF2B5EF4-FFF2-40B4-BE49-F238E27FC236}">
                <a16:creationId xmlns:a16="http://schemas.microsoft.com/office/drawing/2014/main" id="{2FC930AA-84BB-8F9F-3DA1-C7E48C7B6074}"/>
              </a:ext>
            </a:extLst>
          </p:cNvPr>
          <p:cNvSpPr txBox="1"/>
          <p:nvPr/>
        </p:nvSpPr>
        <p:spPr>
          <a:xfrm>
            <a:off x="8138507" y="2889833"/>
            <a:ext cx="1146995" cy="341628"/>
          </a:xfrm>
          <a:prstGeom prst="rect">
            <a:avLst/>
          </a:prstGeom>
          <a:solidFill>
            <a:srgbClr val="FFFFFF"/>
          </a:solidFill>
          <a:ln w="9528">
            <a:solidFill>
              <a:srgbClr val="FFFFFF"/>
            </a:solidFill>
            <a:prstDash val="solid"/>
          </a:ln>
        </p:spPr>
        <p:txBody>
          <a:bodyPr vert="horz" wrap="square" lIns="91440" tIns="45720" rIns="91440" bIns="45720" anchor="t" anchorCtr="1" compatLnSpc="1">
            <a:sp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800" b="1" i="0" u="none" strike="noStrike" kern="1200" cap="none" spc="0" baseline="0">
                <a:solidFill>
                  <a:srgbClr val="00A6D6"/>
                </a:solidFill>
                <a:uFillTx/>
                <a:latin typeface="Arial"/>
              </a:rPr>
              <a:t>Testing</a:t>
            </a:r>
          </a:p>
        </p:txBody>
      </p:sp>
    </p:spTree>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111">
    <p:spTree>
      <p:nvGrpSpPr>
        <p:cNvPr id="1" name=""/>
        <p:cNvGrpSpPr/>
        <p:nvPr/>
      </p:nvGrpSpPr>
      <p:grpSpPr>
        <a:xfrm>
          <a:off x="0" y="0"/>
          <a:ext cx="0" cy="0"/>
          <a:chOff x="0" y="0"/>
          <a:chExt cx="0" cy="0"/>
        </a:xfrm>
      </p:grpSpPr>
      <p:sp>
        <p:nvSpPr>
          <p:cNvPr id="2" name="Tijdelijke aanduiding voor datum 4">
            <a:extLst>
              <a:ext uri="{FF2B5EF4-FFF2-40B4-BE49-F238E27FC236}">
                <a16:creationId xmlns:a16="http://schemas.microsoft.com/office/drawing/2014/main" id="{76881EFF-1B06-9129-B899-6E196B2BEAE6}"/>
              </a:ext>
            </a:extLst>
          </p:cNvPr>
          <p:cNvSpPr txBox="1">
            <a:spLocks noGrp="1"/>
          </p:cNvSpPr>
          <p:nvPr>
            <p:ph type="dt" sz="quarter" idx="7"/>
          </p:nvPr>
        </p:nvSpPr>
        <p:spPr>
          <a:xfrm>
            <a:off x="10146566" y="6405664"/>
            <a:ext cx="766230" cy="184663"/>
          </a:xfrm>
          <a:prstGeom prst="rect">
            <a:avLst/>
          </a:prstGeom>
          <a:noFill/>
          <a:ln>
            <a:noFill/>
          </a:ln>
        </p:spPr>
        <p:txBody>
          <a:bodyPr vert="horz" wrap="none" lIns="0" tIns="0" rIns="0" bIns="0" anchor="ctr" anchorCtr="0" compatLnSpc="1">
            <a:spAutoFit/>
          </a:bodyPr>
          <a:lstStyle/>
          <a:p>
            <a:pPr lvl="0" algn="r"/>
            <a:fld id="{50874C6E-DD23-4A0A-85F6-520140987429}" type="datetime1">
              <a:rPr lang="nl-NL" sz="1200">
                <a:solidFill>
                  <a:srgbClr val="000000"/>
                </a:solidFill>
                <a:latin typeface="Arial"/>
                <a:cs typeface="Segoe UI Light" pitchFamily="34"/>
              </a:rPr>
              <a:pPr lvl="0" algn="r"/>
              <a:t>22-10-2025</a:t>
            </a:fld>
            <a:endParaRPr lang="en-GB" sz="1200">
              <a:solidFill>
                <a:srgbClr val="000000"/>
              </a:solidFill>
              <a:latin typeface="Arial"/>
              <a:cs typeface="Segoe UI Light" pitchFamily="34"/>
            </a:endParaRPr>
          </a:p>
        </p:txBody>
      </p:sp>
      <p:sp>
        <p:nvSpPr>
          <p:cNvPr id="3" name="Titel 8">
            <a:extLst>
              <a:ext uri="{FF2B5EF4-FFF2-40B4-BE49-F238E27FC236}">
                <a16:creationId xmlns:a16="http://schemas.microsoft.com/office/drawing/2014/main" id="{22F5BF88-D972-F97F-B353-30AB899FCE63}"/>
              </a:ext>
            </a:extLst>
          </p:cNvPr>
          <p:cNvSpPr txBox="1">
            <a:spLocks noGrp="1"/>
          </p:cNvSpPr>
          <p:nvPr>
            <p:ph type="title"/>
          </p:nvPr>
        </p:nvSpPr>
        <p:spPr>
          <a:xfrm>
            <a:off x="718663" y="686165"/>
            <a:ext cx="10752612" cy="323404"/>
          </a:xfrm>
          <a:prstGeom prst="rect">
            <a:avLst/>
          </a:prstGeom>
          <a:noFill/>
          <a:ln>
            <a:noFill/>
          </a:ln>
        </p:spPr>
        <p:txBody>
          <a:bodyPr vert="horz" wrap="square" lIns="0" tIns="0" rIns="0" bIns="378003" anchor="t" anchorCtr="0" compatLnSpc="1">
            <a:noAutofit/>
          </a:bodyPr>
          <a:lstStyle/>
          <a:p>
            <a:pPr lvl="0"/>
            <a:r>
              <a:rPr lang="en-GB" u="sng"/>
              <a:t>Issues with the Process </a:t>
            </a:r>
          </a:p>
        </p:txBody>
      </p:sp>
      <p:sp>
        <p:nvSpPr>
          <p:cNvPr id="4" name="Tijdelijke aanduiding voor dianummer 102">
            <a:extLst>
              <a:ext uri="{FF2B5EF4-FFF2-40B4-BE49-F238E27FC236}">
                <a16:creationId xmlns:a16="http://schemas.microsoft.com/office/drawing/2014/main" id="{968D097A-421B-2010-2979-D3906BFDCEFE}"/>
              </a:ext>
            </a:extLst>
          </p:cNvPr>
          <p:cNvSpPr txBox="1">
            <a:spLocks noGrp="1"/>
          </p:cNvSpPr>
          <p:nvPr>
            <p:ph type="sldNum" sz="quarter" idx="8"/>
          </p:nvPr>
        </p:nvSpPr>
        <p:spPr>
          <a:xfrm>
            <a:off x="11178466" y="6405664"/>
            <a:ext cx="291300" cy="184663"/>
          </a:xfrm>
          <a:prstGeom prst="rect">
            <a:avLst/>
          </a:prstGeom>
          <a:noFill/>
          <a:ln>
            <a:noFill/>
          </a:ln>
        </p:spPr>
        <p:txBody>
          <a:bodyPr vert="horz" wrap="none" lIns="0" tIns="0" rIns="0" bIns="0" anchor="ctr" anchorCtr="0" compatLnSpc="1">
            <a:spAutoFit/>
          </a:bodyPr>
          <a:lstStyle/>
          <a:p>
            <a:pPr lvl="0" algn="r"/>
            <a:fld id="{74C5C148-18CA-4FDF-9CB0-5AD340C8A709}" type="slidenum">
              <a:t>12</a:t>
            </a:fld>
            <a:endParaRPr lang="en-GB" sz="1200" b="1">
              <a:solidFill>
                <a:srgbClr val="000000"/>
              </a:solidFill>
              <a:latin typeface="Arial"/>
              <a:cs typeface="Segoe UI Light" pitchFamily="34"/>
            </a:endParaRPr>
          </a:p>
        </p:txBody>
      </p:sp>
      <p:cxnSp>
        <p:nvCxnSpPr>
          <p:cNvPr id="5" name="Straight Connector 83">
            <a:extLst>
              <a:ext uri="{FF2B5EF4-FFF2-40B4-BE49-F238E27FC236}">
                <a16:creationId xmlns:a16="http://schemas.microsoft.com/office/drawing/2014/main" id="{29509620-CD7C-532D-A30F-479A8F552047}"/>
              </a:ext>
            </a:extLst>
          </p:cNvPr>
          <p:cNvCxnSpPr/>
          <p:nvPr/>
        </p:nvCxnSpPr>
        <p:spPr>
          <a:xfrm>
            <a:off x="0" y="6139546"/>
            <a:ext cx="12191996" cy="0"/>
          </a:xfrm>
          <a:prstGeom prst="straightConnector1">
            <a:avLst/>
          </a:prstGeom>
          <a:noFill/>
          <a:ln w="28575" cap="rnd">
            <a:solidFill>
              <a:srgbClr val="00A6D6"/>
            </a:solidFill>
            <a:prstDash val="solid"/>
            <a:round/>
          </a:ln>
        </p:spPr>
      </p:cxnSp>
      <p:sp>
        <p:nvSpPr>
          <p:cNvPr id="6" name="TextBox 11">
            <a:extLst>
              <a:ext uri="{FF2B5EF4-FFF2-40B4-BE49-F238E27FC236}">
                <a16:creationId xmlns:a16="http://schemas.microsoft.com/office/drawing/2014/main" id="{E4F2A658-9A33-FE49-89A5-935F7D8791C0}"/>
              </a:ext>
            </a:extLst>
          </p:cNvPr>
          <p:cNvSpPr txBox="1"/>
          <p:nvPr/>
        </p:nvSpPr>
        <p:spPr>
          <a:xfrm>
            <a:off x="1363525" y="-727743"/>
            <a:ext cx="8964594" cy="369335"/>
          </a:xfrm>
          <a:prstGeom prst="rect">
            <a:avLst/>
          </a:prstGeom>
          <a:noFill/>
          <a:ln>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1800" b="0" i="0" u="none" strike="noStrike" kern="1200" cap="none" spc="0" baseline="0">
                <a:solidFill>
                  <a:srgbClr val="000000"/>
                </a:solidFill>
                <a:uFillTx/>
                <a:latin typeface="Arial"/>
              </a:rPr>
              <a:t>#00A6D6</a:t>
            </a:r>
          </a:p>
        </p:txBody>
      </p:sp>
      <p:grpSp>
        <p:nvGrpSpPr>
          <p:cNvPr id="7" name="Group 26">
            <a:extLst>
              <a:ext uri="{FF2B5EF4-FFF2-40B4-BE49-F238E27FC236}">
                <a16:creationId xmlns:a16="http://schemas.microsoft.com/office/drawing/2014/main" id="{4A513855-DCC7-B2EA-3706-A01263B4112D}"/>
              </a:ext>
            </a:extLst>
          </p:cNvPr>
          <p:cNvGrpSpPr/>
          <p:nvPr/>
        </p:nvGrpSpPr>
        <p:grpSpPr>
          <a:xfrm>
            <a:off x="776087" y="1718678"/>
            <a:ext cx="2783835" cy="1408588"/>
            <a:chOff x="776087" y="1718678"/>
            <a:chExt cx="2783835" cy="1408588"/>
          </a:xfrm>
        </p:grpSpPr>
        <p:grpSp>
          <p:nvGrpSpPr>
            <p:cNvPr id="8" name="Group 12">
              <a:extLst>
                <a:ext uri="{FF2B5EF4-FFF2-40B4-BE49-F238E27FC236}">
                  <a16:creationId xmlns:a16="http://schemas.microsoft.com/office/drawing/2014/main" id="{3FED09F2-BD0F-BA9D-CA22-06A8FC4856F7}"/>
                </a:ext>
              </a:extLst>
            </p:cNvPr>
            <p:cNvGrpSpPr/>
            <p:nvPr/>
          </p:nvGrpSpPr>
          <p:grpSpPr>
            <a:xfrm>
              <a:off x="1684023" y="1718678"/>
              <a:ext cx="967965" cy="746689"/>
              <a:chOff x="1684023" y="1718678"/>
              <a:chExt cx="967965" cy="746689"/>
            </a:xfrm>
          </p:grpSpPr>
          <p:pic>
            <p:nvPicPr>
              <p:cNvPr id="9" name="Graphic 5" descr="Seesaw outline">
                <a:extLst>
                  <a:ext uri="{FF2B5EF4-FFF2-40B4-BE49-F238E27FC236}">
                    <a16:creationId xmlns:a16="http://schemas.microsoft.com/office/drawing/2014/main" id="{7CFE696E-6FD1-2FDA-71CA-90E171B9A642}"/>
                  </a:ext>
                </a:extLst>
              </p:cNvPr>
              <p:cNvPicPr>
                <a:picLocks noChangeAspect="1"/>
              </p:cNvPicPr>
              <p:nvPr/>
            </p:nvPicPr>
            <p:blipFill>
              <a:blip r:embed="rId3">
                <a:extLst>
                  <a:ext uri="{96DAC541-7B7A-43D3-8B79-37D633B846F1}">
                    <asvg:svgBlip xmlns:asvg="http://schemas.microsoft.com/office/drawing/2016/SVG/main" r:embed="rId4"/>
                  </a:ext>
                </a:extLst>
              </a:blip>
              <a:srcRect/>
              <a:stretch>
                <a:fillRect/>
              </a:stretch>
            </p:blipFill>
            <p:spPr>
              <a:xfrm>
                <a:off x="1876495" y="1760329"/>
                <a:ext cx="705038" cy="705038"/>
              </a:xfrm>
              <a:prstGeom prst="rect">
                <a:avLst/>
              </a:prstGeom>
              <a:noFill/>
              <a:ln>
                <a:noFill/>
              </a:ln>
            </p:spPr>
          </p:pic>
          <p:pic>
            <p:nvPicPr>
              <p:cNvPr id="10" name="Graphic 7" descr="Coins with solid fill">
                <a:extLst>
                  <a:ext uri="{FF2B5EF4-FFF2-40B4-BE49-F238E27FC236}">
                    <a16:creationId xmlns:a16="http://schemas.microsoft.com/office/drawing/2014/main" id="{8D92A6B3-EA6A-B62B-9BB2-C5E2B7EB1E7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684023" y="1904238"/>
                <a:ext cx="250399" cy="250399"/>
              </a:xfrm>
              <a:prstGeom prst="rect">
                <a:avLst/>
              </a:prstGeom>
              <a:noFill/>
              <a:ln>
                <a:noFill/>
              </a:ln>
            </p:spPr>
          </p:pic>
          <p:pic>
            <p:nvPicPr>
              <p:cNvPr id="11" name="Graphic 10" descr="Stopwatch 25% with solid fill">
                <a:extLst>
                  <a:ext uri="{FF2B5EF4-FFF2-40B4-BE49-F238E27FC236}">
                    <a16:creationId xmlns:a16="http://schemas.microsoft.com/office/drawing/2014/main" id="{2B5E1A44-3FE1-2A51-811F-601C81A74A1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401589" y="1718678"/>
                <a:ext cx="250399" cy="250399"/>
              </a:xfrm>
              <a:prstGeom prst="rect">
                <a:avLst/>
              </a:prstGeom>
              <a:noFill/>
              <a:ln>
                <a:noFill/>
              </a:ln>
            </p:spPr>
          </p:pic>
        </p:grpSp>
        <p:sp>
          <p:nvSpPr>
            <p:cNvPr id="12" name="TextBox 22">
              <a:extLst>
                <a:ext uri="{FF2B5EF4-FFF2-40B4-BE49-F238E27FC236}">
                  <a16:creationId xmlns:a16="http://schemas.microsoft.com/office/drawing/2014/main" id="{7F334682-CE0E-ED13-A97E-3063EAF237D4}"/>
                </a:ext>
              </a:extLst>
            </p:cNvPr>
            <p:cNvSpPr txBox="1"/>
            <p:nvPr/>
          </p:nvSpPr>
          <p:spPr>
            <a:xfrm>
              <a:off x="776087" y="2417664"/>
              <a:ext cx="2783835" cy="323414"/>
            </a:xfrm>
            <a:prstGeom prst="rect">
              <a:avLst/>
            </a:prstGeom>
            <a:noFill/>
            <a:ln>
              <a:noFill/>
            </a:ln>
          </p:spPr>
          <p:txBody>
            <a:bodyPr vert="horz" wrap="square" lIns="0" tIns="0" rIns="0" bIns="0" anchor="t"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600" b="1" i="0" u="none" strike="noStrike" kern="1200" cap="none" spc="0" baseline="0">
                  <a:solidFill>
                    <a:srgbClr val="000000"/>
                  </a:solidFill>
                  <a:uFillTx/>
                  <a:latin typeface="Arial"/>
                </a:rPr>
                <a:t>Wrong Estimates </a:t>
              </a:r>
            </a:p>
          </p:txBody>
        </p:sp>
        <p:sp>
          <p:nvSpPr>
            <p:cNvPr id="13" name="TextBox 25">
              <a:extLst>
                <a:ext uri="{FF2B5EF4-FFF2-40B4-BE49-F238E27FC236}">
                  <a16:creationId xmlns:a16="http://schemas.microsoft.com/office/drawing/2014/main" id="{6EB693B0-8732-B058-F739-D237797D0445}"/>
                </a:ext>
              </a:extLst>
            </p:cNvPr>
            <p:cNvSpPr txBox="1"/>
            <p:nvPr/>
          </p:nvSpPr>
          <p:spPr>
            <a:xfrm>
              <a:off x="833118" y="2647133"/>
              <a:ext cx="2499356" cy="480133"/>
            </a:xfrm>
            <a:prstGeom prst="rect">
              <a:avLst/>
            </a:prstGeom>
            <a:noFill/>
            <a:ln>
              <a:noFill/>
            </a:ln>
          </p:spPr>
          <p:txBody>
            <a:bodyPr vert="horz" wrap="square" lIns="91440" tIns="45720" rIns="91440" bIns="45720" anchor="t" anchorCtr="1" compatLnSpc="1">
              <a:sp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IN" sz="1400" b="0" i="0" u="none" strike="noStrike" kern="1200" cap="none" spc="0" baseline="0">
                  <a:solidFill>
                    <a:srgbClr val="000000"/>
                  </a:solidFill>
                  <a:uFillTx/>
                  <a:latin typeface="Arial"/>
                </a:rPr>
                <a:t>Wrong work estimates leads to wrong commitment dates</a:t>
              </a:r>
              <a:endParaRPr lang="en-IN" sz="1600" b="0" i="0" u="none" strike="noStrike" kern="1200" cap="none" spc="0" baseline="0">
                <a:solidFill>
                  <a:srgbClr val="000000"/>
                </a:solidFill>
                <a:uFillTx/>
                <a:latin typeface="Arial"/>
              </a:endParaRPr>
            </a:p>
          </p:txBody>
        </p:sp>
      </p:grpSp>
      <p:grpSp>
        <p:nvGrpSpPr>
          <p:cNvPr id="14" name="Group 27">
            <a:extLst>
              <a:ext uri="{FF2B5EF4-FFF2-40B4-BE49-F238E27FC236}">
                <a16:creationId xmlns:a16="http://schemas.microsoft.com/office/drawing/2014/main" id="{B5BA2783-1AE5-FA5F-4597-F079412E43C9}"/>
              </a:ext>
            </a:extLst>
          </p:cNvPr>
          <p:cNvGrpSpPr/>
          <p:nvPr/>
        </p:nvGrpSpPr>
        <p:grpSpPr>
          <a:xfrm>
            <a:off x="3765654" y="2415817"/>
            <a:ext cx="3864857" cy="718188"/>
            <a:chOff x="3765654" y="2415817"/>
            <a:chExt cx="3864857" cy="718188"/>
          </a:xfrm>
        </p:grpSpPr>
        <p:sp>
          <p:nvSpPr>
            <p:cNvPr id="15" name="TextBox 29">
              <a:extLst>
                <a:ext uri="{FF2B5EF4-FFF2-40B4-BE49-F238E27FC236}">
                  <a16:creationId xmlns:a16="http://schemas.microsoft.com/office/drawing/2014/main" id="{A731C864-7A37-53E6-D9A0-26ECC394917D}"/>
                </a:ext>
              </a:extLst>
            </p:cNvPr>
            <p:cNvSpPr txBox="1"/>
            <p:nvPr/>
          </p:nvSpPr>
          <p:spPr>
            <a:xfrm>
              <a:off x="4309155" y="2415817"/>
              <a:ext cx="2783835" cy="323414"/>
            </a:xfrm>
            <a:prstGeom prst="rect">
              <a:avLst/>
            </a:prstGeom>
            <a:noFill/>
            <a:ln>
              <a:noFill/>
            </a:ln>
          </p:spPr>
          <p:txBody>
            <a:bodyPr vert="horz" wrap="square" lIns="0" tIns="0" rIns="0" bIns="0" anchor="t"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600" b="1" i="0" u="none" strike="noStrike" kern="1200" cap="none" spc="0" baseline="0">
                  <a:solidFill>
                    <a:srgbClr val="000000"/>
                  </a:solidFill>
                  <a:uFillTx/>
                  <a:latin typeface="Arial"/>
                </a:rPr>
                <a:t>Long release cycle</a:t>
              </a:r>
            </a:p>
          </p:txBody>
        </p:sp>
        <p:sp>
          <p:nvSpPr>
            <p:cNvPr id="16" name="TextBox 30">
              <a:extLst>
                <a:ext uri="{FF2B5EF4-FFF2-40B4-BE49-F238E27FC236}">
                  <a16:creationId xmlns:a16="http://schemas.microsoft.com/office/drawing/2014/main" id="{4BC3E27F-BCBA-7D64-C2A2-ACD3D1D930FE}"/>
                </a:ext>
              </a:extLst>
            </p:cNvPr>
            <p:cNvSpPr txBox="1"/>
            <p:nvPr/>
          </p:nvSpPr>
          <p:spPr>
            <a:xfrm>
              <a:off x="3765654" y="2653872"/>
              <a:ext cx="3864857" cy="480133"/>
            </a:xfrm>
            <a:prstGeom prst="rect">
              <a:avLst/>
            </a:prstGeom>
            <a:noFill/>
            <a:ln>
              <a:noFill/>
            </a:ln>
          </p:spPr>
          <p:txBody>
            <a:bodyPr vert="horz" wrap="square" lIns="91440" tIns="45720" rIns="91440" bIns="45720" anchor="t" anchorCtr="1" compatLnSpc="1">
              <a:sp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IN" sz="1400" b="0" i="0" u="none" strike="noStrike" kern="1200" cap="none" spc="0" baseline="0">
                  <a:solidFill>
                    <a:srgbClr val="000000"/>
                  </a:solidFill>
                  <a:uFillTx/>
                  <a:latin typeface="Arial"/>
                </a:rPr>
                <a:t>This lead to loss of vision of commitment and promised timelines leading to chaos at the end</a:t>
              </a:r>
              <a:endParaRPr lang="en-IN" sz="1600" b="0" i="0" u="none" strike="noStrike" kern="1200" cap="none" spc="0" baseline="0">
                <a:solidFill>
                  <a:srgbClr val="000000"/>
                </a:solidFill>
                <a:uFillTx/>
                <a:latin typeface="Arial"/>
              </a:endParaRPr>
            </a:p>
          </p:txBody>
        </p:sp>
      </p:grpSp>
      <p:grpSp>
        <p:nvGrpSpPr>
          <p:cNvPr id="17" name="Group 34">
            <a:extLst>
              <a:ext uri="{FF2B5EF4-FFF2-40B4-BE49-F238E27FC236}">
                <a16:creationId xmlns:a16="http://schemas.microsoft.com/office/drawing/2014/main" id="{E7ADF72A-A233-829D-936A-C0C65A73059C}"/>
              </a:ext>
            </a:extLst>
          </p:cNvPr>
          <p:cNvGrpSpPr/>
          <p:nvPr/>
        </p:nvGrpSpPr>
        <p:grpSpPr>
          <a:xfrm>
            <a:off x="7777950" y="2454313"/>
            <a:ext cx="3650184" cy="679692"/>
            <a:chOff x="7777950" y="2454313"/>
            <a:chExt cx="3650184" cy="679692"/>
          </a:xfrm>
        </p:grpSpPr>
        <p:sp>
          <p:nvSpPr>
            <p:cNvPr id="18" name="TextBox 36">
              <a:extLst>
                <a:ext uri="{FF2B5EF4-FFF2-40B4-BE49-F238E27FC236}">
                  <a16:creationId xmlns:a16="http://schemas.microsoft.com/office/drawing/2014/main" id="{F592163A-CF48-FF77-EE2D-C73A65D94E62}"/>
                </a:ext>
              </a:extLst>
            </p:cNvPr>
            <p:cNvSpPr txBox="1"/>
            <p:nvPr/>
          </p:nvSpPr>
          <p:spPr>
            <a:xfrm>
              <a:off x="8211119" y="2454313"/>
              <a:ext cx="2783835" cy="323414"/>
            </a:xfrm>
            <a:prstGeom prst="rect">
              <a:avLst/>
            </a:prstGeom>
            <a:noFill/>
            <a:ln>
              <a:noFill/>
            </a:ln>
          </p:spPr>
          <p:txBody>
            <a:bodyPr vert="horz" wrap="square" lIns="0" tIns="0" rIns="0" bIns="0" anchor="t"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600" b="1" i="0" u="none" strike="noStrike" kern="1200" cap="none" spc="0" baseline="0">
                  <a:solidFill>
                    <a:srgbClr val="000000"/>
                  </a:solidFill>
                  <a:uFillTx/>
                  <a:latin typeface="Arial"/>
                </a:rPr>
                <a:t>Surprise features </a:t>
              </a:r>
            </a:p>
          </p:txBody>
        </p:sp>
        <p:sp>
          <p:nvSpPr>
            <p:cNvPr id="19" name="TextBox 37">
              <a:extLst>
                <a:ext uri="{FF2B5EF4-FFF2-40B4-BE49-F238E27FC236}">
                  <a16:creationId xmlns:a16="http://schemas.microsoft.com/office/drawing/2014/main" id="{FE869C4F-B501-50F5-C16A-479675B54EBD}"/>
                </a:ext>
              </a:extLst>
            </p:cNvPr>
            <p:cNvSpPr txBox="1"/>
            <p:nvPr/>
          </p:nvSpPr>
          <p:spPr>
            <a:xfrm>
              <a:off x="7777950" y="2653872"/>
              <a:ext cx="3650184" cy="480133"/>
            </a:xfrm>
            <a:prstGeom prst="rect">
              <a:avLst/>
            </a:prstGeom>
            <a:noFill/>
            <a:ln>
              <a:noFill/>
            </a:ln>
          </p:spPr>
          <p:txBody>
            <a:bodyPr vert="horz" wrap="square" lIns="91440" tIns="45720" rIns="91440" bIns="45720" anchor="t" anchorCtr="1" compatLnSpc="1">
              <a:sp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IN" sz="1400" b="0" i="0" u="none" strike="noStrike" kern="1200" cap="none" spc="0" baseline="0">
                  <a:solidFill>
                    <a:srgbClr val="000000"/>
                  </a:solidFill>
                  <a:uFillTx/>
                  <a:latin typeface="Arial"/>
                </a:rPr>
                <a:t>Developers see the planned and committed roadmap on first day of sprint cycle </a:t>
              </a:r>
              <a:endParaRPr lang="en-IN" sz="1600" b="0" i="0" u="none" strike="noStrike" kern="1200" cap="none" spc="0" baseline="0">
                <a:solidFill>
                  <a:srgbClr val="000000"/>
                </a:solidFill>
                <a:uFillTx/>
                <a:latin typeface="Arial"/>
              </a:endParaRPr>
            </a:p>
          </p:txBody>
        </p:sp>
      </p:grpSp>
      <p:grpSp>
        <p:nvGrpSpPr>
          <p:cNvPr id="20" name="Group 41">
            <a:extLst>
              <a:ext uri="{FF2B5EF4-FFF2-40B4-BE49-F238E27FC236}">
                <a16:creationId xmlns:a16="http://schemas.microsoft.com/office/drawing/2014/main" id="{54806557-F478-626B-C5E6-98B806F76D67}"/>
              </a:ext>
            </a:extLst>
          </p:cNvPr>
          <p:cNvGrpSpPr/>
          <p:nvPr/>
        </p:nvGrpSpPr>
        <p:grpSpPr>
          <a:xfrm>
            <a:off x="3899339" y="4744382"/>
            <a:ext cx="3864857" cy="903491"/>
            <a:chOff x="3899339" y="4744382"/>
            <a:chExt cx="3864857" cy="903491"/>
          </a:xfrm>
        </p:grpSpPr>
        <p:sp>
          <p:nvSpPr>
            <p:cNvPr id="21" name="TextBox 43">
              <a:extLst>
                <a:ext uri="{FF2B5EF4-FFF2-40B4-BE49-F238E27FC236}">
                  <a16:creationId xmlns:a16="http://schemas.microsoft.com/office/drawing/2014/main" id="{99DB6AEB-2E87-DB16-3B6F-BB8909FE6C1A}"/>
                </a:ext>
              </a:extLst>
            </p:cNvPr>
            <p:cNvSpPr txBox="1"/>
            <p:nvPr/>
          </p:nvSpPr>
          <p:spPr>
            <a:xfrm>
              <a:off x="4309155" y="4744382"/>
              <a:ext cx="2783835" cy="323414"/>
            </a:xfrm>
            <a:prstGeom prst="rect">
              <a:avLst/>
            </a:prstGeom>
            <a:noFill/>
            <a:ln>
              <a:noFill/>
            </a:ln>
          </p:spPr>
          <p:txBody>
            <a:bodyPr vert="horz" wrap="square" lIns="0" tIns="0" rIns="0" bIns="0" anchor="t"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600" b="1" i="0" u="none" strike="noStrike" kern="1200" cap="none" spc="0" baseline="0">
                  <a:solidFill>
                    <a:srgbClr val="000000"/>
                  </a:solidFill>
                  <a:uFillTx/>
                  <a:latin typeface="Arial"/>
                </a:rPr>
                <a:t>No Technical investigation</a:t>
              </a:r>
            </a:p>
          </p:txBody>
        </p:sp>
        <p:sp>
          <p:nvSpPr>
            <p:cNvPr id="22" name="TextBox 44">
              <a:extLst>
                <a:ext uri="{FF2B5EF4-FFF2-40B4-BE49-F238E27FC236}">
                  <a16:creationId xmlns:a16="http://schemas.microsoft.com/office/drawing/2014/main" id="{8C63858F-B473-AF7E-3436-E820FDE6241E}"/>
                </a:ext>
              </a:extLst>
            </p:cNvPr>
            <p:cNvSpPr txBox="1"/>
            <p:nvPr/>
          </p:nvSpPr>
          <p:spPr>
            <a:xfrm>
              <a:off x="3899339" y="4973842"/>
              <a:ext cx="3864857" cy="674031"/>
            </a:xfrm>
            <a:prstGeom prst="rect">
              <a:avLst/>
            </a:prstGeom>
            <a:noFill/>
            <a:ln>
              <a:noFill/>
            </a:ln>
          </p:spPr>
          <p:txBody>
            <a:bodyPr vert="horz" wrap="square" lIns="91440" tIns="45720" rIns="91440" bIns="45720" anchor="t" anchorCtr="1" compatLnSpc="1">
              <a:sp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IN" sz="1400" b="0" i="0" u="none" strike="noStrike" kern="1200" cap="none" spc="0" baseline="0">
                  <a:solidFill>
                    <a:srgbClr val="000000"/>
                  </a:solidFill>
                  <a:uFillTx/>
                  <a:latin typeface="Arial"/>
                </a:rPr>
                <a:t>Teams often don’t get enough time to explore new technology which are to be integrated and cross-modules impacts </a:t>
              </a:r>
              <a:endParaRPr lang="en-IN" sz="1600" b="0" i="0" u="none" strike="noStrike" kern="1200" cap="none" spc="0" baseline="0">
                <a:solidFill>
                  <a:srgbClr val="000000"/>
                </a:solidFill>
                <a:uFillTx/>
                <a:latin typeface="Arial"/>
              </a:endParaRPr>
            </a:p>
          </p:txBody>
        </p:sp>
      </p:grpSp>
      <p:pic>
        <p:nvPicPr>
          <p:cNvPr id="23" name="Graphic 49" descr="Continuous Improvement with solid fill">
            <a:extLst>
              <a:ext uri="{FF2B5EF4-FFF2-40B4-BE49-F238E27FC236}">
                <a16:creationId xmlns:a16="http://schemas.microsoft.com/office/drawing/2014/main" id="{EAF57378-BC41-B82B-D265-B6DCB213DF25}"/>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240883" y="1608237"/>
            <a:ext cx="914400" cy="914400"/>
          </a:xfrm>
          <a:prstGeom prst="rect">
            <a:avLst/>
          </a:prstGeom>
          <a:noFill/>
          <a:ln>
            <a:noFill/>
          </a:ln>
        </p:spPr>
      </p:pic>
      <p:pic>
        <p:nvPicPr>
          <p:cNvPr id="24" name="Graphic 51" descr="Surprised face outline with solid fill">
            <a:extLst>
              <a:ext uri="{FF2B5EF4-FFF2-40B4-BE49-F238E27FC236}">
                <a16:creationId xmlns:a16="http://schemas.microsoft.com/office/drawing/2014/main" id="{285730A0-60BD-1B36-E609-41D7844B88E7}"/>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269739" y="1572237"/>
            <a:ext cx="914400" cy="914400"/>
          </a:xfrm>
          <a:prstGeom prst="rect">
            <a:avLst/>
          </a:prstGeom>
          <a:noFill/>
          <a:ln>
            <a:noFill/>
          </a:ln>
        </p:spPr>
      </p:pic>
      <p:pic>
        <p:nvPicPr>
          <p:cNvPr id="25" name="Graphic 53" descr="Cloud Computing with solid fill">
            <a:extLst>
              <a:ext uri="{FF2B5EF4-FFF2-40B4-BE49-F238E27FC236}">
                <a16:creationId xmlns:a16="http://schemas.microsoft.com/office/drawing/2014/main" id="{43389C40-7ECD-53A2-2DF2-98E444AF88B8}"/>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5350949" y="3608194"/>
            <a:ext cx="1044299" cy="1044299"/>
          </a:xfrm>
          <a:prstGeom prst="rect">
            <a:avLst/>
          </a:prstGeom>
          <a:noFill/>
          <a:ln>
            <a:noFill/>
          </a:ln>
        </p:spPr>
      </p:pic>
      <p:grpSp>
        <p:nvGrpSpPr>
          <p:cNvPr id="26" name="Group 54">
            <a:extLst>
              <a:ext uri="{FF2B5EF4-FFF2-40B4-BE49-F238E27FC236}">
                <a16:creationId xmlns:a16="http://schemas.microsoft.com/office/drawing/2014/main" id="{5C9BD0CF-6B00-641A-7EEE-EC9B9D392243}"/>
              </a:ext>
            </a:extLst>
          </p:cNvPr>
          <p:cNvGrpSpPr/>
          <p:nvPr/>
        </p:nvGrpSpPr>
        <p:grpSpPr>
          <a:xfrm>
            <a:off x="7777950" y="4696733"/>
            <a:ext cx="3637410" cy="965377"/>
            <a:chOff x="7777950" y="4696733"/>
            <a:chExt cx="3637410" cy="965377"/>
          </a:xfrm>
        </p:grpSpPr>
        <p:sp>
          <p:nvSpPr>
            <p:cNvPr id="27" name="TextBox 56">
              <a:extLst>
                <a:ext uri="{FF2B5EF4-FFF2-40B4-BE49-F238E27FC236}">
                  <a16:creationId xmlns:a16="http://schemas.microsoft.com/office/drawing/2014/main" id="{61ED10E9-27AD-462B-A7B4-F0E110AEEBE2}"/>
                </a:ext>
              </a:extLst>
            </p:cNvPr>
            <p:cNvSpPr txBox="1"/>
            <p:nvPr/>
          </p:nvSpPr>
          <p:spPr>
            <a:xfrm>
              <a:off x="7777950" y="4696733"/>
              <a:ext cx="3637410" cy="302776"/>
            </a:xfrm>
            <a:prstGeom prst="rect">
              <a:avLst/>
            </a:prstGeom>
            <a:noFill/>
            <a:ln>
              <a:noFill/>
            </a:ln>
          </p:spPr>
          <p:txBody>
            <a:bodyPr vert="horz" wrap="square" lIns="0" tIns="0" rIns="0" bIns="0" anchor="t"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600" b="1" i="0" u="none" strike="noStrike" kern="1200" cap="none" spc="0" baseline="0">
                  <a:solidFill>
                    <a:srgbClr val="000000"/>
                  </a:solidFill>
                  <a:uFillTx/>
                  <a:latin typeface="Arial"/>
                </a:rPr>
                <a:t>Poor Coordination &amp; Handovers </a:t>
              </a:r>
            </a:p>
          </p:txBody>
        </p:sp>
        <p:sp>
          <p:nvSpPr>
            <p:cNvPr id="28" name="TextBox 57">
              <a:extLst>
                <a:ext uri="{FF2B5EF4-FFF2-40B4-BE49-F238E27FC236}">
                  <a16:creationId xmlns:a16="http://schemas.microsoft.com/office/drawing/2014/main" id="{4B9B0107-E58E-C2C5-9444-0660BFCB0023}"/>
                </a:ext>
              </a:extLst>
            </p:cNvPr>
            <p:cNvSpPr txBox="1"/>
            <p:nvPr/>
          </p:nvSpPr>
          <p:spPr>
            <a:xfrm>
              <a:off x="7823908" y="4988079"/>
              <a:ext cx="3575560" cy="674031"/>
            </a:xfrm>
            <a:prstGeom prst="rect">
              <a:avLst/>
            </a:prstGeom>
            <a:noFill/>
            <a:ln>
              <a:noFill/>
            </a:ln>
          </p:spPr>
          <p:txBody>
            <a:bodyPr vert="horz" wrap="square" lIns="91440" tIns="45720" rIns="91440" bIns="45720" anchor="t" anchorCtr="1" compatLnSpc="1">
              <a:sp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IN" sz="1400" b="0" i="0" u="none" strike="noStrike" kern="1200" cap="none" spc="0" baseline="0">
                  <a:solidFill>
                    <a:srgbClr val="000000"/>
                  </a:solidFill>
                  <a:uFillTx/>
                  <a:latin typeface="Arial"/>
                </a:rPr>
                <a:t>Unstandardized practises and informal handover often leads to blame-transfer and friction between teams </a:t>
              </a:r>
              <a:endParaRPr lang="en-IN" sz="1600" b="0" i="0" u="none" strike="noStrike" kern="1200" cap="none" spc="0" baseline="0">
                <a:solidFill>
                  <a:srgbClr val="000000"/>
                </a:solidFill>
                <a:uFillTx/>
                <a:latin typeface="Arial"/>
              </a:endParaRPr>
            </a:p>
          </p:txBody>
        </p:sp>
      </p:grpSp>
      <p:grpSp>
        <p:nvGrpSpPr>
          <p:cNvPr id="29" name="Group 64">
            <a:extLst>
              <a:ext uri="{FF2B5EF4-FFF2-40B4-BE49-F238E27FC236}">
                <a16:creationId xmlns:a16="http://schemas.microsoft.com/office/drawing/2014/main" id="{EDB9CEEB-CBF9-E41D-4711-26958AE1FD6C}"/>
              </a:ext>
            </a:extLst>
          </p:cNvPr>
          <p:cNvGrpSpPr/>
          <p:nvPr/>
        </p:nvGrpSpPr>
        <p:grpSpPr>
          <a:xfrm>
            <a:off x="759262" y="4761326"/>
            <a:ext cx="3006391" cy="1097390"/>
            <a:chOff x="759262" y="4761326"/>
            <a:chExt cx="3006391" cy="1097390"/>
          </a:xfrm>
        </p:grpSpPr>
        <p:sp>
          <p:nvSpPr>
            <p:cNvPr id="30" name="TextBox 66">
              <a:extLst>
                <a:ext uri="{FF2B5EF4-FFF2-40B4-BE49-F238E27FC236}">
                  <a16:creationId xmlns:a16="http://schemas.microsoft.com/office/drawing/2014/main" id="{383D5A94-B40D-172D-68C3-3DBE18F702BE}"/>
                </a:ext>
              </a:extLst>
            </p:cNvPr>
            <p:cNvSpPr txBox="1"/>
            <p:nvPr/>
          </p:nvSpPr>
          <p:spPr>
            <a:xfrm>
              <a:off x="773015" y="4761326"/>
              <a:ext cx="2783835" cy="323414"/>
            </a:xfrm>
            <a:prstGeom prst="rect">
              <a:avLst/>
            </a:prstGeom>
            <a:noFill/>
            <a:ln>
              <a:noFill/>
            </a:ln>
          </p:spPr>
          <p:txBody>
            <a:bodyPr vert="horz" wrap="square" lIns="0" tIns="0" rIns="0" bIns="0" anchor="t"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600" b="1" i="0" u="none" strike="noStrike" kern="1200" cap="none" spc="0" baseline="0">
                  <a:solidFill>
                    <a:srgbClr val="000000"/>
                  </a:solidFill>
                  <a:uFillTx/>
                  <a:latin typeface="Arial"/>
                </a:rPr>
                <a:t>Outdated Work Technology</a:t>
              </a:r>
            </a:p>
          </p:txBody>
        </p:sp>
        <p:sp>
          <p:nvSpPr>
            <p:cNvPr id="31" name="TextBox 67">
              <a:extLst>
                <a:ext uri="{FF2B5EF4-FFF2-40B4-BE49-F238E27FC236}">
                  <a16:creationId xmlns:a16="http://schemas.microsoft.com/office/drawing/2014/main" id="{95AE2677-D440-4728-8548-1034F45E0835}"/>
                </a:ext>
              </a:extLst>
            </p:cNvPr>
            <p:cNvSpPr txBox="1"/>
            <p:nvPr/>
          </p:nvSpPr>
          <p:spPr>
            <a:xfrm>
              <a:off x="759262" y="4990786"/>
              <a:ext cx="3006391" cy="867930"/>
            </a:xfrm>
            <a:prstGeom prst="rect">
              <a:avLst/>
            </a:prstGeom>
            <a:noFill/>
            <a:ln>
              <a:noFill/>
            </a:ln>
          </p:spPr>
          <p:txBody>
            <a:bodyPr vert="horz" wrap="square" lIns="91440" tIns="45720" rIns="91440" bIns="45720" anchor="t" anchorCtr="1" compatLnSpc="1">
              <a:sp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IN" sz="1400" b="0" i="0" u="none" strike="noStrike" kern="1200" cap="none" spc="0" baseline="0">
                  <a:solidFill>
                    <a:srgbClr val="000000"/>
                  </a:solidFill>
                  <a:uFillTx/>
                  <a:latin typeface="Arial"/>
                </a:rPr>
                <a:t>Using outdated tools along with methods is causing issues in collaboration and people are working in isolated silos </a:t>
              </a:r>
              <a:endParaRPr lang="en-IN" sz="1600" b="0" i="0" u="none" strike="noStrike" kern="1200" cap="none" spc="0" baseline="0">
                <a:solidFill>
                  <a:srgbClr val="000000"/>
                </a:solidFill>
                <a:uFillTx/>
                <a:latin typeface="Arial"/>
              </a:endParaRPr>
            </a:p>
          </p:txBody>
        </p:sp>
      </p:grpSp>
      <p:pic>
        <p:nvPicPr>
          <p:cNvPr id="32" name="Picture 73" descr="A blue and black network with people&#10;&#10;AI-generated content may be incorrect.">
            <a:extLst>
              <a:ext uri="{FF2B5EF4-FFF2-40B4-BE49-F238E27FC236}">
                <a16:creationId xmlns:a16="http://schemas.microsoft.com/office/drawing/2014/main" id="{46AFF50C-DB5A-733F-3904-B76C1BFCF47D}"/>
              </a:ext>
            </a:extLst>
          </p:cNvPr>
          <p:cNvPicPr>
            <a:picLocks noChangeAspect="1"/>
          </p:cNvPicPr>
          <p:nvPr/>
        </p:nvPicPr>
        <p:blipFill>
          <a:blip r:embed="rId15"/>
          <a:stretch>
            <a:fillRect/>
          </a:stretch>
        </p:blipFill>
        <p:spPr>
          <a:xfrm>
            <a:off x="9269739" y="3637218"/>
            <a:ext cx="893899" cy="893899"/>
          </a:xfrm>
          <a:prstGeom prst="rect">
            <a:avLst/>
          </a:prstGeom>
          <a:noFill/>
          <a:ln>
            <a:noFill/>
          </a:ln>
        </p:spPr>
      </p:pic>
      <p:pic>
        <p:nvPicPr>
          <p:cNvPr id="33" name="Graphic 75" descr="Computer with solid fill">
            <a:extLst>
              <a:ext uri="{FF2B5EF4-FFF2-40B4-BE49-F238E27FC236}">
                <a16:creationId xmlns:a16="http://schemas.microsoft.com/office/drawing/2014/main" id="{14AA872A-0725-CFB4-5C85-8668F13D93CC}"/>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934422" y="3691844"/>
            <a:ext cx="1044299" cy="1044299"/>
          </a:xfrm>
          <a:prstGeom prst="rect">
            <a:avLst/>
          </a:prstGeom>
          <a:noFill/>
          <a:ln>
            <a:noFill/>
          </a:ln>
        </p:spPr>
      </p:pic>
      <p:pic>
        <p:nvPicPr>
          <p:cNvPr id="34" name="Graphic 77" descr="Warning outline">
            <a:extLst>
              <a:ext uri="{FF2B5EF4-FFF2-40B4-BE49-F238E27FC236}">
                <a16:creationId xmlns:a16="http://schemas.microsoft.com/office/drawing/2014/main" id="{AFEE1EA8-FDE8-0984-3CB3-B52DA7BC8830}"/>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2100102" y="3943377"/>
            <a:ext cx="376367" cy="376367"/>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105">
    <p:spTree>
      <p:nvGrpSpPr>
        <p:cNvPr id="1" name=""/>
        <p:cNvGrpSpPr/>
        <p:nvPr/>
      </p:nvGrpSpPr>
      <p:grpSpPr>
        <a:xfrm>
          <a:off x="0" y="0"/>
          <a:ext cx="0" cy="0"/>
          <a:chOff x="0" y="0"/>
          <a:chExt cx="0" cy="0"/>
        </a:xfrm>
      </p:grpSpPr>
      <p:sp>
        <p:nvSpPr>
          <p:cNvPr id="2" name="Tijdelijke aanduiding voor datum 4">
            <a:extLst>
              <a:ext uri="{FF2B5EF4-FFF2-40B4-BE49-F238E27FC236}">
                <a16:creationId xmlns:a16="http://schemas.microsoft.com/office/drawing/2014/main" id="{6FBCA8F2-B74C-AABE-CC4D-587C1B02B3A0}"/>
              </a:ext>
            </a:extLst>
          </p:cNvPr>
          <p:cNvSpPr txBox="1">
            <a:spLocks noGrp="1"/>
          </p:cNvSpPr>
          <p:nvPr>
            <p:ph type="dt" sz="quarter" idx="7"/>
          </p:nvPr>
        </p:nvSpPr>
        <p:spPr>
          <a:xfrm>
            <a:off x="10146566" y="6405664"/>
            <a:ext cx="766230" cy="184663"/>
          </a:xfrm>
          <a:prstGeom prst="rect">
            <a:avLst/>
          </a:prstGeom>
          <a:noFill/>
          <a:ln>
            <a:noFill/>
          </a:ln>
        </p:spPr>
        <p:txBody>
          <a:bodyPr vert="horz" wrap="none" lIns="0" tIns="0" rIns="0" bIns="0" anchor="ctr" anchorCtr="0" compatLnSpc="1">
            <a:spAutoFit/>
          </a:bodyPr>
          <a:lstStyle/>
          <a:p>
            <a:pPr lvl="0" algn="r"/>
            <a:fld id="{3F8E4C86-20F3-4F87-A797-EAE4824DE55D}" type="datetime1">
              <a:rPr lang="nl-NL" sz="1200">
                <a:solidFill>
                  <a:srgbClr val="000000"/>
                </a:solidFill>
                <a:latin typeface="Arial"/>
                <a:cs typeface="Segoe UI Light" pitchFamily="34"/>
              </a:rPr>
              <a:pPr lvl="0" algn="r"/>
              <a:t>22-10-2025</a:t>
            </a:fld>
            <a:endParaRPr lang="en-GB" sz="1200">
              <a:solidFill>
                <a:srgbClr val="000000"/>
              </a:solidFill>
              <a:latin typeface="Arial"/>
              <a:cs typeface="Segoe UI Light" pitchFamily="34"/>
            </a:endParaRPr>
          </a:p>
        </p:txBody>
      </p:sp>
      <p:sp>
        <p:nvSpPr>
          <p:cNvPr id="3" name="Titel 8">
            <a:extLst>
              <a:ext uri="{FF2B5EF4-FFF2-40B4-BE49-F238E27FC236}">
                <a16:creationId xmlns:a16="http://schemas.microsoft.com/office/drawing/2014/main" id="{7E8365EB-8644-F004-3615-50D658B824D0}"/>
              </a:ext>
            </a:extLst>
          </p:cNvPr>
          <p:cNvSpPr txBox="1">
            <a:spLocks noGrp="1"/>
          </p:cNvSpPr>
          <p:nvPr>
            <p:ph type="title"/>
          </p:nvPr>
        </p:nvSpPr>
        <p:spPr>
          <a:xfrm>
            <a:off x="718663" y="686165"/>
            <a:ext cx="10752612" cy="323404"/>
          </a:xfrm>
          <a:prstGeom prst="rect">
            <a:avLst/>
          </a:prstGeom>
          <a:noFill/>
          <a:ln>
            <a:noFill/>
          </a:ln>
        </p:spPr>
        <p:txBody>
          <a:bodyPr vert="horz" wrap="square" lIns="0" tIns="0" rIns="0" bIns="378003" anchor="t" anchorCtr="0" compatLnSpc="1">
            <a:noAutofit/>
          </a:bodyPr>
          <a:lstStyle/>
          <a:p>
            <a:pPr lvl="0"/>
            <a:r>
              <a:rPr lang="en-GB" u="sng"/>
              <a:t>What Changed?</a:t>
            </a:r>
          </a:p>
        </p:txBody>
      </p:sp>
      <p:sp>
        <p:nvSpPr>
          <p:cNvPr id="4" name="Tijdelijke aanduiding voor dianummer 102">
            <a:extLst>
              <a:ext uri="{FF2B5EF4-FFF2-40B4-BE49-F238E27FC236}">
                <a16:creationId xmlns:a16="http://schemas.microsoft.com/office/drawing/2014/main" id="{C5865376-88ED-69DD-3148-9F376057D2B4}"/>
              </a:ext>
            </a:extLst>
          </p:cNvPr>
          <p:cNvSpPr txBox="1">
            <a:spLocks noGrp="1"/>
          </p:cNvSpPr>
          <p:nvPr>
            <p:ph type="sldNum" sz="quarter" idx="8"/>
          </p:nvPr>
        </p:nvSpPr>
        <p:spPr>
          <a:xfrm>
            <a:off x="11178466" y="6405664"/>
            <a:ext cx="291300" cy="184663"/>
          </a:xfrm>
          <a:prstGeom prst="rect">
            <a:avLst/>
          </a:prstGeom>
          <a:noFill/>
          <a:ln>
            <a:noFill/>
          </a:ln>
        </p:spPr>
        <p:txBody>
          <a:bodyPr vert="horz" wrap="none" lIns="0" tIns="0" rIns="0" bIns="0" anchor="ctr" anchorCtr="0" compatLnSpc="1">
            <a:spAutoFit/>
          </a:bodyPr>
          <a:lstStyle/>
          <a:p>
            <a:pPr lvl="0" algn="r"/>
            <a:fld id="{4BCD1BAD-45A2-486A-A1BD-69DC36C67C1C}" type="slidenum">
              <a:t>13</a:t>
            </a:fld>
            <a:endParaRPr lang="en-GB" sz="1200" b="1">
              <a:solidFill>
                <a:srgbClr val="000000"/>
              </a:solidFill>
              <a:latin typeface="Arial"/>
              <a:cs typeface="Segoe UI Light" pitchFamily="34"/>
            </a:endParaRPr>
          </a:p>
        </p:txBody>
      </p:sp>
      <p:cxnSp>
        <p:nvCxnSpPr>
          <p:cNvPr id="5" name="Straight Connector 83">
            <a:extLst>
              <a:ext uri="{FF2B5EF4-FFF2-40B4-BE49-F238E27FC236}">
                <a16:creationId xmlns:a16="http://schemas.microsoft.com/office/drawing/2014/main" id="{8826462E-6C9C-74D4-A4A2-5E2518952759}"/>
              </a:ext>
            </a:extLst>
          </p:cNvPr>
          <p:cNvCxnSpPr/>
          <p:nvPr/>
        </p:nvCxnSpPr>
        <p:spPr>
          <a:xfrm>
            <a:off x="0" y="6139546"/>
            <a:ext cx="12191996" cy="0"/>
          </a:xfrm>
          <a:prstGeom prst="straightConnector1">
            <a:avLst/>
          </a:prstGeom>
          <a:noFill/>
          <a:ln w="28575" cap="rnd">
            <a:solidFill>
              <a:srgbClr val="00A6D6"/>
            </a:solidFill>
            <a:prstDash val="solid"/>
            <a:round/>
          </a:ln>
        </p:spPr>
      </p:cxnSp>
      <p:sp>
        <p:nvSpPr>
          <p:cNvPr id="6" name="TextBox 11">
            <a:extLst>
              <a:ext uri="{FF2B5EF4-FFF2-40B4-BE49-F238E27FC236}">
                <a16:creationId xmlns:a16="http://schemas.microsoft.com/office/drawing/2014/main" id="{EEA565C3-BCDA-8296-4EA6-0A2826AF25BF}"/>
              </a:ext>
            </a:extLst>
          </p:cNvPr>
          <p:cNvSpPr txBox="1"/>
          <p:nvPr/>
        </p:nvSpPr>
        <p:spPr>
          <a:xfrm>
            <a:off x="1363525" y="-727743"/>
            <a:ext cx="8964594" cy="369335"/>
          </a:xfrm>
          <a:prstGeom prst="rect">
            <a:avLst/>
          </a:prstGeom>
          <a:noFill/>
          <a:ln>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1800" b="0" i="0" u="none" strike="noStrike" kern="1200" cap="none" spc="0" baseline="0">
                <a:solidFill>
                  <a:srgbClr val="000000"/>
                </a:solidFill>
                <a:uFillTx/>
                <a:latin typeface="Arial"/>
              </a:rPr>
              <a:t>#00A6D6</a:t>
            </a:r>
          </a:p>
        </p:txBody>
      </p:sp>
      <p:grpSp>
        <p:nvGrpSpPr>
          <p:cNvPr id="7" name="Group 6">
            <a:extLst>
              <a:ext uri="{FF2B5EF4-FFF2-40B4-BE49-F238E27FC236}">
                <a16:creationId xmlns:a16="http://schemas.microsoft.com/office/drawing/2014/main" id="{0CB850AC-C7E4-D0E4-D1FD-3CF75C156785}"/>
              </a:ext>
            </a:extLst>
          </p:cNvPr>
          <p:cNvGrpSpPr/>
          <p:nvPr/>
        </p:nvGrpSpPr>
        <p:grpSpPr>
          <a:xfrm>
            <a:off x="801608" y="2965006"/>
            <a:ext cx="4969270" cy="2784311"/>
            <a:chOff x="801608" y="2965006"/>
            <a:chExt cx="4969270" cy="2784311"/>
          </a:xfrm>
        </p:grpSpPr>
        <p:sp>
          <p:nvSpPr>
            <p:cNvPr id="8" name="Arrow: Left-Right 1">
              <a:extLst>
                <a:ext uri="{FF2B5EF4-FFF2-40B4-BE49-F238E27FC236}">
                  <a16:creationId xmlns:a16="http://schemas.microsoft.com/office/drawing/2014/main" id="{70A408FA-F813-D30C-869D-565723B254BC}"/>
                </a:ext>
              </a:extLst>
            </p:cNvPr>
            <p:cNvSpPr/>
            <p:nvPr/>
          </p:nvSpPr>
          <p:spPr>
            <a:xfrm>
              <a:off x="801608" y="2965006"/>
              <a:ext cx="4969270" cy="588462"/>
            </a:xfrm>
            <a:custGeom>
              <a:avLst>
                <a:gd name="f9" fmla="val 50000"/>
                <a:gd name="f10" fmla="val 50000"/>
              </a:avLst>
              <a:gdLst>
                <a:gd name="f2" fmla="val 10800000"/>
                <a:gd name="f3" fmla="val 5400000"/>
                <a:gd name="f4" fmla="val 180"/>
                <a:gd name="f5" fmla="val w"/>
                <a:gd name="f6" fmla="val h"/>
                <a:gd name="f7" fmla="val ss"/>
                <a:gd name="f8" fmla="val 0"/>
                <a:gd name="f9" fmla="val 50000"/>
                <a:gd name="f10" fmla="val 50000"/>
                <a:gd name="f11" fmla="+- 0 0 -360"/>
                <a:gd name="f12" fmla="+- 0 0 -180"/>
                <a:gd name="f13" fmla="abs f5"/>
                <a:gd name="f14" fmla="abs f6"/>
                <a:gd name="f15" fmla="abs f7"/>
                <a:gd name="f16" fmla="val f8"/>
                <a:gd name="f17" fmla="val f9"/>
                <a:gd name="f18" fmla="val f10"/>
                <a:gd name="f19" fmla="*/ f11 f2 1"/>
                <a:gd name="f20" fmla="*/ f12 f2 1"/>
                <a:gd name="f21" fmla="?: f13 f5 1"/>
                <a:gd name="f22" fmla="?: f14 f6 1"/>
                <a:gd name="f23" fmla="?: f15 f7 1"/>
                <a:gd name="f24" fmla="*/ f19 1 f4"/>
                <a:gd name="f25" fmla="*/ f20 1 f4"/>
                <a:gd name="f26" fmla="*/ f21 1 21600"/>
                <a:gd name="f27" fmla="*/ f22 1 21600"/>
                <a:gd name="f28" fmla="*/ 21600 f21 1"/>
                <a:gd name="f29" fmla="*/ 21600 f22 1"/>
                <a:gd name="f30" fmla="+- f24 0 f3"/>
                <a:gd name="f31" fmla="+- f25 0 f3"/>
                <a:gd name="f32" fmla="min f27 f26"/>
                <a:gd name="f33" fmla="*/ f28 1 f23"/>
                <a:gd name="f34" fmla="*/ f29 1 f23"/>
                <a:gd name="f35" fmla="val f33"/>
                <a:gd name="f36" fmla="val f34"/>
                <a:gd name="f37" fmla="*/ f16 f32 1"/>
                <a:gd name="f38" fmla="+- f36 0 f16"/>
                <a:gd name="f39" fmla="+- f35 0 f16"/>
                <a:gd name="f40" fmla="*/ f35 f32 1"/>
                <a:gd name="f41" fmla="*/ f36 f32 1"/>
                <a:gd name="f42" fmla="*/ f38 1 2"/>
                <a:gd name="f43" fmla="*/ f39 1 2"/>
                <a:gd name="f44" fmla="min f39 f38"/>
                <a:gd name="f45" fmla="*/ f38 f17 1"/>
                <a:gd name="f46" fmla="+- f16 f42 0"/>
                <a:gd name="f47" fmla="+- f16 f43 0"/>
                <a:gd name="f48" fmla="*/ f44 f18 1"/>
                <a:gd name="f49" fmla="*/ f45 1 200000"/>
                <a:gd name="f50" fmla="*/ f48 1 100000"/>
                <a:gd name="f51" fmla="+- f46 0 f49"/>
                <a:gd name="f52" fmla="+- f46 f49 0"/>
                <a:gd name="f53" fmla="*/ f46 f32 1"/>
                <a:gd name="f54" fmla="*/ f47 f32 1"/>
                <a:gd name="f55" fmla="+- f35 0 f50"/>
                <a:gd name="f56" fmla="*/ f51 f50 1"/>
                <a:gd name="f57" fmla="*/ f51 f32 1"/>
                <a:gd name="f58" fmla="*/ f52 f32 1"/>
                <a:gd name="f59" fmla="*/ f50 f32 1"/>
                <a:gd name="f60" fmla="*/ f56 1 f42"/>
                <a:gd name="f61" fmla="*/ f55 f32 1"/>
                <a:gd name="f62" fmla="+- f50 0 f60"/>
                <a:gd name="f63" fmla="+- f55 f60 0"/>
                <a:gd name="f64" fmla="*/ f62 f32 1"/>
                <a:gd name="f65" fmla="*/ f63 f32 1"/>
              </a:gdLst>
              <a:ahLst/>
              <a:cxnLst>
                <a:cxn ang="3cd4">
                  <a:pos x="hc" y="t"/>
                </a:cxn>
                <a:cxn ang="0">
                  <a:pos x="r" y="vc"/>
                </a:cxn>
                <a:cxn ang="cd4">
                  <a:pos x="hc" y="b"/>
                </a:cxn>
                <a:cxn ang="cd2">
                  <a:pos x="l" y="vc"/>
                </a:cxn>
                <a:cxn ang="f30">
                  <a:pos x="f61" y="f37"/>
                </a:cxn>
                <a:cxn ang="f30">
                  <a:pos x="f54" y="f57"/>
                </a:cxn>
                <a:cxn ang="f30">
                  <a:pos x="f59" y="f37"/>
                </a:cxn>
                <a:cxn ang="f31">
                  <a:pos x="f59" y="f41"/>
                </a:cxn>
                <a:cxn ang="f31">
                  <a:pos x="f54" y="f58"/>
                </a:cxn>
                <a:cxn ang="f31">
                  <a:pos x="f61" y="f41"/>
                </a:cxn>
              </a:cxnLst>
              <a:rect l="f64" t="f57" r="f65" b="f58"/>
              <a:pathLst>
                <a:path>
                  <a:moveTo>
                    <a:pt x="f37" y="f53"/>
                  </a:moveTo>
                  <a:lnTo>
                    <a:pt x="f59" y="f37"/>
                  </a:lnTo>
                  <a:lnTo>
                    <a:pt x="f59" y="f57"/>
                  </a:lnTo>
                  <a:lnTo>
                    <a:pt x="f61" y="f57"/>
                  </a:lnTo>
                  <a:lnTo>
                    <a:pt x="f61" y="f37"/>
                  </a:lnTo>
                  <a:lnTo>
                    <a:pt x="f40" y="f53"/>
                  </a:lnTo>
                  <a:lnTo>
                    <a:pt x="f61" y="f41"/>
                  </a:lnTo>
                  <a:lnTo>
                    <a:pt x="f61" y="f58"/>
                  </a:lnTo>
                  <a:lnTo>
                    <a:pt x="f59" y="f58"/>
                  </a:lnTo>
                  <a:lnTo>
                    <a:pt x="f59" y="f41"/>
                  </a:lnTo>
                  <a:close/>
                </a:path>
              </a:pathLst>
            </a:custGeom>
            <a:solidFill>
              <a:srgbClr val="00A6D6">
                <a:alpha val="30196"/>
              </a:srgbClr>
            </a:solidFill>
            <a:ln>
              <a:noFill/>
              <a:prstDash val="solid"/>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r>
                <a:rPr lang="en-US" sz="1600" b="1" i="0" u="none" strike="noStrike" kern="1200" cap="none" spc="0" baseline="0">
                  <a:solidFill>
                    <a:srgbClr val="FFFFFF"/>
                  </a:solidFill>
                  <a:uFillTx/>
                  <a:latin typeface="Arial"/>
                </a:rPr>
                <a:t>Volume </a:t>
              </a:r>
              <a:endParaRPr lang="en-IN" sz="1600" b="1" i="0" u="none" strike="noStrike" kern="1200" cap="none" spc="0" baseline="0">
                <a:solidFill>
                  <a:srgbClr val="FFFFFF"/>
                </a:solidFill>
                <a:uFillTx/>
                <a:latin typeface="Arial"/>
              </a:endParaRPr>
            </a:p>
          </p:txBody>
        </p:sp>
        <p:sp>
          <p:nvSpPr>
            <p:cNvPr id="9" name="Arrow: Left-Right 2">
              <a:extLst>
                <a:ext uri="{FF2B5EF4-FFF2-40B4-BE49-F238E27FC236}">
                  <a16:creationId xmlns:a16="http://schemas.microsoft.com/office/drawing/2014/main" id="{4F0BF951-E61C-8404-159B-7E466A973465}"/>
                </a:ext>
              </a:extLst>
            </p:cNvPr>
            <p:cNvSpPr/>
            <p:nvPr/>
          </p:nvSpPr>
          <p:spPr>
            <a:xfrm>
              <a:off x="801608" y="3671690"/>
              <a:ext cx="4969270" cy="588462"/>
            </a:xfrm>
            <a:custGeom>
              <a:avLst>
                <a:gd name="f9" fmla="val 50000"/>
                <a:gd name="f10" fmla="val 50000"/>
              </a:avLst>
              <a:gdLst>
                <a:gd name="f2" fmla="val 10800000"/>
                <a:gd name="f3" fmla="val 5400000"/>
                <a:gd name="f4" fmla="val 180"/>
                <a:gd name="f5" fmla="val w"/>
                <a:gd name="f6" fmla="val h"/>
                <a:gd name="f7" fmla="val ss"/>
                <a:gd name="f8" fmla="val 0"/>
                <a:gd name="f9" fmla="val 50000"/>
                <a:gd name="f10" fmla="val 50000"/>
                <a:gd name="f11" fmla="+- 0 0 -360"/>
                <a:gd name="f12" fmla="+- 0 0 -180"/>
                <a:gd name="f13" fmla="abs f5"/>
                <a:gd name="f14" fmla="abs f6"/>
                <a:gd name="f15" fmla="abs f7"/>
                <a:gd name="f16" fmla="val f8"/>
                <a:gd name="f17" fmla="val f9"/>
                <a:gd name="f18" fmla="val f10"/>
                <a:gd name="f19" fmla="*/ f11 f2 1"/>
                <a:gd name="f20" fmla="*/ f12 f2 1"/>
                <a:gd name="f21" fmla="?: f13 f5 1"/>
                <a:gd name="f22" fmla="?: f14 f6 1"/>
                <a:gd name="f23" fmla="?: f15 f7 1"/>
                <a:gd name="f24" fmla="*/ f19 1 f4"/>
                <a:gd name="f25" fmla="*/ f20 1 f4"/>
                <a:gd name="f26" fmla="*/ f21 1 21600"/>
                <a:gd name="f27" fmla="*/ f22 1 21600"/>
                <a:gd name="f28" fmla="*/ 21600 f21 1"/>
                <a:gd name="f29" fmla="*/ 21600 f22 1"/>
                <a:gd name="f30" fmla="+- f24 0 f3"/>
                <a:gd name="f31" fmla="+- f25 0 f3"/>
                <a:gd name="f32" fmla="min f27 f26"/>
                <a:gd name="f33" fmla="*/ f28 1 f23"/>
                <a:gd name="f34" fmla="*/ f29 1 f23"/>
                <a:gd name="f35" fmla="val f33"/>
                <a:gd name="f36" fmla="val f34"/>
                <a:gd name="f37" fmla="*/ f16 f32 1"/>
                <a:gd name="f38" fmla="+- f36 0 f16"/>
                <a:gd name="f39" fmla="+- f35 0 f16"/>
                <a:gd name="f40" fmla="*/ f35 f32 1"/>
                <a:gd name="f41" fmla="*/ f36 f32 1"/>
                <a:gd name="f42" fmla="*/ f38 1 2"/>
                <a:gd name="f43" fmla="*/ f39 1 2"/>
                <a:gd name="f44" fmla="min f39 f38"/>
                <a:gd name="f45" fmla="*/ f38 f17 1"/>
                <a:gd name="f46" fmla="+- f16 f42 0"/>
                <a:gd name="f47" fmla="+- f16 f43 0"/>
                <a:gd name="f48" fmla="*/ f44 f18 1"/>
                <a:gd name="f49" fmla="*/ f45 1 200000"/>
                <a:gd name="f50" fmla="*/ f48 1 100000"/>
                <a:gd name="f51" fmla="+- f46 0 f49"/>
                <a:gd name="f52" fmla="+- f46 f49 0"/>
                <a:gd name="f53" fmla="*/ f46 f32 1"/>
                <a:gd name="f54" fmla="*/ f47 f32 1"/>
                <a:gd name="f55" fmla="+- f35 0 f50"/>
                <a:gd name="f56" fmla="*/ f51 f50 1"/>
                <a:gd name="f57" fmla="*/ f51 f32 1"/>
                <a:gd name="f58" fmla="*/ f52 f32 1"/>
                <a:gd name="f59" fmla="*/ f50 f32 1"/>
                <a:gd name="f60" fmla="*/ f56 1 f42"/>
                <a:gd name="f61" fmla="*/ f55 f32 1"/>
                <a:gd name="f62" fmla="+- f50 0 f60"/>
                <a:gd name="f63" fmla="+- f55 f60 0"/>
                <a:gd name="f64" fmla="*/ f62 f32 1"/>
                <a:gd name="f65" fmla="*/ f63 f32 1"/>
              </a:gdLst>
              <a:ahLst/>
              <a:cxnLst>
                <a:cxn ang="3cd4">
                  <a:pos x="hc" y="t"/>
                </a:cxn>
                <a:cxn ang="0">
                  <a:pos x="r" y="vc"/>
                </a:cxn>
                <a:cxn ang="cd4">
                  <a:pos x="hc" y="b"/>
                </a:cxn>
                <a:cxn ang="cd2">
                  <a:pos x="l" y="vc"/>
                </a:cxn>
                <a:cxn ang="f30">
                  <a:pos x="f61" y="f37"/>
                </a:cxn>
                <a:cxn ang="f30">
                  <a:pos x="f54" y="f57"/>
                </a:cxn>
                <a:cxn ang="f30">
                  <a:pos x="f59" y="f37"/>
                </a:cxn>
                <a:cxn ang="f31">
                  <a:pos x="f59" y="f41"/>
                </a:cxn>
                <a:cxn ang="f31">
                  <a:pos x="f54" y="f58"/>
                </a:cxn>
                <a:cxn ang="f31">
                  <a:pos x="f61" y="f41"/>
                </a:cxn>
              </a:cxnLst>
              <a:rect l="f64" t="f57" r="f65" b="f58"/>
              <a:pathLst>
                <a:path>
                  <a:moveTo>
                    <a:pt x="f37" y="f53"/>
                  </a:moveTo>
                  <a:lnTo>
                    <a:pt x="f59" y="f37"/>
                  </a:lnTo>
                  <a:lnTo>
                    <a:pt x="f59" y="f57"/>
                  </a:lnTo>
                  <a:lnTo>
                    <a:pt x="f61" y="f57"/>
                  </a:lnTo>
                  <a:lnTo>
                    <a:pt x="f61" y="f37"/>
                  </a:lnTo>
                  <a:lnTo>
                    <a:pt x="f40" y="f53"/>
                  </a:lnTo>
                  <a:lnTo>
                    <a:pt x="f61" y="f41"/>
                  </a:lnTo>
                  <a:lnTo>
                    <a:pt x="f61" y="f58"/>
                  </a:lnTo>
                  <a:lnTo>
                    <a:pt x="f59" y="f58"/>
                  </a:lnTo>
                  <a:lnTo>
                    <a:pt x="f59" y="f41"/>
                  </a:lnTo>
                  <a:close/>
                </a:path>
              </a:pathLst>
            </a:custGeom>
            <a:solidFill>
              <a:srgbClr val="00A6D6">
                <a:alpha val="30196"/>
              </a:srgbClr>
            </a:solidFill>
            <a:ln>
              <a:noFill/>
              <a:prstDash val="solid"/>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r>
                <a:rPr lang="en-US" sz="1600" b="1" i="0" u="none" strike="noStrike" kern="1200" cap="none" spc="0" baseline="0">
                  <a:solidFill>
                    <a:srgbClr val="FFFFFF"/>
                  </a:solidFill>
                  <a:uFillTx/>
                  <a:latin typeface="Arial"/>
                </a:rPr>
                <a:t>Variety</a:t>
              </a:r>
              <a:endParaRPr lang="en-IN" sz="1600" b="1" i="0" u="none" strike="noStrike" kern="1200" cap="none" spc="0" baseline="0">
                <a:solidFill>
                  <a:srgbClr val="FFFFFF"/>
                </a:solidFill>
                <a:uFillTx/>
                <a:latin typeface="Arial"/>
              </a:endParaRPr>
            </a:p>
          </p:txBody>
        </p:sp>
        <p:sp>
          <p:nvSpPr>
            <p:cNvPr id="10" name="Arrow: Left-Right 3">
              <a:extLst>
                <a:ext uri="{FF2B5EF4-FFF2-40B4-BE49-F238E27FC236}">
                  <a16:creationId xmlns:a16="http://schemas.microsoft.com/office/drawing/2014/main" id="{D1B5CAC8-6ADA-2F25-484B-17FFB8702AC2}"/>
                </a:ext>
              </a:extLst>
            </p:cNvPr>
            <p:cNvSpPr/>
            <p:nvPr/>
          </p:nvSpPr>
          <p:spPr>
            <a:xfrm>
              <a:off x="801608" y="4416277"/>
              <a:ext cx="4969270" cy="588462"/>
            </a:xfrm>
            <a:custGeom>
              <a:avLst>
                <a:gd name="f9" fmla="val 50000"/>
                <a:gd name="f10" fmla="val 50000"/>
              </a:avLst>
              <a:gdLst>
                <a:gd name="f2" fmla="val 10800000"/>
                <a:gd name="f3" fmla="val 5400000"/>
                <a:gd name="f4" fmla="val 180"/>
                <a:gd name="f5" fmla="val w"/>
                <a:gd name="f6" fmla="val h"/>
                <a:gd name="f7" fmla="val ss"/>
                <a:gd name="f8" fmla="val 0"/>
                <a:gd name="f9" fmla="val 50000"/>
                <a:gd name="f10" fmla="val 50000"/>
                <a:gd name="f11" fmla="+- 0 0 -360"/>
                <a:gd name="f12" fmla="+- 0 0 -180"/>
                <a:gd name="f13" fmla="abs f5"/>
                <a:gd name="f14" fmla="abs f6"/>
                <a:gd name="f15" fmla="abs f7"/>
                <a:gd name="f16" fmla="val f8"/>
                <a:gd name="f17" fmla="val f9"/>
                <a:gd name="f18" fmla="val f10"/>
                <a:gd name="f19" fmla="*/ f11 f2 1"/>
                <a:gd name="f20" fmla="*/ f12 f2 1"/>
                <a:gd name="f21" fmla="?: f13 f5 1"/>
                <a:gd name="f22" fmla="?: f14 f6 1"/>
                <a:gd name="f23" fmla="?: f15 f7 1"/>
                <a:gd name="f24" fmla="*/ f19 1 f4"/>
                <a:gd name="f25" fmla="*/ f20 1 f4"/>
                <a:gd name="f26" fmla="*/ f21 1 21600"/>
                <a:gd name="f27" fmla="*/ f22 1 21600"/>
                <a:gd name="f28" fmla="*/ 21600 f21 1"/>
                <a:gd name="f29" fmla="*/ 21600 f22 1"/>
                <a:gd name="f30" fmla="+- f24 0 f3"/>
                <a:gd name="f31" fmla="+- f25 0 f3"/>
                <a:gd name="f32" fmla="min f27 f26"/>
                <a:gd name="f33" fmla="*/ f28 1 f23"/>
                <a:gd name="f34" fmla="*/ f29 1 f23"/>
                <a:gd name="f35" fmla="val f33"/>
                <a:gd name="f36" fmla="val f34"/>
                <a:gd name="f37" fmla="*/ f16 f32 1"/>
                <a:gd name="f38" fmla="+- f36 0 f16"/>
                <a:gd name="f39" fmla="+- f35 0 f16"/>
                <a:gd name="f40" fmla="*/ f35 f32 1"/>
                <a:gd name="f41" fmla="*/ f36 f32 1"/>
                <a:gd name="f42" fmla="*/ f38 1 2"/>
                <a:gd name="f43" fmla="*/ f39 1 2"/>
                <a:gd name="f44" fmla="min f39 f38"/>
                <a:gd name="f45" fmla="*/ f38 f17 1"/>
                <a:gd name="f46" fmla="+- f16 f42 0"/>
                <a:gd name="f47" fmla="+- f16 f43 0"/>
                <a:gd name="f48" fmla="*/ f44 f18 1"/>
                <a:gd name="f49" fmla="*/ f45 1 200000"/>
                <a:gd name="f50" fmla="*/ f48 1 100000"/>
                <a:gd name="f51" fmla="+- f46 0 f49"/>
                <a:gd name="f52" fmla="+- f46 f49 0"/>
                <a:gd name="f53" fmla="*/ f46 f32 1"/>
                <a:gd name="f54" fmla="*/ f47 f32 1"/>
                <a:gd name="f55" fmla="+- f35 0 f50"/>
                <a:gd name="f56" fmla="*/ f51 f50 1"/>
                <a:gd name="f57" fmla="*/ f51 f32 1"/>
                <a:gd name="f58" fmla="*/ f52 f32 1"/>
                <a:gd name="f59" fmla="*/ f50 f32 1"/>
                <a:gd name="f60" fmla="*/ f56 1 f42"/>
                <a:gd name="f61" fmla="*/ f55 f32 1"/>
                <a:gd name="f62" fmla="+- f50 0 f60"/>
                <a:gd name="f63" fmla="+- f55 f60 0"/>
                <a:gd name="f64" fmla="*/ f62 f32 1"/>
                <a:gd name="f65" fmla="*/ f63 f32 1"/>
              </a:gdLst>
              <a:ahLst/>
              <a:cxnLst>
                <a:cxn ang="3cd4">
                  <a:pos x="hc" y="t"/>
                </a:cxn>
                <a:cxn ang="0">
                  <a:pos x="r" y="vc"/>
                </a:cxn>
                <a:cxn ang="cd4">
                  <a:pos x="hc" y="b"/>
                </a:cxn>
                <a:cxn ang="cd2">
                  <a:pos x="l" y="vc"/>
                </a:cxn>
                <a:cxn ang="f30">
                  <a:pos x="f61" y="f37"/>
                </a:cxn>
                <a:cxn ang="f30">
                  <a:pos x="f54" y="f57"/>
                </a:cxn>
                <a:cxn ang="f30">
                  <a:pos x="f59" y="f37"/>
                </a:cxn>
                <a:cxn ang="f31">
                  <a:pos x="f59" y="f41"/>
                </a:cxn>
                <a:cxn ang="f31">
                  <a:pos x="f54" y="f58"/>
                </a:cxn>
                <a:cxn ang="f31">
                  <a:pos x="f61" y="f41"/>
                </a:cxn>
              </a:cxnLst>
              <a:rect l="f64" t="f57" r="f65" b="f58"/>
              <a:pathLst>
                <a:path>
                  <a:moveTo>
                    <a:pt x="f37" y="f53"/>
                  </a:moveTo>
                  <a:lnTo>
                    <a:pt x="f59" y="f37"/>
                  </a:lnTo>
                  <a:lnTo>
                    <a:pt x="f59" y="f57"/>
                  </a:lnTo>
                  <a:lnTo>
                    <a:pt x="f61" y="f57"/>
                  </a:lnTo>
                  <a:lnTo>
                    <a:pt x="f61" y="f37"/>
                  </a:lnTo>
                  <a:lnTo>
                    <a:pt x="f40" y="f53"/>
                  </a:lnTo>
                  <a:lnTo>
                    <a:pt x="f61" y="f41"/>
                  </a:lnTo>
                  <a:lnTo>
                    <a:pt x="f61" y="f58"/>
                  </a:lnTo>
                  <a:lnTo>
                    <a:pt x="f59" y="f58"/>
                  </a:lnTo>
                  <a:lnTo>
                    <a:pt x="f59" y="f41"/>
                  </a:lnTo>
                  <a:close/>
                </a:path>
              </a:pathLst>
            </a:custGeom>
            <a:solidFill>
              <a:srgbClr val="00A6D6">
                <a:alpha val="30196"/>
              </a:srgbClr>
            </a:solidFill>
            <a:ln>
              <a:noFill/>
              <a:prstDash val="solid"/>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r>
                <a:rPr lang="en-US" sz="1600" b="1" i="0" u="none" strike="noStrike" kern="1200" cap="none" spc="0" baseline="0">
                  <a:solidFill>
                    <a:srgbClr val="FFFFFF"/>
                  </a:solidFill>
                  <a:uFillTx/>
                  <a:latin typeface="Arial"/>
                </a:rPr>
                <a:t>Variation</a:t>
              </a:r>
              <a:endParaRPr lang="en-IN" sz="1600" b="1" i="0" u="none" strike="noStrike" kern="1200" cap="none" spc="0" baseline="0">
                <a:solidFill>
                  <a:srgbClr val="FFFFFF"/>
                </a:solidFill>
                <a:uFillTx/>
                <a:latin typeface="Arial"/>
              </a:endParaRPr>
            </a:p>
          </p:txBody>
        </p:sp>
        <p:sp>
          <p:nvSpPr>
            <p:cNvPr id="11" name="Arrow: Left-Right 5">
              <a:extLst>
                <a:ext uri="{FF2B5EF4-FFF2-40B4-BE49-F238E27FC236}">
                  <a16:creationId xmlns:a16="http://schemas.microsoft.com/office/drawing/2014/main" id="{BCA2FFF1-9FB0-F45D-9AFE-B68F60454EF4}"/>
                </a:ext>
              </a:extLst>
            </p:cNvPr>
            <p:cNvSpPr/>
            <p:nvPr/>
          </p:nvSpPr>
          <p:spPr>
            <a:xfrm>
              <a:off x="801608" y="5160855"/>
              <a:ext cx="4969270" cy="588462"/>
            </a:xfrm>
            <a:custGeom>
              <a:avLst>
                <a:gd name="f9" fmla="val 50000"/>
                <a:gd name="f10" fmla="val 50000"/>
              </a:avLst>
              <a:gdLst>
                <a:gd name="f2" fmla="val 10800000"/>
                <a:gd name="f3" fmla="val 5400000"/>
                <a:gd name="f4" fmla="val 180"/>
                <a:gd name="f5" fmla="val w"/>
                <a:gd name="f6" fmla="val h"/>
                <a:gd name="f7" fmla="val ss"/>
                <a:gd name="f8" fmla="val 0"/>
                <a:gd name="f9" fmla="val 50000"/>
                <a:gd name="f10" fmla="val 50000"/>
                <a:gd name="f11" fmla="+- 0 0 -360"/>
                <a:gd name="f12" fmla="+- 0 0 -180"/>
                <a:gd name="f13" fmla="abs f5"/>
                <a:gd name="f14" fmla="abs f6"/>
                <a:gd name="f15" fmla="abs f7"/>
                <a:gd name="f16" fmla="val f8"/>
                <a:gd name="f17" fmla="val f9"/>
                <a:gd name="f18" fmla="val f10"/>
                <a:gd name="f19" fmla="*/ f11 f2 1"/>
                <a:gd name="f20" fmla="*/ f12 f2 1"/>
                <a:gd name="f21" fmla="?: f13 f5 1"/>
                <a:gd name="f22" fmla="?: f14 f6 1"/>
                <a:gd name="f23" fmla="?: f15 f7 1"/>
                <a:gd name="f24" fmla="*/ f19 1 f4"/>
                <a:gd name="f25" fmla="*/ f20 1 f4"/>
                <a:gd name="f26" fmla="*/ f21 1 21600"/>
                <a:gd name="f27" fmla="*/ f22 1 21600"/>
                <a:gd name="f28" fmla="*/ 21600 f21 1"/>
                <a:gd name="f29" fmla="*/ 21600 f22 1"/>
                <a:gd name="f30" fmla="+- f24 0 f3"/>
                <a:gd name="f31" fmla="+- f25 0 f3"/>
                <a:gd name="f32" fmla="min f27 f26"/>
                <a:gd name="f33" fmla="*/ f28 1 f23"/>
                <a:gd name="f34" fmla="*/ f29 1 f23"/>
                <a:gd name="f35" fmla="val f33"/>
                <a:gd name="f36" fmla="val f34"/>
                <a:gd name="f37" fmla="*/ f16 f32 1"/>
                <a:gd name="f38" fmla="+- f36 0 f16"/>
                <a:gd name="f39" fmla="+- f35 0 f16"/>
                <a:gd name="f40" fmla="*/ f35 f32 1"/>
                <a:gd name="f41" fmla="*/ f36 f32 1"/>
                <a:gd name="f42" fmla="*/ f38 1 2"/>
                <a:gd name="f43" fmla="*/ f39 1 2"/>
                <a:gd name="f44" fmla="min f39 f38"/>
                <a:gd name="f45" fmla="*/ f38 f17 1"/>
                <a:gd name="f46" fmla="+- f16 f42 0"/>
                <a:gd name="f47" fmla="+- f16 f43 0"/>
                <a:gd name="f48" fmla="*/ f44 f18 1"/>
                <a:gd name="f49" fmla="*/ f45 1 200000"/>
                <a:gd name="f50" fmla="*/ f48 1 100000"/>
                <a:gd name="f51" fmla="+- f46 0 f49"/>
                <a:gd name="f52" fmla="+- f46 f49 0"/>
                <a:gd name="f53" fmla="*/ f46 f32 1"/>
                <a:gd name="f54" fmla="*/ f47 f32 1"/>
                <a:gd name="f55" fmla="+- f35 0 f50"/>
                <a:gd name="f56" fmla="*/ f51 f50 1"/>
                <a:gd name="f57" fmla="*/ f51 f32 1"/>
                <a:gd name="f58" fmla="*/ f52 f32 1"/>
                <a:gd name="f59" fmla="*/ f50 f32 1"/>
                <a:gd name="f60" fmla="*/ f56 1 f42"/>
                <a:gd name="f61" fmla="*/ f55 f32 1"/>
                <a:gd name="f62" fmla="+- f50 0 f60"/>
                <a:gd name="f63" fmla="+- f55 f60 0"/>
                <a:gd name="f64" fmla="*/ f62 f32 1"/>
                <a:gd name="f65" fmla="*/ f63 f32 1"/>
              </a:gdLst>
              <a:ahLst/>
              <a:cxnLst>
                <a:cxn ang="3cd4">
                  <a:pos x="hc" y="t"/>
                </a:cxn>
                <a:cxn ang="0">
                  <a:pos x="r" y="vc"/>
                </a:cxn>
                <a:cxn ang="cd4">
                  <a:pos x="hc" y="b"/>
                </a:cxn>
                <a:cxn ang="cd2">
                  <a:pos x="l" y="vc"/>
                </a:cxn>
                <a:cxn ang="f30">
                  <a:pos x="f61" y="f37"/>
                </a:cxn>
                <a:cxn ang="f30">
                  <a:pos x="f54" y="f57"/>
                </a:cxn>
                <a:cxn ang="f30">
                  <a:pos x="f59" y="f37"/>
                </a:cxn>
                <a:cxn ang="f31">
                  <a:pos x="f59" y="f41"/>
                </a:cxn>
                <a:cxn ang="f31">
                  <a:pos x="f54" y="f58"/>
                </a:cxn>
                <a:cxn ang="f31">
                  <a:pos x="f61" y="f41"/>
                </a:cxn>
              </a:cxnLst>
              <a:rect l="f64" t="f57" r="f65" b="f58"/>
              <a:pathLst>
                <a:path>
                  <a:moveTo>
                    <a:pt x="f37" y="f53"/>
                  </a:moveTo>
                  <a:lnTo>
                    <a:pt x="f59" y="f37"/>
                  </a:lnTo>
                  <a:lnTo>
                    <a:pt x="f59" y="f57"/>
                  </a:lnTo>
                  <a:lnTo>
                    <a:pt x="f61" y="f57"/>
                  </a:lnTo>
                  <a:lnTo>
                    <a:pt x="f61" y="f37"/>
                  </a:lnTo>
                  <a:lnTo>
                    <a:pt x="f40" y="f53"/>
                  </a:lnTo>
                  <a:lnTo>
                    <a:pt x="f61" y="f41"/>
                  </a:lnTo>
                  <a:lnTo>
                    <a:pt x="f61" y="f58"/>
                  </a:lnTo>
                  <a:lnTo>
                    <a:pt x="f59" y="f58"/>
                  </a:lnTo>
                  <a:lnTo>
                    <a:pt x="f59" y="f41"/>
                  </a:lnTo>
                  <a:close/>
                </a:path>
              </a:pathLst>
            </a:custGeom>
            <a:solidFill>
              <a:srgbClr val="00A6D6">
                <a:alpha val="30196"/>
              </a:srgbClr>
            </a:solidFill>
            <a:ln>
              <a:noFill/>
              <a:prstDash val="solid"/>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r>
                <a:rPr lang="en-US" sz="1600" b="1" i="0" u="none" strike="noStrike" kern="1200" cap="none" spc="0" baseline="0">
                  <a:solidFill>
                    <a:srgbClr val="FFFFFF"/>
                  </a:solidFill>
                  <a:uFillTx/>
                  <a:latin typeface="Arial"/>
                </a:rPr>
                <a:t>Visibility </a:t>
              </a:r>
              <a:endParaRPr lang="en-IN" sz="1600" b="1" i="0" u="none" strike="noStrike" kern="1200" cap="none" spc="0" baseline="0">
                <a:solidFill>
                  <a:srgbClr val="FFFFFF"/>
                </a:solidFill>
                <a:uFillTx/>
                <a:latin typeface="Arial"/>
              </a:endParaRPr>
            </a:p>
          </p:txBody>
        </p:sp>
      </p:grpSp>
      <p:sp>
        <p:nvSpPr>
          <p:cNvPr id="12" name="TextBox 7">
            <a:extLst>
              <a:ext uri="{FF2B5EF4-FFF2-40B4-BE49-F238E27FC236}">
                <a16:creationId xmlns:a16="http://schemas.microsoft.com/office/drawing/2014/main" id="{AB34098C-CA2A-C215-422F-48244A8DF008}"/>
              </a:ext>
            </a:extLst>
          </p:cNvPr>
          <p:cNvSpPr txBox="1"/>
          <p:nvPr/>
        </p:nvSpPr>
        <p:spPr>
          <a:xfrm>
            <a:off x="801608" y="3132396"/>
            <a:ext cx="971431" cy="281205"/>
          </a:xfrm>
          <a:prstGeom prst="rect">
            <a:avLst/>
          </a:prstGeom>
          <a:noFill/>
          <a:ln>
            <a:noFill/>
          </a:ln>
        </p:spPr>
        <p:txBody>
          <a:bodyPr vert="horz" wrap="square" lIns="0" tIns="0" rIns="0" bIns="0" anchor="t"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600" b="1" i="0" u="none" strike="noStrike" kern="1200" cap="none" spc="0" baseline="0">
                <a:solidFill>
                  <a:srgbClr val="000000"/>
                </a:solidFill>
                <a:uFillTx/>
                <a:latin typeface="Arial"/>
              </a:rPr>
              <a:t>High</a:t>
            </a:r>
          </a:p>
        </p:txBody>
      </p:sp>
      <p:sp>
        <p:nvSpPr>
          <p:cNvPr id="13" name="TextBox 10">
            <a:extLst>
              <a:ext uri="{FF2B5EF4-FFF2-40B4-BE49-F238E27FC236}">
                <a16:creationId xmlns:a16="http://schemas.microsoft.com/office/drawing/2014/main" id="{AE8B6DF9-4151-1EA1-D318-5337DA9EF71A}"/>
              </a:ext>
            </a:extLst>
          </p:cNvPr>
          <p:cNvSpPr txBox="1"/>
          <p:nvPr/>
        </p:nvSpPr>
        <p:spPr>
          <a:xfrm>
            <a:off x="801608" y="3863449"/>
            <a:ext cx="971431" cy="281205"/>
          </a:xfrm>
          <a:prstGeom prst="rect">
            <a:avLst/>
          </a:prstGeom>
          <a:noFill/>
          <a:ln>
            <a:noFill/>
          </a:ln>
        </p:spPr>
        <p:txBody>
          <a:bodyPr vert="horz" wrap="square" lIns="0" tIns="0" rIns="0" bIns="0" anchor="t"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600" b="1" i="0" u="none" strike="noStrike" kern="1200" cap="none" spc="0" baseline="0">
                <a:solidFill>
                  <a:srgbClr val="000000"/>
                </a:solidFill>
                <a:uFillTx/>
                <a:latin typeface="Arial"/>
              </a:rPr>
              <a:t>High</a:t>
            </a:r>
          </a:p>
        </p:txBody>
      </p:sp>
      <p:sp>
        <p:nvSpPr>
          <p:cNvPr id="14" name="TextBox 12">
            <a:extLst>
              <a:ext uri="{FF2B5EF4-FFF2-40B4-BE49-F238E27FC236}">
                <a16:creationId xmlns:a16="http://schemas.microsoft.com/office/drawing/2014/main" id="{A2C31401-B779-0DA2-6232-44D5A014E0A5}"/>
              </a:ext>
            </a:extLst>
          </p:cNvPr>
          <p:cNvSpPr txBox="1"/>
          <p:nvPr/>
        </p:nvSpPr>
        <p:spPr>
          <a:xfrm>
            <a:off x="801608" y="4616631"/>
            <a:ext cx="971431" cy="281205"/>
          </a:xfrm>
          <a:prstGeom prst="rect">
            <a:avLst/>
          </a:prstGeom>
          <a:noFill/>
          <a:ln>
            <a:noFill/>
          </a:ln>
        </p:spPr>
        <p:txBody>
          <a:bodyPr vert="horz" wrap="square" lIns="0" tIns="0" rIns="0" bIns="0" anchor="t"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600" b="1" i="0" u="none" strike="noStrike" kern="1200" cap="none" spc="0" baseline="0">
                <a:solidFill>
                  <a:srgbClr val="000000"/>
                </a:solidFill>
                <a:uFillTx/>
                <a:latin typeface="Arial"/>
              </a:rPr>
              <a:t>High</a:t>
            </a:r>
          </a:p>
        </p:txBody>
      </p:sp>
      <p:sp>
        <p:nvSpPr>
          <p:cNvPr id="15" name="TextBox 13">
            <a:extLst>
              <a:ext uri="{FF2B5EF4-FFF2-40B4-BE49-F238E27FC236}">
                <a16:creationId xmlns:a16="http://schemas.microsoft.com/office/drawing/2014/main" id="{A3A4A5C7-D404-4868-0A27-3D18196ECB62}"/>
              </a:ext>
            </a:extLst>
          </p:cNvPr>
          <p:cNvSpPr txBox="1"/>
          <p:nvPr/>
        </p:nvSpPr>
        <p:spPr>
          <a:xfrm>
            <a:off x="801608" y="5361255"/>
            <a:ext cx="971431" cy="281205"/>
          </a:xfrm>
          <a:prstGeom prst="rect">
            <a:avLst/>
          </a:prstGeom>
          <a:noFill/>
          <a:ln>
            <a:noFill/>
          </a:ln>
        </p:spPr>
        <p:txBody>
          <a:bodyPr vert="horz" wrap="square" lIns="0" tIns="0" rIns="0" bIns="0" anchor="t"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600" b="1" i="0" u="none" strike="noStrike" kern="1200" cap="none" spc="0" baseline="0">
                <a:solidFill>
                  <a:srgbClr val="000000"/>
                </a:solidFill>
                <a:uFillTx/>
                <a:latin typeface="Arial"/>
              </a:rPr>
              <a:t>High</a:t>
            </a:r>
          </a:p>
        </p:txBody>
      </p:sp>
      <p:sp>
        <p:nvSpPr>
          <p:cNvPr id="16" name="TextBox 14">
            <a:extLst>
              <a:ext uri="{FF2B5EF4-FFF2-40B4-BE49-F238E27FC236}">
                <a16:creationId xmlns:a16="http://schemas.microsoft.com/office/drawing/2014/main" id="{A7676B6F-C6EF-7E15-4035-3ACD6BD18DEC}"/>
              </a:ext>
            </a:extLst>
          </p:cNvPr>
          <p:cNvSpPr txBox="1"/>
          <p:nvPr/>
        </p:nvSpPr>
        <p:spPr>
          <a:xfrm>
            <a:off x="4723369" y="3144191"/>
            <a:ext cx="971431" cy="281205"/>
          </a:xfrm>
          <a:prstGeom prst="rect">
            <a:avLst/>
          </a:prstGeom>
          <a:noFill/>
          <a:ln>
            <a:noFill/>
          </a:ln>
        </p:spPr>
        <p:txBody>
          <a:bodyPr vert="horz" wrap="square" lIns="0" tIns="0" rIns="0" bIns="0" anchor="t"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600" b="1" i="0" u="none" strike="noStrike" kern="1200" cap="none" spc="0" baseline="0">
                <a:solidFill>
                  <a:srgbClr val="000000"/>
                </a:solidFill>
                <a:uFillTx/>
                <a:latin typeface="Arial"/>
              </a:rPr>
              <a:t>Low</a:t>
            </a:r>
          </a:p>
        </p:txBody>
      </p:sp>
      <p:sp>
        <p:nvSpPr>
          <p:cNvPr id="17" name="TextBox 15">
            <a:extLst>
              <a:ext uri="{FF2B5EF4-FFF2-40B4-BE49-F238E27FC236}">
                <a16:creationId xmlns:a16="http://schemas.microsoft.com/office/drawing/2014/main" id="{8A94487A-7898-3E36-4C33-25736AE8A51C}"/>
              </a:ext>
            </a:extLst>
          </p:cNvPr>
          <p:cNvSpPr txBox="1"/>
          <p:nvPr/>
        </p:nvSpPr>
        <p:spPr>
          <a:xfrm>
            <a:off x="4723369" y="3875245"/>
            <a:ext cx="971431" cy="281205"/>
          </a:xfrm>
          <a:prstGeom prst="rect">
            <a:avLst/>
          </a:prstGeom>
          <a:noFill/>
          <a:ln>
            <a:noFill/>
          </a:ln>
        </p:spPr>
        <p:txBody>
          <a:bodyPr vert="horz" wrap="square" lIns="0" tIns="0" rIns="0" bIns="0" anchor="t"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600" b="1" i="0" u="none" strike="noStrike" kern="1200" cap="none" spc="0" baseline="0">
                <a:solidFill>
                  <a:srgbClr val="000000"/>
                </a:solidFill>
                <a:uFillTx/>
                <a:latin typeface="Arial"/>
              </a:rPr>
              <a:t>Low</a:t>
            </a:r>
          </a:p>
        </p:txBody>
      </p:sp>
      <p:sp>
        <p:nvSpPr>
          <p:cNvPr id="18" name="TextBox 16">
            <a:extLst>
              <a:ext uri="{FF2B5EF4-FFF2-40B4-BE49-F238E27FC236}">
                <a16:creationId xmlns:a16="http://schemas.microsoft.com/office/drawing/2014/main" id="{1F71A8B3-A2CC-F9FD-5961-03DBCDB8A7B9}"/>
              </a:ext>
            </a:extLst>
          </p:cNvPr>
          <p:cNvSpPr txBox="1"/>
          <p:nvPr/>
        </p:nvSpPr>
        <p:spPr>
          <a:xfrm>
            <a:off x="4723369" y="4628427"/>
            <a:ext cx="971431" cy="281205"/>
          </a:xfrm>
          <a:prstGeom prst="rect">
            <a:avLst/>
          </a:prstGeom>
          <a:noFill/>
          <a:ln>
            <a:noFill/>
          </a:ln>
        </p:spPr>
        <p:txBody>
          <a:bodyPr vert="horz" wrap="square" lIns="0" tIns="0" rIns="0" bIns="0" anchor="t"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600" b="1" i="0" u="none" strike="noStrike" kern="1200" cap="none" spc="0" baseline="0">
                <a:solidFill>
                  <a:srgbClr val="000000"/>
                </a:solidFill>
                <a:uFillTx/>
                <a:latin typeface="Arial"/>
              </a:rPr>
              <a:t>Low</a:t>
            </a:r>
          </a:p>
        </p:txBody>
      </p:sp>
      <p:sp>
        <p:nvSpPr>
          <p:cNvPr id="19" name="TextBox 17">
            <a:extLst>
              <a:ext uri="{FF2B5EF4-FFF2-40B4-BE49-F238E27FC236}">
                <a16:creationId xmlns:a16="http://schemas.microsoft.com/office/drawing/2014/main" id="{07E6B6B4-F1EF-9D82-73F2-4CCECE4E44B5}"/>
              </a:ext>
            </a:extLst>
          </p:cNvPr>
          <p:cNvSpPr txBox="1"/>
          <p:nvPr/>
        </p:nvSpPr>
        <p:spPr>
          <a:xfrm>
            <a:off x="4723369" y="5373050"/>
            <a:ext cx="971431" cy="281205"/>
          </a:xfrm>
          <a:prstGeom prst="rect">
            <a:avLst/>
          </a:prstGeom>
          <a:noFill/>
          <a:ln>
            <a:noFill/>
          </a:ln>
        </p:spPr>
        <p:txBody>
          <a:bodyPr vert="horz" wrap="square" lIns="0" tIns="0" rIns="0" bIns="0" anchor="t"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600" b="1" i="0" u="none" strike="noStrike" kern="1200" cap="none" spc="0" baseline="0">
                <a:solidFill>
                  <a:srgbClr val="000000"/>
                </a:solidFill>
                <a:uFillTx/>
                <a:latin typeface="Arial"/>
              </a:rPr>
              <a:t>Low</a:t>
            </a:r>
          </a:p>
        </p:txBody>
      </p:sp>
      <p:sp>
        <p:nvSpPr>
          <p:cNvPr id="20" name="Freeform: Shape 20">
            <a:extLst>
              <a:ext uri="{FF2B5EF4-FFF2-40B4-BE49-F238E27FC236}">
                <a16:creationId xmlns:a16="http://schemas.microsoft.com/office/drawing/2014/main" id="{FC2A635E-AD29-2F52-E5C4-4EF51693504B}"/>
              </a:ext>
            </a:extLst>
          </p:cNvPr>
          <p:cNvSpPr/>
          <p:nvPr/>
        </p:nvSpPr>
        <p:spPr>
          <a:xfrm>
            <a:off x="2532439" y="3230044"/>
            <a:ext cx="1239524" cy="2225036"/>
          </a:xfrm>
          <a:custGeom>
            <a:avLst/>
            <a:gdLst>
              <a:gd name="f0" fmla="val 10800000"/>
              <a:gd name="f1" fmla="val 5400000"/>
              <a:gd name="f2" fmla="val 180"/>
              <a:gd name="f3" fmla="val w"/>
              <a:gd name="f4" fmla="val h"/>
              <a:gd name="f5" fmla="val 0"/>
              <a:gd name="f6" fmla="val 1239520"/>
              <a:gd name="f7" fmla="val 2225040"/>
              <a:gd name="f8" fmla="val 1188720"/>
              <a:gd name="f9" fmla="val 233680"/>
              <a:gd name="f10" fmla="val 731520"/>
              <a:gd name="f11" fmla="val 1483360"/>
              <a:gd name="f12" fmla="+- 0 0 -90"/>
              <a:gd name="f13" fmla="*/ f3 1 1239520"/>
              <a:gd name="f14" fmla="*/ f4 1 2225040"/>
              <a:gd name="f15" fmla="val f5"/>
              <a:gd name="f16" fmla="val f6"/>
              <a:gd name="f17" fmla="val f7"/>
              <a:gd name="f18" fmla="*/ f12 f0 1"/>
              <a:gd name="f19" fmla="+- f17 0 f15"/>
              <a:gd name="f20" fmla="+- f16 0 f15"/>
              <a:gd name="f21" fmla="*/ f18 1 f2"/>
              <a:gd name="f22" fmla="*/ f20 1 1239520"/>
              <a:gd name="f23" fmla="*/ f19 1 2225040"/>
              <a:gd name="f24" fmla="*/ 1188720 f20 1"/>
              <a:gd name="f25" fmla="*/ 0 f19 1"/>
              <a:gd name="f26" fmla="*/ 233680 f20 1"/>
              <a:gd name="f27" fmla="*/ 731520 f19 1"/>
              <a:gd name="f28" fmla="*/ 0 f20 1"/>
              <a:gd name="f29" fmla="*/ 1483360 f19 1"/>
              <a:gd name="f30" fmla="*/ 1239520 f20 1"/>
              <a:gd name="f31" fmla="*/ 2225040 f19 1"/>
              <a:gd name="f32" fmla="+- f21 0 f1"/>
              <a:gd name="f33" fmla="*/ f24 1 1239520"/>
              <a:gd name="f34" fmla="*/ f25 1 2225040"/>
              <a:gd name="f35" fmla="*/ f26 1 1239520"/>
              <a:gd name="f36" fmla="*/ f27 1 2225040"/>
              <a:gd name="f37" fmla="*/ f28 1 1239520"/>
              <a:gd name="f38" fmla="*/ f29 1 2225040"/>
              <a:gd name="f39" fmla="*/ f30 1 1239520"/>
              <a:gd name="f40" fmla="*/ f31 1 2225040"/>
              <a:gd name="f41" fmla="*/ f15 1 f22"/>
              <a:gd name="f42" fmla="*/ f16 1 f22"/>
              <a:gd name="f43" fmla="*/ f15 1 f23"/>
              <a:gd name="f44" fmla="*/ f17 1 f23"/>
              <a:gd name="f45" fmla="*/ f33 1 f22"/>
              <a:gd name="f46" fmla="*/ f34 1 f23"/>
              <a:gd name="f47" fmla="*/ f35 1 f22"/>
              <a:gd name="f48" fmla="*/ f36 1 f23"/>
              <a:gd name="f49" fmla="*/ f37 1 f22"/>
              <a:gd name="f50" fmla="*/ f38 1 f23"/>
              <a:gd name="f51" fmla="*/ f39 1 f22"/>
              <a:gd name="f52" fmla="*/ f40 1 f23"/>
              <a:gd name="f53" fmla="*/ f41 f13 1"/>
              <a:gd name="f54" fmla="*/ f42 f13 1"/>
              <a:gd name="f55" fmla="*/ f44 f14 1"/>
              <a:gd name="f56" fmla="*/ f43 f14 1"/>
              <a:gd name="f57" fmla="*/ f45 f13 1"/>
              <a:gd name="f58" fmla="*/ f46 f14 1"/>
              <a:gd name="f59" fmla="*/ f47 f13 1"/>
              <a:gd name="f60" fmla="*/ f48 f14 1"/>
              <a:gd name="f61" fmla="*/ f49 f13 1"/>
              <a:gd name="f62" fmla="*/ f50 f14 1"/>
              <a:gd name="f63" fmla="*/ f51 f13 1"/>
              <a:gd name="f64" fmla="*/ f52 f14 1"/>
            </a:gdLst>
            <a:ahLst/>
            <a:cxnLst>
              <a:cxn ang="3cd4">
                <a:pos x="hc" y="t"/>
              </a:cxn>
              <a:cxn ang="0">
                <a:pos x="r" y="vc"/>
              </a:cxn>
              <a:cxn ang="cd4">
                <a:pos x="hc" y="b"/>
              </a:cxn>
              <a:cxn ang="cd2">
                <a:pos x="l" y="vc"/>
              </a:cxn>
              <a:cxn ang="f32">
                <a:pos x="f57" y="f58"/>
              </a:cxn>
              <a:cxn ang="f32">
                <a:pos x="f59" y="f60"/>
              </a:cxn>
              <a:cxn ang="f32">
                <a:pos x="f61" y="f62"/>
              </a:cxn>
              <a:cxn ang="f32">
                <a:pos x="f63" y="f64"/>
              </a:cxn>
            </a:cxnLst>
            <a:rect l="f53" t="f56" r="f54" b="f55"/>
            <a:pathLst>
              <a:path w="1239520" h="2225040">
                <a:moveTo>
                  <a:pt x="f8" y="f5"/>
                </a:moveTo>
                <a:lnTo>
                  <a:pt x="f9" y="f10"/>
                </a:lnTo>
                <a:lnTo>
                  <a:pt x="f5" y="f11"/>
                </a:lnTo>
                <a:lnTo>
                  <a:pt x="f6" y="f7"/>
                </a:lnTo>
              </a:path>
            </a:pathLst>
          </a:custGeom>
          <a:noFill/>
          <a:ln w="28575" cap="flat">
            <a:solidFill>
              <a:srgbClr val="FF0000"/>
            </a:solidFill>
            <a:custDash>
              <a:ds d="300000" sp="300000"/>
            </a:custDash>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1800" b="0" i="0" u="none" strike="noStrike" kern="1200" cap="none" spc="0" baseline="0">
              <a:solidFill>
                <a:srgbClr val="FFFFFF"/>
              </a:solidFill>
              <a:uFillTx/>
              <a:latin typeface="Arial"/>
            </a:endParaRPr>
          </a:p>
        </p:txBody>
      </p:sp>
      <p:grpSp>
        <p:nvGrpSpPr>
          <p:cNvPr id="21" name="Group 21">
            <a:extLst>
              <a:ext uri="{FF2B5EF4-FFF2-40B4-BE49-F238E27FC236}">
                <a16:creationId xmlns:a16="http://schemas.microsoft.com/office/drawing/2014/main" id="{3A08F3E4-992E-DAEE-F993-061EB6BD991F}"/>
              </a:ext>
            </a:extLst>
          </p:cNvPr>
          <p:cNvGrpSpPr/>
          <p:nvPr/>
        </p:nvGrpSpPr>
        <p:grpSpPr>
          <a:xfrm>
            <a:off x="6421117" y="2969120"/>
            <a:ext cx="4969270" cy="2784312"/>
            <a:chOff x="6421117" y="2969120"/>
            <a:chExt cx="4969270" cy="2784312"/>
          </a:xfrm>
        </p:grpSpPr>
        <p:sp>
          <p:nvSpPr>
            <p:cNvPr id="22" name="Arrow: Left-Right 22">
              <a:extLst>
                <a:ext uri="{FF2B5EF4-FFF2-40B4-BE49-F238E27FC236}">
                  <a16:creationId xmlns:a16="http://schemas.microsoft.com/office/drawing/2014/main" id="{112B6DB8-472E-D34E-1CA9-5DC668846BDC}"/>
                </a:ext>
              </a:extLst>
            </p:cNvPr>
            <p:cNvSpPr/>
            <p:nvPr/>
          </p:nvSpPr>
          <p:spPr>
            <a:xfrm>
              <a:off x="6421117" y="2969120"/>
              <a:ext cx="4969270" cy="588462"/>
            </a:xfrm>
            <a:custGeom>
              <a:avLst>
                <a:gd name="f9" fmla="val 50000"/>
                <a:gd name="f10" fmla="val 50000"/>
              </a:avLst>
              <a:gdLst>
                <a:gd name="f2" fmla="val 10800000"/>
                <a:gd name="f3" fmla="val 5400000"/>
                <a:gd name="f4" fmla="val 180"/>
                <a:gd name="f5" fmla="val w"/>
                <a:gd name="f6" fmla="val h"/>
                <a:gd name="f7" fmla="val ss"/>
                <a:gd name="f8" fmla="val 0"/>
                <a:gd name="f9" fmla="val 50000"/>
                <a:gd name="f10" fmla="val 50000"/>
                <a:gd name="f11" fmla="+- 0 0 -360"/>
                <a:gd name="f12" fmla="+- 0 0 -180"/>
                <a:gd name="f13" fmla="abs f5"/>
                <a:gd name="f14" fmla="abs f6"/>
                <a:gd name="f15" fmla="abs f7"/>
                <a:gd name="f16" fmla="val f8"/>
                <a:gd name="f17" fmla="val f9"/>
                <a:gd name="f18" fmla="val f10"/>
                <a:gd name="f19" fmla="*/ f11 f2 1"/>
                <a:gd name="f20" fmla="*/ f12 f2 1"/>
                <a:gd name="f21" fmla="?: f13 f5 1"/>
                <a:gd name="f22" fmla="?: f14 f6 1"/>
                <a:gd name="f23" fmla="?: f15 f7 1"/>
                <a:gd name="f24" fmla="*/ f19 1 f4"/>
                <a:gd name="f25" fmla="*/ f20 1 f4"/>
                <a:gd name="f26" fmla="*/ f21 1 21600"/>
                <a:gd name="f27" fmla="*/ f22 1 21600"/>
                <a:gd name="f28" fmla="*/ 21600 f21 1"/>
                <a:gd name="f29" fmla="*/ 21600 f22 1"/>
                <a:gd name="f30" fmla="+- f24 0 f3"/>
                <a:gd name="f31" fmla="+- f25 0 f3"/>
                <a:gd name="f32" fmla="min f27 f26"/>
                <a:gd name="f33" fmla="*/ f28 1 f23"/>
                <a:gd name="f34" fmla="*/ f29 1 f23"/>
                <a:gd name="f35" fmla="val f33"/>
                <a:gd name="f36" fmla="val f34"/>
                <a:gd name="f37" fmla="*/ f16 f32 1"/>
                <a:gd name="f38" fmla="+- f36 0 f16"/>
                <a:gd name="f39" fmla="+- f35 0 f16"/>
                <a:gd name="f40" fmla="*/ f35 f32 1"/>
                <a:gd name="f41" fmla="*/ f36 f32 1"/>
                <a:gd name="f42" fmla="*/ f38 1 2"/>
                <a:gd name="f43" fmla="*/ f39 1 2"/>
                <a:gd name="f44" fmla="min f39 f38"/>
                <a:gd name="f45" fmla="*/ f38 f17 1"/>
                <a:gd name="f46" fmla="+- f16 f42 0"/>
                <a:gd name="f47" fmla="+- f16 f43 0"/>
                <a:gd name="f48" fmla="*/ f44 f18 1"/>
                <a:gd name="f49" fmla="*/ f45 1 200000"/>
                <a:gd name="f50" fmla="*/ f48 1 100000"/>
                <a:gd name="f51" fmla="+- f46 0 f49"/>
                <a:gd name="f52" fmla="+- f46 f49 0"/>
                <a:gd name="f53" fmla="*/ f46 f32 1"/>
                <a:gd name="f54" fmla="*/ f47 f32 1"/>
                <a:gd name="f55" fmla="+- f35 0 f50"/>
                <a:gd name="f56" fmla="*/ f51 f50 1"/>
                <a:gd name="f57" fmla="*/ f51 f32 1"/>
                <a:gd name="f58" fmla="*/ f52 f32 1"/>
                <a:gd name="f59" fmla="*/ f50 f32 1"/>
                <a:gd name="f60" fmla="*/ f56 1 f42"/>
                <a:gd name="f61" fmla="*/ f55 f32 1"/>
                <a:gd name="f62" fmla="+- f50 0 f60"/>
                <a:gd name="f63" fmla="+- f55 f60 0"/>
                <a:gd name="f64" fmla="*/ f62 f32 1"/>
                <a:gd name="f65" fmla="*/ f63 f32 1"/>
              </a:gdLst>
              <a:ahLst/>
              <a:cxnLst>
                <a:cxn ang="3cd4">
                  <a:pos x="hc" y="t"/>
                </a:cxn>
                <a:cxn ang="0">
                  <a:pos x="r" y="vc"/>
                </a:cxn>
                <a:cxn ang="cd4">
                  <a:pos x="hc" y="b"/>
                </a:cxn>
                <a:cxn ang="cd2">
                  <a:pos x="l" y="vc"/>
                </a:cxn>
                <a:cxn ang="f30">
                  <a:pos x="f61" y="f37"/>
                </a:cxn>
                <a:cxn ang="f30">
                  <a:pos x="f54" y="f57"/>
                </a:cxn>
                <a:cxn ang="f30">
                  <a:pos x="f59" y="f37"/>
                </a:cxn>
                <a:cxn ang="f31">
                  <a:pos x="f59" y="f41"/>
                </a:cxn>
                <a:cxn ang="f31">
                  <a:pos x="f54" y="f58"/>
                </a:cxn>
                <a:cxn ang="f31">
                  <a:pos x="f61" y="f41"/>
                </a:cxn>
              </a:cxnLst>
              <a:rect l="f64" t="f57" r="f65" b="f58"/>
              <a:pathLst>
                <a:path>
                  <a:moveTo>
                    <a:pt x="f37" y="f53"/>
                  </a:moveTo>
                  <a:lnTo>
                    <a:pt x="f59" y="f37"/>
                  </a:lnTo>
                  <a:lnTo>
                    <a:pt x="f59" y="f57"/>
                  </a:lnTo>
                  <a:lnTo>
                    <a:pt x="f61" y="f57"/>
                  </a:lnTo>
                  <a:lnTo>
                    <a:pt x="f61" y="f37"/>
                  </a:lnTo>
                  <a:lnTo>
                    <a:pt x="f40" y="f53"/>
                  </a:lnTo>
                  <a:lnTo>
                    <a:pt x="f61" y="f41"/>
                  </a:lnTo>
                  <a:lnTo>
                    <a:pt x="f61" y="f58"/>
                  </a:lnTo>
                  <a:lnTo>
                    <a:pt x="f59" y="f58"/>
                  </a:lnTo>
                  <a:lnTo>
                    <a:pt x="f59" y="f41"/>
                  </a:lnTo>
                  <a:close/>
                </a:path>
              </a:pathLst>
            </a:custGeom>
            <a:solidFill>
              <a:srgbClr val="00A6D6">
                <a:alpha val="30196"/>
              </a:srgbClr>
            </a:solidFill>
            <a:ln>
              <a:noFill/>
              <a:prstDash val="solid"/>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r>
                <a:rPr lang="en-US" sz="1600" b="1" i="0" u="none" strike="noStrike" kern="1200" cap="none" spc="0" baseline="0">
                  <a:solidFill>
                    <a:srgbClr val="FFFFFF"/>
                  </a:solidFill>
                  <a:uFillTx/>
                  <a:latin typeface="Arial"/>
                </a:rPr>
                <a:t>Volume </a:t>
              </a:r>
              <a:endParaRPr lang="en-IN" sz="1600" b="1" i="0" u="none" strike="noStrike" kern="1200" cap="none" spc="0" baseline="0">
                <a:solidFill>
                  <a:srgbClr val="FFFFFF"/>
                </a:solidFill>
                <a:uFillTx/>
                <a:latin typeface="Arial"/>
              </a:endParaRPr>
            </a:p>
          </p:txBody>
        </p:sp>
        <p:sp>
          <p:nvSpPr>
            <p:cNvPr id="23" name="Arrow: Left-Right 23">
              <a:extLst>
                <a:ext uri="{FF2B5EF4-FFF2-40B4-BE49-F238E27FC236}">
                  <a16:creationId xmlns:a16="http://schemas.microsoft.com/office/drawing/2014/main" id="{DC2530D9-425F-44A0-6380-39B4AD4BDAF0}"/>
                </a:ext>
              </a:extLst>
            </p:cNvPr>
            <p:cNvSpPr/>
            <p:nvPr/>
          </p:nvSpPr>
          <p:spPr>
            <a:xfrm>
              <a:off x="6421117" y="3675796"/>
              <a:ext cx="4969270" cy="588462"/>
            </a:xfrm>
            <a:custGeom>
              <a:avLst>
                <a:gd name="f9" fmla="val 50000"/>
                <a:gd name="f10" fmla="val 50000"/>
              </a:avLst>
              <a:gdLst>
                <a:gd name="f2" fmla="val 10800000"/>
                <a:gd name="f3" fmla="val 5400000"/>
                <a:gd name="f4" fmla="val 180"/>
                <a:gd name="f5" fmla="val w"/>
                <a:gd name="f6" fmla="val h"/>
                <a:gd name="f7" fmla="val ss"/>
                <a:gd name="f8" fmla="val 0"/>
                <a:gd name="f9" fmla="val 50000"/>
                <a:gd name="f10" fmla="val 50000"/>
                <a:gd name="f11" fmla="+- 0 0 -360"/>
                <a:gd name="f12" fmla="+- 0 0 -180"/>
                <a:gd name="f13" fmla="abs f5"/>
                <a:gd name="f14" fmla="abs f6"/>
                <a:gd name="f15" fmla="abs f7"/>
                <a:gd name="f16" fmla="val f8"/>
                <a:gd name="f17" fmla="val f9"/>
                <a:gd name="f18" fmla="val f10"/>
                <a:gd name="f19" fmla="*/ f11 f2 1"/>
                <a:gd name="f20" fmla="*/ f12 f2 1"/>
                <a:gd name="f21" fmla="?: f13 f5 1"/>
                <a:gd name="f22" fmla="?: f14 f6 1"/>
                <a:gd name="f23" fmla="?: f15 f7 1"/>
                <a:gd name="f24" fmla="*/ f19 1 f4"/>
                <a:gd name="f25" fmla="*/ f20 1 f4"/>
                <a:gd name="f26" fmla="*/ f21 1 21600"/>
                <a:gd name="f27" fmla="*/ f22 1 21600"/>
                <a:gd name="f28" fmla="*/ 21600 f21 1"/>
                <a:gd name="f29" fmla="*/ 21600 f22 1"/>
                <a:gd name="f30" fmla="+- f24 0 f3"/>
                <a:gd name="f31" fmla="+- f25 0 f3"/>
                <a:gd name="f32" fmla="min f27 f26"/>
                <a:gd name="f33" fmla="*/ f28 1 f23"/>
                <a:gd name="f34" fmla="*/ f29 1 f23"/>
                <a:gd name="f35" fmla="val f33"/>
                <a:gd name="f36" fmla="val f34"/>
                <a:gd name="f37" fmla="*/ f16 f32 1"/>
                <a:gd name="f38" fmla="+- f36 0 f16"/>
                <a:gd name="f39" fmla="+- f35 0 f16"/>
                <a:gd name="f40" fmla="*/ f35 f32 1"/>
                <a:gd name="f41" fmla="*/ f36 f32 1"/>
                <a:gd name="f42" fmla="*/ f38 1 2"/>
                <a:gd name="f43" fmla="*/ f39 1 2"/>
                <a:gd name="f44" fmla="min f39 f38"/>
                <a:gd name="f45" fmla="*/ f38 f17 1"/>
                <a:gd name="f46" fmla="+- f16 f42 0"/>
                <a:gd name="f47" fmla="+- f16 f43 0"/>
                <a:gd name="f48" fmla="*/ f44 f18 1"/>
                <a:gd name="f49" fmla="*/ f45 1 200000"/>
                <a:gd name="f50" fmla="*/ f48 1 100000"/>
                <a:gd name="f51" fmla="+- f46 0 f49"/>
                <a:gd name="f52" fmla="+- f46 f49 0"/>
                <a:gd name="f53" fmla="*/ f46 f32 1"/>
                <a:gd name="f54" fmla="*/ f47 f32 1"/>
                <a:gd name="f55" fmla="+- f35 0 f50"/>
                <a:gd name="f56" fmla="*/ f51 f50 1"/>
                <a:gd name="f57" fmla="*/ f51 f32 1"/>
                <a:gd name="f58" fmla="*/ f52 f32 1"/>
                <a:gd name="f59" fmla="*/ f50 f32 1"/>
                <a:gd name="f60" fmla="*/ f56 1 f42"/>
                <a:gd name="f61" fmla="*/ f55 f32 1"/>
                <a:gd name="f62" fmla="+- f50 0 f60"/>
                <a:gd name="f63" fmla="+- f55 f60 0"/>
                <a:gd name="f64" fmla="*/ f62 f32 1"/>
                <a:gd name="f65" fmla="*/ f63 f32 1"/>
              </a:gdLst>
              <a:ahLst/>
              <a:cxnLst>
                <a:cxn ang="3cd4">
                  <a:pos x="hc" y="t"/>
                </a:cxn>
                <a:cxn ang="0">
                  <a:pos x="r" y="vc"/>
                </a:cxn>
                <a:cxn ang="cd4">
                  <a:pos x="hc" y="b"/>
                </a:cxn>
                <a:cxn ang="cd2">
                  <a:pos x="l" y="vc"/>
                </a:cxn>
                <a:cxn ang="f30">
                  <a:pos x="f61" y="f37"/>
                </a:cxn>
                <a:cxn ang="f30">
                  <a:pos x="f54" y="f57"/>
                </a:cxn>
                <a:cxn ang="f30">
                  <a:pos x="f59" y="f37"/>
                </a:cxn>
                <a:cxn ang="f31">
                  <a:pos x="f59" y="f41"/>
                </a:cxn>
                <a:cxn ang="f31">
                  <a:pos x="f54" y="f58"/>
                </a:cxn>
                <a:cxn ang="f31">
                  <a:pos x="f61" y="f41"/>
                </a:cxn>
              </a:cxnLst>
              <a:rect l="f64" t="f57" r="f65" b="f58"/>
              <a:pathLst>
                <a:path>
                  <a:moveTo>
                    <a:pt x="f37" y="f53"/>
                  </a:moveTo>
                  <a:lnTo>
                    <a:pt x="f59" y="f37"/>
                  </a:lnTo>
                  <a:lnTo>
                    <a:pt x="f59" y="f57"/>
                  </a:lnTo>
                  <a:lnTo>
                    <a:pt x="f61" y="f57"/>
                  </a:lnTo>
                  <a:lnTo>
                    <a:pt x="f61" y="f37"/>
                  </a:lnTo>
                  <a:lnTo>
                    <a:pt x="f40" y="f53"/>
                  </a:lnTo>
                  <a:lnTo>
                    <a:pt x="f61" y="f41"/>
                  </a:lnTo>
                  <a:lnTo>
                    <a:pt x="f61" y="f58"/>
                  </a:lnTo>
                  <a:lnTo>
                    <a:pt x="f59" y="f58"/>
                  </a:lnTo>
                  <a:lnTo>
                    <a:pt x="f59" y="f41"/>
                  </a:lnTo>
                  <a:close/>
                </a:path>
              </a:pathLst>
            </a:custGeom>
            <a:solidFill>
              <a:srgbClr val="00A6D6">
                <a:alpha val="30196"/>
              </a:srgbClr>
            </a:solidFill>
            <a:ln>
              <a:noFill/>
              <a:prstDash val="solid"/>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r>
                <a:rPr lang="en-US" sz="1600" b="1" i="0" u="none" strike="noStrike" kern="1200" cap="none" spc="0" baseline="0">
                  <a:solidFill>
                    <a:srgbClr val="FFFFFF"/>
                  </a:solidFill>
                  <a:uFillTx/>
                  <a:latin typeface="Arial"/>
                </a:rPr>
                <a:t>Variety</a:t>
              </a:r>
              <a:endParaRPr lang="en-IN" sz="1600" b="1" i="0" u="none" strike="noStrike" kern="1200" cap="none" spc="0" baseline="0">
                <a:solidFill>
                  <a:srgbClr val="FFFFFF"/>
                </a:solidFill>
                <a:uFillTx/>
                <a:latin typeface="Arial"/>
              </a:endParaRPr>
            </a:p>
          </p:txBody>
        </p:sp>
        <p:sp>
          <p:nvSpPr>
            <p:cNvPr id="24" name="Arrow: Left-Right 24">
              <a:extLst>
                <a:ext uri="{FF2B5EF4-FFF2-40B4-BE49-F238E27FC236}">
                  <a16:creationId xmlns:a16="http://schemas.microsoft.com/office/drawing/2014/main" id="{89F4B872-E73E-6838-93C9-1C9400BC6F60}"/>
                </a:ext>
              </a:extLst>
            </p:cNvPr>
            <p:cNvSpPr/>
            <p:nvPr/>
          </p:nvSpPr>
          <p:spPr>
            <a:xfrm>
              <a:off x="6421117" y="4420383"/>
              <a:ext cx="4969270" cy="588462"/>
            </a:xfrm>
            <a:custGeom>
              <a:avLst>
                <a:gd name="f9" fmla="val 50000"/>
                <a:gd name="f10" fmla="val 50000"/>
              </a:avLst>
              <a:gdLst>
                <a:gd name="f2" fmla="val 10800000"/>
                <a:gd name="f3" fmla="val 5400000"/>
                <a:gd name="f4" fmla="val 180"/>
                <a:gd name="f5" fmla="val w"/>
                <a:gd name="f6" fmla="val h"/>
                <a:gd name="f7" fmla="val ss"/>
                <a:gd name="f8" fmla="val 0"/>
                <a:gd name="f9" fmla="val 50000"/>
                <a:gd name="f10" fmla="val 50000"/>
                <a:gd name="f11" fmla="+- 0 0 -360"/>
                <a:gd name="f12" fmla="+- 0 0 -180"/>
                <a:gd name="f13" fmla="abs f5"/>
                <a:gd name="f14" fmla="abs f6"/>
                <a:gd name="f15" fmla="abs f7"/>
                <a:gd name="f16" fmla="val f8"/>
                <a:gd name="f17" fmla="val f9"/>
                <a:gd name="f18" fmla="val f10"/>
                <a:gd name="f19" fmla="*/ f11 f2 1"/>
                <a:gd name="f20" fmla="*/ f12 f2 1"/>
                <a:gd name="f21" fmla="?: f13 f5 1"/>
                <a:gd name="f22" fmla="?: f14 f6 1"/>
                <a:gd name="f23" fmla="?: f15 f7 1"/>
                <a:gd name="f24" fmla="*/ f19 1 f4"/>
                <a:gd name="f25" fmla="*/ f20 1 f4"/>
                <a:gd name="f26" fmla="*/ f21 1 21600"/>
                <a:gd name="f27" fmla="*/ f22 1 21600"/>
                <a:gd name="f28" fmla="*/ 21600 f21 1"/>
                <a:gd name="f29" fmla="*/ 21600 f22 1"/>
                <a:gd name="f30" fmla="+- f24 0 f3"/>
                <a:gd name="f31" fmla="+- f25 0 f3"/>
                <a:gd name="f32" fmla="min f27 f26"/>
                <a:gd name="f33" fmla="*/ f28 1 f23"/>
                <a:gd name="f34" fmla="*/ f29 1 f23"/>
                <a:gd name="f35" fmla="val f33"/>
                <a:gd name="f36" fmla="val f34"/>
                <a:gd name="f37" fmla="*/ f16 f32 1"/>
                <a:gd name="f38" fmla="+- f36 0 f16"/>
                <a:gd name="f39" fmla="+- f35 0 f16"/>
                <a:gd name="f40" fmla="*/ f35 f32 1"/>
                <a:gd name="f41" fmla="*/ f36 f32 1"/>
                <a:gd name="f42" fmla="*/ f38 1 2"/>
                <a:gd name="f43" fmla="*/ f39 1 2"/>
                <a:gd name="f44" fmla="min f39 f38"/>
                <a:gd name="f45" fmla="*/ f38 f17 1"/>
                <a:gd name="f46" fmla="+- f16 f42 0"/>
                <a:gd name="f47" fmla="+- f16 f43 0"/>
                <a:gd name="f48" fmla="*/ f44 f18 1"/>
                <a:gd name="f49" fmla="*/ f45 1 200000"/>
                <a:gd name="f50" fmla="*/ f48 1 100000"/>
                <a:gd name="f51" fmla="+- f46 0 f49"/>
                <a:gd name="f52" fmla="+- f46 f49 0"/>
                <a:gd name="f53" fmla="*/ f46 f32 1"/>
                <a:gd name="f54" fmla="*/ f47 f32 1"/>
                <a:gd name="f55" fmla="+- f35 0 f50"/>
                <a:gd name="f56" fmla="*/ f51 f50 1"/>
                <a:gd name="f57" fmla="*/ f51 f32 1"/>
                <a:gd name="f58" fmla="*/ f52 f32 1"/>
                <a:gd name="f59" fmla="*/ f50 f32 1"/>
                <a:gd name="f60" fmla="*/ f56 1 f42"/>
                <a:gd name="f61" fmla="*/ f55 f32 1"/>
                <a:gd name="f62" fmla="+- f50 0 f60"/>
                <a:gd name="f63" fmla="+- f55 f60 0"/>
                <a:gd name="f64" fmla="*/ f62 f32 1"/>
                <a:gd name="f65" fmla="*/ f63 f32 1"/>
              </a:gdLst>
              <a:ahLst/>
              <a:cxnLst>
                <a:cxn ang="3cd4">
                  <a:pos x="hc" y="t"/>
                </a:cxn>
                <a:cxn ang="0">
                  <a:pos x="r" y="vc"/>
                </a:cxn>
                <a:cxn ang="cd4">
                  <a:pos x="hc" y="b"/>
                </a:cxn>
                <a:cxn ang="cd2">
                  <a:pos x="l" y="vc"/>
                </a:cxn>
                <a:cxn ang="f30">
                  <a:pos x="f61" y="f37"/>
                </a:cxn>
                <a:cxn ang="f30">
                  <a:pos x="f54" y="f57"/>
                </a:cxn>
                <a:cxn ang="f30">
                  <a:pos x="f59" y="f37"/>
                </a:cxn>
                <a:cxn ang="f31">
                  <a:pos x="f59" y="f41"/>
                </a:cxn>
                <a:cxn ang="f31">
                  <a:pos x="f54" y="f58"/>
                </a:cxn>
                <a:cxn ang="f31">
                  <a:pos x="f61" y="f41"/>
                </a:cxn>
              </a:cxnLst>
              <a:rect l="f64" t="f57" r="f65" b="f58"/>
              <a:pathLst>
                <a:path>
                  <a:moveTo>
                    <a:pt x="f37" y="f53"/>
                  </a:moveTo>
                  <a:lnTo>
                    <a:pt x="f59" y="f37"/>
                  </a:lnTo>
                  <a:lnTo>
                    <a:pt x="f59" y="f57"/>
                  </a:lnTo>
                  <a:lnTo>
                    <a:pt x="f61" y="f57"/>
                  </a:lnTo>
                  <a:lnTo>
                    <a:pt x="f61" y="f37"/>
                  </a:lnTo>
                  <a:lnTo>
                    <a:pt x="f40" y="f53"/>
                  </a:lnTo>
                  <a:lnTo>
                    <a:pt x="f61" y="f41"/>
                  </a:lnTo>
                  <a:lnTo>
                    <a:pt x="f61" y="f58"/>
                  </a:lnTo>
                  <a:lnTo>
                    <a:pt x="f59" y="f58"/>
                  </a:lnTo>
                  <a:lnTo>
                    <a:pt x="f59" y="f41"/>
                  </a:lnTo>
                  <a:close/>
                </a:path>
              </a:pathLst>
            </a:custGeom>
            <a:solidFill>
              <a:srgbClr val="00A6D6">
                <a:alpha val="30196"/>
              </a:srgbClr>
            </a:solidFill>
            <a:ln>
              <a:noFill/>
              <a:prstDash val="solid"/>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r>
                <a:rPr lang="en-US" sz="1600" b="1" i="0" u="none" strike="noStrike" kern="1200" cap="none" spc="0" baseline="0">
                  <a:solidFill>
                    <a:srgbClr val="FFFFFF"/>
                  </a:solidFill>
                  <a:uFillTx/>
                  <a:latin typeface="Arial"/>
                </a:rPr>
                <a:t>Variation</a:t>
              </a:r>
              <a:endParaRPr lang="en-IN" sz="1600" b="1" i="0" u="none" strike="noStrike" kern="1200" cap="none" spc="0" baseline="0">
                <a:solidFill>
                  <a:srgbClr val="FFFFFF"/>
                </a:solidFill>
                <a:uFillTx/>
                <a:latin typeface="Arial"/>
              </a:endParaRPr>
            </a:p>
          </p:txBody>
        </p:sp>
        <p:sp>
          <p:nvSpPr>
            <p:cNvPr id="25" name="Arrow: Left-Right 25">
              <a:extLst>
                <a:ext uri="{FF2B5EF4-FFF2-40B4-BE49-F238E27FC236}">
                  <a16:creationId xmlns:a16="http://schemas.microsoft.com/office/drawing/2014/main" id="{7B54AC03-AFA7-B70A-5EF7-B9C71594F509}"/>
                </a:ext>
              </a:extLst>
            </p:cNvPr>
            <p:cNvSpPr/>
            <p:nvPr/>
          </p:nvSpPr>
          <p:spPr>
            <a:xfrm>
              <a:off x="6421117" y="5164970"/>
              <a:ext cx="4969270" cy="588462"/>
            </a:xfrm>
            <a:custGeom>
              <a:avLst>
                <a:gd name="f9" fmla="val 50000"/>
                <a:gd name="f10" fmla="val 50000"/>
              </a:avLst>
              <a:gdLst>
                <a:gd name="f2" fmla="val 10800000"/>
                <a:gd name="f3" fmla="val 5400000"/>
                <a:gd name="f4" fmla="val 180"/>
                <a:gd name="f5" fmla="val w"/>
                <a:gd name="f6" fmla="val h"/>
                <a:gd name="f7" fmla="val ss"/>
                <a:gd name="f8" fmla="val 0"/>
                <a:gd name="f9" fmla="val 50000"/>
                <a:gd name="f10" fmla="val 50000"/>
                <a:gd name="f11" fmla="+- 0 0 -360"/>
                <a:gd name="f12" fmla="+- 0 0 -180"/>
                <a:gd name="f13" fmla="abs f5"/>
                <a:gd name="f14" fmla="abs f6"/>
                <a:gd name="f15" fmla="abs f7"/>
                <a:gd name="f16" fmla="val f8"/>
                <a:gd name="f17" fmla="val f9"/>
                <a:gd name="f18" fmla="val f10"/>
                <a:gd name="f19" fmla="*/ f11 f2 1"/>
                <a:gd name="f20" fmla="*/ f12 f2 1"/>
                <a:gd name="f21" fmla="?: f13 f5 1"/>
                <a:gd name="f22" fmla="?: f14 f6 1"/>
                <a:gd name="f23" fmla="?: f15 f7 1"/>
                <a:gd name="f24" fmla="*/ f19 1 f4"/>
                <a:gd name="f25" fmla="*/ f20 1 f4"/>
                <a:gd name="f26" fmla="*/ f21 1 21600"/>
                <a:gd name="f27" fmla="*/ f22 1 21600"/>
                <a:gd name="f28" fmla="*/ 21600 f21 1"/>
                <a:gd name="f29" fmla="*/ 21600 f22 1"/>
                <a:gd name="f30" fmla="+- f24 0 f3"/>
                <a:gd name="f31" fmla="+- f25 0 f3"/>
                <a:gd name="f32" fmla="min f27 f26"/>
                <a:gd name="f33" fmla="*/ f28 1 f23"/>
                <a:gd name="f34" fmla="*/ f29 1 f23"/>
                <a:gd name="f35" fmla="val f33"/>
                <a:gd name="f36" fmla="val f34"/>
                <a:gd name="f37" fmla="*/ f16 f32 1"/>
                <a:gd name="f38" fmla="+- f36 0 f16"/>
                <a:gd name="f39" fmla="+- f35 0 f16"/>
                <a:gd name="f40" fmla="*/ f35 f32 1"/>
                <a:gd name="f41" fmla="*/ f36 f32 1"/>
                <a:gd name="f42" fmla="*/ f38 1 2"/>
                <a:gd name="f43" fmla="*/ f39 1 2"/>
                <a:gd name="f44" fmla="min f39 f38"/>
                <a:gd name="f45" fmla="*/ f38 f17 1"/>
                <a:gd name="f46" fmla="+- f16 f42 0"/>
                <a:gd name="f47" fmla="+- f16 f43 0"/>
                <a:gd name="f48" fmla="*/ f44 f18 1"/>
                <a:gd name="f49" fmla="*/ f45 1 200000"/>
                <a:gd name="f50" fmla="*/ f48 1 100000"/>
                <a:gd name="f51" fmla="+- f46 0 f49"/>
                <a:gd name="f52" fmla="+- f46 f49 0"/>
                <a:gd name="f53" fmla="*/ f46 f32 1"/>
                <a:gd name="f54" fmla="*/ f47 f32 1"/>
                <a:gd name="f55" fmla="+- f35 0 f50"/>
                <a:gd name="f56" fmla="*/ f51 f50 1"/>
                <a:gd name="f57" fmla="*/ f51 f32 1"/>
                <a:gd name="f58" fmla="*/ f52 f32 1"/>
                <a:gd name="f59" fmla="*/ f50 f32 1"/>
                <a:gd name="f60" fmla="*/ f56 1 f42"/>
                <a:gd name="f61" fmla="*/ f55 f32 1"/>
                <a:gd name="f62" fmla="+- f50 0 f60"/>
                <a:gd name="f63" fmla="+- f55 f60 0"/>
                <a:gd name="f64" fmla="*/ f62 f32 1"/>
                <a:gd name="f65" fmla="*/ f63 f32 1"/>
              </a:gdLst>
              <a:ahLst/>
              <a:cxnLst>
                <a:cxn ang="3cd4">
                  <a:pos x="hc" y="t"/>
                </a:cxn>
                <a:cxn ang="0">
                  <a:pos x="r" y="vc"/>
                </a:cxn>
                <a:cxn ang="cd4">
                  <a:pos x="hc" y="b"/>
                </a:cxn>
                <a:cxn ang="cd2">
                  <a:pos x="l" y="vc"/>
                </a:cxn>
                <a:cxn ang="f30">
                  <a:pos x="f61" y="f37"/>
                </a:cxn>
                <a:cxn ang="f30">
                  <a:pos x="f54" y="f57"/>
                </a:cxn>
                <a:cxn ang="f30">
                  <a:pos x="f59" y="f37"/>
                </a:cxn>
                <a:cxn ang="f31">
                  <a:pos x="f59" y="f41"/>
                </a:cxn>
                <a:cxn ang="f31">
                  <a:pos x="f54" y="f58"/>
                </a:cxn>
                <a:cxn ang="f31">
                  <a:pos x="f61" y="f41"/>
                </a:cxn>
              </a:cxnLst>
              <a:rect l="f64" t="f57" r="f65" b="f58"/>
              <a:pathLst>
                <a:path>
                  <a:moveTo>
                    <a:pt x="f37" y="f53"/>
                  </a:moveTo>
                  <a:lnTo>
                    <a:pt x="f59" y="f37"/>
                  </a:lnTo>
                  <a:lnTo>
                    <a:pt x="f59" y="f57"/>
                  </a:lnTo>
                  <a:lnTo>
                    <a:pt x="f61" y="f57"/>
                  </a:lnTo>
                  <a:lnTo>
                    <a:pt x="f61" y="f37"/>
                  </a:lnTo>
                  <a:lnTo>
                    <a:pt x="f40" y="f53"/>
                  </a:lnTo>
                  <a:lnTo>
                    <a:pt x="f61" y="f41"/>
                  </a:lnTo>
                  <a:lnTo>
                    <a:pt x="f61" y="f58"/>
                  </a:lnTo>
                  <a:lnTo>
                    <a:pt x="f59" y="f58"/>
                  </a:lnTo>
                  <a:lnTo>
                    <a:pt x="f59" y="f41"/>
                  </a:lnTo>
                  <a:close/>
                </a:path>
              </a:pathLst>
            </a:custGeom>
            <a:solidFill>
              <a:srgbClr val="00A6D6">
                <a:alpha val="30196"/>
              </a:srgbClr>
            </a:solidFill>
            <a:ln>
              <a:noFill/>
              <a:prstDash val="solid"/>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r>
                <a:rPr lang="en-US" sz="1600" b="1" i="0" u="none" strike="noStrike" kern="1200" cap="none" spc="0" baseline="0">
                  <a:solidFill>
                    <a:srgbClr val="FFFFFF"/>
                  </a:solidFill>
                  <a:uFillTx/>
                  <a:latin typeface="Arial"/>
                </a:rPr>
                <a:t>Visibility </a:t>
              </a:r>
              <a:endParaRPr lang="en-IN" sz="1600" b="1" i="0" u="none" strike="noStrike" kern="1200" cap="none" spc="0" baseline="0">
                <a:solidFill>
                  <a:srgbClr val="FFFFFF"/>
                </a:solidFill>
                <a:uFillTx/>
                <a:latin typeface="Arial"/>
              </a:endParaRPr>
            </a:p>
          </p:txBody>
        </p:sp>
      </p:grpSp>
      <p:sp>
        <p:nvSpPr>
          <p:cNvPr id="26" name="TextBox 26">
            <a:extLst>
              <a:ext uri="{FF2B5EF4-FFF2-40B4-BE49-F238E27FC236}">
                <a16:creationId xmlns:a16="http://schemas.microsoft.com/office/drawing/2014/main" id="{F4244EFA-6A23-64EC-24CC-70FB9F3434CB}"/>
              </a:ext>
            </a:extLst>
          </p:cNvPr>
          <p:cNvSpPr txBox="1"/>
          <p:nvPr/>
        </p:nvSpPr>
        <p:spPr>
          <a:xfrm>
            <a:off x="6421117" y="3136501"/>
            <a:ext cx="971431" cy="281205"/>
          </a:xfrm>
          <a:prstGeom prst="rect">
            <a:avLst/>
          </a:prstGeom>
          <a:noFill/>
          <a:ln>
            <a:noFill/>
          </a:ln>
        </p:spPr>
        <p:txBody>
          <a:bodyPr vert="horz" wrap="square" lIns="0" tIns="0" rIns="0" bIns="0" anchor="t"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600" b="1" i="0" u="none" strike="noStrike" kern="1200" cap="none" spc="0" baseline="0">
                <a:solidFill>
                  <a:srgbClr val="000000"/>
                </a:solidFill>
                <a:uFillTx/>
                <a:latin typeface="Arial"/>
              </a:rPr>
              <a:t>High</a:t>
            </a:r>
          </a:p>
        </p:txBody>
      </p:sp>
      <p:sp>
        <p:nvSpPr>
          <p:cNvPr id="27" name="TextBox 27">
            <a:extLst>
              <a:ext uri="{FF2B5EF4-FFF2-40B4-BE49-F238E27FC236}">
                <a16:creationId xmlns:a16="http://schemas.microsoft.com/office/drawing/2014/main" id="{8C0E1C8E-1645-668E-F66E-AD0224EA6561}"/>
              </a:ext>
            </a:extLst>
          </p:cNvPr>
          <p:cNvSpPr txBox="1"/>
          <p:nvPr/>
        </p:nvSpPr>
        <p:spPr>
          <a:xfrm>
            <a:off x="6421117" y="3867564"/>
            <a:ext cx="971431" cy="281205"/>
          </a:xfrm>
          <a:prstGeom prst="rect">
            <a:avLst/>
          </a:prstGeom>
          <a:noFill/>
          <a:ln>
            <a:noFill/>
          </a:ln>
        </p:spPr>
        <p:txBody>
          <a:bodyPr vert="horz" wrap="square" lIns="0" tIns="0" rIns="0" bIns="0" anchor="t"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600" b="1" i="0" u="none" strike="noStrike" kern="1200" cap="none" spc="0" baseline="0">
                <a:solidFill>
                  <a:srgbClr val="000000"/>
                </a:solidFill>
                <a:uFillTx/>
                <a:latin typeface="Arial"/>
              </a:rPr>
              <a:t>High</a:t>
            </a:r>
          </a:p>
        </p:txBody>
      </p:sp>
      <p:sp>
        <p:nvSpPr>
          <p:cNvPr id="28" name="TextBox 28">
            <a:extLst>
              <a:ext uri="{FF2B5EF4-FFF2-40B4-BE49-F238E27FC236}">
                <a16:creationId xmlns:a16="http://schemas.microsoft.com/office/drawing/2014/main" id="{F96887E1-460F-B0FC-DEE8-61701455A604}"/>
              </a:ext>
            </a:extLst>
          </p:cNvPr>
          <p:cNvSpPr txBox="1"/>
          <p:nvPr/>
        </p:nvSpPr>
        <p:spPr>
          <a:xfrm>
            <a:off x="6421117" y="4620737"/>
            <a:ext cx="971431" cy="281205"/>
          </a:xfrm>
          <a:prstGeom prst="rect">
            <a:avLst/>
          </a:prstGeom>
          <a:noFill/>
          <a:ln>
            <a:noFill/>
          </a:ln>
        </p:spPr>
        <p:txBody>
          <a:bodyPr vert="horz" wrap="square" lIns="0" tIns="0" rIns="0" bIns="0" anchor="t"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600" b="1" i="0" u="none" strike="noStrike" kern="1200" cap="none" spc="0" baseline="0">
                <a:solidFill>
                  <a:srgbClr val="000000"/>
                </a:solidFill>
                <a:uFillTx/>
                <a:latin typeface="Arial"/>
              </a:rPr>
              <a:t>High</a:t>
            </a:r>
          </a:p>
        </p:txBody>
      </p:sp>
      <p:sp>
        <p:nvSpPr>
          <p:cNvPr id="29" name="TextBox 29">
            <a:extLst>
              <a:ext uri="{FF2B5EF4-FFF2-40B4-BE49-F238E27FC236}">
                <a16:creationId xmlns:a16="http://schemas.microsoft.com/office/drawing/2014/main" id="{1931481D-953C-E5A4-7661-A9C7929E4D30}"/>
              </a:ext>
            </a:extLst>
          </p:cNvPr>
          <p:cNvSpPr txBox="1"/>
          <p:nvPr/>
        </p:nvSpPr>
        <p:spPr>
          <a:xfrm>
            <a:off x="6421117" y="5365360"/>
            <a:ext cx="971431" cy="281205"/>
          </a:xfrm>
          <a:prstGeom prst="rect">
            <a:avLst/>
          </a:prstGeom>
          <a:noFill/>
          <a:ln>
            <a:noFill/>
          </a:ln>
        </p:spPr>
        <p:txBody>
          <a:bodyPr vert="horz" wrap="square" lIns="0" tIns="0" rIns="0" bIns="0" anchor="t"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600" b="1" i="0" u="none" strike="noStrike" kern="1200" cap="none" spc="0" baseline="0">
                <a:solidFill>
                  <a:srgbClr val="000000"/>
                </a:solidFill>
                <a:uFillTx/>
                <a:latin typeface="Arial"/>
              </a:rPr>
              <a:t>High</a:t>
            </a:r>
          </a:p>
        </p:txBody>
      </p:sp>
      <p:sp>
        <p:nvSpPr>
          <p:cNvPr id="30" name="TextBox 30">
            <a:extLst>
              <a:ext uri="{FF2B5EF4-FFF2-40B4-BE49-F238E27FC236}">
                <a16:creationId xmlns:a16="http://schemas.microsoft.com/office/drawing/2014/main" id="{A939A9EC-0CE5-D4A4-15B3-9769E28C521E}"/>
              </a:ext>
            </a:extLst>
          </p:cNvPr>
          <p:cNvSpPr txBox="1"/>
          <p:nvPr/>
        </p:nvSpPr>
        <p:spPr>
          <a:xfrm>
            <a:off x="10342878" y="3148297"/>
            <a:ext cx="971431" cy="281205"/>
          </a:xfrm>
          <a:prstGeom prst="rect">
            <a:avLst/>
          </a:prstGeom>
          <a:noFill/>
          <a:ln>
            <a:noFill/>
          </a:ln>
        </p:spPr>
        <p:txBody>
          <a:bodyPr vert="horz" wrap="square" lIns="0" tIns="0" rIns="0" bIns="0" anchor="t"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600" b="1" i="0" u="none" strike="noStrike" kern="1200" cap="none" spc="0" baseline="0">
                <a:solidFill>
                  <a:srgbClr val="000000"/>
                </a:solidFill>
                <a:uFillTx/>
                <a:latin typeface="Arial"/>
              </a:rPr>
              <a:t>Low</a:t>
            </a:r>
          </a:p>
        </p:txBody>
      </p:sp>
      <p:sp>
        <p:nvSpPr>
          <p:cNvPr id="31" name="TextBox 31">
            <a:extLst>
              <a:ext uri="{FF2B5EF4-FFF2-40B4-BE49-F238E27FC236}">
                <a16:creationId xmlns:a16="http://schemas.microsoft.com/office/drawing/2014/main" id="{682F03D9-F542-10F9-378D-3332BB0B20D6}"/>
              </a:ext>
            </a:extLst>
          </p:cNvPr>
          <p:cNvSpPr txBox="1"/>
          <p:nvPr/>
        </p:nvSpPr>
        <p:spPr>
          <a:xfrm>
            <a:off x="10342878" y="3879360"/>
            <a:ext cx="971431" cy="281205"/>
          </a:xfrm>
          <a:prstGeom prst="rect">
            <a:avLst/>
          </a:prstGeom>
          <a:noFill/>
          <a:ln>
            <a:noFill/>
          </a:ln>
        </p:spPr>
        <p:txBody>
          <a:bodyPr vert="horz" wrap="square" lIns="0" tIns="0" rIns="0" bIns="0" anchor="t"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600" b="1" i="0" u="none" strike="noStrike" kern="1200" cap="none" spc="0" baseline="0">
                <a:solidFill>
                  <a:srgbClr val="000000"/>
                </a:solidFill>
                <a:uFillTx/>
                <a:latin typeface="Arial"/>
              </a:rPr>
              <a:t>Low</a:t>
            </a:r>
          </a:p>
        </p:txBody>
      </p:sp>
      <p:sp>
        <p:nvSpPr>
          <p:cNvPr id="32" name="TextBox 32">
            <a:extLst>
              <a:ext uri="{FF2B5EF4-FFF2-40B4-BE49-F238E27FC236}">
                <a16:creationId xmlns:a16="http://schemas.microsoft.com/office/drawing/2014/main" id="{FF548CC2-87A0-2E3A-4917-DE9183AD58CD}"/>
              </a:ext>
            </a:extLst>
          </p:cNvPr>
          <p:cNvSpPr txBox="1"/>
          <p:nvPr/>
        </p:nvSpPr>
        <p:spPr>
          <a:xfrm>
            <a:off x="10342878" y="4632533"/>
            <a:ext cx="971431" cy="281205"/>
          </a:xfrm>
          <a:prstGeom prst="rect">
            <a:avLst/>
          </a:prstGeom>
          <a:noFill/>
          <a:ln>
            <a:noFill/>
          </a:ln>
        </p:spPr>
        <p:txBody>
          <a:bodyPr vert="horz" wrap="square" lIns="0" tIns="0" rIns="0" bIns="0" anchor="t"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600" b="1" i="0" u="none" strike="noStrike" kern="1200" cap="none" spc="0" baseline="0">
                <a:solidFill>
                  <a:srgbClr val="000000"/>
                </a:solidFill>
                <a:uFillTx/>
                <a:latin typeface="Arial"/>
              </a:rPr>
              <a:t>Low</a:t>
            </a:r>
          </a:p>
        </p:txBody>
      </p:sp>
      <p:sp>
        <p:nvSpPr>
          <p:cNvPr id="33" name="TextBox 33">
            <a:extLst>
              <a:ext uri="{FF2B5EF4-FFF2-40B4-BE49-F238E27FC236}">
                <a16:creationId xmlns:a16="http://schemas.microsoft.com/office/drawing/2014/main" id="{23520DFB-327C-62E9-8F48-CD7E54EC4B67}"/>
              </a:ext>
            </a:extLst>
          </p:cNvPr>
          <p:cNvSpPr txBox="1"/>
          <p:nvPr/>
        </p:nvSpPr>
        <p:spPr>
          <a:xfrm>
            <a:off x="10342878" y="5377156"/>
            <a:ext cx="971431" cy="281205"/>
          </a:xfrm>
          <a:prstGeom prst="rect">
            <a:avLst/>
          </a:prstGeom>
          <a:noFill/>
          <a:ln>
            <a:noFill/>
          </a:ln>
        </p:spPr>
        <p:txBody>
          <a:bodyPr vert="horz" wrap="square" lIns="0" tIns="0" rIns="0" bIns="0" anchor="t"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600" b="1" i="0" u="none" strike="noStrike" kern="1200" cap="none" spc="0" baseline="0">
                <a:solidFill>
                  <a:srgbClr val="000000"/>
                </a:solidFill>
                <a:uFillTx/>
                <a:latin typeface="Arial"/>
              </a:rPr>
              <a:t>Low</a:t>
            </a:r>
          </a:p>
        </p:txBody>
      </p:sp>
      <p:sp>
        <p:nvSpPr>
          <p:cNvPr id="34" name="Freeform: Shape 34">
            <a:extLst>
              <a:ext uri="{FF2B5EF4-FFF2-40B4-BE49-F238E27FC236}">
                <a16:creationId xmlns:a16="http://schemas.microsoft.com/office/drawing/2014/main" id="{9E303072-BA54-0528-203B-97CBB3AFF64A}"/>
              </a:ext>
            </a:extLst>
          </p:cNvPr>
          <p:cNvSpPr/>
          <p:nvPr/>
        </p:nvSpPr>
        <p:spPr>
          <a:xfrm>
            <a:off x="7674431" y="3234159"/>
            <a:ext cx="1249683" cy="2235195"/>
          </a:xfrm>
          <a:custGeom>
            <a:avLst/>
            <a:gdLst>
              <a:gd name="f0" fmla="val 10800000"/>
              <a:gd name="f1" fmla="val 5400000"/>
              <a:gd name="f2" fmla="val 180"/>
              <a:gd name="f3" fmla="val w"/>
              <a:gd name="f4" fmla="val h"/>
              <a:gd name="f5" fmla="val 0"/>
              <a:gd name="f6" fmla="val 1249680"/>
              <a:gd name="f7" fmla="val 2235200"/>
              <a:gd name="f8" fmla="val 629920"/>
              <a:gd name="f9" fmla="val 731520"/>
              <a:gd name="f10" fmla="val 477520"/>
              <a:gd name="f11" fmla="val 1483360"/>
              <a:gd name="f12" fmla="+- 0 0 -90"/>
              <a:gd name="f13" fmla="*/ f3 1 1249680"/>
              <a:gd name="f14" fmla="*/ f4 1 2235200"/>
              <a:gd name="f15" fmla="val f5"/>
              <a:gd name="f16" fmla="val f6"/>
              <a:gd name="f17" fmla="val f7"/>
              <a:gd name="f18" fmla="*/ f12 f0 1"/>
              <a:gd name="f19" fmla="+- f17 0 f15"/>
              <a:gd name="f20" fmla="+- f16 0 f15"/>
              <a:gd name="f21" fmla="*/ f18 1 f2"/>
              <a:gd name="f22" fmla="*/ f20 1 1249680"/>
              <a:gd name="f23" fmla="*/ f19 1 2235200"/>
              <a:gd name="f24" fmla="*/ 0 f20 1"/>
              <a:gd name="f25" fmla="*/ 0 f19 1"/>
              <a:gd name="f26" fmla="*/ 477520 f20 1"/>
              <a:gd name="f27" fmla="*/ 1483360 f19 1"/>
              <a:gd name="f28" fmla="*/ 1249680 f20 1"/>
              <a:gd name="f29" fmla="*/ 2235200 f19 1"/>
              <a:gd name="f30" fmla="*/ 629920 f20 1"/>
              <a:gd name="f31" fmla="*/ 731520 f19 1"/>
              <a:gd name="f32" fmla="+- f21 0 f1"/>
              <a:gd name="f33" fmla="*/ f24 1 1249680"/>
              <a:gd name="f34" fmla="*/ f25 1 2235200"/>
              <a:gd name="f35" fmla="*/ f26 1 1249680"/>
              <a:gd name="f36" fmla="*/ f27 1 2235200"/>
              <a:gd name="f37" fmla="*/ f28 1 1249680"/>
              <a:gd name="f38" fmla="*/ f29 1 2235200"/>
              <a:gd name="f39" fmla="*/ f30 1 1249680"/>
              <a:gd name="f40" fmla="*/ f31 1 2235200"/>
              <a:gd name="f41" fmla="*/ f15 1 f22"/>
              <a:gd name="f42" fmla="*/ f16 1 f22"/>
              <a:gd name="f43" fmla="*/ f15 1 f23"/>
              <a:gd name="f44" fmla="*/ f17 1 f23"/>
              <a:gd name="f45" fmla="*/ f33 1 f22"/>
              <a:gd name="f46" fmla="*/ f34 1 f23"/>
              <a:gd name="f47" fmla="*/ f39 1 f22"/>
              <a:gd name="f48" fmla="*/ f40 1 f23"/>
              <a:gd name="f49" fmla="*/ f35 1 f22"/>
              <a:gd name="f50" fmla="*/ f36 1 f23"/>
              <a:gd name="f51" fmla="*/ f37 1 f22"/>
              <a:gd name="f52" fmla="*/ f38 1 f23"/>
              <a:gd name="f53" fmla="*/ f41 f13 1"/>
              <a:gd name="f54" fmla="*/ f42 f13 1"/>
              <a:gd name="f55" fmla="*/ f44 f14 1"/>
              <a:gd name="f56" fmla="*/ f43 f14 1"/>
              <a:gd name="f57" fmla="*/ f45 f13 1"/>
              <a:gd name="f58" fmla="*/ f46 f14 1"/>
              <a:gd name="f59" fmla="*/ f47 f13 1"/>
              <a:gd name="f60" fmla="*/ f48 f14 1"/>
              <a:gd name="f61" fmla="*/ f49 f13 1"/>
              <a:gd name="f62" fmla="*/ f50 f14 1"/>
              <a:gd name="f63" fmla="*/ f51 f13 1"/>
              <a:gd name="f64" fmla="*/ f52 f14 1"/>
            </a:gdLst>
            <a:ahLst/>
            <a:cxnLst>
              <a:cxn ang="3cd4">
                <a:pos x="hc" y="t"/>
              </a:cxn>
              <a:cxn ang="0">
                <a:pos x="r" y="vc"/>
              </a:cxn>
              <a:cxn ang="cd4">
                <a:pos x="hc" y="b"/>
              </a:cxn>
              <a:cxn ang="cd2">
                <a:pos x="l" y="vc"/>
              </a:cxn>
              <a:cxn ang="f32">
                <a:pos x="f57" y="f58"/>
              </a:cxn>
              <a:cxn ang="f32">
                <a:pos x="f59" y="f60"/>
              </a:cxn>
              <a:cxn ang="f32">
                <a:pos x="f61" y="f62"/>
              </a:cxn>
              <a:cxn ang="f32">
                <a:pos x="f63" y="f64"/>
              </a:cxn>
            </a:cxnLst>
            <a:rect l="f53" t="f56" r="f54" b="f55"/>
            <a:pathLst>
              <a:path w="1249680" h="2235200">
                <a:moveTo>
                  <a:pt x="f5" y="f5"/>
                </a:moveTo>
                <a:lnTo>
                  <a:pt x="f8" y="f9"/>
                </a:lnTo>
                <a:lnTo>
                  <a:pt x="f10" y="f11"/>
                </a:lnTo>
                <a:lnTo>
                  <a:pt x="f6" y="f7"/>
                </a:lnTo>
              </a:path>
            </a:pathLst>
          </a:custGeom>
          <a:noFill/>
          <a:ln w="28575" cap="flat">
            <a:solidFill>
              <a:srgbClr val="FF0000"/>
            </a:solidFill>
            <a:custDash>
              <a:ds d="300000" sp="300000"/>
            </a:custDash>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1800" b="0" i="0" u="none" strike="noStrike" kern="1200" cap="none" spc="0" baseline="0">
              <a:solidFill>
                <a:srgbClr val="FFFFFF"/>
              </a:solidFill>
              <a:uFillTx/>
              <a:latin typeface="Arial"/>
            </a:endParaRPr>
          </a:p>
        </p:txBody>
      </p:sp>
      <p:sp>
        <p:nvSpPr>
          <p:cNvPr id="35" name="TextBox 35">
            <a:extLst>
              <a:ext uri="{FF2B5EF4-FFF2-40B4-BE49-F238E27FC236}">
                <a16:creationId xmlns:a16="http://schemas.microsoft.com/office/drawing/2014/main" id="{15E23A6A-B0BF-0965-26B3-C84A19A012DE}"/>
              </a:ext>
            </a:extLst>
          </p:cNvPr>
          <p:cNvSpPr txBox="1"/>
          <p:nvPr/>
        </p:nvSpPr>
        <p:spPr>
          <a:xfrm>
            <a:off x="1010933" y="2585228"/>
            <a:ext cx="4550639" cy="369335"/>
          </a:xfrm>
          <a:prstGeom prst="rect">
            <a:avLst/>
          </a:prstGeom>
          <a:solidFill>
            <a:srgbClr val="FFFFFF"/>
          </a:solidFill>
          <a:ln w="9528">
            <a:solidFill>
              <a:srgbClr val="FFFFFF"/>
            </a:solidFill>
            <a:prstDash val="solid"/>
          </a:ln>
        </p:spPr>
        <p:txBody>
          <a:bodyPr vert="horz" wrap="square" lIns="91440" tIns="45720" rIns="91440" bIns="45720" anchor="t" anchorCtr="1" compatLnSpc="1">
            <a:sp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2000" b="1" i="0" u="none" strike="noStrike" kern="1200" cap="none" spc="0" baseline="0">
                <a:solidFill>
                  <a:srgbClr val="00A6D6"/>
                </a:solidFill>
                <a:uFillTx/>
                <a:latin typeface="Arial"/>
              </a:rPr>
              <a:t>Then</a:t>
            </a:r>
          </a:p>
        </p:txBody>
      </p:sp>
      <p:sp>
        <p:nvSpPr>
          <p:cNvPr id="36" name="TextBox 36">
            <a:extLst>
              <a:ext uri="{FF2B5EF4-FFF2-40B4-BE49-F238E27FC236}">
                <a16:creationId xmlns:a16="http://schemas.microsoft.com/office/drawing/2014/main" id="{7407C92F-4388-72DD-BDE0-9CF5F0CB28DE}"/>
              </a:ext>
            </a:extLst>
          </p:cNvPr>
          <p:cNvSpPr txBox="1"/>
          <p:nvPr/>
        </p:nvSpPr>
        <p:spPr>
          <a:xfrm>
            <a:off x="6630433" y="2474028"/>
            <a:ext cx="4550639" cy="369335"/>
          </a:xfrm>
          <a:prstGeom prst="rect">
            <a:avLst/>
          </a:prstGeom>
          <a:solidFill>
            <a:srgbClr val="FFFFFF"/>
          </a:solidFill>
          <a:ln w="9528">
            <a:solidFill>
              <a:srgbClr val="FFFFFF"/>
            </a:solidFill>
            <a:prstDash val="solid"/>
          </a:ln>
        </p:spPr>
        <p:txBody>
          <a:bodyPr vert="horz" wrap="square" lIns="91440" tIns="45720" rIns="91440" bIns="45720" anchor="t" anchorCtr="1" compatLnSpc="1">
            <a:sp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2000" b="1" i="0" u="none" strike="noStrike" kern="1200" cap="none" spc="0" baseline="0">
                <a:solidFill>
                  <a:srgbClr val="00A6D6"/>
                </a:solidFill>
                <a:uFillTx/>
                <a:latin typeface="Arial"/>
              </a:rPr>
              <a:t>Now </a:t>
            </a:r>
          </a:p>
        </p:txBody>
      </p:sp>
      <p:sp>
        <p:nvSpPr>
          <p:cNvPr id="37" name="TextBox 37">
            <a:extLst>
              <a:ext uri="{FF2B5EF4-FFF2-40B4-BE49-F238E27FC236}">
                <a16:creationId xmlns:a16="http://schemas.microsoft.com/office/drawing/2014/main" id="{43F4B1F4-59CC-9ABC-A95E-E882D81D0826}"/>
              </a:ext>
            </a:extLst>
          </p:cNvPr>
          <p:cNvSpPr txBox="1"/>
          <p:nvPr/>
        </p:nvSpPr>
        <p:spPr>
          <a:xfrm>
            <a:off x="717154" y="1562407"/>
            <a:ext cx="10752612" cy="840233"/>
          </a:xfrm>
          <a:prstGeom prst="rect">
            <a:avLst/>
          </a:prstGeom>
          <a:noFill/>
          <a:ln>
            <a:noFill/>
          </a:ln>
        </p:spPr>
        <p:txBody>
          <a:bodyPr vert="horz" wrap="square" lIns="91440" tIns="45720" rIns="91440" bIns="45720" anchor="t" anchorCtr="0" compatLnSpc="1">
            <a:spAutoFit/>
          </a:bodyPr>
          <a:lstStyle/>
          <a:p>
            <a:pPr marL="0" marR="0" lvl="0" indent="0" algn="just"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800" b="0" i="0" u="none" strike="noStrike" kern="1200" cap="none" spc="0" baseline="0">
                <a:solidFill>
                  <a:srgbClr val="000000"/>
                </a:solidFill>
                <a:uFillTx/>
                <a:latin typeface="Arial"/>
              </a:rPr>
              <a:t>The fundamental reason for this operational failure was that the nature of work changes. All four fundamental types of operation shifted to high implication, creating a chaotic environment, where older business processes rendered inefficient. </a:t>
            </a:r>
            <a:endParaRPr lang="en-GB" sz="1800" b="0" i="0" u="none" strike="noStrike" kern="1200" cap="none" spc="0" baseline="0">
              <a:solidFill>
                <a:srgbClr val="000000"/>
              </a:solidFill>
              <a:uFillTx/>
              <a:latin typeface="Arial"/>
            </a:endParaRPr>
          </a:p>
        </p:txBody>
      </p:sp>
    </p:spTree>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112">
    <p:spTree>
      <p:nvGrpSpPr>
        <p:cNvPr id="1" name=""/>
        <p:cNvGrpSpPr/>
        <p:nvPr/>
      </p:nvGrpSpPr>
      <p:grpSpPr>
        <a:xfrm>
          <a:off x="0" y="0"/>
          <a:ext cx="0" cy="0"/>
          <a:chOff x="0" y="0"/>
          <a:chExt cx="0" cy="0"/>
        </a:xfrm>
      </p:grpSpPr>
      <p:sp>
        <p:nvSpPr>
          <p:cNvPr id="2" name="Tijdelijke aanduiding voor datum 4">
            <a:extLst>
              <a:ext uri="{FF2B5EF4-FFF2-40B4-BE49-F238E27FC236}">
                <a16:creationId xmlns:a16="http://schemas.microsoft.com/office/drawing/2014/main" id="{835940E0-C7BD-8792-8D5D-36BEBF82A8F4}"/>
              </a:ext>
            </a:extLst>
          </p:cNvPr>
          <p:cNvSpPr txBox="1">
            <a:spLocks noGrp="1"/>
          </p:cNvSpPr>
          <p:nvPr>
            <p:ph type="dt" sz="quarter" idx="7"/>
          </p:nvPr>
        </p:nvSpPr>
        <p:spPr>
          <a:xfrm>
            <a:off x="10146566" y="6405664"/>
            <a:ext cx="766230" cy="184663"/>
          </a:xfrm>
          <a:prstGeom prst="rect">
            <a:avLst/>
          </a:prstGeom>
          <a:noFill/>
          <a:ln>
            <a:noFill/>
          </a:ln>
        </p:spPr>
        <p:txBody>
          <a:bodyPr vert="horz" wrap="none" lIns="0" tIns="0" rIns="0" bIns="0" anchor="ctr" anchorCtr="0" compatLnSpc="1">
            <a:spAutoFit/>
          </a:bodyPr>
          <a:lstStyle/>
          <a:p>
            <a:pPr lvl="0" algn="r"/>
            <a:fld id="{9B4F7E3C-A24A-4228-97C4-629D1E3A77F5}" type="datetime1">
              <a:rPr lang="nl-NL" sz="1200">
                <a:solidFill>
                  <a:srgbClr val="000000"/>
                </a:solidFill>
                <a:latin typeface="Arial"/>
                <a:cs typeface="Segoe UI Light" pitchFamily="34"/>
              </a:rPr>
              <a:pPr lvl="0" algn="r"/>
              <a:t>22-10-2025</a:t>
            </a:fld>
            <a:endParaRPr lang="en-GB" sz="1200">
              <a:solidFill>
                <a:srgbClr val="000000"/>
              </a:solidFill>
              <a:latin typeface="Arial"/>
              <a:cs typeface="Segoe UI Light" pitchFamily="34"/>
            </a:endParaRPr>
          </a:p>
        </p:txBody>
      </p:sp>
      <p:sp>
        <p:nvSpPr>
          <p:cNvPr id="3" name="Titel 8">
            <a:extLst>
              <a:ext uri="{FF2B5EF4-FFF2-40B4-BE49-F238E27FC236}">
                <a16:creationId xmlns:a16="http://schemas.microsoft.com/office/drawing/2014/main" id="{9CE1DD47-EEAB-AACC-2EC7-D31BD2075D03}"/>
              </a:ext>
            </a:extLst>
          </p:cNvPr>
          <p:cNvSpPr txBox="1">
            <a:spLocks noGrp="1"/>
          </p:cNvSpPr>
          <p:nvPr>
            <p:ph type="title"/>
          </p:nvPr>
        </p:nvSpPr>
        <p:spPr>
          <a:xfrm>
            <a:off x="718663" y="686165"/>
            <a:ext cx="10752612" cy="323404"/>
          </a:xfrm>
          <a:prstGeom prst="rect">
            <a:avLst/>
          </a:prstGeom>
          <a:noFill/>
          <a:ln>
            <a:noFill/>
          </a:ln>
        </p:spPr>
        <p:txBody>
          <a:bodyPr vert="horz" wrap="square" lIns="0" tIns="0" rIns="0" bIns="378003" anchor="t" anchorCtr="0" compatLnSpc="1">
            <a:noAutofit/>
          </a:bodyPr>
          <a:lstStyle/>
          <a:p>
            <a:pPr lvl="0"/>
            <a:r>
              <a:rPr lang="en-GB" u="sng"/>
              <a:t>Impact on Business </a:t>
            </a:r>
          </a:p>
        </p:txBody>
      </p:sp>
      <p:sp>
        <p:nvSpPr>
          <p:cNvPr id="4" name="Tijdelijke aanduiding voor dianummer 102">
            <a:extLst>
              <a:ext uri="{FF2B5EF4-FFF2-40B4-BE49-F238E27FC236}">
                <a16:creationId xmlns:a16="http://schemas.microsoft.com/office/drawing/2014/main" id="{E3B185CC-F1FA-BCC3-C010-67C74932A189}"/>
              </a:ext>
            </a:extLst>
          </p:cNvPr>
          <p:cNvSpPr txBox="1">
            <a:spLocks noGrp="1"/>
          </p:cNvSpPr>
          <p:nvPr>
            <p:ph type="sldNum" sz="quarter" idx="8"/>
          </p:nvPr>
        </p:nvSpPr>
        <p:spPr>
          <a:xfrm>
            <a:off x="11178466" y="6405664"/>
            <a:ext cx="291300" cy="184663"/>
          </a:xfrm>
          <a:prstGeom prst="rect">
            <a:avLst/>
          </a:prstGeom>
          <a:noFill/>
          <a:ln>
            <a:noFill/>
          </a:ln>
        </p:spPr>
        <p:txBody>
          <a:bodyPr vert="horz" wrap="none" lIns="0" tIns="0" rIns="0" bIns="0" anchor="ctr" anchorCtr="0" compatLnSpc="1">
            <a:spAutoFit/>
          </a:bodyPr>
          <a:lstStyle/>
          <a:p>
            <a:pPr lvl="0" algn="r"/>
            <a:fld id="{24FA8CE9-F6DB-4F04-A61E-BD17E58425BE}" type="slidenum">
              <a:t>14</a:t>
            </a:fld>
            <a:endParaRPr lang="en-GB" sz="1200" b="1">
              <a:solidFill>
                <a:srgbClr val="000000"/>
              </a:solidFill>
              <a:latin typeface="Arial"/>
              <a:cs typeface="Segoe UI Light" pitchFamily="34"/>
            </a:endParaRPr>
          </a:p>
        </p:txBody>
      </p:sp>
      <p:cxnSp>
        <p:nvCxnSpPr>
          <p:cNvPr id="5" name="Straight Connector 83">
            <a:extLst>
              <a:ext uri="{FF2B5EF4-FFF2-40B4-BE49-F238E27FC236}">
                <a16:creationId xmlns:a16="http://schemas.microsoft.com/office/drawing/2014/main" id="{5E964957-5C6B-F724-4D51-5D499172644E}"/>
              </a:ext>
            </a:extLst>
          </p:cNvPr>
          <p:cNvCxnSpPr/>
          <p:nvPr/>
        </p:nvCxnSpPr>
        <p:spPr>
          <a:xfrm>
            <a:off x="0" y="6139546"/>
            <a:ext cx="12191996" cy="0"/>
          </a:xfrm>
          <a:prstGeom prst="straightConnector1">
            <a:avLst/>
          </a:prstGeom>
          <a:noFill/>
          <a:ln w="28575" cap="rnd">
            <a:solidFill>
              <a:srgbClr val="00A6D6"/>
            </a:solidFill>
            <a:prstDash val="solid"/>
            <a:round/>
          </a:ln>
        </p:spPr>
      </p:cxnSp>
      <p:sp>
        <p:nvSpPr>
          <p:cNvPr id="6" name="TextBox 11">
            <a:extLst>
              <a:ext uri="{FF2B5EF4-FFF2-40B4-BE49-F238E27FC236}">
                <a16:creationId xmlns:a16="http://schemas.microsoft.com/office/drawing/2014/main" id="{26441C7D-6A65-500A-56CE-FBDC829A733C}"/>
              </a:ext>
            </a:extLst>
          </p:cNvPr>
          <p:cNvSpPr txBox="1"/>
          <p:nvPr/>
        </p:nvSpPr>
        <p:spPr>
          <a:xfrm>
            <a:off x="1363525" y="-727743"/>
            <a:ext cx="8964594" cy="369335"/>
          </a:xfrm>
          <a:prstGeom prst="rect">
            <a:avLst/>
          </a:prstGeom>
          <a:noFill/>
          <a:ln>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1800" b="0" i="0" u="none" strike="noStrike" kern="1200" cap="none" spc="0" baseline="0">
                <a:solidFill>
                  <a:srgbClr val="000000"/>
                </a:solidFill>
                <a:uFillTx/>
                <a:latin typeface="Arial"/>
              </a:rPr>
              <a:t>#00A6D6</a:t>
            </a:r>
          </a:p>
        </p:txBody>
      </p:sp>
      <p:pic>
        <p:nvPicPr>
          <p:cNvPr id="7" name="Picture 2" descr="A group of blue outline icons&#10;&#10;AI-generated content may be incorrect.">
            <a:extLst>
              <a:ext uri="{FF2B5EF4-FFF2-40B4-BE49-F238E27FC236}">
                <a16:creationId xmlns:a16="http://schemas.microsoft.com/office/drawing/2014/main" id="{749F8B6D-84D0-EA8C-AB0F-BB060E56B887}"/>
              </a:ext>
            </a:extLst>
          </p:cNvPr>
          <p:cNvPicPr>
            <a:picLocks noChangeAspect="1"/>
          </p:cNvPicPr>
          <p:nvPr/>
        </p:nvPicPr>
        <p:blipFill>
          <a:blip r:embed="rId3"/>
          <a:stretch>
            <a:fillRect/>
          </a:stretch>
        </p:blipFill>
        <p:spPr>
          <a:xfrm>
            <a:off x="1989002" y="2759284"/>
            <a:ext cx="500707" cy="500707"/>
          </a:xfrm>
          <a:prstGeom prst="rect">
            <a:avLst/>
          </a:prstGeom>
          <a:noFill/>
          <a:ln>
            <a:noFill/>
          </a:ln>
        </p:spPr>
      </p:pic>
      <p:sp>
        <p:nvSpPr>
          <p:cNvPr id="8" name="TextBox 6">
            <a:extLst>
              <a:ext uri="{FF2B5EF4-FFF2-40B4-BE49-F238E27FC236}">
                <a16:creationId xmlns:a16="http://schemas.microsoft.com/office/drawing/2014/main" id="{0AD2ABC0-A6BA-CA43-3B10-CF4AB0B0F1CA}"/>
              </a:ext>
            </a:extLst>
          </p:cNvPr>
          <p:cNvSpPr txBox="1"/>
          <p:nvPr/>
        </p:nvSpPr>
        <p:spPr>
          <a:xfrm>
            <a:off x="926899" y="3311033"/>
            <a:ext cx="2783835" cy="323414"/>
          </a:xfrm>
          <a:prstGeom prst="rect">
            <a:avLst/>
          </a:prstGeom>
          <a:noFill/>
          <a:ln>
            <a:noFill/>
          </a:ln>
        </p:spPr>
        <p:txBody>
          <a:bodyPr vert="horz" wrap="square" lIns="0" tIns="0" rIns="0" bIns="0" anchor="t"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600" b="0" i="0" u="none" strike="noStrike" kern="1200" cap="none" spc="0" baseline="0">
                <a:solidFill>
                  <a:srgbClr val="000000"/>
                </a:solidFill>
                <a:uFillTx/>
                <a:latin typeface="Arial"/>
              </a:rPr>
              <a:t>Untimely Delivery</a:t>
            </a:r>
            <a:endParaRPr lang="en-IN" sz="1600" b="0" i="0" u="none" strike="noStrike" kern="1200" cap="none" spc="0" baseline="0">
              <a:solidFill>
                <a:srgbClr val="000000"/>
              </a:solidFill>
              <a:uFillTx/>
              <a:latin typeface="Arial"/>
            </a:endParaRPr>
          </a:p>
        </p:txBody>
      </p:sp>
      <p:sp>
        <p:nvSpPr>
          <p:cNvPr id="9" name="TextBox 10">
            <a:extLst>
              <a:ext uri="{FF2B5EF4-FFF2-40B4-BE49-F238E27FC236}">
                <a16:creationId xmlns:a16="http://schemas.microsoft.com/office/drawing/2014/main" id="{DD7A7959-9DEC-4698-8DCF-5058D5AEEA02}"/>
              </a:ext>
            </a:extLst>
          </p:cNvPr>
          <p:cNvSpPr txBox="1"/>
          <p:nvPr/>
        </p:nvSpPr>
        <p:spPr>
          <a:xfrm>
            <a:off x="847438" y="4400998"/>
            <a:ext cx="2912610" cy="362641"/>
          </a:xfrm>
          <a:prstGeom prst="rect">
            <a:avLst/>
          </a:prstGeom>
          <a:noFill/>
          <a:ln>
            <a:noFill/>
          </a:ln>
        </p:spPr>
        <p:txBody>
          <a:bodyPr vert="horz" wrap="square" lIns="0" tIns="0" rIns="0" bIns="0" anchor="t"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600" b="0" i="0" u="none" strike="noStrike" kern="1200" cap="none" spc="0" baseline="0">
                <a:solidFill>
                  <a:srgbClr val="000000"/>
                </a:solidFill>
                <a:uFillTx/>
                <a:latin typeface="Arial"/>
              </a:rPr>
              <a:t>Defects &amp; Bugs in New features</a:t>
            </a:r>
            <a:endParaRPr lang="en-IN" sz="1600" b="0" i="0" u="none" strike="noStrike" kern="1200" cap="none" spc="0" baseline="0">
              <a:solidFill>
                <a:srgbClr val="000000"/>
              </a:solidFill>
              <a:uFillTx/>
              <a:latin typeface="Arial"/>
            </a:endParaRPr>
          </a:p>
        </p:txBody>
      </p:sp>
      <p:sp>
        <p:nvSpPr>
          <p:cNvPr id="10" name="TextBox 14">
            <a:extLst>
              <a:ext uri="{FF2B5EF4-FFF2-40B4-BE49-F238E27FC236}">
                <a16:creationId xmlns:a16="http://schemas.microsoft.com/office/drawing/2014/main" id="{C3E57557-CFF4-15C9-11B5-03A8258D37FA}"/>
              </a:ext>
            </a:extLst>
          </p:cNvPr>
          <p:cNvSpPr txBox="1"/>
          <p:nvPr/>
        </p:nvSpPr>
        <p:spPr>
          <a:xfrm>
            <a:off x="1028005" y="5530190"/>
            <a:ext cx="2581634" cy="323404"/>
          </a:xfrm>
          <a:prstGeom prst="rect">
            <a:avLst/>
          </a:prstGeom>
          <a:noFill/>
          <a:ln>
            <a:noFill/>
          </a:ln>
        </p:spPr>
        <p:txBody>
          <a:bodyPr vert="horz" wrap="square" lIns="0" tIns="0" rIns="0" bIns="0" anchor="t"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600" b="0" i="0" u="none" strike="noStrike" kern="1200" cap="none" spc="0" baseline="0">
                <a:solidFill>
                  <a:srgbClr val="000000"/>
                </a:solidFill>
                <a:uFillTx/>
                <a:latin typeface="Arial"/>
              </a:rPr>
              <a:t>Disrupted RoadMap Vision </a:t>
            </a:r>
            <a:endParaRPr lang="en-IN" sz="1600" b="0" i="0" u="none" strike="noStrike" kern="1200" cap="none" spc="0" baseline="0">
              <a:solidFill>
                <a:srgbClr val="000000"/>
              </a:solidFill>
              <a:uFillTx/>
              <a:latin typeface="Arial"/>
            </a:endParaRPr>
          </a:p>
        </p:txBody>
      </p:sp>
      <p:sp>
        <p:nvSpPr>
          <p:cNvPr id="11" name="Right Brace 15">
            <a:extLst>
              <a:ext uri="{FF2B5EF4-FFF2-40B4-BE49-F238E27FC236}">
                <a16:creationId xmlns:a16="http://schemas.microsoft.com/office/drawing/2014/main" id="{1C419B3F-2DDC-CA0C-36F3-149AA30581EE}"/>
              </a:ext>
            </a:extLst>
          </p:cNvPr>
          <p:cNvSpPr/>
          <p:nvPr/>
        </p:nvSpPr>
        <p:spPr>
          <a:xfrm>
            <a:off x="3951168" y="2945602"/>
            <a:ext cx="589257" cy="2824215"/>
          </a:xfrm>
          <a:custGeom>
            <a:avLst>
              <a:gd name="f12" fmla="val 8333"/>
              <a:gd name="f13" fmla="val 50000"/>
            </a:avLst>
            <a:gdLst>
              <a:gd name="f2" fmla="val 10800000"/>
              <a:gd name="f3" fmla="val 5400000"/>
              <a:gd name="f4" fmla="val 16200000"/>
              <a:gd name="f5" fmla="val 180"/>
              <a:gd name="f6" fmla="val w"/>
              <a:gd name="f7" fmla="val h"/>
              <a:gd name="f8" fmla="val ss"/>
              <a:gd name="f9" fmla="val 0"/>
              <a:gd name="f10" fmla="*/ 5419351 1 1725033"/>
              <a:gd name="f11" fmla="+- 0 0 5400000"/>
              <a:gd name="f12" fmla="val 8333"/>
              <a:gd name="f13" fmla="val 50000"/>
              <a:gd name="f14" fmla="+- 0 0 -180"/>
              <a:gd name="f15" fmla="+- 0 0 -270"/>
              <a:gd name="f16" fmla="+- 0 0 -360"/>
              <a:gd name="f17" fmla="abs f6"/>
              <a:gd name="f18" fmla="abs f7"/>
              <a:gd name="f19" fmla="abs f8"/>
              <a:gd name="f20" fmla="val f9"/>
              <a:gd name="f21" fmla="val f13"/>
              <a:gd name="f22" fmla="val f12"/>
              <a:gd name="f23" fmla="+- 2700000 f3 0"/>
              <a:gd name="f24" fmla="*/ f14 f2 1"/>
              <a:gd name="f25" fmla="*/ f15 f2 1"/>
              <a:gd name="f26" fmla="*/ f16 f2 1"/>
              <a:gd name="f27" fmla="?: f17 f6 1"/>
              <a:gd name="f28" fmla="?: f18 f7 1"/>
              <a:gd name="f29" fmla="?: f19 f8 1"/>
              <a:gd name="f30" fmla="*/ f23 f10 1"/>
              <a:gd name="f31" fmla="*/ f24 1 f5"/>
              <a:gd name="f32" fmla="*/ f25 1 f5"/>
              <a:gd name="f33" fmla="*/ f26 1 f5"/>
              <a:gd name="f34" fmla="*/ f27 1 21600"/>
              <a:gd name="f35" fmla="*/ f28 1 21600"/>
              <a:gd name="f36" fmla="*/ 21600 f27 1"/>
              <a:gd name="f37" fmla="*/ 21600 f28 1"/>
              <a:gd name="f38" fmla="*/ f30 1 f2"/>
              <a:gd name="f39" fmla="+- f31 0 f3"/>
              <a:gd name="f40" fmla="+- f32 0 f3"/>
              <a:gd name="f41" fmla="+- f33 0 f3"/>
              <a:gd name="f42" fmla="min f35 f34"/>
              <a:gd name="f43" fmla="*/ f36 1 f29"/>
              <a:gd name="f44" fmla="*/ f37 1 f29"/>
              <a:gd name="f45" fmla="+- 0 0 f38"/>
              <a:gd name="f46" fmla="val f43"/>
              <a:gd name="f47" fmla="val f44"/>
              <a:gd name="f48" fmla="+- 0 0 f45"/>
              <a:gd name="f49" fmla="*/ f20 f42 1"/>
              <a:gd name="f50" fmla="+- f47 0 f20"/>
              <a:gd name="f51" fmla="+- f46 0 f20"/>
              <a:gd name="f52" fmla="*/ f48 f2 1"/>
              <a:gd name="f53" fmla="*/ f46 f42 1"/>
              <a:gd name="f54" fmla="*/ f47 f42 1"/>
              <a:gd name="f55" fmla="*/ f51 1 2"/>
              <a:gd name="f56" fmla="min f51 f50"/>
              <a:gd name="f57" fmla="*/ f50 f21 1"/>
              <a:gd name="f58" fmla="*/ f52 1 f10"/>
              <a:gd name="f59" fmla="+- f20 f55 0"/>
              <a:gd name="f60" fmla="*/ f56 f22 1"/>
              <a:gd name="f61" fmla="*/ f57 1 100000"/>
              <a:gd name="f62" fmla="+- f58 0 f3"/>
              <a:gd name="f63" fmla="*/ f55 f42 1"/>
              <a:gd name="f64" fmla="*/ f60 1 100000"/>
              <a:gd name="f65" fmla="cos 1 f62"/>
              <a:gd name="f66" fmla="sin 1 f62"/>
              <a:gd name="f67" fmla="*/ f59 f42 1"/>
              <a:gd name="f68" fmla="*/ f61 f42 1"/>
              <a:gd name="f69" fmla="+- f61 0 f64"/>
              <a:gd name="f70" fmla="+- f47 0 f64"/>
              <a:gd name="f71" fmla="+- 0 0 f65"/>
              <a:gd name="f72" fmla="+- 0 0 f66"/>
              <a:gd name="f73" fmla="*/ f64 f42 1"/>
              <a:gd name="f74" fmla="+- 0 0 f71"/>
              <a:gd name="f75" fmla="+- 0 0 f72"/>
              <a:gd name="f76" fmla="*/ f69 f42 1"/>
              <a:gd name="f77" fmla="*/ f70 f42 1"/>
              <a:gd name="f78" fmla="*/ f74 f55 1"/>
              <a:gd name="f79" fmla="*/ f75 f64 1"/>
              <a:gd name="f80" fmla="+- f20 f78 0"/>
              <a:gd name="f81" fmla="+- f64 0 f79"/>
              <a:gd name="f82" fmla="+- f47 f79 0"/>
              <a:gd name="f83" fmla="+- f82 0 f64"/>
              <a:gd name="f84" fmla="*/ f81 f42 1"/>
              <a:gd name="f85" fmla="*/ f80 f42 1"/>
              <a:gd name="f86" fmla="*/ f83 f42 1"/>
            </a:gdLst>
            <a:ahLst/>
            <a:cxnLst>
              <a:cxn ang="3cd4">
                <a:pos x="hc" y="t"/>
              </a:cxn>
              <a:cxn ang="0">
                <a:pos x="r" y="vc"/>
              </a:cxn>
              <a:cxn ang="cd4">
                <a:pos x="hc" y="b"/>
              </a:cxn>
              <a:cxn ang="cd2">
                <a:pos x="l" y="vc"/>
              </a:cxn>
              <a:cxn ang="f39">
                <a:pos x="f49" y="f49"/>
              </a:cxn>
              <a:cxn ang="f40">
                <a:pos x="f53" y="f68"/>
              </a:cxn>
              <a:cxn ang="f41">
                <a:pos x="f49" y="f54"/>
              </a:cxn>
            </a:cxnLst>
            <a:rect l="f49" t="f84" r="f85" b="f86"/>
            <a:pathLst>
              <a:path stroke="0">
                <a:moveTo>
                  <a:pt x="f49" y="f49"/>
                </a:moveTo>
                <a:arcTo wR="f63" hR="f73" stAng="f4" swAng="f3"/>
                <a:lnTo>
                  <a:pt x="f67" y="f76"/>
                </a:lnTo>
                <a:arcTo wR="f63" hR="f73" stAng="f2" swAng="f11"/>
                <a:arcTo wR="f63" hR="f73" stAng="f4" swAng="f11"/>
                <a:lnTo>
                  <a:pt x="f67" y="f77"/>
                </a:lnTo>
                <a:arcTo wR="f63" hR="f73" stAng="f9" swAng="f3"/>
                <a:close/>
              </a:path>
              <a:path fill="none">
                <a:moveTo>
                  <a:pt x="f49" y="f49"/>
                </a:moveTo>
                <a:arcTo wR="f63" hR="f73" stAng="f4" swAng="f3"/>
                <a:lnTo>
                  <a:pt x="f67" y="f76"/>
                </a:lnTo>
                <a:arcTo wR="f63" hR="f73" stAng="f2" swAng="f11"/>
                <a:arcTo wR="f63" hR="f73" stAng="f4" swAng="f11"/>
                <a:lnTo>
                  <a:pt x="f67" y="f77"/>
                </a:lnTo>
                <a:arcTo wR="f63" hR="f73" stAng="f9" swAng="f3"/>
              </a:path>
            </a:pathLst>
          </a:custGeom>
          <a:noFill/>
          <a:ln w="12701" cap="rnd">
            <a:solidFill>
              <a:srgbClr val="00A6D6"/>
            </a:solidFill>
            <a:prstDash val="solid"/>
            <a:roun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1800" b="0" i="0" u="none" strike="noStrike" kern="1200" cap="none" spc="0" baseline="0">
              <a:solidFill>
                <a:srgbClr val="000000"/>
              </a:solidFill>
              <a:uFillTx/>
              <a:latin typeface="Arial"/>
            </a:endParaRPr>
          </a:p>
        </p:txBody>
      </p:sp>
      <p:pic>
        <p:nvPicPr>
          <p:cNvPr id="12" name="Picture 17" descr="A blue map pointers on a black background&#10;&#10;AI-generated content may be incorrect.">
            <a:extLst>
              <a:ext uri="{FF2B5EF4-FFF2-40B4-BE49-F238E27FC236}">
                <a16:creationId xmlns:a16="http://schemas.microsoft.com/office/drawing/2014/main" id="{B9F8CA00-AA00-6CFA-A5E9-204EB18E7810}"/>
              </a:ext>
            </a:extLst>
          </p:cNvPr>
          <p:cNvPicPr>
            <a:picLocks noChangeAspect="1"/>
          </p:cNvPicPr>
          <p:nvPr/>
        </p:nvPicPr>
        <p:blipFill>
          <a:blip r:embed="rId4"/>
          <a:stretch>
            <a:fillRect/>
          </a:stretch>
        </p:blipFill>
        <p:spPr>
          <a:xfrm>
            <a:off x="1989002" y="4838730"/>
            <a:ext cx="589257" cy="589257"/>
          </a:xfrm>
          <a:prstGeom prst="rect">
            <a:avLst/>
          </a:prstGeom>
          <a:noFill/>
          <a:ln>
            <a:noFill/>
          </a:ln>
        </p:spPr>
      </p:pic>
      <p:pic>
        <p:nvPicPr>
          <p:cNvPr id="13" name="Graphic 19" descr="Flag with solid fill">
            <a:extLst>
              <a:ext uri="{FF2B5EF4-FFF2-40B4-BE49-F238E27FC236}">
                <a16:creationId xmlns:a16="http://schemas.microsoft.com/office/drawing/2014/main" id="{7A66F89B-23FC-D12F-7841-C798C00C390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187098" y="4945870"/>
            <a:ext cx="207449" cy="207449"/>
          </a:xfrm>
          <a:prstGeom prst="rect">
            <a:avLst/>
          </a:prstGeom>
          <a:noFill/>
          <a:ln>
            <a:noFill/>
          </a:ln>
        </p:spPr>
      </p:pic>
      <p:pic>
        <p:nvPicPr>
          <p:cNvPr id="14" name="Picture 21" descr="A blue line drawing of a bug&#10;&#10;AI-generated content may be incorrect.">
            <a:extLst>
              <a:ext uri="{FF2B5EF4-FFF2-40B4-BE49-F238E27FC236}">
                <a16:creationId xmlns:a16="http://schemas.microsoft.com/office/drawing/2014/main" id="{39BCE521-805A-8F71-759B-456D7A417AF9}"/>
              </a:ext>
            </a:extLst>
          </p:cNvPr>
          <p:cNvPicPr>
            <a:picLocks noChangeAspect="1"/>
          </p:cNvPicPr>
          <p:nvPr/>
        </p:nvPicPr>
        <p:blipFill>
          <a:blip r:embed="rId7"/>
          <a:stretch>
            <a:fillRect/>
          </a:stretch>
        </p:blipFill>
        <p:spPr>
          <a:xfrm>
            <a:off x="1972927" y="3757388"/>
            <a:ext cx="605332" cy="605332"/>
          </a:xfrm>
          <a:prstGeom prst="rect">
            <a:avLst/>
          </a:prstGeom>
          <a:noFill/>
          <a:ln>
            <a:noFill/>
          </a:ln>
        </p:spPr>
      </p:pic>
      <p:sp>
        <p:nvSpPr>
          <p:cNvPr id="15" name="TextBox 22">
            <a:extLst>
              <a:ext uri="{FF2B5EF4-FFF2-40B4-BE49-F238E27FC236}">
                <a16:creationId xmlns:a16="http://schemas.microsoft.com/office/drawing/2014/main" id="{0344C421-C1E5-72B3-23BA-B05A7D0D13A4}"/>
              </a:ext>
            </a:extLst>
          </p:cNvPr>
          <p:cNvSpPr txBox="1"/>
          <p:nvPr/>
        </p:nvSpPr>
        <p:spPr>
          <a:xfrm>
            <a:off x="717154" y="1524460"/>
            <a:ext cx="10752612" cy="840233"/>
          </a:xfrm>
          <a:prstGeom prst="rect">
            <a:avLst/>
          </a:prstGeom>
          <a:noFill/>
          <a:ln>
            <a:noFill/>
          </a:ln>
        </p:spPr>
        <p:txBody>
          <a:bodyPr vert="horz" wrap="square" lIns="91440" tIns="45720" rIns="91440" bIns="45720" anchor="t" anchorCtr="0" compatLnSpc="1">
            <a:spAutoFit/>
          </a:bodyPr>
          <a:lstStyle/>
          <a:p>
            <a:pPr marL="0" marR="0" lvl="0" indent="0" algn="just"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800" b="0" i="0" u="none" strike="noStrike" kern="1200" cap="none" spc="0" baseline="0">
                <a:solidFill>
                  <a:srgbClr val="000000"/>
                </a:solidFill>
                <a:uFillTx/>
                <a:latin typeface="Arial"/>
              </a:rPr>
              <a:t>As the company grows, outdated methods and tools are making coordination difficult. This is causing a loss of customer confidence and could lead to lost business if corrective measures are not taken in both the short and long term.</a:t>
            </a:r>
            <a:endParaRPr lang="en-GB" sz="1800" b="0" i="0" u="none" strike="noStrike" kern="1200" cap="none" spc="0" baseline="0">
              <a:solidFill>
                <a:srgbClr val="000000"/>
              </a:solidFill>
              <a:uFillTx/>
              <a:latin typeface="Arial"/>
            </a:endParaRPr>
          </a:p>
        </p:txBody>
      </p:sp>
      <p:sp>
        <p:nvSpPr>
          <p:cNvPr id="16" name="TextBox 23">
            <a:extLst>
              <a:ext uri="{FF2B5EF4-FFF2-40B4-BE49-F238E27FC236}">
                <a16:creationId xmlns:a16="http://schemas.microsoft.com/office/drawing/2014/main" id="{8D031EB7-9150-5242-7E14-AEF5F418FE26}"/>
              </a:ext>
            </a:extLst>
          </p:cNvPr>
          <p:cNvSpPr txBox="1"/>
          <p:nvPr/>
        </p:nvSpPr>
        <p:spPr>
          <a:xfrm>
            <a:off x="4365720" y="2993681"/>
            <a:ext cx="3387175" cy="369335"/>
          </a:xfrm>
          <a:prstGeom prst="rect">
            <a:avLst/>
          </a:prstGeom>
          <a:noFill/>
          <a:ln>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0" i="0" u="none" strike="noStrike" kern="1200" cap="none" spc="0" baseline="0">
                <a:solidFill>
                  <a:srgbClr val="000000"/>
                </a:solidFill>
                <a:uFillTx/>
                <a:latin typeface="Arial"/>
              </a:rPr>
              <a:t>Loss of Pilot Customers</a:t>
            </a:r>
            <a:endParaRPr lang="en-IN" sz="1800" b="0" i="0" u="none" strike="noStrike" kern="1200" cap="none" spc="0" baseline="0">
              <a:solidFill>
                <a:srgbClr val="000000"/>
              </a:solidFill>
              <a:uFillTx/>
              <a:latin typeface="Arial"/>
            </a:endParaRPr>
          </a:p>
        </p:txBody>
      </p:sp>
      <p:sp>
        <p:nvSpPr>
          <p:cNvPr id="17" name="TextBox 24">
            <a:extLst>
              <a:ext uri="{FF2B5EF4-FFF2-40B4-BE49-F238E27FC236}">
                <a16:creationId xmlns:a16="http://schemas.microsoft.com/office/drawing/2014/main" id="{901A7E1B-B7A3-1AFE-8910-52C6F7B365FD}"/>
              </a:ext>
            </a:extLst>
          </p:cNvPr>
          <p:cNvSpPr txBox="1"/>
          <p:nvPr/>
        </p:nvSpPr>
        <p:spPr>
          <a:xfrm>
            <a:off x="9237552" y="2868847"/>
            <a:ext cx="2954444" cy="400114"/>
          </a:xfrm>
          <a:prstGeom prst="rect">
            <a:avLst/>
          </a:prstGeom>
          <a:noFill/>
          <a:ln>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2000" b="1" i="0" u="none" strike="noStrike" kern="1200" cap="none" spc="0" baseline="0">
                <a:solidFill>
                  <a:srgbClr val="000000"/>
                </a:solidFill>
                <a:uFillTx/>
                <a:latin typeface="Arial"/>
              </a:rPr>
              <a:t>Business Loss</a:t>
            </a:r>
          </a:p>
        </p:txBody>
      </p:sp>
      <p:sp>
        <p:nvSpPr>
          <p:cNvPr id="18" name="TextBox 25">
            <a:extLst>
              <a:ext uri="{FF2B5EF4-FFF2-40B4-BE49-F238E27FC236}">
                <a16:creationId xmlns:a16="http://schemas.microsoft.com/office/drawing/2014/main" id="{68A39196-85BA-7C97-B608-D1317884286A}"/>
              </a:ext>
            </a:extLst>
          </p:cNvPr>
          <p:cNvSpPr txBox="1"/>
          <p:nvPr/>
        </p:nvSpPr>
        <p:spPr>
          <a:xfrm>
            <a:off x="4909605" y="4203112"/>
            <a:ext cx="2519327" cy="369335"/>
          </a:xfrm>
          <a:prstGeom prst="rect">
            <a:avLst/>
          </a:prstGeom>
          <a:noFill/>
          <a:ln>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1800" b="0" i="0" u="none" strike="noStrike" kern="1200" cap="none" spc="0" baseline="0">
                <a:solidFill>
                  <a:srgbClr val="000000"/>
                </a:solidFill>
                <a:uFillTx/>
                <a:latin typeface="Arial"/>
              </a:rPr>
              <a:t>Internal team Conflicts</a:t>
            </a:r>
          </a:p>
        </p:txBody>
      </p:sp>
      <p:sp>
        <p:nvSpPr>
          <p:cNvPr id="19" name="TextBox 26">
            <a:extLst>
              <a:ext uri="{FF2B5EF4-FFF2-40B4-BE49-F238E27FC236}">
                <a16:creationId xmlns:a16="http://schemas.microsoft.com/office/drawing/2014/main" id="{F7108282-555B-3782-B041-ED760B0FC2EA}"/>
              </a:ext>
            </a:extLst>
          </p:cNvPr>
          <p:cNvSpPr txBox="1"/>
          <p:nvPr/>
        </p:nvSpPr>
        <p:spPr>
          <a:xfrm>
            <a:off x="5567708" y="3703402"/>
            <a:ext cx="3032250" cy="400114"/>
          </a:xfrm>
          <a:prstGeom prst="rect">
            <a:avLst/>
          </a:prstGeom>
          <a:noFill/>
          <a:ln>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2000" b="1" i="0" u="none" strike="noStrike" kern="1200" cap="none" spc="0" baseline="0">
                <a:solidFill>
                  <a:srgbClr val="000000"/>
                </a:solidFill>
                <a:uFillTx/>
                <a:latin typeface="Arial"/>
              </a:rPr>
              <a:t>Inefficient Software</a:t>
            </a:r>
          </a:p>
        </p:txBody>
      </p:sp>
      <p:sp>
        <p:nvSpPr>
          <p:cNvPr id="20" name="TextBox 27">
            <a:extLst>
              <a:ext uri="{FF2B5EF4-FFF2-40B4-BE49-F238E27FC236}">
                <a16:creationId xmlns:a16="http://schemas.microsoft.com/office/drawing/2014/main" id="{3577A1BE-7846-8C18-42E1-8234A0462EBE}"/>
              </a:ext>
            </a:extLst>
          </p:cNvPr>
          <p:cNvSpPr txBox="1"/>
          <p:nvPr/>
        </p:nvSpPr>
        <p:spPr>
          <a:xfrm>
            <a:off x="7083838" y="3315276"/>
            <a:ext cx="3244282" cy="369335"/>
          </a:xfrm>
          <a:prstGeom prst="rect">
            <a:avLst/>
          </a:prstGeom>
          <a:noFill/>
          <a:ln>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1800" b="0" i="0" u="none" strike="noStrike" kern="1200" cap="none" spc="0" baseline="0">
                <a:solidFill>
                  <a:srgbClr val="000000"/>
                </a:solidFill>
                <a:uFillTx/>
                <a:latin typeface="Arial"/>
              </a:rPr>
              <a:t>Loss of Product Leadership</a:t>
            </a:r>
          </a:p>
        </p:txBody>
      </p:sp>
      <p:sp>
        <p:nvSpPr>
          <p:cNvPr id="21" name="TextBox 28">
            <a:extLst>
              <a:ext uri="{FF2B5EF4-FFF2-40B4-BE49-F238E27FC236}">
                <a16:creationId xmlns:a16="http://schemas.microsoft.com/office/drawing/2014/main" id="{D8E15098-7D0D-1B50-B438-6733404E0A33}"/>
              </a:ext>
            </a:extLst>
          </p:cNvPr>
          <p:cNvSpPr txBox="1"/>
          <p:nvPr/>
        </p:nvSpPr>
        <p:spPr>
          <a:xfrm>
            <a:off x="7944709" y="5546485"/>
            <a:ext cx="2911367" cy="369335"/>
          </a:xfrm>
          <a:prstGeom prst="rect">
            <a:avLst/>
          </a:prstGeom>
          <a:noFill/>
          <a:ln>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0" i="0" u="none" strike="noStrike" kern="1200" cap="none" spc="0" baseline="0">
                <a:solidFill>
                  <a:srgbClr val="000000"/>
                </a:solidFill>
                <a:uFillTx/>
                <a:latin typeface="Arial"/>
              </a:rPr>
              <a:t>H</a:t>
            </a:r>
            <a:r>
              <a:rPr lang="en-IN" sz="1800" b="0" i="0" u="none" strike="noStrike" kern="1200" cap="none" spc="0" baseline="0">
                <a:solidFill>
                  <a:srgbClr val="000000"/>
                </a:solidFill>
                <a:uFillTx/>
                <a:latin typeface="Arial"/>
              </a:rPr>
              <a:t>igh non-value task </a:t>
            </a:r>
          </a:p>
        </p:txBody>
      </p:sp>
      <p:sp>
        <p:nvSpPr>
          <p:cNvPr id="22" name="TextBox 29">
            <a:extLst>
              <a:ext uri="{FF2B5EF4-FFF2-40B4-BE49-F238E27FC236}">
                <a16:creationId xmlns:a16="http://schemas.microsoft.com/office/drawing/2014/main" id="{BB99EC0B-058F-A334-F470-20A13FBDEBD9}"/>
              </a:ext>
            </a:extLst>
          </p:cNvPr>
          <p:cNvSpPr txBox="1"/>
          <p:nvPr/>
        </p:nvSpPr>
        <p:spPr>
          <a:xfrm>
            <a:off x="4428759" y="4730666"/>
            <a:ext cx="3921541" cy="400114"/>
          </a:xfrm>
          <a:prstGeom prst="rect">
            <a:avLst/>
          </a:prstGeom>
          <a:noFill/>
          <a:ln>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1" i="0" u="none" strike="noStrike" kern="1200" cap="none" spc="0" baseline="0">
                <a:solidFill>
                  <a:srgbClr val="000000"/>
                </a:solidFill>
                <a:uFillTx/>
                <a:latin typeface="Arial"/>
              </a:rPr>
              <a:t>W</a:t>
            </a:r>
            <a:r>
              <a:rPr lang="en-IN" sz="2000" b="1" i="0" u="none" strike="noStrike" kern="1200" cap="none" spc="0" baseline="0">
                <a:solidFill>
                  <a:srgbClr val="000000"/>
                </a:solidFill>
                <a:uFillTx/>
                <a:latin typeface="Arial"/>
              </a:rPr>
              <a:t>rong Commitments </a:t>
            </a:r>
          </a:p>
        </p:txBody>
      </p:sp>
      <p:sp>
        <p:nvSpPr>
          <p:cNvPr id="23" name="TextBox 30">
            <a:extLst>
              <a:ext uri="{FF2B5EF4-FFF2-40B4-BE49-F238E27FC236}">
                <a16:creationId xmlns:a16="http://schemas.microsoft.com/office/drawing/2014/main" id="{C6B25494-282F-2A69-450E-33F995D23CBD}"/>
              </a:ext>
            </a:extLst>
          </p:cNvPr>
          <p:cNvSpPr txBox="1"/>
          <p:nvPr/>
        </p:nvSpPr>
        <p:spPr>
          <a:xfrm>
            <a:off x="7803407" y="4576343"/>
            <a:ext cx="2911367" cy="646334"/>
          </a:xfrm>
          <a:prstGeom prst="rect">
            <a:avLst/>
          </a:prstGeom>
          <a:noFill/>
          <a:ln>
            <a:noFill/>
          </a:ln>
        </p:spPr>
        <p:txBody>
          <a:bodyPr vert="horz" wrap="square" lIns="91440" tIns="45720" rIns="91440" bIns="45720" anchor="t" anchorCtr="0" compatLnSpc="1">
            <a:sp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0" i="0" u="none" strike="noStrike" kern="1200" cap="none" spc="0" baseline="0">
                <a:solidFill>
                  <a:srgbClr val="000000"/>
                </a:solidFill>
                <a:uFillTx/>
                <a:latin typeface="Arial"/>
              </a:rPr>
              <a:t>C</a:t>
            </a:r>
            <a:r>
              <a:rPr lang="en-IN" sz="1800" b="0" i="0" u="none" strike="noStrike" kern="1200" cap="none" spc="0" baseline="0">
                <a:solidFill>
                  <a:srgbClr val="000000"/>
                </a:solidFill>
                <a:uFillTx/>
                <a:latin typeface="Arial"/>
              </a:rPr>
              <a:t>onstantly reworking &amp; revising work done</a:t>
            </a:r>
          </a:p>
        </p:txBody>
      </p:sp>
      <p:sp>
        <p:nvSpPr>
          <p:cNvPr id="24" name="TextBox 31">
            <a:extLst>
              <a:ext uri="{FF2B5EF4-FFF2-40B4-BE49-F238E27FC236}">
                <a16:creationId xmlns:a16="http://schemas.microsoft.com/office/drawing/2014/main" id="{B23B5D8B-57D7-BFB1-2E3A-201C20182223}"/>
              </a:ext>
            </a:extLst>
          </p:cNvPr>
          <p:cNvSpPr txBox="1"/>
          <p:nvPr/>
        </p:nvSpPr>
        <p:spPr>
          <a:xfrm>
            <a:off x="8303428" y="3891567"/>
            <a:ext cx="2954444" cy="400114"/>
          </a:xfrm>
          <a:prstGeom prst="rect">
            <a:avLst/>
          </a:prstGeom>
          <a:noFill/>
          <a:ln>
            <a:noFill/>
          </a:ln>
        </p:spPr>
        <p:txBody>
          <a:bodyPr vert="horz" wrap="square" lIns="91440" tIns="45720" rIns="91440" bIns="45720" anchor="t" anchorCtr="0" compatLnSpc="1">
            <a:sp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2000" b="1" i="0" u="none" strike="noStrike" kern="1200" cap="none" spc="0" baseline="0">
                <a:solidFill>
                  <a:srgbClr val="000000"/>
                </a:solidFill>
                <a:uFillTx/>
                <a:latin typeface="Arial"/>
              </a:rPr>
              <a:t>Low Team Trust</a:t>
            </a:r>
          </a:p>
        </p:txBody>
      </p:sp>
      <p:sp>
        <p:nvSpPr>
          <p:cNvPr id="25" name="TextBox 32">
            <a:extLst>
              <a:ext uri="{FF2B5EF4-FFF2-40B4-BE49-F238E27FC236}">
                <a16:creationId xmlns:a16="http://schemas.microsoft.com/office/drawing/2014/main" id="{57B5F083-65B5-84CD-C9DA-332D8E742224}"/>
              </a:ext>
            </a:extLst>
          </p:cNvPr>
          <p:cNvSpPr txBox="1"/>
          <p:nvPr/>
        </p:nvSpPr>
        <p:spPr>
          <a:xfrm>
            <a:off x="4769236" y="5262902"/>
            <a:ext cx="2911367" cy="646334"/>
          </a:xfrm>
          <a:prstGeom prst="rect">
            <a:avLst/>
          </a:prstGeom>
          <a:noFill/>
          <a:ln>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1800" b="0" i="0" u="none" strike="noStrike" kern="1200" cap="none" spc="0" baseline="0">
                <a:solidFill>
                  <a:srgbClr val="000000"/>
                </a:solidFill>
                <a:uFillTx/>
                <a:latin typeface="Arial"/>
              </a:rPr>
              <a:t>Brokedown coordination &amp; vision of product</a:t>
            </a:r>
          </a:p>
        </p:txBody>
      </p:sp>
    </p:spTree>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0">
  <p:cSld name="Slide117">
    <p:spTree>
      <p:nvGrpSpPr>
        <p:cNvPr id="1" name=""/>
        <p:cNvGrpSpPr/>
        <p:nvPr/>
      </p:nvGrpSpPr>
      <p:grpSpPr>
        <a:xfrm>
          <a:off x="0" y="0"/>
          <a:ext cx="0" cy="0"/>
          <a:chOff x="0" y="0"/>
          <a:chExt cx="0" cy="0"/>
        </a:xfrm>
      </p:grpSpPr>
      <p:sp>
        <p:nvSpPr>
          <p:cNvPr id="2" name="Tijdelijke aanduiding voor datum 4">
            <a:extLst>
              <a:ext uri="{FF2B5EF4-FFF2-40B4-BE49-F238E27FC236}">
                <a16:creationId xmlns:a16="http://schemas.microsoft.com/office/drawing/2014/main" id="{7FA6A242-301B-AEA0-F456-8F8B98B7297A}"/>
              </a:ext>
            </a:extLst>
          </p:cNvPr>
          <p:cNvSpPr txBox="1">
            <a:spLocks noGrp="1"/>
          </p:cNvSpPr>
          <p:nvPr>
            <p:ph type="dt" sz="quarter" idx="7"/>
          </p:nvPr>
        </p:nvSpPr>
        <p:spPr>
          <a:xfrm>
            <a:off x="10146566" y="6405664"/>
            <a:ext cx="766230" cy="184663"/>
          </a:xfrm>
          <a:prstGeom prst="rect">
            <a:avLst/>
          </a:prstGeom>
          <a:noFill/>
          <a:ln>
            <a:noFill/>
          </a:ln>
        </p:spPr>
        <p:txBody>
          <a:bodyPr vert="horz" wrap="none" lIns="0" tIns="0" rIns="0" bIns="0" anchor="ctr" anchorCtr="0" compatLnSpc="1">
            <a:spAutoFit/>
          </a:bodyPr>
          <a:lstStyle/>
          <a:p>
            <a:pPr lvl="0" algn="r"/>
            <a:fld id="{06676AEB-C8CB-4CC8-A752-A74994A17BED}" type="datetime1">
              <a:rPr lang="nl-NL" sz="1200">
                <a:solidFill>
                  <a:srgbClr val="000000"/>
                </a:solidFill>
                <a:latin typeface="Arial"/>
                <a:cs typeface="Segoe UI Light" pitchFamily="34"/>
              </a:rPr>
              <a:pPr lvl="0" algn="r"/>
              <a:t>22-10-2025</a:t>
            </a:fld>
            <a:endParaRPr lang="en-GB" sz="1200">
              <a:solidFill>
                <a:srgbClr val="000000"/>
              </a:solidFill>
              <a:latin typeface="Arial"/>
              <a:cs typeface="Segoe UI Light" pitchFamily="34"/>
            </a:endParaRPr>
          </a:p>
        </p:txBody>
      </p:sp>
      <p:sp>
        <p:nvSpPr>
          <p:cNvPr id="3" name="Titel 8">
            <a:extLst>
              <a:ext uri="{FF2B5EF4-FFF2-40B4-BE49-F238E27FC236}">
                <a16:creationId xmlns:a16="http://schemas.microsoft.com/office/drawing/2014/main" id="{46FB2BAF-C614-C4BD-88C9-911E8FDB2BC6}"/>
              </a:ext>
            </a:extLst>
          </p:cNvPr>
          <p:cNvSpPr txBox="1">
            <a:spLocks noGrp="1"/>
          </p:cNvSpPr>
          <p:nvPr>
            <p:ph type="title"/>
          </p:nvPr>
        </p:nvSpPr>
        <p:spPr>
          <a:xfrm>
            <a:off x="718663" y="686165"/>
            <a:ext cx="10752612" cy="323404"/>
          </a:xfrm>
          <a:prstGeom prst="rect">
            <a:avLst/>
          </a:prstGeom>
          <a:noFill/>
          <a:ln>
            <a:noFill/>
          </a:ln>
        </p:spPr>
        <p:txBody>
          <a:bodyPr vert="horz" wrap="square" lIns="0" tIns="0" rIns="0" bIns="378003" anchor="t" anchorCtr="0" compatLnSpc="1">
            <a:noAutofit/>
          </a:bodyPr>
          <a:lstStyle/>
          <a:p>
            <a:pPr lvl="0"/>
            <a:r>
              <a:rPr lang="en-GB" u="sng"/>
              <a:t>Alignment </a:t>
            </a:r>
          </a:p>
        </p:txBody>
      </p:sp>
      <p:sp>
        <p:nvSpPr>
          <p:cNvPr id="4" name="Tijdelijke aanduiding voor dianummer 102">
            <a:extLst>
              <a:ext uri="{FF2B5EF4-FFF2-40B4-BE49-F238E27FC236}">
                <a16:creationId xmlns:a16="http://schemas.microsoft.com/office/drawing/2014/main" id="{00C9FBD7-3269-8258-BE9B-1D2D214978DF}"/>
              </a:ext>
            </a:extLst>
          </p:cNvPr>
          <p:cNvSpPr txBox="1">
            <a:spLocks noGrp="1"/>
          </p:cNvSpPr>
          <p:nvPr>
            <p:ph type="sldNum" sz="quarter" idx="8"/>
          </p:nvPr>
        </p:nvSpPr>
        <p:spPr>
          <a:xfrm>
            <a:off x="11178466" y="6405664"/>
            <a:ext cx="291300" cy="184663"/>
          </a:xfrm>
          <a:prstGeom prst="rect">
            <a:avLst/>
          </a:prstGeom>
          <a:noFill/>
          <a:ln>
            <a:noFill/>
          </a:ln>
        </p:spPr>
        <p:txBody>
          <a:bodyPr vert="horz" wrap="none" lIns="0" tIns="0" rIns="0" bIns="0" anchor="ctr" anchorCtr="0" compatLnSpc="1">
            <a:spAutoFit/>
          </a:bodyPr>
          <a:lstStyle/>
          <a:p>
            <a:pPr lvl="0" algn="r"/>
            <a:fld id="{D1C4822D-6EDF-4B02-BA63-D707DD603177}" type="slidenum">
              <a:t>15</a:t>
            </a:fld>
            <a:endParaRPr lang="en-GB" sz="1200" b="1">
              <a:solidFill>
                <a:srgbClr val="000000"/>
              </a:solidFill>
              <a:latin typeface="Arial"/>
              <a:cs typeface="Segoe UI Light" pitchFamily="34"/>
            </a:endParaRPr>
          </a:p>
        </p:txBody>
      </p:sp>
      <p:cxnSp>
        <p:nvCxnSpPr>
          <p:cNvPr id="5" name="Straight Connector 83">
            <a:extLst>
              <a:ext uri="{FF2B5EF4-FFF2-40B4-BE49-F238E27FC236}">
                <a16:creationId xmlns:a16="http://schemas.microsoft.com/office/drawing/2014/main" id="{49F34F6C-A4B1-9884-F2A2-906754C9738C}"/>
              </a:ext>
            </a:extLst>
          </p:cNvPr>
          <p:cNvCxnSpPr/>
          <p:nvPr/>
        </p:nvCxnSpPr>
        <p:spPr>
          <a:xfrm>
            <a:off x="0" y="6139546"/>
            <a:ext cx="12191996" cy="0"/>
          </a:xfrm>
          <a:prstGeom prst="straightConnector1">
            <a:avLst/>
          </a:prstGeom>
          <a:noFill/>
          <a:ln w="28575" cap="rnd">
            <a:solidFill>
              <a:srgbClr val="00A6D6"/>
            </a:solidFill>
            <a:prstDash val="solid"/>
            <a:round/>
          </a:ln>
        </p:spPr>
      </p:cxnSp>
      <p:sp>
        <p:nvSpPr>
          <p:cNvPr id="6" name="TextBox 11">
            <a:extLst>
              <a:ext uri="{FF2B5EF4-FFF2-40B4-BE49-F238E27FC236}">
                <a16:creationId xmlns:a16="http://schemas.microsoft.com/office/drawing/2014/main" id="{82C8E9FF-8C55-D2B0-89B3-476A2EFF4872}"/>
              </a:ext>
            </a:extLst>
          </p:cNvPr>
          <p:cNvSpPr txBox="1"/>
          <p:nvPr/>
        </p:nvSpPr>
        <p:spPr>
          <a:xfrm>
            <a:off x="1363525" y="-727743"/>
            <a:ext cx="8964594" cy="369335"/>
          </a:xfrm>
          <a:prstGeom prst="rect">
            <a:avLst/>
          </a:prstGeom>
          <a:noFill/>
          <a:ln>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1800" b="0" i="0" u="none" strike="noStrike" kern="1200" cap="none" spc="0" baseline="0">
                <a:solidFill>
                  <a:srgbClr val="000000"/>
                </a:solidFill>
                <a:uFillTx/>
                <a:latin typeface="Arial"/>
              </a:rPr>
              <a:t>#00A6D6</a:t>
            </a:r>
          </a:p>
        </p:txBody>
      </p:sp>
      <p:sp>
        <p:nvSpPr>
          <p:cNvPr id="7" name="TextBox 1">
            <a:extLst>
              <a:ext uri="{FF2B5EF4-FFF2-40B4-BE49-F238E27FC236}">
                <a16:creationId xmlns:a16="http://schemas.microsoft.com/office/drawing/2014/main" id="{8866D013-492E-5E4D-AE7C-D70A032F06DE}"/>
              </a:ext>
            </a:extLst>
          </p:cNvPr>
          <p:cNvSpPr txBox="1"/>
          <p:nvPr/>
        </p:nvSpPr>
        <p:spPr>
          <a:xfrm>
            <a:off x="717154" y="1524460"/>
            <a:ext cx="5825889" cy="4524314"/>
          </a:xfrm>
          <a:prstGeom prst="rect">
            <a:avLst/>
          </a:prstGeom>
          <a:noFill/>
          <a:ln>
            <a:noFill/>
          </a:ln>
        </p:spPr>
        <p:txBody>
          <a:bodyPr vert="horz" wrap="square" lIns="91440" tIns="45720" rIns="91440" bIns="45720" anchor="t" anchorCtr="0" compatLnSpc="1">
            <a:sp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600" b="0" i="0" u="none" strike="noStrike" kern="1200" cap="none" spc="0" baseline="0">
                <a:solidFill>
                  <a:srgbClr val="000000"/>
                </a:solidFill>
                <a:uFillTx/>
                <a:latin typeface="Arial"/>
              </a:rPr>
              <a:t>The Lean Company follows a </a:t>
            </a:r>
            <a:r>
              <a:rPr lang="en-US" sz="1600" b="1" i="0" u="none" strike="noStrike" kern="1200" cap="none" spc="0" baseline="0">
                <a:solidFill>
                  <a:srgbClr val="000000"/>
                </a:solidFill>
                <a:uFillTx/>
                <a:latin typeface="Arial"/>
              </a:rPr>
              <a:t>Business-Driven Alignment</a:t>
            </a:r>
            <a:r>
              <a:rPr lang="en-US" sz="1600" b="0" i="0" u="none" strike="noStrike" kern="1200" cap="none" spc="0" baseline="0">
                <a:solidFill>
                  <a:srgbClr val="000000"/>
                </a:solidFill>
                <a:uFillTx/>
                <a:latin typeface="Arial"/>
              </a:rPr>
              <a:t> approach, where business goals are defined first, and IT is adjusted to support them. As seen in the following stakeholder slides, the technical team plays a </a:t>
            </a:r>
            <a:r>
              <a:rPr lang="en-US" sz="1600" b="1" i="0" u="none" strike="noStrike" kern="1200" cap="none" spc="0" baseline="0">
                <a:solidFill>
                  <a:srgbClr val="000000"/>
                </a:solidFill>
                <a:uFillTx/>
                <a:latin typeface="Arial"/>
              </a:rPr>
              <a:t>supporting role</a:t>
            </a:r>
            <a:r>
              <a:rPr lang="en-US" sz="1600" b="0" i="0" u="none" strike="noStrike" kern="1200" cap="none" spc="0" baseline="0">
                <a:solidFill>
                  <a:srgbClr val="000000"/>
                </a:solidFill>
                <a:uFillTx/>
                <a:latin typeface="Arial"/>
              </a:rPr>
              <a:t> in achieving business ambitions led by the CEO and industry leaders.</a:t>
            </a:r>
          </a:p>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600" b="0" i="0" u="none" strike="noStrike" kern="1200" cap="none" spc="0" baseline="0">
              <a:solidFill>
                <a:srgbClr val="000000"/>
              </a:solidFill>
              <a:uFillTx/>
              <a:latin typeface="Arial"/>
            </a:endParaRPr>
          </a:p>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600" b="0" i="0" u="none" strike="noStrike" kern="1200" cap="none" spc="0" baseline="0">
                <a:solidFill>
                  <a:srgbClr val="000000"/>
                </a:solidFill>
                <a:uFillTx/>
                <a:latin typeface="Arial"/>
              </a:rPr>
              <a:t>This </a:t>
            </a:r>
            <a:r>
              <a:rPr lang="en-US" sz="1600" b="1" i="0" u="none" strike="noStrike" kern="1200" cap="none" spc="0" baseline="0">
                <a:solidFill>
                  <a:srgbClr val="000000"/>
                </a:solidFill>
                <a:uFillTx/>
                <a:latin typeface="Arial"/>
              </a:rPr>
              <a:t>development process</a:t>
            </a:r>
            <a:r>
              <a:rPr lang="en-US" sz="1600" b="0" i="0" u="none" strike="noStrike" kern="1200" cap="none" spc="0" baseline="0">
                <a:solidFill>
                  <a:srgbClr val="000000"/>
                </a:solidFill>
                <a:uFillTx/>
                <a:latin typeface="Arial"/>
              </a:rPr>
              <a:t> serves as the core engine driving output, which then becomes input for all other teams to support customers and maintain product leadership. This makes it the most </a:t>
            </a:r>
            <a:r>
              <a:rPr lang="en-US" sz="1600" b="1" i="0" u="none" strike="noStrike" kern="1200" cap="none" spc="0" baseline="0">
                <a:solidFill>
                  <a:srgbClr val="000000"/>
                </a:solidFill>
                <a:uFillTx/>
                <a:latin typeface="Arial"/>
              </a:rPr>
              <a:t>critical process</a:t>
            </a:r>
            <a:r>
              <a:rPr lang="en-US" sz="1600" b="0" i="0" u="none" strike="noStrike" kern="1200" cap="none" spc="0" baseline="0">
                <a:solidFill>
                  <a:srgbClr val="000000"/>
                </a:solidFill>
                <a:uFillTx/>
                <a:latin typeface="Arial"/>
              </a:rPr>
              <a:t> in the chain. However, it is currently </a:t>
            </a:r>
            <a:r>
              <a:rPr lang="en-US" sz="1600" b="1" i="0" u="none" strike="noStrike" kern="1200" cap="none" spc="0" baseline="0">
                <a:solidFill>
                  <a:srgbClr val="000000"/>
                </a:solidFill>
                <a:uFillTx/>
                <a:latin typeface="Arial"/>
              </a:rPr>
              <a:t>at risk</a:t>
            </a:r>
            <a:r>
              <a:rPr lang="en-US" sz="1600" b="0" i="0" u="none" strike="noStrike" kern="1200" cap="none" spc="0" baseline="0">
                <a:solidFill>
                  <a:srgbClr val="000000"/>
                </a:solidFill>
                <a:uFillTx/>
                <a:latin typeface="Arial"/>
              </a:rPr>
              <a:t> due to various factors outlined in the previous slides.</a:t>
            </a:r>
          </a:p>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600" b="0" i="0" u="none" strike="noStrike" kern="1200" cap="none" spc="0" baseline="0">
              <a:solidFill>
                <a:srgbClr val="000000"/>
              </a:solidFill>
              <a:uFillTx/>
              <a:latin typeface="Arial"/>
            </a:endParaRPr>
          </a:p>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600" b="0" i="0" u="none" strike="noStrike" kern="1200" cap="none" spc="0" baseline="0">
                <a:solidFill>
                  <a:srgbClr val="000000"/>
                </a:solidFill>
                <a:uFillTx/>
                <a:latin typeface="Arial"/>
              </a:rPr>
              <a:t>Therefore, we will model various interfaces between the business and development cycles and work on improving the development cycle itself. The goal is to make the existing mechanistic process more seamless, efficient, and effortless.</a:t>
            </a:r>
          </a:p>
        </p:txBody>
      </p:sp>
      <p:pic>
        <p:nvPicPr>
          <p:cNvPr id="8" name="Picture 2" descr="The Henderson and Venkatraman strategic alignment model. Reprinted from...  | Download Scientific Diagram">
            <a:extLst>
              <a:ext uri="{FF2B5EF4-FFF2-40B4-BE49-F238E27FC236}">
                <a16:creationId xmlns:a16="http://schemas.microsoft.com/office/drawing/2014/main" id="{DDB5EDC8-A650-CE2B-174F-CF9245326228}"/>
              </a:ext>
            </a:extLst>
          </p:cNvPr>
          <p:cNvPicPr>
            <a:picLocks noChangeAspect="1"/>
          </p:cNvPicPr>
          <p:nvPr/>
        </p:nvPicPr>
        <p:blipFill>
          <a:blip r:embed="rId3"/>
          <a:srcRect/>
          <a:stretch>
            <a:fillRect/>
          </a:stretch>
        </p:blipFill>
        <p:spPr>
          <a:xfrm>
            <a:off x="6784326" y="1707193"/>
            <a:ext cx="4461988" cy="3443602"/>
          </a:xfrm>
          <a:prstGeom prst="rect">
            <a:avLst/>
          </a:prstGeom>
          <a:noFill/>
          <a:ln>
            <a:noFill/>
          </a:ln>
        </p:spPr>
      </p:pic>
      <p:sp>
        <p:nvSpPr>
          <p:cNvPr id="9" name="TextBox 12">
            <a:extLst>
              <a:ext uri="{FF2B5EF4-FFF2-40B4-BE49-F238E27FC236}">
                <a16:creationId xmlns:a16="http://schemas.microsoft.com/office/drawing/2014/main" id="{11B196ED-BBF3-549A-69A2-87E91DDAC762}"/>
              </a:ext>
            </a:extLst>
          </p:cNvPr>
          <p:cNvSpPr txBox="1"/>
          <p:nvPr/>
        </p:nvSpPr>
        <p:spPr>
          <a:xfrm>
            <a:off x="6977384" y="5479093"/>
            <a:ext cx="4584701" cy="369335"/>
          </a:xfrm>
          <a:prstGeom prst="rect">
            <a:avLst/>
          </a:prstGeom>
          <a:noFill/>
          <a:ln>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900" b="0" i="1" u="none" strike="noStrike" kern="1200" cap="none" spc="0" baseline="0">
                <a:solidFill>
                  <a:srgbClr val="000000"/>
                </a:solidFill>
                <a:uFillTx/>
                <a:latin typeface="Arial"/>
              </a:rPr>
              <a:t>Henderson, J.C. and Venkatraman, N.: Strategic Alignment: Leveraging Information Technology for Transforming Organizations, IBM Systems Journal, 1999</a:t>
            </a:r>
          </a:p>
        </p:txBody>
      </p:sp>
    </p:spTree>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name="Slide102">
    <p:spTree>
      <p:nvGrpSpPr>
        <p:cNvPr id="1" name=""/>
        <p:cNvGrpSpPr/>
        <p:nvPr/>
      </p:nvGrpSpPr>
      <p:grpSpPr>
        <a:xfrm>
          <a:off x="0" y="0"/>
          <a:ext cx="0" cy="0"/>
          <a:chOff x="0" y="0"/>
          <a:chExt cx="0" cy="0"/>
        </a:xfrm>
      </p:grpSpPr>
      <p:sp>
        <p:nvSpPr>
          <p:cNvPr id="2" name="Tijdelijke aanduiding voor datum 4">
            <a:extLst>
              <a:ext uri="{FF2B5EF4-FFF2-40B4-BE49-F238E27FC236}">
                <a16:creationId xmlns:a16="http://schemas.microsoft.com/office/drawing/2014/main" id="{9834D2D6-260F-0B3C-9427-0B3C11A55C08}"/>
              </a:ext>
            </a:extLst>
          </p:cNvPr>
          <p:cNvSpPr txBox="1">
            <a:spLocks noGrp="1"/>
          </p:cNvSpPr>
          <p:nvPr>
            <p:ph type="dt" sz="quarter" idx="7"/>
          </p:nvPr>
        </p:nvSpPr>
        <p:spPr>
          <a:xfrm>
            <a:off x="10146566" y="6405664"/>
            <a:ext cx="766230" cy="184663"/>
          </a:xfrm>
          <a:prstGeom prst="rect">
            <a:avLst/>
          </a:prstGeom>
          <a:noFill/>
          <a:ln>
            <a:noFill/>
          </a:ln>
        </p:spPr>
        <p:txBody>
          <a:bodyPr vert="horz" wrap="none" lIns="0" tIns="0" rIns="0" bIns="0" anchor="ctr" anchorCtr="0" compatLnSpc="1">
            <a:spAutoFit/>
          </a:bodyPr>
          <a:lstStyle/>
          <a:p>
            <a:pPr lvl="0" algn="r"/>
            <a:fld id="{B0B2A899-6EA9-42AE-A3C6-E22ACD04C888}" type="datetime1">
              <a:rPr lang="nl-NL" sz="1200">
                <a:solidFill>
                  <a:srgbClr val="000000"/>
                </a:solidFill>
                <a:latin typeface="Arial"/>
                <a:cs typeface="Segoe UI Light" pitchFamily="34"/>
              </a:rPr>
              <a:pPr lvl="0" algn="r"/>
              <a:t>22-10-2025</a:t>
            </a:fld>
            <a:endParaRPr lang="en-GB" sz="1200">
              <a:solidFill>
                <a:srgbClr val="000000"/>
              </a:solidFill>
              <a:latin typeface="Arial"/>
              <a:cs typeface="Segoe UI Light" pitchFamily="34"/>
            </a:endParaRPr>
          </a:p>
        </p:txBody>
      </p:sp>
      <p:sp>
        <p:nvSpPr>
          <p:cNvPr id="3" name="Titel 8">
            <a:extLst>
              <a:ext uri="{FF2B5EF4-FFF2-40B4-BE49-F238E27FC236}">
                <a16:creationId xmlns:a16="http://schemas.microsoft.com/office/drawing/2014/main" id="{A2FDA1E6-E2E4-8483-197D-762D3456A1C9}"/>
              </a:ext>
            </a:extLst>
          </p:cNvPr>
          <p:cNvSpPr txBox="1">
            <a:spLocks noGrp="1"/>
          </p:cNvSpPr>
          <p:nvPr>
            <p:ph type="title"/>
          </p:nvPr>
        </p:nvSpPr>
        <p:spPr>
          <a:xfrm>
            <a:off x="718663" y="686165"/>
            <a:ext cx="10752612" cy="323404"/>
          </a:xfrm>
          <a:prstGeom prst="rect">
            <a:avLst/>
          </a:prstGeom>
          <a:noFill/>
          <a:ln>
            <a:noFill/>
          </a:ln>
        </p:spPr>
        <p:txBody>
          <a:bodyPr vert="horz" wrap="square" lIns="0" tIns="0" rIns="0" bIns="378003" anchor="t" anchorCtr="0" compatLnSpc="1">
            <a:noAutofit/>
          </a:bodyPr>
          <a:lstStyle/>
          <a:p>
            <a:pPr lvl="0"/>
            <a:r>
              <a:rPr lang="en-GB" u="sng"/>
              <a:t>Main Stakeholders &amp; Influence </a:t>
            </a:r>
          </a:p>
        </p:txBody>
      </p:sp>
      <p:sp>
        <p:nvSpPr>
          <p:cNvPr id="4" name="Tijdelijke aanduiding voor dianummer 102">
            <a:extLst>
              <a:ext uri="{FF2B5EF4-FFF2-40B4-BE49-F238E27FC236}">
                <a16:creationId xmlns:a16="http://schemas.microsoft.com/office/drawing/2014/main" id="{AC7ED3DA-7574-6C41-2EA2-74CF84A3C25F}"/>
              </a:ext>
            </a:extLst>
          </p:cNvPr>
          <p:cNvSpPr txBox="1">
            <a:spLocks noGrp="1"/>
          </p:cNvSpPr>
          <p:nvPr>
            <p:ph type="sldNum" sz="quarter" idx="8"/>
          </p:nvPr>
        </p:nvSpPr>
        <p:spPr>
          <a:xfrm>
            <a:off x="11178466" y="6405664"/>
            <a:ext cx="291300" cy="184663"/>
          </a:xfrm>
          <a:prstGeom prst="rect">
            <a:avLst/>
          </a:prstGeom>
          <a:noFill/>
          <a:ln>
            <a:noFill/>
          </a:ln>
        </p:spPr>
        <p:txBody>
          <a:bodyPr vert="horz" wrap="none" lIns="0" tIns="0" rIns="0" bIns="0" anchor="ctr" anchorCtr="0" compatLnSpc="1">
            <a:spAutoFit/>
          </a:bodyPr>
          <a:lstStyle/>
          <a:p>
            <a:pPr lvl="0" algn="r"/>
            <a:fld id="{1D4365C9-7DA0-4F82-94DF-F6CC47638E24}" type="slidenum">
              <a:t>16</a:t>
            </a:fld>
            <a:endParaRPr lang="en-GB" sz="1200" b="1">
              <a:solidFill>
                <a:srgbClr val="000000"/>
              </a:solidFill>
              <a:latin typeface="Arial"/>
              <a:cs typeface="Segoe UI Light" pitchFamily="34"/>
            </a:endParaRPr>
          </a:p>
        </p:txBody>
      </p:sp>
      <p:cxnSp>
        <p:nvCxnSpPr>
          <p:cNvPr id="5" name="Straight Connector 83">
            <a:extLst>
              <a:ext uri="{FF2B5EF4-FFF2-40B4-BE49-F238E27FC236}">
                <a16:creationId xmlns:a16="http://schemas.microsoft.com/office/drawing/2014/main" id="{A7E4731E-6851-2739-818F-6B219D767761}"/>
              </a:ext>
            </a:extLst>
          </p:cNvPr>
          <p:cNvCxnSpPr/>
          <p:nvPr/>
        </p:nvCxnSpPr>
        <p:spPr>
          <a:xfrm>
            <a:off x="0" y="6139546"/>
            <a:ext cx="12191996" cy="0"/>
          </a:xfrm>
          <a:prstGeom prst="straightConnector1">
            <a:avLst/>
          </a:prstGeom>
          <a:noFill/>
          <a:ln w="28575" cap="rnd">
            <a:solidFill>
              <a:srgbClr val="00A6D6"/>
            </a:solidFill>
            <a:prstDash val="solid"/>
            <a:round/>
          </a:ln>
        </p:spPr>
      </p:cxnSp>
      <p:sp>
        <p:nvSpPr>
          <p:cNvPr id="6" name="TextBox 11">
            <a:extLst>
              <a:ext uri="{FF2B5EF4-FFF2-40B4-BE49-F238E27FC236}">
                <a16:creationId xmlns:a16="http://schemas.microsoft.com/office/drawing/2014/main" id="{5663C538-A14A-EC4C-DB56-63D3C2CE3F2B}"/>
              </a:ext>
            </a:extLst>
          </p:cNvPr>
          <p:cNvSpPr txBox="1"/>
          <p:nvPr/>
        </p:nvSpPr>
        <p:spPr>
          <a:xfrm>
            <a:off x="1363525" y="-727743"/>
            <a:ext cx="8964594" cy="369335"/>
          </a:xfrm>
          <a:prstGeom prst="rect">
            <a:avLst/>
          </a:prstGeom>
          <a:noFill/>
          <a:ln>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1800" b="0" i="0" u="none" strike="noStrike" kern="1200" cap="none" spc="0" baseline="0">
                <a:solidFill>
                  <a:srgbClr val="000000"/>
                </a:solidFill>
                <a:uFillTx/>
                <a:latin typeface="Arial"/>
              </a:rPr>
              <a:t>#00A6D6</a:t>
            </a:r>
          </a:p>
        </p:txBody>
      </p:sp>
      <p:grpSp>
        <p:nvGrpSpPr>
          <p:cNvPr id="7" name="Group 30">
            <a:extLst>
              <a:ext uri="{FF2B5EF4-FFF2-40B4-BE49-F238E27FC236}">
                <a16:creationId xmlns:a16="http://schemas.microsoft.com/office/drawing/2014/main" id="{9C6CD11E-57A6-DEC9-B7A1-AD599A83A81E}"/>
              </a:ext>
            </a:extLst>
          </p:cNvPr>
          <p:cNvGrpSpPr/>
          <p:nvPr/>
        </p:nvGrpSpPr>
        <p:grpSpPr>
          <a:xfrm>
            <a:off x="6236902" y="1891335"/>
            <a:ext cx="5375272" cy="3982083"/>
            <a:chOff x="6236902" y="1891335"/>
            <a:chExt cx="5375272" cy="3982083"/>
          </a:xfrm>
        </p:grpSpPr>
        <p:pic>
          <p:nvPicPr>
            <p:cNvPr id="8" name="Picture 20">
              <a:extLst>
                <a:ext uri="{FF2B5EF4-FFF2-40B4-BE49-F238E27FC236}">
                  <a16:creationId xmlns:a16="http://schemas.microsoft.com/office/drawing/2014/main" id="{FA8CE929-8E1B-F7D6-5B53-411A90777F70}"/>
                </a:ext>
              </a:extLst>
            </p:cNvPr>
            <p:cNvPicPr>
              <a:picLocks noChangeAspect="1"/>
            </p:cNvPicPr>
            <p:nvPr/>
          </p:nvPicPr>
          <p:blipFill>
            <a:blip r:embed="rId3"/>
            <a:stretch>
              <a:fillRect/>
            </a:stretch>
          </p:blipFill>
          <p:spPr>
            <a:xfrm>
              <a:off x="6236902" y="1891335"/>
              <a:ext cx="5375272" cy="3982083"/>
            </a:xfrm>
            <a:prstGeom prst="rect">
              <a:avLst/>
            </a:prstGeom>
            <a:noFill/>
            <a:ln>
              <a:noFill/>
            </a:ln>
          </p:spPr>
        </p:pic>
        <p:sp>
          <p:nvSpPr>
            <p:cNvPr id="9" name="TextBox 21">
              <a:extLst>
                <a:ext uri="{FF2B5EF4-FFF2-40B4-BE49-F238E27FC236}">
                  <a16:creationId xmlns:a16="http://schemas.microsoft.com/office/drawing/2014/main" id="{BB4DF4B6-0E26-42FF-3E72-B679448AA4D6}"/>
                </a:ext>
              </a:extLst>
            </p:cNvPr>
            <p:cNvSpPr txBox="1"/>
            <p:nvPr/>
          </p:nvSpPr>
          <p:spPr>
            <a:xfrm>
              <a:off x="6959598" y="2778340"/>
              <a:ext cx="1243995" cy="221687"/>
            </a:xfrm>
            <a:prstGeom prst="rect">
              <a:avLst/>
            </a:prstGeom>
            <a:solidFill>
              <a:srgbClr val="E6EAED"/>
            </a:solidFill>
            <a:ln>
              <a:noFill/>
            </a:ln>
          </p:spPr>
          <p:txBody>
            <a:bodyPr vert="horz" wrap="square" lIns="0" tIns="0" rIns="0" bIns="0" anchor="t"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400" b="0" i="0" u="none" strike="noStrike" kern="1200" cap="none" spc="0" baseline="0">
                  <a:solidFill>
                    <a:srgbClr val="000000"/>
                  </a:solidFill>
                  <a:uFillTx/>
                  <a:latin typeface="Arial"/>
                </a:rPr>
                <a:t>Keep Satisfied</a:t>
              </a:r>
              <a:endParaRPr lang="en-IN" sz="1400" b="0" i="0" u="none" strike="noStrike" kern="1200" cap="none" spc="0" baseline="0">
                <a:solidFill>
                  <a:srgbClr val="000000"/>
                </a:solidFill>
                <a:uFillTx/>
                <a:latin typeface="Arial"/>
              </a:endParaRPr>
            </a:p>
          </p:txBody>
        </p:sp>
        <p:sp>
          <p:nvSpPr>
            <p:cNvPr id="10" name="TextBox 25">
              <a:extLst>
                <a:ext uri="{FF2B5EF4-FFF2-40B4-BE49-F238E27FC236}">
                  <a16:creationId xmlns:a16="http://schemas.microsoft.com/office/drawing/2014/main" id="{31332D44-0326-A040-F1D3-3E325DC35289}"/>
                </a:ext>
              </a:extLst>
            </p:cNvPr>
            <p:cNvSpPr txBox="1"/>
            <p:nvPr/>
          </p:nvSpPr>
          <p:spPr>
            <a:xfrm>
              <a:off x="8562112" y="2778340"/>
              <a:ext cx="1345777" cy="221687"/>
            </a:xfrm>
            <a:prstGeom prst="rect">
              <a:avLst/>
            </a:prstGeom>
            <a:solidFill>
              <a:srgbClr val="E6EAED"/>
            </a:solidFill>
            <a:ln>
              <a:noFill/>
            </a:ln>
          </p:spPr>
          <p:txBody>
            <a:bodyPr vert="horz" wrap="square" lIns="0" tIns="0" rIns="0" bIns="0" anchor="t"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400" b="0" i="0" u="none" strike="noStrike" kern="1200" cap="none" spc="0" baseline="0">
                  <a:solidFill>
                    <a:srgbClr val="000000"/>
                  </a:solidFill>
                  <a:uFillTx/>
                  <a:latin typeface="Arial"/>
                </a:rPr>
                <a:t>Manage Closely</a:t>
              </a:r>
              <a:endParaRPr lang="en-IN" sz="1400" b="0" i="0" u="none" strike="noStrike" kern="1200" cap="none" spc="0" baseline="0">
                <a:solidFill>
                  <a:srgbClr val="000000"/>
                </a:solidFill>
                <a:uFillTx/>
                <a:latin typeface="Arial"/>
              </a:endParaRPr>
            </a:p>
          </p:txBody>
        </p:sp>
        <p:sp>
          <p:nvSpPr>
            <p:cNvPr id="11" name="TextBox 26">
              <a:extLst>
                <a:ext uri="{FF2B5EF4-FFF2-40B4-BE49-F238E27FC236}">
                  <a16:creationId xmlns:a16="http://schemas.microsoft.com/office/drawing/2014/main" id="{B4DE587A-DBB5-576F-37DF-EA5F856911F7}"/>
                </a:ext>
              </a:extLst>
            </p:cNvPr>
            <p:cNvSpPr txBox="1"/>
            <p:nvPr/>
          </p:nvSpPr>
          <p:spPr>
            <a:xfrm>
              <a:off x="6959598" y="4538094"/>
              <a:ext cx="1345777" cy="221687"/>
            </a:xfrm>
            <a:prstGeom prst="rect">
              <a:avLst/>
            </a:prstGeom>
            <a:solidFill>
              <a:srgbClr val="E6EAED"/>
            </a:solidFill>
            <a:ln>
              <a:noFill/>
            </a:ln>
          </p:spPr>
          <p:txBody>
            <a:bodyPr vert="horz" wrap="square" lIns="0" tIns="0" rIns="0" bIns="0" anchor="t"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400" b="0" i="0" u="none" strike="noStrike" kern="1200" cap="none" spc="0" baseline="0">
                  <a:solidFill>
                    <a:srgbClr val="000000"/>
                  </a:solidFill>
                  <a:uFillTx/>
                  <a:latin typeface="Arial"/>
                </a:rPr>
                <a:t>Monitor </a:t>
              </a:r>
              <a:endParaRPr lang="en-IN" sz="1400" b="0" i="0" u="none" strike="noStrike" kern="1200" cap="none" spc="0" baseline="0">
                <a:solidFill>
                  <a:srgbClr val="000000"/>
                </a:solidFill>
                <a:uFillTx/>
                <a:latin typeface="Arial"/>
              </a:endParaRPr>
            </a:p>
          </p:txBody>
        </p:sp>
        <p:sp>
          <p:nvSpPr>
            <p:cNvPr id="12" name="TextBox 29">
              <a:extLst>
                <a:ext uri="{FF2B5EF4-FFF2-40B4-BE49-F238E27FC236}">
                  <a16:creationId xmlns:a16="http://schemas.microsoft.com/office/drawing/2014/main" id="{20763A7C-B21F-B9B5-B1E9-0E893E9393CC}"/>
                </a:ext>
              </a:extLst>
            </p:cNvPr>
            <p:cNvSpPr txBox="1"/>
            <p:nvPr/>
          </p:nvSpPr>
          <p:spPr>
            <a:xfrm>
              <a:off x="8562112" y="4538094"/>
              <a:ext cx="1345777" cy="221687"/>
            </a:xfrm>
            <a:prstGeom prst="rect">
              <a:avLst/>
            </a:prstGeom>
            <a:solidFill>
              <a:srgbClr val="E6EAED"/>
            </a:solidFill>
            <a:ln>
              <a:noFill/>
            </a:ln>
          </p:spPr>
          <p:txBody>
            <a:bodyPr vert="horz" wrap="square" lIns="0" tIns="0" rIns="0" bIns="0" anchor="t"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400" b="0" i="0" u="none" strike="noStrike" kern="1200" cap="none" spc="0" baseline="0">
                  <a:solidFill>
                    <a:srgbClr val="000000"/>
                  </a:solidFill>
                  <a:uFillTx/>
                  <a:latin typeface="Arial"/>
                </a:rPr>
                <a:t>Keep Informed </a:t>
              </a:r>
              <a:endParaRPr lang="en-IN" sz="1400" b="0" i="0" u="none" strike="noStrike" kern="1200" cap="none" spc="0" baseline="0">
                <a:solidFill>
                  <a:srgbClr val="000000"/>
                </a:solidFill>
                <a:uFillTx/>
                <a:latin typeface="Arial"/>
              </a:endParaRPr>
            </a:p>
          </p:txBody>
        </p:sp>
      </p:grpSp>
      <p:sp>
        <p:nvSpPr>
          <p:cNvPr id="13" name="TextBox 6">
            <a:extLst>
              <a:ext uri="{FF2B5EF4-FFF2-40B4-BE49-F238E27FC236}">
                <a16:creationId xmlns:a16="http://schemas.microsoft.com/office/drawing/2014/main" id="{7E0D9F72-882D-DA6F-1979-A1DD8008F9EB}"/>
              </a:ext>
            </a:extLst>
          </p:cNvPr>
          <p:cNvSpPr txBox="1"/>
          <p:nvPr/>
        </p:nvSpPr>
        <p:spPr>
          <a:xfrm>
            <a:off x="287862" y="1605101"/>
            <a:ext cx="2987088" cy="286234"/>
          </a:xfrm>
          <a:prstGeom prst="rect">
            <a:avLst/>
          </a:prstGeom>
          <a:noFill/>
          <a:ln>
            <a:noFill/>
          </a:ln>
        </p:spPr>
        <p:txBody>
          <a:bodyPr vert="horz" wrap="square" lIns="91440" tIns="45720" rIns="91440" bIns="45720" anchor="t" anchorCtr="1" compatLnSpc="1">
            <a:sp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400" b="1" i="0" u="none" strike="noStrike" kern="1200" cap="none" spc="0" baseline="0">
                <a:solidFill>
                  <a:srgbClr val="00A6D6"/>
                </a:solidFill>
                <a:uFillTx/>
                <a:latin typeface="Arial"/>
              </a:rPr>
              <a:t>Main Stakeholders </a:t>
            </a:r>
          </a:p>
        </p:txBody>
      </p:sp>
      <p:sp>
        <p:nvSpPr>
          <p:cNvPr id="14" name="TextBox 7">
            <a:extLst>
              <a:ext uri="{FF2B5EF4-FFF2-40B4-BE49-F238E27FC236}">
                <a16:creationId xmlns:a16="http://schemas.microsoft.com/office/drawing/2014/main" id="{C85CD96A-4C81-4AC6-C6B2-EEF47397A42C}"/>
              </a:ext>
            </a:extLst>
          </p:cNvPr>
          <p:cNvSpPr txBox="1"/>
          <p:nvPr/>
        </p:nvSpPr>
        <p:spPr>
          <a:xfrm>
            <a:off x="5845823" y="1546789"/>
            <a:ext cx="2987088" cy="286234"/>
          </a:xfrm>
          <a:prstGeom prst="rect">
            <a:avLst/>
          </a:prstGeom>
          <a:noFill/>
          <a:ln>
            <a:noFill/>
          </a:ln>
        </p:spPr>
        <p:txBody>
          <a:bodyPr vert="horz" wrap="square" lIns="91440" tIns="45720" rIns="91440" bIns="45720" anchor="t" anchorCtr="1" compatLnSpc="1">
            <a:sp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1400" b="1" i="0" u="none" strike="noStrike" kern="1200" cap="none" spc="0" baseline="0">
                <a:solidFill>
                  <a:srgbClr val="00A6D6"/>
                </a:solidFill>
                <a:uFillTx/>
                <a:latin typeface="Arial"/>
              </a:rPr>
              <a:t>Influence Matrix </a:t>
            </a:r>
          </a:p>
        </p:txBody>
      </p:sp>
      <p:pic>
        <p:nvPicPr>
          <p:cNvPr id="15" name="Picture 157">
            <a:extLst>
              <a:ext uri="{FF2B5EF4-FFF2-40B4-BE49-F238E27FC236}">
                <a16:creationId xmlns:a16="http://schemas.microsoft.com/office/drawing/2014/main" id="{80C909A4-EB1B-811A-3E28-5A23E6A982DA}"/>
              </a:ext>
            </a:extLst>
          </p:cNvPr>
          <p:cNvPicPr>
            <a:picLocks noChangeAspect="1"/>
          </p:cNvPicPr>
          <p:nvPr/>
        </p:nvPicPr>
        <p:blipFill>
          <a:blip r:embed="rId4"/>
          <a:stretch>
            <a:fillRect/>
          </a:stretch>
        </p:blipFill>
        <p:spPr>
          <a:xfrm>
            <a:off x="0" y="2428554"/>
            <a:ext cx="6388098" cy="2544628"/>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0">
  <p:cSld name="Slide101">
    <p:spTree>
      <p:nvGrpSpPr>
        <p:cNvPr id="1" name=""/>
        <p:cNvGrpSpPr/>
        <p:nvPr/>
      </p:nvGrpSpPr>
      <p:grpSpPr>
        <a:xfrm>
          <a:off x="0" y="0"/>
          <a:ext cx="0" cy="0"/>
          <a:chOff x="0" y="0"/>
          <a:chExt cx="0" cy="0"/>
        </a:xfrm>
      </p:grpSpPr>
      <p:sp>
        <p:nvSpPr>
          <p:cNvPr id="2" name="Tijdelijke aanduiding voor datum 4">
            <a:extLst>
              <a:ext uri="{FF2B5EF4-FFF2-40B4-BE49-F238E27FC236}">
                <a16:creationId xmlns:a16="http://schemas.microsoft.com/office/drawing/2014/main" id="{4B46BEFE-0B3C-005E-7D8B-CA35183D606D}"/>
              </a:ext>
            </a:extLst>
          </p:cNvPr>
          <p:cNvSpPr txBox="1">
            <a:spLocks noGrp="1"/>
          </p:cNvSpPr>
          <p:nvPr>
            <p:ph type="dt" sz="quarter" idx="7"/>
          </p:nvPr>
        </p:nvSpPr>
        <p:spPr>
          <a:xfrm>
            <a:off x="10146566" y="6405664"/>
            <a:ext cx="766230" cy="184663"/>
          </a:xfrm>
          <a:prstGeom prst="rect">
            <a:avLst/>
          </a:prstGeom>
          <a:noFill/>
          <a:ln>
            <a:noFill/>
          </a:ln>
        </p:spPr>
        <p:txBody>
          <a:bodyPr vert="horz" wrap="none" lIns="0" tIns="0" rIns="0" bIns="0" anchor="ctr" anchorCtr="0" compatLnSpc="1">
            <a:spAutoFit/>
          </a:bodyPr>
          <a:lstStyle/>
          <a:p>
            <a:pPr lvl="0" algn="r"/>
            <a:fld id="{124352BE-FB0A-4A42-BF9E-03A8251AF479}" type="datetime1">
              <a:rPr lang="nl-NL" sz="1200">
                <a:solidFill>
                  <a:srgbClr val="000000"/>
                </a:solidFill>
                <a:latin typeface="Arial"/>
                <a:cs typeface="Segoe UI Light" pitchFamily="34"/>
              </a:rPr>
              <a:pPr lvl="0" algn="r"/>
              <a:t>22-10-2025</a:t>
            </a:fld>
            <a:endParaRPr lang="en-GB" sz="1200">
              <a:solidFill>
                <a:srgbClr val="000000"/>
              </a:solidFill>
              <a:latin typeface="Arial"/>
              <a:cs typeface="Segoe UI Light" pitchFamily="34"/>
            </a:endParaRPr>
          </a:p>
        </p:txBody>
      </p:sp>
      <p:sp>
        <p:nvSpPr>
          <p:cNvPr id="3" name="Titel 8">
            <a:extLst>
              <a:ext uri="{FF2B5EF4-FFF2-40B4-BE49-F238E27FC236}">
                <a16:creationId xmlns:a16="http://schemas.microsoft.com/office/drawing/2014/main" id="{5D3FF77E-62AA-B308-608B-5978E34FA1AE}"/>
              </a:ext>
            </a:extLst>
          </p:cNvPr>
          <p:cNvSpPr txBox="1">
            <a:spLocks noGrp="1"/>
          </p:cNvSpPr>
          <p:nvPr>
            <p:ph type="title"/>
          </p:nvPr>
        </p:nvSpPr>
        <p:spPr>
          <a:xfrm>
            <a:off x="718663" y="686165"/>
            <a:ext cx="10752612" cy="323404"/>
          </a:xfrm>
          <a:prstGeom prst="rect">
            <a:avLst/>
          </a:prstGeom>
          <a:noFill/>
          <a:ln>
            <a:noFill/>
          </a:ln>
        </p:spPr>
        <p:txBody>
          <a:bodyPr vert="horz" wrap="square" lIns="0" tIns="0" rIns="0" bIns="378003" anchor="t" anchorCtr="0" compatLnSpc="1">
            <a:noAutofit/>
          </a:bodyPr>
          <a:lstStyle/>
          <a:p>
            <a:pPr lvl="0"/>
            <a:r>
              <a:rPr lang="en-GB" u="sng"/>
              <a:t>Main Stakeholders &amp; Influence </a:t>
            </a:r>
          </a:p>
        </p:txBody>
      </p:sp>
      <p:sp>
        <p:nvSpPr>
          <p:cNvPr id="4" name="Tijdelijke aanduiding voor dianummer 102">
            <a:extLst>
              <a:ext uri="{FF2B5EF4-FFF2-40B4-BE49-F238E27FC236}">
                <a16:creationId xmlns:a16="http://schemas.microsoft.com/office/drawing/2014/main" id="{CFA265AA-82C2-1CE7-33A4-00422109A0D3}"/>
              </a:ext>
            </a:extLst>
          </p:cNvPr>
          <p:cNvSpPr txBox="1">
            <a:spLocks noGrp="1"/>
          </p:cNvSpPr>
          <p:nvPr>
            <p:ph type="sldNum" sz="quarter" idx="8"/>
          </p:nvPr>
        </p:nvSpPr>
        <p:spPr>
          <a:xfrm>
            <a:off x="11178466" y="6405664"/>
            <a:ext cx="291300" cy="184663"/>
          </a:xfrm>
          <a:prstGeom prst="rect">
            <a:avLst/>
          </a:prstGeom>
          <a:noFill/>
          <a:ln>
            <a:noFill/>
          </a:ln>
        </p:spPr>
        <p:txBody>
          <a:bodyPr vert="horz" wrap="none" lIns="0" tIns="0" rIns="0" bIns="0" anchor="ctr" anchorCtr="0" compatLnSpc="1">
            <a:spAutoFit/>
          </a:bodyPr>
          <a:lstStyle/>
          <a:p>
            <a:pPr lvl="0" algn="r"/>
            <a:fld id="{4798F9D8-F98A-484D-A0A1-763E1F0771A8}" type="slidenum">
              <a:t>17</a:t>
            </a:fld>
            <a:endParaRPr lang="en-GB" sz="1200" b="1">
              <a:solidFill>
                <a:srgbClr val="000000"/>
              </a:solidFill>
              <a:latin typeface="Arial"/>
              <a:cs typeface="Segoe UI Light" pitchFamily="34"/>
            </a:endParaRPr>
          </a:p>
        </p:txBody>
      </p:sp>
      <p:cxnSp>
        <p:nvCxnSpPr>
          <p:cNvPr id="5" name="Straight Connector 83">
            <a:extLst>
              <a:ext uri="{FF2B5EF4-FFF2-40B4-BE49-F238E27FC236}">
                <a16:creationId xmlns:a16="http://schemas.microsoft.com/office/drawing/2014/main" id="{1C115A2A-A36B-A9D9-37C2-282650346B82}"/>
              </a:ext>
            </a:extLst>
          </p:cNvPr>
          <p:cNvCxnSpPr/>
          <p:nvPr/>
        </p:nvCxnSpPr>
        <p:spPr>
          <a:xfrm>
            <a:off x="0" y="6139546"/>
            <a:ext cx="12191996" cy="0"/>
          </a:xfrm>
          <a:prstGeom prst="straightConnector1">
            <a:avLst/>
          </a:prstGeom>
          <a:noFill/>
          <a:ln w="28575" cap="rnd">
            <a:solidFill>
              <a:srgbClr val="00A6D6"/>
            </a:solidFill>
            <a:prstDash val="solid"/>
            <a:round/>
          </a:ln>
        </p:spPr>
      </p:cxnSp>
      <p:sp>
        <p:nvSpPr>
          <p:cNvPr id="6" name="TextBox 11">
            <a:extLst>
              <a:ext uri="{FF2B5EF4-FFF2-40B4-BE49-F238E27FC236}">
                <a16:creationId xmlns:a16="http://schemas.microsoft.com/office/drawing/2014/main" id="{0A02FED1-9D05-C994-7335-B333637F6353}"/>
              </a:ext>
            </a:extLst>
          </p:cNvPr>
          <p:cNvSpPr txBox="1"/>
          <p:nvPr/>
        </p:nvSpPr>
        <p:spPr>
          <a:xfrm>
            <a:off x="1363525" y="-727743"/>
            <a:ext cx="8964594" cy="369335"/>
          </a:xfrm>
          <a:prstGeom prst="rect">
            <a:avLst/>
          </a:prstGeom>
          <a:noFill/>
          <a:ln>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1800" b="0" i="0" u="none" strike="noStrike" kern="1200" cap="none" spc="0" baseline="0">
                <a:solidFill>
                  <a:srgbClr val="000000"/>
                </a:solidFill>
                <a:uFillTx/>
                <a:latin typeface="Arial"/>
              </a:rPr>
              <a:t>#00A6D6</a:t>
            </a:r>
          </a:p>
        </p:txBody>
      </p:sp>
      <p:sp>
        <p:nvSpPr>
          <p:cNvPr id="7" name="TextBox 1">
            <a:extLst>
              <a:ext uri="{FF2B5EF4-FFF2-40B4-BE49-F238E27FC236}">
                <a16:creationId xmlns:a16="http://schemas.microsoft.com/office/drawing/2014/main" id="{F851D87F-2C54-9D19-0C39-BE1EFF82FCA2}"/>
              </a:ext>
            </a:extLst>
          </p:cNvPr>
          <p:cNvSpPr txBox="1"/>
          <p:nvPr/>
        </p:nvSpPr>
        <p:spPr>
          <a:xfrm>
            <a:off x="719139" y="1565269"/>
            <a:ext cx="6940195" cy="3970279"/>
          </a:xfrm>
          <a:prstGeom prst="rect">
            <a:avLst/>
          </a:prstGeom>
          <a:noFill/>
          <a:ln>
            <a:noFill/>
          </a:ln>
        </p:spPr>
        <p:txBody>
          <a:bodyPr vert="horz" wrap="square" lIns="0" tIns="0" rIns="0" bIns="0" anchor="t" anchorCtr="0" compatLnSpc="1">
            <a:no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400" b="0" i="0" u="none" strike="noStrike" kern="1200" cap="none" spc="0" baseline="0">
                <a:solidFill>
                  <a:srgbClr val="000000"/>
                </a:solidFill>
                <a:uFillTx/>
                <a:latin typeface="Arial"/>
              </a:rPr>
              <a:t>Leaders (</a:t>
            </a:r>
            <a:r>
              <a:rPr lang="en-US" sz="1400" b="1" i="0" u="none" strike="noStrike" kern="1200" cap="none" spc="0" baseline="0">
                <a:solidFill>
                  <a:srgbClr val="000000"/>
                </a:solidFill>
                <a:uFillTx/>
                <a:latin typeface="Arial"/>
              </a:rPr>
              <a:t>CEO, COO, CTO</a:t>
            </a:r>
            <a:r>
              <a:rPr lang="en-US" sz="1400" b="0" i="0" u="none" strike="noStrike" kern="1200" cap="none" spc="0" baseline="0">
                <a:solidFill>
                  <a:srgbClr val="000000"/>
                </a:solidFill>
                <a:uFillTx/>
                <a:latin typeface="Arial"/>
              </a:rPr>
              <a:t>) hold the highest </a:t>
            </a:r>
            <a:r>
              <a:rPr lang="en-US" sz="1400" b="1" i="0" u="none" strike="noStrike" kern="1200" cap="none" spc="0" baseline="0">
                <a:solidFill>
                  <a:srgbClr val="000000"/>
                </a:solidFill>
                <a:uFillTx/>
                <a:latin typeface="Arial"/>
              </a:rPr>
              <a:t>influence and interest</a:t>
            </a:r>
            <a:r>
              <a:rPr lang="en-US" sz="1400" b="0" i="0" u="none" strike="noStrike" kern="1200" cap="none" spc="0" baseline="0">
                <a:solidFill>
                  <a:srgbClr val="000000"/>
                </a:solidFill>
                <a:uFillTx/>
                <a:latin typeface="Arial"/>
              </a:rPr>
              <a:t>, driving company decisions and prioritizing business success over product quality. The </a:t>
            </a:r>
            <a:r>
              <a:rPr lang="en-US" sz="1400" b="1" i="0" u="none" strike="noStrike" kern="1200" cap="none" spc="0" baseline="0">
                <a:solidFill>
                  <a:srgbClr val="000000"/>
                </a:solidFill>
                <a:uFillTx/>
                <a:latin typeface="Arial"/>
              </a:rPr>
              <a:t>Product Owner</a:t>
            </a:r>
            <a:r>
              <a:rPr lang="en-US" sz="1400" b="0" i="0" u="none" strike="noStrike" kern="1200" cap="none" spc="0" baseline="0">
                <a:solidFill>
                  <a:srgbClr val="000000"/>
                </a:solidFill>
                <a:uFillTx/>
                <a:latin typeface="Arial"/>
              </a:rPr>
              <a:t> also has </a:t>
            </a:r>
            <a:r>
              <a:rPr lang="en-US" sz="1400" b="1" i="0" u="none" strike="noStrike" kern="1200" cap="none" spc="0" baseline="0">
                <a:solidFill>
                  <a:srgbClr val="000000"/>
                </a:solidFill>
                <a:uFillTx/>
                <a:latin typeface="Arial"/>
              </a:rPr>
              <a:t>high influence and interest</a:t>
            </a:r>
            <a:r>
              <a:rPr lang="en-US" sz="1400" b="0" i="0" u="none" strike="noStrike" kern="1200" cap="none" spc="0" baseline="0">
                <a:solidFill>
                  <a:srgbClr val="000000"/>
                </a:solidFill>
                <a:uFillTx/>
                <a:latin typeface="Arial"/>
              </a:rPr>
              <a:t>, but rather than independently optimizing the product, they follow leadership directives to align with business goals. The </a:t>
            </a:r>
            <a:r>
              <a:rPr lang="en-US" sz="1400" b="1" i="0" u="none" strike="noStrike" kern="1200" cap="none" spc="0" baseline="0">
                <a:solidFill>
                  <a:srgbClr val="000000"/>
                </a:solidFill>
                <a:uFillTx/>
                <a:latin typeface="Arial"/>
              </a:rPr>
              <a:t>Customer Success Manager</a:t>
            </a:r>
            <a:r>
              <a:rPr lang="en-US" sz="1400" b="0" i="0" u="none" strike="noStrike" kern="1200" cap="none" spc="0" baseline="0">
                <a:solidFill>
                  <a:srgbClr val="000000"/>
                </a:solidFill>
                <a:uFillTx/>
                <a:latin typeface="Arial"/>
              </a:rPr>
              <a:t> has </a:t>
            </a:r>
            <a:r>
              <a:rPr lang="en-US" sz="1400" b="1" i="0" u="none" strike="noStrike" kern="1200" cap="none" spc="0" baseline="0">
                <a:solidFill>
                  <a:srgbClr val="000000"/>
                </a:solidFill>
                <a:uFillTx/>
                <a:latin typeface="Arial"/>
              </a:rPr>
              <a:t>moderate influence but high interest</a:t>
            </a:r>
            <a:r>
              <a:rPr lang="en-US" sz="1400" b="0" i="0" u="none" strike="noStrike" kern="1200" cap="none" spc="0" baseline="0">
                <a:solidFill>
                  <a:srgbClr val="000000"/>
                </a:solidFill>
                <a:uFillTx/>
                <a:latin typeface="Arial"/>
              </a:rPr>
              <a:t>, as they gather valuable client feedback but lack decision-making power.</a:t>
            </a:r>
          </a:p>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400" b="0" i="0" u="none" strike="noStrike" kern="1200" cap="none" spc="0" baseline="0">
              <a:solidFill>
                <a:srgbClr val="000000"/>
              </a:solidFill>
              <a:uFillTx/>
              <a:latin typeface="Arial"/>
            </a:endParaRPr>
          </a:p>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400" b="0" i="0" u="none" strike="noStrike" kern="1200" cap="none" spc="0" baseline="0">
                <a:solidFill>
                  <a:srgbClr val="000000"/>
                </a:solidFill>
                <a:uFillTx/>
                <a:latin typeface="Arial"/>
              </a:rPr>
              <a:t>The </a:t>
            </a:r>
            <a:r>
              <a:rPr lang="en-US" sz="1400" b="1" i="0" u="none" strike="noStrike" kern="1200" cap="none" spc="0" baseline="0">
                <a:solidFill>
                  <a:srgbClr val="000000"/>
                </a:solidFill>
                <a:uFillTx/>
                <a:latin typeface="Arial"/>
              </a:rPr>
              <a:t>Sales Head and Sales Team</a:t>
            </a:r>
            <a:r>
              <a:rPr lang="en-US" sz="1400" b="0" i="0" u="none" strike="noStrike" kern="1200" cap="none" spc="0" baseline="0">
                <a:solidFill>
                  <a:srgbClr val="000000"/>
                </a:solidFill>
                <a:uFillTx/>
                <a:latin typeface="Arial"/>
              </a:rPr>
              <a:t> have </a:t>
            </a:r>
            <a:r>
              <a:rPr lang="en-US" sz="1400" b="1" i="0" u="none" strike="noStrike" kern="1200" cap="none" spc="0" baseline="0">
                <a:solidFill>
                  <a:srgbClr val="000000"/>
                </a:solidFill>
                <a:uFillTx/>
                <a:latin typeface="Arial"/>
              </a:rPr>
              <a:t>high influence but low interest</a:t>
            </a:r>
            <a:r>
              <a:rPr lang="en-US" sz="1400" b="0" i="0" u="none" strike="noStrike" kern="1200" cap="none" spc="0" baseline="0">
                <a:solidFill>
                  <a:srgbClr val="000000"/>
                </a:solidFill>
                <a:uFillTx/>
                <a:latin typeface="Arial"/>
              </a:rPr>
              <a:t>, pushing for easily sellable products rather than focusing on innovation. Similarly, </a:t>
            </a:r>
            <a:r>
              <a:rPr lang="en-US" sz="1400" b="1" i="0" u="none" strike="noStrike" kern="1200" cap="none" spc="0" baseline="0">
                <a:solidFill>
                  <a:srgbClr val="000000"/>
                </a:solidFill>
                <a:uFillTx/>
                <a:latin typeface="Arial"/>
              </a:rPr>
              <a:t>Support Specialists</a:t>
            </a:r>
            <a:r>
              <a:rPr lang="en-US" sz="1400" b="0" i="0" u="none" strike="noStrike" kern="1200" cap="none" spc="0" baseline="0">
                <a:solidFill>
                  <a:srgbClr val="000000"/>
                </a:solidFill>
                <a:uFillTx/>
                <a:latin typeface="Arial"/>
              </a:rPr>
              <a:t> hold </a:t>
            </a:r>
            <a:r>
              <a:rPr lang="en-US" sz="1400" b="1" i="0" u="none" strike="noStrike" kern="1200" cap="none" spc="0" baseline="0">
                <a:solidFill>
                  <a:srgbClr val="000000"/>
                </a:solidFill>
                <a:uFillTx/>
                <a:latin typeface="Arial"/>
              </a:rPr>
              <a:t>moderate influence with low interest</a:t>
            </a:r>
            <a:r>
              <a:rPr lang="en-US" sz="1400" b="0" i="0" u="none" strike="noStrike" kern="1200" cap="none" spc="0" baseline="0">
                <a:solidFill>
                  <a:srgbClr val="000000"/>
                </a:solidFill>
                <a:uFillTx/>
                <a:latin typeface="Arial"/>
              </a:rPr>
              <a:t>, ensuring usability but not shaping the product’s core design. </a:t>
            </a:r>
            <a:r>
              <a:rPr lang="en-US" sz="1400" b="1" i="0" u="none" strike="noStrike" kern="1200" cap="none" spc="0" baseline="0">
                <a:solidFill>
                  <a:srgbClr val="000000"/>
                </a:solidFill>
                <a:uFillTx/>
                <a:latin typeface="Arial"/>
              </a:rPr>
              <a:t>Potential and Regular Customers</a:t>
            </a:r>
            <a:r>
              <a:rPr lang="en-US" sz="1400" b="0" i="0" u="none" strike="noStrike" kern="1200" cap="none" spc="0" baseline="0">
                <a:solidFill>
                  <a:srgbClr val="000000"/>
                </a:solidFill>
                <a:uFillTx/>
                <a:latin typeface="Arial"/>
              </a:rPr>
              <a:t>, along with </a:t>
            </a:r>
            <a:r>
              <a:rPr lang="en-US" sz="1400" b="1" i="0" u="none" strike="noStrike" kern="1200" cap="none" spc="0" baseline="0">
                <a:solidFill>
                  <a:srgbClr val="000000"/>
                </a:solidFill>
                <a:uFillTx/>
                <a:latin typeface="Arial"/>
              </a:rPr>
              <a:t>Enterprise Clients and Pilot Customers</a:t>
            </a:r>
            <a:r>
              <a:rPr lang="en-US" sz="1400" b="0" i="0" u="none" strike="noStrike" kern="1200" cap="none" spc="0" baseline="0">
                <a:solidFill>
                  <a:srgbClr val="000000"/>
                </a:solidFill>
                <a:uFillTx/>
                <a:latin typeface="Arial"/>
              </a:rPr>
              <a:t>, have </a:t>
            </a:r>
            <a:r>
              <a:rPr lang="en-US" sz="1400" b="1" i="0" u="none" strike="noStrike" kern="1200" cap="none" spc="0" baseline="0">
                <a:solidFill>
                  <a:srgbClr val="000000"/>
                </a:solidFill>
                <a:uFillTx/>
                <a:latin typeface="Arial"/>
              </a:rPr>
              <a:t>low influence despite moderate interest</a:t>
            </a:r>
            <a:r>
              <a:rPr lang="en-US" sz="1400" b="0" i="0" u="none" strike="noStrike" kern="1200" cap="none" spc="0" baseline="0">
                <a:solidFill>
                  <a:srgbClr val="000000"/>
                </a:solidFill>
                <a:uFillTx/>
                <a:latin typeface="Arial"/>
              </a:rPr>
              <a:t>, as their feedback is considered but does not dictate product development.</a:t>
            </a:r>
          </a:p>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400" b="0" i="0" u="none" strike="noStrike" kern="1200" cap="none" spc="0" baseline="0">
              <a:solidFill>
                <a:srgbClr val="000000"/>
              </a:solidFill>
              <a:uFillTx/>
              <a:latin typeface="Arial"/>
            </a:endParaRPr>
          </a:p>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400" b="0" i="0" u="none" strike="noStrike" kern="1200" cap="none" spc="0" baseline="0">
                <a:solidFill>
                  <a:srgbClr val="000000"/>
                </a:solidFill>
                <a:uFillTx/>
                <a:latin typeface="Arial"/>
              </a:rPr>
              <a:t>Meanwhile, </a:t>
            </a:r>
            <a:r>
              <a:rPr lang="en-US" sz="1400" b="1" i="0" u="none" strike="noStrike" kern="1200" cap="none" spc="0" baseline="0">
                <a:solidFill>
                  <a:srgbClr val="000000"/>
                </a:solidFill>
                <a:uFillTx/>
                <a:latin typeface="Arial"/>
              </a:rPr>
              <a:t>Developers, UI/UX Designers, Testers, and Business Analysts</a:t>
            </a:r>
            <a:r>
              <a:rPr lang="en-US" sz="1400" b="0" i="0" u="none" strike="noStrike" kern="1200" cap="none" spc="0" baseline="0">
                <a:solidFill>
                  <a:srgbClr val="000000"/>
                </a:solidFill>
                <a:uFillTx/>
                <a:latin typeface="Arial"/>
              </a:rPr>
              <a:t> are </a:t>
            </a:r>
            <a:r>
              <a:rPr lang="en-US" sz="1400" b="1" i="0" u="none" strike="noStrike" kern="1200" cap="none" spc="0" baseline="0">
                <a:solidFill>
                  <a:srgbClr val="000000"/>
                </a:solidFill>
                <a:uFillTx/>
                <a:latin typeface="Arial"/>
              </a:rPr>
              <a:t>highly interested but have low influence</a:t>
            </a:r>
            <a:r>
              <a:rPr lang="en-US" sz="1400" b="0" i="0" u="none" strike="noStrike" kern="1200" cap="none" spc="0" baseline="0">
                <a:solidFill>
                  <a:srgbClr val="000000"/>
                </a:solidFill>
                <a:uFillTx/>
                <a:latin typeface="Arial"/>
              </a:rPr>
              <a:t>, focusing on execution, feasibility, and user experience rather than decision-making. The </a:t>
            </a:r>
            <a:r>
              <a:rPr lang="en-US" sz="1400" b="1" i="0" u="none" strike="noStrike" kern="1200" cap="none" spc="0" baseline="0">
                <a:solidFill>
                  <a:srgbClr val="000000"/>
                </a:solidFill>
                <a:uFillTx/>
                <a:latin typeface="Arial"/>
              </a:rPr>
              <a:t>Advisory Board</a:t>
            </a:r>
            <a:r>
              <a:rPr lang="en-US" sz="1400" b="0" i="0" u="none" strike="noStrike" kern="1200" cap="none" spc="0" baseline="0">
                <a:solidFill>
                  <a:srgbClr val="000000"/>
                </a:solidFill>
                <a:uFillTx/>
                <a:latin typeface="Arial"/>
              </a:rPr>
              <a:t> has </a:t>
            </a:r>
            <a:r>
              <a:rPr lang="en-US" sz="1400" b="1" i="0" u="none" strike="noStrike" kern="1200" cap="none" spc="0" baseline="0">
                <a:solidFill>
                  <a:srgbClr val="000000"/>
                </a:solidFill>
                <a:uFillTx/>
                <a:latin typeface="Arial"/>
              </a:rPr>
              <a:t>moderate interest but low influence</a:t>
            </a:r>
            <a:r>
              <a:rPr lang="en-US" sz="1400" b="0" i="0" u="none" strike="noStrike" kern="1200" cap="none" spc="0" baseline="0">
                <a:solidFill>
                  <a:srgbClr val="000000"/>
                </a:solidFill>
                <a:uFillTx/>
                <a:latin typeface="Arial"/>
              </a:rPr>
              <a:t>, providing strategic insights without direct authority. This structure reflects a </a:t>
            </a:r>
            <a:r>
              <a:rPr lang="en-US" sz="1400" b="1" i="0" u="none" strike="noStrike" kern="1200" cap="none" spc="0" baseline="0">
                <a:solidFill>
                  <a:srgbClr val="000000"/>
                </a:solidFill>
                <a:uFillTx/>
                <a:latin typeface="Arial"/>
              </a:rPr>
              <a:t>business-driven approach</a:t>
            </a:r>
            <a:r>
              <a:rPr lang="en-US" sz="1400" b="0" i="0" u="none" strike="noStrike" kern="1200" cap="none" spc="0" baseline="0">
                <a:solidFill>
                  <a:srgbClr val="000000"/>
                </a:solidFill>
                <a:uFillTx/>
                <a:latin typeface="Arial"/>
              </a:rPr>
              <a:t>, where leadership and sales influence product direction more than technical teams or user needs.</a:t>
            </a:r>
          </a:p>
        </p:txBody>
      </p:sp>
      <p:pic>
        <p:nvPicPr>
          <p:cNvPr id="8" name="Picture 4">
            <a:extLst>
              <a:ext uri="{FF2B5EF4-FFF2-40B4-BE49-F238E27FC236}">
                <a16:creationId xmlns:a16="http://schemas.microsoft.com/office/drawing/2014/main" id="{8CB4DA40-6B74-C4D1-DD01-B5B47E73EA86}"/>
              </a:ext>
            </a:extLst>
          </p:cNvPr>
          <p:cNvPicPr>
            <a:picLocks noChangeAspect="1"/>
          </p:cNvPicPr>
          <p:nvPr/>
        </p:nvPicPr>
        <p:blipFill>
          <a:blip r:embed="rId3"/>
          <a:srcRect/>
          <a:stretch>
            <a:fillRect/>
          </a:stretch>
        </p:blipFill>
        <p:spPr>
          <a:xfrm>
            <a:off x="7736116" y="1443855"/>
            <a:ext cx="4075800" cy="3970279"/>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
</file>

<file path=ppt/slides/slide18.xml><?xml version="1.0" encoding="utf-8"?>
<p:sld xmlns:a="http://schemas.openxmlformats.org/drawingml/2006/main" xmlns:r="http://schemas.openxmlformats.org/officeDocument/2006/relationships" xmlns:p="http://schemas.openxmlformats.org/presentationml/2006/main" show="0">
  <p:cSld name="Slide108">
    <p:spTree>
      <p:nvGrpSpPr>
        <p:cNvPr id="1" name=""/>
        <p:cNvGrpSpPr/>
        <p:nvPr/>
      </p:nvGrpSpPr>
      <p:grpSpPr>
        <a:xfrm>
          <a:off x="0" y="0"/>
          <a:ext cx="0" cy="0"/>
          <a:chOff x="0" y="0"/>
          <a:chExt cx="0" cy="0"/>
        </a:xfrm>
      </p:grpSpPr>
      <p:sp>
        <p:nvSpPr>
          <p:cNvPr id="2" name="Tijdelijke aanduiding voor datum 4">
            <a:extLst>
              <a:ext uri="{FF2B5EF4-FFF2-40B4-BE49-F238E27FC236}">
                <a16:creationId xmlns:a16="http://schemas.microsoft.com/office/drawing/2014/main" id="{3853D35D-1BDC-5362-7929-CF2DB4692703}"/>
              </a:ext>
            </a:extLst>
          </p:cNvPr>
          <p:cNvSpPr txBox="1">
            <a:spLocks noGrp="1"/>
          </p:cNvSpPr>
          <p:nvPr>
            <p:ph type="dt" sz="quarter" idx="7"/>
          </p:nvPr>
        </p:nvSpPr>
        <p:spPr>
          <a:xfrm>
            <a:off x="10146566" y="6405664"/>
            <a:ext cx="766230" cy="184663"/>
          </a:xfrm>
          <a:prstGeom prst="rect">
            <a:avLst/>
          </a:prstGeom>
          <a:noFill/>
          <a:ln>
            <a:noFill/>
          </a:ln>
        </p:spPr>
        <p:txBody>
          <a:bodyPr vert="horz" wrap="none" lIns="0" tIns="0" rIns="0" bIns="0" anchor="ctr" anchorCtr="0" compatLnSpc="1">
            <a:spAutoFit/>
          </a:bodyPr>
          <a:lstStyle/>
          <a:p>
            <a:pPr lvl="0" algn="r"/>
            <a:fld id="{4DA54C2B-8AD5-4B20-92A9-AC82F76A6749}" type="datetime1">
              <a:rPr lang="nl-NL" sz="1200">
                <a:solidFill>
                  <a:srgbClr val="000000"/>
                </a:solidFill>
                <a:latin typeface="Arial"/>
                <a:cs typeface="Segoe UI Light" pitchFamily="34"/>
              </a:rPr>
              <a:pPr lvl="0" algn="r"/>
              <a:t>22-10-2025</a:t>
            </a:fld>
            <a:endParaRPr lang="en-GB" sz="1200">
              <a:solidFill>
                <a:srgbClr val="000000"/>
              </a:solidFill>
              <a:latin typeface="Arial"/>
              <a:cs typeface="Segoe UI Light" pitchFamily="34"/>
            </a:endParaRPr>
          </a:p>
        </p:txBody>
      </p:sp>
      <p:sp>
        <p:nvSpPr>
          <p:cNvPr id="3" name="Titel 8">
            <a:extLst>
              <a:ext uri="{FF2B5EF4-FFF2-40B4-BE49-F238E27FC236}">
                <a16:creationId xmlns:a16="http://schemas.microsoft.com/office/drawing/2014/main" id="{E39E7713-C7A5-2DF8-DC58-267DDB29DA04}"/>
              </a:ext>
            </a:extLst>
          </p:cNvPr>
          <p:cNvSpPr txBox="1">
            <a:spLocks noGrp="1"/>
          </p:cNvSpPr>
          <p:nvPr>
            <p:ph type="title"/>
          </p:nvPr>
        </p:nvSpPr>
        <p:spPr>
          <a:xfrm>
            <a:off x="718663" y="686165"/>
            <a:ext cx="10752612" cy="323404"/>
          </a:xfrm>
          <a:prstGeom prst="rect">
            <a:avLst/>
          </a:prstGeom>
          <a:noFill/>
          <a:ln>
            <a:noFill/>
          </a:ln>
        </p:spPr>
        <p:txBody>
          <a:bodyPr vert="horz" wrap="square" lIns="0" tIns="0" rIns="0" bIns="378003" anchor="t" anchorCtr="0" compatLnSpc="1">
            <a:noAutofit/>
          </a:bodyPr>
          <a:lstStyle/>
          <a:p>
            <a:pPr lvl="0"/>
            <a:r>
              <a:rPr lang="en-GB" u="sng"/>
              <a:t>Stakeholder Expectations</a:t>
            </a:r>
          </a:p>
        </p:txBody>
      </p:sp>
      <p:sp>
        <p:nvSpPr>
          <p:cNvPr id="4" name="Tijdelijke aanduiding voor dianummer 102">
            <a:extLst>
              <a:ext uri="{FF2B5EF4-FFF2-40B4-BE49-F238E27FC236}">
                <a16:creationId xmlns:a16="http://schemas.microsoft.com/office/drawing/2014/main" id="{3DA89D7D-2E1D-BD3E-574A-3F920770D895}"/>
              </a:ext>
            </a:extLst>
          </p:cNvPr>
          <p:cNvSpPr txBox="1">
            <a:spLocks noGrp="1"/>
          </p:cNvSpPr>
          <p:nvPr>
            <p:ph type="sldNum" sz="quarter" idx="8"/>
          </p:nvPr>
        </p:nvSpPr>
        <p:spPr>
          <a:xfrm>
            <a:off x="11178466" y="6405664"/>
            <a:ext cx="291300" cy="184663"/>
          </a:xfrm>
          <a:prstGeom prst="rect">
            <a:avLst/>
          </a:prstGeom>
          <a:noFill/>
          <a:ln>
            <a:noFill/>
          </a:ln>
        </p:spPr>
        <p:txBody>
          <a:bodyPr vert="horz" wrap="none" lIns="0" tIns="0" rIns="0" bIns="0" anchor="ctr" anchorCtr="0" compatLnSpc="1">
            <a:spAutoFit/>
          </a:bodyPr>
          <a:lstStyle/>
          <a:p>
            <a:pPr lvl="0" algn="r"/>
            <a:fld id="{B3CF1EAA-34B6-4F3B-B7E5-954FEAC5220A}" type="slidenum">
              <a:t>18</a:t>
            </a:fld>
            <a:endParaRPr lang="en-GB" sz="1200" b="1">
              <a:solidFill>
                <a:srgbClr val="000000"/>
              </a:solidFill>
              <a:latin typeface="Arial"/>
              <a:cs typeface="Segoe UI Light" pitchFamily="34"/>
            </a:endParaRPr>
          </a:p>
        </p:txBody>
      </p:sp>
      <p:cxnSp>
        <p:nvCxnSpPr>
          <p:cNvPr id="5" name="Straight Connector 83">
            <a:extLst>
              <a:ext uri="{FF2B5EF4-FFF2-40B4-BE49-F238E27FC236}">
                <a16:creationId xmlns:a16="http://schemas.microsoft.com/office/drawing/2014/main" id="{E612CE04-9132-BB78-2951-4AD8820C40DE}"/>
              </a:ext>
            </a:extLst>
          </p:cNvPr>
          <p:cNvCxnSpPr/>
          <p:nvPr/>
        </p:nvCxnSpPr>
        <p:spPr>
          <a:xfrm>
            <a:off x="0" y="6139546"/>
            <a:ext cx="12191996" cy="0"/>
          </a:xfrm>
          <a:prstGeom prst="straightConnector1">
            <a:avLst/>
          </a:prstGeom>
          <a:noFill/>
          <a:ln w="28575" cap="rnd">
            <a:solidFill>
              <a:srgbClr val="00A6D6"/>
            </a:solidFill>
            <a:prstDash val="solid"/>
            <a:round/>
          </a:ln>
        </p:spPr>
      </p:cxnSp>
      <p:sp>
        <p:nvSpPr>
          <p:cNvPr id="6" name="TextBox 11">
            <a:extLst>
              <a:ext uri="{FF2B5EF4-FFF2-40B4-BE49-F238E27FC236}">
                <a16:creationId xmlns:a16="http://schemas.microsoft.com/office/drawing/2014/main" id="{D7354017-200D-AD1D-C328-6F97B45F923F}"/>
              </a:ext>
            </a:extLst>
          </p:cNvPr>
          <p:cNvSpPr txBox="1"/>
          <p:nvPr/>
        </p:nvSpPr>
        <p:spPr>
          <a:xfrm>
            <a:off x="1363525" y="-727743"/>
            <a:ext cx="8964594" cy="369335"/>
          </a:xfrm>
          <a:prstGeom prst="rect">
            <a:avLst/>
          </a:prstGeom>
          <a:noFill/>
          <a:ln>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1800" b="0" i="0" u="none" strike="noStrike" kern="1200" cap="none" spc="0" baseline="0">
                <a:solidFill>
                  <a:srgbClr val="000000"/>
                </a:solidFill>
                <a:uFillTx/>
                <a:latin typeface="Arial"/>
              </a:rPr>
              <a:t>#00A6D6</a:t>
            </a:r>
          </a:p>
        </p:txBody>
      </p:sp>
      <p:sp>
        <p:nvSpPr>
          <p:cNvPr id="7" name="Rectangle: Rounded Corners 1">
            <a:extLst>
              <a:ext uri="{FF2B5EF4-FFF2-40B4-BE49-F238E27FC236}">
                <a16:creationId xmlns:a16="http://schemas.microsoft.com/office/drawing/2014/main" id="{3877666E-70FE-92EA-AC1C-EA1EF4DB145D}"/>
              </a:ext>
            </a:extLst>
          </p:cNvPr>
          <p:cNvSpPr/>
          <p:nvPr/>
        </p:nvSpPr>
        <p:spPr>
          <a:xfrm>
            <a:off x="800420" y="1622456"/>
            <a:ext cx="1627824" cy="431697"/>
          </a:xfrm>
          <a:custGeom>
            <a:avLst>
              <a:gd name="f0" fmla="val 36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00A6D6">
              <a:alpha val="30196"/>
            </a:srgbClr>
          </a:solidFill>
          <a:ln>
            <a:noFill/>
            <a:prstDash val="solid"/>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r>
              <a:rPr lang="en-US" sz="1300" b="0" i="0" u="none" strike="noStrike" kern="1200" cap="none" spc="0" baseline="0">
                <a:solidFill>
                  <a:srgbClr val="000000"/>
                </a:solidFill>
                <a:uFillTx/>
                <a:latin typeface="Arial"/>
              </a:rPr>
              <a:t>Leaders </a:t>
            </a:r>
          </a:p>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r>
              <a:rPr lang="en-US" sz="1300" b="0" i="0" u="none" strike="noStrike" kern="1200" cap="none" spc="0" baseline="0">
                <a:solidFill>
                  <a:srgbClr val="000000"/>
                </a:solidFill>
                <a:uFillTx/>
                <a:latin typeface="Arial"/>
              </a:rPr>
              <a:t>&amp; Managers </a:t>
            </a:r>
            <a:endParaRPr lang="en-IN" sz="1300" b="0" i="0" u="none" strike="noStrike" kern="1200" cap="none" spc="0" baseline="0">
              <a:solidFill>
                <a:srgbClr val="000000"/>
              </a:solidFill>
              <a:uFillTx/>
              <a:latin typeface="Arial"/>
            </a:endParaRPr>
          </a:p>
        </p:txBody>
      </p:sp>
      <p:sp>
        <p:nvSpPr>
          <p:cNvPr id="8" name="Rectangle: Rounded Corners 2">
            <a:extLst>
              <a:ext uri="{FF2B5EF4-FFF2-40B4-BE49-F238E27FC236}">
                <a16:creationId xmlns:a16="http://schemas.microsoft.com/office/drawing/2014/main" id="{85A02EBF-6307-928E-D26D-9A3D605A1C4E}"/>
              </a:ext>
            </a:extLst>
          </p:cNvPr>
          <p:cNvSpPr/>
          <p:nvPr/>
        </p:nvSpPr>
        <p:spPr>
          <a:xfrm>
            <a:off x="800420" y="2365918"/>
            <a:ext cx="1627824" cy="692237"/>
          </a:xfrm>
          <a:custGeom>
            <a:avLst>
              <a:gd name="f0" fmla="val 36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00A6D6">
              <a:alpha val="30196"/>
            </a:srgbClr>
          </a:solidFill>
          <a:ln>
            <a:noFill/>
            <a:prstDash val="solid"/>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r>
              <a:rPr lang="en-US" sz="1300" b="0" i="0" u="none" strike="noStrike" kern="1200" cap="none" spc="0" baseline="0">
                <a:solidFill>
                  <a:srgbClr val="000000"/>
                </a:solidFill>
                <a:uFillTx/>
                <a:latin typeface="Arial"/>
              </a:rPr>
              <a:t>Designers </a:t>
            </a:r>
          </a:p>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r>
              <a:rPr lang="en-US" sz="1300" b="0" i="0" u="none" strike="noStrike" kern="1200" cap="none" spc="0" baseline="0">
                <a:solidFill>
                  <a:srgbClr val="000000"/>
                </a:solidFill>
                <a:uFillTx/>
                <a:latin typeface="Arial"/>
              </a:rPr>
              <a:t>&amp; Business Analysts </a:t>
            </a:r>
            <a:endParaRPr lang="en-IN" sz="1300" b="0" i="0" u="none" strike="noStrike" kern="1200" cap="none" spc="0" baseline="0">
              <a:solidFill>
                <a:srgbClr val="000000"/>
              </a:solidFill>
              <a:uFillTx/>
              <a:latin typeface="Arial"/>
            </a:endParaRPr>
          </a:p>
        </p:txBody>
      </p:sp>
      <p:sp>
        <p:nvSpPr>
          <p:cNvPr id="9" name="Rectangle: Rounded Corners 3">
            <a:extLst>
              <a:ext uri="{FF2B5EF4-FFF2-40B4-BE49-F238E27FC236}">
                <a16:creationId xmlns:a16="http://schemas.microsoft.com/office/drawing/2014/main" id="{69E4DA47-A7F6-8191-FF3B-A3208F63476F}"/>
              </a:ext>
            </a:extLst>
          </p:cNvPr>
          <p:cNvSpPr/>
          <p:nvPr/>
        </p:nvSpPr>
        <p:spPr>
          <a:xfrm>
            <a:off x="800420" y="3242608"/>
            <a:ext cx="1627824" cy="692237"/>
          </a:xfrm>
          <a:custGeom>
            <a:avLst>
              <a:gd name="f0" fmla="val 36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00A6D6">
              <a:alpha val="30196"/>
            </a:srgbClr>
          </a:solidFill>
          <a:ln>
            <a:noFill/>
            <a:prstDash val="solid"/>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r>
              <a:rPr lang="en-US" sz="1300" b="0" i="0" u="none" strike="noStrike" kern="1200" cap="none" spc="0" baseline="0">
                <a:solidFill>
                  <a:srgbClr val="000000"/>
                </a:solidFill>
                <a:uFillTx/>
                <a:latin typeface="Arial"/>
              </a:rPr>
              <a:t>Technical Lead </a:t>
            </a:r>
            <a:endParaRPr lang="en-IN" sz="1300" b="0" i="0" u="none" strike="noStrike" kern="1200" cap="none" spc="0" baseline="0">
              <a:solidFill>
                <a:srgbClr val="000000"/>
              </a:solidFill>
              <a:uFillTx/>
              <a:latin typeface="Arial"/>
            </a:endParaRPr>
          </a:p>
        </p:txBody>
      </p:sp>
      <p:sp>
        <p:nvSpPr>
          <p:cNvPr id="10" name="Rectangle: Rounded Corners 5">
            <a:extLst>
              <a:ext uri="{FF2B5EF4-FFF2-40B4-BE49-F238E27FC236}">
                <a16:creationId xmlns:a16="http://schemas.microsoft.com/office/drawing/2014/main" id="{F8CEE5B0-65AA-1198-AB75-8BE366449AB5}"/>
              </a:ext>
            </a:extLst>
          </p:cNvPr>
          <p:cNvSpPr/>
          <p:nvPr/>
        </p:nvSpPr>
        <p:spPr>
          <a:xfrm>
            <a:off x="800420" y="4274637"/>
            <a:ext cx="1627824" cy="692237"/>
          </a:xfrm>
          <a:custGeom>
            <a:avLst>
              <a:gd name="f0" fmla="val 36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00A6D6">
              <a:alpha val="30196"/>
            </a:srgbClr>
          </a:solidFill>
          <a:ln>
            <a:noFill/>
            <a:prstDash val="solid"/>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r>
              <a:rPr lang="en-US" sz="1300" b="0" i="0" u="none" strike="noStrike" kern="1200" cap="none" spc="0" baseline="0">
                <a:solidFill>
                  <a:srgbClr val="000000"/>
                </a:solidFill>
                <a:uFillTx/>
                <a:latin typeface="Arial"/>
              </a:rPr>
              <a:t>Testing Lead </a:t>
            </a:r>
            <a:endParaRPr lang="en-IN" sz="1300" b="0" i="0" u="none" strike="noStrike" kern="1200" cap="none" spc="0" baseline="0">
              <a:solidFill>
                <a:srgbClr val="000000"/>
              </a:solidFill>
              <a:uFillTx/>
              <a:latin typeface="Arial"/>
            </a:endParaRPr>
          </a:p>
        </p:txBody>
      </p:sp>
      <p:sp>
        <p:nvSpPr>
          <p:cNvPr id="11" name="Rectangle: Rounded Corners 6">
            <a:extLst>
              <a:ext uri="{FF2B5EF4-FFF2-40B4-BE49-F238E27FC236}">
                <a16:creationId xmlns:a16="http://schemas.microsoft.com/office/drawing/2014/main" id="{C847836C-DF9B-F4AB-2D60-1EC2A1FAFB2C}"/>
              </a:ext>
            </a:extLst>
          </p:cNvPr>
          <p:cNvSpPr/>
          <p:nvPr/>
        </p:nvSpPr>
        <p:spPr>
          <a:xfrm>
            <a:off x="800420" y="5226573"/>
            <a:ext cx="1627824" cy="774176"/>
          </a:xfrm>
          <a:custGeom>
            <a:avLst>
              <a:gd name="f0" fmla="val 36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00A6D6">
              <a:alpha val="30196"/>
            </a:srgbClr>
          </a:solidFill>
          <a:ln>
            <a:noFill/>
            <a:prstDash val="solid"/>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r>
              <a:rPr lang="en-US" sz="1300" b="0" i="0" u="none" strike="noStrike" kern="1200" cap="none" spc="0" baseline="0">
                <a:solidFill>
                  <a:srgbClr val="000000"/>
                </a:solidFill>
                <a:uFillTx/>
                <a:latin typeface="Arial"/>
              </a:rPr>
              <a:t>Customer Support </a:t>
            </a:r>
          </a:p>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r>
              <a:rPr lang="en-US" sz="1300" b="0" i="0" u="none" strike="noStrike" kern="1200" cap="none" spc="0" baseline="0">
                <a:solidFill>
                  <a:srgbClr val="000000"/>
                </a:solidFill>
                <a:uFillTx/>
                <a:latin typeface="Arial"/>
              </a:rPr>
              <a:t>&amp; Marketing Team </a:t>
            </a:r>
            <a:endParaRPr lang="en-IN" sz="1300" b="0" i="0" u="none" strike="noStrike" kern="1200" cap="none" spc="0" baseline="0">
              <a:solidFill>
                <a:srgbClr val="000000"/>
              </a:solidFill>
              <a:uFillTx/>
              <a:latin typeface="Arial"/>
            </a:endParaRPr>
          </a:p>
        </p:txBody>
      </p:sp>
      <p:sp>
        <p:nvSpPr>
          <p:cNvPr id="12" name="TextBox 7">
            <a:extLst>
              <a:ext uri="{FF2B5EF4-FFF2-40B4-BE49-F238E27FC236}">
                <a16:creationId xmlns:a16="http://schemas.microsoft.com/office/drawing/2014/main" id="{00814D06-1B90-1AA5-50AE-3E1EBDF6958C}"/>
              </a:ext>
            </a:extLst>
          </p:cNvPr>
          <p:cNvSpPr txBox="1"/>
          <p:nvPr/>
        </p:nvSpPr>
        <p:spPr>
          <a:xfrm>
            <a:off x="2894085" y="1668203"/>
            <a:ext cx="8577190" cy="475076"/>
          </a:xfrm>
          <a:prstGeom prst="rect">
            <a:avLst/>
          </a:prstGeom>
          <a:noFill/>
          <a:ln>
            <a:noFill/>
          </a:ln>
        </p:spPr>
        <p:txBody>
          <a:bodyPr vert="horz" wrap="square" lIns="0" tIns="0" rIns="0" bIns="0" anchor="t" anchorCtr="0" compatLnSpc="1">
            <a:noAutofit/>
          </a:bodyPr>
          <a:lstStyle/>
          <a:p>
            <a:pPr marL="0" marR="0" lvl="0" indent="0" algn="just"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600" b="0" i="0" u="none" strike="noStrike" kern="1200" cap="none" spc="0" baseline="0">
                <a:solidFill>
                  <a:srgbClr val="000000"/>
                </a:solidFill>
                <a:uFillTx/>
                <a:latin typeface="Arial"/>
              </a:rPr>
              <a:t>A well-researched, innovative product that ensures a competitive advantage while maintaining operational efficiency and timely delivery.</a:t>
            </a:r>
            <a:endParaRPr lang="en-IN" sz="1600" b="0" i="0" u="none" strike="noStrike" kern="1200" cap="none" spc="0" baseline="0">
              <a:solidFill>
                <a:srgbClr val="000000"/>
              </a:solidFill>
              <a:uFillTx/>
              <a:latin typeface="Arial"/>
            </a:endParaRPr>
          </a:p>
        </p:txBody>
      </p:sp>
      <p:sp>
        <p:nvSpPr>
          <p:cNvPr id="13" name="TextBox 9">
            <a:extLst>
              <a:ext uri="{FF2B5EF4-FFF2-40B4-BE49-F238E27FC236}">
                <a16:creationId xmlns:a16="http://schemas.microsoft.com/office/drawing/2014/main" id="{2EDF5C80-B430-CEE6-7AE3-C45445CC11BF}"/>
              </a:ext>
            </a:extLst>
          </p:cNvPr>
          <p:cNvSpPr txBox="1"/>
          <p:nvPr/>
        </p:nvSpPr>
        <p:spPr>
          <a:xfrm>
            <a:off x="2894085" y="2376077"/>
            <a:ext cx="8577190" cy="721040"/>
          </a:xfrm>
          <a:prstGeom prst="rect">
            <a:avLst/>
          </a:prstGeom>
          <a:noFill/>
          <a:ln>
            <a:noFill/>
          </a:ln>
        </p:spPr>
        <p:txBody>
          <a:bodyPr vert="horz" wrap="square" lIns="0" tIns="0" rIns="0" bIns="0" anchor="t" anchorCtr="0" compatLnSpc="1">
            <a:noAutofit/>
          </a:bodyPr>
          <a:lstStyle/>
          <a:p>
            <a:pPr marL="0" marR="0" lvl="0" indent="0" algn="just"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600" b="0" i="0" u="none" strike="noStrike" kern="1200" cap="none" spc="0" baseline="0">
                <a:solidFill>
                  <a:srgbClr val="000000"/>
                </a:solidFill>
                <a:uFillTx/>
                <a:latin typeface="Arial"/>
              </a:rPr>
              <a:t>Clients, supporting infrastructure, and technology enable collaboration with the product owner to innovate and develop ideas. Teams have the autonomy to create, experiment, and present new concepts in an open environment.</a:t>
            </a:r>
            <a:endParaRPr lang="en-IN" sz="1600" b="0" i="0" u="none" strike="noStrike" kern="1200" cap="none" spc="0" baseline="0">
              <a:solidFill>
                <a:srgbClr val="000000"/>
              </a:solidFill>
              <a:uFillTx/>
              <a:latin typeface="Arial"/>
            </a:endParaRPr>
          </a:p>
        </p:txBody>
      </p:sp>
      <p:sp>
        <p:nvSpPr>
          <p:cNvPr id="14" name="TextBox 10">
            <a:extLst>
              <a:ext uri="{FF2B5EF4-FFF2-40B4-BE49-F238E27FC236}">
                <a16:creationId xmlns:a16="http://schemas.microsoft.com/office/drawing/2014/main" id="{97A59B39-F2AF-F37F-CDA9-435B56624C0A}"/>
              </a:ext>
            </a:extLst>
          </p:cNvPr>
          <p:cNvSpPr txBox="1"/>
          <p:nvPr/>
        </p:nvSpPr>
        <p:spPr>
          <a:xfrm>
            <a:off x="2894085" y="3235951"/>
            <a:ext cx="8577190" cy="860898"/>
          </a:xfrm>
          <a:prstGeom prst="rect">
            <a:avLst/>
          </a:prstGeom>
          <a:noFill/>
          <a:ln>
            <a:noFill/>
          </a:ln>
        </p:spPr>
        <p:txBody>
          <a:bodyPr vert="horz" wrap="square" lIns="0" tIns="0" rIns="0" bIns="0" anchor="t" anchorCtr="0" compatLnSpc="1">
            <a:noAutofit/>
          </a:bodyPr>
          <a:lstStyle/>
          <a:p>
            <a:pPr marL="0" marR="0" lvl="0" indent="0" algn="just"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600" b="0" i="0" u="none" strike="noStrike" kern="1200" cap="none" spc="0" baseline="0">
                <a:solidFill>
                  <a:srgbClr val="000000"/>
                </a:solidFill>
                <a:uFillTx/>
                <a:latin typeface="Arial"/>
              </a:rPr>
              <a:t>A solid, unchangeable design and specifications are essential to begin technology research and integration into the IT infrastructure. The team requires finalized UI/UX flows, interactions, and a clear understanding of cross-module impacts to accurately estimate time and create an effective work breakdown structure.</a:t>
            </a:r>
          </a:p>
        </p:txBody>
      </p:sp>
      <p:sp>
        <p:nvSpPr>
          <p:cNvPr id="15" name="TextBox 12">
            <a:extLst>
              <a:ext uri="{FF2B5EF4-FFF2-40B4-BE49-F238E27FC236}">
                <a16:creationId xmlns:a16="http://schemas.microsoft.com/office/drawing/2014/main" id="{F9D7176D-22D6-2EF0-A73B-6AAE4D65D658}"/>
              </a:ext>
            </a:extLst>
          </p:cNvPr>
          <p:cNvSpPr txBox="1"/>
          <p:nvPr/>
        </p:nvSpPr>
        <p:spPr>
          <a:xfrm>
            <a:off x="2894085" y="4324801"/>
            <a:ext cx="8577190" cy="860898"/>
          </a:xfrm>
          <a:prstGeom prst="rect">
            <a:avLst/>
          </a:prstGeom>
          <a:noFill/>
          <a:ln>
            <a:noFill/>
          </a:ln>
        </p:spPr>
        <p:txBody>
          <a:bodyPr vert="horz" wrap="square" lIns="0" tIns="0" rIns="0" bIns="0" anchor="t" anchorCtr="0" compatLnSpc="1">
            <a:noAutofit/>
          </a:bodyPr>
          <a:lstStyle/>
          <a:p>
            <a:pPr marL="0" marR="0" lvl="0" indent="0" algn="just"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600" b="0" i="0" u="none" strike="noStrike" kern="1200" cap="none" spc="0" baseline="0">
                <a:solidFill>
                  <a:srgbClr val="000000"/>
                </a:solidFill>
                <a:uFillTx/>
                <a:latin typeface="Arial"/>
              </a:rPr>
              <a:t>Testing requires a collaborative environment with the development and product teams to create innovative regression test cases. The team expects UI/UX animations to validate flows and functional requirements, along with coding standardization to ensure fault-free code.</a:t>
            </a:r>
          </a:p>
        </p:txBody>
      </p:sp>
      <p:sp>
        <p:nvSpPr>
          <p:cNvPr id="16" name="TextBox 13">
            <a:extLst>
              <a:ext uri="{FF2B5EF4-FFF2-40B4-BE49-F238E27FC236}">
                <a16:creationId xmlns:a16="http://schemas.microsoft.com/office/drawing/2014/main" id="{E07CBDDD-443D-34A2-3937-142A53D66ECA}"/>
              </a:ext>
            </a:extLst>
          </p:cNvPr>
          <p:cNvSpPr txBox="1"/>
          <p:nvPr/>
        </p:nvSpPr>
        <p:spPr>
          <a:xfrm>
            <a:off x="2814395" y="5185699"/>
            <a:ext cx="8656880" cy="860898"/>
          </a:xfrm>
          <a:prstGeom prst="rect">
            <a:avLst/>
          </a:prstGeom>
          <a:noFill/>
          <a:ln>
            <a:noFill/>
          </a:ln>
        </p:spPr>
        <p:txBody>
          <a:bodyPr vert="horz" wrap="square" lIns="0" tIns="0" rIns="0" bIns="0" anchor="t" anchorCtr="0" compatLnSpc="1">
            <a:noAutofit/>
          </a:bodyPr>
          <a:lstStyle/>
          <a:p>
            <a:pPr marL="0" marR="0" lvl="0" indent="0" algn="just"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600" b="0" i="0" u="none" strike="noStrike" kern="1200" cap="none" spc="0" baseline="0">
                <a:solidFill>
                  <a:srgbClr val="000000"/>
                </a:solidFill>
                <a:uFillTx/>
                <a:latin typeface="Arial"/>
              </a:rPr>
              <a:t>Both teams expect the development and testing teams to provide a roadmap for the next three releases to ensure customer commitment. They require timely delivery, fault-proof designs, and advance notifications of issues in the current product to manage customer expectations effectively.</a:t>
            </a:r>
          </a:p>
        </p:txBody>
      </p:sp>
    </p:spTree>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name="Slide109">
    <p:spTree>
      <p:nvGrpSpPr>
        <p:cNvPr id="1" name=""/>
        <p:cNvGrpSpPr/>
        <p:nvPr/>
      </p:nvGrpSpPr>
      <p:grpSpPr>
        <a:xfrm>
          <a:off x="0" y="0"/>
          <a:ext cx="0" cy="0"/>
          <a:chOff x="0" y="0"/>
          <a:chExt cx="0" cy="0"/>
        </a:xfrm>
      </p:grpSpPr>
      <p:sp>
        <p:nvSpPr>
          <p:cNvPr id="2" name="Tijdelijke aanduiding voor datum 4">
            <a:extLst>
              <a:ext uri="{FF2B5EF4-FFF2-40B4-BE49-F238E27FC236}">
                <a16:creationId xmlns:a16="http://schemas.microsoft.com/office/drawing/2014/main" id="{3F89AE2A-D83E-EEE5-A7A9-5DBD69298D3F}"/>
              </a:ext>
            </a:extLst>
          </p:cNvPr>
          <p:cNvSpPr txBox="1">
            <a:spLocks noGrp="1"/>
          </p:cNvSpPr>
          <p:nvPr>
            <p:ph type="dt" sz="quarter" idx="7"/>
          </p:nvPr>
        </p:nvSpPr>
        <p:spPr>
          <a:xfrm>
            <a:off x="10146566" y="6405664"/>
            <a:ext cx="766230" cy="184663"/>
          </a:xfrm>
          <a:prstGeom prst="rect">
            <a:avLst/>
          </a:prstGeom>
          <a:noFill/>
          <a:ln>
            <a:noFill/>
          </a:ln>
        </p:spPr>
        <p:txBody>
          <a:bodyPr vert="horz" wrap="none" lIns="0" tIns="0" rIns="0" bIns="0" anchor="ctr" anchorCtr="0" compatLnSpc="1">
            <a:spAutoFit/>
          </a:bodyPr>
          <a:lstStyle/>
          <a:p>
            <a:pPr lvl="0" algn="r"/>
            <a:fld id="{6E070B82-459F-40B9-856B-7C2F9609E514}" type="datetime1">
              <a:rPr lang="nl-NL" sz="1200">
                <a:solidFill>
                  <a:srgbClr val="000000"/>
                </a:solidFill>
                <a:latin typeface="Arial"/>
                <a:cs typeface="Segoe UI Light" pitchFamily="34"/>
              </a:rPr>
              <a:pPr lvl="0" algn="r"/>
              <a:t>22-10-2025</a:t>
            </a:fld>
            <a:endParaRPr lang="en-GB" sz="1200">
              <a:solidFill>
                <a:srgbClr val="000000"/>
              </a:solidFill>
              <a:latin typeface="Arial"/>
              <a:cs typeface="Segoe UI Light" pitchFamily="34"/>
            </a:endParaRPr>
          </a:p>
        </p:txBody>
      </p:sp>
      <p:sp>
        <p:nvSpPr>
          <p:cNvPr id="3" name="Titel 8">
            <a:extLst>
              <a:ext uri="{FF2B5EF4-FFF2-40B4-BE49-F238E27FC236}">
                <a16:creationId xmlns:a16="http://schemas.microsoft.com/office/drawing/2014/main" id="{F2CB0767-6FD0-D97E-0660-73866F7B969B}"/>
              </a:ext>
            </a:extLst>
          </p:cNvPr>
          <p:cNvSpPr txBox="1">
            <a:spLocks noGrp="1"/>
          </p:cNvSpPr>
          <p:nvPr>
            <p:ph type="title"/>
          </p:nvPr>
        </p:nvSpPr>
        <p:spPr>
          <a:xfrm>
            <a:off x="718663" y="686165"/>
            <a:ext cx="10752612" cy="323404"/>
          </a:xfrm>
          <a:prstGeom prst="rect">
            <a:avLst/>
          </a:prstGeom>
          <a:noFill/>
          <a:ln>
            <a:noFill/>
          </a:ln>
        </p:spPr>
        <p:txBody>
          <a:bodyPr vert="horz" wrap="square" lIns="0" tIns="0" rIns="0" bIns="378003" anchor="t" anchorCtr="0" compatLnSpc="1">
            <a:noAutofit/>
          </a:bodyPr>
          <a:lstStyle/>
          <a:p>
            <a:pPr lvl="0"/>
            <a:r>
              <a:rPr lang="en-GB" u="sng"/>
              <a:t>Stakeholder – Conflicts  </a:t>
            </a:r>
          </a:p>
        </p:txBody>
      </p:sp>
      <p:sp>
        <p:nvSpPr>
          <p:cNvPr id="4" name="Tijdelijke aanduiding voor dianummer 102">
            <a:extLst>
              <a:ext uri="{FF2B5EF4-FFF2-40B4-BE49-F238E27FC236}">
                <a16:creationId xmlns:a16="http://schemas.microsoft.com/office/drawing/2014/main" id="{4CBB4952-9CF3-451C-1EE4-227D03D05E30}"/>
              </a:ext>
            </a:extLst>
          </p:cNvPr>
          <p:cNvSpPr txBox="1">
            <a:spLocks noGrp="1"/>
          </p:cNvSpPr>
          <p:nvPr>
            <p:ph type="sldNum" sz="quarter" idx="8"/>
          </p:nvPr>
        </p:nvSpPr>
        <p:spPr>
          <a:xfrm>
            <a:off x="11178466" y="6405664"/>
            <a:ext cx="291300" cy="184663"/>
          </a:xfrm>
          <a:prstGeom prst="rect">
            <a:avLst/>
          </a:prstGeom>
          <a:noFill/>
          <a:ln>
            <a:noFill/>
          </a:ln>
        </p:spPr>
        <p:txBody>
          <a:bodyPr vert="horz" wrap="none" lIns="0" tIns="0" rIns="0" bIns="0" anchor="ctr" anchorCtr="0" compatLnSpc="1">
            <a:spAutoFit/>
          </a:bodyPr>
          <a:lstStyle/>
          <a:p>
            <a:pPr lvl="0" algn="r"/>
            <a:fld id="{8B77FA4E-90BF-489F-8775-D6110EB0254C}" type="slidenum">
              <a:t>19</a:t>
            </a:fld>
            <a:endParaRPr lang="en-GB" sz="1200" b="1">
              <a:solidFill>
                <a:srgbClr val="000000"/>
              </a:solidFill>
              <a:latin typeface="Arial"/>
              <a:cs typeface="Segoe UI Light" pitchFamily="34"/>
            </a:endParaRPr>
          </a:p>
        </p:txBody>
      </p:sp>
      <p:cxnSp>
        <p:nvCxnSpPr>
          <p:cNvPr id="5" name="Straight Connector 83">
            <a:extLst>
              <a:ext uri="{FF2B5EF4-FFF2-40B4-BE49-F238E27FC236}">
                <a16:creationId xmlns:a16="http://schemas.microsoft.com/office/drawing/2014/main" id="{E426D47B-AE56-9195-6642-B2B4359F7C37}"/>
              </a:ext>
            </a:extLst>
          </p:cNvPr>
          <p:cNvCxnSpPr/>
          <p:nvPr/>
        </p:nvCxnSpPr>
        <p:spPr>
          <a:xfrm>
            <a:off x="0" y="6139546"/>
            <a:ext cx="12191996" cy="0"/>
          </a:xfrm>
          <a:prstGeom prst="straightConnector1">
            <a:avLst/>
          </a:prstGeom>
          <a:noFill/>
          <a:ln w="28575" cap="rnd">
            <a:solidFill>
              <a:srgbClr val="00A6D6"/>
            </a:solidFill>
            <a:prstDash val="solid"/>
            <a:round/>
          </a:ln>
        </p:spPr>
      </p:cxnSp>
      <p:sp>
        <p:nvSpPr>
          <p:cNvPr id="6" name="TextBox 11">
            <a:extLst>
              <a:ext uri="{FF2B5EF4-FFF2-40B4-BE49-F238E27FC236}">
                <a16:creationId xmlns:a16="http://schemas.microsoft.com/office/drawing/2014/main" id="{ACFC2F33-F00E-AFCF-A80B-BC0699074F15}"/>
              </a:ext>
            </a:extLst>
          </p:cNvPr>
          <p:cNvSpPr txBox="1"/>
          <p:nvPr/>
        </p:nvSpPr>
        <p:spPr>
          <a:xfrm>
            <a:off x="1363525" y="-727743"/>
            <a:ext cx="8964594" cy="369335"/>
          </a:xfrm>
          <a:prstGeom prst="rect">
            <a:avLst/>
          </a:prstGeom>
          <a:noFill/>
          <a:ln>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1800" b="0" i="0" u="none" strike="noStrike" kern="1200" cap="none" spc="0" baseline="0">
                <a:solidFill>
                  <a:srgbClr val="000000"/>
                </a:solidFill>
                <a:uFillTx/>
                <a:latin typeface="Arial"/>
              </a:rPr>
              <a:t>#00A6D6</a:t>
            </a:r>
          </a:p>
        </p:txBody>
      </p:sp>
      <p:sp>
        <p:nvSpPr>
          <p:cNvPr id="7" name="Rectangle 3">
            <a:extLst>
              <a:ext uri="{FF2B5EF4-FFF2-40B4-BE49-F238E27FC236}">
                <a16:creationId xmlns:a16="http://schemas.microsoft.com/office/drawing/2014/main" id="{A6B16916-A23E-DF8A-7546-E2C0DAE8A5BD}"/>
              </a:ext>
            </a:extLst>
          </p:cNvPr>
          <p:cNvSpPr/>
          <p:nvPr/>
        </p:nvSpPr>
        <p:spPr>
          <a:xfrm>
            <a:off x="4351657" y="1565279"/>
            <a:ext cx="2804163" cy="608853"/>
          </a:xfrm>
          <a:prstGeom prst="rect">
            <a:avLst/>
          </a:prstGeom>
          <a:solidFill>
            <a:srgbClr val="00A6D6"/>
          </a:solidFill>
          <a:ln>
            <a:noFill/>
            <a:prstDash val="solid"/>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r>
              <a:rPr lang="en-US" sz="1600" b="1" i="0" u="none" strike="noStrike" kern="1200" cap="none" spc="0" baseline="0">
                <a:solidFill>
                  <a:srgbClr val="FFFFFF"/>
                </a:solidFill>
                <a:uFillTx/>
                <a:latin typeface="Arial"/>
              </a:rPr>
              <a:t>Product that should exist </a:t>
            </a:r>
            <a:endParaRPr lang="en-IN" sz="1600" b="1" i="0" u="none" strike="noStrike" kern="1200" cap="none" spc="0" baseline="0">
              <a:solidFill>
                <a:srgbClr val="FFFFFF"/>
              </a:solidFill>
              <a:uFillTx/>
              <a:latin typeface="Arial"/>
            </a:endParaRPr>
          </a:p>
        </p:txBody>
      </p:sp>
      <p:sp>
        <p:nvSpPr>
          <p:cNvPr id="8" name="Rectangle 5">
            <a:extLst>
              <a:ext uri="{FF2B5EF4-FFF2-40B4-BE49-F238E27FC236}">
                <a16:creationId xmlns:a16="http://schemas.microsoft.com/office/drawing/2014/main" id="{C7ED4350-335E-AE7D-9CEC-176466F8E55D}"/>
              </a:ext>
            </a:extLst>
          </p:cNvPr>
          <p:cNvSpPr/>
          <p:nvPr/>
        </p:nvSpPr>
        <p:spPr>
          <a:xfrm>
            <a:off x="4364358" y="2689917"/>
            <a:ext cx="2804163" cy="608853"/>
          </a:xfrm>
          <a:prstGeom prst="rect">
            <a:avLst/>
          </a:prstGeom>
          <a:solidFill>
            <a:srgbClr val="00A6D6"/>
          </a:solidFill>
          <a:ln>
            <a:noFill/>
            <a:prstDash val="solid"/>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r>
              <a:rPr lang="en-US" sz="1600" b="1" i="0" u="none" strike="noStrike" kern="1200" cap="none" spc="0" baseline="0">
                <a:solidFill>
                  <a:srgbClr val="FFFFFF"/>
                </a:solidFill>
                <a:uFillTx/>
                <a:latin typeface="Arial"/>
              </a:rPr>
              <a:t>Product that actually exists </a:t>
            </a:r>
            <a:endParaRPr lang="en-IN" sz="1600" b="1" i="0" u="none" strike="noStrike" kern="1200" cap="none" spc="0" baseline="0">
              <a:solidFill>
                <a:srgbClr val="FFFFFF"/>
              </a:solidFill>
              <a:uFillTx/>
              <a:latin typeface="Arial"/>
            </a:endParaRPr>
          </a:p>
        </p:txBody>
      </p:sp>
      <p:sp>
        <p:nvSpPr>
          <p:cNvPr id="9" name="Rectangle 6">
            <a:extLst>
              <a:ext uri="{FF2B5EF4-FFF2-40B4-BE49-F238E27FC236}">
                <a16:creationId xmlns:a16="http://schemas.microsoft.com/office/drawing/2014/main" id="{952DFAF5-7FDF-94E2-46B9-D8954D815322}"/>
              </a:ext>
            </a:extLst>
          </p:cNvPr>
          <p:cNvSpPr/>
          <p:nvPr/>
        </p:nvSpPr>
        <p:spPr>
          <a:xfrm>
            <a:off x="4351657" y="3856747"/>
            <a:ext cx="2804163" cy="608853"/>
          </a:xfrm>
          <a:prstGeom prst="rect">
            <a:avLst/>
          </a:prstGeom>
          <a:solidFill>
            <a:srgbClr val="00A6D6"/>
          </a:solidFill>
          <a:ln>
            <a:noFill/>
            <a:prstDash val="solid"/>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r>
              <a:rPr lang="en-US" sz="1600" b="1" i="0" u="none" strike="noStrike" kern="1200" cap="none" spc="0" baseline="0">
                <a:solidFill>
                  <a:srgbClr val="FFFFFF"/>
                </a:solidFill>
                <a:uFillTx/>
                <a:latin typeface="Arial"/>
              </a:rPr>
              <a:t>Product that people think exists </a:t>
            </a:r>
            <a:endParaRPr lang="en-IN" sz="1600" b="1" i="0" u="none" strike="noStrike" kern="1200" cap="none" spc="0" baseline="0">
              <a:solidFill>
                <a:srgbClr val="FFFFFF"/>
              </a:solidFill>
              <a:uFillTx/>
              <a:latin typeface="Arial"/>
            </a:endParaRPr>
          </a:p>
        </p:txBody>
      </p:sp>
      <p:sp>
        <p:nvSpPr>
          <p:cNvPr id="10" name="Rectangle 7">
            <a:extLst>
              <a:ext uri="{FF2B5EF4-FFF2-40B4-BE49-F238E27FC236}">
                <a16:creationId xmlns:a16="http://schemas.microsoft.com/office/drawing/2014/main" id="{9E426F74-61BB-7AA4-37CF-C6AE6869A57E}"/>
              </a:ext>
            </a:extLst>
          </p:cNvPr>
          <p:cNvSpPr/>
          <p:nvPr/>
        </p:nvSpPr>
        <p:spPr>
          <a:xfrm>
            <a:off x="4351657" y="4946373"/>
            <a:ext cx="2804163" cy="608853"/>
          </a:xfrm>
          <a:prstGeom prst="rect">
            <a:avLst/>
          </a:prstGeom>
          <a:solidFill>
            <a:srgbClr val="00A6D6"/>
          </a:solidFill>
          <a:ln>
            <a:noFill/>
            <a:prstDash val="solid"/>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r>
              <a:rPr lang="en-US" sz="1600" b="1" i="0" u="none" strike="noStrike" kern="1200" cap="none" spc="0" baseline="0">
                <a:solidFill>
                  <a:srgbClr val="FFFFFF"/>
                </a:solidFill>
                <a:uFillTx/>
                <a:latin typeface="Arial"/>
              </a:rPr>
              <a:t>Product that is documented </a:t>
            </a:r>
            <a:endParaRPr lang="en-IN" sz="1600" b="1" i="0" u="none" strike="noStrike" kern="1200" cap="none" spc="0" baseline="0">
              <a:solidFill>
                <a:srgbClr val="FFFFFF"/>
              </a:solidFill>
              <a:uFillTx/>
              <a:latin typeface="Arial"/>
            </a:endParaRPr>
          </a:p>
        </p:txBody>
      </p:sp>
      <p:cxnSp>
        <p:nvCxnSpPr>
          <p:cNvPr id="11" name="Connector: Elbow 15">
            <a:extLst>
              <a:ext uri="{FF2B5EF4-FFF2-40B4-BE49-F238E27FC236}">
                <a16:creationId xmlns:a16="http://schemas.microsoft.com/office/drawing/2014/main" id="{83AADA41-10FD-AFC5-34D1-AC25C6497E60}"/>
              </a:ext>
            </a:extLst>
          </p:cNvPr>
          <p:cNvCxnSpPr>
            <a:stCxn id="8" idx="3"/>
            <a:endCxn id="7" idx="3"/>
          </p:cNvCxnSpPr>
          <p:nvPr/>
        </p:nvCxnSpPr>
        <p:spPr>
          <a:xfrm flipH="1" flipV="1">
            <a:off x="7155820" y="1869706"/>
            <a:ext cx="12701" cy="1124638"/>
          </a:xfrm>
          <a:prstGeom prst="bentConnector3">
            <a:avLst>
              <a:gd name="adj1" fmla="val -1799858"/>
            </a:avLst>
          </a:prstGeom>
          <a:noFill/>
          <a:ln w="12701" cap="rnd">
            <a:solidFill>
              <a:srgbClr val="00A6D6"/>
            </a:solidFill>
            <a:prstDash val="solid"/>
            <a:round/>
            <a:tailEnd type="arrow"/>
          </a:ln>
        </p:spPr>
      </p:cxnSp>
      <p:sp>
        <p:nvSpPr>
          <p:cNvPr id="12" name="TextBox 17">
            <a:extLst>
              <a:ext uri="{FF2B5EF4-FFF2-40B4-BE49-F238E27FC236}">
                <a16:creationId xmlns:a16="http://schemas.microsoft.com/office/drawing/2014/main" id="{FDB61664-BDCB-8E97-9F21-3D270FD38BDC}"/>
              </a:ext>
            </a:extLst>
          </p:cNvPr>
          <p:cNvSpPr txBox="1"/>
          <p:nvPr/>
        </p:nvSpPr>
        <p:spPr>
          <a:xfrm>
            <a:off x="7351391" y="2211723"/>
            <a:ext cx="1166253" cy="440594"/>
          </a:xfrm>
          <a:prstGeom prst="rect">
            <a:avLst/>
          </a:prstGeom>
          <a:solidFill>
            <a:srgbClr val="FFFFFF"/>
          </a:solidFill>
          <a:ln>
            <a:noFill/>
          </a:ln>
        </p:spPr>
        <p:txBody>
          <a:bodyPr vert="horz" wrap="square" lIns="0" tIns="0" rIns="0" bIns="0" anchor="t"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600" b="0" i="0" u="none" strike="noStrike" kern="1200" cap="none" spc="0" baseline="0">
                <a:solidFill>
                  <a:srgbClr val="000000"/>
                </a:solidFill>
                <a:uFillTx/>
                <a:latin typeface="Arial"/>
              </a:rPr>
              <a:t>Performance Gap</a:t>
            </a:r>
            <a:endParaRPr lang="en-IN" sz="1600" b="0" i="0" u="none" strike="noStrike" kern="1200" cap="none" spc="0" baseline="0">
              <a:solidFill>
                <a:srgbClr val="000000"/>
              </a:solidFill>
              <a:uFillTx/>
              <a:latin typeface="Arial"/>
            </a:endParaRPr>
          </a:p>
        </p:txBody>
      </p:sp>
      <p:cxnSp>
        <p:nvCxnSpPr>
          <p:cNvPr id="13" name="Straight Arrow Connector 22">
            <a:extLst>
              <a:ext uri="{FF2B5EF4-FFF2-40B4-BE49-F238E27FC236}">
                <a16:creationId xmlns:a16="http://schemas.microsoft.com/office/drawing/2014/main" id="{27927EA1-EECA-8E34-B5E4-93143647C8D2}"/>
              </a:ext>
            </a:extLst>
          </p:cNvPr>
          <p:cNvCxnSpPr>
            <a:stCxn id="12" idx="3"/>
            <a:endCxn id="15" idx="1"/>
          </p:cNvCxnSpPr>
          <p:nvPr/>
        </p:nvCxnSpPr>
        <p:spPr>
          <a:xfrm flipV="1">
            <a:off x="8517644" y="1919517"/>
            <a:ext cx="731127" cy="512503"/>
          </a:xfrm>
          <a:prstGeom prst="straightConnector1">
            <a:avLst/>
          </a:prstGeom>
          <a:noFill/>
          <a:ln w="12701" cap="rnd">
            <a:solidFill>
              <a:srgbClr val="00A6D6"/>
            </a:solidFill>
            <a:prstDash val="solid"/>
            <a:round/>
            <a:tailEnd type="arrow"/>
          </a:ln>
        </p:spPr>
      </p:cxnSp>
      <p:cxnSp>
        <p:nvCxnSpPr>
          <p:cNvPr id="14" name="Straight Arrow Connector 23">
            <a:extLst>
              <a:ext uri="{FF2B5EF4-FFF2-40B4-BE49-F238E27FC236}">
                <a16:creationId xmlns:a16="http://schemas.microsoft.com/office/drawing/2014/main" id="{1FA78416-A3A6-F12C-827A-724FD3B358E6}"/>
              </a:ext>
            </a:extLst>
          </p:cNvPr>
          <p:cNvCxnSpPr>
            <a:stCxn id="12" idx="3"/>
            <a:endCxn id="16" idx="1"/>
          </p:cNvCxnSpPr>
          <p:nvPr/>
        </p:nvCxnSpPr>
        <p:spPr>
          <a:xfrm>
            <a:off x="8517644" y="2432020"/>
            <a:ext cx="731127" cy="289810"/>
          </a:xfrm>
          <a:prstGeom prst="straightConnector1">
            <a:avLst/>
          </a:prstGeom>
          <a:noFill/>
          <a:ln w="12701" cap="rnd">
            <a:solidFill>
              <a:srgbClr val="00A6D6"/>
            </a:solidFill>
            <a:prstDash val="solid"/>
            <a:round/>
            <a:tailEnd type="arrow"/>
          </a:ln>
        </p:spPr>
      </p:cxnSp>
      <p:sp>
        <p:nvSpPr>
          <p:cNvPr id="15" name="TextBox 27">
            <a:extLst>
              <a:ext uri="{FF2B5EF4-FFF2-40B4-BE49-F238E27FC236}">
                <a16:creationId xmlns:a16="http://schemas.microsoft.com/office/drawing/2014/main" id="{1D3A9344-F0EC-836A-D106-542E1BB7FEE3}"/>
              </a:ext>
            </a:extLst>
          </p:cNvPr>
          <p:cNvSpPr txBox="1"/>
          <p:nvPr/>
        </p:nvSpPr>
        <p:spPr>
          <a:xfrm>
            <a:off x="9248771" y="1673132"/>
            <a:ext cx="2222504" cy="492770"/>
          </a:xfrm>
          <a:prstGeom prst="rect">
            <a:avLst/>
          </a:prstGeom>
          <a:noFill/>
          <a:ln>
            <a:noFill/>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600" b="0" i="0" u="none" strike="noStrike" kern="1200" cap="none" spc="0" baseline="0">
                <a:solidFill>
                  <a:srgbClr val="000000"/>
                </a:solidFill>
                <a:uFillTx/>
                <a:latin typeface="Arial"/>
              </a:rPr>
              <a:t>Technical Team conflicts with Product Team </a:t>
            </a:r>
            <a:endParaRPr lang="en-IN" sz="1600" b="0" i="0" u="none" strike="noStrike" kern="1200" cap="none" spc="0" baseline="0">
              <a:solidFill>
                <a:srgbClr val="000000"/>
              </a:solidFill>
              <a:uFillTx/>
              <a:latin typeface="Arial"/>
            </a:endParaRPr>
          </a:p>
        </p:txBody>
      </p:sp>
      <p:sp>
        <p:nvSpPr>
          <p:cNvPr id="16" name="TextBox 28">
            <a:extLst>
              <a:ext uri="{FF2B5EF4-FFF2-40B4-BE49-F238E27FC236}">
                <a16:creationId xmlns:a16="http://schemas.microsoft.com/office/drawing/2014/main" id="{7B5EC6EA-FAE5-CCC3-78F8-FF66EDC23EDD}"/>
              </a:ext>
            </a:extLst>
          </p:cNvPr>
          <p:cNvSpPr txBox="1"/>
          <p:nvPr/>
        </p:nvSpPr>
        <p:spPr>
          <a:xfrm>
            <a:off x="9248771" y="2475445"/>
            <a:ext cx="2222504" cy="492770"/>
          </a:xfrm>
          <a:prstGeom prst="rect">
            <a:avLst/>
          </a:prstGeom>
          <a:noFill/>
          <a:ln>
            <a:noFill/>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600" b="0" i="0" u="none" strike="noStrike" kern="1200" cap="none" spc="0" baseline="0">
                <a:solidFill>
                  <a:srgbClr val="000000"/>
                </a:solidFill>
                <a:uFillTx/>
                <a:latin typeface="Arial"/>
              </a:rPr>
              <a:t>Product Team conflicts with Testing Team </a:t>
            </a:r>
            <a:endParaRPr lang="en-IN" sz="1600" b="0" i="0" u="none" strike="noStrike" kern="1200" cap="none" spc="0" baseline="0">
              <a:solidFill>
                <a:srgbClr val="000000"/>
              </a:solidFill>
              <a:uFillTx/>
              <a:latin typeface="Arial"/>
            </a:endParaRPr>
          </a:p>
        </p:txBody>
      </p:sp>
      <p:cxnSp>
        <p:nvCxnSpPr>
          <p:cNvPr id="17" name="Connector: Elbow 33">
            <a:extLst>
              <a:ext uri="{FF2B5EF4-FFF2-40B4-BE49-F238E27FC236}">
                <a16:creationId xmlns:a16="http://schemas.microsoft.com/office/drawing/2014/main" id="{0045A1EC-97E6-A082-572B-30944B2A1EDA}"/>
              </a:ext>
            </a:extLst>
          </p:cNvPr>
          <p:cNvCxnSpPr>
            <a:stCxn id="9" idx="3"/>
            <a:endCxn id="8" idx="3"/>
          </p:cNvCxnSpPr>
          <p:nvPr/>
        </p:nvCxnSpPr>
        <p:spPr>
          <a:xfrm flipV="1">
            <a:off x="7155820" y="2994344"/>
            <a:ext cx="12701" cy="1166830"/>
          </a:xfrm>
          <a:prstGeom prst="bentConnector3">
            <a:avLst>
              <a:gd name="adj1" fmla="val 1899858"/>
            </a:avLst>
          </a:prstGeom>
          <a:noFill/>
          <a:ln w="12701" cap="rnd">
            <a:solidFill>
              <a:srgbClr val="00A6D6"/>
            </a:solidFill>
            <a:prstDash val="solid"/>
            <a:round/>
            <a:tailEnd type="arrow"/>
          </a:ln>
        </p:spPr>
      </p:cxnSp>
      <p:cxnSp>
        <p:nvCxnSpPr>
          <p:cNvPr id="18" name="Straight Arrow Connector 39">
            <a:extLst>
              <a:ext uri="{FF2B5EF4-FFF2-40B4-BE49-F238E27FC236}">
                <a16:creationId xmlns:a16="http://schemas.microsoft.com/office/drawing/2014/main" id="{3E1768A6-EA06-D284-539D-58EE93E36115}"/>
              </a:ext>
            </a:extLst>
          </p:cNvPr>
          <p:cNvCxnSpPr>
            <a:endCxn id="19" idx="1"/>
          </p:cNvCxnSpPr>
          <p:nvPr/>
        </p:nvCxnSpPr>
        <p:spPr>
          <a:xfrm>
            <a:off x="8392189" y="3623136"/>
            <a:ext cx="856582" cy="13542"/>
          </a:xfrm>
          <a:prstGeom prst="straightConnector1">
            <a:avLst/>
          </a:prstGeom>
          <a:noFill/>
          <a:ln w="12701" cap="rnd">
            <a:solidFill>
              <a:srgbClr val="00A6D6"/>
            </a:solidFill>
            <a:prstDash val="solid"/>
            <a:round/>
            <a:tailEnd type="arrow"/>
          </a:ln>
        </p:spPr>
      </p:cxnSp>
      <p:sp>
        <p:nvSpPr>
          <p:cNvPr id="19" name="TextBox 46">
            <a:extLst>
              <a:ext uri="{FF2B5EF4-FFF2-40B4-BE49-F238E27FC236}">
                <a16:creationId xmlns:a16="http://schemas.microsoft.com/office/drawing/2014/main" id="{49BDF9CE-1236-82B2-7313-D19AB92D61B9}"/>
              </a:ext>
            </a:extLst>
          </p:cNvPr>
          <p:cNvSpPr txBox="1"/>
          <p:nvPr/>
        </p:nvSpPr>
        <p:spPr>
          <a:xfrm>
            <a:off x="9248771" y="3390293"/>
            <a:ext cx="2222504" cy="492770"/>
          </a:xfrm>
          <a:prstGeom prst="rect">
            <a:avLst/>
          </a:prstGeom>
          <a:noFill/>
          <a:ln>
            <a:noFill/>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600" b="0" i="0" u="none" strike="noStrike" kern="1200" cap="none" spc="0" baseline="0">
                <a:solidFill>
                  <a:srgbClr val="000000"/>
                </a:solidFill>
                <a:uFillTx/>
                <a:latin typeface="Arial"/>
              </a:rPr>
              <a:t>Marketing/Customer Support Team conflicts with Product Team </a:t>
            </a:r>
            <a:endParaRPr lang="en-IN" sz="1600" b="0" i="0" u="none" strike="noStrike" kern="1200" cap="none" spc="0" baseline="0">
              <a:solidFill>
                <a:srgbClr val="000000"/>
              </a:solidFill>
              <a:uFillTx/>
              <a:latin typeface="Arial"/>
            </a:endParaRPr>
          </a:p>
        </p:txBody>
      </p:sp>
      <p:cxnSp>
        <p:nvCxnSpPr>
          <p:cNvPr id="20" name="Connector: Elbow 49">
            <a:extLst>
              <a:ext uri="{FF2B5EF4-FFF2-40B4-BE49-F238E27FC236}">
                <a16:creationId xmlns:a16="http://schemas.microsoft.com/office/drawing/2014/main" id="{449344F8-BA21-3D1D-8A04-F3A2DFC67801}"/>
              </a:ext>
            </a:extLst>
          </p:cNvPr>
          <p:cNvCxnSpPr>
            <a:stCxn id="10" idx="3"/>
            <a:endCxn id="9" idx="3"/>
          </p:cNvCxnSpPr>
          <p:nvPr/>
        </p:nvCxnSpPr>
        <p:spPr>
          <a:xfrm flipV="1">
            <a:off x="7155820" y="4161174"/>
            <a:ext cx="12700" cy="1089626"/>
          </a:xfrm>
          <a:prstGeom prst="bentConnector3">
            <a:avLst>
              <a:gd name="adj1" fmla="val 1800000"/>
            </a:avLst>
          </a:prstGeom>
          <a:noFill/>
          <a:ln w="12701" cap="rnd">
            <a:solidFill>
              <a:srgbClr val="00A6D6"/>
            </a:solidFill>
            <a:prstDash val="solid"/>
            <a:round/>
            <a:tailEnd type="arrow"/>
          </a:ln>
        </p:spPr>
      </p:cxnSp>
      <p:sp>
        <p:nvSpPr>
          <p:cNvPr id="21" name="TextBox 54">
            <a:extLst>
              <a:ext uri="{FF2B5EF4-FFF2-40B4-BE49-F238E27FC236}">
                <a16:creationId xmlns:a16="http://schemas.microsoft.com/office/drawing/2014/main" id="{CBC8ED58-81DF-3EF6-8A53-96E041DBB182}"/>
              </a:ext>
            </a:extLst>
          </p:cNvPr>
          <p:cNvSpPr txBox="1"/>
          <p:nvPr/>
        </p:nvSpPr>
        <p:spPr>
          <a:xfrm>
            <a:off x="7524817" y="4536420"/>
            <a:ext cx="1166253" cy="440594"/>
          </a:xfrm>
          <a:prstGeom prst="rect">
            <a:avLst/>
          </a:prstGeom>
          <a:solidFill>
            <a:srgbClr val="FFFFFF"/>
          </a:solidFill>
          <a:ln>
            <a:noFill/>
          </a:ln>
        </p:spPr>
        <p:txBody>
          <a:bodyPr vert="horz" wrap="square" lIns="0" tIns="0" rIns="0" bIns="0" anchor="t"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600" b="0" i="0" u="none" strike="noStrike" kern="1200" cap="none" spc="0" baseline="0">
                <a:solidFill>
                  <a:srgbClr val="000000"/>
                </a:solidFill>
                <a:uFillTx/>
                <a:latin typeface="Arial"/>
              </a:rPr>
              <a:t>Communication Gap</a:t>
            </a:r>
            <a:endParaRPr lang="en-IN" sz="1600" b="0" i="0" u="none" strike="noStrike" kern="1200" cap="none" spc="0" baseline="0">
              <a:solidFill>
                <a:srgbClr val="000000"/>
              </a:solidFill>
              <a:uFillTx/>
              <a:latin typeface="Arial"/>
            </a:endParaRPr>
          </a:p>
        </p:txBody>
      </p:sp>
      <p:cxnSp>
        <p:nvCxnSpPr>
          <p:cNvPr id="22" name="Straight Arrow Connector 55">
            <a:extLst>
              <a:ext uri="{FF2B5EF4-FFF2-40B4-BE49-F238E27FC236}">
                <a16:creationId xmlns:a16="http://schemas.microsoft.com/office/drawing/2014/main" id="{E292148E-8780-9F2C-8E53-4D1E58804D0A}"/>
              </a:ext>
            </a:extLst>
          </p:cNvPr>
          <p:cNvCxnSpPr>
            <a:stCxn id="21" idx="3"/>
            <a:endCxn id="24" idx="1"/>
          </p:cNvCxnSpPr>
          <p:nvPr/>
        </p:nvCxnSpPr>
        <p:spPr>
          <a:xfrm flipV="1">
            <a:off x="8691070" y="4671934"/>
            <a:ext cx="557701" cy="84783"/>
          </a:xfrm>
          <a:prstGeom prst="straightConnector1">
            <a:avLst/>
          </a:prstGeom>
          <a:noFill/>
          <a:ln w="12701" cap="rnd">
            <a:solidFill>
              <a:srgbClr val="00A6D6"/>
            </a:solidFill>
            <a:prstDash val="solid"/>
            <a:round/>
            <a:tailEnd type="arrow"/>
          </a:ln>
        </p:spPr>
      </p:cxnSp>
      <p:cxnSp>
        <p:nvCxnSpPr>
          <p:cNvPr id="23" name="Straight Arrow Connector 56">
            <a:extLst>
              <a:ext uri="{FF2B5EF4-FFF2-40B4-BE49-F238E27FC236}">
                <a16:creationId xmlns:a16="http://schemas.microsoft.com/office/drawing/2014/main" id="{A9E73659-E83B-1D5E-0B9D-D165F13122BF}"/>
              </a:ext>
            </a:extLst>
          </p:cNvPr>
          <p:cNvCxnSpPr>
            <a:stCxn id="21" idx="3"/>
            <a:endCxn id="25" idx="1"/>
          </p:cNvCxnSpPr>
          <p:nvPr/>
        </p:nvCxnSpPr>
        <p:spPr>
          <a:xfrm>
            <a:off x="8691070" y="4756717"/>
            <a:ext cx="557701" cy="717530"/>
          </a:xfrm>
          <a:prstGeom prst="straightConnector1">
            <a:avLst/>
          </a:prstGeom>
          <a:noFill/>
          <a:ln w="12701" cap="rnd">
            <a:solidFill>
              <a:srgbClr val="00A6D6"/>
            </a:solidFill>
            <a:prstDash val="solid"/>
            <a:round/>
            <a:tailEnd type="arrow"/>
          </a:ln>
        </p:spPr>
      </p:cxnSp>
      <p:sp>
        <p:nvSpPr>
          <p:cNvPr id="24" name="TextBox 57">
            <a:extLst>
              <a:ext uri="{FF2B5EF4-FFF2-40B4-BE49-F238E27FC236}">
                <a16:creationId xmlns:a16="http://schemas.microsoft.com/office/drawing/2014/main" id="{05513B8A-47B2-6187-D91C-B3BF52D87027}"/>
              </a:ext>
            </a:extLst>
          </p:cNvPr>
          <p:cNvSpPr txBox="1"/>
          <p:nvPr/>
        </p:nvSpPr>
        <p:spPr>
          <a:xfrm>
            <a:off x="9248771" y="4425549"/>
            <a:ext cx="2222504" cy="492770"/>
          </a:xfrm>
          <a:prstGeom prst="rect">
            <a:avLst/>
          </a:prstGeom>
          <a:noFill/>
          <a:ln>
            <a:noFill/>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600" b="0" i="0" u="none" strike="noStrike" kern="1200" cap="none" spc="0" baseline="0">
                <a:solidFill>
                  <a:srgbClr val="000000"/>
                </a:solidFill>
                <a:uFillTx/>
                <a:latin typeface="Arial"/>
              </a:rPr>
              <a:t>Leaders conflict with product team </a:t>
            </a:r>
            <a:endParaRPr lang="en-IN" sz="1600" b="0" i="0" u="none" strike="noStrike" kern="1200" cap="none" spc="0" baseline="0">
              <a:solidFill>
                <a:srgbClr val="000000"/>
              </a:solidFill>
              <a:uFillTx/>
              <a:latin typeface="Arial"/>
            </a:endParaRPr>
          </a:p>
        </p:txBody>
      </p:sp>
      <p:sp>
        <p:nvSpPr>
          <p:cNvPr id="25" name="TextBox 58">
            <a:extLst>
              <a:ext uri="{FF2B5EF4-FFF2-40B4-BE49-F238E27FC236}">
                <a16:creationId xmlns:a16="http://schemas.microsoft.com/office/drawing/2014/main" id="{42807387-A2C5-5870-EBE4-AB7E697A7957}"/>
              </a:ext>
            </a:extLst>
          </p:cNvPr>
          <p:cNvSpPr txBox="1"/>
          <p:nvPr/>
        </p:nvSpPr>
        <p:spPr>
          <a:xfrm>
            <a:off x="9248771" y="5227862"/>
            <a:ext cx="2222504" cy="492770"/>
          </a:xfrm>
          <a:prstGeom prst="rect">
            <a:avLst/>
          </a:prstGeom>
          <a:noFill/>
          <a:ln>
            <a:noFill/>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600" b="0" i="0" u="none" strike="noStrike" kern="1200" cap="none" spc="0" baseline="0">
                <a:solidFill>
                  <a:srgbClr val="000000"/>
                </a:solidFill>
                <a:uFillTx/>
                <a:latin typeface="Arial"/>
              </a:rPr>
              <a:t>Product Team conflicts with Testing Team </a:t>
            </a:r>
            <a:endParaRPr lang="en-IN" sz="1600" b="0" i="0" u="none" strike="noStrike" kern="1200" cap="none" spc="0" baseline="0">
              <a:solidFill>
                <a:srgbClr val="000000"/>
              </a:solidFill>
              <a:uFillTx/>
              <a:latin typeface="Arial"/>
            </a:endParaRPr>
          </a:p>
        </p:txBody>
      </p:sp>
      <p:cxnSp>
        <p:nvCxnSpPr>
          <p:cNvPr id="26" name="Connector: Elbow 61">
            <a:extLst>
              <a:ext uri="{FF2B5EF4-FFF2-40B4-BE49-F238E27FC236}">
                <a16:creationId xmlns:a16="http://schemas.microsoft.com/office/drawing/2014/main" id="{8DAAD7CE-7233-90E2-B43E-ABB1FE928147}"/>
              </a:ext>
            </a:extLst>
          </p:cNvPr>
          <p:cNvCxnSpPr>
            <a:stCxn id="10" idx="1"/>
            <a:endCxn id="8" idx="1"/>
          </p:cNvCxnSpPr>
          <p:nvPr/>
        </p:nvCxnSpPr>
        <p:spPr>
          <a:xfrm rot="10800000" flipH="1">
            <a:off x="4351656" y="2994344"/>
            <a:ext cx="12701" cy="2256456"/>
          </a:xfrm>
          <a:prstGeom prst="bentConnector3">
            <a:avLst>
              <a:gd name="adj1" fmla="val -1799858"/>
            </a:avLst>
          </a:prstGeom>
          <a:noFill/>
          <a:ln w="12701" cap="rnd">
            <a:solidFill>
              <a:srgbClr val="00A6D6"/>
            </a:solidFill>
            <a:prstDash val="solid"/>
            <a:round/>
            <a:tailEnd type="arrow"/>
          </a:ln>
        </p:spPr>
      </p:cxnSp>
      <p:sp>
        <p:nvSpPr>
          <p:cNvPr id="27" name="TextBox 65">
            <a:extLst>
              <a:ext uri="{FF2B5EF4-FFF2-40B4-BE49-F238E27FC236}">
                <a16:creationId xmlns:a16="http://schemas.microsoft.com/office/drawing/2014/main" id="{3019E2CE-78F9-840D-0EC0-EA3664033E87}"/>
              </a:ext>
            </a:extLst>
          </p:cNvPr>
          <p:cNvSpPr txBox="1"/>
          <p:nvPr/>
        </p:nvSpPr>
        <p:spPr>
          <a:xfrm>
            <a:off x="2790136" y="3770190"/>
            <a:ext cx="1372916" cy="440594"/>
          </a:xfrm>
          <a:prstGeom prst="rect">
            <a:avLst/>
          </a:prstGeom>
          <a:solidFill>
            <a:srgbClr val="FFFFFF"/>
          </a:solidFill>
          <a:ln>
            <a:noFill/>
          </a:ln>
        </p:spPr>
        <p:txBody>
          <a:bodyPr vert="horz" wrap="square" lIns="0" tIns="0" rIns="0" bIns="0" anchor="t"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600" b="0" i="0" u="none" strike="noStrike" kern="1200" cap="none" spc="0" baseline="0">
                <a:solidFill>
                  <a:srgbClr val="000000"/>
                </a:solidFill>
                <a:uFillTx/>
                <a:latin typeface="Arial"/>
              </a:rPr>
              <a:t>Documentation Gap</a:t>
            </a:r>
            <a:endParaRPr lang="en-IN" sz="1600" b="0" i="0" u="none" strike="noStrike" kern="1200" cap="none" spc="0" baseline="0">
              <a:solidFill>
                <a:srgbClr val="000000"/>
              </a:solidFill>
              <a:uFillTx/>
              <a:latin typeface="Arial"/>
            </a:endParaRPr>
          </a:p>
        </p:txBody>
      </p:sp>
      <p:cxnSp>
        <p:nvCxnSpPr>
          <p:cNvPr id="28" name="Straight Arrow Connector 66">
            <a:extLst>
              <a:ext uri="{FF2B5EF4-FFF2-40B4-BE49-F238E27FC236}">
                <a16:creationId xmlns:a16="http://schemas.microsoft.com/office/drawing/2014/main" id="{537C2017-7772-6D23-18D1-79A37145AD54}"/>
              </a:ext>
            </a:extLst>
          </p:cNvPr>
          <p:cNvCxnSpPr>
            <a:stCxn id="27" idx="1"/>
            <a:endCxn id="30" idx="2"/>
          </p:cNvCxnSpPr>
          <p:nvPr/>
        </p:nvCxnSpPr>
        <p:spPr>
          <a:xfrm flipH="1" flipV="1">
            <a:off x="1891271" y="3079132"/>
            <a:ext cx="898865" cy="911355"/>
          </a:xfrm>
          <a:prstGeom prst="straightConnector1">
            <a:avLst/>
          </a:prstGeom>
          <a:noFill/>
          <a:ln w="12701" cap="rnd">
            <a:solidFill>
              <a:srgbClr val="00A6D6"/>
            </a:solidFill>
            <a:prstDash val="solid"/>
            <a:round/>
            <a:tailEnd type="arrow"/>
          </a:ln>
        </p:spPr>
      </p:cxnSp>
      <p:cxnSp>
        <p:nvCxnSpPr>
          <p:cNvPr id="29" name="Straight Arrow Connector 67">
            <a:extLst>
              <a:ext uri="{FF2B5EF4-FFF2-40B4-BE49-F238E27FC236}">
                <a16:creationId xmlns:a16="http://schemas.microsoft.com/office/drawing/2014/main" id="{F11BC932-7B32-61AE-BDE6-B64C238EEF93}"/>
              </a:ext>
            </a:extLst>
          </p:cNvPr>
          <p:cNvCxnSpPr>
            <a:stCxn id="27" idx="1"/>
            <a:endCxn id="31" idx="0"/>
          </p:cNvCxnSpPr>
          <p:nvPr/>
        </p:nvCxnSpPr>
        <p:spPr>
          <a:xfrm flipH="1">
            <a:off x="1891271" y="3990487"/>
            <a:ext cx="898865" cy="967837"/>
          </a:xfrm>
          <a:prstGeom prst="straightConnector1">
            <a:avLst/>
          </a:prstGeom>
          <a:noFill/>
          <a:ln w="12701" cap="rnd">
            <a:solidFill>
              <a:srgbClr val="00A6D6"/>
            </a:solidFill>
            <a:prstDash val="solid"/>
            <a:round/>
            <a:tailEnd type="arrow"/>
          </a:ln>
        </p:spPr>
      </p:cxnSp>
      <p:sp>
        <p:nvSpPr>
          <p:cNvPr id="30" name="TextBox 68">
            <a:extLst>
              <a:ext uri="{FF2B5EF4-FFF2-40B4-BE49-F238E27FC236}">
                <a16:creationId xmlns:a16="http://schemas.microsoft.com/office/drawing/2014/main" id="{919B2BDA-9CBD-815C-BD1D-19DD661C3A7B}"/>
              </a:ext>
            </a:extLst>
          </p:cNvPr>
          <p:cNvSpPr txBox="1"/>
          <p:nvPr/>
        </p:nvSpPr>
        <p:spPr>
          <a:xfrm>
            <a:off x="780019" y="2105991"/>
            <a:ext cx="2222504" cy="973141"/>
          </a:xfrm>
          <a:prstGeom prst="rect">
            <a:avLst/>
          </a:prstGeom>
          <a:noFill/>
          <a:ln>
            <a:noFill/>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600" b="0" i="0" u="none" strike="noStrike" kern="1200" cap="none" spc="0" baseline="0">
                <a:solidFill>
                  <a:srgbClr val="000000"/>
                </a:solidFill>
                <a:uFillTx/>
                <a:latin typeface="Arial"/>
              </a:rPr>
              <a:t>Technical team conflicts with Product team on functional documentation </a:t>
            </a:r>
            <a:endParaRPr lang="en-IN" sz="1600" b="0" i="0" u="none" strike="noStrike" kern="1200" cap="none" spc="0" baseline="0">
              <a:solidFill>
                <a:srgbClr val="000000"/>
              </a:solidFill>
              <a:uFillTx/>
              <a:latin typeface="Arial"/>
            </a:endParaRPr>
          </a:p>
        </p:txBody>
      </p:sp>
      <p:sp>
        <p:nvSpPr>
          <p:cNvPr id="31" name="TextBox 69">
            <a:extLst>
              <a:ext uri="{FF2B5EF4-FFF2-40B4-BE49-F238E27FC236}">
                <a16:creationId xmlns:a16="http://schemas.microsoft.com/office/drawing/2014/main" id="{359685D4-AB5A-D78B-F80E-911F4A4B96E4}"/>
              </a:ext>
            </a:extLst>
          </p:cNvPr>
          <p:cNvSpPr txBox="1"/>
          <p:nvPr/>
        </p:nvSpPr>
        <p:spPr>
          <a:xfrm>
            <a:off x="780019" y="4958324"/>
            <a:ext cx="2222504" cy="492770"/>
          </a:xfrm>
          <a:prstGeom prst="rect">
            <a:avLst/>
          </a:prstGeom>
          <a:noFill/>
          <a:ln>
            <a:noFill/>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600" b="0" i="0" u="none" strike="noStrike" kern="1200" cap="none" spc="0" baseline="0">
                <a:solidFill>
                  <a:srgbClr val="000000"/>
                </a:solidFill>
                <a:uFillTx/>
                <a:latin typeface="Arial"/>
              </a:rPr>
              <a:t>Testing Team conflicts with Development Team for Technical Documentation</a:t>
            </a:r>
            <a:endParaRPr lang="en-IN" sz="1600" b="0" i="0" u="none" strike="noStrike" kern="1200" cap="none" spc="0" baseline="0">
              <a:solidFill>
                <a:srgbClr val="000000"/>
              </a:solidFill>
              <a:uFillTx/>
              <a:latin typeface="Arial"/>
            </a:endParaRPr>
          </a:p>
        </p:txBody>
      </p:sp>
      <p:sp>
        <p:nvSpPr>
          <p:cNvPr id="32" name="TextBox 86">
            <a:extLst>
              <a:ext uri="{FF2B5EF4-FFF2-40B4-BE49-F238E27FC236}">
                <a16:creationId xmlns:a16="http://schemas.microsoft.com/office/drawing/2014/main" id="{886669F5-B875-2C84-4627-0B7C5EF287C6}"/>
              </a:ext>
            </a:extLst>
          </p:cNvPr>
          <p:cNvSpPr txBox="1"/>
          <p:nvPr/>
        </p:nvSpPr>
        <p:spPr>
          <a:xfrm>
            <a:off x="7225927" y="3419526"/>
            <a:ext cx="1166253" cy="350654"/>
          </a:xfrm>
          <a:prstGeom prst="rect">
            <a:avLst/>
          </a:prstGeom>
          <a:solidFill>
            <a:srgbClr val="FFFFFF"/>
          </a:solidFill>
          <a:ln>
            <a:noFill/>
          </a:ln>
        </p:spPr>
        <p:txBody>
          <a:bodyPr vert="horz" wrap="square" lIns="0" tIns="0" rIns="0" bIns="0" anchor="t"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600" b="0" i="0" u="none" strike="noStrike" kern="1200" cap="none" spc="0" baseline="0">
                <a:solidFill>
                  <a:srgbClr val="000000"/>
                </a:solidFill>
                <a:uFillTx/>
                <a:latin typeface="Arial"/>
              </a:rPr>
              <a:t>Perception</a:t>
            </a:r>
            <a:r>
              <a:rPr lang="en-IN" sz="1600" b="0" i="0" u="none" strike="noStrike" kern="1200" cap="none" spc="0" baseline="0">
                <a:solidFill>
                  <a:srgbClr val="000000"/>
                </a:solidFill>
                <a:uFillTx/>
                <a:latin typeface="Arial"/>
              </a:rPr>
              <a:t> Gap</a:t>
            </a:r>
            <a:endParaRPr lang="en-US" sz="1600" b="0" i="0" u="none" strike="noStrike" kern="1200" cap="none" spc="0" baseline="0">
              <a:solidFill>
                <a:srgbClr val="000000"/>
              </a:solidFill>
              <a:uFillTx/>
              <a:latin typeface="Arial"/>
            </a:endParaRPr>
          </a:p>
        </p:txBody>
      </p:sp>
    </p:spTree>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0">
  <p:cSld name="Slide110">
    <p:spTree>
      <p:nvGrpSpPr>
        <p:cNvPr id="1" name=""/>
        <p:cNvGrpSpPr/>
        <p:nvPr/>
      </p:nvGrpSpPr>
      <p:grpSpPr>
        <a:xfrm>
          <a:off x="0" y="0"/>
          <a:ext cx="0" cy="0"/>
          <a:chOff x="0" y="0"/>
          <a:chExt cx="0" cy="0"/>
        </a:xfrm>
      </p:grpSpPr>
      <p:sp>
        <p:nvSpPr>
          <p:cNvPr id="2" name="Tijdelijke aanduiding voor datum 4">
            <a:extLst>
              <a:ext uri="{FF2B5EF4-FFF2-40B4-BE49-F238E27FC236}">
                <a16:creationId xmlns:a16="http://schemas.microsoft.com/office/drawing/2014/main" id="{85AD461F-153A-09A3-5E5D-8410F38E3E4F}"/>
              </a:ext>
            </a:extLst>
          </p:cNvPr>
          <p:cNvSpPr txBox="1">
            <a:spLocks noGrp="1"/>
          </p:cNvSpPr>
          <p:nvPr>
            <p:ph type="dt" sz="quarter" idx="7"/>
          </p:nvPr>
        </p:nvSpPr>
        <p:spPr>
          <a:xfrm>
            <a:off x="10146566" y="6405664"/>
            <a:ext cx="766230" cy="184663"/>
          </a:xfrm>
          <a:prstGeom prst="rect">
            <a:avLst/>
          </a:prstGeom>
          <a:noFill/>
          <a:ln>
            <a:noFill/>
          </a:ln>
        </p:spPr>
        <p:txBody>
          <a:bodyPr vert="horz" wrap="none" lIns="0" tIns="0" rIns="0" bIns="0" anchor="ctr" anchorCtr="0" compatLnSpc="1">
            <a:spAutoFit/>
          </a:bodyPr>
          <a:lstStyle/>
          <a:p>
            <a:pPr lvl="0" algn="r"/>
            <a:fld id="{4F955EF7-A659-4AC2-A2E9-374EF0307600}" type="datetime1">
              <a:rPr lang="nl-NL" sz="1200">
                <a:solidFill>
                  <a:srgbClr val="000000"/>
                </a:solidFill>
                <a:latin typeface="Arial"/>
                <a:cs typeface="Segoe UI Light" pitchFamily="34"/>
              </a:rPr>
              <a:pPr lvl="0" algn="r"/>
              <a:t>22-10-2025</a:t>
            </a:fld>
            <a:endParaRPr lang="en-GB" sz="1200">
              <a:solidFill>
                <a:srgbClr val="000000"/>
              </a:solidFill>
              <a:latin typeface="Arial"/>
              <a:cs typeface="Segoe UI Light" pitchFamily="34"/>
            </a:endParaRPr>
          </a:p>
        </p:txBody>
      </p:sp>
      <p:sp>
        <p:nvSpPr>
          <p:cNvPr id="3" name="Titel 8">
            <a:extLst>
              <a:ext uri="{FF2B5EF4-FFF2-40B4-BE49-F238E27FC236}">
                <a16:creationId xmlns:a16="http://schemas.microsoft.com/office/drawing/2014/main" id="{21BFB9F7-CB10-F731-05CB-05CF3A4236AA}"/>
              </a:ext>
            </a:extLst>
          </p:cNvPr>
          <p:cNvSpPr txBox="1">
            <a:spLocks noGrp="1"/>
          </p:cNvSpPr>
          <p:nvPr>
            <p:ph type="title"/>
          </p:nvPr>
        </p:nvSpPr>
        <p:spPr>
          <a:xfrm>
            <a:off x="718663" y="686165"/>
            <a:ext cx="10752612" cy="323404"/>
          </a:xfrm>
          <a:prstGeom prst="rect">
            <a:avLst/>
          </a:prstGeom>
          <a:noFill/>
          <a:ln>
            <a:noFill/>
          </a:ln>
        </p:spPr>
        <p:txBody>
          <a:bodyPr vert="horz" wrap="square" lIns="0" tIns="0" rIns="0" bIns="378003" anchor="t" anchorCtr="0" compatLnSpc="1">
            <a:noAutofit/>
          </a:bodyPr>
          <a:lstStyle/>
          <a:p>
            <a:pPr lvl="0"/>
            <a:r>
              <a:rPr lang="en-GB" u="sng"/>
              <a:t>Stakeholder – Requirements </a:t>
            </a:r>
          </a:p>
        </p:txBody>
      </p:sp>
      <p:sp>
        <p:nvSpPr>
          <p:cNvPr id="4" name="Tijdelijke aanduiding voor dianummer 102">
            <a:extLst>
              <a:ext uri="{FF2B5EF4-FFF2-40B4-BE49-F238E27FC236}">
                <a16:creationId xmlns:a16="http://schemas.microsoft.com/office/drawing/2014/main" id="{FAC77AB1-571E-0B23-774C-8920D81A9DEA}"/>
              </a:ext>
            </a:extLst>
          </p:cNvPr>
          <p:cNvSpPr txBox="1">
            <a:spLocks noGrp="1"/>
          </p:cNvSpPr>
          <p:nvPr>
            <p:ph type="sldNum" sz="quarter" idx="8"/>
          </p:nvPr>
        </p:nvSpPr>
        <p:spPr>
          <a:xfrm>
            <a:off x="11178466" y="6405664"/>
            <a:ext cx="291300" cy="184663"/>
          </a:xfrm>
          <a:prstGeom prst="rect">
            <a:avLst/>
          </a:prstGeom>
          <a:noFill/>
          <a:ln>
            <a:noFill/>
          </a:ln>
        </p:spPr>
        <p:txBody>
          <a:bodyPr vert="horz" wrap="none" lIns="0" tIns="0" rIns="0" bIns="0" anchor="ctr" anchorCtr="0" compatLnSpc="1">
            <a:spAutoFit/>
          </a:bodyPr>
          <a:lstStyle/>
          <a:p>
            <a:pPr lvl="0" algn="r"/>
            <a:fld id="{D7826887-9840-48B6-98CD-F3926363B11B}" type="slidenum">
              <a:t>20</a:t>
            </a:fld>
            <a:endParaRPr lang="en-GB" sz="1200" b="1">
              <a:solidFill>
                <a:srgbClr val="000000"/>
              </a:solidFill>
              <a:latin typeface="Arial"/>
              <a:cs typeface="Segoe UI Light" pitchFamily="34"/>
            </a:endParaRPr>
          </a:p>
        </p:txBody>
      </p:sp>
      <p:cxnSp>
        <p:nvCxnSpPr>
          <p:cNvPr id="5" name="Straight Connector 83">
            <a:extLst>
              <a:ext uri="{FF2B5EF4-FFF2-40B4-BE49-F238E27FC236}">
                <a16:creationId xmlns:a16="http://schemas.microsoft.com/office/drawing/2014/main" id="{4409C4C1-5974-5F29-E89D-617A17C6AFE6}"/>
              </a:ext>
            </a:extLst>
          </p:cNvPr>
          <p:cNvCxnSpPr/>
          <p:nvPr/>
        </p:nvCxnSpPr>
        <p:spPr>
          <a:xfrm>
            <a:off x="0" y="6139546"/>
            <a:ext cx="12191996" cy="0"/>
          </a:xfrm>
          <a:prstGeom prst="straightConnector1">
            <a:avLst/>
          </a:prstGeom>
          <a:noFill/>
          <a:ln w="28575" cap="rnd">
            <a:solidFill>
              <a:srgbClr val="00A6D6"/>
            </a:solidFill>
            <a:prstDash val="solid"/>
            <a:round/>
          </a:ln>
        </p:spPr>
      </p:cxnSp>
      <p:sp>
        <p:nvSpPr>
          <p:cNvPr id="6" name="TextBox 11">
            <a:extLst>
              <a:ext uri="{FF2B5EF4-FFF2-40B4-BE49-F238E27FC236}">
                <a16:creationId xmlns:a16="http://schemas.microsoft.com/office/drawing/2014/main" id="{4B454FE1-2233-59A2-C857-85E58514E5C6}"/>
              </a:ext>
            </a:extLst>
          </p:cNvPr>
          <p:cNvSpPr txBox="1"/>
          <p:nvPr/>
        </p:nvSpPr>
        <p:spPr>
          <a:xfrm>
            <a:off x="1363525" y="-727743"/>
            <a:ext cx="8964594" cy="369335"/>
          </a:xfrm>
          <a:prstGeom prst="rect">
            <a:avLst/>
          </a:prstGeom>
          <a:noFill/>
          <a:ln>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1800" b="0" i="0" u="none" strike="noStrike" kern="1200" cap="none" spc="0" baseline="0">
                <a:solidFill>
                  <a:srgbClr val="000000"/>
                </a:solidFill>
                <a:uFillTx/>
                <a:latin typeface="Arial"/>
              </a:rPr>
              <a:t>#00A6D6</a:t>
            </a:r>
          </a:p>
        </p:txBody>
      </p:sp>
      <p:sp>
        <p:nvSpPr>
          <p:cNvPr id="7" name="Rectangle: Rounded Corners 1">
            <a:extLst>
              <a:ext uri="{FF2B5EF4-FFF2-40B4-BE49-F238E27FC236}">
                <a16:creationId xmlns:a16="http://schemas.microsoft.com/office/drawing/2014/main" id="{89A44086-2D31-8C5A-BD53-AF383F53C254}"/>
              </a:ext>
            </a:extLst>
          </p:cNvPr>
          <p:cNvSpPr/>
          <p:nvPr/>
        </p:nvSpPr>
        <p:spPr>
          <a:xfrm>
            <a:off x="800420" y="1645700"/>
            <a:ext cx="1627824" cy="431697"/>
          </a:xfrm>
          <a:custGeom>
            <a:avLst>
              <a:gd name="f0" fmla="val 36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00A6D6">
              <a:alpha val="30196"/>
            </a:srgbClr>
          </a:solidFill>
          <a:ln>
            <a:noFill/>
            <a:prstDash val="solid"/>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r>
              <a:rPr lang="en-US" sz="1300" b="0" i="0" u="none" strike="noStrike" kern="1200" cap="none" spc="0" baseline="0">
                <a:solidFill>
                  <a:srgbClr val="000000"/>
                </a:solidFill>
                <a:uFillTx/>
                <a:latin typeface="Arial"/>
              </a:rPr>
              <a:t>Leaders </a:t>
            </a:r>
          </a:p>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r>
              <a:rPr lang="en-US" sz="1300" b="0" i="0" u="none" strike="noStrike" kern="1200" cap="none" spc="0" baseline="0">
                <a:solidFill>
                  <a:srgbClr val="000000"/>
                </a:solidFill>
                <a:uFillTx/>
                <a:latin typeface="Arial"/>
              </a:rPr>
              <a:t>&amp; Managers </a:t>
            </a:r>
            <a:endParaRPr lang="en-IN" sz="1300" b="0" i="0" u="none" strike="noStrike" kern="1200" cap="none" spc="0" baseline="0">
              <a:solidFill>
                <a:srgbClr val="000000"/>
              </a:solidFill>
              <a:uFillTx/>
              <a:latin typeface="Arial"/>
            </a:endParaRPr>
          </a:p>
        </p:txBody>
      </p:sp>
      <p:sp>
        <p:nvSpPr>
          <p:cNvPr id="8" name="Rectangle: Rounded Corners 2">
            <a:extLst>
              <a:ext uri="{FF2B5EF4-FFF2-40B4-BE49-F238E27FC236}">
                <a16:creationId xmlns:a16="http://schemas.microsoft.com/office/drawing/2014/main" id="{FC38847D-8968-2CCE-D21D-7E0B12FD5AB2}"/>
              </a:ext>
            </a:extLst>
          </p:cNvPr>
          <p:cNvSpPr/>
          <p:nvPr/>
        </p:nvSpPr>
        <p:spPr>
          <a:xfrm>
            <a:off x="800420" y="2305348"/>
            <a:ext cx="1627824" cy="692237"/>
          </a:xfrm>
          <a:custGeom>
            <a:avLst>
              <a:gd name="f0" fmla="val 36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00A6D6">
              <a:alpha val="30196"/>
            </a:srgbClr>
          </a:solidFill>
          <a:ln>
            <a:noFill/>
            <a:prstDash val="solid"/>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r>
              <a:rPr lang="en-US" sz="1300" b="0" i="0" u="none" strike="noStrike" kern="1200" cap="none" spc="0" baseline="0">
                <a:solidFill>
                  <a:srgbClr val="000000"/>
                </a:solidFill>
                <a:uFillTx/>
                <a:latin typeface="Arial"/>
              </a:rPr>
              <a:t>Designers </a:t>
            </a:r>
          </a:p>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r>
              <a:rPr lang="en-US" sz="1300" b="0" i="0" u="none" strike="noStrike" kern="1200" cap="none" spc="0" baseline="0">
                <a:solidFill>
                  <a:srgbClr val="000000"/>
                </a:solidFill>
                <a:uFillTx/>
                <a:latin typeface="Arial"/>
              </a:rPr>
              <a:t>&amp; Business Analysts </a:t>
            </a:r>
            <a:endParaRPr lang="en-IN" sz="1300" b="0" i="0" u="none" strike="noStrike" kern="1200" cap="none" spc="0" baseline="0">
              <a:solidFill>
                <a:srgbClr val="000000"/>
              </a:solidFill>
              <a:uFillTx/>
              <a:latin typeface="Arial"/>
            </a:endParaRPr>
          </a:p>
        </p:txBody>
      </p:sp>
      <p:sp>
        <p:nvSpPr>
          <p:cNvPr id="9" name="Rectangle: Rounded Corners 3">
            <a:extLst>
              <a:ext uri="{FF2B5EF4-FFF2-40B4-BE49-F238E27FC236}">
                <a16:creationId xmlns:a16="http://schemas.microsoft.com/office/drawing/2014/main" id="{1733BB9B-B4B3-ED3C-37EE-4E8F7F9DAEAD}"/>
              </a:ext>
            </a:extLst>
          </p:cNvPr>
          <p:cNvSpPr/>
          <p:nvPr/>
        </p:nvSpPr>
        <p:spPr>
          <a:xfrm>
            <a:off x="800420" y="3271942"/>
            <a:ext cx="1627824" cy="692237"/>
          </a:xfrm>
          <a:custGeom>
            <a:avLst>
              <a:gd name="f0" fmla="val 36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00A6D6">
              <a:alpha val="30196"/>
            </a:srgbClr>
          </a:solidFill>
          <a:ln>
            <a:noFill/>
            <a:prstDash val="solid"/>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r>
              <a:rPr lang="en-US" sz="1300" b="0" i="0" u="none" strike="noStrike" kern="1200" cap="none" spc="0" baseline="0">
                <a:solidFill>
                  <a:srgbClr val="000000"/>
                </a:solidFill>
                <a:uFillTx/>
                <a:latin typeface="Arial"/>
              </a:rPr>
              <a:t>Technical Lead </a:t>
            </a:r>
            <a:endParaRPr lang="en-IN" sz="1300" b="0" i="0" u="none" strike="noStrike" kern="1200" cap="none" spc="0" baseline="0">
              <a:solidFill>
                <a:srgbClr val="000000"/>
              </a:solidFill>
              <a:uFillTx/>
              <a:latin typeface="Arial"/>
            </a:endParaRPr>
          </a:p>
        </p:txBody>
      </p:sp>
      <p:sp>
        <p:nvSpPr>
          <p:cNvPr id="10" name="Rectangle: Rounded Corners 5">
            <a:extLst>
              <a:ext uri="{FF2B5EF4-FFF2-40B4-BE49-F238E27FC236}">
                <a16:creationId xmlns:a16="http://schemas.microsoft.com/office/drawing/2014/main" id="{B7526DBA-3B0B-605E-33E1-FB19E5A12784}"/>
              </a:ext>
            </a:extLst>
          </p:cNvPr>
          <p:cNvSpPr/>
          <p:nvPr/>
        </p:nvSpPr>
        <p:spPr>
          <a:xfrm>
            <a:off x="800420" y="4233882"/>
            <a:ext cx="1627824" cy="692237"/>
          </a:xfrm>
          <a:custGeom>
            <a:avLst>
              <a:gd name="f0" fmla="val 36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00A6D6">
              <a:alpha val="30196"/>
            </a:srgbClr>
          </a:solidFill>
          <a:ln>
            <a:noFill/>
            <a:prstDash val="solid"/>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r>
              <a:rPr lang="en-US" sz="1300" b="0" i="0" u="none" strike="noStrike" kern="1200" cap="none" spc="0" baseline="0">
                <a:solidFill>
                  <a:srgbClr val="000000"/>
                </a:solidFill>
                <a:uFillTx/>
                <a:latin typeface="Arial"/>
              </a:rPr>
              <a:t>Testing Lead </a:t>
            </a:r>
            <a:endParaRPr lang="en-IN" sz="1300" b="0" i="0" u="none" strike="noStrike" kern="1200" cap="none" spc="0" baseline="0">
              <a:solidFill>
                <a:srgbClr val="000000"/>
              </a:solidFill>
              <a:uFillTx/>
              <a:latin typeface="Arial"/>
            </a:endParaRPr>
          </a:p>
        </p:txBody>
      </p:sp>
      <p:sp>
        <p:nvSpPr>
          <p:cNvPr id="11" name="Rectangle: Rounded Corners 6">
            <a:extLst>
              <a:ext uri="{FF2B5EF4-FFF2-40B4-BE49-F238E27FC236}">
                <a16:creationId xmlns:a16="http://schemas.microsoft.com/office/drawing/2014/main" id="{82B206C0-91B5-C4CF-792A-973EFDE07F95}"/>
              </a:ext>
            </a:extLst>
          </p:cNvPr>
          <p:cNvSpPr/>
          <p:nvPr/>
        </p:nvSpPr>
        <p:spPr>
          <a:xfrm>
            <a:off x="800420" y="5176034"/>
            <a:ext cx="1627824" cy="774176"/>
          </a:xfrm>
          <a:custGeom>
            <a:avLst>
              <a:gd name="f0" fmla="val 36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00A6D6">
              <a:alpha val="30196"/>
            </a:srgbClr>
          </a:solidFill>
          <a:ln>
            <a:noFill/>
            <a:prstDash val="solid"/>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r>
              <a:rPr lang="en-US" sz="1300" b="0" i="0" u="none" strike="noStrike" kern="1200" cap="none" spc="0" baseline="0">
                <a:solidFill>
                  <a:srgbClr val="000000"/>
                </a:solidFill>
                <a:uFillTx/>
                <a:latin typeface="Arial"/>
              </a:rPr>
              <a:t>Customer Support </a:t>
            </a:r>
          </a:p>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r>
              <a:rPr lang="en-US" sz="1300" b="0" i="0" u="none" strike="noStrike" kern="1200" cap="none" spc="0" baseline="0">
                <a:solidFill>
                  <a:srgbClr val="000000"/>
                </a:solidFill>
                <a:uFillTx/>
                <a:latin typeface="Arial"/>
              </a:rPr>
              <a:t>&amp; Marketing Team </a:t>
            </a:r>
            <a:endParaRPr lang="en-IN" sz="1300" b="0" i="0" u="none" strike="noStrike" kern="1200" cap="none" spc="0" baseline="0">
              <a:solidFill>
                <a:srgbClr val="000000"/>
              </a:solidFill>
              <a:uFillTx/>
              <a:latin typeface="Arial"/>
            </a:endParaRPr>
          </a:p>
        </p:txBody>
      </p:sp>
      <p:sp>
        <p:nvSpPr>
          <p:cNvPr id="12" name="TextBox 7">
            <a:extLst>
              <a:ext uri="{FF2B5EF4-FFF2-40B4-BE49-F238E27FC236}">
                <a16:creationId xmlns:a16="http://schemas.microsoft.com/office/drawing/2014/main" id="{9BA71C7E-CBC8-3535-8E80-156C1256C02E}"/>
              </a:ext>
            </a:extLst>
          </p:cNvPr>
          <p:cNvSpPr txBox="1"/>
          <p:nvPr/>
        </p:nvSpPr>
        <p:spPr>
          <a:xfrm>
            <a:off x="2814395" y="1618039"/>
            <a:ext cx="3413683" cy="475076"/>
          </a:xfrm>
          <a:prstGeom prst="rect">
            <a:avLst/>
          </a:prstGeom>
          <a:noFill/>
          <a:ln>
            <a:noFill/>
          </a:ln>
        </p:spPr>
        <p:txBody>
          <a:bodyPr vert="horz" wrap="square" lIns="0" tIns="0" rIns="0" bIns="0" anchor="t" anchorCtr="0" compatLnSpc="1">
            <a:noAutofit/>
          </a:bodyPr>
          <a:lstStyle/>
          <a:p>
            <a:pPr marL="0" marR="0" lvl="0" indent="0" algn="just"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600" b="0" i="0" u="none" strike="noStrike" kern="1200" cap="none" spc="0" baseline="0">
                <a:solidFill>
                  <a:srgbClr val="000000"/>
                </a:solidFill>
                <a:uFillTx/>
                <a:latin typeface="Arial"/>
              </a:rPr>
              <a:t>Innovate &amp; Well Researched Product</a:t>
            </a:r>
            <a:endParaRPr lang="en-IN" sz="1600" b="0" i="0" u="none" strike="noStrike" kern="1200" cap="none" spc="0" baseline="0">
              <a:solidFill>
                <a:srgbClr val="000000"/>
              </a:solidFill>
              <a:uFillTx/>
              <a:latin typeface="Arial"/>
            </a:endParaRPr>
          </a:p>
        </p:txBody>
      </p:sp>
      <p:sp>
        <p:nvSpPr>
          <p:cNvPr id="13" name="TextBox 9">
            <a:extLst>
              <a:ext uri="{FF2B5EF4-FFF2-40B4-BE49-F238E27FC236}">
                <a16:creationId xmlns:a16="http://schemas.microsoft.com/office/drawing/2014/main" id="{03E54377-B7C8-F48E-48D6-8B9ECF8110B7}"/>
              </a:ext>
            </a:extLst>
          </p:cNvPr>
          <p:cNvSpPr txBox="1"/>
          <p:nvPr/>
        </p:nvSpPr>
        <p:spPr>
          <a:xfrm>
            <a:off x="2814395" y="2325913"/>
            <a:ext cx="2143682" cy="721040"/>
          </a:xfrm>
          <a:prstGeom prst="rect">
            <a:avLst/>
          </a:prstGeom>
          <a:noFill/>
          <a:ln>
            <a:noFill/>
          </a:ln>
        </p:spPr>
        <p:txBody>
          <a:bodyPr vert="horz" wrap="square" lIns="0" tIns="0" rIns="0" bIns="0" anchor="t" anchorCtr="0" compatLnSpc="1">
            <a:noAutofit/>
          </a:bodyPr>
          <a:lstStyle/>
          <a:p>
            <a:pPr marL="0" marR="0" lvl="0" indent="0" algn="just"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600" b="0" i="0" u="none" strike="noStrike" kern="1200" cap="none" spc="0" baseline="0">
                <a:solidFill>
                  <a:srgbClr val="000000"/>
                </a:solidFill>
                <a:uFillTx/>
                <a:latin typeface="Arial"/>
              </a:rPr>
              <a:t>Technological Support</a:t>
            </a:r>
            <a:endParaRPr lang="en-IN" sz="1600" b="0" i="0" u="none" strike="noStrike" kern="1200" cap="none" spc="0" baseline="0">
              <a:solidFill>
                <a:srgbClr val="000000"/>
              </a:solidFill>
              <a:uFillTx/>
              <a:latin typeface="Arial"/>
            </a:endParaRPr>
          </a:p>
        </p:txBody>
      </p:sp>
      <p:sp>
        <p:nvSpPr>
          <p:cNvPr id="14" name="TextBox 10">
            <a:extLst>
              <a:ext uri="{FF2B5EF4-FFF2-40B4-BE49-F238E27FC236}">
                <a16:creationId xmlns:a16="http://schemas.microsoft.com/office/drawing/2014/main" id="{18AE3B9D-3DA1-BFC3-A459-87573B470C08}"/>
              </a:ext>
            </a:extLst>
          </p:cNvPr>
          <p:cNvSpPr txBox="1"/>
          <p:nvPr/>
        </p:nvSpPr>
        <p:spPr>
          <a:xfrm>
            <a:off x="2814395" y="3240862"/>
            <a:ext cx="1899848" cy="541187"/>
          </a:xfrm>
          <a:prstGeom prst="rect">
            <a:avLst/>
          </a:prstGeom>
          <a:noFill/>
          <a:ln>
            <a:noFill/>
          </a:ln>
        </p:spPr>
        <p:txBody>
          <a:bodyPr vert="horz" wrap="square" lIns="0" tIns="0" rIns="0" bIns="0" anchor="t" anchorCtr="0" compatLnSpc="1">
            <a:noAutofit/>
          </a:bodyPr>
          <a:lstStyle/>
          <a:p>
            <a:pPr marL="0" marR="0" lvl="0" indent="0" algn="just"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600" b="0" i="0" u="none" strike="noStrike" kern="1200" cap="none" spc="0" baseline="0">
                <a:solidFill>
                  <a:srgbClr val="000000"/>
                </a:solidFill>
                <a:uFillTx/>
                <a:latin typeface="Arial"/>
              </a:rPr>
              <a:t>Detailed Specifications</a:t>
            </a:r>
          </a:p>
        </p:txBody>
      </p:sp>
      <p:sp>
        <p:nvSpPr>
          <p:cNvPr id="15" name="TextBox 12">
            <a:extLst>
              <a:ext uri="{FF2B5EF4-FFF2-40B4-BE49-F238E27FC236}">
                <a16:creationId xmlns:a16="http://schemas.microsoft.com/office/drawing/2014/main" id="{6590243C-494C-D5C4-F7F3-C7D32D78F960}"/>
              </a:ext>
            </a:extLst>
          </p:cNvPr>
          <p:cNvSpPr txBox="1"/>
          <p:nvPr/>
        </p:nvSpPr>
        <p:spPr>
          <a:xfrm>
            <a:off x="2814395" y="4274637"/>
            <a:ext cx="3658038" cy="279897"/>
          </a:xfrm>
          <a:prstGeom prst="rect">
            <a:avLst/>
          </a:prstGeom>
          <a:noFill/>
          <a:ln>
            <a:noFill/>
          </a:ln>
        </p:spPr>
        <p:txBody>
          <a:bodyPr vert="horz" wrap="square" lIns="0" tIns="0" rIns="0" bIns="0" anchor="t" anchorCtr="0" compatLnSpc="1">
            <a:noAutofit/>
          </a:bodyPr>
          <a:lstStyle/>
          <a:p>
            <a:pPr marL="0" marR="0" lvl="0" indent="0" algn="just"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600" b="0" i="0" u="none" strike="noStrike" kern="1200" cap="none" spc="0" baseline="0">
                <a:solidFill>
                  <a:srgbClr val="000000"/>
                </a:solidFill>
                <a:uFillTx/>
                <a:latin typeface="Arial"/>
              </a:rPr>
              <a:t>Documentation – Functional &amp; Technical  </a:t>
            </a:r>
          </a:p>
        </p:txBody>
      </p:sp>
      <p:sp>
        <p:nvSpPr>
          <p:cNvPr id="16" name="TextBox 13">
            <a:extLst>
              <a:ext uri="{FF2B5EF4-FFF2-40B4-BE49-F238E27FC236}">
                <a16:creationId xmlns:a16="http://schemas.microsoft.com/office/drawing/2014/main" id="{D6D63EB7-B550-ABDA-70C8-4F91B264C7C7}"/>
              </a:ext>
            </a:extLst>
          </p:cNvPr>
          <p:cNvSpPr txBox="1"/>
          <p:nvPr/>
        </p:nvSpPr>
        <p:spPr>
          <a:xfrm>
            <a:off x="2734696" y="5257946"/>
            <a:ext cx="1786536" cy="323414"/>
          </a:xfrm>
          <a:prstGeom prst="rect">
            <a:avLst/>
          </a:prstGeom>
          <a:noFill/>
          <a:ln>
            <a:noFill/>
          </a:ln>
        </p:spPr>
        <p:txBody>
          <a:bodyPr vert="horz" wrap="square" lIns="0" tIns="0" rIns="0" bIns="0" anchor="t" anchorCtr="0" compatLnSpc="1">
            <a:noAutofit/>
          </a:bodyPr>
          <a:lstStyle/>
          <a:p>
            <a:pPr marL="0" marR="0" lvl="0" indent="0" algn="just"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600" b="0" i="0" u="none" strike="noStrike" kern="1200" cap="none" spc="0" baseline="0">
                <a:solidFill>
                  <a:srgbClr val="000000"/>
                </a:solidFill>
                <a:uFillTx/>
                <a:latin typeface="Arial"/>
              </a:rPr>
              <a:t>Timely Delivery</a:t>
            </a:r>
          </a:p>
        </p:txBody>
      </p:sp>
      <p:sp>
        <p:nvSpPr>
          <p:cNvPr id="17" name="TextBox 14">
            <a:extLst>
              <a:ext uri="{FF2B5EF4-FFF2-40B4-BE49-F238E27FC236}">
                <a16:creationId xmlns:a16="http://schemas.microsoft.com/office/drawing/2014/main" id="{3578B5C3-0C30-2AA3-B1D7-7243ED8E85CA}"/>
              </a:ext>
            </a:extLst>
          </p:cNvPr>
          <p:cNvSpPr txBox="1"/>
          <p:nvPr/>
        </p:nvSpPr>
        <p:spPr>
          <a:xfrm>
            <a:off x="6614230" y="1600766"/>
            <a:ext cx="4023286" cy="475076"/>
          </a:xfrm>
          <a:prstGeom prst="rect">
            <a:avLst/>
          </a:prstGeom>
          <a:noFill/>
          <a:ln>
            <a:noFill/>
          </a:ln>
        </p:spPr>
        <p:txBody>
          <a:bodyPr vert="horz" wrap="square" lIns="0" tIns="0" rIns="0" bIns="0" anchor="t" anchorCtr="0" compatLnSpc="1">
            <a:noAutofit/>
          </a:bodyPr>
          <a:lstStyle/>
          <a:p>
            <a:pPr marL="0" marR="0" lvl="0" indent="0" algn="just"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600" b="0" i="0" u="none" strike="noStrike" kern="1200" cap="none" spc="0" baseline="0">
                <a:solidFill>
                  <a:srgbClr val="000000"/>
                </a:solidFill>
                <a:uFillTx/>
                <a:latin typeface="Arial"/>
              </a:rPr>
              <a:t>Timely delivery &amp; Operational Efficiency </a:t>
            </a:r>
            <a:endParaRPr lang="en-IN" sz="1600" b="0" i="0" u="none" strike="noStrike" kern="1200" cap="none" spc="0" baseline="0">
              <a:solidFill>
                <a:srgbClr val="000000"/>
              </a:solidFill>
              <a:uFillTx/>
              <a:latin typeface="Arial"/>
            </a:endParaRPr>
          </a:p>
        </p:txBody>
      </p:sp>
      <p:sp>
        <p:nvSpPr>
          <p:cNvPr id="18" name="TextBox 15">
            <a:extLst>
              <a:ext uri="{FF2B5EF4-FFF2-40B4-BE49-F238E27FC236}">
                <a16:creationId xmlns:a16="http://schemas.microsoft.com/office/drawing/2014/main" id="{C1264F91-DF45-8731-428A-8C28B432710B}"/>
              </a:ext>
            </a:extLst>
          </p:cNvPr>
          <p:cNvSpPr txBox="1"/>
          <p:nvPr/>
        </p:nvSpPr>
        <p:spPr>
          <a:xfrm>
            <a:off x="5344229" y="2337114"/>
            <a:ext cx="2781970" cy="721040"/>
          </a:xfrm>
          <a:prstGeom prst="rect">
            <a:avLst/>
          </a:prstGeom>
          <a:noFill/>
          <a:ln>
            <a:noFill/>
          </a:ln>
        </p:spPr>
        <p:txBody>
          <a:bodyPr vert="horz" wrap="square" lIns="0" tIns="0" rIns="0" bIns="0" anchor="t" anchorCtr="0" compatLnSpc="1">
            <a:noAutofit/>
          </a:bodyPr>
          <a:lstStyle/>
          <a:p>
            <a:pPr marL="0" marR="0" lvl="0" indent="0" algn="just"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600" b="0" i="0" u="none" strike="noStrike" kern="1200" cap="none" spc="0" baseline="0">
                <a:solidFill>
                  <a:srgbClr val="000000"/>
                </a:solidFill>
                <a:uFillTx/>
                <a:latin typeface="Arial"/>
              </a:rPr>
              <a:t>Support &amp; Contact with clients</a:t>
            </a:r>
            <a:endParaRPr lang="en-IN" sz="1600" b="0" i="0" u="none" strike="noStrike" kern="1200" cap="none" spc="0" baseline="0">
              <a:solidFill>
                <a:srgbClr val="000000"/>
              </a:solidFill>
              <a:uFillTx/>
              <a:latin typeface="Arial"/>
            </a:endParaRPr>
          </a:p>
        </p:txBody>
      </p:sp>
      <p:sp>
        <p:nvSpPr>
          <p:cNvPr id="19" name="TextBox 17">
            <a:extLst>
              <a:ext uri="{FF2B5EF4-FFF2-40B4-BE49-F238E27FC236}">
                <a16:creationId xmlns:a16="http://schemas.microsoft.com/office/drawing/2014/main" id="{78CA5F34-8EB3-C770-EC07-B97C8E2974B4}"/>
              </a:ext>
            </a:extLst>
          </p:cNvPr>
          <p:cNvSpPr txBox="1"/>
          <p:nvPr/>
        </p:nvSpPr>
        <p:spPr>
          <a:xfrm>
            <a:off x="4521232" y="3200720"/>
            <a:ext cx="1899848" cy="541187"/>
          </a:xfrm>
          <a:prstGeom prst="rect">
            <a:avLst/>
          </a:prstGeom>
          <a:noFill/>
          <a:ln>
            <a:noFill/>
          </a:ln>
        </p:spPr>
        <p:txBody>
          <a:bodyPr vert="horz" wrap="square" lIns="0" tIns="0" rIns="0" bIns="0" anchor="t" anchorCtr="0" compatLnSpc="1">
            <a:noAutofit/>
          </a:bodyPr>
          <a:lstStyle/>
          <a:p>
            <a:pPr marL="0" marR="0" lvl="0" indent="0" algn="just"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600" b="0" i="0" u="none" strike="noStrike" kern="1200" cap="none" spc="0" baseline="0">
                <a:solidFill>
                  <a:srgbClr val="000000"/>
                </a:solidFill>
                <a:uFillTx/>
                <a:latin typeface="Arial"/>
              </a:rPr>
              <a:t>Detailed Designs </a:t>
            </a:r>
          </a:p>
        </p:txBody>
      </p:sp>
      <p:sp>
        <p:nvSpPr>
          <p:cNvPr id="20" name="TextBox 18">
            <a:extLst>
              <a:ext uri="{FF2B5EF4-FFF2-40B4-BE49-F238E27FC236}">
                <a16:creationId xmlns:a16="http://schemas.microsoft.com/office/drawing/2014/main" id="{9728ABCF-93D1-A6A7-16B3-2699EF6FC15D}"/>
              </a:ext>
            </a:extLst>
          </p:cNvPr>
          <p:cNvSpPr txBox="1"/>
          <p:nvPr/>
        </p:nvSpPr>
        <p:spPr>
          <a:xfrm>
            <a:off x="4521232" y="3627104"/>
            <a:ext cx="1899848" cy="541187"/>
          </a:xfrm>
          <a:prstGeom prst="rect">
            <a:avLst/>
          </a:prstGeom>
          <a:noFill/>
          <a:ln>
            <a:noFill/>
          </a:ln>
        </p:spPr>
        <p:txBody>
          <a:bodyPr vert="horz" wrap="square" lIns="0" tIns="0" rIns="0" bIns="0" anchor="t" anchorCtr="0" compatLnSpc="1">
            <a:noAutofit/>
          </a:bodyPr>
          <a:lstStyle/>
          <a:p>
            <a:pPr marL="0" marR="0" lvl="0" indent="0" algn="just"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600" b="0" i="0" u="none" strike="noStrike" kern="1200" cap="none" spc="0" baseline="0">
                <a:solidFill>
                  <a:srgbClr val="000000"/>
                </a:solidFill>
                <a:uFillTx/>
                <a:latin typeface="Arial"/>
              </a:rPr>
              <a:t>UI/UX Interactions</a:t>
            </a:r>
          </a:p>
        </p:txBody>
      </p:sp>
      <p:sp>
        <p:nvSpPr>
          <p:cNvPr id="21" name="TextBox 19">
            <a:extLst>
              <a:ext uri="{FF2B5EF4-FFF2-40B4-BE49-F238E27FC236}">
                <a16:creationId xmlns:a16="http://schemas.microsoft.com/office/drawing/2014/main" id="{75D3713A-16B5-23C3-91D0-0F8A72EAD495}"/>
              </a:ext>
            </a:extLst>
          </p:cNvPr>
          <p:cNvSpPr txBox="1"/>
          <p:nvPr/>
        </p:nvSpPr>
        <p:spPr>
          <a:xfrm>
            <a:off x="6416079" y="3195041"/>
            <a:ext cx="2781970" cy="541187"/>
          </a:xfrm>
          <a:prstGeom prst="rect">
            <a:avLst/>
          </a:prstGeom>
          <a:noFill/>
          <a:ln>
            <a:noFill/>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600" b="0" i="0" u="none" strike="noStrike" kern="1200" cap="none" spc="0" baseline="0">
                <a:solidFill>
                  <a:srgbClr val="000000"/>
                </a:solidFill>
                <a:uFillTx/>
                <a:latin typeface="Arial"/>
              </a:rPr>
              <a:t>Standard handover Processes</a:t>
            </a:r>
          </a:p>
        </p:txBody>
      </p:sp>
      <p:sp>
        <p:nvSpPr>
          <p:cNvPr id="22" name="TextBox 20">
            <a:extLst>
              <a:ext uri="{FF2B5EF4-FFF2-40B4-BE49-F238E27FC236}">
                <a16:creationId xmlns:a16="http://schemas.microsoft.com/office/drawing/2014/main" id="{9535C16F-C2C4-EEBE-138A-AE1A13733763}"/>
              </a:ext>
            </a:extLst>
          </p:cNvPr>
          <p:cNvSpPr txBox="1"/>
          <p:nvPr/>
        </p:nvSpPr>
        <p:spPr>
          <a:xfrm>
            <a:off x="9446931" y="3185787"/>
            <a:ext cx="2165509" cy="541187"/>
          </a:xfrm>
          <a:prstGeom prst="rect">
            <a:avLst/>
          </a:prstGeom>
          <a:noFill/>
          <a:ln>
            <a:noFill/>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600" b="0" i="0" u="none" strike="noStrike" kern="1200" cap="none" spc="0" baseline="0">
                <a:solidFill>
                  <a:srgbClr val="000000"/>
                </a:solidFill>
                <a:uFillTx/>
                <a:latin typeface="Arial"/>
              </a:rPr>
              <a:t>Standard work formats</a:t>
            </a:r>
          </a:p>
        </p:txBody>
      </p:sp>
      <p:sp>
        <p:nvSpPr>
          <p:cNvPr id="23" name="TextBox 21">
            <a:extLst>
              <a:ext uri="{FF2B5EF4-FFF2-40B4-BE49-F238E27FC236}">
                <a16:creationId xmlns:a16="http://schemas.microsoft.com/office/drawing/2014/main" id="{E19902DF-4BB8-E41F-F1BF-807D5D1C0B39}"/>
              </a:ext>
            </a:extLst>
          </p:cNvPr>
          <p:cNvSpPr txBox="1"/>
          <p:nvPr/>
        </p:nvSpPr>
        <p:spPr>
          <a:xfrm>
            <a:off x="6472434" y="3644761"/>
            <a:ext cx="2600443" cy="541187"/>
          </a:xfrm>
          <a:prstGeom prst="rect">
            <a:avLst/>
          </a:prstGeom>
          <a:noFill/>
          <a:ln>
            <a:noFill/>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600" b="0" i="0" u="none" strike="noStrike" kern="1200" cap="none" spc="0" baseline="0">
                <a:solidFill>
                  <a:srgbClr val="000000"/>
                </a:solidFill>
                <a:uFillTx/>
                <a:latin typeface="Arial"/>
              </a:rPr>
              <a:t>Documentation – Functional</a:t>
            </a:r>
          </a:p>
        </p:txBody>
      </p:sp>
      <p:sp>
        <p:nvSpPr>
          <p:cNvPr id="24" name="TextBox 22">
            <a:extLst>
              <a:ext uri="{FF2B5EF4-FFF2-40B4-BE49-F238E27FC236}">
                <a16:creationId xmlns:a16="http://schemas.microsoft.com/office/drawing/2014/main" id="{FBF69BD1-8B6D-765C-1089-A0BB098D76E5}"/>
              </a:ext>
            </a:extLst>
          </p:cNvPr>
          <p:cNvSpPr txBox="1"/>
          <p:nvPr/>
        </p:nvSpPr>
        <p:spPr>
          <a:xfrm>
            <a:off x="9446931" y="3573594"/>
            <a:ext cx="2287865" cy="541187"/>
          </a:xfrm>
          <a:prstGeom prst="rect">
            <a:avLst/>
          </a:prstGeom>
          <a:noFill/>
          <a:ln>
            <a:noFill/>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600" b="0" i="0" u="none" strike="noStrike" kern="1200" cap="none" spc="0" baseline="0">
                <a:solidFill>
                  <a:srgbClr val="000000"/>
                </a:solidFill>
                <a:uFillTx/>
                <a:latin typeface="Arial"/>
              </a:rPr>
              <a:t>Operational Standardization</a:t>
            </a:r>
          </a:p>
        </p:txBody>
      </p:sp>
      <p:sp>
        <p:nvSpPr>
          <p:cNvPr id="25" name="TextBox 23">
            <a:extLst>
              <a:ext uri="{FF2B5EF4-FFF2-40B4-BE49-F238E27FC236}">
                <a16:creationId xmlns:a16="http://schemas.microsoft.com/office/drawing/2014/main" id="{2A7CA9CC-802D-9597-1CF2-F05AF4D1695A}"/>
              </a:ext>
            </a:extLst>
          </p:cNvPr>
          <p:cNvSpPr txBox="1"/>
          <p:nvPr/>
        </p:nvSpPr>
        <p:spPr>
          <a:xfrm>
            <a:off x="2814395" y="4690268"/>
            <a:ext cx="3658038" cy="279897"/>
          </a:xfrm>
          <a:prstGeom prst="rect">
            <a:avLst/>
          </a:prstGeom>
          <a:noFill/>
          <a:ln>
            <a:noFill/>
          </a:ln>
        </p:spPr>
        <p:txBody>
          <a:bodyPr vert="horz" wrap="square" lIns="0" tIns="0" rIns="0" bIns="0" anchor="t" anchorCtr="0" compatLnSpc="1">
            <a:noAutofit/>
          </a:bodyPr>
          <a:lstStyle/>
          <a:p>
            <a:pPr marL="0" marR="0" lvl="0" indent="0" algn="just"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600" b="0" i="0" u="none" strike="noStrike" kern="1200" cap="none" spc="0" baseline="0">
                <a:solidFill>
                  <a:srgbClr val="000000"/>
                </a:solidFill>
                <a:uFillTx/>
                <a:latin typeface="Arial"/>
              </a:rPr>
              <a:t>Extreme cases for testing</a:t>
            </a:r>
          </a:p>
        </p:txBody>
      </p:sp>
      <p:sp>
        <p:nvSpPr>
          <p:cNvPr id="26" name="TextBox 24">
            <a:extLst>
              <a:ext uri="{FF2B5EF4-FFF2-40B4-BE49-F238E27FC236}">
                <a16:creationId xmlns:a16="http://schemas.microsoft.com/office/drawing/2014/main" id="{9FAFEF38-E721-B6C7-3556-92AA9CFAD537}"/>
              </a:ext>
            </a:extLst>
          </p:cNvPr>
          <p:cNvSpPr txBox="1"/>
          <p:nvPr/>
        </p:nvSpPr>
        <p:spPr>
          <a:xfrm>
            <a:off x="5496339" y="4683383"/>
            <a:ext cx="3658038" cy="279897"/>
          </a:xfrm>
          <a:prstGeom prst="rect">
            <a:avLst/>
          </a:prstGeom>
          <a:noFill/>
          <a:ln>
            <a:noFill/>
          </a:ln>
        </p:spPr>
        <p:txBody>
          <a:bodyPr vert="horz" wrap="square" lIns="0" tIns="0" rIns="0" bIns="0" anchor="t" anchorCtr="0" compatLnSpc="1">
            <a:noAutofit/>
          </a:bodyPr>
          <a:lstStyle/>
          <a:p>
            <a:pPr marL="0" marR="0" lvl="0" indent="0" algn="just"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600" b="0" i="0" u="none" strike="noStrike" kern="1200" cap="none" spc="0" baseline="0">
                <a:solidFill>
                  <a:srgbClr val="000000"/>
                </a:solidFill>
                <a:uFillTx/>
                <a:latin typeface="Arial"/>
              </a:rPr>
              <a:t>Performance Expectations </a:t>
            </a:r>
          </a:p>
        </p:txBody>
      </p:sp>
      <p:sp>
        <p:nvSpPr>
          <p:cNvPr id="27" name="TextBox 25">
            <a:extLst>
              <a:ext uri="{FF2B5EF4-FFF2-40B4-BE49-F238E27FC236}">
                <a16:creationId xmlns:a16="http://schemas.microsoft.com/office/drawing/2014/main" id="{36D8D89F-F2D4-36F6-81AD-0DADEDFC8FF7}"/>
              </a:ext>
            </a:extLst>
          </p:cNvPr>
          <p:cNvSpPr txBox="1"/>
          <p:nvPr/>
        </p:nvSpPr>
        <p:spPr>
          <a:xfrm>
            <a:off x="6858585" y="4287036"/>
            <a:ext cx="3658038" cy="279897"/>
          </a:xfrm>
          <a:prstGeom prst="rect">
            <a:avLst/>
          </a:prstGeom>
          <a:noFill/>
          <a:ln>
            <a:noFill/>
          </a:ln>
        </p:spPr>
        <p:txBody>
          <a:bodyPr vert="horz" wrap="square" lIns="0" tIns="0" rIns="0" bIns="0" anchor="t" anchorCtr="0" compatLnSpc="1">
            <a:noAutofit/>
          </a:bodyPr>
          <a:lstStyle/>
          <a:p>
            <a:pPr marL="0" marR="0" lvl="0" indent="0" algn="just"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600" b="0" i="0" u="none" strike="noStrike" kern="1200" cap="none" spc="0" baseline="0">
                <a:solidFill>
                  <a:srgbClr val="000000"/>
                </a:solidFill>
                <a:uFillTx/>
                <a:latin typeface="Arial"/>
              </a:rPr>
              <a:t>UI/UX animations</a:t>
            </a:r>
          </a:p>
        </p:txBody>
      </p:sp>
      <p:sp>
        <p:nvSpPr>
          <p:cNvPr id="28" name="TextBox 26">
            <a:extLst>
              <a:ext uri="{FF2B5EF4-FFF2-40B4-BE49-F238E27FC236}">
                <a16:creationId xmlns:a16="http://schemas.microsoft.com/office/drawing/2014/main" id="{BB068D61-341B-806F-F472-DE07EE19F669}"/>
              </a:ext>
            </a:extLst>
          </p:cNvPr>
          <p:cNvSpPr txBox="1"/>
          <p:nvPr/>
        </p:nvSpPr>
        <p:spPr>
          <a:xfrm>
            <a:off x="9034464" y="4277307"/>
            <a:ext cx="3658038" cy="279897"/>
          </a:xfrm>
          <a:prstGeom prst="rect">
            <a:avLst/>
          </a:prstGeom>
          <a:noFill/>
          <a:ln>
            <a:noFill/>
          </a:ln>
        </p:spPr>
        <p:txBody>
          <a:bodyPr vert="horz" wrap="square" lIns="0" tIns="0" rIns="0" bIns="0" anchor="t" anchorCtr="0" compatLnSpc="1">
            <a:noAutofit/>
          </a:bodyPr>
          <a:lstStyle/>
          <a:p>
            <a:pPr marL="0" marR="0" lvl="0" indent="0" algn="just"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600" b="0" i="0" u="none" strike="noStrike" kern="1200" cap="none" spc="0" baseline="0">
                <a:solidFill>
                  <a:srgbClr val="000000"/>
                </a:solidFill>
                <a:uFillTx/>
                <a:latin typeface="Arial"/>
              </a:rPr>
              <a:t>Testing Standardization</a:t>
            </a:r>
          </a:p>
        </p:txBody>
      </p:sp>
      <p:sp>
        <p:nvSpPr>
          <p:cNvPr id="29" name="TextBox 27">
            <a:extLst>
              <a:ext uri="{FF2B5EF4-FFF2-40B4-BE49-F238E27FC236}">
                <a16:creationId xmlns:a16="http://schemas.microsoft.com/office/drawing/2014/main" id="{77B4EE5D-B75F-2F9E-4894-B45A7C4B101A}"/>
              </a:ext>
            </a:extLst>
          </p:cNvPr>
          <p:cNvSpPr txBox="1"/>
          <p:nvPr/>
        </p:nvSpPr>
        <p:spPr>
          <a:xfrm>
            <a:off x="8317546" y="4683986"/>
            <a:ext cx="3658038" cy="279897"/>
          </a:xfrm>
          <a:prstGeom prst="rect">
            <a:avLst/>
          </a:prstGeom>
          <a:noFill/>
          <a:ln>
            <a:noFill/>
          </a:ln>
        </p:spPr>
        <p:txBody>
          <a:bodyPr vert="horz" wrap="square" lIns="0" tIns="0" rIns="0" bIns="0" anchor="t" anchorCtr="0" compatLnSpc="1">
            <a:noAutofit/>
          </a:bodyPr>
          <a:lstStyle/>
          <a:p>
            <a:pPr marL="0" marR="0" lvl="0" indent="0" algn="just"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600" b="0" i="0" u="none" strike="noStrike" kern="1200" cap="none" spc="0" baseline="0">
                <a:solidFill>
                  <a:srgbClr val="000000"/>
                </a:solidFill>
                <a:uFillTx/>
                <a:latin typeface="Arial"/>
              </a:rPr>
              <a:t>Handover &amp; validation Measures</a:t>
            </a:r>
          </a:p>
        </p:txBody>
      </p:sp>
      <p:sp>
        <p:nvSpPr>
          <p:cNvPr id="30" name="TextBox 28">
            <a:extLst>
              <a:ext uri="{FF2B5EF4-FFF2-40B4-BE49-F238E27FC236}">
                <a16:creationId xmlns:a16="http://schemas.microsoft.com/office/drawing/2014/main" id="{4A34DF91-D270-D3CA-8828-595D125824D8}"/>
              </a:ext>
            </a:extLst>
          </p:cNvPr>
          <p:cNvSpPr txBox="1"/>
          <p:nvPr/>
        </p:nvSpPr>
        <p:spPr>
          <a:xfrm>
            <a:off x="4714244" y="5286685"/>
            <a:ext cx="1786536" cy="323414"/>
          </a:xfrm>
          <a:prstGeom prst="rect">
            <a:avLst/>
          </a:prstGeom>
          <a:noFill/>
          <a:ln>
            <a:noFill/>
          </a:ln>
        </p:spPr>
        <p:txBody>
          <a:bodyPr vert="horz" wrap="square" lIns="0" tIns="0" rIns="0" bIns="0" anchor="t" anchorCtr="0" compatLnSpc="1">
            <a:noAutofit/>
          </a:bodyPr>
          <a:lstStyle/>
          <a:p>
            <a:pPr marL="0" marR="0" lvl="0" indent="0" algn="just"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600" b="0" i="0" u="none" strike="noStrike" kern="1200" cap="none" spc="0" baseline="0">
                <a:solidFill>
                  <a:srgbClr val="000000"/>
                </a:solidFill>
                <a:uFillTx/>
                <a:latin typeface="Arial"/>
              </a:rPr>
              <a:t>Timely Delivery</a:t>
            </a:r>
          </a:p>
        </p:txBody>
      </p:sp>
      <p:sp>
        <p:nvSpPr>
          <p:cNvPr id="31" name="TextBox 29">
            <a:extLst>
              <a:ext uri="{FF2B5EF4-FFF2-40B4-BE49-F238E27FC236}">
                <a16:creationId xmlns:a16="http://schemas.microsoft.com/office/drawing/2014/main" id="{D75ED7A6-3989-4134-A036-BF5FFEE7A896}"/>
              </a:ext>
            </a:extLst>
          </p:cNvPr>
          <p:cNvSpPr txBox="1"/>
          <p:nvPr/>
        </p:nvSpPr>
        <p:spPr>
          <a:xfrm>
            <a:off x="3374007" y="5645999"/>
            <a:ext cx="2122331" cy="323404"/>
          </a:xfrm>
          <a:prstGeom prst="rect">
            <a:avLst/>
          </a:prstGeom>
          <a:noFill/>
          <a:ln>
            <a:noFill/>
          </a:ln>
        </p:spPr>
        <p:txBody>
          <a:bodyPr vert="horz" wrap="square" lIns="0" tIns="0" rIns="0" bIns="0" anchor="t" anchorCtr="0" compatLnSpc="1">
            <a:noAutofit/>
          </a:bodyPr>
          <a:lstStyle/>
          <a:p>
            <a:pPr marL="0" marR="0" lvl="0" indent="0" algn="just"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600" b="0" i="0" u="none" strike="noStrike" kern="1200" cap="none" spc="0" baseline="0">
                <a:solidFill>
                  <a:srgbClr val="000000"/>
                </a:solidFill>
                <a:uFillTx/>
                <a:latin typeface="Arial"/>
              </a:rPr>
              <a:t>Open Communication</a:t>
            </a:r>
          </a:p>
        </p:txBody>
      </p:sp>
      <p:sp>
        <p:nvSpPr>
          <p:cNvPr id="32" name="TextBox 30">
            <a:extLst>
              <a:ext uri="{FF2B5EF4-FFF2-40B4-BE49-F238E27FC236}">
                <a16:creationId xmlns:a16="http://schemas.microsoft.com/office/drawing/2014/main" id="{91CE8EB2-1AB5-0866-5E1F-006A7F701878}"/>
              </a:ext>
            </a:extLst>
          </p:cNvPr>
          <p:cNvSpPr txBox="1"/>
          <p:nvPr/>
        </p:nvSpPr>
        <p:spPr>
          <a:xfrm>
            <a:off x="8787374" y="2325913"/>
            <a:ext cx="2391091" cy="721040"/>
          </a:xfrm>
          <a:prstGeom prst="rect">
            <a:avLst/>
          </a:prstGeom>
          <a:noFill/>
          <a:ln>
            <a:noFill/>
          </a:ln>
        </p:spPr>
        <p:txBody>
          <a:bodyPr vert="horz" wrap="square" lIns="0" tIns="0" rIns="0" bIns="0" anchor="t" anchorCtr="0" compatLnSpc="1">
            <a:noAutofit/>
          </a:bodyPr>
          <a:lstStyle/>
          <a:p>
            <a:pPr marL="0" marR="0" lvl="0" indent="0" algn="l"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600" b="0" i="0" u="none" strike="noStrike" kern="1200" cap="none" spc="0" baseline="0">
                <a:solidFill>
                  <a:srgbClr val="000000"/>
                </a:solidFill>
                <a:uFillTx/>
                <a:latin typeface="Arial"/>
              </a:rPr>
              <a:t>Technological limits from Technical team</a:t>
            </a:r>
            <a:endParaRPr lang="en-IN" sz="1600" b="0" i="0" u="none" strike="noStrike" kern="1200" cap="none" spc="0" baseline="0">
              <a:solidFill>
                <a:srgbClr val="000000"/>
              </a:solidFill>
              <a:uFillTx/>
              <a:latin typeface="Arial"/>
            </a:endParaRPr>
          </a:p>
        </p:txBody>
      </p:sp>
      <p:sp>
        <p:nvSpPr>
          <p:cNvPr id="33" name="TextBox 31">
            <a:extLst>
              <a:ext uri="{FF2B5EF4-FFF2-40B4-BE49-F238E27FC236}">
                <a16:creationId xmlns:a16="http://schemas.microsoft.com/office/drawing/2014/main" id="{B436522D-74E8-A3E6-4E88-E92F37AEF8CB}"/>
              </a:ext>
            </a:extLst>
          </p:cNvPr>
          <p:cNvSpPr txBox="1"/>
          <p:nvPr/>
        </p:nvSpPr>
        <p:spPr>
          <a:xfrm>
            <a:off x="6466874" y="5674738"/>
            <a:ext cx="2219925" cy="258775"/>
          </a:xfrm>
          <a:prstGeom prst="rect">
            <a:avLst/>
          </a:prstGeom>
          <a:noFill/>
          <a:ln>
            <a:noFill/>
          </a:ln>
        </p:spPr>
        <p:txBody>
          <a:bodyPr vert="horz" wrap="square" lIns="0" tIns="0" rIns="0" bIns="0" anchor="t" anchorCtr="0" compatLnSpc="1">
            <a:noAutofit/>
          </a:bodyPr>
          <a:lstStyle/>
          <a:p>
            <a:pPr marL="0" marR="0" lvl="0" indent="0" algn="just"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600" b="0" i="0" u="none" strike="noStrike" kern="1200" cap="none" spc="0" baseline="0">
                <a:solidFill>
                  <a:srgbClr val="000000"/>
                </a:solidFill>
                <a:uFillTx/>
                <a:latin typeface="Arial"/>
              </a:rPr>
              <a:t>Responsive Designs</a:t>
            </a:r>
          </a:p>
        </p:txBody>
      </p:sp>
      <p:sp>
        <p:nvSpPr>
          <p:cNvPr id="34" name="TextBox 32">
            <a:extLst>
              <a:ext uri="{FF2B5EF4-FFF2-40B4-BE49-F238E27FC236}">
                <a16:creationId xmlns:a16="http://schemas.microsoft.com/office/drawing/2014/main" id="{DF7A7DB9-99FC-6D86-C862-43EC9A5E747B}"/>
              </a:ext>
            </a:extLst>
          </p:cNvPr>
          <p:cNvSpPr txBox="1"/>
          <p:nvPr/>
        </p:nvSpPr>
        <p:spPr>
          <a:xfrm>
            <a:off x="6693782" y="5267044"/>
            <a:ext cx="2219925" cy="258775"/>
          </a:xfrm>
          <a:prstGeom prst="rect">
            <a:avLst/>
          </a:prstGeom>
          <a:noFill/>
          <a:ln>
            <a:noFill/>
          </a:ln>
        </p:spPr>
        <p:txBody>
          <a:bodyPr vert="horz" wrap="square" lIns="0" tIns="0" rIns="0" bIns="0" anchor="t" anchorCtr="0" compatLnSpc="1">
            <a:noAutofit/>
          </a:bodyPr>
          <a:lstStyle/>
          <a:p>
            <a:pPr marL="0" marR="0" lvl="0" indent="0" algn="just"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600" b="0" i="0" u="none" strike="noStrike" kern="1200" cap="none" spc="0" baseline="0">
                <a:solidFill>
                  <a:srgbClr val="000000"/>
                </a:solidFill>
                <a:uFillTx/>
                <a:latin typeface="Arial"/>
              </a:rPr>
              <a:t>Customizations </a:t>
            </a:r>
          </a:p>
        </p:txBody>
      </p:sp>
      <p:sp>
        <p:nvSpPr>
          <p:cNvPr id="35" name="TextBox 33">
            <a:extLst>
              <a:ext uri="{FF2B5EF4-FFF2-40B4-BE49-F238E27FC236}">
                <a16:creationId xmlns:a16="http://schemas.microsoft.com/office/drawing/2014/main" id="{D8ECA36F-381F-8853-9B76-569318667566}"/>
              </a:ext>
            </a:extLst>
          </p:cNvPr>
          <p:cNvSpPr txBox="1"/>
          <p:nvPr/>
        </p:nvSpPr>
        <p:spPr>
          <a:xfrm>
            <a:off x="9622496" y="5658170"/>
            <a:ext cx="2219925" cy="258775"/>
          </a:xfrm>
          <a:prstGeom prst="rect">
            <a:avLst/>
          </a:prstGeom>
          <a:noFill/>
          <a:ln>
            <a:noFill/>
          </a:ln>
        </p:spPr>
        <p:txBody>
          <a:bodyPr vert="horz" wrap="square" lIns="0" tIns="0" rIns="0" bIns="0" anchor="t" anchorCtr="0" compatLnSpc="1">
            <a:noAutofit/>
          </a:bodyPr>
          <a:lstStyle/>
          <a:p>
            <a:pPr marL="0" marR="0" lvl="0" indent="0" algn="just"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600" b="0" i="0" u="none" strike="noStrike" kern="1200" cap="none" spc="0" baseline="0">
                <a:solidFill>
                  <a:srgbClr val="000000"/>
                </a:solidFill>
                <a:uFillTx/>
                <a:latin typeface="Arial"/>
              </a:rPr>
              <a:t>Bug-free software</a:t>
            </a:r>
          </a:p>
        </p:txBody>
      </p:sp>
      <p:sp>
        <p:nvSpPr>
          <p:cNvPr id="36" name="TextBox 34">
            <a:extLst>
              <a:ext uri="{FF2B5EF4-FFF2-40B4-BE49-F238E27FC236}">
                <a16:creationId xmlns:a16="http://schemas.microsoft.com/office/drawing/2014/main" id="{E0545F2A-371F-10B3-A654-E4954AB9B739}"/>
              </a:ext>
            </a:extLst>
          </p:cNvPr>
          <p:cNvSpPr txBox="1"/>
          <p:nvPr/>
        </p:nvSpPr>
        <p:spPr>
          <a:xfrm>
            <a:off x="8549237" y="5277423"/>
            <a:ext cx="2537011" cy="244035"/>
          </a:xfrm>
          <a:prstGeom prst="rect">
            <a:avLst/>
          </a:prstGeom>
          <a:noFill/>
          <a:ln>
            <a:noFill/>
          </a:ln>
        </p:spPr>
        <p:txBody>
          <a:bodyPr vert="horz" wrap="square" lIns="0" tIns="0" rIns="0" bIns="0" anchor="t" anchorCtr="0" compatLnSpc="1">
            <a:noAutofit/>
          </a:bodyPr>
          <a:lstStyle/>
          <a:p>
            <a:pPr marL="0" marR="0" lvl="0" indent="0" algn="just"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1600" b="0" i="0" u="none" strike="noStrike" kern="1200" cap="none" spc="0" baseline="0">
                <a:solidFill>
                  <a:srgbClr val="000000"/>
                </a:solidFill>
                <a:uFillTx/>
                <a:latin typeface="Arial"/>
              </a:rPr>
              <a:t>Cross-functional features</a:t>
            </a:r>
          </a:p>
        </p:txBody>
      </p:sp>
      <p:sp>
        <p:nvSpPr>
          <p:cNvPr id="37" name="Rectangle 35">
            <a:extLst>
              <a:ext uri="{FF2B5EF4-FFF2-40B4-BE49-F238E27FC236}">
                <a16:creationId xmlns:a16="http://schemas.microsoft.com/office/drawing/2014/main" id="{6ADEDECF-8DDE-AC7B-EE05-7D3A86AF2ED3}"/>
              </a:ext>
            </a:extLst>
          </p:cNvPr>
          <p:cNvSpPr/>
          <p:nvPr/>
        </p:nvSpPr>
        <p:spPr>
          <a:xfrm>
            <a:off x="718663" y="1565279"/>
            <a:ext cx="10752612" cy="629271"/>
          </a:xfrm>
          <a:prstGeom prst="rect">
            <a:avLst/>
          </a:prstGeom>
          <a:noFill/>
          <a:ln w="12701" cap="flat">
            <a:solidFill>
              <a:srgbClr val="00A6D6"/>
            </a:solidFill>
            <a:prstDash val="solid"/>
            <a:miter/>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endParaRPr lang="en-IN" sz="1600" b="0" i="0" u="none" strike="noStrike" kern="1200" cap="none" spc="0" baseline="0">
              <a:solidFill>
                <a:srgbClr val="FFFFFF"/>
              </a:solidFill>
              <a:uFillTx/>
              <a:latin typeface="Arial"/>
            </a:endParaRPr>
          </a:p>
        </p:txBody>
      </p:sp>
      <p:sp>
        <p:nvSpPr>
          <p:cNvPr id="38" name="Rectangle 36">
            <a:extLst>
              <a:ext uri="{FF2B5EF4-FFF2-40B4-BE49-F238E27FC236}">
                <a16:creationId xmlns:a16="http://schemas.microsoft.com/office/drawing/2014/main" id="{9E373A95-EE6B-6830-8104-FA03A66A27B8}"/>
              </a:ext>
            </a:extLst>
          </p:cNvPr>
          <p:cNvSpPr/>
          <p:nvPr/>
        </p:nvSpPr>
        <p:spPr>
          <a:xfrm>
            <a:off x="719139" y="2184382"/>
            <a:ext cx="10752612" cy="935120"/>
          </a:xfrm>
          <a:prstGeom prst="rect">
            <a:avLst/>
          </a:prstGeom>
          <a:noFill/>
          <a:ln w="12701" cap="flat">
            <a:solidFill>
              <a:srgbClr val="00A6D6"/>
            </a:solidFill>
            <a:prstDash val="solid"/>
            <a:miter/>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endParaRPr lang="en-IN" sz="1600" b="0" i="0" u="none" strike="noStrike" kern="1200" cap="none" spc="0" baseline="0">
              <a:solidFill>
                <a:srgbClr val="FFFFFF"/>
              </a:solidFill>
              <a:uFillTx/>
              <a:latin typeface="Arial"/>
            </a:endParaRPr>
          </a:p>
        </p:txBody>
      </p:sp>
      <p:sp>
        <p:nvSpPr>
          <p:cNvPr id="39" name="Rectangle 37">
            <a:extLst>
              <a:ext uri="{FF2B5EF4-FFF2-40B4-BE49-F238E27FC236}">
                <a16:creationId xmlns:a16="http://schemas.microsoft.com/office/drawing/2014/main" id="{9141ABBA-053A-8163-2825-79C313F6AFB4}"/>
              </a:ext>
            </a:extLst>
          </p:cNvPr>
          <p:cNvSpPr/>
          <p:nvPr/>
        </p:nvSpPr>
        <p:spPr>
          <a:xfrm>
            <a:off x="719139" y="3127421"/>
            <a:ext cx="10752612" cy="966923"/>
          </a:xfrm>
          <a:prstGeom prst="rect">
            <a:avLst/>
          </a:prstGeom>
          <a:noFill/>
          <a:ln w="12701" cap="flat">
            <a:solidFill>
              <a:srgbClr val="00A6D6"/>
            </a:solidFill>
            <a:prstDash val="solid"/>
            <a:miter/>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endParaRPr lang="en-IN" sz="1600" b="0" i="0" u="none" strike="noStrike" kern="1200" cap="none" spc="0" baseline="0">
              <a:solidFill>
                <a:srgbClr val="FFFFFF"/>
              </a:solidFill>
              <a:uFillTx/>
              <a:latin typeface="Arial"/>
            </a:endParaRPr>
          </a:p>
        </p:txBody>
      </p:sp>
      <p:sp>
        <p:nvSpPr>
          <p:cNvPr id="40" name="Rectangle 38">
            <a:extLst>
              <a:ext uri="{FF2B5EF4-FFF2-40B4-BE49-F238E27FC236}">
                <a16:creationId xmlns:a16="http://schemas.microsoft.com/office/drawing/2014/main" id="{AC3F9323-F5A3-F5C9-D6EC-4997FB912B0A}"/>
              </a:ext>
            </a:extLst>
          </p:cNvPr>
          <p:cNvSpPr/>
          <p:nvPr/>
        </p:nvSpPr>
        <p:spPr>
          <a:xfrm>
            <a:off x="719139" y="4081131"/>
            <a:ext cx="10752612" cy="966923"/>
          </a:xfrm>
          <a:prstGeom prst="rect">
            <a:avLst/>
          </a:prstGeom>
          <a:noFill/>
          <a:ln w="12701" cap="flat">
            <a:solidFill>
              <a:srgbClr val="00A6D6"/>
            </a:solidFill>
            <a:prstDash val="solid"/>
            <a:miter/>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endParaRPr lang="en-IN" sz="1600" b="0" i="0" u="none" strike="noStrike" kern="1200" cap="none" spc="0" baseline="0">
              <a:solidFill>
                <a:srgbClr val="FFFFFF"/>
              </a:solidFill>
              <a:uFillTx/>
              <a:latin typeface="Arial"/>
            </a:endParaRPr>
          </a:p>
        </p:txBody>
      </p:sp>
      <p:sp>
        <p:nvSpPr>
          <p:cNvPr id="41" name="Rectangle 39">
            <a:extLst>
              <a:ext uri="{FF2B5EF4-FFF2-40B4-BE49-F238E27FC236}">
                <a16:creationId xmlns:a16="http://schemas.microsoft.com/office/drawing/2014/main" id="{4CB368BD-9D4F-8D55-D1FE-0A78A5FE5782}"/>
              </a:ext>
            </a:extLst>
          </p:cNvPr>
          <p:cNvSpPr/>
          <p:nvPr/>
        </p:nvSpPr>
        <p:spPr>
          <a:xfrm>
            <a:off x="719139" y="5040803"/>
            <a:ext cx="10752612" cy="1017068"/>
          </a:xfrm>
          <a:prstGeom prst="rect">
            <a:avLst/>
          </a:prstGeom>
          <a:noFill/>
          <a:ln w="12701" cap="flat">
            <a:solidFill>
              <a:srgbClr val="00A6D6"/>
            </a:solidFill>
            <a:prstDash val="solid"/>
            <a:miter/>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endParaRPr lang="en-IN" sz="1600" b="0" i="0" u="none" strike="noStrike" kern="1200" cap="none" spc="0" baseline="0">
              <a:solidFill>
                <a:srgbClr val="FFFFFF"/>
              </a:solidFill>
              <a:uFillTx/>
              <a:latin typeface="Arial"/>
            </a:endParaRPr>
          </a:p>
        </p:txBody>
      </p:sp>
    </p:spTree>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0">
  <p:cSld name="Slide122">
    <p:spTree>
      <p:nvGrpSpPr>
        <p:cNvPr id="1" name=""/>
        <p:cNvGrpSpPr/>
        <p:nvPr/>
      </p:nvGrpSpPr>
      <p:grpSpPr>
        <a:xfrm>
          <a:off x="0" y="0"/>
          <a:ext cx="0" cy="0"/>
          <a:chOff x="0" y="0"/>
          <a:chExt cx="0" cy="0"/>
        </a:xfrm>
      </p:grpSpPr>
      <p:sp>
        <p:nvSpPr>
          <p:cNvPr id="2" name="Tijdelijke aanduiding voor datum 4">
            <a:extLst>
              <a:ext uri="{FF2B5EF4-FFF2-40B4-BE49-F238E27FC236}">
                <a16:creationId xmlns:a16="http://schemas.microsoft.com/office/drawing/2014/main" id="{56FE7A6B-90EA-B9FF-BE67-710C091552AC}"/>
              </a:ext>
            </a:extLst>
          </p:cNvPr>
          <p:cNvSpPr txBox="1">
            <a:spLocks noGrp="1"/>
          </p:cNvSpPr>
          <p:nvPr>
            <p:ph type="dt" sz="quarter" idx="7"/>
          </p:nvPr>
        </p:nvSpPr>
        <p:spPr>
          <a:xfrm>
            <a:off x="10146566" y="6405664"/>
            <a:ext cx="766230" cy="184663"/>
          </a:xfrm>
          <a:prstGeom prst="rect">
            <a:avLst/>
          </a:prstGeom>
          <a:noFill/>
          <a:ln>
            <a:noFill/>
          </a:ln>
        </p:spPr>
        <p:txBody>
          <a:bodyPr vert="horz" wrap="none" lIns="0" tIns="0" rIns="0" bIns="0" anchor="ctr" anchorCtr="0" compatLnSpc="1">
            <a:spAutoFit/>
          </a:bodyPr>
          <a:lstStyle/>
          <a:p>
            <a:pPr lvl="0" algn="r"/>
            <a:fld id="{ADD14DF1-EFC8-46C7-B955-57670E076796}" type="datetime1">
              <a:rPr lang="nl-NL" sz="1200">
                <a:solidFill>
                  <a:srgbClr val="000000"/>
                </a:solidFill>
                <a:latin typeface="Arial"/>
                <a:cs typeface="Segoe UI Light" pitchFamily="34"/>
              </a:rPr>
              <a:pPr lvl="0" algn="r"/>
              <a:t>22-10-2025</a:t>
            </a:fld>
            <a:endParaRPr lang="en-GB" sz="1200">
              <a:solidFill>
                <a:srgbClr val="000000"/>
              </a:solidFill>
              <a:latin typeface="Arial"/>
              <a:cs typeface="Segoe UI Light" pitchFamily="34"/>
            </a:endParaRPr>
          </a:p>
        </p:txBody>
      </p:sp>
      <p:sp>
        <p:nvSpPr>
          <p:cNvPr id="3" name="Titel 8">
            <a:extLst>
              <a:ext uri="{FF2B5EF4-FFF2-40B4-BE49-F238E27FC236}">
                <a16:creationId xmlns:a16="http://schemas.microsoft.com/office/drawing/2014/main" id="{0CF8A06C-3F1F-23D4-44C0-5B070711B8AA}"/>
              </a:ext>
            </a:extLst>
          </p:cNvPr>
          <p:cNvSpPr txBox="1">
            <a:spLocks noGrp="1"/>
          </p:cNvSpPr>
          <p:nvPr>
            <p:ph type="title"/>
          </p:nvPr>
        </p:nvSpPr>
        <p:spPr>
          <a:xfrm>
            <a:off x="718663" y="686165"/>
            <a:ext cx="10752612" cy="323404"/>
          </a:xfrm>
          <a:prstGeom prst="rect">
            <a:avLst/>
          </a:prstGeom>
          <a:noFill/>
          <a:ln>
            <a:noFill/>
          </a:ln>
        </p:spPr>
        <p:txBody>
          <a:bodyPr vert="horz" wrap="square" lIns="0" tIns="0" rIns="0" bIns="378003" anchor="t" anchorCtr="0" compatLnSpc="1">
            <a:noAutofit/>
          </a:bodyPr>
          <a:lstStyle/>
          <a:p>
            <a:pPr lvl="0"/>
            <a:r>
              <a:rPr lang="en-GB" u="sng"/>
              <a:t>5 – why?</a:t>
            </a:r>
          </a:p>
        </p:txBody>
      </p:sp>
      <p:sp>
        <p:nvSpPr>
          <p:cNvPr id="4" name="Tijdelijke aanduiding voor dianummer 102">
            <a:extLst>
              <a:ext uri="{FF2B5EF4-FFF2-40B4-BE49-F238E27FC236}">
                <a16:creationId xmlns:a16="http://schemas.microsoft.com/office/drawing/2014/main" id="{13B82926-AAF2-20E4-C700-5D2474D14F38}"/>
              </a:ext>
            </a:extLst>
          </p:cNvPr>
          <p:cNvSpPr txBox="1">
            <a:spLocks noGrp="1"/>
          </p:cNvSpPr>
          <p:nvPr>
            <p:ph type="sldNum" sz="quarter" idx="8"/>
          </p:nvPr>
        </p:nvSpPr>
        <p:spPr>
          <a:xfrm>
            <a:off x="11178466" y="6405664"/>
            <a:ext cx="291300" cy="184663"/>
          </a:xfrm>
          <a:prstGeom prst="rect">
            <a:avLst/>
          </a:prstGeom>
          <a:noFill/>
          <a:ln>
            <a:noFill/>
          </a:ln>
        </p:spPr>
        <p:txBody>
          <a:bodyPr vert="horz" wrap="none" lIns="0" tIns="0" rIns="0" bIns="0" anchor="ctr" anchorCtr="0" compatLnSpc="1">
            <a:spAutoFit/>
          </a:bodyPr>
          <a:lstStyle/>
          <a:p>
            <a:pPr lvl="0" algn="r"/>
            <a:fld id="{65CAA68D-E923-4858-A25F-BC9FBD61CC75}" type="slidenum">
              <a:t>21</a:t>
            </a:fld>
            <a:endParaRPr lang="en-GB" sz="1200" b="1">
              <a:solidFill>
                <a:srgbClr val="000000"/>
              </a:solidFill>
              <a:latin typeface="Arial"/>
              <a:cs typeface="Segoe UI Light" pitchFamily="34"/>
            </a:endParaRPr>
          </a:p>
        </p:txBody>
      </p:sp>
      <p:cxnSp>
        <p:nvCxnSpPr>
          <p:cNvPr id="5" name="Straight Connector 83">
            <a:extLst>
              <a:ext uri="{FF2B5EF4-FFF2-40B4-BE49-F238E27FC236}">
                <a16:creationId xmlns:a16="http://schemas.microsoft.com/office/drawing/2014/main" id="{046E18B4-D7AD-0DFC-5716-9ADECA044FA9}"/>
              </a:ext>
            </a:extLst>
          </p:cNvPr>
          <p:cNvCxnSpPr/>
          <p:nvPr/>
        </p:nvCxnSpPr>
        <p:spPr>
          <a:xfrm>
            <a:off x="0" y="6139546"/>
            <a:ext cx="12191996" cy="0"/>
          </a:xfrm>
          <a:prstGeom prst="straightConnector1">
            <a:avLst/>
          </a:prstGeom>
          <a:noFill/>
          <a:ln w="28575" cap="rnd">
            <a:solidFill>
              <a:srgbClr val="00A6D6"/>
            </a:solidFill>
            <a:prstDash val="solid"/>
            <a:round/>
          </a:ln>
        </p:spPr>
      </p:cxnSp>
      <p:sp>
        <p:nvSpPr>
          <p:cNvPr id="6" name="TextBox 11">
            <a:extLst>
              <a:ext uri="{FF2B5EF4-FFF2-40B4-BE49-F238E27FC236}">
                <a16:creationId xmlns:a16="http://schemas.microsoft.com/office/drawing/2014/main" id="{069B591B-328D-E832-BBF5-AD1E19AD7878}"/>
              </a:ext>
            </a:extLst>
          </p:cNvPr>
          <p:cNvSpPr txBox="1"/>
          <p:nvPr/>
        </p:nvSpPr>
        <p:spPr>
          <a:xfrm>
            <a:off x="1363525" y="-727743"/>
            <a:ext cx="8964594" cy="369335"/>
          </a:xfrm>
          <a:prstGeom prst="rect">
            <a:avLst/>
          </a:prstGeom>
          <a:noFill/>
          <a:ln>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1800" b="0" i="0" u="none" strike="noStrike" kern="1200" cap="none" spc="0" baseline="0">
                <a:solidFill>
                  <a:srgbClr val="000000"/>
                </a:solidFill>
                <a:uFillTx/>
                <a:latin typeface="Arial"/>
              </a:rPr>
              <a:t>#00A6D6</a:t>
            </a:r>
          </a:p>
        </p:txBody>
      </p:sp>
      <p:pic>
        <p:nvPicPr>
          <p:cNvPr id="7" name="Picture 42">
            <a:extLst>
              <a:ext uri="{FF2B5EF4-FFF2-40B4-BE49-F238E27FC236}">
                <a16:creationId xmlns:a16="http://schemas.microsoft.com/office/drawing/2014/main" id="{E91835AF-F1B4-1A6F-C22A-31327C07251B}"/>
              </a:ext>
            </a:extLst>
          </p:cNvPr>
          <p:cNvPicPr>
            <a:picLocks noChangeAspect="1"/>
          </p:cNvPicPr>
          <p:nvPr/>
        </p:nvPicPr>
        <p:blipFill>
          <a:blip r:embed="rId3"/>
          <a:stretch>
            <a:fillRect/>
          </a:stretch>
        </p:blipFill>
        <p:spPr>
          <a:xfrm>
            <a:off x="1440500" y="1428740"/>
            <a:ext cx="7294882" cy="4572009"/>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name="Slide118">
    <p:spTree>
      <p:nvGrpSpPr>
        <p:cNvPr id="1" name=""/>
        <p:cNvGrpSpPr/>
        <p:nvPr/>
      </p:nvGrpSpPr>
      <p:grpSpPr>
        <a:xfrm>
          <a:off x="0" y="0"/>
          <a:ext cx="0" cy="0"/>
          <a:chOff x="0" y="0"/>
          <a:chExt cx="0" cy="0"/>
        </a:xfrm>
      </p:grpSpPr>
      <p:sp>
        <p:nvSpPr>
          <p:cNvPr id="2" name="Tijdelijke aanduiding voor datum 4">
            <a:extLst>
              <a:ext uri="{FF2B5EF4-FFF2-40B4-BE49-F238E27FC236}">
                <a16:creationId xmlns:a16="http://schemas.microsoft.com/office/drawing/2014/main" id="{2668939C-F9D3-A098-40BE-5C88B33D3484}"/>
              </a:ext>
            </a:extLst>
          </p:cNvPr>
          <p:cNvSpPr txBox="1">
            <a:spLocks noGrp="1"/>
          </p:cNvSpPr>
          <p:nvPr>
            <p:ph type="dt" sz="quarter" idx="7"/>
          </p:nvPr>
        </p:nvSpPr>
        <p:spPr>
          <a:xfrm>
            <a:off x="10146566" y="6405664"/>
            <a:ext cx="766230" cy="184663"/>
          </a:xfrm>
          <a:prstGeom prst="rect">
            <a:avLst/>
          </a:prstGeom>
          <a:noFill/>
          <a:ln>
            <a:noFill/>
          </a:ln>
        </p:spPr>
        <p:txBody>
          <a:bodyPr vert="horz" wrap="none" lIns="0" tIns="0" rIns="0" bIns="0" anchor="ctr" anchorCtr="0" compatLnSpc="1">
            <a:spAutoFit/>
          </a:bodyPr>
          <a:lstStyle/>
          <a:p>
            <a:pPr lvl="0" algn="r"/>
            <a:fld id="{6A5B16F1-85E5-47DF-BFB7-892810F8A783}" type="datetime1">
              <a:rPr lang="nl-NL" sz="1200">
                <a:solidFill>
                  <a:srgbClr val="000000"/>
                </a:solidFill>
                <a:latin typeface="Arial"/>
                <a:cs typeface="Segoe UI Light" pitchFamily="34"/>
              </a:rPr>
              <a:pPr lvl="0" algn="r"/>
              <a:t>22-10-2025</a:t>
            </a:fld>
            <a:endParaRPr lang="en-GB" sz="1200">
              <a:solidFill>
                <a:srgbClr val="000000"/>
              </a:solidFill>
              <a:latin typeface="Arial"/>
              <a:cs typeface="Segoe UI Light" pitchFamily="34"/>
            </a:endParaRPr>
          </a:p>
        </p:txBody>
      </p:sp>
      <p:sp>
        <p:nvSpPr>
          <p:cNvPr id="3" name="Titel 8">
            <a:extLst>
              <a:ext uri="{FF2B5EF4-FFF2-40B4-BE49-F238E27FC236}">
                <a16:creationId xmlns:a16="http://schemas.microsoft.com/office/drawing/2014/main" id="{B3AC21AE-B8A4-941B-EB17-4DC22808E106}"/>
              </a:ext>
            </a:extLst>
          </p:cNvPr>
          <p:cNvSpPr txBox="1">
            <a:spLocks noGrp="1"/>
          </p:cNvSpPr>
          <p:nvPr>
            <p:ph type="title"/>
          </p:nvPr>
        </p:nvSpPr>
        <p:spPr>
          <a:xfrm>
            <a:off x="718663" y="686165"/>
            <a:ext cx="10752612" cy="323404"/>
          </a:xfrm>
          <a:prstGeom prst="rect">
            <a:avLst/>
          </a:prstGeom>
          <a:noFill/>
          <a:ln>
            <a:noFill/>
          </a:ln>
        </p:spPr>
        <p:txBody>
          <a:bodyPr vert="horz" wrap="square" lIns="0" tIns="0" rIns="0" bIns="378003" anchor="t" anchorCtr="0" compatLnSpc="1">
            <a:noAutofit/>
          </a:bodyPr>
          <a:lstStyle/>
          <a:p>
            <a:pPr lvl="0"/>
            <a:r>
              <a:rPr lang="en-GB" u="sng"/>
              <a:t>Root-Cause Analysis </a:t>
            </a:r>
          </a:p>
        </p:txBody>
      </p:sp>
      <p:sp>
        <p:nvSpPr>
          <p:cNvPr id="4" name="Tijdelijke aanduiding voor dianummer 102">
            <a:extLst>
              <a:ext uri="{FF2B5EF4-FFF2-40B4-BE49-F238E27FC236}">
                <a16:creationId xmlns:a16="http://schemas.microsoft.com/office/drawing/2014/main" id="{E8CB2B5A-DBEA-2D83-5997-5A4726F0E2B9}"/>
              </a:ext>
            </a:extLst>
          </p:cNvPr>
          <p:cNvSpPr txBox="1">
            <a:spLocks noGrp="1"/>
          </p:cNvSpPr>
          <p:nvPr>
            <p:ph type="sldNum" sz="quarter" idx="8"/>
          </p:nvPr>
        </p:nvSpPr>
        <p:spPr>
          <a:xfrm>
            <a:off x="11178466" y="6405664"/>
            <a:ext cx="291300" cy="184663"/>
          </a:xfrm>
          <a:prstGeom prst="rect">
            <a:avLst/>
          </a:prstGeom>
          <a:noFill/>
          <a:ln>
            <a:noFill/>
          </a:ln>
        </p:spPr>
        <p:txBody>
          <a:bodyPr vert="horz" wrap="none" lIns="0" tIns="0" rIns="0" bIns="0" anchor="ctr" anchorCtr="0" compatLnSpc="1">
            <a:spAutoFit/>
          </a:bodyPr>
          <a:lstStyle/>
          <a:p>
            <a:pPr lvl="0" algn="r"/>
            <a:fld id="{B244FD94-6BC4-4820-8143-B1BF0E9DBB6D}" type="slidenum">
              <a:t>22</a:t>
            </a:fld>
            <a:endParaRPr lang="en-GB" sz="1200" b="1">
              <a:solidFill>
                <a:srgbClr val="000000"/>
              </a:solidFill>
              <a:latin typeface="Arial"/>
              <a:cs typeface="Segoe UI Light" pitchFamily="34"/>
            </a:endParaRPr>
          </a:p>
        </p:txBody>
      </p:sp>
      <p:cxnSp>
        <p:nvCxnSpPr>
          <p:cNvPr id="5" name="Straight Connector 83">
            <a:extLst>
              <a:ext uri="{FF2B5EF4-FFF2-40B4-BE49-F238E27FC236}">
                <a16:creationId xmlns:a16="http://schemas.microsoft.com/office/drawing/2014/main" id="{115F0252-63A0-F0B6-250E-589D0BD67F83}"/>
              </a:ext>
            </a:extLst>
          </p:cNvPr>
          <p:cNvCxnSpPr/>
          <p:nvPr/>
        </p:nvCxnSpPr>
        <p:spPr>
          <a:xfrm>
            <a:off x="0" y="6139546"/>
            <a:ext cx="12191996" cy="0"/>
          </a:xfrm>
          <a:prstGeom prst="straightConnector1">
            <a:avLst/>
          </a:prstGeom>
          <a:noFill/>
          <a:ln w="28575" cap="rnd">
            <a:solidFill>
              <a:srgbClr val="00A6D6"/>
            </a:solidFill>
            <a:prstDash val="solid"/>
            <a:round/>
          </a:ln>
        </p:spPr>
      </p:cxnSp>
      <p:sp>
        <p:nvSpPr>
          <p:cNvPr id="6" name="TextBox 11">
            <a:extLst>
              <a:ext uri="{FF2B5EF4-FFF2-40B4-BE49-F238E27FC236}">
                <a16:creationId xmlns:a16="http://schemas.microsoft.com/office/drawing/2014/main" id="{8CBF01A1-B1A1-0586-E399-302669A17D8F}"/>
              </a:ext>
            </a:extLst>
          </p:cNvPr>
          <p:cNvSpPr txBox="1"/>
          <p:nvPr/>
        </p:nvSpPr>
        <p:spPr>
          <a:xfrm>
            <a:off x="1363525" y="-727743"/>
            <a:ext cx="8964594" cy="369335"/>
          </a:xfrm>
          <a:prstGeom prst="rect">
            <a:avLst/>
          </a:prstGeom>
          <a:noFill/>
          <a:ln>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1800" b="0" i="0" u="none" strike="noStrike" kern="1200" cap="none" spc="0" baseline="0">
                <a:solidFill>
                  <a:srgbClr val="000000"/>
                </a:solidFill>
                <a:uFillTx/>
                <a:latin typeface="Arial"/>
              </a:rPr>
              <a:t>#00A6D6</a:t>
            </a:r>
          </a:p>
        </p:txBody>
      </p:sp>
      <p:pic>
        <p:nvPicPr>
          <p:cNvPr id="7" name="Picture 2">
            <a:extLst>
              <a:ext uri="{FF2B5EF4-FFF2-40B4-BE49-F238E27FC236}">
                <a16:creationId xmlns:a16="http://schemas.microsoft.com/office/drawing/2014/main" id="{8FDDE6CB-DE10-2612-FD6C-51727D708363}"/>
              </a:ext>
            </a:extLst>
          </p:cNvPr>
          <p:cNvPicPr>
            <a:picLocks noChangeAspect="1"/>
          </p:cNvPicPr>
          <p:nvPr/>
        </p:nvPicPr>
        <p:blipFill>
          <a:blip r:embed="rId3"/>
          <a:stretch>
            <a:fillRect/>
          </a:stretch>
        </p:blipFill>
        <p:spPr>
          <a:xfrm>
            <a:off x="0" y="1275706"/>
            <a:ext cx="12191996" cy="4673736"/>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name="Slide125">
    <p:spTree>
      <p:nvGrpSpPr>
        <p:cNvPr id="1" name=""/>
        <p:cNvGrpSpPr/>
        <p:nvPr/>
      </p:nvGrpSpPr>
      <p:grpSpPr>
        <a:xfrm>
          <a:off x="0" y="0"/>
          <a:ext cx="0" cy="0"/>
          <a:chOff x="0" y="0"/>
          <a:chExt cx="0" cy="0"/>
        </a:xfrm>
      </p:grpSpPr>
      <p:sp>
        <p:nvSpPr>
          <p:cNvPr id="2" name="Tijdelijke aanduiding voor datum 4">
            <a:extLst>
              <a:ext uri="{FF2B5EF4-FFF2-40B4-BE49-F238E27FC236}">
                <a16:creationId xmlns:a16="http://schemas.microsoft.com/office/drawing/2014/main" id="{D6D9248E-6174-945C-E2E8-B4D9901DD5EB}"/>
              </a:ext>
            </a:extLst>
          </p:cNvPr>
          <p:cNvSpPr txBox="1">
            <a:spLocks noGrp="1"/>
          </p:cNvSpPr>
          <p:nvPr>
            <p:ph type="dt" sz="quarter" idx="7"/>
          </p:nvPr>
        </p:nvSpPr>
        <p:spPr>
          <a:xfrm>
            <a:off x="10146566" y="6405664"/>
            <a:ext cx="766230" cy="184663"/>
          </a:xfrm>
          <a:prstGeom prst="rect">
            <a:avLst/>
          </a:prstGeom>
          <a:noFill/>
          <a:ln>
            <a:noFill/>
          </a:ln>
        </p:spPr>
        <p:txBody>
          <a:bodyPr vert="horz" wrap="none" lIns="0" tIns="0" rIns="0" bIns="0" anchor="ctr" anchorCtr="0" compatLnSpc="1">
            <a:spAutoFit/>
          </a:bodyPr>
          <a:lstStyle/>
          <a:p>
            <a:pPr lvl="0" algn="r"/>
            <a:fld id="{45E39192-2E07-416C-9FFF-10261062CDE5}" type="datetime1">
              <a:rPr lang="nl-NL" sz="1200">
                <a:solidFill>
                  <a:srgbClr val="000000"/>
                </a:solidFill>
                <a:latin typeface="Arial"/>
                <a:cs typeface="Segoe UI Light" pitchFamily="34"/>
              </a:rPr>
              <a:pPr lvl="0" algn="r"/>
              <a:t>22-10-2025</a:t>
            </a:fld>
            <a:endParaRPr lang="en-GB" sz="1200">
              <a:solidFill>
                <a:srgbClr val="000000"/>
              </a:solidFill>
              <a:latin typeface="Arial"/>
              <a:cs typeface="Segoe UI Light" pitchFamily="34"/>
            </a:endParaRPr>
          </a:p>
        </p:txBody>
      </p:sp>
      <p:sp>
        <p:nvSpPr>
          <p:cNvPr id="3" name="Titel 8">
            <a:extLst>
              <a:ext uri="{FF2B5EF4-FFF2-40B4-BE49-F238E27FC236}">
                <a16:creationId xmlns:a16="http://schemas.microsoft.com/office/drawing/2014/main" id="{9E32ECB7-DF15-6F83-1FE7-C76EF9164E99}"/>
              </a:ext>
            </a:extLst>
          </p:cNvPr>
          <p:cNvSpPr txBox="1">
            <a:spLocks noGrp="1"/>
          </p:cNvSpPr>
          <p:nvPr>
            <p:ph type="title"/>
          </p:nvPr>
        </p:nvSpPr>
        <p:spPr>
          <a:xfrm>
            <a:off x="718663" y="686165"/>
            <a:ext cx="10752612" cy="323404"/>
          </a:xfrm>
          <a:prstGeom prst="rect">
            <a:avLst/>
          </a:prstGeom>
          <a:noFill/>
          <a:ln>
            <a:noFill/>
          </a:ln>
        </p:spPr>
        <p:txBody>
          <a:bodyPr vert="horz" wrap="square" lIns="0" tIns="0" rIns="0" bIns="378003" anchor="t" anchorCtr="0" compatLnSpc="1">
            <a:noAutofit/>
          </a:bodyPr>
          <a:lstStyle/>
          <a:p>
            <a:pPr lvl="0"/>
            <a:r>
              <a:rPr lang="en-GB" u="sng"/>
              <a:t>Balanced Score Card</a:t>
            </a:r>
          </a:p>
        </p:txBody>
      </p:sp>
      <p:sp>
        <p:nvSpPr>
          <p:cNvPr id="4" name="Tijdelijke aanduiding voor dianummer 102">
            <a:extLst>
              <a:ext uri="{FF2B5EF4-FFF2-40B4-BE49-F238E27FC236}">
                <a16:creationId xmlns:a16="http://schemas.microsoft.com/office/drawing/2014/main" id="{92AFA39E-FD21-F2F7-4D6E-04F7FE782D35}"/>
              </a:ext>
            </a:extLst>
          </p:cNvPr>
          <p:cNvSpPr txBox="1">
            <a:spLocks noGrp="1"/>
          </p:cNvSpPr>
          <p:nvPr>
            <p:ph type="sldNum" sz="quarter" idx="8"/>
          </p:nvPr>
        </p:nvSpPr>
        <p:spPr>
          <a:xfrm>
            <a:off x="11178466" y="6405664"/>
            <a:ext cx="291300" cy="184663"/>
          </a:xfrm>
          <a:prstGeom prst="rect">
            <a:avLst/>
          </a:prstGeom>
          <a:noFill/>
          <a:ln>
            <a:noFill/>
          </a:ln>
        </p:spPr>
        <p:txBody>
          <a:bodyPr vert="horz" wrap="none" lIns="0" tIns="0" rIns="0" bIns="0" anchor="ctr" anchorCtr="0" compatLnSpc="1">
            <a:spAutoFit/>
          </a:bodyPr>
          <a:lstStyle/>
          <a:p>
            <a:pPr lvl="0" algn="r"/>
            <a:fld id="{C372654D-733D-4E68-960F-C78D1C508A38}" type="slidenum">
              <a:t>23</a:t>
            </a:fld>
            <a:endParaRPr lang="en-GB" sz="1200" b="1">
              <a:solidFill>
                <a:srgbClr val="000000"/>
              </a:solidFill>
              <a:latin typeface="Arial"/>
              <a:cs typeface="Segoe UI Light" pitchFamily="34"/>
            </a:endParaRPr>
          </a:p>
        </p:txBody>
      </p:sp>
      <p:cxnSp>
        <p:nvCxnSpPr>
          <p:cNvPr id="5" name="Straight Connector 83">
            <a:extLst>
              <a:ext uri="{FF2B5EF4-FFF2-40B4-BE49-F238E27FC236}">
                <a16:creationId xmlns:a16="http://schemas.microsoft.com/office/drawing/2014/main" id="{005E38DD-4700-DADD-1F9C-6BC00D50C57F}"/>
              </a:ext>
            </a:extLst>
          </p:cNvPr>
          <p:cNvCxnSpPr/>
          <p:nvPr/>
        </p:nvCxnSpPr>
        <p:spPr>
          <a:xfrm>
            <a:off x="0" y="6139546"/>
            <a:ext cx="12191996" cy="0"/>
          </a:xfrm>
          <a:prstGeom prst="straightConnector1">
            <a:avLst/>
          </a:prstGeom>
          <a:noFill/>
          <a:ln w="28575" cap="rnd">
            <a:solidFill>
              <a:srgbClr val="00A6D6"/>
            </a:solidFill>
            <a:prstDash val="solid"/>
            <a:round/>
          </a:ln>
        </p:spPr>
      </p:cxnSp>
      <p:sp>
        <p:nvSpPr>
          <p:cNvPr id="6" name="TextBox 11">
            <a:extLst>
              <a:ext uri="{FF2B5EF4-FFF2-40B4-BE49-F238E27FC236}">
                <a16:creationId xmlns:a16="http://schemas.microsoft.com/office/drawing/2014/main" id="{93E5B351-25BC-79D4-0E51-D7D64E66CA4F}"/>
              </a:ext>
            </a:extLst>
          </p:cNvPr>
          <p:cNvSpPr txBox="1"/>
          <p:nvPr/>
        </p:nvSpPr>
        <p:spPr>
          <a:xfrm>
            <a:off x="1363525" y="-727743"/>
            <a:ext cx="8964594" cy="369335"/>
          </a:xfrm>
          <a:prstGeom prst="rect">
            <a:avLst/>
          </a:prstGeom>
          <a:noFill/>
          <a:ln>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1800" b="0" i="0" u="none" strike="noStrike" kern="1200" cap="none" spc="0" baseline="0">
                <a:solidFill>
                  <a:srgbClr val="000000"/>
                </a:solidFill>
                <a:uFillTx/>
                <a:latin typeface="Arial"/>
              </a:rPr>
              <a:t>#00A6D6</a:t>
            </a:r>
          </a:p>
        </p:txBody>
      </p:sp>
      <p:graphicFrame>
        <p:nvGraphicFramePr>
          <p:cNvPr id="7" name="Table 1">
            <a:extLst>
              <a:ext uri="{FF2B5EF4-FFF2-40B4-BE49-F238E27FC236}">
                <a16:creationId xmlns:a16="http://schemas.microsoft.com/office/drawing/2014/main" id="{141CB325-C105-FC5D-08FC-9202B6BEAF0E}"/>
              </a:ext>
            </a:extLst>
          </p:cNvPr>
          <p:cNvGraphicFramePr>
            <a:graphicFrameLocks noGrp="1"/>
          </p:cNvGraphicFramePr>
          <p:nvPr/>
        </p:nvGraphicFramePr>
        <p:xfrm>
          <a:off x="718663" y="1261643"/>
          <a:ext cx="10752612" cy="4954237"/>
        </p:xfrm>
        <a:graphic>
          <a:graphicData uri="http://schemas.openxmlformats.org/drawingml/2006/table">
            <a:tbl>
              <a:tblPr>
                <a:effectLst/>
                <a:tableStyleId>{BC89EF96-8CEA-46FF-86C4-4CE0E7609802}</a:tableStyleId>
              </a:tblPr>
              <a:tblGrid>
                <a:gridCol w="1673425">
                  <a:extLst>
                    <a:ext uri="{9D8B030D-6E8A-4147-A177-3AD203B41FA5}">
                      <a16:colId xmlns:a16="http://schemas.microsoft.com/office/drawing/2014/main" val="3586780658"/>
                    </a:ext>
                  </a:extLst>
                </a:gridCol>
                <a:gridCol w="2735500">
                  <a:extLst>
                    <a:ext uri="{9D8B030D-6E8A-4147-A177-3AD203B41FA5}">
                      <a16:colId xmlns:a16="http://schemas.microsoft.com/office/drawing/2014/main" val="510678038"/>
                    </a:ext>
                  </a:extLst>
                </a:gridCol>
                <a:gridCol w="2129738">
                  <a:extLst>
                    <a:ext uri="{9D8B030D-6E8A-4147-A177-3AD203B41FA5}">
                      <a16:colId xmlns:a16="http://schemas.microsoft.com/office/drawing/2014/main" val="1345755849"/>
                    </a:ext>
                  </a:extLst>
                </a:gridCol>
                <a:gridCol w="1018568">
                  <a:extLst>
                    <a:ext uri="{9D8B030D-6E8A-4147-A177-3AD203B41FA5}">
                      <a16:colId xmlns:a16="http://schemas.microsoft.com/office/drawing/2014/main" val="3902390178"/>
                    </a:ext>
                  </a:extLst>
                </a:gridCol>
                <a:gridCol w="1446836">
                  <a:extLst>
                    <a:ext uri="{9D8B030D-6E8A-4147-A177-3AD203B41FA5}">
                      <a16:colId xmlns:a16="http://schemas.microsoft.com/office/drawing/2014/main" val="3800489600"/>
                    </a:ext>
                  </a:extLst>
                </a:gridCol>
                <a:gridCol w="1748543">
                  <a:extLst>
                    <a:ext uri="{9D8B030D-6E8A-4147-A177-3AD203B41FA5}">
                      <a16:colId xmlns:a16="http://schemas.microsoft.com/office/drawing/2014/main" val="371242872"/>
                    </a:ext>
                  </a:extLst>
                </a:gridCol>
              </a:tblGrid>
              <a:tr h="318421">
                <a:tc>
                  <a:txBody>
                    <a:bodyPr/>
                    <a:lstStyle/>
                    <a:p>
                      <a:pPr lvl="0" algn="l" rtl="0" fontAlgn="auto">
                        <a:lnSpc>
                          <a:spcPts val="1125"/>
                        </a:lnSpc>
                        <a:buNone/>
                      </a:pPr>
                      <a:r>
                        <a:rPr lang="en-GB" sz="1200" b="1"/>
                        <a:t>Perspective </a:t>
                      </a:r>
                      <a:endParaRPr lang="en-GB" sz="1200" b="1" i="0"/>
                    </a:p>
                  </a:txBody>
                  <a:tcPr marL="35469" marR="35469" marT="17739" marB="17739" anchor="ctr">
                    <a:solidFill>
                      <a:srgbClr val="00A6D6"/>
                    </a:solidFill>
                  </a:tcPr>
                </a:tc>
                <a:tc>
                  <a:txBody>
                    <a:bodyPr/>
                    <a:lstStyle/>
                    <a:p>
                      <a:pPr lvl="0" algn="l" rtl="0" fontAlgn="auto">
                        <a:lnSpc>
                          <a:spcPts val="1125"/>
                        </a:lnSpc>
                        <a:buNone/>
                      </a:pPr>
                      <a:r>
                        <a:rPr lang="en-GB" sz="1200" b="1"/>
                        <a:t>Objective </a:t>
                      </a:r>
                      <a:endParaRPr lang="en-GB" sz="1200" b="1" i="0"/>
                    </a:p>
                  </a:txBody>
                  <a:tcPr marL="35469" marR="35469" marT="17739" marB="17739" anchor="ctr">
                    <a:solidFill>
                      <a:srgbClr val="00A6D6"/>
                    </a:solidFill>
                  </a:tcPr>
                </a:tc>
                <a:tc>
                  <a:txBody>
                    <a:bodyPr/>
                    <a:lstStyle/>
                    <a:p>
                      <a:pPr lvl="0" algn="l" rtl="0" fontAlgn="auto">
                        <a:lnSpc>
                          <a:spcPts val="1125"/>
                        </a:lnSpc>
                        <a:buNone/>
                      </a:pPr>
                      <a:r>
                        <a:rPr lang="en-GB" sz="1200" b="1"/>
                        <a:t>Measure </a:t>
                      </a:r>
                      <a:endParaRPr lang="en-GB" sz="1200" b="1" i="0"/>
                    </a:p>
                  </a:txBody>
                  <a:tcPr marL="35469" marR="35469" marT="17739" marB="17739" anchor="ctr">
                    <a:solidFill>
                      <a:srgbClr val="00A6D6"/>
                    </a:solidFill>
                  </a:tcPr>
                </a:tc>
                <a:tc>
                  <a:txBody>
                    <a:bodyPr/>
                    <a:lstStyle/>
                    <a:p>
                      <a:pPr lvl="0" algn="l" rtl="0" fontAlgn="auto">
                        <a:lnSpc>
                          <a:spcPts val="1125"/>
                        </a:lnSpc>
                        <a:buNone/>
                      </a:pPr>
                      <a:r>
                        <a:rPr lang="en-GB" sz="1200" b="1"/>
                        <a:t>Timeframe </a:t>
                      </a:r>
                      <a:endParaRPr lang="en-GB" sz="1200" b="1" i="0"/>
                    </a:p>
                  </a:txBody>
                  <a:tcPr marL="35469" marR="35469" marT="17739" marB="17739" anchor="ctr">
                    <a:solidFill>
                      <a:srgbClr val="00A6D6"/>
                    </a:solidFill>
                  </a:tcPr>
                </a:tc>
                <a:tc>
                  <a:txBody>
                    <a:bodyPr/>
                    <a:lstStyle/>
                    <a:p>
                      <a:pPr lvl="0" algn="l" rtl="0" fontAlgn="auto">
                        <a:lnSpc>
                          <a:spcPts val="1125"/>
                        </a:lnSpc>
                        <a:buNone/>
                      </a:pPr>
                      <a:r>
                        <a:rPr lang="en-GB" sz="1200" b="1"/>
                        <a:t>Indicator Type </a:t>
                      </a:r>
                      <a:endParaRPr lang="en-GB" sz="1200" b="1" i="0"/>
                    </a:p>
                  </a:txBody>
                  <a:tcPr marL="35469" marR="35469" marT="17739" marB="17739" anchor="ctr">
                    <a:solidFill>
                      <a:srgbClr val="00A6D6"/>
                    </a:solidFill>
                  </a:tcPr>
                </a:tc>
                <a:tc>
                  <a:txBody>
                    <a:bodyPr/>
                    <a:lstStyle/>
                    <a:p>
                      <a:pPr lvl="0" algn="l" rtl="0" fontAlgn="auto">
                        <a:lnSpc>
                          <a:spcPts val="1125"/>
                        </a:lnSpc>
                        <a:buNone/>
                      </a:pPr>
                      <a:r>
                        <a:rPr lang="en-GB" sz="1200" b="1"/>
                        <a:t>Stakeholder Interest </a:t>
                      </a:r>
                      <a:endParaRPr lang="en-GB" sz="1200" b="1" i="0"/>
                    </a:p>
                  </a:txBody>
                  <a:tcPr marL="35469" marR="35469" marT="17739" marB="17739" anchor="ctr">
                    <a:solidFill>
                      <a:srgbClr val="00A6D6"/>
                    </a:solidFill>
                  </a:tcPr>
                </a:tc>
                <a:extLst>
                  <a:ext uri="{0D108BD9-81ED-4DB2-BD59-A6C34878D82A}">
                    <a16:rowId xmlns:a16="http://schemas.microsoft.com/office/drawing/2014/main" val="1713494608"/>
                  </a:ext>
                </a:extLst>
              </a:tr>
              <a:tr h="309368">
                <a:tc>
                  <a:txBody>
                    <a:bodyPr/>
                    <a:lstStyle/>
                    <a:p>
                      <a:pPr lvl="0" algn="l" rtl="0" fontAlgn="auto">
                        <a:lnSpc>
                          <a:spcPts val="1125"/>
                        </a:lnSpc>
                        <a:buNone/>
                      </a:pPr>
                      <a:r>
                        <a:rPr lang="en-GB" sz="1200" b="1"/>
                        <a:t>Financial</a:t>
                      </a:r>
                      <a:r>
                        <a:rPr lang="en-GB" sz="1200" b="0"/>
                        <a:t> </a:t>
                      </a:r>
                      <a:endParaRPr lang="en-GB" sz="1200" b="0" i="0"/>
                    </a:p>
                  </a:txBody>
                  <a:tcPr marL="35469" marR="35469" marT="17739" marB="17739" anchor="ctr"/>
                </a:tc>
                <a:tc>
                  <a:txBody>
                    <a:bodyPr/>
                    <a:lstStyle/>
                    <a:p>
                      <a:pPr lvl="0" algn="l" rtl="0" fontAlgn="auto">
                        <a:lnSpc>
                          <a:spcPts val="1125"/>
                        </a:lnSpc>
                        <a:buNone/>
                      </a:pPr>
                      <a:r>
                        <a:rPr lang="en-GB" sz="1200" b="0"/>
                        <a:t>Reduce operational costs </a:t>
                      </a:r>
                      <a:endParaRPr lang="en-GB" sz="1200" b="0" i="0"/>
                    </a:p>
                  </a:txBody>
                  <a:tcPr marL="35469" marR="35469" marT="17739" marB="17739" anchor="ctr"/>
                </a:tc>
                <a:tc>
                  <a:txBody>
                    <a:bodyPr/>
                    <a:lstStyle/>
                    <a:p>
                      <a:pPr lvl="0" algn="l" rtl="0" fontAlgn="auto">
                        <a:lnSpc>
                          <a:spcPts val="1125"/>
                        </a:lnSpc>
                        <a:buNone/>
                      </a:pPr>
                      <a:r>
                        <a:rPr lang="en-GB" sz="1200" b="0"/>
                        <a:t>Operational costs </a:t>
                      </a:r>
                      <a:endParaRPr lang="en-GB" sz="1200" b="0" i="0"/>
                    </a:p>
                  </a:txBody>
                  <a:tcPr marL="35469" marR="35469" marT="17739" marB="17739" anchor="ctr"/>
                </a:tc>
                <a:tc>
                  <a:txBody>
                    <a:bodyPr/>
                    <a:lstStyle/>
                    <a:p>
                      <a:pPr lvl="0" algn="l" rtl="0" fontAlgn="auto">
                        <a:lnSpc>
                          <a:spcPts val="1125"/>
                        </a:lnSpc>
                        <a:buNone/>
                      </a:pPr>
                      <a:r>
                        <a:rPr lang="en-GB" sz="1200" b="0"/>
                        <a:t>Short-term </a:t>
                      </a:r>
                      <a:endParaRPr lang="en-GB" sz="1200" b="0" i="0"/>
                    </a:p>
                  </a:txBody>
                  <a:tcPr marL="35469" marR="35469" marT="17739" marB="17739" anchor="ctr"/>
                </a:tc>
                <a:tc>
                  <a:txBody>
                    <a:bodyPr/>
                    <a:lstStyle/>
                    <a:p>
                      <a:pPr lvl="0" algn="l" rtl="0" fontAlgn="auto">
                        <a:lnSpc>
                          <a:spcPts val="1125"/>
                        </a:lnSpc>
                        <a:buNone/>
                      </a:pPr>
                      <a:r>
                        <a:rPr lang="en-GB" sz="1200" b="0"/>
                        <a:t>Lagging, Hard </a:t>
                      </a:r>
                      <a:endParaRPr lang="en-GB" sz="1200" b="0" i="0"/>
                    </a:p>
                  </a:txBody>
                  <a:tcPr marL="35469" marR="35469" marT="17739" marB="17739" anchor="ctr"/>
                </a:tc>
                <a:tc>
                  <a:txBody>
                    <a:bodyPr/>
                    <a:lstStyle/>
                    <a:p>
                      <a:pPr lvl="0" algn="l" rtl="0" fontAlgn="auto">
                        <a:lnSpc>
                          <a:spcPts val="1125"/>
                        </a:lnSpc>
                        <a:buNone/>
                      </a:pPr>
                      <a:r>
                        <a:rPr lang="en-GB" sz="1200" b="0"/>
                        <a:t>Shareholders, Management </a:t>
                      </a:r>
                      <a:endParaRPr lang="en-GB" sz="1200" b="0" i="0"/>
                    </a:p>
                  </a:txBody>
                  <a:tcPr marL="35469" marR="35469" marT="17739" marB="17739" anchor="ctr"/>
                </a:tc>
                <a:extLst>
                  <a:ext uri="{0D108BD9-81ED-4DB2-BD59-A6C34878D82A}">
                    <a16:rowId xmlns:a16="http://schemas.microsoft.com/office/drawing/2014/main" val="4196322555"/>
                  </a:ext>
                </a:extLst>
              </a:tr>
              <a:tr h="309368">
                <a:tc>
                  <a:txBody>
                    <a:bodyPr/>
                    <a:lstStyle/>
                    <a:p>
                      <a:pPr lvl="0" algn="l" rtl="0" fontAlgn="auto">
                        <a:lnSpc>
                          <a:spcPts val="1125"/>
                        </a:lnSpc>
                        <a:buNone/>
                      </a:pPr>
                      <a:r>
                        <a:rPr lang="en-IN" sz="1200" b="0"/>
                        <a:t> </a:t>
                      </a:r>
                      <a:endParaRPr lang="en-IN" sz="1200" b="0" i="0">
                        <a:latin typeface="Arial" pitchFamily="34"/>
                      </a:endParaRPr>
                    </a:p>
                  </a:txBody>
                  <a:tcPr marL="35469" marR="35469" marT="17739" marB="17739" anchor="ctr"/>
                </a:tc>
                <a:tc>
                  <a:txBody>
                    <a:bodyPr/>
                    <a:lstStyle/>
                    <a:p>
                      <a:pPr lvl="0" algn="l" rtl="0" fontAlgn="auto">
                        <a:lnSpc>
                          <a:spcPts val="1125"/>
                        </a:lnSpc>
                        <a:buNone/>
                      </a:pPr>
                      <a:r>
                        <a:rPr lang="en-GB" sz="1200" b="0"/>
                        <a:t>Enhance profitability </a:t>
                      </a:r>
                      <a:endParaRPr lang="en-GB" sz="1200" b="0" i="0"/>
                    </a:p>
                  </a:txBody>
                  <a:tcPr marL="35469" marR="35469" marT="17739" marB="17739" anchor="ctr"/>
                </a:tc>
                <a:tc>
                  <a:txBody>
                    <a:bodyPr/>
                    <a:lstStyle/>
                    <a:p>
                      <a:pPr lvl="0" algn="l" rtl="0" fontAlgn="auto">
                        <a:lnSpc>
                          <a:spcPts val="1125"/>
                        </a:lnSpc>
                        <a:buNone/>
                      </a:pPr>
                      <a:r>
                        <a:rPr lang="en-GB" sz="1200" b="0"/>
                        <a:t>Net profit margin </a:t>
                      </a:r>
                      <a:endParaRPr lang="en-GB" sz="1200" b="0" i="0"/>
                    </a:p>
                  </a:txBody>
                  <a:tcPr marL="35469" marR="35469" marT="17739" marB="17739" anchor="ctr"/>
                </a:tc>
                <a:tc>
                  <a:txBody>
                    <a:bodyPr/>
                    <a:lstStyle/>
                    <a:p>
                      <a:pPr lvl="0" algn="l" rtl="0" fontAlgn="auto">
                        <a:lnSpc>
                          <a:spcPts val="1125"/>
                        </a:lnSpc>
                        <a:buNone/>
                      </a:pPr>
                      <a:r>
                        <a:rPr lang="en-GB" sz="1200" b="0"/>
                        <a:t>Long-term </a:t>
                      </a:r>
                      <a:endParaRPr lang="en-GB" sz="1200" b="0" i="0"/>
                    </a:p>
                  </a:txBody>
                  <a:tcPr marL="35469" marR="35469" marT="17739" marB="17739" anchor="ctr"/>
                </a:tc>
                <a:tc>
                  <a:txBody>
                    <a:bodyPr/>
                    <a:lstStyle/>
                    <a:p>
                      <a:pPr lvl="0" algn="l" rtl="0" fontAlgn="auto">
                        <a:lnSpc>
                          <a:spcPts val="1125"/>
                        </a:lnSpc>
                        <a:buNone/>
                      </a:pPr>
                      <a:r>
                        <a:rPr lang="en-GB" sz="1200" b="0"/>
                        <a:t>Lagging, Hard </a:t>
                      </a:r>
                      <a:endParaRPr lang="en-GB" sz="1200" b="0" i="0"/>
                    </a:p>
                  </a:txBody>
                  <a:tcPr marL="35469" marR="35469" marT="17739" marB="17739" anchor="ctr"/>
                </a:tc>
                <a:tc>
                  <a:txBody>
                    <a:bodyPr/>
                    <a:lstStyle/>
                    <a:p>
                      <a:pPr lvl="0" algn="l" rtl="0" fontAlgn="auto">
                        <a:lnSpc>
                          <a:spcPts val="1125"/>
                        </a:lnSpc>
                        <a:buNone/>
                      </a:pPr>
                      <a:r>
                        <a:rPr lang="en-GB" sz="1200" b="0"/>
                        <a:t>Shareholders, Management </a:t>
                      </a:r>
                      <a:endParaRPr lang="en-GB" sz="1200" b="0" i="0"/>
                    </a:p>
                  </a:txBody>
                  <a:tcPr marL="35469" marR="35469" marT="17739" marB="17739" anchor="ctr"/>
                </a:tc>
                <a:extLst>
                  <a:ext uri="{0D108BD9-81ED-4DB2-BD59-A6C34878D82A}">
                    <a16:rowId xmlns:a16="http://schemas.microsoft.com/office/drawing/2014/main" val="3298255239"/>
                  </a:ext>
                </a:extLst>
              </a:tr>
              <a:tr h="418987">
                <a:tc>
                  <a:txBody>
                    <a:bodyPr/>
                    <a:lstStyle/>
                    <a:p>
                      <a:pPr lvl="0" algn="l" rtl="0" fontAlgn="auto">
                        <a:lnSpc>
                          <a:spcPts val="1125"/>
                        </a:lnSpc>
                        <a:buNone/>
                      </a:pPr>
                      <a:r>
                        <a:rPr lang="en-IN" sz="1200" b="0"/>
                        <a:t> </a:t>
                      </a:r>
                      <a:endParaRPr lang="en-IN" sz="1200" b="0" i="0">
                        <a:latin typeface="Arial" pitchFamily="34"/>
                      </a:endParaRPr>
                    </a:p>
                  </a:txBody>
                  <a:tcPr marL="35469" marR="35469" marT="17739" marB="17739" anchor="ctr"/>
                </a:tc>
                <a:tc>
                  <a:txBody>
                    <a:bodyPr/>
                    <a:lstStyle/>
                    <a:p>
                      <a:pPr lvl="0" algn="l" rtl="0" fontAlgn="auto">
                        <a:lnSpc>
                          <a:spcPts val="1125"/>
                        </a:lnSpc>
                        <a:buNone/>
                      </a:pPr>
                      <a:r>
                        <a:rPr lang="en-US" sz="1200" b="0"/>
                        <a:t>Increase market share  (measured via market reports) </a:t>
                      </a:r>
                      <a:endParaRPr lang="en-US" sz="1200" b="0" i="0"/>
                    </a:p>
                  </a:txBody>
                  <a:tcPr marL="35469" marR="35469" marT="17739" marB="17739" anchor="ctr"/>
                </a:tc>
                <a:tc>
                  <a:txBody>
                    <a:bodyPr/>
                    <a:lstStyle/>
                    <a:p>
                      <a:pPr lvl="0" algn="l" rtl="0" fontAlgn="auto">
                        <a:lnSpc>
                          <a:spcPts val="1125"/>
                        </a:lnSpc>
                        <a:buNone/>
                      </a:pPr>
                      <a:r>
                        <a:rPr lang="en-GB" sz="1200" b="0"/>
                        <a:t>Market share growth </a:t>
                      </a:r>
                      <a:endParaRPr lang="en-GB" sz="1200" b="0" i="0"/>
                    </a:p>
                  </a:txBody>
                  <a:tcPr marL="35469" marR="35469" marT="17739" marB="17739" anchor="ctr"/>
                </a:tc>
                <a:tc>
                  <a:txBody>
                    <a:bodyPr/>
                    <a:lstStyle/>
                    <a:p>
                      <a:pPr lvl="0" algn="l" rtl="0" fontAlgn="auto">
                        <a:lnSpc>
                          <a:spcPts val="1125"/>
                        </a:lnSpc>
                        <a:buNone/>
                      </a:pPr>
                      <a:r>
                        <a:rPr lang="en-GB" sz="1200" b="0"/>
                        <a:t>Long-term </a:t>
                      </a:r>
                      <a:endParaRPr lang="en-GB" sz="1200" b="0" i="0"/>
                    </a:p>
                  </a:txBody>
                  <a:tcPr marL="35469" marR="35469" marT="17739" marB="17739" anchor="ctr"/>
                </a:tc>
                <a:tc>
                  <a:txBody>
                    <a:bodyPr/>
                    <a:lstStyle/>
                    <a:p>
                      <a:pPr lvl="0" algn="l" rtl="0" fontAlgn="auto">
                        <a:lnSpc>
                          <a:spcPts val="1125"/>
                        </a:lnSpc>
                        <a:buNone/>
                      </a:pPr>
                      <a:r>
                        <a:rPr lang="en-GB" sz="1200" b="0"/>
                        <a:t>Lagging, Soft </a:t>
                      </a:r>
                      <a:endParaRPr lang="en-GB" sz="1200" b="0" i="0"/>
                    </a:p>
                  </a:txBody>
                  <a:tcPr marL="35469" marR="35469" marT="17739" marB="17739" anchor="ctr"/>
                </a:tc>
                <a:tc>
                  <a:txBody>
                    <a:bodyPr/>
                    <a:lstStyle/>
                    <a:p>
                      <a:pPr lvl="0" algn="l" rtl="0" fontAlgn="auto">
                        <a:lnSpc>
                          <a:spcPts val="1125"/>
                        </a:lnSpc>
                        <a:buNone/>
                      </a:pPr>
                      <a:r>
                        <a:rPr lang="en-GB" sz="1200" b="0"/>
                        <a:t>Shareholders, Management </a:t>
                      </a:r>
                      <a:endParaRPr lang="en-GB" sz="1200" b="0" i="0"/>
                    </a:p>
                  </a:txBody>
                  <a:tcPr marL="35469" marR="35469" marT="17739" marB="17739" anchor="ctr"/>
                </a:tc>
                <a:extLst>
                  <a:ext uri="{0D108BD9-81ED-4DB2-BD59-A6C34878D82A}">
                    <a16:rowId xmlns:a16="http://schemas.microsoft.com/office/drawing/2014/main" val="2188362935"/>
                  </a:ext>
                </a:extLst>
              </a:tr>
              <a:tr h="290221">
                <a:tc>
                  <a:txBody>
                    <a:bodyPr/>
                    <a:lstStyle/>
                    <a:p>
                      <a:pPr lvl="0" algn="l" rtl="0" fontAlgn="auto">
                        <a:lnSpc>
                          <a:spcPts val="1125"/>
                        </a:lnSpc>
                        <a:buNone/>
                      </a:pPr>
                      <a:r>
                        <a:rPr lang="en-GB" sz="1200" b="1"/>
                        <a:t>Customer</a:t>
                      </a:r>
                      <a:r>
                        <a:rPr lang="en-GB" sz="1200" b="0"/>
                        <a:t> </a:t>
                      </a:r>
                      <a:endParaRPr lang="en-GB" sz="1200" b="0" i="0"/>
                    </a:p>
                  </a:txBody>
                  <a:tcPr marL="35469" marR="35469" marT="17739" marB="17739" anchor="ctr"/>
                </a:tc>
                <a:tc>
                  <a:txBody>
                    <a:bodyPr/>
                    <a:lstStyle/>
                    <a:p>
                      <a:pPr lvl="0" algn="l" rtl="0" fontAlgn="auto">
                        <a:lnSpc>
                          <a:spcPts val="1125"/>
                        </a:lnSpc>
                        <a:buNone/>
                      </a:pPr>
                      <a:r>
                        <a:rPr lang="en-GB" sz="1200" b="0"/>
                        <a:t>Increase customer satisfaction </a:t>
                      </a:r>
                      <a:endParaRPr lang="en-GB" sz="1200" b="0" i="0"/>
                    </a:p>
                  </a:txBody>
                  <a:tcPr marL="35469" marR="35469" marT="17739" marB="17739" anchor="ctr"/>
                </a:tc>
                <a:tc>
                  <a:txBody>
                    <a:bodyPr/>
                    <a:lstStyle/>
                    <a:p>
                      <a:pPr lvl="0" algn="l" rtl="0" fontAlgn="auto">
                        <a:lnSpc>
                          <a:spcPts val="1125"/>
                        </a:lnSpc>
                        <a:buNone/>
                      </a:pPr>
                      <a:r>
                        <a:rPr lang="en-GB" sz="1200" b="0"/>
                        <a:t>Customer satisfaction rate </a:t>
                      </a:r>
                      <a:endParaRPr lang="en-GB" sz="1200" b="0" i="0"/>
                    </a:p>
                  </a:txBody>
                  <a:tcPr marL="35469" marR="35469" marT="17739" marB="17739" anchor="ctr"/>
                </a:tc>
                <a:tc>
                  <a:txBody>
                    <a:bodyPr/>
                    <a:lstStyle/>
                    <a:p>
                      <a:pPr lvl="0" algn="l" rtl="0" fontAlgn="auto">
                        <a:lnSpc>
                          <a:spcPts val="1125"/>
                        </a:lnSpc>
                        <a:buNone/>
                      </a:pPr>
                      <a:r>
                        <a:rPr lang="en-GB" sz="1200" b="0"/>
                        <a:t>Long-term </a:t>
                      </a:r>
                      <a:endParaRPr lang="en-GB" sz="1200" b="0" i="0"/>
                    </a:p>
                  </a:txBody>
                  <a:tcPr marL="35469" marR="35469" marT="17739" marB="17739" anchor="ctr"/>
                </a:tc>
                <a:tc>
                  <a:txBody>
                    <a:bodyPr/>
                    <a:lstStyle/>
                    <a:p>
                      <a:pPr lvl="0" algn="l" rtl="0" fontAlgn="auto">
                        <a:lnSpc>
                          <a:spcPts val="1125"/>
                        </a:lnSpc>
                        <a:buNone/>
                      </a:pPr>
                      <a:r>
                        <a:rPr lang="en-GB" sz="1200" b="0"/>
                        <a:t>Lagging, Hard </a:t>
                      </a:r>
                      <a:endParaRPr lang="en-GB" sz="1200" b="0" i="0"/>
                    </a:p>
                  </a:txBody>
                  <a:tcPr marL="35469" marR="35469" marT="17739" marB="17739" anchor="ctr"/>
                </a:tc>
                <a:tc>
                  <a:txBody>
                    <a:bodyPr/>
                    <a:lstStyle/>
                    <a:p>
                      <a:pPr lvl="0" algn="l" rtl="0" fontAlgn="auto">
                        <a:lnSpc>
                          <a:spcPts val="1125"/>
                        </a:lnSpc>
                        <a:buNone/>
                      </a:pPr>
                      <a:r>
                        <a:rPr lang="en-GB" sz="1200" b="0"/>
                        <a:t>Customers </a:t>
                      </a:r>
                      <a:endParaRPr lang="en-GB" sz="1200" b="0" i="0"/>
                    </a:p>
                  </a:txBody>
                  <a:tcPr marL="35469" marR="35469" marT="17739" marB="17739" anchor="ctr"/>
                </a:tc>
                <a:extLst>
                  <a:ext uri="{0D108BD9-81ED-4DB2-BD59-A6C34878D82A}">
                    <a16:rowId xmlns:a16="http://schemas.microsoft.com/office/drawing/2014/main" val="3181731520"/>
                  </a:ext>
                </a:extLst>
              </a:tr>
              <a:tr h="288922">
                <a:tc>
                  <a:txBody>
                    <a:bodyPr/>
                    <a:lstStyle/>
                    <a:p>
                      <a:pPr lvl="0" algn="l" rtl="0" fontAlgn="auto">
                        <a:lnSpc>
                          <a:spcPts val="1125"/>
                        </a:lnSpc>
                        <a:buNone/>
                      </a:pPr>
                      <a:r>
                        <a:rPr lang="en-IN" sz="1200" b="0"/>
                        <a:t> </a:t>
                      </a:r>
                      <a:endParaRPr lang="en-IN" sz="1200" b="0" i="0">
                        <a:latin typeface="Arial" pitchFamily="34"/>
                      </a:endParaRPr>
                    </a:p>
                  </a:txBody>
                  <a:tcPr marL="35469" marR="35469" marT="17739" marB="17739" anchor="ctr"/>
                </a:tc>
                <a:tc>
                  <a:txBody>
                    <a:bodyPr/>
                    <a:lstStyle/>
                    <a:p>
                      <a:pPr lvl="0" algn="l" rtl="0" fontAlgn="auto">
                        <a:lnSpc>
                          <a:spcPts val="1125"/>
                        </a:lnSpc>
                        <a:buNone/>
                      </a:pPr>
                      <a:r>
                        <a:rPr lang="en-GB" sz="1200" b="0"/>
                        <a:t>Improve customer retention </a:t>
                      </a:r>
                      <a:endParaRPr lang="en-GB" sz="1200" b="0" i="0"/>
                    </a:p>
                  </a:txBody>
                  <a:tcPr marL="35469" marR="35469" marT="17739" marB="17739" anchor="ctr"/>
                </a:tc>
                <a:tc>
                  <a:txBody>
                    <a:bodyPr/>
                    <a:lstStyle/>
                    <a:p>
                      <a:pPr lvl="0" algn="l" rtl="0" fontAlgn="auto">
                        <a:lnSpc>
                          <a:spcPts val="1125"/>
                        </a:lnSpc>
                        <a:buNone/>
                      </a:pPr>
                      <a:r>
                        <a:rPr lang="en-GB" sz="1200" b="0"/>
                        <a:t>Customer retention rate </a:t>
                      </a:r>
                      <a:endParaRPr lang="en-GB" sz="1200" b="0" i="0"/>
                    </a:p>
                  </a:txBody>
                  <a:tcPr marL="35469" marR="35469" marT="17739" marB="17739" anchor="ctr"/>
                </a:tc>
                <a:tc>
                  <a:txBody>
                    <a:bodyPr/>
                    <a:lstStyle/>
                    <a:p>
                      <a:pPr lvl="0" algn="l" rtl="0" fontAlgn="auto">
                        <a:lnSpc>
                          <a:spcPts val="1125"/>
                        </a:lnSpc>
                        <a:buNone/>
                      </a:pPr>
                      <a:r>
                        <a:rPr lang="en-GB" sz="1200" b="0"/>
                        <a:t>Long-term </a:t>
                      </a:r>
                      <a:endParaRPr lang="en-GB" sz="1200" b="0" i="0"/>
                    </a:p>
                  </a:txBody>
                  <a:tcPr marL="35469" marR="35469" marT="17739" marB="17739" anchor="ctr"/>
                </a:tc>
                <a:tc>
                  <a:txBody>
                    <a:bodyPr/>
                    <a:lstStyle/>
                    <a:p>
                      <a:pPr lvl="0" algn="l" rtl="0" fontAlgn="auto">
                        <a:lnSpc>
                          <a:spcPts val="1125"/>
                        </a:lnSpc>
                        <a:buNone/>
                      </a:pPr>
                      <a:r>
                        <a:rPr lang="en-GB" sz="1200" b="0"/>
                        <a:t>Leading, Hard </a:t>
                      </a:r>
                      <a:endParaRPr lang="en-GB" sz="1200" b="0" i="0"/>
                    </a:p>
                  </a:txBody>
                  <a:tcPr marL="35469" marR="35469" marT="17739" marB="17739" anchor="ctr"/>
                </a:tc>
                <a:tc>
                  <a:txBody>
                    <a:bodyPr/>
                    <a:lstStyle/>
                    <a:p>
                      <a:pPr lvl="0" algn="l" rtl="0" fontAlgn="auto">
                        <a:lnSpc>
                          <a:spcPts val="1125"/>
                        </a:lnSpc>
                        <a:buNone/>
                      </a:pPr>
                      <a:r>
                        <a:rPr lang="en-GB" sz="1200" b="0"/>
                        <a:t>Customers </a:t>
                      </a:r>
                      <a:endParaRPr lang="en-GB" sz="1200" b="0" i="0"/>
                    </a:p>
                  </a:txBody>
                  <a:tcPr marL="35469" marR="35469" marT="17739" marB="17739" anchor="ctr"/>
                </a:tc>
                <a:extLst>
                  <a:ext uri="{0D108BD9-81ED-4DB2-BD59-A6C34878D82A}">
                    <a16:rowId xmlns:a16="http://schemas.microsoft.com/office/drawing/2014/main" val="963705214"/>
                  </a:ext>
                </a:extLst>
              </a:tr>
              <a:tr h="414899">
                <a:tc>
                  <a:txBody>
                    <a:bodyPr/>
                    <a:lstStyle/>
                    <a:p>
                      <a:pPr lvl="0" algn="l" rtl="0" fontAlgn="auto">
                        <a:lnSpc>
                          <a:spcPts val="1125"/>
                        </a:lnSpc>
                        <a:buNone/>
                      </a:pPr>
                      <a:r>
                        <a:rPr lang="en-IN" sz="1200" b="0"/>
                        <a:t> </a:t>
                      </a:r>
                      <a:endParaRPr lang="en-IN" sz="1200" b="0" i="0">
                        <a:latin typeface="Arial" pitchFamily="34"/>
                      </a:endParaRPr>
                    </a:p>
                  </a:txBody>
                  <a:tcPr marL="35469" marR="35469" marT="17739" marB="17739" anchor="ctr"/>
                </a:tc>
                <a:tc>
                  <a:txBody>
                    <a:bodyPr/>
                    <a:lstStyle/>
                    <a:p>
                      <a:pPr lvl="0" algn="l" rtl="0" fontAlgn="auto">
                        <a:lnSpc>
                          <a:spcPts val="1125"/>
                        </a:lnSpc>
                        <a:buNone/>
                      </a:pPr>
                      <a:r>
                        <a:rPr lang="en-US" sz="1200" b="0"/>
                        <a:t>Improve response time to customer issues </a:t>
                      </a:r>
                      <a:endParaRPr lang="en-US" sz="1200" b="0" i="0"/>
                    </a:p>
                  </a:txBody>
                  <a:tcPr marL="35469" marR="35469" marT="17739" marB="17739" anchor="ctr"/>
                </a:tc>
                <a:tc>
                  <a:txBody>
                    <a:bodyPr/>
                    <a:lstStyle/>
                    <a:p>
                      <a:pPr lvl="0" algn="l" rtl="0" fontAlgn="auto">
                        <a:lnSpc>
                          <a:spcPts val="1125"/>
                        </a:lnSpc>
                        <a:buNone/>
                      </a:pPr>
                      <a:r>
                        <a:rPr lang="en-GB" sz="1200" b="0"/>
                        <a:t>Average complaint resolution time </a:t>
                      </a:r>
                      <a:endParaRPr lang="en-GB" sz="1200" b="0" i="0"/>
                    </a:p>
                  </a:txBody>
                  <a:tcPr marL="35469" marR="35469" marT="17739" marB="17739" anchor="ctr"/>
                </a:tc>
                <a:tc>
                  <a:txBody>
                    <a:bodyPr/>
                    <a:lstStyle/>
                    <a:p>
                      <a:pPr lvl="0" algn="l" rtl="0" fontAlgn="auto">
                        <a:lnSpc>
                          <a:spcPts val="1125"/>
                        </a:lnSpc>
                        <a:buNone/>
                      </a:pPr>
                      <a:r>
                        <a:rPr lang="en-GB" sz="1200" b="0"/>
                        <a:t>Short-term </a:t>
                      </a:r>
                      <a:endParaRPr lang="en-GB" sz="1200" b="0" i="0"/>
                    </a:p>
                  </a:txBody>
                  <a:tcPr marL="35469" marR="35469" marT="17739" marB="17739" anchor="ctr"/>
                </a:tc>
                <a:tc>
                  <a:txBody>
                    <a:bodyPr/>
                    <a:lstStyle/>
                    <a:p>
                      <a:pPr lvl="0" algn="l" rtl="0" fontAlgn="auto">
                        <a:lnSpc>
                          <a:spcPts val="1125"/>
                        </a:lnSpc>
                        <a:buNone/>
                      </a:pPr>
                      <a:r>
                        <a:rPr lang="en-GB" sz="1200" b="0"/>
                        <a:t>Leading, Hard </a:t>
                      </a:r>
                      <a:endParaRPr lang="en-GB" sz="1200" b="0" i="0"/>
                    </a:p>
                  </a:txBody>
                  <a:tcPr marL="35469" marR="35469" marT="17739" marB="17739" anchor="ctr"/>
                </a:tc>
                <a:tc>
                  <a:txBody>
                    <a:bodyPr/>
                    <a:lstStyle/>
                    <a:p>
                      <a:pPr lvl="0" algn="l" rtl="0" fontAlgn="auto">
                        <a:lnSpc>
                          <a:spcPts val="1125"/>
                        </a:lnSpc>
                        <a:buNone/>
                      </a:pPr>
                      <a:r>
                        <a:rPr lang="en-GB" sz="1200" b="0"/>
                        <a:t>Customers </a:t>
                      </a:r>
                      <a:endParaRPr lang="en-GB" sz="1200" b="0" i="0"/>
                    </a:p>
                  </a:txBody>
                  <a:tcPr marL="35469" marR="35469" marT="17739" marB="17739" anchor="ctr"/>
                </a:tc>
                <a:extLst>
                  <a:ext uri="{0D108BD9-81ED-4DB2-BD59-A6C34878D82A}">
                    <a16:rowId xmlns:a16="http://schemas.microsoft.com/office/drawing/2014/main" val="151372918"/>
                  </a:ext>
                </a:extLst>
              </a:tr>
              <a:tr h="309368">
                <a:tc>
                  <a:txBody>
                    <a:bodyPr/>
                    <a:lstStyle/>
                    <a:p>
                      <a:pPr lvl="0" algn="l" rtl="0" fontAlgn="auto">
                        <a:lnSpc>
                          <a:spcPts val="1125"/>
                        </a:lnSpc>
                        <a:buNone/>
                      </a:pPr>
                      <a:r>
                        <a:rPr lang="en-GB" sz="1200" b="1"/>
                        <a:t>Internal Business Processes</a:t>
                      </a:r>
                      <a:r>
                        <a:rPr lang="en-GB" sz="1200" b="0"/>
                        <a:t> </a:t>
                      </a:r>
                      <a:endParaRPr lang="en-GB" sz="1200" b="0" i="0"/>
                    </a:p>
                  </a:txBody>
                  <a:tcPr marL="35469" marR="35469" marT="17739" marB="17739" anchor="ctr"/>
                </a:tc>
                <a:tc>
                  <a:txBody>
                    <a:bodyPr/>
                    <a:lstStyle/>
                    <a:p>
                      <a:pPr lvl="0" algn="l" rtl="0" fontAlgn="auto">
                        <a:lnSpc>
                          <a:spcPts val="1125"/>
                        </a:lnSpc>
                        <a:buNone/>
                      </a:pPr>
                      <a:r>
                        <a:rPr lang="en-GB" sz="1200" b="0"/>
                        <a:t>Enhance real-time project updates </a:t>
                      </a:r>
                      <a:endParaRPr lang="en-GB" sz="1200" b="0" i="0"/>
                    </a:p>
                  </a:txBody>
                  <a:tcPr marL="35469" marR="35469" marT="17739" marB="17739" anchor="ctr"/>
                </a:tc>
                <a:tc>
                  <a:txBody>
                    <a:bodyPr/>
                    <a:lstStyle/>
                    <a:p>
                      <a:pPr lvl="0" algn="l" rtl="0" fontAlgn="auto">
                        <a:lnSpc>
                          <a:spcPts val="1125"/>
                        </a:lnSpc>
                        <a:buNone/>
                      </a:pPr>
                      <a:r>
                        <a:rPr lang="en-US" sz="1200" b="0"/>
                        <a:t>Average time to update clients </a:t>
                      </a:r>
                      <a:endParaRPr lang="en-US" sz="1200" b="0" i="0"/>
                    </a:p>
                  </a:txBody>
                  <a:tcPr marL="35469" marR="35469" marT="17739" marB="17739" anchor="ctr"/>
                </a:tc>
                <a:tc>
                  <a:txBody>
                    <a:bodyPr/>
                    <a:lstStyle/>
                    <a:p>
                      <a:pPr lvl="0" algn="l" rtl="0" fontAlgn="auto">
                        <a:lnSpc>
                          <a:spcPts val="1125"/>
                        </a:lnSpc>
                        <a:buNone/>
                      </a:pPr>
                      <a:r>
                        <a:rPr lang="en-GB" sz="1200" b="0"/>
                        <a:t>Short-term </a:t>
                      </a:r>
                      <a:endParaRPr lang="en-GB" sz="1200" b="0" i="0"/>
                    </a:p>
                  </a:txBody>
                  <a:tcPr marL="35469" marR="35469" marT="17739" marB="17739" anchor="ctr"/>
                </a:tc>
                <a:tc>
                  <a:txBody>
                    <a:bodyPr/>
                    <a:lstStyle/>
                    <a:p>
                      <a:pPr lvl="0" algn="l" rtl="0" fontAlgn="auto">
                        <a:lnSpc>
                          <a:spcPts val="1125"/>
                        </a:lnSpc>
                        <a:buNone/>
                      </a:pPr>
                      <a:r>
                        <a:rPr lang="en-GB" sz="1200" b="0"/>
                        <a:t>Leading, Hard </a:t>
                      </a:r>
                      <a:endParaRPr lang="en-GB" sz="1200" b="0" i="0"/>
                    </a:p>
                  </a:txBody>
                  <a:tcPr marL="35469" marR="35469" marT="17739" marB="17739" anchor="ctr"/>
                </a:tc>
                <a:tc>
                  <a:txBody>
                    <a:bodyPr/>
                    <a:lstStyle/>
                    <a:p>
                      <a:pPr lvl="0" algn="l" rtl="0" fontAlgn="auto">
                        <a:lnSpc>
                          <a:spcPts val="1125"/>
                        </a:lnSpc>
                        <a:buNone/>
                      </a:pPr>
                      <a:r>
                        <a:rPr lang="en-GB" sz="1200" b="0"/>
                        <a:t>Operations Team </a:t>
                      </a:r>
                      <a:endParaRPr lang="en-GB" sz="1200" b="0" i="0"/>
                    </a:p>
                  </a:txBody>
                  <a:tcPr marL="35469" marR="35469" marT="17739" marB="17739" anchor="ctr"/>
                </a:tc>
                <a:extLst>
                  <a:ext uri="{0D108BD9-81ED-4DB2-BD59-A6C34878D82A}">
                    <a16:rowId xmlns:a16="http://schemas.microsoft.com/office/drawing/2014/main" val="2639553517"/>
                  </a:ext>
                </a:extLst>
              </a:tr>
              <a:tr h="288922">
                <a:tc>
                  <a:txBody>
                    <a:bodyPr/>
                    <a:lstStyle/>
                    <a:p>
                      <a:pPr lvl="0" algn="l" rtl="0" fontAlgn="auto">
                        <a:lnSpc>
                          <a:spcPts val="1125"/>
                        </a:lnSpc>
                        <a:buNone/>
                      </a:pPr>
                      <a:r>
                        <a:rPr lang="en-IN" sz="1200" b="0"/>
                        <a:t> </a:t>
                      </a:r>
                      <a:endParaRPr lang="en-IN" sz="1200" b="0" i="0">
                        <a:latin typeface="Arial" pitchFamily="34"/>
                      </a:endParaRPr>
                    </a:p>
                  </a:txBody>
                  <a:tcPr marL="35469" marR="35469" marT="17739" marB="17739" anchor="ctr"/>
                </a:tc>
                <a:tc>
                  <a:txBody>
                    <a:bodyPr/>
                    <a:lstStyle/>
                    <a:p>
                      <a:pPr lvl="0" algn="l" rtl="0" fontAlgn="auto">
                        <a:lnSpc>
                          <a:spcPts val="1125"/>
                        </a:lnSpc>
                        <a:buNone/>
                      </a:pPr>
                      <a:r>
                        <a:rPr lang="en-GB" sz="1200" b="0"/>
                        <a:t>Optimize project delivery </a:t>
                      </a:r>
                      <a:endParaRPr lang="en-GB" sz="1200" b="0" i="0"/>
                    </a:p>
                  </a:txBody>
                  <a:tcPr marL="35469" marR="35469" marT="17739" marB="17739" anchor="ctr"/>
                </a:tc>
                <a:tc>
                  <a:txBody>
                    <a:bodyPr/>
                    <a:lstStyle/>
                    <a:p>
                      <a:pPr lvl="0" algn="l" rtl="0" fontAlgn="auto">
                        <a:lnSpc>
                          <a:spcPts val="1125"/>
                        </a:lnSpc>
                        <a:buNone/>
                      </a:pPr>
                      <a:r>
                        <a:rPr lang="en-GB" sz="1200" b="0"/>
                        <a:t>Project completion time </a:t>
                      </a:r>
                      <a:endParaRPr lang="en-GB" sz="1200" b="0" i="0"/>
                    </a:p>
                  </a:txBody>
                  <a:tcPr marL="35469" marR="35469" marT="17739" marB="17739" anchor="ctr"/>
                </a:tc>
                <a:tc>
                  <a:txBody>
                    <a:bodyPr/>
                    <a:lstStyle/>
                    <a:p>
                      <a:pPr lvl="0" algn="l" rtl="0" fontAlgn="auto">
                        <a:lnSpc>
                          <a:spcPts val="1125"/>
                        </a:lnSpc>
                        <a:buNone/>
                      </a:pPr>
                      <a:r>
                        <a:rPr lang="en-GB" sz="1200" b="0"/>
                        <a:t>Short-term </a:t>
                      </a:r>
                      <a:endParaRPr lang="en-GB" sz="1200" b="0" i="0"/>
                    </a:p>
                  </a:txBody>
                  <a:tcPr marL="35469" marR="35469" marT="17739" marB="17739" anchor="ctr"/>
                </a:tc>
                <a:tc>
                  <a:txBody>
                    <a:bodyPr/>
                    <a:lstStyle/>
                    <a:p>
                      <a:pPr lvl="0" algn="l" rtl="0" fontAlgn="auto">
                        <a:lnSpc>
                          <a:spcPts val="1125"/>
                        </a:lnSpc>
                        <a:buNone/>
                      </a:pPr>
                      <a:r>
                        <a:rPr lang="en-GB" sz="1200" b="0"/>
                        <a:t>Lagging, Hard </a:t>
                      </a:r>
                      <a:endParaRPr lang="en-GB" sz="1200" b="0" i="0"/>
                    </a:p>
                  </a:txBody>
                  <a:tcPr marL="35469" marR="35469" marT="17739" marB="17739" anchor="ctr"/>
                </a:tc>
                <a:tc>
                  <a:txBody>
                    <a:bodyPr/>
                    <a:lstStyle/>
                    <a:p>
                      <a:pPr lvl="0" algn="l" rtl="0" fontAlgn="auto">
                        <a:lnSpc>
                          <a:spcPts val="1125"/>
                        </a:lnSpc>
                        <a:buNone/>
                      </a:pPr>
                      <a:r>
                        <a:rPr lang="en-GB" sz="1200" b="0"/>
                        <a:t>Operations Team </a:t>
                      </a:r>
                      <a:endParaRPr lang="en-GB" sz="1200" b="0" i="0"/>
                    </a:p>
                  </a:txBody>
                  <a:tcPr marL="35469" marR="35469" marT="17739" marB="17739" anchor="ctr"/>
                </a:tc>
                <a:extLst>
                  <a:ext uri="{0D108BD9-81ED-4DB2-BD59-A6C34878D82A}">
                    <a16:rowId xmlns:a16="http://schemas.microsoft.com/office/drawing/2014/main" val="2410500857"/>
                  </a:ext>
                </a:extLst>
              </a:tr>
              <a:tr h="309368">
                <a:tc>
                  <a:txBody>
                    <a:bodyPr/>
                    <a:lstStyle/>
                    <a:p>
                      <a:pPr lvl="0" algn="l" rtl="0" fontAlgn="auto">
                        <a:lnSpc>
                          <a:spcPts val="1125"/>
                        </a:lnSpc>
                        <a:buNone/>
                      </a:pPr>
                      <a:r>
                        <a:rPr lang="en-IN" sz="1200" b="0"/>
                        <a:t> </a:t>
                      </a:r>
                      <a:endParaRPr lang="en-IN" sz="1200" b="0" i="0">
                        <a:latin typeface="Arial" pitchFamily="34"/>
                      </a:endParaRPr>
                    </a:p>
                  </a:txBody>
                  <a:tcPr marL="35469" marR="35469" marT="17739" marB="17739" anchor="ctr"/>
                </a:tc>
                <a:tc>
                  <a:txBody>
                    <a:bodyPr/>
                    <a:lstStyle/>
                    <a:p>
                      <a:pPr lvl="0" algn="l" rtl="0" fontAlgn="auto">
                        <a:lnSpc>
                          <a:spcPts val="1125"/>
                        </a:lnSpc>
                        <a:buNone/>
                      </a:pPr>
                      <a:r>
                        <a:rPr lang="en-GB" sz="1200" b="0"/>
                        <a:t>Enhance quality control </a:t>
                      </a:r>
                      <a:endParaRPr lang="en-GB" sz="1200" b="0" i="0"/>
                    </a:p>
                  </a:txBody>
                  <a:tcPr marL="35469" marR="35469" marT="17739" marB="17739" anchor="ctr"/>
                </a:tc>
                <a:tc>
                  <a:txBody>
                    <a:bodyPr/>
                    <a:lstStyle/>
                    <a:p>
                      <a:pPr lvl="0" algn="l" rtl="0" fontAlgn="auto">
                        <a:lnSpc>
                          <a:spcPts val="1125"/>
                        </a:lnSpc>
                        <a:buNone/>
                      </a:pPr>
                      <a:r>
                        <a:rPr lang="en-US" sz="1200" b="0"/>
                        <a:t>Number of defects or reworks </a:t>
                      </a:r>
                      <a:endParaRPr lang="en-US" sz="1200" b="0" i="0"/>
                    </a:p>
                  </a:txBody>
                  <a:tcPr marL="35469" marR="35469" marT="17739" marB="17739" anchor="ctr"/>
                </a:tc>
                <a:tc>
                  <a:txBody>
                    <a:bodyPr/>
                    <a:lstStyle/>
                    <a:p>
                      <a:pPr lvl="0" algn="l" rtl="0" fontAlgn="auto">
                        <a:lnSpc>
                          <a:spcPts val="1125"/>
                        </a:lnSpc>
                        <a:buNone/>
                      </a:pPr>
                      <a:r>
                        <a:rPr lang="en-GB" sz="1200" b="0"/>
                        <a:t>Short &amp; Long-term </a:t>
                      </a:r>
                      <a:endParaRPr lang="en-GB" sz="1200" b="0" i="0"/>
                    </a:p>
                  </a:txBody>
                  <a:tcPr marL="35469" marR="35469" marT="17739" marB="17739" anchor="ctr"/>
                </a:tc>
                <a:tc>
                  <a:txBody>
                    <a:bodyPr/>
                    <a:lstStyle/>
                    <a:p>
                      <a:pPr lvl="0" algn="l" rtl="0" fontAlgn="auto">
                        <a:lnSpc>
                          <a:spcPts val="1125"/>
                        </a:lnSpc>
                        <a:buNone/>
                      </a:pPr>
                      <a:r>
                        <a:rPr lang="en-GB" sz="1200" b="0"/>
                        <a:t>Lagging, Hard </a:t>
                      </a:r>
                      <a:endParaRPr lang="en-GB" sz="1200" b="0" i="0"/>
                    </a:p>
                  </a:txBody>
                  <a:tcPr marL="35469" marR="35469" marT="17739" marB="17739" anchor="ctr"/>
                </a:tc>
                <a:tc>
                  <a:txBody>
                    <a:bodyPr/>
                    <a:lstStyle/>
                    <a:p>
                      <a:pPr lvl="0" algn="l" rtl="0" fontAlgn="auto">
                        <a:lnSpc>
                          <a:spcPts val="1125"/>
                        </a:lnSpc>
                        <a:buNone/>
                      </a:pPr>
                      <a:r>
                        <a:rPr lang="en-GB" sz="1200" b="0"/>
                        <a:t>Operations Team </a:t>
                      </a:r>
                      <a:endParaRPr lang="en-GB" sz="1200" b="0" i="0"/>
                    </a:p>
                  </a:txBody>
                  <a:tcPr marL="35469" marR="35469" marT="17739" marB="17739" anchor="ctr"/>
                </a:tc>
                <a:extLst>
                  <a:ext uri="{0D108BD9-81ED-4DB2-BD59-A6C34878D82A}">
                    <a16:rowId xmlns:a16="http://schemas.microsoft.com/office/drawing/2014/main" val="2715662966"/>
                  </a:ext>
                </a:extLst>
              </a:tr>
              <a:tr h="309368">
                <a:tc>
                  <a:txBody>
                    <a:bodyPr/>
                    <a:lstStyle/>
                    <a:p>
                      <a:pPr lvl="0" algn="l" rtl="0" fontAlgn="auto">
                        <a:lnSpc>
                          <a:spcPts val="1125"/>
                        </a:lnSpc>
                        <a:buNone/>
                      </a:pPr>
                      <a:r>
                        <a:rPr lang="en-IN" sz="1200" b="0"/>
                        <a:t> </a:t>
                      </a:r>
                      <a:endParaRPr lang="en-IN" sz="1200" b="0" i="0">
                        <a:latin typeface="Arial" pitchFamily="34"/>
                      </a:endParaRPr>
                    </a:p>
                  </a:txBody>
                  <a:tcPr marL="35469" marR="35469" marT="17739" marB="17739" anchor="ctr"/>
                </a:tc>
                <a:tc>
                  <a:txBody>
                    <a:bodyPr/>
                    <a:lstStyle/>
                    <a:p>
                      <a:pPr lvl="0" algn="l" rtl="0" fontAlgn="auto">
                        <a:lnSpc>
                          <a:spcPts val="1125"/>
                        </a:lnSpc>
                        <a:buNone/>
                      </a:pPr>
                      <a:r>
                        <a:rPr lang="en-GB" sz="1200" b="0"/>
                        <a:t>Reduce Defective Software Delivery </a:t>
                      </a:r>
                      <a:endParaRPr lang="en-GB" sz="1200" b="0" i="0"/>
                    </a:p>
                  </a:txBody>
                  <a:tcPr marL="35469" marR="35469" marT="17739" marB="17739" anchor="ctr"/>
                </a:tc>
                <a:tc>
                  <a:txBody>
                    <a:bodyPr/>
                    <a:lstStyle/>
                    <a:p>
                      <a:pPr lvl="0" algn="l" rtl="0" fontAlgn="auto">
                        <a:lnSpc>
                          <a:spcPts val="1125"/>
                        </a:lnSpc>
                        <a:buNone/>
                      </a:pPr>
                      <a:r>
                        <a:rPr lang="en-US" sz="1200" b="0"/>
                        <a:t>Average project delay (overall average) </a:t>
                      </a:r>
                      <a:endParaRPr lang="en-US" sz="1200" b="0" i="0"/>
                    </a:p>
                  </a:txBody>
                  <a:tcPr marL="35469" marR="35469" marT="17739" marB="17739" anchor="ctr"/>
                </a:tc>
                <a:tc>
                  <a:txBody>
                    <a:bodyPr/>
                    <a:lstStyle/>
                    <a:p>
                      <a:pPr lvl="0" algn="l" rtl="0" fontAlgn="auto">
                        <a:lnSpc>
                          <a:spcPts val="1125"/>
                        </a:lnSpc>
                        <a:buNone/>
                      </a:pPr>
                      <a:r>
                        <a:rPr lang="en-GB" sz="1200" b="0"/>
                        <a:t>Long-term </a:t>
                      </a:r>
                      <a:endParaRPr lang="en-GB" sz="1200" b="0" i="0"/>
                    </a:p>
                  </a:txBody>
                  <a:tcPr marL="35469" marR="35469" marT="17739" marB="17739" anchor="ctr"/>
                </a:tc>
                <a:tc>
                  <a:txBody>
                    <a:bodyPr/>
                    <a:lstStyle/>
                    <a:p>
                      <a:pPr lvl="0" algn="l" rtl="0" fontAlgn="auto">
                        <a:lnSpc>
                          <a:spcPts val="1125"/>
                        </a:lnSpc>
                        <a:buNone/>
                      </a:pPr>
                      <a:r>
                        <a:rPr lang="en-GB" sz="1200" b="0"/>
                        <a:t>Lagging, Hard </a:t>
                      </a:r>
                      <a:endParaRPr lang="en-GB" sz="1200" b="0" i="0"/>
                    </a:p>
                  </a:txBody>
                  <a:tcPr marL="35469" marR="35469" marT="17739" marB="17739" anchor="ctr"/>
                </a:tc>
                <a:tc>
                  <a:txBody>
                    <a:bodyPr/>
                    <a:lstStyle/>
                    <a:p>
                      <a:pPr lvl="0" algn="l" rtl="0" fontAlgn="auto">
                        <a:lnSpc>
                          <a:spcPts val="1125"/>
                        </a:lnSpc>
                        <a:buNone/>
                      </a:pPr>
                      <a:r>
                        <a:rPr lang="en-GB" sz="1200" b="0"/>
                        <a:t>Operations Team </a:t>
                      </a:r>
                      <a:endParaRPr lang="en-GB" sz="1200" b="0" i="0"/>
                    </a:p>
                  </a:txBody>
                  <a:tcPr marL="35469" marR="35469" marT="17739" marB="17739" anchor="ctr"/>
                </a:tc>
                <a:extLst>
                  <a:ext uri="{0D108BD9-81ED-4DB2-BD59-A6C34878D82A}">
                    <a16:rowId xmlns:a16="http://schemas.microsoft.com/office/drawing/2014/main" val="3063321085"/>
                  </a:ext>
                </a:extLst>
              </a:tr>
              <a:tr h="309368">
                <a:tc>
                  <a:txBody>
                    <a:bodyPr/>
                    <a:lstStyle/>
                    <a:p>
                      <a:pPr lvl="0" algn="l" rtl="0" fontAlgn="auto">
                        <a:lnSpc>
                          <a:spcPts val="1125"/>
                        </a:lnSpc>
                        <a:buNone/>
                      </a:pPr>
                      <a:r>
                        <a:rPr lang="en-IN" sz="1200" b="0"/>
                        <a:t> </a:t>
                      </a:r>
                      <a:endParaRPr lang="en-IN" sz="1200" b="0" i="0">
                        <a:latin typeface="Arial" pitchFamily="34"/>
                      </a:endParaRPr>
                    </a:p>
                  </a:txBody>
                  <a:tcPr marL="35469" marR="35469" marT="17739" marB="17739" anchor="ctr"/>
                </a:tc>
                <a:tc>
                  <a:txBody>
                    <a:bodyPr/>
                    <a:lstStyle/>
                    <a:p>
                      <a:pPr lvl="0" algn="l" rtl="0" fontAlgn="auto">
                        <a:lnSpc>
                          <a:spcPts val="1125"/>
                        </a:lnSpc>
                        <a:buNone/>
                      </a:pPr>
                      <a:r>
                        <a:rPr lang="en-GB" sz="1200" b="0"/>
                        <a:t>Foster process innovation </a:t>
                      </a:r>
                      <a:endParaRPr lang="en-GB" sz="1200" b="0" i="0"/>
                    </a:p>
                  </a:txBody>
                  <a:tcPr marL="35469" marR="35469" marT="17739" marB="17739" anchor="ctr"/>
                </a:tc>
                <a:tc>
                  <a:txBody>
                    <a:bodyPr/>
                    <a:lstStyle/>
                    <a:p>
                      <a:pPr lvl="0" algn="l" rtl="0" fontAlgn="auto">
                        <a:lnSpc>
                          <a:spcPts val="1125"/>
                        </a:lnSpc>
                        <a:buNone/>
                      </a:pPr>
                      <a:r>
                        <a:rPr lang="en-US" sz="1200" b="0"/>
                        <a:t>Number of implemented process improvements </a:t>
                      </a:r>
                      <a:endParaRPr lang="en-US" sz="1200" b="0" i="0"/>
                    </a:p>
                  </a:txBody>
                  <a:tcPr marL="35469" marR="35469" marT="17739" marB="17739" anchor="ctr"/>
                </a:tc>
                <a:tc>
                  <a:txBody>
                    <a:bodyPr/>
                    <a:lstStyle/>
                    <a:p>
                      <a:pPr lvl="0" algn="l" rtl="0" fontAlgn="auto">
                        <a:lnSpc>
                          <a:spcPts val="1125"/>
                        </a:lnSpc>
                        <a:buNone/>
                      </a:pPr>
                      <a:r>
                        <a:rPr lang="en-GB" sz="1200" b="0"/>
                        <a:t>Long-term </a:t>
                      </a:r>
                      <a:endParaRPr lang="en-GB" sz="1200" b="0" i="0"/>
                    </a:p>
                  </a:txBody>
                  <a:tcPr marL="35469" marR="35469" marT="17739" marB="17739" anchor="ctr"/>
                </a:tc>
                <a:tc>
                  <a:txBody>
                    <a:bodyPr/>
                    <a:lstStyle/>
                    <a:p>
                      <a:pPr lvl="0" algn="l" rtl="0" fontAlgn="auto">
                        <a:lnSpc>
                          <a:spcPts val="1125"/>
                        </a:lnSpc>
                        <a:buNone/>
                      </a:pPr>
                      <a:r>
                        <a:rPr lang="en-GB" sz="1200" b="0"/>
                        <a:t>Leading, Objective &amp; Subjective </a:t>
                      </a:r>
                      <a:endParaRPr lang="en-GB" sz="1200" b="0" i="0"/>
                    </a:p>
                  </a:txBody>
                  <a:tcPr marL="35469" marR="35469" marT="17739" marB="17739" anchor="ctr"/>
                </a:tc>
                <a:tc>
                  <a:txBody>
                    <a:bodyPr/>
                    <a:lstStyle/>
                    <a:p>
                      <a:pPr lvl="0" algn="l" rtl="0" fontAlgn="auto">
                        <a:lnSpc>
                          <a:spcPts val="1125"/>
                        </a:lnSpc>
                        <a:buNone/>
                      </a:pPr>
                      <a:r>
                        <a:rPr lang="en-GB" sz="1200" b="0"/>
                        <a:t>Operations Team, Employees </a:t>
                      </a:r>
                      <a:endParaRPr lang="en-GB" sz="1200" b="0" i="0"/>
                    </a:p>
                  </a:txBody>
                  <a:tcPr marL="35469" marR="35469" marT="17739" marB="17739" anchor="ctr"/>
                </a:tc>
                <a:extLst>
                  <a:ext uri="{0D108BD9-81ED-4DB2-BD59-A6C34878D82A}">
                    <a16:rowId xmlns:a16="http://schemas.microsoft.com/office/drawing/2014/main" val="3758738752"/>
                  </a:ext>
                </a:extLst>
              </a:tr>
              <a:tr h="309368">
                <a:tc>
                  <a:txBody>
                    <a:bodyPr/>
                    <a:lstStyle/>
                    <a:p>
                      <a:pPr lvl="0" algn="l" rtl="0" fontAlgn="auto">
                        <a:lnSpc>
                          <a:spcPts val="1125"/>
                        </a:lnSpc>
                        <a:buNone/>
                      </a:pPr>
                      <a:r>
                        <a:rPr lang="en-GB" sz="1200" b="1"/>
                        <a:t>Learning and Growth</a:t>
                      </a:r>
                      <a:r>
                        <a:rPr lang="en-GB" sz="1200" b="0"/>
                        <a:t> </a:t>
                      </a:r>
                      <a:endParaRPr lang="en-GB" sz="1200" b="0" i="0"/>
                    </a:p>
                  </a:txBody>
                  <a:tcPr marL="35469" marR="35469" marT="17739" marB="17739" anchor="ctr"/>
                </a:tc>
                <a:tc>
                  <a:txBody>
                    <a:bodyPr/>
                    <a:lstStyle/>
                    <a:p>
                      <a:pPr lvl="0" algn="l" rtl="0" fontAlgn="auto">
                        <a:lnSpc>
                          <a:spcPts val="1125"/>
                        </a:lnSpc>
                        <a:buNone/>
                      </a:pPr>
                      <a:r>
                        <a:rPr lang="en-GB" sz="1200" b="0"/>
                        <a:t>Improve employee skills </a:t>
                      </a:r>
                      <a:endParaRPr lang="en-GB" sz="1200" b="0" i="0"/>
                    </a:p>
                  </a:txBody>
                  <a:tcPr marL="35469" marR="35469" marT="17739" marB="17739" anchor="ctr"/>
                </a:tc>
                <a:tc>
                  <a:txBody>
                    <a:bodyPr/>
                    <a:lstStyle/>
                    <a:p>
                      <a:pPr lvl="0" algn="l" rtl="0" fontAlgn="auto">
                        <a:lnSpc>
                          <a:spcPts val="1125"/>
                        </a:lnSpc>
                        <a:buNone/>
                      </a:pPr>
                      <a:r>
                        <a:rPr lang="en-GB" sz="1200" b="0"/>
                        <a:t>Employee training completion rate </a:t>
                      </a:r>
                      <a:endParaRPr lang="en-GB" sz="1200" b="0" i="0"/>
                    </a:p>
                  </a:txBody>
                  <a:tcPr marL="35469" marR="35469" marT="17739" marB="17739" anchor="ctr"/>
                </a:tc>
                <a:tc>
                  <a:txBody>
                    <a:bodyPr/>
                    <a:lstStyle/>
                    <a:p>
                      <a:pPr lvl="0" algn="l" rtl="0" fontAlgn="auto">
                        <a:lnSpc>
                          <a:spcPts val="1125"/>
                        </a:lnSpc>
                        <a:buNone/>
                      </a:pPr>
                      <a:r>
                        <a:rPr lang="en-GB" sz="1200" b="0"/>
                        <a:t>Long-term </a:t>
                      </a:r>
                      <a:endParaRPr lang="en-GB" sz="1200" b="0" i="0"/>
                    </a:p>
                  </a:txBody>
                  <a:tcPr marL="35469" marR="35469" marT="17739" marB="17739" anchor="ctr"/>
                </a:tc>
                <a:tc>
                  <a:txBody>
                    <a:bodyPr/>
                    <a:lstStyle/>
                    <a:p>
                      <a:pPr lvl="0" algn="l" rtl="0" fontAlgn="auto">
                        <a:lnSpc>
                          <a:spcPts val="1125"/>
                        </a:lnSpc>
                        <a:buNone/>
                      </a:pPr>
                      <a:r>
                        <a:rPr lang="en-GB" sz="1200" b="0"/>
                        <a:t>Leading, Hard </a:t>
                      </a:r>
                      <a:endParaRPr lang="en-GB" sz="1200" b="0" i="0"/>
                    </a:p>
                  </a:txBody>
                  <a:tcPr marL="35469" marR="35469" marT="17739" marB="17739" anchor="ctr"/>
                </a:tc>
                <a:tc>
                  <a:txBody>
                    <a:bodyPr/>
                    <a:lstStyle/>
                    <a:p>
                      <a:pPr lvl="0" algn="l" rtl="0" fontAlgn="auto">
                        <a:lnSpc>
                          <a:spcPts val="1125"/>
                        </a:lnSpc>
                        <a:buNone/>
                      </a:pPr>
                      <a:r>
                        <a:rPr lang="en-GB" sz="1200" b="0"/>
                        <a:t>Employees </a:t>
                      </a:r>
                      <a:endParaRPr lang="en-GB" sz="1200" b="0" i="0"/>
                    </a:p>
                  </a:txBody>
                  <a:tcPr marL="35469" marR="35469" marT="17739" marB="17739" anchor="ctr"/>
                </a:tc>
                <a:extLst>
                  <a:ext uri="{0D108BD9-81ED-4DB2-BD59-A6C34878D82A}">
                    <a16:rowId xmlns:a16="http://schemas.microsoft.com/office/drawing/2014/main" val="1954041728"/>
                  </a:ext>
                </a:extLst>
              </a:tr>
              <a:tr h="309368">
                <a:tc>
                  <a:txBody>
                    <a:bodyPr/>
                    <a:lstStyle/>
                    <a:p>
                      <a:pPr lvl="0" algn="l" rtl="0" fontAlgn="auto">
                        <a:lnSpc>
                          <a:spcPts val="1125"/>
                        </a:lnSpc>
                        <a:buNone/>
                      </a:pPr>
                      <a:r>
                        <a:rPr lang="en-IN" sz="1200" b="0"/>
                        <a:t> </a:t>
                      </a:r>
                      <a:endParaRPr lang="en-IN" sz="1200" b="0" i="0">
                        <a:latin typeface="Arial" pitchFamily="34"/>
                      </a:endParaRPr>
                    </a:p>
                  </a:txBody>
                  <a:tcPr marL="35469" marR="35469" marT="17739" marB="17739" anchor="ctr"/>
                </a:tc>
                <a:tc>
                  <a:txBody>
                    <a:bodyPr/>
                    <a:lstStyle/>
                    <a:p>
                      <a:pPr lvl="0" algn="l" rtl="0" fontAlgn="auto">
                        <a:lnSpc>
                          <a:spcPts val="1125"/>
                        </a:lnSpc>
                        <a:buNone/>
                      </a:pPr>
                      <a:r>
                        <a:rPr lang="en-GB" sz="1200" b="0"/>
                        <a:t>Foster innovation culture </a:t>
                      </a:r>
                      <a:endParaRPr lang="en-GB" sz="1200" b="0" i="0"/>
                    </a:p>
                  </a:txBody>
                  <a:tcPr marL="35469" marR="35469" marT="17739" marB="17739" anchor="ctr"/>
                </a:tc>
                <a:tc>
                  <a:txBody>
                    <a:bodyPr/>
                    <a:lstStyle/>
                    <a:p>
                      <a:pPr lvl="0" algn="l" rtl="0" fontAlgn="auto">
                        <a:lnSpc>
                          <a:spcPts val="1125"/>
                        </a:lnSpc>
                        <a:buNone/>
                      </a:pPr>
                      <a:r>
                        <a:rPr lang="en-US" sz="1200" b="0"/>
                        <a:t>Number of implemented employee suggestions </a:t>
                      </a:r>
                      <a:endParaRPr lang="en-US" sz="1200" b="0" i="0"/>
                    </a:p>
                  </a:txBody>
                  <a:tcPr marL="35469" marR="35469" marT="17739" marB="17739" anchor="ctr"/>
                </a:tc>
                <a:tc>
                  <a:txBody>
                    <a:bodyPr/>
                    <a:lstStyle/>
                    <a:p>
                      <a:pPr lvl="0" algn="l" rtl="0" fontAlgn="auto">
                        <a:lnSpc>
                          <a:spcPts val="1125"/>
                        </a:lnSpc>
                        <a:buNone/>
                      </a:pPr>
                      <a:r>
                        <a:rPr lang="en-GB" sz="1200" b="0"/>
                        <a:t>Long-term </a:t>
                      </a:r>
                      <a:endParaRPr lang="en-GB" sz="1200" b="0" i="0"/>
                    </a:p>
                  </a:txBody>
                  <a:tcPr marL="35469" marR="35469" marT="17739" marB="17739" anchor="ctr"/>
                </a:tc>
                <a:tc>
                  <a:txBody>
                    <a:bodyPr/>
                    <a:lstStyle/>
                    <a:p>
                      <a:pPr lvl="0" algn="l" rtl="0" fontAlgn="auto">
                        <a:lnSpc>
                          <a:spcPts val="1125"/>
                        </a:lnSpc>
                        <a:buNone/>
                      </a:pPr>
                      <a:r>
                        <a:rPr lang="en-GB" sz="1200" b="0"/>
                        <a:t>Leading, Objective &amp; Subjective </a:t>
                      </a:r>
                      <a:endParaRPr lang="en-GB" sz="1200" b="0" i="0"/>
                    </a:p>
                  </a:txBody>
                  <a:tcPr marL="35469" marR="35469" marT="17739" marB="17739" anchor="ctr"/>
                </a:tc>
                <a:tc>
                  <a:txBody>
                    <a:bodyPr/>
                    <a:lstStyle/>
                    <a:p>
                      <a:pPr lvl="0" algn="l" rtl="0" fontAlgn="auto">
                        <a:lnSpc>
                          <a:spcPts val="1125"/>
                        </a:lnSpc>
                        <a:buNone/>
                      </a:pPr>
                      <a:r>
                        <a:rPr lang="en-GB" sz="1200" b="0"/>
                        <a:t>Employees </a:t>
                      </a:r>
                      <a:endParaRPr lang="en-GB" sz="1200" b="0" i="0"/>
                    </a:p>
                  </a:txBody>
                  <a:tcPr marL="35469" marR="35469" marT="17739" marB="17739" anchor="ctr"/>
                </a:tc>
                <a:extLst>
                  <a:ext uri="{0D108BD9-81ED-4DB2-BD59-A6C34878D82A}">
                    <a16:rowId xmlns:a16="http://schemas.microsoft.com/office/drawing/2014/main" val="2664095199"/>
                  </a:ext>
                </a:extLst>
              </a:tr>
              <a:tr h="414899">
                <a:tc>
                  <a:txBody>
                    <a:bodyPr/>
                    <a:lstStyle/>
                    <a:p>
                      <a:pPr lvl="0" algn="l" rtl="0" fontAlgn="auto">
                        <a:lnSpc>
                          <a:spcPts val="1125"/>
                        </a:lnSpc>
                        <a:buNone/>
                      </a:pPr>
                      <a:r>
                        <a:rPr lang="en-IN" sz="1200" b="0"/>
                        <a:t> </a:t>
                      </a:r>
                      <a:endParaRPr lang="en-IN" sz="1200" b="0" i="0">
                        <a:latin typeface="Arial" pitchFamily="34"/>
                      </a:endParaRPr>
                    </a:p>
                  </a:txBody>
                  <a:tcPr marL="35469" marR="35469" marT="17739" marB="17739" anchor="ctr"/>
                </a:tc>
                <a:tc>
                  <a:txBody>
                    <a:bodyPr/>
                    <a:lstStyle/>
                    <a:p>
                      <a:pPr lvl="0" algn="l" rtl="0" fontAlgn="auto">
                        <a:lnSpc>
                          <a:spcPts val="1125"/>
                        </a:lnSpc>
                        <a:buNone/>
                      </a:pPr>
                      <a:r>
                        <a:rPr lang="en-GB" sz="1200" b="0"/>
                        <a:t>Increase employee engagement </a:t>
                      </a:r>
                      <a:endParaRPr lang="en-GB" sz="1200" b="0" i="0"/>
                    </a:p>
                  </a:txBody>
                  <a:tcPr marL="35469" marR="35469" marT="17739" marB="17739" anchor="ctr"/>
                </a:tc>
                <a:tc>
                  <a:txBody>
                    <a:bodyPr/>
                    <a:lstStyle/>
                    <a:p>
                      <a:pPr lvl="0" algn="l" rtl="0" fontAlgn="auto">
                        <a:lnSpc>
                          <a:spcPts val="1125"/>
                        </a:lnSpc>
                        <a:buNone/>
                      </a:pPr>
                      <a:r>
                        <a:rPr lang="en-US" sz="1200" b="0"/>
                        <a:t>Employee satisfaction survey (conducted annually) </a:t>
                      </a:r>
                      <a:endParaRPr lang="en-US" sz="1200" b="0" i="0"/>
                    </a:p>
                  </a:txBody>
                  <a:tcPr marL="35469" marR="35469" marT="17739" marB="17739" anchor="ctr"/>
                </a:tc>
                <a:tc>
                  <a:txBody>
                    <a:bodyPr/>
                    <a:lstStyle/>
                    <a:p>
                      <a:pPr lvl="0" algn="l" rtl="0" fontAlgn="auto">
                        <a:lnSpc>
                          <a:spcPts val="1125"/>
                        </a:lnSpc>
                        <a:buNone/>
                      </a:pPr>
                      <a:r>
                        <a:rPr lang="en-GB" sz="1200" b="0"/>
                        <a:t>Short-term </a:t>
                      </a:r>
                      <a:endParaRPr lang="en-GB" sz="1200" b="0" i="0"/>
                    </a:p>
                  </a:txBody>
                  <a:tcPr marL="35469" marR="35469" marT="17739" marB="17739" anchor="ctr"/>
                </a:tc>
                <a:tc>
                  <a:txBody>
                    <a:bodyPr/>
                    <a:lstStyle/>
                    <a:p>
                      <a:pPr lvl="0" algn="l" rtl="0" fontAlgn="auto">
                        <a:lnSpc>
                          <a:spcPts val="1125"/>
                        </a:lnSpc>
                        <a:buNone/>
                      </a:pPr>
                      <a:r>
                        <a:rPr lang="en-GB" sz="1200" b="0"/>
                        <a:t>Lagging, Soft, Subjective </a:t>
                      </a:r>
                      <a:endParaRPr lang="en-GB" sz="1200" b="0" i="0"/>
                    </a:p>
                  </a:txBody>
                  <a:tcPr marL="35469" marR="35469" marT="17739" marB="17739" anchor="ctr"/>
                </a:tc>
                <a:tc>
                  <a:txBody>
                    <a:bodyPr/>
                    <a:lstStyle/>
                    <a:p>
                      <a:pPr lvl="0" algn="l" rtl="0" fontAlgn="auto">
                        <a:lnSpc>
                          <a:spcPts val="1125"/>
                        </a:lnSpc>
                        <a:buNone/>
                      </a:pPr>
                      <a:r>
                        <a:rPr lang="en-GB" sz="1200" b="0"/>
                        <a:t>Employees </a:t>
                      </a:r>
                      <a:endParaRPr lang="en-GB" sz="1200" b="0" i="0"/>
                    </a:p>
                  </a:txBody>
                  <a:tcPr marL="35469" marR="35469" marT="17739" marB="17739" anchor="ctr"/>
                </a:tc>
                <a:extLst>
                  <a:ext uri="{0D108BD9-81ED-4DB2-BD59-A6C34878D82A}">
                    <a16:rowId xmlns:a16="http://schemas.microsoft.com/office/drawing/2014/main" val="2035579834"/>
                  </a:ext>
                </a:extLst>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name="Slide123">
    <p:spTree>
      <p:nvGrpSpPr>
        <p:cNvPr id="1" name=""/>
        <p:cNvGrpSpPr/>
        <p:nvPr/>
      </p:nvGrpSpPr>
      <p:grpSpPr>
        <a:xfrm>
          <a:off x="0" y="0"/>
          <a:ext cx="0" cy="0"/>
          <a:chOff x="0" y="0"/>
          <a:chExt cx="0" cy="0"/>
        </a:xfrm>
      </p:grpSpPr>
      <p:sp>
        <p:nvSpPr>
          <p:cNvPr id="2" name="Tijdelijke aanduiding voor datum 4">
            <a:extLst>
              <a:ext uri="{FF2B5EF4-FFF2-40B4-BE49-F238E27FC236}">
                <a16:creationId xmlns:a16="http://schemas.microsoft.com/office/drawing/2014/main" id="{B7DDCE17-AFA2-31E0-ED59-704A6709AA17}"/>
              </a:ext>
            </a:extLst>
          </p:cNvPr>
          <p:cNvSpPr txBox="1">
            <a:spLocks noGrp="1"/>
          </p:cNvSpPr>
          <p:nvPr>
            <p:ph type="dt" sz="quarter" idx="7"/>
          </p:nvPr>
        </p:nvSpPr>
        <p:spPr>
          <a:xfrm>
            <a:off x="10146566" y="6405664"/>
            <a:ext cx="766230" cy="184663"/>
          </a:xfrm>
          <a:prstGeom prst="rect">
            <a:avLst/>
          </a:prstGeom>
          <a:noFill/>
          <a:ln>
            <a:noFill/>
          </a:ln>
        </p:spPr>
        <p:txBody>
          <a:bodyPr vert="horz" wrap="none" lIns="0" tIns="0" rIns="0" bIns="0" anchor="ctr" anchorCtr="0" compatLnSpc="1">
            <a:spAutoFit/>
          </a:bodyPr>
          <a:lstStyle/>
          <a:p>
            <a:pPr lvl="0" algn="r"/>
            <a:fld id="{793C6416-9350-424B-A4BB-14A8CDDD354A}" type="datetime1">
              <a:rPr lang="nl-NL" sz="1200">
                <a:solidFill>
                  <a:srgbClr val="000000"/>
                </a:solidFill>
                <a:latin typeface="Arial"/>
                <a:cs typeface="Segoe UI Light" pitchFamily="34"/>
              </a:rPr>
              <a:pPr lvl="0" algn="r"/>
              <a:t>22-10-2025</a:t>
            </a:fld>
            <a:endParaRPr lang="en-GB" sz="1200">
              <a:solidFill>
                <a:srgbClr val="000000"/>
              </a:solidFill>
              <a:latin typeface="Arial"/>
              <a:cs typeface="Segoe UI Light" pitchFamily="34"/>
            </a:endParaRPr>
          </a:p>
        </p:txBody>
      </p:sp>
      <p:sp>
        <p:nvSpPr>
          <p:cNvPr id="3" name="Titel 8">
            <a:extLst>
              <a:ext uri="{FF2B5EF4-FFF2-40B4-BE49-F238E27FC236}">
                <a16:creationId xmlns:a16="http://schemas.microsoft.com/office/drawing/2014/main" id="{F19DC72F-23B3-02D8-48D9-3A764EFB2EB5}"/>
              </a:ext>
            </a:extLst>
          </p:cNvPr>
          <p:cNvSpPr txBox="1">
            <a:spLocks noGrp="1"/>
          </p:cNvSpPr>
          <p:nvPr>
            <p:ph type="title"/>
          </p:nvPr>
        </p:nvSpPr>
        <p:spPr>
          <a:xfrm>
            <a:off x="718663" y="686165"/>
            <a:ext cx="10752612" cy="323404"/>
          </a:xfrm>
          <a:prstGeom prst="rect">
            <a:avLst/>
          </a:prstGeom>
          <a:noFill/>
          <a:ln>
            <a:noFill/>
          </a:ln>
        </p:spPr>
        <p:txBody>
          <a:bodyPr vert="horz" wrap="square" lIns="0" tIns="0" rIns="0" bIns="378003" anchor="t" anchorCtr="0" compatLnSpc="1">
            <a:noAutofit/>
          </a:bodyPr>
          <a:lstStyle/>
          <a:p>
            <a:pPr lvl="0"/>
            <a:r>
              <a:rPr lang="en-GB" u="sng"/>
              <a:t>Customer Strategy Map </a:t>
            </a:r>
          </a:p>
        </p:txBody>
      </p:sp>
      <p:sp>
        <p:nvSpPr>
          <p:cNvPr id="4" name="Tijdelijke aanduiding voor dianummer 102">
            <a:extLst>
              <a:ext uri="{FF2B5EF4-FFF2-40B4-BE49-F238E27FC236}">
                <a16:creationId xmlns:a16="http://schemas.microsoft.com/office/drawing/2014/main" id="{ED9FD2A3-0A99-1793-DA63-190687E94127}"/>
              </a:ext>
            </a:extLst>
          </p:cNvPr>
          <p:cNvSpPr txBox="1">
            <a:spLocks noGrp="1"/>
          </p:cNvSpPr>
          <p:nvPr>
            <p:ph type="sldNum" sz="quarter" idx="8"/>
          </p:nvPr>
        </p:nvSpPr>
        <p:spPr>
          <a:xfrm>
            <a:off x="11178466" y="6405664"/>
            <a:ext cx="291300" cy="184663"/>
          </a:xfrm>
          <a:prstGeom prst="rect">
            <a:avLst/>
          </a:prstGeom>
          <a:noFill/>
          <a:ln>
            <a:noFill/>
          </a:ln>
        </p:spPr>
        <p:txBody>
          <a:bodyPr vert="horz" wrap="none" lIns="0" tIns="0" rIns="0" bIns="0" anchor="ctr" anchorCtr="0" compatLnSpc="1">
            <a:spAutoFit/>
          </a:bodyPr>
          <a:lstStyle/>
          <a:p>
            <a:pPr lvl="0" algn="r"/>
            <a:fld id="{D4223CDF-312C-4A4B-8269-23FDEA0ECCF4}" type="slidenum">
              <a:t>24</a:t>
            </a:fld>
            <a:endParaRPr lang="en-GB" sz="1200" b="1">
              <a:solidFill>
                <a:srgbClr val="000000"/>
              </a:solidFill>
              <a:latin typeface="Arial"/>
              <a:cs typeface="Segoe UI Light" pitchFamily="34"/>
            </a:endParaRPr>
          </a:p>
        </p:txBody>
      </p:sp>
      <p:cxnSp>
        <p:nvCxnSpPr>
          <p:cNvPr id="5" name="Straight Connector 83">
            <a:extLst>
              <a:ext uri="{FF2B5EF4-FFF2-40B4-BE49-F238E27FC236}">
                <a16:creationId xmlns:a16="http://schemas.microsoft.com/office/drawing/2014/main" id="{6AE0028C-DD17-3BB1-6E2A-ECF09074DC1C}"/>
              </a:ext>
            </a:extLst>
          </p:cNvPr>
          <p:cNvCxnSpPr/>
          <p:nvPr/>
        </p:nvCxnSpPr>
        <p:spPr>
          <a:xfrm>
            <a:off x="0" y="6139546"/>
            <a:ext cx="12191996" cy="0"/>
          </a:xfrm>
          <a:prstGeom prst="straightConnector1">
            <a:avLst/>
          </a:prstGeom>
          <a:noFill/>
          <a:ln w="28575" cap="rnd">
            <a:solidFill>
              <a:srgbClr val="00A6D6"/>
            </a:solidFill>
            <a:prstDash val="solid"/>
            <a:round/>
          </a:ln>
        </p:spPr>
      </p:cxnSp>
      <p:sp>
        <p:nvSpPr>
          <p:cNvPr id="6" name="TextBox 11">
            <a:extLst>
              <a:ext uri="{FF2B5EF4-FFF2-40B4-BE49-F238E27FC236}">
                <a16:creationId xmlns:a16="http://schemas.microsoft.com/office/drawing/2014/main" id="{F6F46A29-F574-8C90-CAE6-1F86FD68F8C3}"/>
              </a:ext>
            </a:extLst>
          </p:cNvPr>
          <p:cNvSpPr txBox="1"/>
          <p:nvPr/>
        </p:nvSpPr>
        <p:spPr>
          <a:xfrm>
            <a:off x="1363525" y="-727743"/>
            <a:ext cx="8964594" cy="369335"/>
          </a:xfrm>
          <a:prstGeom prst="rect">
            <a:avLst/>
          </a:prstGeom>
          <a:noFill/>
          <a:ln>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1800" b="0" i="0" u="none" strike="noStrike" kern="1200" cap="none" spc="0" baseline="0">
                <a:solidFill>
                  <a:srgbClr val="000000"/>
                </a:solidFill>
                <a:uFillTx/>
                <a:latin typeface="Arial"/>
              </a:rPr>
              <a:t>#00A6D6</a:t>
            </a:r>
          </a:p>
        </p:txBody>
      </p:sp>
      <p:pic>
        <p:nvPicPr>
          <p:cNvPr id="7" name="Picture 3">
            <a:extLst>
              <a:ext uri="{FF2B5EF4-FFF2-40B4-BE49-F238E27FC236}">
                <a16:creationId xmlns:a16="http://schemas.microsoft.com/office/drawing/2014/main" id="{910E73B8-7655-0156-19B1-6D827E6E429D}"/>
              </a:ext>
            </a:extLst>
          </p:cNvPr>
          <p:cNvPicPr>
            <a:picLocks noChangeAspect="1"/>
          </p:cNvPicPr>
          <p:nvPr/>
        </p:nvPicPr>
        <p:blipFill>
          <a:blip r:embed="rId3"/>
          <a:stretch>
            <a:fillRect/>
          </a:stretch>
        </p:blipFill>
        <p:spPr>
          <a:xfrm>
            <a:off x="719139" y="1600300"/>
            <a:ext cx="5689597" cy="4273119"/>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name="Slide126">
    <p:spTree>
      <p:nvGrpSpPr>
        <p:cNvPr id="1" name=""/>
        <p:cNvGrpSpPr/>
        <p:nvPr/>
      </p:nvGrpSpPr>
      <p:grpSpPr>
        <a:xfrm>
          <a:off x="0" y="0"/>
          <a:ext cx="0" cy="0"/>
          <a:chOff x="0" y="0"/>
          <a:chExt cx="0" cy="0"/>
        </a:xfrm>
      </p:grpSpPr>
      <p:sp>
        <p:nvSpPr>
          <p:cNvPr id="2" name="Tijdelijke aanduiding voor datum 4">
            <a:extLst>
              <a:ext uri="{FF2B5EF4-FFF2-40B4-BE49-F238E27FC236}">
                <a16:creationId xmlns:a16="http://schemas.microsoft.com/office/drawing/2014/main" id="{B9025BC3-5B18-5696-814D-7A52AC6B289B}"/>
              </a:ext>
            </a:extLst>
          </p:cNvPr>
          <p:cNvSpPr txBox="1">
            <a:spLocks noGrp="1"/>
          </p:cNvSpPr>
          <p:nvPr>
            <p:ph type="dt" sz="quarter" idx="7"/>
          </p:nvPr>
        </p:nvSpPr>
        <p:spPr>
          <a:xfrm>
            <a:off x="10146566" y="6405664"/>
            <a:ext cx="766230" cy="184663"/>
          </a:xfrm>
          <a:prstGeom prst="rect">
            <a:avLst/>
          </a:prstGeom>
          <a:noFill/>
          <a:ln>
            <a:noFill/>
          </a:ln>
        </p:spPr>
        <p:txBody>
          <a:bodyPr vert="horz" wrap="none" lIns="0" tIns="0" rIns="0" bIns="0" anchor="ctr" anchorCtr="0" compatLnSpc="1">
            <a:spAutoFit/>
          </a:bodyPr>
          <a:lstStyle/>
          <a:p>
            <a:pPr lvl="0" algn="r"/>
            <a:fld id="{6C057DAD-E7A8-48A8-A8BC-14A6E3CB35CB}" type="datetime1">
              <a:rPr lang="nl-NL" sz="1200">
                <a:solidFill>
                  <a:srgbClr val="000000"/>
                </a:solidFill>
                <a:latin typeface="Arial"/>
                <a:cs typeface="Segoe UI Light" pitchFamily="34"/>
              </a:rPr>
              <a:pPr lvl="0" algn="r"/>
              <a:t>22-10-2025</a:t>
            </a:fld>
            <a:endParaRPr lang="en-GB" sz="1200">
              <a:solidFill>
                <a:srgbClr val="000000"/>
              </a:solidFill>
              <a:latin typeface="Arial"/>
              <a:cs typeface="Segoe UI Light" pitchFamily="34"/>
            </a:endParaRPr>
          </a:p>
        </p:txBody>
      </p:sp>
      <p:sp>
        <p:nvSpPr>
          <p:cNvPr id="3" name="Titel 8">
            <a:extLst>
              <a:ext uri="{FF2B5EF4-FFF2-40B4-BE49-F238E27FC236}">
                <a16:creationId xmlns:a16="http://schemas.microsoft.com/office/drawing/2014/main" id="{DA79A155-3584-D48E-4CB8-A0664A260621}"/>
              </a:ext>
            </a:extLst>
          </p:cNvPr>
          <p:cNvSpPr txBox="1">
            <a:spLocks noGrp="1"/>
          </p:cNvSpPr>
          <p:nvPr>
            <p:ph type="title"/>
          </p:nvPr>
        </p:nvSpPr>
        <p:spPr>
          <a:xfrm>
            <a:off x="718663" y="686165"/>
            <a:ext cx="10752612" cy="323404"/>
          </a:xfrm>
          <a:prstGeom prst="rect">
            <a:avLst/>
          </a:prstGeom>
          <a:noFill/>
          <a:ln>
            <a:noFill/>
          </a:ln>
        </p:spPr>
        <p:txBody>
          <a:bodyPr vert="horz" wrap="square" lIns="0" tIns="0" rIns="0" bIns="378003" anchor="t" anchorCtr="0" compatLnSpc="1">
            <a:noAutofit/>
          </a:bodyPr>
          <a:lstStyle/>
          <a:p>
            <a:pPr lvl="0"/>
            <a:r>
              <a:rPr lang="en-GB" u="sng"/>
              <a:t>As-is Process </a:t>
            </a:r>
          </a:p>
        </p:txBody>
      </p:sp>
      <p:sp>
        <p:nvSpPr>
          <p:cNvPr id="4" name="Tijdelijke aanduiding voor dianummer 102">
            <a:extLst>
              <a:ext uri="{FF2B5EF4-FFF2-40B4-BE49-F238E27FC236}">
                <a16:creationId xmlns:a16="http://schemas.microsoft.com/office/drawing/2014/main" id="{09FEC621-95D1-2EF7-601A-1312E88DDCFB}"/>
              </a:ext>
            </a:extLst>
          </p:cNvPr>
          <p:cNvSpPr txBox="1">
            <a:spLocks noGrp="1"/>
          </p:cNvSpPr>
          <p:nvPr>
            <p:ph type="sldNum" sz="quarter" idx="8"/>
          </p:nvPr>
        </p:nvSpPr>
        <p:spPr>
          <a:xfrm>
            <a:off x="11178466" y="6405664"/>
            <a:ext cx="291300" cy="184663"/>
          </a:xfrm>
          <a:prstGeom prst="rect">
            <a:avLst/>
          </a:prstGeom>
          <a:noFill/>
          <a:ln>
            <a:noFill/>
          </a:ln>
        </p:spPr>
        <p:txBody>
          <a:bodyPr vert="horz" wrap="none" lIns="0" tIns="0" rIns="0" bIns="0" anchor="ctr" anchorCtr="0" compatLnSpc="1">
            <a:spAutoFit/>
          </a:bodyPr>
          <a:lstStyle/>
          <a:p>
            <a:pPr lvl="0" algn="r"/>
            <a:fld id="{0E5A42A2-80C6-4FA2-91D2-2C96D1B220F7}" type="slidenum">
              <a:t>25</a:t>
            </a:fld>
            <a:endParaRPr lang="en-GB" sz="1200" b="1">
              <a:solidFill>
                <a:srgbClr val="000000"/>
              </a:solidFill>
              <a:latin typeface="Arial"/>
              <a:cs typeface="Segoe UI Light" pitchFamily="34"/>
            </a:endParaRPr>
          </a:p>
        </p:txBody>
      </p:sp>
      <p:cxnSp>
        <p:nvCxnSpPr>
          <p:cNvPr id="5" name="Straight Connector 83">
            <a:extLst>
              <a:ext uri="{FF2B5EF4-FFF2-40B4-BE49-F238E27FC236}">
                <a16:creationId xmlns:a16="http://schemas.microsoft.com/office/drawing/2014/main" id="{943D7DAD-08B3-130B-A36A-4D36A2D63CC7}"/>
              </a:ext>
            </a:extLst>
          </p:cNvPr>
          <p:cNvCxnSpPr/>
          <p:nvPr/>
        </p:nvCxnSpPr>
        <p:spPr>
          <a:xfrm>
            <a:off x="0" y="6139546"/>
            <a:ext cx="12191996" cy="0"/>
          </a:xfrm>
          <a:prstGeom prst="straightConnector1">
            <a:avLst/>
          </a:prstGeom>
          <a:noFill/>
          <a:ln w="28575" cap="rnd">
            <a:solidFill>
              <a:srgbClr val="00A6D6"/>
            </a:solidFill>
            <a:prstDash val="solid"/>
            <a:round/>
          </a:ln>
        </p:spPr>
      </p:cxnSp>
      <p:sp>
        <p:nvSpPr>
          <p:cNvPr id="6" name="TextBox 11">
            <a:extLst>
              <a:ext uri="{FF2B5EF4-FFF2-40B4-BE49-F238E27FC236}">
                <a16:creationId xmlns:a16="http://schemas.microsoft.com/office/drawing/2014/main" id="{7DE1EE74-7A04-2610-10A7-704C3E191B16}"/>
              </a:ext>
            </a:extLst>
          </p:cNvPr>
          <p:cNvSpPr txBox="1"/>
          <p:nvPr/>
        </p:nvSpPr>
        <p:spPr>
          <a:xfrm>
            <a:off x="1363525" y="-727743"/>
            <a:ext cx="8964594" cy="369335"/>
          </a:xfrm>
          <a:prstGeom prst="rect">
            <a:avLst/>
          </a:prstGeom>
          <a:noFill/>
          <a:ln>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1800" b="0" i="0" u="none" strike="noStrike" kern="1200" cap="none" spc="0" baseline="0">
                <a:solidFill>
                  <a:srgbClr val="000000"/>
                </a:solidFill>
                <a:uFillTx/>
                <a:latin typeface="Arial"/>
              </a:rPr>
              <a:t>#00A6D6</a:t>
            </a:r>
          </a:p>
        </p:txBody>
      </p:sp>
      <p:grpSp>
        <p:nvGrpSpPr>
          <p:cNvPr id="7" name="Group 5">
            <a:extLst>
              <a:ext uri="{FF2B5EF4-FFF2-40B4-BE49-F238E27FC236}">
                <a16:creationId xmlns:a16="http://schemas.microsoft.com/office/drawing/2014/main" id="{C8987DBF-6443-877C-4F8F-20B98A5CC18D}"/>
              </a:ext>
            </a:extLst>
          </p:cNvPr>
          <p:cNvGrpSpPr/>
          <p:nvPr/>
        </p:nvGrpSpPr>
        <p:grpSpPr>
          <a:xfrm>
            <a:off x="1462555" y="1342421"/>
            <a:ext cx="9264837" cy="4729980"/>
            <a:chOff x="1462555" y="1342421"/>
            <a:chExt cx="9264837" cy="4729980"/>
          </a:xfrm>
        </p:grpSpPr>
        <p:pic>
          <p:nvPicPr>
            <p:cNvPr id="8" name="Picture 2">
              <a:extLst>
                <a:ext uri="{FF2B5EF4-FFF2-40B4-BE49-F238E27FC236}">
                  <a16:creationId xmlns:a16="http://schemas.microsoft.com/office/drawing/2014/main" id="{03DAB859-5BAE-FE42-915B-EE7C7148ACBF}"/>
                </a:ext>
              </a:extLst>
            </p:cNvPr>
            <p:cNvPicPr>
              <a:picLocks noChangeAspect="1"/>
            </p:cNvPicPr>
            <p:nvPr/>
          </p:nvPicPr>
          <p:blipFill>
            <a:blip r:embed="rId3"/>
            <a:srcRect t="2997"/>
            <a:stretch>
              <a:fillRect/>
            </a:stretch>
          </p:blipFill>
          <p:spPr>
            <a:xfrm>
              <a:off x="1462555" y="1342421"/>
              <a:ext cx="9264837" cy="4729980"/>
            </a:xfrm>
            <a:prstGeom prst="rect">
              <a:avLst/>
            </a:prstGeom>
            <a:noFill/>
            <a:ln>
              <a:noFill/>
            </a:ln>
          </p:spPr>
        </p:pic>
        <p:sp>
          <p:nvSpPr>
            <p:cNvPr id="9" name="Rectangle: Rounded Corners 3">
              <a:extLst>
                <a:ext uri="{FF2B5EF4-FFF2-40B4-BE49-F238E27FC236}">
                  <a16:creationId xmlns:a16="http://schemas.microsoft.com/office/drawing/2014/main" id="{5177CEC6-C4C8-521D-AFBD-E126C6979A06}"/>
                </a:ext>
              </a:extLst>
            </p:cNvPr>
            <p:cNvSpPr/>
            <p:nvPr/>
          </p:nvSpPr>
          <p:spPr>
            <a:xfrm>
              <a:off x="1907164" y="5280714"/>
              <a:ext cx="4310060" cy="687455"/>
            </a:xfrm>
            <a:custGeom>
              <a:avLst>
                <a:gd name="f0" fmla="val 36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00A6D6">
                <a:alpha val="30196"/>
              </a:srgbClr>
            </a:solidFill>
            <a:ln w="12701" cap="flat">
              <a:solidFill>
                <a:srgbClr val="B2E4F3"/>
              </a:solidFill>
              <a:prstDash val="solid"/>
              <a:miter/>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r>
                <a:rPr lang="en-US" sz="1300" b="1" i="0" u="none" strike="noStrike" kern="1200" cap="none" spc="0" baseline="0">
                  <a:solidFill>
                    <a:srgbClr val="000000"/>
                  </a:solidFill>
                  <a:uFillTx/>
                  <a:latin typeface="Arial"/>
                </a:rPr>
                <a:t>3-month</a:t>
              </a:r>
              <a:r>
                <a:rPr lang="en-US" sz="1300" b="0" i="0" u="none" strike="noStrike" kern="1200" cap="none" spc="0" baseline="0">
                  <a:solidFill>
                    <a:srgbClr val="000000"/>
                  </a:solidFill>
                  <a:uFillTx/>
                  <a:latin typeface="Arial"/>
                </a:rPr>
                <a:t> release cycle with </a:t>
              </a:r>
            </a:p>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r>
                <a:rPr lang="en-US" sz="1300" b="1" i="0" u="none" strike="noStrike" kern="1200" cap="none" spc="0" baseline="0">
                  <a:solidFill>
                    <a:srgbClr val="000000"/>
                  </a:solidFill>
                  <a:uFillTx/>
                  <a:latin typeface="Arial"/>
                </a:rPr>
                <a:t>2 month of development and 1 month of testing </a:t>
              </a:r>
              <a:endParaRPr lang="en-IN" sz="1300" b="1" i="0" u="none" strike="noStrike" kern="1200" cap="none" spc="0" baseline="0">
                <a:solidFill>
                  <a:srgbClr val="000000"/>
                </a:solidFill>
                <a:uFillTx/>
                <a:latin typeface="Arial"/>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name="Slide127">
    <p:spTree>
      <p:nvGrpSpPr>
        <p:cNvPr id="1" name=""/>
        <p:cNvGrpSpPr/>
        <p:nvPr/>
      </p:nvGrpSpPr>
      <p:grpSpPr>
        <a:xfrm>
          <a:off x="0" y="0"/>
          <a:ext cx="0" cy="0"/>
          <a:chOff x="0" y="0"/>
          <a:chExt cx="0" cy="0"/>
        </a:xfrm>
      </p:grpSpPr>
      <p:sp>
        <p:nvSpPr>
          <p:cNvPr id="2" name="Tijdelijke aanduiding voor datum 4">
            <a:extLst>
              <a:ext uri="{FF2B5EF4-FFF2-40B4-BE49-F238E27FC236}">
                <a16:creationId xmlns:a16="http://schemas.microsoft.com/office/drawing/2014/main" id="{9CD9D697-3449-56F1-F18C-3C046422F0BD}"/>
              </a:ext>
            </a:extLst>
          </p:cNvPr>
          <p:cNvSpPr txBox="1">
            <a:spLocks noGrp="1"/>
          </p:cNvSpPr>
          <p:nvPr>
            <p:ph type="dt" sz="quarter" idx="7"/>
          </p:nvPr>
        </p:nvSpPr>
        <p:spPr>
          <a:xfrm>
            <a:off x="10146566" y="6405664"/>
            <a:ext cx="766230" cy="184663"/>
          </a:xfrm>
          <a:prstGeom prst="rect">
            <a:avLst/>
          </a:prstGeom>
          <a:noFill/>
          <a:ln>
            <a:noFill/>
          </a:ln>
        </p:spPr>
        <p:txBody>
          <a:bodyPr vert="horz" wrap="none" lIns="0" tIns="0" rIns="0" bIns="0" anchor="ctr" anchorCtr="0" compatLnSpc="1">
            <a:spAutoFit/>
          </a:bodyPr>
          <a:lstStyle/>
          <a:p>
            <a:pPr lvl="0" algn="r"/>
            <a:fld id="{50856440-CFDC-495D-8BC6-FCDEF3D5DC67}" type="datetime1">
              <a:rPr lang="nl-NL" sz="1200">
                <a:solidFill>
                  <a:srgbClr val="000000"/>
                </a:solidFill>
                <a:latin typeface="Arial"/>
                <a:cs typeface="Segoe UI Light" pitchFamily="34"/>
              </a:rPr>
              <a:pPr lvl="0" algn="r"/>
              <a:t>22-10-2025</a:t>
            </a:fld>
            <a:endParaRPr lang="en-GB" sz="1200">
              <a:solidFill>
                <a:srgbClr val="000000"/>
              </a:solidFill>
              <a:latin typeface="Arial"/>
              <a:cs typeface="Segoe UI Light" pitchFamily="34"/>
            </a:endParaRPr>
          </a:p>
        </p:txBody>
      </p:sp>
      <p:sp>
        <p:nvSpPr>
          <p:cNvPr id="3" name="Titel 8">
            <a:extLst>
              <a:ext uri="{FF2B5EF4-FFF2-40B4-BE49-F238E27FC236}">
                <a16:creationId xmlns:a16="http://schemas.microsoft.com/office/drawing/2014/main" id="{2858219F-FDAE-E39C-0AD2-653C0A829DBD}"/>
              </a:ext>
            </a:extLst>
          </p:cNvPr>
          <p:cNvSpPr txBox="1">
            <a:spLocks noGrp="1"/>
          </p:cNvSpPr>
          <p:nvPr>
            <p:ph type="title"/>
          </p:nvPr>
        </p:nvSpPr>
        <p:spPr>
          <a:xfrm>
            <a:off x="718663" y="686165"/>
            <a:ext cx="10752612" cy="323404"/>
          </a:xfrm>
          <a:prstGeom prst="rect">
            <a:avLst/>
          </a:prstGeom>
          <a:noFill/>
          <a:ln>
            <a:noFill/>
          </a:ln>
        </p:spPr>
        <p:txBody>
          <a:bodyPr vert="horz" wrap="square" lIns="0" tIns="0" rIns="0" bIns="378003" anchor="t" anchorCtr="0" compatLnSpc="1">
            <a:noAutofit/>
          </a:bodyPr>
          <a:lstStyle/>
          <a:p>
            <a:pPr lvl="0"/>
            <a:r>
              <a:rPr lang="en-US"/>
              <a:t>Hidden Loops/ Trade-off points</a:t>
            </a:r>
            <a:endParaRPr lang="en-GB" u="sng"/>
          </a:p>
        </p:txBody>
      </p:sp>
      <p:sp>
        <p:nvSpPr>
          <p:cNvPr id="4" name="Tijdelijke aanduiding voor dianummer 102">
            <a:extLst>
              <a:ext uri="{FF2B5EF4-FFF2-40B4-BE49-F238E27FC236}">
                <a16:creationId xmlns:a16="http://schemas.microsoft.com/office/drawing/2014/main" id="{A9B07DC6-6514-93B5-A3FD-5F9501A1BC36}"/>
              </a:ext>
            </a:extLst>
          </p:cNvPr>
          <p:cNvSpPr txBox="1">
            <a:spLocks noGrp="1"/>
          </p:cNvSpPr>
          <p:nvPr>
            <p:ph type="sldNum" sz="quarter" idx="8"/>
          </p:nvPr>
        </p:nvSpPr>
        <p:spPr>
          <a:xfrm>
            <a:off x="11178466" y="6405664"/>
            <a:ext cx="291300" cy="184663"/>
          </a:xfrm>
          <a:prstGeom prst="rect">
            <a:avLst/>
          </a:prstGeom>
          <a:noFill/>
          <a:ln>
            <a:noFill/>
          </a:ln>
        </p:spPr>
        <p:txBody>
          <a:bodyPr vert="horz" wrap="none" lIns="0" tIns="0" rIns="0" bIns="0" anchor="ctr" anchorCtr="0" compatLnSpc="1">
            <a:spAutoFit/>
          </a:bodyPr>
          <a:lstStyle/>
          <a:p>
            <a:pPr lvl="0" algn="r"/>
            <a:fld id="{850A9C1B-2CB9-4DBB-B76B-7107BB1CF25E}" type="slidenum">
              <a:t>26</a:t>
            </a:fld>
            <a:endParaRPr lang="en-GB" sz="1200" b="1">
              <a:solidFill>
                <a:srgbClr val="000000"/>
              </a:solidFill>
              <a:latin typeface="Arial"/>
              <a:cs typeface="Segoe UI Light" pitchFamily="34"/>
            </a:endParaRPr>
          </a:p>
        </p:txBody>
      </p:sp>
      <p:cxnSp>
        <p:nvCxnSpPr>
          <p:cNvPr id="5" name="Straight Connector 83">
            <a:extLst>
              <a:ext uri="{FF2B5EF4-FFF2-40B4-BE49-F238E27FC236}">
                <a16:creationId xmlns:a16="http://schemas.microsoft.com/office/drawing/2014/main" id="{7EBF6A5D-4EBF-2169-30F8-CF6013E109C2}"/>
              </a:ext>
            </a:extLst>
          </p:cNvPr>
          <p:cNvCxnSpPr/>
          <p:nvPr/>
        </p:nvCxnSpPr>
        <p:spPr>
          <a:xfrm>
            <a:off x="0" y="6139546"/>
            <a:ext cx="12191996" cy="0"/>
          </a:xfrm>
          <a:prstGeom prst="straightConnector1">
            <a:avLst/>
          </a:prstGeom>
          <a:noFill/>
          <a:ln w="28575" cap="rnd">
            <a:solidFill>
              <a:srgbClr val="00A6D6"/>
            </a:solidFill>
            <a:prstDash val="solid"/>
            <a:round/>
          </a:ln>
        </p:spPr>
      </p:cxnSp>
      <p:sp>
        <p:nvSpPr>
          <p:cNvPr id="6" name="TextBox 11">
            <a:extLst>
              <a:ext uri="{FF2B5EF4-FFF2-40B4-BE49-F238E27FC236}">
                <a16:creationId xmlns:a16="http://schemas.microsoft.com/office/drawing/2014/main" id="{B0510C63-6145-9627-95FF-D73B8C6D761A}"/>
              </a:ext>
            </a:extLst>
          </p:cNvPr>
          <p:cNvSpPr txBox="1"/>
          <p:nvPr/>
        </p:nvSpPr>
        <p:spPr>
          <a:xfrm>
            <a:off x="1363525" y="-727743"/>
            <a:ext cx="8964594" cy="369335"/>
          </a:xfrm>
          <a:prstGeom prst="rect">
            <a:avLst/>
          </a:prstGeom>
          <a:noFill/>
          <a:ln>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1800" b="0" i="0" u="none" strike="noStrike" kern="1200" cap="none" spc="0" baseline="0">
                <a:solidFill>
                  <a:srgbClr val="000000"/>
                </a:solidFill>
                <a:uFillTx/>
                <a:latin typeface="Arial"/>
              </a:rPr>
              <a:t>#00A6D6</a:t>
            </a:r>
          </a:p>
        </p:txBody>
      </p:sp>
      <p:pic>
        <p:nvPicPr>
          <p:cNvPr id="7" name="Picture 2">
            <a:extLst>
              <a:ext uri="{FF2B5EF4-FFF2-40B4-BE49-F238E27FC236}">
                <a16:creationId xmlns:a16="http://schemas.microsoft.com/office/drawing/2014/main" id="{63EF9DCC-AED3-09C9-9FED-7E2D0F8AC6F6}"/>
              </a:ext>
            </a:extLst>
          </p:cNvPr>
          <p:cNvPicPr>
            <a:picLocks noChangeAspect="1"/>
          </p:cNvPicPr>
          <p:nvPr/>
        </p:nvPicPr>
        <p:blipFill>
          <a:blip r:embed="rId3"/>
          <a:srcRect/>
          <a:stretch>
            <a:fillRect/>
          </a:stretch>
        </p:blipFill>
        <p:spPr>
          <a:xfrm>
            <a:off x="1738996" y="1136507"/>
            <a:ext cx="9264837" cy="4876102"/>
          </a:xfrm>
          <a:prstGeom prst="rect">
            <a:avLst/>
          </a:prstGeom>
          <a:noFill/>
          <a:ln>
            <a:noFill/>
          </a:ln>
        </p:spPr>
      </p:pic>
      <p:grpSp>
        <p:nvGrpSpPr>
          <p:cNvPr id="8" name="Group 3">
            <a:extLst>
              <a:ext uri="{FF2B5EF4-FFF2-40B4-BE49-F238E27FC236}">
                <a16:creationId xmlns:a16="http://schemas.microsoft.com/office/drawing/2014/main" id="{97953A67-C9DA-AA2D-E251-759E5758D1D8}"/>
              </a:ext>
            </a:extLst>
          </p:cNvPr>
          <p:cNvGrpSpPr/>
          <p:nvPr/>
        </p:nvGrpSpPr>
        <p:grpSpPr>
          <a:xfrm>
            <a:off x="3166110" y="1704103"/>
            <a:ext cx="156206" cy="176323"/>
            <a:chOff x="3166110" y="1704103"/>
            <a:chExt cx="156206" cy="176323"/>
          </a:xfrm>
        </p:grpSpPr>
        <p:sp>
          <p:nvSpPr>
            <p:cNvPr id="9" name="Oval 1">
              <a:extLst>
                <a:ext uri="{FF2B5EF4-FFF2-40B4-BE49-F238E27FC236}">
                  <a16:creationId xmlns:a16="http://schemas.microsoft.com/office/drawing/2014/main" id="{12B79245-B4CE-A77B-1F9F-0A1A1AFBD65E}"/>
                </a:ext>
              </a:extLst>
            </p:cNvPr>
            <p:cNvSpPr/>
            <p:nvPr/>
          </p:nvSpPr>
          <p:spPr>
            <a:xfrm>
              <a:off x="3166110" y="1704103"/>
              <a:ext cx="156206" cy="156206"/>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0000"/>
            </a:solidFill>
            <a:ln w="12701" cap="flat">
              <a:solidFill>
                <a:srgbClr val="FF0000"/>
              </a:solidFill>
              <a:prstDash val="solid"/>
              <a:miter/>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endParaRPr lang="en-IN" sz="1600" b="0" i="0" u="none" strike="noStrike" kern="1200" cap="none" spc="0" baseline="0">
                <a:solidFill>
                  <a:srgbClr val="FFFFFF"/>
                </a:solidFill>
                <a:uFillTx/>
                <a:latin typeface="Arial"/>
              </a:endParaRPr>
            </a:p>
          </p:txBody>
        </p:sp>
        <p:sp>
          <p:nvSpPr>
            <p:cNvPr id="10" name="TextBox 2">
              <a:extLst>
                <a:ext uri="{FF2B5EF4-FFF2-40B4-BE49-F238E27FC236}">
                  <a16:creationId xmlns:a16="http://schemas.microsoft.com/office/drawing/2014/main" id="{7EC2FE2E-2505-FE4B-B482-5554B9033633}"/>
                </a:ext>
              </a:extLst>
            </p:cNvPr>
            <p:cNvSpPr txBox="1"/>
            <p:nvPr/>
          </p:nvSpPr>
          <p:spPr>
            <a:xfrm>
              <a:off x="3197967" y="1724220"/>
              <a:ext cx="87599" cy="156206"/>
            </a:xfrm>
            <a:prstGeom prst="rect">
              <a:avLst/>
            </a:prstGeom>
            <a:noFill/>
            <a:ln>
              <a:noFill/>
            </a:ln>
          </p:spPr>
          <p:txBody>
            <a:bodyPr vert="horz" wrap="none" lIns="0" tIns="0" rIns="0" bIns="0" anchor="t"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900" b="0" i="0" u="none" strike="noStrike" kern="1200" cap="none" spc="0" baseline="0">
                  <a:solidFill>
                    <a:srgbClr val="FFFFFF"/>
                  </a:solidFill>
                  <a:uFillTx/>
                  <a:latin typeface="Arial"/>
                </a:rPr>
                <a:t>1</a:t>
              </a:r>
              <a:endParaRPr lang="en-IN" sz="900" b="0" i="0" u="none" strike="noStrike" kern="1200" cap="none" spc="0" baseline="0">
                <a:solidFill>
                  <a:srgbClr val="FFFFFF"/>
                </a:solidFill>
                <a:uFillTx/>
                <a:latin typeface="Arial"/>
              </a:endParaRPr>
            </a:p>
          </p:txBody>
        </p:sp>
      </p:grpSp>
      <p:grpSp>
        <p:nvGrpSpPr>
          <p:cNvPr id="11" name="Group 5">
            <a:extLst>
              <a:ext uri="{FF2B5EF4-FFF2-40B4-BE49-F238E27FC236}">
                <a16:creationId xmlns:a16="http://schemas.microsoft.com/office/drawing/2014/main" id="{CC716B0C-197A-C85E-5A50-FD3BCD03379B}"/>
              </a:ext>
            </a:extLst>
          </p:cNvPr>
          <p:cNvGrpSpPr/>
          <p:nvPr/>
        </p:nvGrpSpPr>
        <p:grpSpPr>
          <a:xfrm>
            <a:off x="7253478" y="1692929"/>
            <a:ext cx="156206" cy="176313"/>
            <a:chOff x="7253478" y="1692929"/>
            <a:chExt cx="156206" cy="176313"/>
          </a:xfrm>
        </p:grpSpPr>
        <p:sp>
          <p:nvSpPr>
            <p:cNvPr id="12" name="Oval 6">
              <a:extLst>
                <a:ext uri="{FF2B5EF4-FFF2-40B4-BE49-F238E27FC236}">
                  <a16:creationId xmlns:a16="http://schemas.microsoft.com/office/drawing/2014/main" id="{5E417A3D-3B08-9C71-D07B-A19D27799ACF}"/>
                </a:ext>
              </a:extLst>
            </p:cNvPr>
            <p:cNvSpPr/>
            <p:nvPr/>
          </p:nvSpPr>
          <p:spPr>
            <a:xfrm>
              <a:off x="7253478" y="1692929"/>
              <a:ext cx="156206" cy="156206"/>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0000"/>
            </a:solidFill>
            <a:ln w="12701" cap="flat">
              <a:solidFill>
                <a:srgbClr val="FF0000"/>
              </a:solidFill>
              <a:prstDash val="solid"/>
              <a:miter/>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endParaRPr lang="en-IN" sz="1600" b="0" i="0" u="none" strike="noStrike" kern="1200" cap="none" spc="0" baseline="0">
                <a:solidFill>
                  <a:srgbClr val="FFFFFF"/>
                </a:solidFill>
                <a:uFillTx/>
                <a:latin typeface="Arial"/>
              </a:endParaRPr>
            </a:p>
          </p:txBody>
        </p:sp>
        <p:sp>
          <p:nvSpPr>
            <p:cNvPr id="13" name="TextBox 7">
              <a:extLst>
                <a:ext uri="{FF2B5EF4-FFF2-40B4-BE49-F238E27FC236}">
                  <a16:creationId xmlns:a16="http://schemas.microsoft.com/office/drawing/2014/main" id="{67131D49-EC1F-3341-09F8-F6A8DAD297CA}"/>
                </a:ext>
              </a:extLst>
            </p:cNvPr>
            <p:cNvSpPr txBox="1"/>
            <p:nvPr/>
          </p:nvSpPr>
          <p:spPr>
            <a:xfrm>
              <a:off x="7285335" y="1713036"/>
              <a:ext cx="87599" cy="156206"/>
            </a:xfrm>
            <a:prstGeom prst="rect">
              <a:avLst/>
            </a:prstGeom>
            <a:noFill/>
            <a:ln>
              <a:noFill/>
            </a:ln>
          </p:spPr>
          <p:txBody>
            <a:bodyPr vert="horz" wrap="none" lIns="0" tIns="0" rIns="0" bIns="0" anchor="t"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900" b="0" i="0" u="none" strike="noStrike" kern="1200" cap="none" spc="0" baseline="0">
                  <a:solidFill>
                    <a:srgbClr val="FFFFFF"/>
                  </a:solidFill>
                  <a:uFillTx/>
                  <a:latin typeface="Arial"/>
                </a:rPr>
                <a:t>2</a:t>
              </a:r>
              <a:endParaRPr lang="en-IN" sz="900" b="0" i="0" u="none" strike="noStrike" kern="1200" cap="none" spc="0" baseline="0">
                <a:solidFill>
                  <a:srgbClr val="FFFFFF"/>
                </a:solidFill>
                <a:uFillTx/>
                <a:latin typeface="Arial"/>
              </a:endParaRPr>
            </a:p>
          </p:txBody>
        </p:sp>
      </p:grpSp>
      <p:grpSp>
        <p:nvGrpSpPr>
          <p:cNvPr id="14" name="Group 9">
            <a:extLst>
              <a:ext uri="{FF2B5EF4-FFF2-40B4-BE49-F238E27FC236}">
                <a16:creationId xmlns:a16="http://schemas.microsoft.com/office/drawing/2014/main" id="{326039E5-53AB-3E06-87C0-CA5090BA1661}"/>
              </a:ext>
            </a:extLst>
          </p:cNvPr>
          <p:cNvGrpSpPr/>
          <p:nvPr/>
        </p:nvGrpSpPr>
        <p:grpSpPr>
          <a:xfrm>
            <a:off x="7644420" y="4458303"/>
            <a:ext cx="156206" cy="176323"/>
            <a:chOff x="7644420" y="4458303"/>
            <a:chExt cx="156206" cy="176323"/>
          </a:xfrm>
        </p:grpSpPr>
        <p:sp>
          <p:nvSpPr>
            <p:cNvPr id="15" name="Oval 10">
              <a:extLst>
                <a:ext uri="{FF2B5EF4-FFF2-40B4-BE49-F238E27FC236}">
                  <a16:creationId xmlns:a16="http://schemas.microsoft.com/office/drawing/2014/main" id="{978A5CAF-70F0-A832-834D-CD3C97DEEFE8}"/>
                </a:ext>
              </a:extLst>
            </p:cNvPr>
            <p:cNvSpPr/>
            <p:nvPr/>
          </p:nvSpPr>
          <p:spPr>
            <a:xfrm>
              <a:off x="7644420" y="4458303"/>
              <a:ext cx="156206" cy="156206"/>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0000"/>
            </a:solidFill>
            <a:ln w="12701" cap="flat">
              <a:solidFill>
                <a:srgbClr val="FF0000"/>
              </a:solidFill>
              <a:prstDash val="solid"/>
              <a:miter/>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endParaRPr lang="en-IN" sz="1600" b="0" i="0" u="none" strike="noStrike" kern="1200" cap="none" spc="0" baseline="0">
                <a:solidFill>
                  <a:srgbClr val="FFFFFF"/>
                </a:solidFill>
                <a:uFillTx/>
                <a:latin typeface="Arial"/>
              </a:endParaRPr>
            </a:p>
          </p:txBody>
        </p:sp>
        <p:sp>
          <p:nvSpPr>
            <p:cNvPr id="16" name="TextBox 12">
              <a:extLst>
                <a:ext uri="{FF2B5EF4-FFF2-40B4-BE49-F238E27FC236}">
                  <a16:creationId xmlns:a16="http://schemas.microsoft.com/office/drawing/2014/main" id="{C7FB988C-AB4A-C251-4018-81001D21C2B7}"/>
                </a:ext>
              </a:extLst>
            </p:cNvPr>
            <p:cNvSpPr txBox="1"/>
            <p:nvPr/>
          </p:nvSpPr>
          <p:spPr>
            <a:xfrm>
              <a:off x="7676278" y="4478420"/>
              <a:ext cx="87599" cy="156206"/>
            </a:xfrm>
            <a:prstGeom prst="rect">
              <a:avLst/>
            </a:prstGeom>
            <a:noFill/>
            <a:ln>
              <a:noFill/>
            </a:ln>
          </p:spPr>
          <p:txBody>
            <a:bodyPr vert="horz" wrap="none" lIns="0" tIns="0" rIns="0" bIns="0" anchor="t"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900" b="0" i="0" u="none" strike="noStrike" kern="1200" cap="none" spc="0" baseline="0">
                  <a:solidFill>
                    <a:srgbClr val="FFFFFF"/>
                  </a:solidFill>
                  <a:uFillTx/>
                  <a:latin typeface="Arial"/>
                </a:rPr>
                <a:t>4</a:t>
              </a:r>
              <a:endParaRPr lang="en-IN" sz="900" b="0" i="0" u="none" strike="noStrike" kern="1200" cap="none" spc="0" baseline="0">
                <a:solidFill>
                  <a:srgbClr val="FFFFFF"/>
                </a:solidFill>
                <a:uFillTx/>
                <a:latin typeface="Arial"/>
              </a:endParaRPr>
            </a:p>
          </p:txBody>
        </p:sp>
      </p:grpSp>
      <p:grpSp>
        <p:nvGrpSpPr>
          <p:cNvPr id="17" name="Group 13">
            <a:extLst>
              <a:ext uri="{FF2B5EF4-FFF2-40B4-BE49-F238E27FC236}">
                <a16:creationId xmlns:a16="http://schemas.microsoft.com/office/drawing/2014/main" id="{62C47850-88DD-81DE-C22C-B9905A51140F}"/>
              </a:ext>
            </a:extLst>
          </p:cNvPr>
          <p:cNvGrpSpPr/>
          <p:nvPr/>
        </p:nvGrpSpPr>
        <p:grpSpPr>
          <a:xfrm>
            <a:off x="3838184" y="3397114"/>
            <a:ext cx="156206" cy="177439"/>
            <a:chOff x="3838184" y="3397114"/>
            <a:chExt cx="156206" cy="177439"/>
          </a:xfrm>
        </p:grpSpPr>
        <p:sp>
          <p:nvSpPr>
            <p:cNvPr id="18" name="Oval 14">
              <a:extLst>
                <a:ext uri="{FF2B5EF4-FFF2-40B4-BE49-F238E27FC236}">
                  <a16:creationId xmlns:a16="http://schemas.microsoft.com/office/drawing/2014/main" id="{30F8A5C6-D247-08F1-E4D3-189F47F94E21}"/>
                </a:ext>
              </a:extLst>
            </p:cNvPr>
            <p:cNvSpPr/>
            <p:nvPr/>
          </p:nvSpPr>
          <p:spPr>
            <a:xfrm>
              <a:off x="3838184" y="3397114"/>
              <a:ext cx="156206" cy="156206"/>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0000"/>
            </a:solidFill>
            <a:ln w="12701" cap="flat">
              <a:solidFill>
                <a:srgbClr val="FF0000"/>
              </a:solidFill>
              <a:prstDash val="solid"/>
              <a:miter/>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endParaRPr lang="en-IN" sz="1600" b="0" i="0" u="none" strike="noStrike" kern="1200" cap="none" spc="0" baseline="0">
                <a:solidFill>
                  <a:srgbClr val="FFFFFF"/>
                </a:solidFill>
                <a:uFillTx/>
                <a:latin typeface="Arial"/>
              </a:endParaRPr>
            </a:p>
          </p:txBody>
        </p:sp>
        <p:sp>
          <p:nvSpPr>
            <p:cNvPr id="19" name="TextBox 15">
              <a:extLst>
                <a:ext uri="{FF2B5EF4-FFF2-40B4-BE49-F238E27FC236}">
                  <a16:creationId xmlns:a16="http://schemas.microsoft.com/office/drawing/2014/main" id="{445ED4DA-143F-6EC5-2A0C-AC58ED1F1BAF}"/>
                </a:ext>
              </a:extLst>
            </p:cNvPr>
            <p:cNvSpPr txBox="1"/>
            <p:nvPr/>
          </p:nvSpPr>
          <p:spPr>
            <a:xfrm>
              <a:off x="3874632" y="3418347"/>
              <a:ext cx="87599" cy="156206"/>
            </a:xfrm>
            <a:prstGeom prst="rect">
              <a:avLst/>
            </a:prstGeom>
            <a:noFill/>
            <a:ln>
              <a:noFill/>
            </a:ln>
          </p:spPr>
          <p:txBody>
            <a:bodyPr vert="horz" wrap="none" lIns="0" tIns="0" rIns="0" bIns="0" anchor="t"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900" b="0" i="0" u="none" strike="noStrike" kern="1200" cap="none" spc="0" baseline="0">
                  <a:solidFill>
                    <a:srgbClr val="FFFFFF"/>
                  </a:solidFill>
                  <a:uFillTx/>
                  <a:latin typeface="Arial"/>
                </a:rPr>
                <a:t>3</a:t>
              </a:r>
              <a:endParaRPr lang="en-IN" sz="900" b="0" i="0" u="none" strike="noStrike" kern="1200" cap="none" spc="0" baseline="0">
                <a:solidFill>
                  <a:srgbClr val="FFFFFF"/>
                </a:solidFill>
                <a:uFillTx/>
                <a:latin typeface="Arial"/>
              </a:endParaRPr>
            </a:p>
          </p:txBody>
        </p:sp>
      </p:grpSp>
      <p:grpSp>
        <p:nvGrpSpPr>
          <p:cNvPr id="20" name="Group 16">
            <a:extLst>
              <a:ext uri="{FF2B5EF4-FFF2-40B4-BE49-F238E27FC236}">
                <a16:creationId xmlns:a16="http://schemas.microsoft.com/office/drawing/2014/main" id="{748B1A32-9D6D-8AD1-091F-BF36499071A0}"/>
              </a:ext>
            </a:extLst>
          </p:cNvPr>
          <p:cNvGrpSpPr/>
          <p:nvPr/>
        </p:nvGrpSpPr>
        <p:grpSpPr>
          <a:xfrm>
            <a:off x="8897907" y="1965438"/>
            <a:ext cx="156206" cy="177439"/>
            <a:chOff x="8897907" y="1965438"/>
            <a:chExt cx="156206" cy="177439"/>
          </a:xfrm>
        </p:grpSpPr>
        <p:sp>
          <p:nvSpPr>
            <p:cNvPr id="21" name="Oval 17">
              <a:extLst>
                <a:ext uri="{FF2B5EF4-FFF2-40B4-BE49-F238E27FC236}">
                  <a16:creationId xmlns:a16="http://schemas.microsoft.com/office/drawing/2014/main" id="{7E8CCE42-4194-7557-C50C-22A68CB4EAAA}"/>
                </a:ext>
              </a:extLst>
            </p:cNvPr>
            <p:cNvSpPr/>
            <p:nvPr/>
          </p:nvSpPr>
          <p:spPr>
            <a:xfrm>
              <a:off x="8897907" y="1965438"/>
              <a:ext cx="156206" cy="156206"/>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0000"/>
            </a:solidFill>
            <a:ln w="12701" cap="flat">
              <a:solidFill>
                <a:srgbClr val="FF0000"/>
              </a:solidFill>
              <a:prstDash val="solid"/>
              <a:miter/>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endParaRPr lang="en-IN" sz="1600" b="0" i="0" u="none" strike="noStrike" kern="1200" cap="none" spc="0" baseline="0">
                <a:solidFill>
                  <a:srgbClr val="FFFFFF"/>
                </a:solidFill>
                <a:uFillTx/>
                <a:latin typeface="Arial"/>
              </a:endParaRPr>
            </a:p>
          </p:txBody>
        </p:sp>
        <p:sp>
          <p:nvSpPr>
            <p:cNvPr id="22" name="TextBox 18">
              <a:extLst>
                <a:ext uri="{FF2B5EF4-FFF2-40B4-BE49-F238E27FC236}">
                  <a16:creationId xmlns:a16="http://schemas.microsoft.com/office/drawing/2014/main" id="{56BF20A4-DEDF-7D57-DC52-AD79D87AD6E0}"/>
                </a:ext>
              </a:extLst>
            </p:cNvPr>
            <p:cNvSpPr txBox="1"/>
            <p:nvPr/>
          </p:nvSpPr>
          <p:spPr>
            <a:xfrm>
              <a:off x="8934364" y="1986671"/>
              <a:ext cx="87599" cy="156206"/>
            </a:xfrm>
            <a:prstGeom prst="rect">
              <a:avLst/>
            </a:prstGeom>
            <a:noFill/>
            <a:ln>
              <a:noFill/>
            </a:ln>
          </p:spPr>
          <p:txBody>
            <a:bodyPr vert="horz" wrap="none" lIns="0" tIns="0" rIns="0" bIns="0" anchor="t" anchorCtr="1" compatLnSpc="1">
              <a:no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US" sz="900" b="0" i="0" u="none" strike="noStrike" kern="1200" cap="none" spc="0" baseline="0">
                  <a:solidFill>
                    <a:srgbClr val="FFFFFF"/>
                  </a:solidFill>
                  <a:uFillTx/>
                  <a:latin typeface="Arial"/>
                </a:rPr>
                <a:t>5</a:t>
              </a:r>
              <a:endParaRPr lang="en-IN" sz="900" b="0" i="0" u="none" strike="noStrike" kern="1200" cap="none" spc="0" baseline="0">
                <a:solidFill>
                  <a:srgbClr val="FFFFFF"/>
                </a:solidFill>
                <a:uFillTx/>
                <a:latin typeface="Arial"/>
              </a:endParaRPr>
            </a:p>
          </p:txBody>
        </p:sp>
      </p:grpSp>
      <p:sp>
        <p:nvSpPr>
          <p:cNvPr id="23" name="Callout: Line with No Border 20">
            <a:extLst>
              <a:ext uri="{FF2B5EF4-FFF2-40B4-BE49-F238E27FC236}">
                <a16:creationId xmlns:a16="http://schemas.microsoft.com/office/drawing/2014/main" id="{604C7188-0A90-D1EB-EEE8-D2F67217AFE6}"/>
              </a:ext>
            </a:extLst>
          </p:cNvPr>
          <p:cNvSpPr/>
          <p:nvPr/>
        </p:nvSpPr>
        <p:spPr>
          <a:xfrm>
            <a:off x="266245" y="2067988"/>
            <a:ext cx="2194560" cy="1061718"/>
          </a:xfrm>
          <a:custGeom>
            <a:avLst>
              <a:gd name="f8" fmla="val 52243"/>
              <a:gd name="f9" fmla="val 102778"/>
              <a:gd name="f10" fmla="val -21472"/>
              <a:gd name="f11" fmla="val 136204"/>
            </a:avLst>
            <a:gdLst>
              <a:gd name="f4" fmla="val w"/>
              <a:gd name="f5" fmla="val h"/>
              <a:gd name="f6" fmla="val ss"/>
              <a:gd name="f7" fmla="val 0"/>
              <a:gd name="f8" fmla="val 52243"/>
              <a:gd name="f9" fmla="val 102778"/>
              <a:gd name="f10" fmla="val -21472"/>
              <a:gd name="f11" fmla="val 136204"/>
              <a:gd name="f12" fmla="abs f4"/>
              <a:gd name="f13" fmla="abs f5"/>
              <a:gd name="f14" fmla="abs f6"/>
              <a:gd name="f15" fmla="val f7"/>
              <a:gd name="f16" fmla="?: f12 f4 1"/>
              <a:gd name="f17" fmla="?: f13 f5 1"/>
              <a:gd name="f18" fmla="?: f14 f6 1"/>
              <a:gd name="f19" fmla="*/ f16 1 21600"/>
              <a:gd name="f20" fmla="*/ f17 1 21600"/>
              <a:gd name="f21" fmla="*/ 21600 f16 1"/>
              <a:gd name="f22" fmla="*/ 21600 f17 1"/>
              <a:gd name="f23" fmla="min f20 f19"/>
              <a:gd name="f24" fmla="*/ f21 1 f18"/>
              <a:gd name="f25" fmla="*/ f22 1 f18"/>
              <a:gd name="f26" fmla="val f24"/>
              <a:gd name="f27" fmla="val f25"/>
              <a:gd name="f28" fmla="*/ f15 f23 1"/>
              <a:gd name="f29" fmla="+- f27 0 f15"/>
              <a:gd name="f30" fmla="+- f26 0 f15"/>
              <a:gd name="f31" fmla="*/ f26 f23 1"/>
              <a:gd name="f32" fmla="*/ f27 f23 1"/>
              <a:gd name="f33" fmla="min f30 f29"/>
              <a:gd name="f34" fmla="*/ f33 1 21600"/>
              <a:gd name="f35" fmla="*/ f9 1 f34"/>
              <a:gd name="f36" fmla="*/ f8 1 f34"/>
              <a:gd name="f37" fmla="*/ f11 1 f34"/>
              <a:gd name="f38" fmla="*/ f10 1 f34"/>
              <a:gd name="f39" fmla="*/ f29 f36 1"/>
              <a:gd name="f40" fmla="*/ f30 f35 1"/>
              <a:gd name="f41" fmla="*/ f29 f38 1"/>
              <a:gd name="f42" fmla="*/ f30 f37 1"/>
              <a:gd name="f43" fmla="*/ f39 1 100000"/>
              <a:gd name="f44" fmla="*/ f40 1 100000"/>
              <a:gd name="f45" fmla="*/ f41 1 100000"/>
              <a:gd name="f46" fmla="*/ f42 1 100000"/>
              <a:gd name="f47" fmla="*/ f44 f23 1"/>
              <a:gd name="f48" fmla="*/ f43 f23 1"/>
              <a:gd name="f49" fmla="*/ f46 f23 1"/>
              <a:gd name="f50" fmla="*/ f45 f23 1"/>
            </a:gdLst>
            <a:ahLst/>
            <a:cxnLst>
              <a:cxn ang="3cd4">
                <a:pos x="hc" y="t"/>
              </a:cxn>
              <a:cxn ang="0">
                <a:pos x="r" y="vc"/>
              </a:cxn>
              <a:cxn ang="cd4">
                <a:pos x="hc" y="b"/>
              </a:cxn>
              <a:cxn ang="cd2">
                <a:pos x="l" y="vc"/>
              </a:cxn>
            </a:cxnLst>
            <a:rect l="f28" t="f28" r="f31" b="f32"/>
            <a:pathLst>
              <a:path stroke="0">
                <a:moveTo>
                  <a:pt x="f28" y="f28"/>
                </a:moveTo>
                <a:lnTo>
                  <a:pt x="f31" y="f28"/>
                </a:lnTo>
                <a:lnTo>
                  <a:pt x="f31" y="f32"/>
                </a:lnTo>
                <a:lnTo>
                  <a:pt x="f28" y="f32"/>
                </a:lnTo>
                <a:close/>
              </a:path>
              <a:path fill="none">
                <a:moveTo>
                  <a:pt x="f47" y="f48"/>
                </a:moveTo>
                <a:lnTo>
                  <a:pt x="f49" y="f50"/>
                </a:lnTo>
              </a:path>
            </a:pathLst>
          </a:custGeom>
          <a:solidFill>
            <a:srgbClr val="00A6D6"/>
          </a:solidFill>
          <a:ln w="12701" cap="flat">
            <a:solidFill>
              <a:srgbClr val="00A6D6"/>
            </a:solidFill>
            <a:prstDash val="solid"/>
            <a:miter/>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r>
              <a:rPr lang="en-US" sz="1200" b="0" i="0" u="none" strike="noStrike" kern="1200" cap="none" spc="0" baseline="0">
                <a:solidFill>
                  <a:srgbClr val="FFFFFF"/>
                </a:solidFill>
                <a:uFillTx/>
                <a:latin typeface="Arial"/>
              </a:rPr>
              <a:t>Constant Back and Forth before finalization due to technical limitation and technological integration capacity </a:t>
            </a:r>
            <a:endParaRPr lang="en-IN" sz="1200" b="0" i="0" u="none" strike="noStrike" kern="1200" cap="none" spc="0" baseline="0">
              <a:solidFill>
                <a:srgbClr val="FFFFFF"/>
              </a:solidFill>
              <a:uFillTx/>
              <a:latin typeface="Arial"/>
            </a:endParaRPr>
          </a:p>
        </p:txBody>
      </p:sp>
      <p:sp>
        <p:nvSpPr>
          <p:cNvPr id="24" name="Callout: Line with No Border 21">
            <a:extLst>
              <a:ext uri="{FF2B5EF4-FFF2-40B4-BE49-F238E27FC236}">
                <a16:creationId xmlns:a16="http://schemas.microsoft.com/office/drawing/2014/main" id="{60D1FD68-00AF-4650-857F-46FDE04C6B40}"/>
              </a:ext>
            </a:extLst>
          </p:cNvPr>
          <p:cNvSpPr/>
          <p:nvPr/>
        </p:nvSpPr>
        <p:spPr>
          <a:xfrm>
            <a:off x="266245" y="4183882"/>
            <a:ext cx="2194560" cy="1061718"/>
          </a:xfrm>
          <a:custGeom>
            <a:avLst>
              <a:gd name="f8" fmla="val 52243"/>
              <a:gd name="f9" fmla="val 102778"/>
              <a:gd name="f10" fmla="val -60706"/>
              <a:gd name="f11" fmla="val 164908"/>
            </a:avLst>
            <a:gdLst>
              <a:gd name="f4" fmla="val w"/>
              <a:gd name="f5" fmla="val h"/>
              <a:gd name="f6" fmla="val ss"/>
              <a:gd name="f7" fmla="val 0"/>
              <a:gd name="f8" fmla="val 52243"/>
              <a:gd name="f9" fmla="val 102778"/>
              <a:gd name="f10" fmla="val -60706"/>
              <a:gd name="f11" fmla="val 164908"/>
              <a:gd name="f12" fmla="abs f4"/>
              <a:gd name="f13" fmla="abs f5"/>
              <a:gd name="f14" fmla="abs f6"/>
              <a:gd name="f15" fmla="val f7"/>
              <a:gd name="f16" fmla="?: f12 f4 1"/>
              <a:gd name="f17" fmla="?: f13 f5 1"/>
              <a:gd name="f18" fmla="?: f14 f6 1"/>
              <a:gd name="f19" fmla="*/ f16 1 21600"/>
              <a:gd name="f20" fmla="*/ f17 1 21600"/>
              <a:gd name="f21" fmla="*/ 21600 f16 1"/>
              <a:gd name="f22" fmla="*/ 21600 f17 1"/>
              <a:gd name="f23" fmla="min f20 f19"/>
              <a:gd name="f24" fmla="*/ f21 1 f18"/>
              <a:gd name="f25" fmla="*/ f22 1 f18"/>
              <a:gd name="f26" fmla="val f24"/>
              <a:gd name="f27" fmla="val f25"/>
              <a:gd name="f28" fmla="*/ f15 f23 1"/>
              <a:gd name="f29" fmla="+- f27 0 f15"/>
              <a:gd name="f30" fmla="+- f26 0 f15"/>
              <a:gd name="f31" fmla="*/ f26 f23 1"/>
              <a:gd name="f32" fmla="*/ f27 f23 1"/>
              <a:gd name="f33" fmla="min f30 f29"/>
              <a:gd name="f34" fmla="*/ f33 1 21600"/>
              <a:gd name="f35" fmla="*/ f9 1 f34"/>
              <a:gd name="f36" fmla="*/ f8 1 f34"/>
              <a:gd name="f37" fmla="*/ f11 1 f34"/>
              <a:gd name="f38" fmla="*/ f10 1 f34"/>
              <a:gd name="f39" fmla="*/ f29 f36 1"/>
              <a:gd name="f40" fmla="*/ f30 f35 1"/>
              <a:gd name="f41" fmla="*/ f29 f38 1"/>
              <a:gd name="f42" fmla="*/ f30 f37 1"/>
              <a:gd name="f43" fmla="*/ f39 1 100000"/>
              <a:gd name="f44" fmla="*/ f40 1 100000"/>
              <a:gd name="f45" fmla="*/ f41 1 100000"/>
              <a:gd name="f46" fmla="*/ f42 1 100000"/>
              <a:gd name="f47" fmla="*/ f44 f23 1"/>
              <a:gd name="f48" fmla="*/ f43 f23 1"/>
              <a:gd name="f49" fmla="*/ f46 f23 1"/>
              <a:gd name="f50" fmla="*/ f45 f23 1"/>
            </a:gdLst>
            <a:ahLst/>
            <a:cxnLst>
              <a:cxn ang="3cd4">
                <a:pos x="hc" y="t"/>
              </a:cxn>
              <a:cxn ang="0">
                <a:pos x="r" y="vc"/>
              </a:cxn>
              <a:cxn ang="cd4">
                <a:pos x="hc" y="b"/>
              </a:cxn>
              <a:cxn ang="cd2">
                <a:pos x="l" y="vc"/>
              </a:cxn>
            </a:cxnLst>
            <a:rect l="f28" t="f28" r="f31" b="f32"/>
            <a:pathLst>
              <a:path stroke="0">
                <a:moveTo>
                  <a:pt x="f28" y="f28"/>
                </a:moveTo>
                <a:lnTo>
                  <a:pt x="f31" y="f28"/>
                </a:lnTo>
                <a:lnTo>
                  <a:pt x="f31" y="f32"/>
                </a:lnTo>
                <a:lnTo>
                  <a:pt x="f28" y="f32"/>
                </a:lnTo>
                <a:close/>
              </a:path>
              <a:path fill="none">
                <a:moveTo>
                  <a:pt x="f47" y="f48"/>
                </a:moveTo>
                <a:lnTo>
                  <a:pt x="f49" y="f50"/>
                </a:lnTo>
              </a:path>
            </a:pathLst>
          </a:custGeom>
          <a:solidFill>
            <a:srgbClr val="00A6D6"/>
          </a:solidFill>
          <a:ln w="12701" cap="flat">
            <a:solidFill>
              <a:srgbClr val="00A6D6"/>
            </a:solidFill>
            <a:prstDash val="solid"/>
            <a:miter/>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r>
              <a:rPr lang="en-US" sz="1200" b="0" i="0" u="none" strike="noStrike" kern="1200" cap="none" spc="0" baseline="0">
                <a:solidFill>
                  <a:srgbClr val="FFFFFF"/>
                </a:solidFill>
                <a:uFillTx/>
                <a:latin typeface="Arial"/>
              </a:rPr>
              <a:t>Product-Development Each trying to prioritize their work i.e., product backlog and technical debt </a:t>
            </a:r>
            <a:endParaRPr lang="en-IN" sz="1200" b="0" i="0" u="none" strike="noStrike" kern="1200" cap="none" spc="0" baseline="0">
              <a:solidFill>
                <a:srgbClr val="FFFFFF"/>
              </a:solidFill>
              <a:uFillTx/>
              <a:latin typeface="Arial"/>
            </a:endParaRPr>
          </a:p>
        </p:txBody>
      </p:sp>
      <p:sp>
        <p:nvSpPr>
          <p:cNvPr id="25" name="Callout: Line with No Border 22">
            <a:extLst>
              <a:ext uri="{FF2B5EF4-FFF2-40B4-BE49-F238E27FC236}">
                <a16:creationId xmlns:a16="http://schemas.microsoft.com/office/drawing/2014/main" id="{24171689-23FD-9956-22EB-EA83D3289A16}"/>
              </a:ext>
            </a:extLst>
          </p:cNvPr>
          <p:cNvSpPr/>
          <p:nvPr/>
        </p:nvSpPr>
        <p:spPr>
          <a:xfrm>
            <a:off x="9659913" y="267663"/>
            <a:ext cx="2194560" cy="1061718"/>
          </a:xfrm>
          <a:custGeom>
            <a:avLst>
              <a:gd name="f8" fmla="val 57028"/>
              <a:gd name="f9" fmla="val -2778"/>
              <a:gd name="f10" fmla="val 137435"/>
              <a:gd name="f11" fmla="val -104232"/>
            </a:avLst>
            <a:gdLst>
              <a:gd name="f4" fmla="val w"/>
              <a:gd name="f5" fmla="val h"/>
              <a:gd name="f6" fmla="val ss"/>
              <a:gd name="f7" fmla="val 0"/>
              <a:gd name="f8" fmla="val 57028"/>
              <a:gd name="f9" fmla="val -2778"/>
              <a:gd name="f10" fmla="val 137435"/>
              <a:gd name="f11" fmla="val -104232"/>
              <a:gd name="f12" fmla="abs f4"/>
              <a:gd name="f13" fmla="abs f5"/>
              <a:gd name="f14" fmla="abs f6"/>
              <a:gd name="f15" fmla="val f7"/>
              <a:gd name="f16" fmla="?: f12 f4 1"/>
              <a:gd name="f17" fmla="?: f13 f5 1"/>
              <a:gd name="f18" fmla="?: f14 f6 1"/>
              <a:gd name="f19" fmla="*/ f16 1 21600"/>
              <a:gd name="f20" fmla="*/ f17 1 21600"/>
              <a:gd name="f21" fmla="*/ 21600 f16 1"/>
              <a:gd name="f22" fmla="*/ 21600 f17 1"/>
              <a:gd name="f23" fmla="min f20 f19"/>
              <a:gd name="f24" fmla="*/ f21 1 f18"/>
              <a:gd name="f25" fmla="*/ f22 1 f18"/>
              <a:gd name="f26" fmla="val f24"/>
              <a:gd name="f27" fmla="val f25"/>
              <a:gd name="f28" fmla="*/ f15 f23 1"/>
              <a:gd name="f29" fmla="+- f27 0 f15"/>
              <a:gd name="f30" fmla="+- f26 0 f15"/>
              <a:gd name="f31" fmla="*/ f26 f23 1"/>
              <a:gd name="f32" fmla="*/ f27 f23 1"/>
              <a:gd name="f33" fmla="min f30 f29"/>
              <a:gd name="f34" fmla="*/ f33 1 21600"/>
              <a:gd name="f35" fmla="*/ f9 1 f34"/>
              <a:gd name="f36" fmla="*/ f8 1 f34"/>
              <a:gd name="f37" fmla="*/ f11 1 f34"/>
              <a:gd name="f38" fmla="*/ f10 1 f34"/>
              <a:gd name="f39" fmla="*/ f29 f36 1"/>
              <a:gd name="f40" fmla="*/ f30 f35 1"/>
              <a:gd name="f41" fmla="*/ f29 f38 1"/>
              <a:gd name="f42" fmla="*/ f30 f37 1"/>
              <a:gd name="f43" fmla="*/ f39 1 100000"/>
              <a:gd name="f44" fmla="*/ f40 1 100000"/>
              <a:gd name="f45" fmla="*/ f41 1 100000"/>
              <a:gd name="f46" fmla="*/ f42 1 100000"/>
              <a:gd name="f47" fmla="*/ f44 f23 1"/>
              <a:gd name="f48" fmla="*/ f43 f23 1"/>
              <a:gd name="f49" fmla="*/ f46 f23 1"/>
              <a:gd name="f50" fmla="*/ f45 f23 1"/>
            </a:gdLst>
            <a:ahLst/>
            <a:cxnLst>
              <a:cxn ang="3cd4">
                <a:pos x="hc" y="t"/>
              </a:cxn>
              <a:cxn ang="0">
                <a:pos x="r" y="vc"/>
              </a:cxn>
              <a:cxn ang="cd4">
                <a:pos x="hc" y="b"/>
              </a:cxn>
              <a:cxn ang="cd2">
                <a:pos x="l" y="vc"/>
              </a:cxn>
            </a:cxnLst>
            <a:rect l="f28" t="f28" r="f31" b="f32"/>
            <a:pathLst>
              <a:path stroke="0">
                <a:moveTo>
                  <a:pt x="f28" y="f28"/>
                </a:moveTo>
                <a:lnTo>
                  <a:pt x="f31" y="f28"/>
                </a:lnTo>
                <a:lnTo>
                  <a:pt x="f31" y="f32"/>
                </a:lnTo>
                <a:lnTo>
                  <a:pt x="f28" y="f32"/>
                </a:lnTo>
                <a:close/>
              </a:path>
              <a:path fill="none">
                <a:moveTo>
                  <a:pt x="f47" y="f48"/>
                </a:moveTo>
                <a:lnTo>
                  <a:pt x="f49" y="f50"/>
                </a:lnTo>
              </a:path>
            </a:pathLst>
          </a:custGeom>
          <a:solidFill>
            <a:srgbClr val="00A6D6"/>
          </a:solidFill>
          <a:ln w="12701" cap="flat">
            <a:solidFill>
              <a:srgbClr val="00A6D6"/>
            </a:solidFill>
            <a:prstDash val="solid"/>
            <a:miter/>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r>
              <a:rPr lang="en-US" sz="1200" b="0" i="0" u="none" strike="noStrike" kern="1200" cap="none" spc="0" baseline="0">
                <a:solidFill>
                  <a:srgbClr val="FFFFFF"/>
                </a:solidFill>
                <a:uFillTx/>
                <a:latin typeface="Arial"/>
              </a:rPr>
              <a:t>Constant negotiations for scope, assuming there are 3 months to develop and test </a:t>
            </a:r>
            <a:endParaRPr lang="en-IN" sz="1200" b="0" i="0" u="none" strike="noStrike" kern="1200" cap="none" spc="0" baseline="0">
              <a:solidFill>
                <a:srgbClr val="FFFFFF"/>
              </a:solidFill>
              <a:uFillTx/>
              <a:latin typeface="Arial"/>
            </a:endParaRPr>
          </a:p>
        </p:txBody>
      </p:sp>
      <p:sp>
        <p:nvSpPr>
          <p:cNvPr id="26" name="Callout: Line with No Border 23">
            <a:extLst>
              <a:ext uri="{FF2B5EF4-FFF2-40B4-BE49-F238E27FC236}">
                <a16:creationId xmlns:a16="http://schemas.microsoft.com/office/drawing/2014/main" id="{61863B7B-59FF-103D-C21F-23E85608F219}"/>
              </a:ext>
            </a:extLst>
          </p:cNvPr>
          <p:cNvSpPr/>
          <p:nvPr/>
        </p:nvSpPr>
        <p:spPr>
          <a:xfrm>
            <a:off x="4748543" y="4828699"/>
            <a:ext cx="2194560" cy="1229200"/>
          </a:xfrm>
          <a:custGeom>
            <a:avLst>
              <a:gd name="f8" fmla="val 47267"/>
              <a:gd name="f9" fmla="val 100833"/>
              <a:gd name="f10" fmla="val -17834"/>
              <a:gd name="f11" fmla="val 132620"/>
            </a:avLst>
            <a:gdLst>
              <a:gd name="f4" fmla="val w"/>
              <a:gd name="f5" fmla="val h"/>
              <a:gd name="f6" fmla="val ss"/>
              <a:gd name="f7" fmla="val 0"/>
              <a:gd name="f8" fmla="val 47267"/>
              <a:gd name="f9" fmla="val 100833"/>
              <a:gd name="f10" fmla="val -17834"/>
              <a:gd name="f11" fmla="val 132620"/>
              <a:gd name="f12" fmla="abs f4"/>
              <a:gd name="f13" fmla="abs f5"/>
              <a:gd name="f14" fmla="abs f6"/>
              <a:gd name="f15" fmla="val f7"/>
              <a:gd name="f16" fmla="?: f12 f4 1"/>
              <a:gd name="f17" fmla="?: f13 f5 1"/>
              <a:gd name="f18" fmla="?: f14 f6 1"/>
              <a:gd name="f19" fmla="*/ f16 1 21600"/>
              <a:gd name="f20" fmla="*/ f17 1 21600"/>
              <a:gd name="f21" fmla="*/ 21600 f16 1"/>
              <a:gd name="f22" fmla="*/ 21600 f17 1"/>
              <a:gd name="f23" fmla="min f20 f19"/>
              <a:gd name="f24" fmla="*/ f21 1 f18"/>
              <a:gd name="f25" fmla="*/ f22 1 f18"/>
              <a:gd name="f26" fmla="val f24"/>
              <a:gd name="f27" fmla="val f25"/>
              <a:gd name="f28" fmla="*/ f15 f23 1"/>
              <a:gd name="f29" fmla="+- f27 0 f15"/>
              <a:gd name="f30" fmla="+- f26 0 f15"/>
              <a:gd name="f31" fmla="*/ f26 f23 1"/>
              <a:gd name="f32" fmla="*/ f27 f23 1"/>
              <a:gd name="f33" fmla="min f30 f29"/>
              <a:gd name="f34" fmla="*/ f33 1 21600"/>
              <a:gd name="f35" fmla="*/ f9 1 f34"/>
              <a:gd name="f36" fmla="*/ f8 1 f34"/>
              <a:gd name="f37" fmla="*/ f11 1 f34"/>
              <a:gd name="f38" fmla="*/ f10 1 f34"/>
              <a:gd name="f39" fmla="*/ f29 f36 1"/>
              <a:gd name="f40" fmla="*/ f30 f35 1"/>
              <a:gd name="f41" fmla="*/ f29 f38 1"/>
              <a:gd name="f42" fmla="*/ f30 f37 1"/>
              <a:gd name="f43" fmla="*/ f39 1 100000"/>
              <a:gd name="f44" fmla="*/ f40 1 100000"/>
              <a:gd name="f45" fmla="*/ f41 1 100000"/>
              <a:gd name="f46" fmla="*/ f42 1 100000"/>
              <a:gd name="f47" fmla="*/ f44 f23 1"/>
              <a:gd name="f48" fmla="*/ f43 f23 1"/>
              <a:gd name="f49" fmla="*/ f46 f23 1"/>
              <a:gd name="f50" fmla="*/ f45 f23 1"/>
            </a:gdLst>
            <a:ahLst/>
            <a:cxnLst>
              <a:cxn ang="3cd4">
                <a:pos x="hc" y="t"/>
              </a:cxn>
              <a:cxn ang="0">
                <a:pos x="r" y="vc"/>
              </a:cxn>
              <a:cxn ang="cd4">
                <a:pos x="hc" y="b"/>
              </a:cxn>
              <a:cxn ang="cd2">
                <a:pos x="l" y="vc"/>
              </a:cxn>
            </a:cxnLst>
            <a:rect l="f28" t="f28" r="f31" b="f32"/>
            <a:pathLst>
              <a:path stroke="0">
                <a:moveTo>
                  <a:pt x="f28" y="f28"/>
                </a:moveTo>
                <a:lnTo>
                  <a:pt x="f31" y="f28"/>
                </a:lnTo>
                <a:lnTo>
                  <a:pt x="f31" y="f32"/>
                </a:lnTo>
                <a:lnTo>
                  <a:pt x="f28" y="f32"/>
                </a:lnTo>
                <a:close/>
              </a:path>
              <a:path fill="none">
                <a:moveTo>
                  <a:pt x="f47" y="f48"/>
                </a:moveTo>
                <a:lnTo>
                  <a:pt x="f49" y="f50"/>
                </a:lnTo>
              </a:path>
            </a:pathLst>
          </a:custGeom>
          <a:solidFill>
            <a:srgbClr val="00A6D6"/>
          </a:solidFill>
          <a:ln w="12701" cap="flat">
            <a:solidFill>
              <a:srgbClr val="00A6D6"/>
            </a:solidFill>
            <a:prstDash val="solid"/>
            <a:miter/>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r>
              <a:rPr lang="en-US" sz="1200" b="0" i="0" u="none" strike="noStrike" kern="1200" cap="none" spc="0" baseline="0">
                <a:solidFill>
                  <a:srgbClr val="FFFFFF"/>
                </a:solidFill>
                <a:uFillTx/>
                <a:latin typeface="Arial"/>
              </a:rPr>
              <a:t>Often finding hidden test cases and undesired scenarios created in cross-module functionalities. Manual test cases make it very difficult to cover all the bases  </a:t>
            </a:r>
            <a:endParaRPr lang="en-IN" sz="1200" b="0" i="0" u="none" strike="noStrike" kern="1200" cap="none" spc="0" baseline="0">
              <a:solidFill>
                <a:srgbClr val="FFFFFF"/>
              </a:solidFill>
              <a:uFillTx/>
              <a:latin typeface="Arial"/>
            </a:endParaRPr>
          </a:p>
        </p:txBody>
      </p:sp>
      <p:sp>
        <p:nvSpPr>
          <p:cNvPr id="27" name="Callout: Line with No Border 24">
            <a:extLst>
              <a:ext uri="{FF2B5EF4-FFF2-40B4-BE49-F238E27FC236}">
                <a16:creationId xmlns:a16="http://schemas.microsoft.com/office/drawing/2014/main" id="{E425A7A8-AEE5-A50F-3FDF-B84A0CADD76D}"/>
              </a:ext>
            </a:extLst>
          </p:cNvPr>
          <p:cNvSpPr/>
          <p:nvPr/>
        </p:nvSpPr>
        <p:spPr>
          <a:xfrm>
            <a:off x="9995187" y="3784079"/>
            <a:ext cx="2194560" cy="1061718"/>
          </a:xfrm>
          <a:custGeom>
            <a:avLst>
              <a:gd name="f8" fmla="val 47267"/>
              <a:gd name="f9" fmla="val -1945"/>
              <a:gd name="f10" fmla="val -159025"/>
              <a:gd name="f11" fmla="val -44696"/>
            </a:avLst>
            <a:gdLst>
              <a:gd name="f4" fmla="val w"/>
              <a:gd name="f5" fmla="val h"/>
              <a:gd name="f6" fmla="val ss"/>
              <a:gd name="f7" fmla="val 0"/>
              <a:gd name="f8" fmla="val 47267"/>
              <a:gd name="f9" fmla="val -1945"/>
              <a:gd name="f10" fmla="val -159025"/>
              <a:gd name="f11" fmla="val -44696"/>
              <a:gd name="f12" fmla="abs f4"/>
              <a:gd name="f13" fmla="abs f5"/>
              <a:gd name="f14" fmla="abs f6"/>
              <a:gd name="f15" fmla="val f7"/>
              <a:gd name="f16" fmla="?: f12 f4 1"/>
              <a:gd name="f17" fmla="?: f13 f5 1"/>
              <a:gd name="f18" fmla="?: f14 f6 1"/>
              <a:gd name="f19" fmla="*/ f16 1 21600"/>
              <a:gd name="f20" fmla="*/ f17 1 21600"/>
              <a:gd name="f21" fmla="*/ 21600 f16 1"/>
              <a:gd name="f22" fmla="*/ 21600 f17 1"/>
              <a:gd name="f23" fmla="min f20 f19"/>
              <a:gd name="f24" fmla="*/ f21 1 f18"/>
              <a:gd name="f25" fmla="*/ f22 1 f18"/>
              <a:gd name="f26" fmla="val f24"/>
              <a:gd name="f27" fmla="val f25"/>
              <a:gd name="f28" fmla="*/ f15 f23 1"/>
              <a:gd name="f29" fmla="+- f27 0 f15"/>
              <a:gd name="f30" fmla="+- f26 0 f15"/>
              <a:gd name="f31" fmla="*/ f26 f23 1"/>
              <a:gd name="f32" fmla="*/ f27 f23 1"/>
              <a:gd name="f33" fmla="min f30 f29"/>
              <a:gd name="f34" fmla="*/ f33 1 21600"/>
              <a:gd name="f35" fmla="*/ f9 1 f34"/>
              <a:gd name="f36" fmla="*/ f8 1 f34"/>
              <a:gd name="f37" fmla="*/ f11 1 f34"/>
              <a:gd name="f38" fmla="*/ f10 1 f34"/>
              <a:gd name="f39" fmla="*/ f29 f36 1"/>
              <a:gd name="f40" fmla="*/ f30 f35 1"/>
              <a:gd name="f41" fmla="*/ f29 f38 1"/>
              <a:gd name="f42" fmla="*/ f30 f37 1"/>
              <a:gd name="f43" fmla="*/ f39 1 100000"/>
              <a:gd name="f44" fmla="*/ f40 1 100000"/>
              <a:gd name="f45" fmla="*/ f41 1 100000"/>
              <a:gd name="f46" fmla="*/ f42 1 100000"/>
              <a:gd name="f47" fmla="*/ f44 f23 1"/>
              <a:gd name="f48" fmla="*/ f43 f23 1"/>
              <a:gd name="f49" fmla="*/ f46 f23 1"/>
              <a:gd name="f50" fmla="*/ f45 f23 1"/>
            </a:gdLst>
            <a:ahLst/>
            <a:cxnLst>
              <a:cxn ang="3cd4">
                <a:pos x="hc" y="t"/>
              </a:cxn>
              <a:cxn ang="0">
                <a:pos x="r" y="vc"/>
              </a:cxn>
              <a:cxn ang="cd4">
                <a:pos x="hc" y="b"/>
              </a:cxn>
              <a:cxn ang="cd2">
                <a:pos x="l" y="vc"/>
              </a:cxn>
            </a:cxnLst>
            <a:rect l="f28" t="f28" r="f31" b="f32"/>
            <a:pathLst>
              <a:path stroke="0">
                <a:moveTo>
                  <a:pt x="f28" y="f28"/>
                </a:moveTo>
                <a:lnTo>
                  <a:pt x="f31" y="f28"/>
                </a:lnTo>
                <a:lnTo>
                  <a:pt x="f31" y="f32"/>
                </a:lnTo>
                <a:lnTo>
                  <a:pt x="f28" y="f32"/>
                </a:lnTo>
                <a:close/>
              </a:path>
              <a:path fill="none">
                <a:moveTo>
                  <a:pt x="f47" y="f48"/>
                </a:moveTo>
                <a:lnTo>
                  <a:pt x="f49" y="f50"/>
                </a:lnTo>
              </a:path>
            </a:pathLst>
          </a:custGeom>
          <a:solidFill>
            <a:srgbClr val="00A6D6"/>
          </a:solidFill>
          <a:ln w="12701" cap="flat">
            <a:solidFill>
              <a:srgbClr val="00A6D6"/>
            </a:solidFill>
            <a:prstDash val="solid"/>
            <a:miter/>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r>
              <a:rPr lang="en-US" sz="1200" b="0" i="0" u="none" strike="noStrike" kern="1200" cap="none" spc="0" baseline="0">
                <a:solidFill>
                  <a:srgbClr val="FFFFFF"/>
                </a:solidFill>
                <a:uFillTx/>
                <a:latin typeface="Arial"/>
              </a:rPr>
              <a:t>Expectations not met in UI/UX, and development scope creep in the delivery of features </a:t>
            </a:r>
            <a:endParaRPr lang="en-IN" sz="1200" b="0" i="0" u="none" strike="noStrike" kern="1200" cap="none" spc="0" baseline="0">
              <a:solidFill>
                <a:srgbClr val="FFFFFF"/>
              </a:solidFill>
              <a:uFillTx/>
              <a:latin typeface="Arial"/>
            </a:endParaRPr>
          </a:p>
        </p:txBody>
      </p:sp>
    </p:spTree>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name="Slide124">
    <p:spTree>
      <p:nvGrpSpPr>
        <p:cNvPr id="1" name=""/>
        <p:cNvGrpSpPr/>
        <p:nvPr/>
      </p:nvGrpSpPr>
      <p:grpSpPr>
        <a:xfrm>
          <a:off x="0" y="0"/>
          <a:ext cx="0" cy="0"/>
          <a:chOff x="0" y="0"/>
          <a:chExt cx="0" cy="0"/>
        </a:xfrm>
      </p:grpSpPr>
      <p:sp>
        <p:nvSpPr>
          <p:cNvPr id="2" name="Tijdelijke aanduiding voor datum 4">
            <a:extLst>
              <a:ext uri="{FF2B5EF4-FFF2-40B4-BE49-F238E27FC236}">
                <a16:creationId xmlns:a16="http://schemas.microsoft.com/office/drawing/2014/main" id="{123AFB85-3A73-764E-1B93-D27DB32A5217}"/>
              </a:ext>
            </a:extLst>
          </p:cNvPr>
          <p:cNvSpPr txBox="1">
            <a:spLocks noGrp="1"/>
          </p:cNvSpPr>
          <p:nvPr>
            <p:ph type="dt" sz="quarter" idx="7"/>
          </p:nvPr>
        </p:nvSpPr>
        <p:spPr>
          <a:xfrm>
            <a:off x="10146566" y="6405664"/>
            <a:ext cx="766230" cy="184663"/>
          </a:xfrm>
          <a:prstGeom prst="rect">
            <a:avLst/>
          </a:prstGeom>
          <a:noFill/>
          <a:ln>
            <a:noFill/>
          </a:ln>
        </p:spPr>
        <p:txBody>
          <a:bodyPr vert="horz" wrap="none" lIns="0" tIns="0" rIns="0" bIns="0" anchor="ctr" anchorCtr="0" compatLnSpc="1">
            <a:spAutoFit/>
          </a:bodyPr>
          <a:lstStyle/>
          <a:p>
            <a:pPr lvl="0" algn="r"/>
            <a:fld id="{D7AD2F3D-F69D-464B-BEAF-7A62FE262EF9}" type="datetime1">
              <a:rPr lang="nl-NL" sz="1200">
                <a:solidFill>
                  <a:srgbClr val="000000"/>
                </a:solidFill>
                <a:latin typeface="Arial"/>
                <a:cs typeface="Segoe UI Light" pitchFamily="34"/>
              </a:rPr>
              <a:pPr lvl="0" algn="r"/>
              <a:t>22-10-2025</a:t>
            </a:fld>
            <a:endParaRPr lang="en-GB" sz="1200">
              <a:solidFill>
                <a:srgbClr val="000000"/>
              </a:solidFill>
              <a:latin typeface="Arial"/>
              <a:cs typeface="Segoe UI Light" pitchFamily="34"/>
            </a:endParaRPr>
          </a:p>
        </p:txBody>
      </p:sp>
      <p:sp>
        <p:nvSpPr>
          <p:cNvPr id="3" name="Titel 8">
            <a:extLst>
              <a:ext uri="{FF2B5EF4-FFF2-40B4-BE49-F238E27FC236}">
                <a16:creationId xmlns:a16="http://schemas.microsoft.com/office/drawing/2014/main" id="{09FF556D-FA3B-6F08-6F64-AC168C8A2B3E}"/>
              </a:ext>
            </a:extLst>
          </p:cNvPr>
          <p:cNvSpPr txBox="1">
            <a:spLocks noGrp="1"/>
          </p:cNvSpPr>
          <p:nvPr>
            <p:ph type="title"/>
          </p:nvPr>
        </p:nvSpPr>
        <p:spPr>
          <a:xfrm>
            <a:off x="718663" y="686165"/>
            <a:ext cx="10752612" cy="323404"/>
          </a:xfrm>
          <a:prstGeom prst="rect">
            <a:avLst/>
          </a:prstGeom>
          <a:noFill/>
          <a:ln>
            <a:noFill/>
          </a:ln>
        </p:spPr>
        <p:txBody>
          <a:bodyPr vert="horz" wrap="square" lIns="0" tIns="0" rIns="0" bIns="378003" anchor="t" anchorCtr="0" compatLnSpc="1">
            <a:noAutofit/>
          </a:bodyPr>
          <a:lstStyle/>
          <a:p>
            <a:pPr lvl="0"/>
            <a:r>
              <a:rPr lang="en-GB" u="sng"/>
              <a:t>Why Agile ?</a:t>
            </a:r>
          </a:p>
        </p:txBody>
      </p:sp>
      <p:sp>
        <p:nvSpPr>
          <p:cNvPr id="4" name="Tijdelijke aanduiding voor dianummer 102">
            <a:extLst>
              <a:ext uri="{FF2B5EF4-FFF2-40B4-BE49-F238E27FC236}">
                <a16:creationId xmlns:a16="http://schemas.microsoft.com/office/drawing/2014/main" id="{D28CC456-3C71-D05D-3102-FF58ED42A6ED}"/>
              </a:ext>
            </a:extLst>
          </p:cNvPr>
          <p:cNvSpPr txBox="1">
            <a:spLocks noGrp="1"/>
          </p:cNvSpPr>
          <p:nvPr>
            <p:ph type="sldNum" sz="quarter" idx="8"/>
          </p:nvPr>
        </p:nvSpPr>
        <p:spPr>
          <a:xfrm>
            <a:off x="11178466" y="6405664"/>
            <a:ext cx="291300" cy="184663"/>
          </a:xfrm>
          <a:prstGeom prst="rect">
            <a:avLst/>
          </a:prstGeom>
          <a:noFill/>
          <a:ln>
            <a:noFill/>
          </a:ln>
        </p:spPr>
        <p:txBody>
          <a:bodyPr vert="horz" wrap="none" lIns="0" tIns="0" rIns="0" bIns="0" anchor="ctr" anchorCtr="0" compatLnSpc="1">
            <a:spAutoFit/>
          </a:bodyPr>
          <a:lstStyle/>
          <a:p>
            <a:pPr lvl="0" algn="r"/>
            <a:fld id="{EE307A46-AF4F-402A-9816-B79E29B373FB}" type="slidenum">
              <a:t>27</a:t>
            </a:fld>
            <a:endParaRPr lang="en-GB" sz="1200" b="1">
              <a:solidFill>
                <a:srgbClr val="000000"/>
              </a:solidFill>
              <a:latin typeface="Arial"/>
              <a:cs typeface="Segoe UI Light" pitchFamily="34"/>
            </a:endParaRPr>
          </a:p>
        </p:txBody>
      </p:sp>
      <p:cxnSp>
        <p:nvCxnSpPr>
          <p:cNvPr id="5" name="Straight Connector 83">
            <a:extLst>
              <a:ext uri="{FF2B5EF4-FFF2-40B4-BE49-F238E27FC236}">
                <a16:creationId xmlns:a16="http://schemas.microsoft.com/office/drawing/2014/main" id="{F666F325-F98A-C5F0-5B2F-1CC041128E0E}"/>
              </a:ext>
            </a:extLst>
          </p:cNvPr>
          <p:cNvCxnSpPr/>
          <p:nvPr/>
        </p:nvCxnSpPr>
        <p:spPr>
          <a:xfrm>
            <a:off x="0" y="6139546"/>
            <a:ext cx="12191996" cy="0"/>
          </a:xfrm>
          <a:prstGeom prst="straightConnector1">
            <a:avLst/>
          </a:prstGeom>
          <a:noFill/>
          <a:ln w="28575" cap="rnd">
            <a:solidFill>
              <a:srgbClr val="00A6D6"/>
            </a:solidFill>
            <a:prstDash val="solid"/>
            <a:round/>
          </a:ln>
        </p:spPr>
      </p:cxnSp>
      <p:sp>
        <p:nvSpPr>
          <p:cNvPr id="6" name="TextBox 11">
            <a:extLst>
              <a:ext uri="{FF2B5EF4-FFF2-40B4-BE49-F238E27FC236}">
                <a16:creationId xmlns:a16="http://schemas.microsoft.com/office/drawing/2014/main" id="{672D8528-AA42-6EB4-4B61-7965EC48F112}"/>
              </a:ext>
            </a:extLst>
          </p:cNvPr>
          <p:cNvSpPr txBox="1"/>
          <p:nvPr/>
        </p:nvSpPr>
        <p:spPr>
          <a:xfrm>
            <a:off x="1363525" y="-727743"/>
            <a:ext cx="8964594" cy="369335"/>
          </a:xfrm>
          <a:prstGeom prst="rect">
            <a:avLst/>
          </a:prstGeom>
          <a:noFill/>
          <a:ln>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1800" b="0" i="0" u="none" strike="noStrike" kern="1200" cap="none" spc="0" baseline="0">
                <a:solidFill>
                  <a:srgbClr val="000000"/>
                </a:solidFill>
                <a:uFillTx/>
                <a:latin typeface="Arial"/>
              </a:rPr>
              <a:t>#00A6D6</a:t>
            </a:r>
          </a:p>
        </p:txBody>
      </p:sp>
      <p:graphicFrame>
        <p:nvGraphicFramePr>
          <p:cNvPr id="7" name="Table 1">
            <a:extLst>
              <a:ext uri="{FF2B5EF4-FFF2-40B4-BE49-F238E27FC236}">
                <a16:creationId xmlns:a16="http://schemas.microsoft.com/office/drawing/2014/main" id="{5CDB2262-1125-F357-5C69-0508220C4674}"/>
              </a:ext>
            </a:extLst>
          </p:cNvPr>
          <p:cNvGraphicFramePr>
            <a:graphicFrameLocks noGrp="1"/>
          </p:cNvGraphicFramePr>
          <p:nvPr/>
        </p:nvGraphicFramePr>
        <p:xfrm>
          <a:off x="719139" y="2195017"/>
          <a:ext cx="5278053" cy="3767904"/>
        </p:xfrm>
        <a:graphic>
          <a:graphicData uri="http://schemas.openxmlformats.org/drawingml/2006/table">
            <a:tbl>
              <a:tblPr>
                <a:effectLst/>
                <a:tableStyleId>{BC89EF96-8CEA-46FF-86C4-4CE0E7609802}</a:tableStyleId>
              </a:tblPr>
              <a:tblGrid>
                <a:gridCol w="1074996">
                  <a:extLst>
                    <a:ext uri="{9D8B030D-6E8A-4147-A177-3AD203B41FA5}">
                      <a16:colId xmlns:a16="http://schemas.microsoft.com/office/drawing/2014/main" val="3856206060"/>
                    </a:ext>
                  </a:extLst>
                </a:gridCol>
                <a:gridCol w="1233598">
                  <a:extLst>
                    <a:ext uri="{9D8B030D-6E8A-4147-A177-3AD203B41FA5}">
                      <a16:colId xmlns:a16="http://schemas.microsoft.com/office/drawing/2014/main" val="21793909"/>
                    </a:ext>
                  </a:extLst>
                </a:gridCol>
                <a:gridCol w="1506757">
                  <a:extLst>
                    <a:ext uri="{9D8B030D-6E8A-4147-A177-3AD203B41FA5}">
                      <a16:colId xmlns:a16="http://schemas.microsoft.com/office/drawing/2014/main" val="2741730112"/>
                    </a:ext>
                  </a:extLst>
                </a:gridCol>
                <a:gridCol w="1462701">
                  <a:extLst>
                    <a:ext uri="{9D8B030D-6E8A-4147-A177-3AD203B41FA5}">
                      <a16:colId xmlns:a16="http://schemas.microsoft.com/office/drawing/2014/main" val="1014422528"/>
                    </a:ext>
                  </a:extLst>
                </a:gridCol>
              </a:tblGrid>
              <a:tr h="152403">
                <a:tc>
                  <a:txBody>
                    <a:bodyPr/>
                    <a:lstStyle/>
                    <a:p>
                      <a:pPr lvl="0" algn="ctr" rtl="0" fontAlgn="auto">
                        <a:lnSpc>
                          <a:spcPts val="1455"/>
                        </a:lnSpc>
                        <a:spcAft>
                          <a:spcPts val="800"/>
                        </a:spcAft>
                        <a:buNone/>
                      </a:pPr>
                      <a:r>
                        <a:rPr lang="en-IN" sz="1100" b="1">
                          <a:solidFill>
                            <a:srgbClr val="000000"/>
                          </a:solidFill>
                        </a:rPr>
                        <a:t>Aspect </a:t>
                      </a:r>
                      <a:endParaRPr lang="en-IN" b="1" i="0">
                        <a:solidFill>
                          <a:srgbClr val="000000"/>
                        </a:solidFill>
                      </a:endParaRPr>
                    </a:p>
                  </a:txBody>
                  <a:tcPr>
                    <a:lnR w="12701" cap="flat" cmpd="sng" algn="ctr">
                      <a:solidFill>
                        <a:srgbClr val="FFFFFF"/>
                      </a:solidFill>
                      <a:prstDash val="solid"/>
                      <a:round/>
                      <a:headEnd type="none" w="med" len="med"/>
                      <a:tailEnd type="none" w="med" len="med"/>
                    </a:lnR>
                    <a:solidFill>
                      <a:srgbClr val="00A6D6"/>
                    </a:solidFill>
                  </a:tcPr>
                </a:tc>
                <a:tc>
                  <a:txBody>
                    <a:bodyPr/>
                    <a:lstStyle/>
                    <a:p>
                      <a:pPr lvl="0" algn="ctr" rtl="0" fontAlgn="auto">
                        <a:lnSpc>
                          <a:spcPts val="1455"/>
                        </a:lnSpc>
                        <a:spcAft>
                          <a:spcPts val="800"/>
                        </a:spcAft>
                        <a:buNone/>
                      </a:pPr>
                      <a:r>
                        <a:rPr lang="en-IN" sz="1100" b="1">
                          <a:solidFill>
                            <a:srgbClr val="000000"/>
                          </a:solidFill>
                        </a:rPr>
                        <a:t>Waterfall </a:t>
                      </a:r>
                      <a:endParaRPr lang="en-IN" b="1" i="0">
                        <a:solidFill>
                          <a:srgbClr val="000000"/>
                        </a:solidFill>
                      </a:endParaRPr>
                    </a:p>
                  </a:txBody>
                  <a:tcPr>
                    <a:lnL w="12701" cap="flat" cmpd="sng" algn="ctr">
                      <a:solidFill>
                        <a:srgbClr val="FFFFFF"/>
                      </a:solidFill>
                      <a:prstDash val="solid"/>
                      <a:round/>
                      <a:headEnd type="none" w="med" len="med"/>
                      <a:tailEnd type="none" w="med" len="med"/>
                    </a:lnL>
                    <a:lnR w="12701" cap="flat" cmpd="sng" algn="ctr">
                      <a:solidFill>
                        <a:srgbClr val="FFFFFF"/>
                      </a:solidFill>
                      <a:prstDash val="solid"/>
                      <a:round/>
                      <a:headEnd type="none" w="med" len="med"/>
                      <a:tailEnd type="none" w="med" len="med"/>
                    </a:lnR>
                    <a:solidFill>
                      <a:srgbClr val="00A6D6"/>
                    </a:solidFill>
                  </a:tcPr>
                </a:tc>
                <a:tc>
                  <a:txBody>
                    <a:bodyPr/>
                    <a:lstStyle/>
                    <a:p>
                      <a:pPr lvl="0" algn="ctr" rtl="0" fontAlgn="auto">
                        <a:lnSpc>
                          <a:spcPts val="1455"/>
                        </a:lnSpc>
                        <a:spcAft>
                          <a:spcPts val="800"/>
                        </a:spcAft>
                        <a:buNone/>
                      </a:pPr>
                      <a:r>
                        <a:rPr lang="en-IN" sz="1100" b="1">
                          <a:solidFill>
                            <a:srgbClr val="000000"/>
                          </a:solidFill>
                        </a:rPr>
                        <a:t>Stage-Gate </a:t>
                      </a:r>
                      <a:endParaRPr lang="en-IN" b="1" i="0">
                        <a:solidFill>
                          <a:srgbClr val="000000"/>
                        </a:solidFill>
                      </a:endParaRPr>
                    </a:p>
                  </a:txBody>
                  <a:tcPr>
                    <a:lnL w="12701" cap="flat" cmpd="sng" algn="ctr">
                      <a:solidFill>
                        <a:srgbClr val="FFFFFF"/>
                      </a:solidFill>
                      <a:prstDash val="solid"/>
                      <a:round/>
                      <a:headEnd type="none" w="med" len="med"/>
                      <a:tailEnd type="none" w="med" len="med"/>
                    </a:lnL>
                    <a:lnR w="12701" cap="flat" cmpd="sng" algn="ctr">
                      <a:solidFill>
                        <a:srgbClr val="FFFFFF"/>
                      </a:solidFill>
                      <a:prstDash val="solid"/>
                      <a:round/>
                      <a:headEnd type="none" w="med" len="med"/>
                      <a:tailEnd type="none" w="med" len="med"/>
                    </a:lnR>
                    <a:solidFill>
                      <a:srgbClr val="00A6D6"/>
                    </a:solidFill>
                  </a:tcPr>
                </a:tc>
                <a:tc>
                  <a:txBody>
                    <a:bodyPr/>
                    <a:lstStyle/>
                    <a:p>
                      <a:pPr lvl="0" algn="ctr" rtl="0" fontAlgn="auto">
                        <a:lnSpc>
                          <a:spcPts val="1455"/>
                        </a:lnSpc>
                        <a:spcAft>
                          <a:spcPts val="800"/>
                        </a:spcAft>
                        <a:buNone/>
                      </a:pPr>
                      <a:r>
                        <a:rPr lang="en-IN" sz="1100" b="1">
                          <a:solidFill>
                            <a:srgbClr val="000000"/>
                          </a:solidFill>
                        </a:rPr>
                        <a:t>Agile (Selected) </a:t>
                      </a:r>
                      <a:endParaRPr lang="en-IN" b="1" i="0">
                        <a:solidFill>
                          <a:srgbClr val="000000"/>
                        </a:solidFill>
                      </a:endParaRPr>
                    </a:p>
                  </a:txBody>
                  <a:tcPr>
                    <a:lnL w="12701" cap="flat" cmpd="sng" algn="ctr">
                      <a:solidFill>
                        <a:srgbClr val="FFFFFF"/>
                      </a:solidFill>
                      <a:prstDash val="solid"/>
                      <a:round/>
                      <a:headEnd type="none" w="med" len="med"/>
                      <a:tailEnd type="none" w="med" len="med"/>
                    </a:lnL>
                    <a:solidFill>
                      <a:srgbClr val="00A6D6"/>
                    </a:solidFill>
                  </a:tcPr>
                </a:tc>
                <a:extLst>
                  <a:ext uri="{0D108BD9-81ED-4DB2-BD59-A6C34878D82A}">
                    <a16:rowId xmlns:a16="http://schemas.microsoft.com/office/drawing/2014/main" val="2067084516"/>
                  </a:ext>
                </a:extLst>
              </a:tr>
              <a:tr h="152403">
                <a:tc>
                  <a:txBody>
                    <a:bodyPr/>
                    <a:lstStyle/>
                    <a:p>
                      <a:pPr lvl="0" algn="ctr" rtl="0" fontAlgn="auto">
                        <a:lnSpc>
                          <a:spcPts val="1455"/>
                        </a:lnSpc>
                        <a:spcAft>
                          <a:spcPts val="800"/>
                        </a:spcAft>
                        <a:buNone/>
                      </a:pPr>
                      <a:r>
                        <a:rPr lang="en-IN" sz="1100" b="1"/>
                        <a:t>Flexibility </a:t>
                      </a:r>
                      <a:endParaRPr lang="en-IN" b="1" i="0"/>
                    </a:p>
                  </a:txBody>
                  <a:tcPr/>
                </a:tc>
                <a:tc>
                  <a:txBody>
                    <a:bodyPr/>
                    <a:lstStyle/>
                    <a:p>
                      <a:pPr lvl="0" algn="ctr" rtl="0" fontAlgn="auto">
                        <a:lnSpc>
                          <a:spcPts val="1455"/>
                        </a:lnSpc>
                        <a:spcAft>
                          <a:spcPts val="800"/>
                        </a:spcAft>
                        <a:buNone/>
                      </a:pPr>
                      <a:r>
                        <a:rPr lang="en-US" sz="1100" b="0"/>
                        <a:t>Lowàfixed process, hard to change </a:t>
                      </a:r>
                      <a:endParaRPr lang="en-US" b="0" i="0"/>
                    </a:p>
                  </a:txBody>
                  <a:tcPr>
                    <a:lnR w="12701" cap="flat" cmpd="sng" algn="ctr">
                      <a:solidFill>
                        <a:srgbClr val="00A6D6"/>
                      </a:solidFill>
                      <a:prstDash val="solid"/>
                      <a:round/>
                      <a:headEnd type="none" w="med" len="med"/>
                      <a:tailEnd type="none" w="med" len="med"/>
                    </a:lnR>
                  </a:tcPr>
                </a:tc>
                <a:tc>
                  <a:txBody>
                    <a:bodyPr/>
                    <a:lstStyle/>
                    <a:p>
                      <a:pPr lvl="0" algn="ctr" rtl="0" fontAlgn="auto">
                        <a:lnSpc>
                          <a:spcPts val="1455"/>
                        </a:lnSpc>
                        <a:spcAft>
                          <a:spcPts val="800"/>
                        </a:spcAft>
                        <a:buNone/>
                      </a:pPr>
                      <a:r>
                        <a:rPr lang="en-US" sz="1100" b="0"/>
                        <a:t>Moderate changes allowed at gates </a:t>
                      </a:r>
                      <a:endParaRPr lang="en-US" b="0" i="0"/>
                    </a:p>
                  </a:txBody>
                  <a:tcPr>
                    <a:lnL w="12701" cap="flat" cmpd="sng" algn="ctr">
                      <a:solidFill>
                        <a:srgbClr val="00A6D6"/>
                      </a:solidFill>
                      <a:prstDash val="solid"/>
                      <a:round/>
                      <a:headEnd type="none" w="med" len="med"/>
                      <a:tailEnd type="none" w="med" len="med"/>
                    </a:lnL>
                  </a:tcPr>
                </a:tc>
                <a:tc>
                  <a:txBody>
                    <a:bodyPr/>
                    <a:lstStyle/>
                    <a:p>
                      <a:pPr lvl="0" algn="l" rtl="0" fontAlgn="auto">
                        <a:lnSpc>
                          <a:spcPts val="1455"/>
                        </a:lnSpc>
                        <a:spcAft>
                          <a:spcPts val="800"/>
                        </a:spcAft>
                        <a:buNone/>
                      </a:pPr>
                      <a:r>
                        <a:rPr lang="en-IN" sz="1100" b="0"/>
                        <a:t>Continuous iterations, adaptable </a:t>
                      </a:r>
                      <a:endParaRPr lang="en-IN" b="0" i="0"/>
                    </a:p>
                  </a:txBody>
                  <a:tcPr/>
                </a:tc>
                <a:extLst>
                  <a:ext uri="{0D108BD9-81ED-4DB2-BD59-A6C34878D82A}">
                    <a16:rowId xmlns:a16="http://schemas.microsoft.com/office/drawing/2014/main" val="278217853"/>
                  </a:ext>
                </a:extLst>
              </a:tr>
              <a:tr h="152403">
                <a:tc>
                  <a:txBody>
                    <a:bodyPr/>
                    <a:lstStyle/>
                    <a:p>
                      <a:pPr lvl="0" algn="ctr" rtl="0" fontAlgn="auto">
                        <a:lnSpc>
                          <a:spcPts val="1455"/>
                        </a:lnSpc>
                        <a:spcAft>
                          <a:spcPts val="800"/>
                        </a:spcAft>
                        <a:buNone/>
                      </a:pPr>
                      <a:r>
                        <a:rPr lang="en-IN" sz="1100" b="1"/>
                        <a:t>Risk Management </a:t>
                      </a:r>
                      <a:endParaRPr lang="en-IN" b="1" i="0"/>
                    </a:p>
                  </a:txBody>
                  <a:tcPr/>
                </a:tc>
                <a:tc>
                  <a:txBody>
                    <a:bodyPr/>
                    <a:lstStyle/>
                    <a:p>
                      <a:pPr lvl="0" algn="ctr" rtl="0" fontAlgn="auto">
                        <a:lnSpc>
                          <a:spcPts val="1455"/>
                        </a:lnSpc>
                        <a:spcAft>
                          <a:spcPts val="800"/>
                        </a:spcAft>
                        <a:buNone/>
                      </a:pPr>
                      <a:r>
                        <a:rPr lang="en-IN" sz="1100" b="0"/>
                        <a:t>High issues detected late </a:t>
                      </a:r>
                      <a:endParaRPr lang="en-IN" b="0" i="0"/>
                    </a:p>
                  </a:txBody>
                  <a:tcPr/>
                </a:tc>
                <a:tc>
                  <a:txBody>
                    <a:bodyPr/>
                    <a:lstStyle/>
                    <a:p>
                      <a:pPr lvl="0" algn="ctr" rtl="0" fontAlgn="auto">
                        <a:lnSpc>
                          <a:spcPts val="1455"/>
                        </a:lnSpc>
                        <a:spcAft>
                          <a:spcPts val="800"/>
                        </a:spcAft>
                        <a:buNone/>
                      </a:pPr>
                      <a:r>
                        <a:rPr lang="en-IN" sz="1100" b="0"/>
                        <a:t>Moderate risks assessed at gates </a:t>
                      </a:r>
                      <a:endParaRPr lang="en-IN" b="0" i="0"/>
                    </a:p>
                  </a:txBody>
                  <a:tcPr/>
                </a:tc>
                <a:tc>
                  <a:txBody>
                    <a:bodyPr/>
                    <a:lstStyle/>
                    <a:p>
                      <a:pPr lvl="0" algn="l" rtl="0" fontAlgn="auto">
                        <a:lnSpc>
                          <a:spcPts val="1455"/>
                        </a:lnSpc>
                        <a:spcAft>
                          <a:spcPts val="800"/>
                        </a:spcAft>
                        <a:buNone/>
                      </a:pPr>
                      <a:r>
                        <a:rPr lang="en-IN" sz="1100" b="0"/>
                        <a:t>Low risks managed continuously </a:t>
                      </a:r>
                      <a:endParaRPr lang="en-IN" b="0" i="0"/>
                    </a:p>
                  </a:txBody>
                  <a:tcPr/>
                </a:tc>
                <a:extLst>
                  <a:ext uri="{0D108BD9-81ED-4DB2-BD59-A6C34878D82A}">
                    <a16:rowId xmlns:a16="http://schemas.microsoft.com/office/drawing/2014/main" val="2317556476"/>
                  </a:ext>
                </a:extLst>
              </a:tr>
              <a:tr h="152403">
                <a:tc>
                  <a:txBody>
                    <a:bodyPr/>
                    <a:lstStyle/>
                    <a:p>
                      <a:pPr lvl="0" algn="ctr" rtl="0" fontAlgn="auto">
                        <a:lnSpc>
                          <a:spcPts val="1455"/>
                        </a:lnSpc>
                        <a:spcAft>
                          <a:spcPts val="800"/>
                        </a:spcAft>
                        <a:buNone/>
                      </a:pPr>
                      <a:r>
                        <a:rPr lang="en-IN" sz="1100" b="1"/>
                        <a:t>Speed of Delivery </a:t>
                      </a:r>
                      <a:endParaRPr lang="en-IN" b="1" i="0"/>
                    </a:p>
                  </a:txBody>
                  <a:tcPr/>
                </a:tc>
                <a:tc>
                  <a:txBody>
                    <a:bodyPr/>
                    <a:lstStyle/>
                    <a:p>
                      <a:pPr lvl="0" algn="ctr" rtl="0" fontAlgn="auto">
                        <a:lnSpc>
                          <a:spcPts val="1455"/>
                        </a:lnSpc>
                        <a:spcAft>
                          <a:spcPts val="800"/>
                        </a:spcAft>
                        <a:buNone/>
                      </a:pPr>
                      <a:r>
                        <a:rPr lang="en-IN" sz="1100" b="0"/>
                        <a:t>Long development cycles </a:t>
                      </a:r>
                      <a:endParaRPr lang="en-IN" b="0" i="0"/>
                    </a:p>
                  </a:txBody>
                  <a:tcPr/>
                </a:tc>
                <a:tc>
                  <a:txBody>
                    <a:bodyPr/>
                    <a:lstStyle/>
                    <a:p>
                      <a:pPr lvl="0" algn="ctr" rtl="0" fontAlgn="auto">
                        <a:lnSpc>
                          <a:spcPts val="1455"/>
                        </a:lnSpc>
                        <a:spcAft>
                          <a:spcPts val="800"/>
                        </a:spcAft>
                        <a:buNone/>
                      </a:pPr>
                      <a:r>
                        <a:rPr lang="en-IN" sz="1100" b="0"/>
                        <a:t>Moderate </a:t>
                      </a:r>
                      <a:endParaRPr lang="en-IN" b="0" i="0"/>
                    </a:p>
                  </a:txBody>
                  <a:tcPr/>
                </a:tc>
                <a:tc>
                  <a:txBody>
                    <a:bodyPr/>
                    <a:lstStyle/>
                    <a:p>
                      <a:pPr lvl="0" algn="l" rtl="0" fontAlgn="auto">
                        <a:lnSpc>
                          <a:spcPts val="1455"/>
                        </a:lnSpc>
                        <a:spcAft>
                          <a:spcPts val="800"/>
                        </a:spcAft>
                        <a:buNone/>
                      </a:pPr>
                      <a:r>
                        <a:rPr lang="en-IN" sz="1100" b="0"/>
                        <a:t>Fastà incremental releases </a:t>
                      </a:r>
                      <a:endParaRPr lang="en-IN" b="0" i="0"/>
                    </a:p>
                  </a:txBody>
                  <a:tcPr/>
                </a:tc>
                <a:extLst>
                  <a:ext uri="{0D108BD9-81ED-4DB2-BD59-A6C34878D82A}">
                    <a16:rowId xmlns:a16="http://schemas.microsoft.com/office/drawing/2014/main" val="689424272"/>
                  </a:ext>
                </a:extLst>
              </a:tr>
              <a:tr h="152403">
                <a:tc>
                  <a:txBody>
                    <a:bodyPr/>
                    <a:lstStyle/>
                    <a:p>
                      <a:pPr lvl="0" algn="ctr" rtl="0" fontAlgn="auto">
                        <a:lnSpc>
                          <a:spcPts val="1455"/>
                        </a:lnSpc>
                        <a:spcAft>
                          <a:spcPts val="800"/>
                        </a:spcAft>
                        <a:buNone/>
                      </a:pPr>
                      <a:r>
                        <a:rPr lang="en-IN" sz="1100" b="1"/>
                        <a:t>Customer Involvement </a:t>
                      </a:r>
                      <a:endParaRPr lang="en-IN" b="1" i="0"/>
                    </a:p>
                  </a:txBody>
                  <a:tcPr/>
                </a:tc>
                <a:tc>
                  <a:txBody>
                    <a:bodyPr/>
                    <a:lstStyle/>
                    <a:p>
                      <a:pPr lvl="0" algn="ctr" rtl="0" fontAlgn="auto">
                        <a:lnSpc>
                          <a:spcPts val="1455"/>
                        </a:lnSpc>
                        <a:spcAft>
                          <a:spcPts val="800"/>
                        </a:spcAft>
                        <a:buNone/>
                      </a:pPr>
                      <a:r>
                        <a:rPr lang="en-IN" sz="1100" b="0"/>
                        <a:t>Low </a:t>
                      </a:r>
                      <a:endParaRPr lang="en-IN" b="0" i="0"/>
                    </a:p>
                  </a:txBody>
                  <a:tcPr/>
                </a:tc>
                <a:tc>
                  <a:txBody>
                    <a:bodyPr/>
                    <a:lstStyle/>
                    <a:p>
                      <a:pPr lvl="0" algn="ctr" rtl="0" fontAlgn="auto">
                        <a:lnSpc>
                          <a:spcPts val="1455"/>
                        </a:lnSpc>
                        <a:spcAft>
                          <a:spcPts val="800"/>
                        </a:spcAft>
                        <a:buNone/>
                      </a:pPr>
                      <a:r>
                        <a:rPr lang="en-IN" sz="1100" b="0"/>
                        <a:t>Moderate feedback at checkpoints </a:t>
                      </a:r>
                      <a:endParaRPr lang="en-IN" b="0" i="0"/>
                    </a:p>
                  </a:txBody>
                  <a:tcPr/>
                </a:tc>
                <a:tc>
                  <a:txBody>
                    <a:bodyPr/>
                    <a:lstStyle/>
                    <a:p>
                      <a:pPr lvl="0" algn="l" rtl="0" fontAlgn="auto">
                        <a:lnSpc>
                          <a:spcPts val="1455"/>
                        </a:lnSpc>
                        <a:spcAft>
                          <a:spcPts val="800"/>
                        </a:spcAft>
                        <a:buNone/>
                      </a:pPr>
                      <a:r>
                        <a:rPr lang="en-IN" sz="1100" b="0"/>
                        <a:t>High àcontinuous feedback </a:t>
                      </a:r>
                      <a:endParaRPr lang="en-IN" b="0" i="0"/>
                    </a:p>
                  </a:txBody>
                  <a:tcPr/>
                </a:tc>
                <a:extLst>
                  <a:ext uri="{0D108BD9-81ED-4DB2-BD59-A6C34878D82A}">
                    <a16:rowId xmlns:a16="http://schemas.microsoft.com/office/drawing/2014/main" val="3757586265"/>
                  </a:ext>
                </a:extLst>
              </a:tr>
              <a:tr h="152403">
                <a:tc>
                  <a:txBody>
                    <a:bodyPr/>
                    <a:lstStyle/>
                    <a:p>
                      <a:pPr lvl="0" algn="ctr" rtl="0" fontAlgn="auto">
                        <a:lnSpc>
                          <a:spcPts val="1455"/>
                        </a:lnSpc>
                        <a:spcAft>
                          <a:spcPts val="800"/>
                        </a:spcAft>
                        <a:buNone/>
                      </a:pPr>
                      <a:r>
                        <a:rPr lang="en-IN" sz="1100" b="1"/>
                        <a:t>Collaboration </a:t>
                      </a:r>
                      <a:endParaRPr lang="en-IN" b="1" i="0"/>
                    </a:p>
                  </a:txBody>
                  <a:tcPr/>
                </a:tc>
                <a:tc>
                  <a:txBody>
                    <a:bodyPr/>
                    <a:lstStyle/>
                    <a:p>
                      <a:pPr lvl="0" algn="ctr" rtl="0" fontAlgn="auto">
                        <a:lnSpc>
                          <a:spcPts val="1455"/>
                        </a:lnSpc>
                        <a:spcAft>
                          <a:spcPts val="800"/>
                        </a:spcAft>
                        <a:buNone/>
                      </a:pPr>
                      <a:r>
                        <a:rPr lang="en-IN" sz="1100" b="0"/>
                        <a:t>Low teams work </a:t>
                      </a:r>
                      <a:endParaRPr lang="en-IN" b="0" i="0"/>
                    </a:p>
                  </a:txBody>
                  <a:tcPr/>
                </a:tc>
                <a:tc>
                  <a:txBody>
                    <a:bodyPr/>
                    <a:lstStyle/>
                    <a:p>
                      <a:pPr lvl="0" algn="ctr" rtl="0" fontAlgn="auto">
                        <a:lnSpc>
                          <a:spcPts val="1455"/>
                        </a:lnSpc>
                        <a:spcAft>
                          <a:spcPts val="800"/>
                        </a:spcAft>
                        <a:buNone/>
                      </a:pPr>
                      <a:r>
                        <a:rPr lang="en-IN" sz="1100" b="0"/>
                        <a:t>Moderate collaboration at gates </a:t>
                      </a:r>
                      <a:endParaRPr lang="en-IN" b="0" i="0"/>
                    </a:p>
                  </a:txBody>
                  <a:tcPr/>
                </a:tc>
                <a:tc>
                  <a:txBody>
                    <a:bodyPr/>
                    <a:lstStyle/>
                    <a:p>
                      <a:pPr lvl="0" algn="l" rtl="0" fontAlgn="auto">
                        <a:lnSpc>
                          <a:spcPts val="1455"/>
                        </a:lnSpc>
                        <a:spcAft>
                          <a:spcPts val="800"/>
                        </a:spcAft>
                        <a:buNone/>
                      </a:pPr>
                      <a:r>
                        <a:rPr lang="en-IN" sz="1100" b="0"/>
                        <a:t>Highàcross-functional teamwork </a:t>
                      </a:r>
                      <a:endParaRPr lang="en-IN" b="0" i="0"/>
                    </a:p>
                  </a:txBody>
                  <a:tcPr/>
                </a:tc>
                <a:extLst>
                  <a:ext uri="{0D108BD9-81ED-4DB2-BD59-A6C34878D82A}">
                    <a16:rowId xmlns:a16="http://schemas.microsoft.com/office/drawing/2014/main" val="3440308175"/>
                  </a:ext>
                </a:extLst>
              </a:tr>
              <a:tr h="152403">
                <a:tc>
                  <a:txBody>
                    <a:bodyPr/>
                    <a:lstStyle/>
                    <a:p>
                      <a:pPr lvl="0" algn="ctr" rtl="0" fontAlgn="auto">
                        <a:lnSpc>
                          <a:spcPts val="1455"/>
                        </a:lnSpc>
                        <a:spcAft>
                          <a:spcPts val="800"/>
                        </a:spcAft>
                        <a:buNone/>
                      </a:pPr>
                      <a:r>
                        <a:rPr lang="en-IN" sz="1100" b="1"/>
                        <a:t>Scalability </a:t>
                      </a:r>
                      <a:endParaRPr lang="en-IN" b="1" i="0"/>
                    </a:p>
                  </a:txBody>
                  <a:tcPr/>
                </a:tc>
                <a:tc>
                  <a:txBody>
                    <a:bodyPr/>
                    <a:lstStyle/>
                    <a:p>
                      <a:pPr lvl="0" algn="ctr" rtl="0" fontAlgn="auto">
                        <a:lnSpc>
                          <a:spcPts val="1455"/>
                        </a:lnSpc>
                        <a:spcAft>
                          <a:spcPts val="800"/>
                        </a:spcAft>
                        <a:buNone/>
                      </a:pPr>
                      <a:r>
                        <a:rPr lang="en-IN" sz="1100" b="0"/>
                        <a:t>High for well-defined projects </a:t>
                      </a:r>
                      <a:endParaRPr lang="en-IN" b="0" i="0"/>
                    </a:p>
                  </a:txBody>
                  <a:tcPr/>
                </a:tc>
                <a:tc>
                  <a:txBody>
                    <a:bodyPr/>
                    <a:lstStyle/>
                    <a:p>
                      <a:pPr lvl="0" algn="ctr" rtl="0" fontAlgn="auto">
                        <a:lnSpc>
                          <a:spcPts val="1455"/>
                        </a:lnSpc>
                        <a:spcAft>
                          <a:spcPts val="800"/>
                        </a:spcAft>
                        <a:buNone/>
                      </a:pPr>
                      <a:r>
                        <a:rPr lang="en-IN" sz="1100" b="0"/>
                        <a:t>High for structured projects </a:t>
                      </a:r>
                      <a:endParaRPr lang="en-IN" b="0" i="0"/>
                    </a:p>
                  </a:txBody>
                  <a:tcPr/>
                </a:tc>
                <a:tc>
                  <a:txBody>
                    <a:bodyPr/>
                    <a:lstStyle/>
                    <a:p>
                      <a:pPr lvl="0" algn="l" rtl="0" fontAlgn="auto">
                        <a:lnSpc>
                          <a:spcPts val="1455"/>
                        </a:lnSpc>
                        <a:spcAft>
                          <a:spcPts val="800"/>
                        </a:spcAft>
                        <a:buNone/>
                      </a:pPr>
                      <a:r>
                        <a:rPr lang="en-IN" sz="1100" b="0"/>
                        <a:t>Highàscalable with Agile frameworks </a:t>
                      </a:r>
                      <a:endParaRPr lang="en-IN" b="0" i="0"/>
                    </a:p>
                  </a:txBody>
                  <a:tcPr/>
                </a:tc>
                <a:extLst>
                  <a:ext uri="{0D108BD9-81ED-4DB2-BD59-A6C34878D82A}">
                    <a16:rowId xmlns:a16="http://schemas.microsoft.com/office/drawing/2014/main" val="1934444358"/>
                  </a:ext>
                </a:extLst>
              </a:tr>
            </a:tbl>
          </a:graphicData>
        </a:graphic>
      </p:graphicFrame>
      <p:graphicFrame>
        <p:nvGraphicFramePr>
          <p:cNvPr id="8" name="Table 2">
            <a:extLst>
              <a:ext uri="{FF2B5EF4-FFF2-40B4-BE49-F238E27FC236}">
                <a16:creationId xmlns:a16="http://schemas.microsoft.com/office/drawing/2014/main" id="{8B3A2ED5-7ECB-AE44-4CE7-20F929CBD0C9}"/>
              </a:ext>
            </a:extLst>
          </p:cNvPr>
          <p:cNvGraphicFramePr>
            <a:graphicFrameLocks noGrp="1"/>
          </p:cNvGraphicFramePr>
          <p:nvPr/>
        </p:nvGraphicFramePr>
        <p:xfrm>
          <a:off x="6607975" y="2167804"/>
          <a:ext cx="4863300" cy="3843561"/>
        </p:xfrm>
        <a:graphic>
          <a:graphicData uri="http://schemas.openxmlformats.org/drawingml/2006/table">
            <a:tbl>
              <a:tblPr>
                <a:effectLst/>
                <a:tableStyleId>{BC89EF96-8CEA-46FF-86C4-4CE0E7609802}</a:tableStyleId>
              </a:tblPr>
              <a:tblGrid>
                <a:gridCol w="1123779">
                  <a:extLst>
                    <a:ext uri="{9D8B030D-6E8A-4147-A177-3AD203B41FA5}">
                      <a16:colId xmlns:a16="http://schemas.microsoft.com/office/drawing/2014/main" val="1647237136"/>
                    </a:ext>
                  </a:extLst>
                </a:gridCol>
                <a:gridCol w="3739511">
                  <a:extLst>
                    <a:ext uri="{9D8B030D-6E8A-4147-A177-3AD203B41FA5}">
                      <a16:colId xmlns:a16="http://schemas.microsoft.com/office/drawing/2014/main" val="2676665861"/>
                    </a:ext>
                  </a:extLst>
                </a:gridCol>
              </a:tblGrid>
              <a:tr h="335127">
                <a:tc>
                  <a:txBody>
                    <a:bodyPr/>
                    <a:lstStyle/>
                    <a:p>
                      <a:pPr lvl="0" algn="ctr" rtl="0" fontAlgn="auto">
                        <a:lnSpc>
                          <a:spcPts val="1455"/>
                        </a:lnSpc>
                        <a:spcAft>
                          <a:spcPts val="800"/>
                        </a:spcAft>
                        <a:buNone/>
                      </a:pPr>
                      <a:r>
                        <a:rPr lang="en-IN" sz="1100" b="1">
                          <a:solidFill>
                            <a:srgbClr val="000000"/>
                          </a:solidFill>
                        </a:rPr>
                        <a:t>Aspect </a:t>
                      </a:r>
                      <a:endParaRPr lang="en-IN" b="1" i="0">
                        <a:solidFill>
                          <a:srgbClr val="000000"/>
                        </a:solidFill>
                      </a:endParaRPr>
                    </a:p>
                  </a:txBody>
                  <a:tcPr>
                    <a:lnR w="12701" cap="flat" cmpd="sng" algn="ctr">
                      <a:solidFill>
                        <a:srgbClr val="FFFFFF"/>
                      </a:solidFill>
                      <a:prstDash val="solid"/>
                      <a:round/>
                      <a:headEnd type="none" w="med" len="med"/>
                      <a:tailEnd type="none" w="med" len="med"/>
                    </a:lnR>
                    <a:solidFill>
                      <a:srgbClr val="00A6D6"/>
                    </a:solidFill>
                  </a:tcPr>
                </a:tc>
                <a:tc>
                  <a:txBody>
                    <a:bodyPr/>
                    <a:lstStyle/>
                    <a:p>
                      <a:pPr lvl="0" algn="ctr" rtl="0" fontAlgn="auto">
                        <a:lnSpc>
                          <a:spcPts val="1455"/>
                        </a:lnSpc>
                        <a:spcAft>
                          <a:spcPts val="800"/>
                        </a:spcAft>
                        <a:buNone/>
                      </a:pPr>
                      <a:r>
                        <a:rPr lang="en-IN" sz="1100" b="1">
                          <a:solidFill>
                            <a:srgbClr val="000000"/>
                          </a:solidFill>
                        </a:rPr>
                        <a:t>Explanation  </a:t>
                      </a:r>
                      <a:endParaRPr lang="en-IN" b="1" i="0">
                        <a:solidFill>
                          <a:srgbClr val="000000"/>
                        </a:solidFill>
                      </a:endParaRPr>
                    </a:p>
                  </a:txBody>
                  <a:tcPr>
                    <a:lnL w="12701" cap="flat" cmpd="sng" algn="ctr">
                      <a:solidFill>
                        <a:srgbClr val="FFFFFF"/>
                      </a:solidFill>
                      <a:prstDash val="solid"/>
                      <a:round/>
                      <a:headEnd type="none" w="med" len="med"/>
                      <a:tailEnd type="none" w="med" len="med"/>
                    </a:lnL>
                    <a:solidFill>
                      <a:srgbClr val="00A6D6"/>
                    </a:solidFill>
                  </a:tcPr>
                </a:tc>
                <a:extLst>
                  <a:ext uri="{0D108BD9-81ED-4DB2-BD59-A6C34878D82A}">
                    <a16:rowId xmlns:a16="http://schemas.microsoft.com/office/drawing/2014/main" val="408790462"/>
                  </a:ext>
                </a:extLst>
              </a:tr>
              <a:tr h="674214">
                <a:tc>
                  <a:txBody>
                    <a:bodyPr/>
                    <a:lstStyle/>
                    <a:p>
                      <a:pPr lvl="0" algn="ctr" rtl="0" fontAlgn="auto">
                        <a:lnSpc>
                          <a:spcPts val="1455"/>
                        </a:lnSpc>
                        <a:spcAft>
                          <a:spcPts val="800"/>
                        </a:spcAft>
                        <a:buNone/>
                      </a:pPr>
                      <a:r>
                        <a:rPr lang="en-IN" sz="1100" b="1"/>
                        <a:t>Adaptability </a:t>
                      </a:r>
                      <a:endParaRPr lang="en-IN" b="1" i="0"/>
                    </a:p>
                  </a:txBody>
                  <a:tcPr/>
                </a:tc>
                <a:tc>
                  <a:txBody>
                    <a:bodyPr/>
                    <a:lstStyle/>
                    <a:p>
                      <a:pPr lvl="0" algn="ctr" rtl="0" fontAlgn="auto">
                        <a:lnSpc>
                          <a:spcPts val="1455"/>
                        </a:lnSpc>
                        <a:spcAft>
                          <a:spcPts val="800"/>
                        </a:spcAft>
                        <a:buNone/>
                      </a:pPr>
                      <a:r>
                        <a:rPr lang="en-US" sz="1100" b="0"/>
                        <a:t>The company faced </a:t>
                      </a:r>
                      <a:r>
                        <a:rPr lang="en-US" sz="1100" b="1"/>
                        <a:t>major process inefficiencies</a:t>
                      </a:r>
                      <a:r>
                        <a:rPr lang="en-US" sz="1100" b="0"/>
                        <a:t> due to changing operational needs. Agile allows </a:t>
                      </a:r>
                      <a:r>
                        <a:rPr lang="en-US" sz="1100" b="1"/>
                        <a:t>quick adaptation</a:t>
                      </a:r>
                      <a:r>
                        <a:rPr lang="en-US" sz="1100" b="0"/>
                        <a:t> to such shifts. </a:t>
                      </a:r>
                      <a:endParaRPr lang="en-US" b="0" i="0"/>
                    </a:p>
                  </a:txBody>
                  <a:tcPr/>
                </a:tc>
                <a:extLst>
                  <a:ext uri="{0D108BD9-81ED-4DB2-BD59-A6C34878D82A}">
                    <a16:rowId xmlns:a16="http://schemas.microsoft.com/office/drawing/2014/main" val="4198285694"/>
                  </a:ext>
                </a:extLst>
              </a:tr>
              <a:tr h="807808">
                <a:tc>
                  <a:txBody>
                    <a:bodyPr/>
                    <a:lstStyle/>
                    <a:p>
                      <a:pPr lvl="0" algn="ctr" rtl="0" fontAlgn="auto">
                        <a:lnSpc>
                          <a:spcPts val="1455"/>
                        </a:lnSpc>
                        <a:spcAft>
                          <a:spcPts val="800"/>
                        </a:spcAft>
                        <a:buNone/>
                      </a:pPr>
                      <a:r>
                        <a:rPr lang="en-IN" sz="1100" b="1"/>
                        <a:t>Risk Reduction </a:t>
                      </a:r>
                      <a:endParaRPr lang="en-IN" b="1" i="0"/>
                    </a:p>
                  </a:txBody>
                  <a:tcPr/>
                </a:tc>
                <a:tc>
                  <a:txBody>
                    <a:bodyPr/>
                    <a:lstStyle/>
                    <a:p>
                      <a:pPr lvl="0" algn="ctr" rtl="0" fontAlgn="auto">
                        <a:lnSpc>
                          <a:spcPts val="1455"/>
                        </a:lnSpc>
                        <a:spcAft>
                          <a:spcPts val="800"/>
                        </a:spcAft>
                        <a:buNone/>
                      </a:pPr>
                      <a:r>
                        <a:rPr lang="en-US" sz="1100" b="1"/>
                        <a:t>Untimely deliveries, defects, and vision misalignment</a:t>
                      </a:r>
                      <a:r>
                        <a:rPr lang="en-US" sz="1100" b="0"/>
                        <a:t> were identified as core business risks. Agile’s </a:t>
                      </a:r>
                      <a:r>
                        <a:rPr lang="en-US" sz="1100" b="1"/>
                        <a:t>iterative approach minimizes risk early</a:t>
                      </a:r>
                      <a:r>
                        <a:rPr lang="en-US" sz="1100" b="0"/>
                        <a:t> </a:t>
                      </a:r>
                      <a:endParaRPr lang="en-US" b="0" i="0"/>
                    </a:p>
                  </a:txBody>
                  <a:tcPr/>
                </a:tc>
                <a:extLst>
                  <a:ext uri="{0D108BD9-81ED-4DB2-BD59-A6C34878D82A}">
                    <a16:rowId xmlns:a16="http://schemas.microsoft.com/office/drawing/2014/main" val="275978737"/>
                  </a:ext>
                </a:extLst>
              </a:tr>
              <a:tr h="571472">
                <a:tc>
                  <a:txBody>
                    <a:bodyPr/>
                    <a:lstStyle/>
                    <a:p>
                      <a:pPr lvl="0" algn="ctr" rtl="0" fontAlgn="auto">
                        <a:lnSpc>
                          <a:spcPts val="1455"/>
                        </a:lnSpc>
                        <a:spcAft>
                          <a:spcPts val="800"/>
                        </a:spcAft>
                        <a:buNone/>
                      </a:pPr>
                      <a:r>
                        <a:rPr lang="en-IN" sz="1100" b="1"/>
                        <a:t>Faster Delivery </a:t>
                      </a:r>
                      <a:endParaRPr lang="en-IN" b="1" i="0"/>
                    </a:p>
                  </a:txBody>
                  <a:tcPr/>
                </a:tc>
                <a:tc>
                  <a:txBody>
                    <a:bodyPr/>
                    <a:lstStyle/>
                    <a:p>
                      <a:pPr lvl="0" algn="ctr" rtl="0" fontAlgn="auto">
                        <a:lnSpc>
                          <a:spcPts val="1455"/>
                        </a:lnSpc>
                        <a:spcAft>
                          <a:spcPts val="800"/>
                        </a:spcAft>
                        <a:buNone/>
                      </a:pPr>
                      <a:r>
                        <a:rPr lang="en-US" sz="1100" b="0"/>
                        <a:t>The company’s </a:t>
                      </a:r>
                      <a:r>
                        <a:rPr lang="en-US" sz="1100" b="1"/>
                        <a:t>slow rollout of new features</a:t>
                      </a:r>
                      <a:r>
                        <a:rPr lang="en-US" sz="1100" b="0"/>
                        <a:t> resulted in customer loss. Agile ensures </a:t>
                      </a:r>
                      <a:r>
                        <a:rPr lang="en-US" sz="1100" b="1"/>
                        <a:t>frequent feature releases</a:t>
                      </a:r>
                      <a:r>
                        <a:rPr lang="en-US" sz="1100" b="0"/>
                        <a:t> </a:t>
                      </a:r>
                      <a:endParaRPr lang="en-US" b="0" i="0"/>
                    </a:p>
                  </a:txBody>
                  <a:tcPr/>
                </a:tc>
                <a:extLst>
                  <a:ext uri="{0D108BD9-81ED-4DB2-BD59-A6C34878D82A}">
                    <a16:rowId xmlns:a16="http://schemas.microsoft.com/office/drawing/2014/main" val="4126806112"/>
                  </a:ext>
                </a:extLst>
              </a:tr>
              <a:tr h="807808">
                <a:tc>
                  <a:txBody>
                    <a:bodyPr/>
                    <a:lstStyle/>
                    <a:p>
                      <a:pPr lvl="0" algn="ctr" rtl="0" fontAlgn="auto">
                        <a:lnSpc>
                          <a:spcPts val="1455"/>
                        </a:lnSpc>
                        <a:spcAft>
                          <a:spcPts val="800"/>
                        </a:spcAft>
                        <a:buNone/>
                      </a:pPr>
                      <a:r>
                        <a:rPr lang="en-IN" sz="1100" b="1"/>
                        <a:t>Customer-Centric </a:t>
                      </a:r>
                      <a:endParaRPr lang="en-IN" b="1" i="0"/>
                    </a:p>
                  </a:txBody>
                  <a:tcPr/>
                </a:tc>
                <a:tc>
                  <a:txBody>
                    <a:bodyPr/>
                    <a:lstStyle/>
                    <a:p>
                      <a:pPr lvl="0" algn="ctr" rtl="0" fontAlgn="auto">
                        <a:lnSpc>
                          <a:spcPts val="1455"/>
                        </a:lnSpc>
                        <a:spcAft>
                          <a:spcPts val="800"/>
                        </a:spcAft>
                        <a:buNone/>
                      </a:pPr>
                      <a:r>
                        <a:rPr lang="en-US" sz="1100" b="0"/>
                        <a:t>Lean Company follows a </a:t>
                      </a:r>
                      <a:r>
                        <a:rPr lang="en-US" sz="1100" b="1"/>
                        <a:t>customer-first approach</a:t>
                      </a:r>
                      <a:r>
                        <a:rPr lang="en-US" sz="1100" b="0"/>
                        <a:t>. Agile integrates </a:t>
                      </a:r>
                      <a:r>
                        <a:rPr lang="en-US" sz="1100" b="1"/>
                        <a:t>continuous customer feedback</a:t>
                      </a:r>
                      <a:r>
                        <a:rPr lang="en-US" sz="1100" b="0"/>
                        <a:t>, ensuring better alignment. </a:t>
                      </a:r>
                      <a:endParaRPr lang="en-US" b="0" i="0"/>
                    </a:p>
                  </a:txBody>
                  <a:tcPr/>
                </a:tc>
                <a:extLst>
                  <a:ext uri="{0D108BD9-81ED-4DB2-BD59-A6C34878D82A}">
                    <a16:rowId xmlns:a16="http://schemas.microsoft.com/office/drawing/2014/main" val="2481980524"/>
                  </a:ext>
                </a:extLst>
              </a:tr>
              <a:tr h="571472">
                <a:tc>
                  <a:txBody>
                    <a:bodyPr/>
                    <a:lstStyle/>
                    <a:p>
                      <a:pPr lvl="0" algn="ctr" rtl="0" fontAlgn="auto">
                        <a:lnSpc>
                          <a:spcPts val="1455"/>
                        </a:lnSpc>
                        <a:spcAft>
                          <a:spcPts val="800"/>
                        </a:spcAft>
                        <a:buNone/>
                      </a:pPr>
                      <a:r>
                        <a:rPr lang="en-IN" sz="1100" b="1"/>
                        <a:t>Collaboration </a:t>
                      </a:r>
                      <a:endParaRPr lang="en-IN" b="1" i="0"/>
                    </a:p>
                  </a:txBody>
                  <a:tcPr/>
                </a:tc>
                <a:tc>
                  <a:txBody>
                    <a:bodyPr/>
                    <a:lstStyle/>
                    <a:p>
                      <a:pPr lvl="0" algn="ctr" rtl="0" fontAlgn="auto">
                        <a:lnSpc>
                          <a:spcPts val="1455"/>
                        </a:lnSpc>
                        <a:spcAft>
                          <a:spcPts val="800"/>
                        </a:spcAft>
                        <a:buNone/>
                      </a:pPr>
                      <a:r>
                        <a:rPr lang="en-US" sz="1100" b="0"/>
                        <a:t>Team </a:t>
                      </a:r>
                      <a:r>
                        <a:rPr lang="en-US" sz="1100" b="1"/>
                        <a:t>conflicts and communication gaps</a:t>
                      </a:r>
                      <a:r>
                        <a:rPr lang="en-US" sz="1100" b="0"/>
                        <a:t> caused inefficiencies. Agile </a:t>
                      </a:r>
                      <a:r>
                        <a:rPr lang="en-US" sz="1100" b="1"/>
                        <a:t>enhances collaboration</a:t>
                      </a:r>
                      <a:r>
                        <a:rPr lang="en-US" sz="1100" b="0"/>
                        <a:t>, aligning teams better. </a:t>
                      </a:r>
                      <a:endParaRPr lang="en-US" b="0" i="0"/>
                    </a:p>
                  </a:txBody>
                  <a:tcPr/>
                </a:tc>
                <a:extLst>
                  <a:ext uri="{0D108BD9-81ED-4DB2-BD59-A6C34878D82A}">
                    <a16:rowId xmlns:a16="http://schemas.microsoft.com/office/drawing/2014/main" val="58498510"/>
                  </a:ext>
                </a:extLst>
              </a:tr>
            </a:tbl>
          </a:graphicData>
        </a:graphic>
      </p:graphicFrame>
      <p:sp>
        <p:nvSpPr>
          <p:cNvPr id="9" name="TextBox 10">
            <a:extLst>
              <a:ext uri="{FF2B5EF4-FFF2-40B4-BE49-F238E27FC236}">
                <a16:creationId xmlns:a16="http://schemas.microsoft.com/office/drawing/2014/main" id="{F4869CAD-86C8-8142-7E4B-9D6842799B8D}"/>
              </a:ext>
            </a:extLst>
          </p:cNvPr>
          <p:cNvSpPr txBox="1"/>
          <p:nvPr/>
        </p:nvSpPr>
        <p:spPr>
          <a:xfrm>
            <a:off x="718663" y="1565279"/>
            <a:ext cx="5278053" cy="307777"/>
          </a:xfrm>
          <a:prstGeom prst="rect">
            <a:avLst/>
          </a:prstGeom>
          <a:noFill/>
          <a:ln>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400" b="0" i="0" u="none" strike="noStrike" kern="1200" cap="none" spc="0" baseline="0">
                <a:solidFill>
                  <a:srgbClr val="00A6D6"/>
                </a:solidFill>
                <a:uFillTx/>
                <a:latin typeface="Calibri" pitchFamily="34"/>
              </a:rPr>
              <a:t>Comparison of Waterfall, Stage-Gate, and Agile for Lean Company </a:t>
            </a:r>
            <a:endParaRPr lang="en-IN" sz="1400" b="0" i="0" u="none" strike="noStrike" kern="1200" cap="none" spc="0" baseline="0">
              <a:solidFill>
                <a:srgbClr val="00A6D6"/>
              </a:solidFill>
              <a:uFillTx/>
              <a:latin typeface="Arial"/>
            </a:endParaRPr>
          </a:p>
        </p:txBody>
      </p:sp>
      <p:sp>
        <p:nvSpPr>
          <p:cNvPr id="10" name="TextBox 13">
            <a:extLst>
              <a:ext uri="{FF2B5EF4-FFF2-40B4-BE49-F238E27FC236}">
                <a16:creationId xmlns:a16="http://schemas.microsoft.com/office/drawing/2014/main" id="{4D1707A1-5A97-1A0A-A91A-4160CB377F45}"/>
              </a:ext>
            </a:extLst>
          </p:cNvPr>
          <p:cNvSpPr txBox="1"/>
          <p:nvPr/>
        </p:nvSpPr>
        <p:spPr>
          <a:xfrm>
            <a:off x="6607975" y="1565279"/>
            <a:ext cx="4861782" cy="307777"/>
          </a:xfrm>
          <a:prstGeom prst="rect">
            <a:avLst/>
          </a:prstGeom>
          <a:noFill/>
          <a:ln>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400" b="0" i="0" u="none" strike="noStrike" kern="1200" cap="none" spc="0" baseline="0">
                <a:solidFill>
                  <a:srgbClr val="00A6D6"/>
                </a:solidFill>
                <a:uFillTx/>
                <a:latin typeface="Calibri" pitchFamily="34"/>
              </a:rPr>
              <a:t>Why Agile is selected for the Lean Company? </a:t>
            </a:r>
            <a:endParaRPr lang="en-IN" sz="1400" b="0" i="0" u="none" strike="noStrike" kern="1200" cap="none" spc="0" baseline="0">
              <a:solidFill>
                <a:srgbClr val="00A6D6"/>
              </a:solidFill>
              <a:uFillTx/>
              <a:latin typeface="Calibri" pitchFamily="34"/>
            </a:endParaRPr>
          </a:p>
        </p:txBody>
      </p:sp>
    </p:spTree>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name="Slide128">
    <p:spTree>
      <p:nvGrpSpPr>
        <p:cNvPr id="1" name=""/>
        <p:cNvGrpSpPr/>
        <p:nvPr/>
      </p:nvGrpSpPr>
      <p:grpSpPr>
        <a:xfrm>
          <a:off x="0" y="0"/>
          <a:ext cx="0" cy="0"/>
          <a:chOff x="0" y="0"/>
          <a:chExt cx="0" cy="0"/>
        </a:xfrm>
      </p:grpSpPr>
      <p:sp>
        <p:nvSpPr>
          <p:cNvPr id="2" name="Tijdelijke aanduiding voor datum 4">
            <a:extLst>
              <a:ext uri="{FF2B5EF4-FFF2-40B4-BE49-F238E27FC236}">
                <a16:creationId xmlns:a16="http://schemas.microsoft.com/office/drawing/2014/main" id="{B0C4BC56-209E-33BC-4FA7-9B4EABBA82B0}"/>
              </a:ext>
            </a:extLst>
          </p:cNvPr>
          <p:cNvSpPr txBox="1">
            <a:spLocks noGrp="1"/>
          </p:cNvSpPr>
          <p:nvPr>
            <p:ph type="dt" sz="quarter" idx="7"/>
          </p:nvPr>
        </p:nvSpPr>
        <p:spPr>
          <a:xfrm>
            <a:off x="10146566" y="6405664"/>
            <a:ext cx="766230" cy="184663"/>
          </a:xfrm>
          <a:prstGeom prst="rect">
            <a:avLst/>
          </a:prstGeom>
          <a:noFill/>
          <a:ln>
            <a:noFill/>
          </a:ln>
        </p:spPr>
        <p:txBody>
          <a:bodyPr vert="horz" wrap="none" lIns="0" tIns="0" rIns="0" bIns="0" anchor="ctr" anchorCtr="0" compatLnSpc="1">
            <a:spAutoFit/>
          </a:bodyPr>
          <a:lstStyle/>
          <a:p>
            <a:pPr lvl="0" algn="r"/>
            <a:fld id="{3BC38950-BCBE-4906-AA25-AFF9CCAA5FBC}" type="datetime1">
              <a:rPr lang="nl-NL" sz="1200">
                <a:solidFill>
                  <a:srgbClr val="000000"/>
                </a:solidFill>
                <a:latin typeface="Arial"/>
                <a:cs typeface="Segoe UI Light" pitchFamily="34"/>
              </a:rPr>
              <a:pPr lvl="0" algn="r"/>
              <a:t>22-10-2025</a:t>
            </a:fld>
            <a:endParaRPr lang="en-GB" sz="1200">
              <a:solidFill>
                <a:srgbClr val="000000"/>
              </a:solidFill>
              <a:latin typeface="Arial"/>
              <a:cs typeface="Segoe UI Light" pitchFamily="34"/>
            </a:endParaRPr>
          </a:p>
        </p:txBody>
      </p:sp>
      <p:sp>
        <p:nvSpPr>
          <p:cNvPr id="3" name="Titel 8">
            <a:extLst>
              <a:ext uri="{FF2B5EF4-FFF2-40B4-BE49-F238E27FC236}">
                <a16:creationId xmlns:a16="http://schemas.microsoft.com/office/drawing/2014/main" id="{D5463C06-C84F-0C40-332E-FCDD64A6E050}"/>
              </a:ext>
            </a:extLst>
          </p:cNvPr>
          <p:cNvSpPr txBox="1">
            <a:spLocks noGrp="1"/>
          </p:cNvSpPr>
          <p:nvPr>
            <p:ph type="title"/>
          </p:nvPr>
        </p:nvSpPr>
        <p:spPr>
          <a:xfrm>
            <a:off x="718663" y="686165"/>
            <a:ext cx="10752612" cy="323404"/>
          </a:xfrm>
          <a:prstGeom prst="rect">
            <a:avLst/>
          </a:prstGeom>
          <a:noFill/>
          <a:ln>
            <a:noFill/>
          </a:ln>
        </p:spPr>
        <p:txBody>
          <a:bodyPr vert="horz" wrap="square" lIns="0" tIns="0" rIns="0" bIns="378003" anchor="t" anchorCtr="0" compatLnSpc="1">
            <a:noAutofit/>
          </a:bodyPr>
          <a:lstStyle/>
          <a:p>
            <a:pPr lvl="0"/>
            <a:r>
              <a:rPr lang="en-US"/>
              <a:t>Strategy Selected </a:t>
            </a:r>
            <a:endParaRPr lang="en-GB" u="sng"/>
          </a:p>
        </p:txBody>
      </p:sp>
      <p:sp>
        <p:nvSpPr>
          <p:cNvPr id="4" name="Tijdelijke aanduiding voor dianummer 102">
            <a:extLst>
              <a:ext uri="{FF2B5EF4-FFF2-40B4-BE49-F238E27FC236}">
                <a16:creationId xmlns:a16="http://schemas.microsoft.com/office/drawing/2014/main" id="{34E3C48F-B1CD-2A6E-9EFF-A0D5644E17DC}"/>
              </a:ext>
            </a:extLst>
          </p:cNvPr>
          <p:cNvSpPr txBox="1">
            <a:spLocks noGrp="1"/>
          </p:cNvSpPr>
          <p:nvPr>
            <p:ph type="sldNum" sz="quarter" idx="8"/>
          </p:nvPr>
        </p:nvSpPr>
        <p:spPr>
          <a:xfrm>
            <a:off x="11178466" y="6405664"/>
            <a:ext cx="291300" cy="184663"/>
          </a:xfrm>
          <a:prstGeom prst="rect">
            <a:avLst/>
          </a:prstGeom>
          <a:noFill/>
          <a:ln>
            <a:noFill/>
          </a:ln>
        </p:spPr>
        <p:txBody>
          <a:bodyPr vert="horz" wrap="none" lIns="0" tIns="0" rIns="0" bIns="0" anchor="ctr" anchorCtr="0" compatLnSpc="1">
            <a:spAutoFit/>
          </a:bodyPr>
          <a:lstStyle/>
          <a:p>
            <a:pPr lvl="0" algn="r"/>
            <a:fld id="{612E40E2-CA9C-4E97-874F-F04CEC889429}" type="slidenum">
              <a:t>28</a:t>
            </a:fld>
            <a:endParaRPr lang="en-GB" sz="1200" b="1">
              <a:solidFill>
                <a:srgbClr val="000000"/>
              </a:solidFill>
              <a:latin typeface="Arial"/>
              <a:cs typeface="Segoe UI Light" pitchFamily="34"/>
            </a:endParaRPr>
          </a:p>
        </p:txBody>
      </p:sp>
      <p:sp>
        <p:nvSpPr>
          <p:cNvPr id="5" name="TextBox 11">
            <a:extLst>
              <a:ext uri="{FF2B5EF4-FFF2-40B4-BE49-F238E27FC236}">
                <a16:creationId xmlns:a16="http://schemas.microsoft.com/office/drawing/2014/main" id="{83A7BAD2-A36F-126A-F363-428CC7F2B944}"/>
              </a:ext>
            </a:extLst>
          </p:cNvPr>
          <p:cNvSpPr txBox="1"/>
          <p:nvPr/>
        </p:nvSpPr>
        <p:spPr>
          <a:xfrm>
            <a:off x="1363525" y="-727743"/>
            <a:ext cx="8964594" cy="369335"/>
          </a:xfrm>
          <a:prstGeom prst="rect">
            <a:avLst/>
          </a:prstGeom>
          <a:noFill/>
          <a:ln>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1800" b="0" i="0" u="none" strike="noStrike" kern="1200" cap="none" spc="0" baseline="0">
                <a:solidFill>
                  <a:srgbClr val="000000"/>
                </a:solidFill>
                <a:uFillTx/>
                <a:latin typeface="Arial"/>
              </a:rPr>
              <a:t>#00A6D6</a:t>
            </a:r>
          </a:p>
        </p:txBody>
      </p:sp>
      <p:sp>
        <p:nvSpPr>
          <p:cNvPr id="6" name="TextBox 19">
            <a:extLst>
              <a:ext uri="{FF2B5EF4-FFF2-40B4-BE49-F238E27FC236}">
                <a16:creationId xmlns:a16="http://schemas.microsoft.com/office/drawing/2014/main" id="{FAE6DA40-9946-5FE4-8A31-269DD5BDDC93}"/>
              </a:ext>
            </a:extLst>
          </p:cNvPr>
          <p:cNvSpPr txBox="1"/>
          <p:nvPr/>
        </p:nvSpPr>
        <p:spPr>
          <a:xfrm>
            <a:off x="4518992" y="1530888"/>
            <a:ext cx="2653643" cy="535527"/>
          </a:xfrm>
          <a:prstGeom prst="rect">
            <a:avLst/>
          </a:prstGeom>
          <a:solidFill>
            <a:srgbClr val="FFFFFF"/>
          </a:solidFill>
          <a:ln w="9528">
            <a:solidFill>
              <a:srgbClr val="FFFFFF"/>
            </a:solidFill>
            <a:prstDash val="solid"/>
          </a:ln>
        </p:spPr>
        <p:txBody>
          <a:bodyPr vert="horz" wrap="square" lIns="91440" tIns="45720" rIns="91440" bIns="45720" anchor="t" anchorCtr="1" compatLnSpc="1">
            <a:sp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3200" b="1" i="0" u="sng" strike="noStrike" kern="1200" cap="none" spc="0" baseline="0">
                <a:solidFill>
                  <a:srgbClr val="00A6D6"/>
                </a:solidFill>
                <a:uFillTx/>
                <a:latin typeface="Arial"/>
              </a:rPr>
              <a:t>Lean</a:t>
            </a:r>
            <a:r>
              <a:rPr lang="en-GB" sz="3200" b="1" i="0" u="none" strike="noStrike" kern="1200" cap="none" spc="0" baseline="0">
                <a:solidFill>
                  <a:srgbClr val="00A6D6"/>
                </a:solidFill>
                <a:uFillTx/>
                <a:latin typeface="Arial"/>
              </a:rPr>
              <a:t> </a:t>
            </a:r>
            <a:r>
              <a:rPr lang="en-GB" sz="2000" b="0" i="0" u="none" strike="noStrike" kern="1200" cap="none" spc="0" baseline="0">
                <a:solidFill>
                  <a:srgbClr val="00A6D6"/>
                </a:solidFill>
                <a:uFillTx/>
                <a:latin typeface="Arial"/>
              </a:rPr>
              <a:t>+ Agile  </a:t>
            </a:r>
          </a:p>
        </p:txBody>
      </p:sp>
      <p:pic>
        <p:nvPicPr>
          <p:cNvPr id="7" name="Picture 2">
            <a:extLst>
              <a:ext uri="{FF2B5EF4-FFF2-40B4-BE49-F238E27FC236}">
                <a16:creationId xmlns:a16="http://schemas.microsoft.com/office/drawing/2014/main" id="{81DD07FF-7E81-1729-C9FB-714899935DDA}"/>
              </a:ext>
            </a:extLst>
          </p:cNvPr>
          <p:cNvPicPr>
            <a:picLocks noChangeAspect="1"/>
          </p:cNvPicPr>
          <p:nvPr/>
        </p:nvPicPr>
        <p:blipFill>
          <a:blip r:embed="rId3"/>
          <a:srcRect/>
          <a:stretch>
            <a:fillRect/>
          </a:stretch>
        </p:blipFill>
        <p:spPr>
          <a:xfrm>
            <a:off x="2517032" y="2216971"/>
            <a:ext cx="6589239" cy="3467926"/>
          </a:xfrm>
          <a:prstGeom prst="rect">
            <a:avLst/>
          </a:prstGeom>
          <a:noFill/>
          <a:ln>
            <a:noFill/>
          </a:ln>
        </p:spPr>
      </p:pic>
      <p:sp>
        <p:nvSpPr>
          <p:cNvPr id="8" name="Oval 38">
            <a:extLst>
              <a:ext uri="{FF2B5EF4-FFF2-40B4-BE49-F238E27FC236}">
                <a16:creationId xmlns:a16="http://schemas.microsoft.com/office/drawing/2014/main" id="{AB68CE68-DB55-02C1-FE80-2318DB22CFDD}"/>
              </a:ext>
            </a:extLst>
          </p:cNvPr>
          <p:cNvSpPr/>
          <p:nvPr/>
        </p:nvSpPr>
        <p:spPr>
          <a:xfrm>
            <a:off x="3078601" y="2659404"/>
            <a:ext cx="156206" cy="156206"/>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0000"/>
          </a:solidFill>
          <a:ln w="12701" cap="flat">
            <a:solidFill>
              <a:srgbClr val="FF0000"/>
            </a:solidFill>
            <a:prstDash val="solid"/>
            <a:miter/>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endParaRPr lang="en-IN" sz="1600" b="0" i="0" u="none" strike="noStrike" kern="1200" cap="none" spc="0" baseline="0">
              <a:solidFill>
                <a:srgbClr val="FFFFFF"/>
              </a:solidFill>
              <a:uFillTx/>
              <a:latin typeface="Arial"/>
            </a:endParaRPr>
          </a:p>
        </p:txBody>
      </p:sp>
      <p:sp>
        <p:nvSpPr>
          <p:cNvPr id="9" name="TextBox 41">
            <a:extLst>
              <a:ext uri="{FF2B5EF4-FFF2-40B4-BE49-F238E27FC236}">
                <a16:creationId xmlns:a16="http://schemas.microsoft.com/office/drawing/2014/main" id="{15814883-91AB-807F-EF16-6C735BB937DD}"/>
              </a:ext>
            </a:extLst>
          </p:cNvPr>
          <p:cNvSpPr txBox="1"/>
          <p:nvPr/>
        </p:nvSpPr>
        <p:spPr>
          <a:xfrm>
            <a:off x="67345" y="2737503"/>
            <a:ext cx="2250877" cy="307777"/>
          </a:xfrm>
          <a:prstGeom prst="rect">
            <a:avLst/>
          </a:prstGeom>
          <a:noFill/>
          <a:ln>
            <a:noFill/>
          </a:ln>
        </p:spPr>
        <p:txBody>
          <a:bodyPr vert="horz" wrap="square" lIns="91440" tIns="45720" rIns="91440" bIns="45720" anchor="t" anchorCtr="0" compatLnSpc="1">
            <a:sp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1400" b="1" i="0" u="none" strike="noStrike" kern="1200" cap="none" spc="0" baseline="0">
                <a:solidFill>
                  <a:srgbClr val="000000"/>
                </a:solidFill>
                <a:uFillTx/>
                <a:latin typeface="Arial"/>
              </a:rPr>
              <a:t>Mura</a:t>
            </a:r>
            <a:r>
              <a:rPr lang="en-IN" sz="1400" b="0" i="0" u="none" strike="noStrike" kern="1200" cap="none" spc="0" baseline="0">
                <a:solidFill>
                  <a:srgbClr val="000000"/>
                </a:solidFill>
                <a:uFillTx/>
                <a:latin typeface="Arial"/>
              </a:rPr>
              <a:t> (variation) exists</a:t>
            </a:r>
          </a:p>
        </p:txBody>
      </p:sp>
      <p:cxnSp>
        <p:nvCxnSpPr>
          <p:cNvPr id="10" name="Straight Connector 43">
            <a:extLst>
              <a:ext uri="{FF2B5EF4-FFF2-40B4-BE49-F238E27FC236}">
                <a16:creationId xmlns:a16="http://schemas.microsoft.com/office/drawing/2014/main" id="{F1FD225C-A119-56F3-5AE6-6FB186F3A3EE}"/>
              </a:ext>
            </a:extLst>
          </p:cNvPr>
          <p:cNvCxnSpPr>
            <a:stCxn id="9" idx="3"/>
            <a:endCxn id="8" idx="3"/>
          </p:cNvCxnSpPr>
          <p:nvPr/>
        </p:nvCxnSpPr>
        <p:spPr>
          <a:xfrm flipV="1">
            <a:off x="2318222" y="2737507"/>
            <a:ext cx="760379" cy="153885"/>
          </a:xfrm>
          <a:prstGeom prst="straightConnector1">
            <a:avLst/>
          </a:prstGeom>
          <a:noFill/>
          <a:ln w="12701" cap="rnd">
            <a:solidFill>
              <a:srgbClr val="00A6D6"/>
            </a:solidFill>
            <a:prstDash val="solid"/>
            <a:round/>
          </a:ln>
        </p:spPr>
      </p:cxnSp>
      <p:sp>
        <p:nvSpPr>
          <p:cNvPr id="11" name="Oval 45">
            <a:extLst>
              <a:ext uri="{FF2B5EF4-FFF2-40B4-BE49-F238E27FC236}">
                <a16:creationId xmlns:a16="http://schemas.microsoft.com/office/drawing/2014/main" id="{BD7AE580-4C5F-B1DB-A5E0-EEA74A9AFA74}"/>
              </a:ext>
            </a:extLst>
          </p:cNvPr>
          <p:cNvSpPr/>
          <p:nvPr/>
        </p:nvSpPr>
        <p:spPr>
          <a:xfrm>
            <a:off x="6583798" y="4740981"/>
            <a:ext cx="156206" cy="156206"/>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0000"/>
          </a:solidFill>
          <a:ln w="12701" cap="flat">
            <a:solidFill>
              <a:srgbClr val="FF0000"/>
            </a:solidFill>
            <a:prstDash val="solid"/>
            <a:miter/>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endParaRPr lang="en-IN" sz="1600" b="0" i="0" u="none" strike="noStrike" kern="1200" cap="none" spc="0" baseline="0">
              <a:solidFill>
                <a:srgbClr val="FFFFFF"/>
              </a:solidFill>
              <a:uFillTx/>
              <a:latin typeface="Arial"/>
            </a:endParaRPr>
          </a:p>
        </p:txBody>
      </p:sp>
      <p:sp>
        <p:nvSpPr>
          <p:cNvPr id="12" name="TextBox 47">
            <a:extLst>
              <a:ext uri="{FF2B5EF4-FFF2-40B4-BE49-F238E27FC236}">
                <a16:creationId xmlns:a16="http://schemas.microsoft.com/office/drawing/2014/main" id="{BFBCB7AF-5862-7A39-DA11-6BF39B6E3D51}"/>
              </a:ext>
            </a:extLst>
          </p:cNvPr>
          <p:cNvSpPr txBox="1"/>
          <p:nvPr/>
        </p:nvSpPr>
        <p:spPr>
          <a:xfrm>
            <a:off x="3930685" y="5632630"/>
            <a:ext cx="2250877" cy="307777"/>
          </a:xfrm>
          <a:prstGeom prst="rect">
            <a:avLst/>
          </a:prstGeom>
          <a:noFill/>
          <a:ln>
            <a:noFill/>
          </a:ln>
        </p:spPr>
        <p:txBody>
          <a:bodyPr vert="horz" wrap="square" lIns="91440" tIns="45720" rIns="91440" bIns="45720" anchor="t" anchorCtr="0" compatLnSpc="1">
            <a:sp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1400" b="1" i="0" u="none" strike="noStrike" kern="1200" cap="none" spc="0" baseline="0">
                <a:solidFill>
                  <a:srgbClr val="000000"/>
                </a:solidFill>
                <a:uFillTx/>
                <a:latin typeface="Arial"/>
              </a:rPr>
              <a:t>Muri</a:t>
            </a:r>
            <a:r>
              <a:rPr lang="en-IN" sz="1400" b="0" i="0" u="none" strike="noStrike" kern="1200" cap="none" spc="0" baseline="0">
                <a:solidFill>
                  <a:srgbClr val="000000"/>
                </a:solidFill>
                <a:uFillTx/>
                <a:latin typeface="Arial"/>
              </a:rPr>
              <a:t> (Overburden) exists </a:t>
            </a:r>
          </a:p>
        </p:txBody>
      </p:sp>
      <p:cxnSp>
        <p:nvCxnSpPr>
          <p:cNvPr id="13" name="Straight Connector 48">
            <a:extLst>
              <a:ext uri="{FF2B5EF4-FFF2-40B4-BE49-F238E27FC236}">
                <a16:creationId xmlns:a16="http://schemas.microsoft.com/office/drawing/2014/main" id="{F206A1D7-00B6-BC66-9EED-D8C03DA20F4F}"/>
              </a:ext>
            </a:extLst>
          </p:cNvPr>
          <p:cNvCxnSpPr>
            <a:stCxn id="12" idx="3"/>
            <a:endCxn id="11" idx="3"/>
          </p:cNvCxnSpPr>
          <p:nvPr/>
        </p:nvCxnSpPr>
        <p:spPr>
          <a:xfrm flipV="1">
            <a:off x="6181562" y="4819084"/>
            <a:ext cx="402236" cy="967435"/>
          </a:xfrm>
          <a:prstGeom prst="straightConnector1">
            <a:avLst/>
          </a:prstGeom>
          <a:noFill/>
          <a:ln w="12701" cap="rnd">
            <a:solidFill>
              <a:srgbClr val="00A6D6"/>
            </a:solidFill>
            <a:prstDash val="solid"/>
            <a:round/>
          </a:ln>
        </p:spPr>
      </p:cxnSp>
      <p:sp>
        <p:nvSpPr>
          <p:cNvPr id="14" name="Oval 51">
            <a:extLst>
              <a:ext uri="{FF2B5EF4-FFF2-40B4-BE49-F238E27FC236}">
                <a16:creationId xmlns:a16="http://schemas.microsoft.com/office/drawing/2014/main" id="{2353792F-DA4A-833F-C6FE-39858FF33932}"/>
              </a:ext>
            </a:extLst>
          </p:cNvPr>
          <p:cNvSpPr/>
          <p:nvPr/>
        </p:nvSpPr>
        <p:spPr>
          <a:xfrm>
            <a:off x="4697757" y="4553135"/>
            <a:ext cx="156206" cy="156206"/>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0000"/>
          </a:solidFill>
          <a:ln w="12701" cap="flat">
            <a:solidFill>
              <a:srgbClr val="FF0000"/>
            </a:solidFill>
            <a:prstDash val="solid"/>
            <a:miter/>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endParaRPr lang="en-IN" sz="1600" b="0" i="0" u="none" strike="noStrike" kern="1200" cap="none" spc="0" baseline="0">
              <a:solidFill>
                <a:srgbClr val="FFFFFF"/>
              </a:solidFill>
              <a:uFillTx/>
              <a:latin typeface="Arial"/>
            </a:endParaRPr>
          </a:p>
        </p:txBody>
      </p:sp>
      <p:sp>
        <p:nvSpPr>
          <p:cNvPr id="15" name="TextBox 53">
            <a:extLst>
              <a:ext uri="{FF2B5EF4-FFF2-40B4-BE49-F238E27FC236}">
                <a16:creationId xmlns:a16="http://schemas.microsoft.com/office/drawing/2014/main" id="{507CCE8B-48AC-AE25-DA09-4E102507458D}"/>
              </a:ext>
            </a:extLst>
          </p:cNvPr>
          <p:cNvSpPr txBox="1"/>
          <p:nvPr/>
        </p:nvSpPr>
        <p:spPr>
          <a:xfrm>
            <a:off x="1762698" y="5173885"/>
            <a:ext cx="2250877" cy="307777"/>
          </a:xfrm>
          <a:prstGeom prst="rect">
            <a:avLst/>
          </a:prstGeom>
          <a:noFill/>
          <a:ln>
            <a:noFill/>
          </a:ln>
        </p:spPr>
        <p:txBody>
          <a:bodyPr vert="horz" wrap="square" lIns="91440" tIns="45720" rIns="91440" bIns="45720" anchor="t" anchorCtr="0" compatLnSpc="1">
            <a:sp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1400" b="1" i="0" u="none" strike="noStrike" kern="1200" cap="none" spc="0" baseline="0">
                <a:solidFill>
                  <a:srgbClr val="000000"/>
                </a:solidFill>
                <a:uFillTx/>
                <a:latin typeface="Arial"/>
              </a:rPr>
              <a:t>Waiting </a:t>
            </a:r>
            <a:endParaRPr lang="en-IN" sz="1400" b="0" i="0" u="none" strike="noStrike" kern="1200" cap="none" spc="0" baseline="0">
              <a:solidFill>
                <a:srgbClr val="000000"/>
              </a:solidFill>
              <a:uFillTx/>
              <a:latin typeface="Arial"/>
            </a:endParaRPr>
          </a:p>
        </p:txBody>
      </p:sp>
      <p:cxnSp>
        <p:nvCxnSpPr>
          <p:cNvPr id="16" name="Straight Connector 54">
            <a:extLst>
              <a:ext uri="{FF2B5EF4-FFF2-40B4-BE49-F238E27FC236}">
                <a16:creationId xmlns:a16="http://schemas.microsoft.com/office/drawing/2014/main" id="{56FA62FB-7F2B-31DB-552E-C8F9DCC50940}"/>
              </a:ext>
            </a:extLst>
          </p:cNvPr>
          <p:cNvCxnSpPr>
            <a:stCxn id="15" idx="3"/>
            <a:endCxn id="14" idx="3"/>
          </p:cNvCxnSpPr>
          <p:nvPr/>
        </p:nvCxnSpPr>
        <p:spPr>
          <a:xfrm flipV="1">
            <a:off x="4013575" y="4631238"/>
            <a:ext cx="684182" cy="696536"/>
          </a:xfrm>
          <a:prstGeom prst="straightConnector1">
            <a:avLst/>
          </a:prstGeom>
          <a:noFill/>
          <a:ln w="12701" cap="rnd">
            <a:solidFill>
              <a:srgbClr val="00A6D6"/>
            </a:solidFill>
            <a:prstDash val="solid"/>
            <a:round/>
          </a:ln>
        </p:spPr>
      </p:cxnSp>
      <p:sp>
        <p:nvSpPr>
          <p:cNvPr id="17" name="Oval 56">
            <a:extLst>
              <a:ext uri="{FF2B5EF4-FFF2-40B4-BE49-F238E27FC236}">
                <a16:creationId xmlns:a16="http://schemas.microsoft.com/office/drawing/2014/main" id="{968208B4-2687-8EB2-226A-8741DE98F0A6}"/>
              </a:ext>
            </a:extLst>
          </p:cNvPr>
          <p:cNvSpPr/>
          <p:nvPr/>
        </p:nvSpPr>
        <p:spPr>
          <a:xfrm>
            <a:off x="3529291" y="4533019"/>
            <a:ext cx="156206" cy="156206"/>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0000"/>
          </a:solidFill>
          <a:ln w="12701" cap="flat">
            <a:solidFill>
              <a:srgbClr val="FF0000"/>
            </a:solidFill>
            <a:prstDash val="solid"/>
            <a:miter/>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endParaRPr lang="en-IN" sz="1600" b="0" i="0" u="none" strike="noStrike" kern="1200" cap="none" spc="0" baseline="0">
              <a:solidFill>
                <a:srgbClr val="FFFFFF"/>
              </a:solidFill>
              <a:uFillTx/>
              <a:latin typeface="Arial"/>
            </a:endParaRPr>
          </a:p>
        </p:txBody>
      </p:sp>
      <p:sp>
        <p:nvSpPr>
          <p:cNvPr id="18" name="TextBox 58">
            <a:extLst>
              <a:ext uri="{FF2B5EF4-FFF2-40B4-BE49-F238E27FC236}">
                <a16:creationId xmlns:a16="http://schemas.microsoft.com/office/drawing/2014/main" id="{B3B3124B-9451-0CD1-F7C6-152B5C0A825A}"/>
              </a:ext>
            </a:extLst>
          </p:cNvPr>
          <p:cNvSpPr txBox="1"/>
          <p:nvPr/>
        </p:nvSpPr>
        <p:spPr>
          <a:xfrm>
            <a:off x="331415" y="4801669"/>
            <a:ext cx="2250877" cy="307777"/>
          </a:xfrm>
          <a:prstGeom prst="rect">
            <a:avLst/>
          </a:prstGeom>
          <a:noFill/>
          <a:ln>
            <a:noFill/>
          </a:ln>
        </p:spPr>
        <p:txBody>
          <a:bodyPr vert="horz" wrap="square" lIns="91440" tIns="45720" rIns="91440" bIns="45720" anchor="t" anchorCtr="0" compatLnSpc="1">
            <a:sp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1400" b="1" i="0" u="none" strike="noStrike" kern="1200" cap="none" spc="0" baseline="0">
                <a:solidFill>
                  <a:srgbClr val="000000"/>
                </a:solidFill>
                <a:uFillTx/>
                <a:latin typeface="Arial"/>
              </a:rPr>
              <a:t>Mura</a:t>
            </a:r>
            <a:r>
              <a:rPr lang="en-IN" sz="1400" b="0" i="0" u="none" strike="noStrike" kern="1200" cap="none" spc="0" baseline="0">
                <a:solidFill>
                  <a:srgbClr val="000000"/>
                </a:solidFill>
                <a:uFillTx/>
                <a:latin typeface="Arial"/>
              </a:rPr>
              <a:t> (variation) exists</a:t>
            </a:r>
          </a:p>
        </p:txBody>
      </p:sp>
      <p:cxnSp>
        <p:nvCxnSpPr>
          <p:cNvPr id="19" name="Straight Connector 59">
            <a:extLst>
              <a:ext uri="{FF2B5EF4-FFF2-40B4-BE49-F238E27FC236}">
                <a16:creationId xmlns:a16="http://schemas.microsoft.com/office/drawing/2014/main" id="{E6DBA7FB-C22E-4397-6482-85C0E451242D}"/>
              </a:ext>
            </a:extLst>
          </p:cNvPr>
          <p:cNvCxnSpPr>
            <a:stCxn id="18" idx="3"/>
            <a:endCxn id="17" idx="3"/>
          </p:cNvCxnSpPr>
          <p:nvPr/>
        </p:nvCxnSpPr>
        <p:spPr>
          <a:xfrm flipV="1">
            <a:off x="2582292" y="4611122"/>
            <a:ext cx="946999" cy="344436"/>
          </a:xfrm>
          <a:prstGeom prst="straightConnector1">
            <a:avLst/>
          </a:prstGeom>
          <a:noFill/>
          <a:ln w="12701" cap="rnd">
            <a:solidFill>
              <a:srgbClr val="00A6D6"/>
            </a:solidFill>
            <a:prstDash val="solid"/>
            <a:round/>
          </a:ln>
        </p:spPr>
      </p:cxnSp>
      <p:sp>
        <p:nvSpPr>
          <p:cNvPr id="20" name="Oval 70">
            <a:extLst>
              <a:ext uri="{FF2B5EF4-FFF2-40B4-BE49-F238E27FC236}">
                <a16:creationId xmlns:a16="http://schemas.microsoft.com/office/drawing/2014/main" id="{6A6E3422-5BE2-26DB-0E6B-F5274D691471}"/>
              </a:ext>
            </a:extLst>
          </p:cNvPr>
          <p:cNvSpPr/>
          <p:nvPr/>
        </p:nvSpPr>
        <p:spPr>
          <a:xfrm>
            <a:off x="7669831" y="2806385"/>
            <a:ext cx="156206" cy="156206"/>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0000"/>
          </a:solidFill>
          <a:ln w="12701" cap="flat">
            <a:solidFill>
              <a:srgbClr val="FF0000"/>
            </a:solidFill>
            <a:prstDash val="solid"/>
            <a:miter/>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endParaRPr lang="en-IN" sz="1600" b="0" i="0" u="none" strike="noStrike" kern="1200" cap="none" spc="0" baseline="0">
              <a:solidFill>
                <a:srgbClr val="FFFFFF"/>
              </a:solidFill>
              <a:uFillTx/>
              <a:latin typeface="Arial"/>
            </a:endParaRPr>
          </a:p>
        </p:txBody>
      </p:sp>
      <p:sp>
        <p:nvSpPr>
          <p:cNvPr id="21" name="TextBox 72">
            <a:extLst>
              <a:ext uri="{FF2B5EF4-FFF2-40B4-BE49-F238E27FC236}">
                <a16:creationId xmlns:a16="http://schemas.microsoft.com/office/drawing/2014/main" id="{E3F9F322-12A9-3E53-C13C-219BD3AE1DBE}"/>
              </a:ext>
            </a:extLst>
          </p:cNvPr>
          <p:cNvSpPr txBox="1"/>
          <p:nvPr/>
        </p:nvSpPr>
        <p:spPr>
          <a:xfrm>
            <a:off x="9106262" y="3023170"/>
            <a:ext cx="2250877" cy="307777"/>
          </a:xfrm>
          <a:prstGeom prst="rect">
            <a:avLst/>
          </a:prstGeom>
          <a:noFill/>
          <a:ln>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1400" b="1" i="0" u="none" strike="noStrike" kern="1200" cap="none" spc="0" baseline="0">
                <a:solidFill>
                  <a:srgbClr val="000000"/>
                </a:solidFill>
                <a:uFillTx/>
                <a:latin typeface="Arial"/>
              </a:rPr>
              <a:t>Defects</a:t>
            </a:r>
            <a:endParaRPr lang="en-IN" sz="1400" b="0" i="0" u="none" strike="noStrike" kern="1200" cap="none" spc="0" baseline="0">
              <a:solidFill>
                <a:srgbClr val="000000"/>
              </a:solidFill>
              <a:uFillTx/>
              <a:latin typeface="Arial"/>
            </a:endParaRPr>
          </a:p>
        </p:txBody>
      </p:sp>
      <p:cxnSp>
        <p:nvCxnSpPr>
          <p:cNvPr id="22" name="Straight Connector 73">
            <a:extLst>
              <a:ext uri="{FF2B5EF4-FFF2-40B4-BE49-F238E27FC236}">
                <a16:creationId xmlns:a16="http://schemas.microsoft.com/office/drawing/2014/main" id="{816166DF-CD35-36E2-28C2-FCDC441F2E68}"/>
              </a:ext>
            </a:extLst>
          </p:cNvPr>
          <p:cNvCxnSpPr>
            <a:stCxn id="21" idx="1"/>
            <a:endCxn id="20" idx="1"/>
          </p:cNvCxnSpPr>
          <p:nvPr/>
        </p:nvCxnSpPr>
        <p:spPr>
          <a:xfrm flipH="1" flipV="1">
            <a:off x="7826037" y="2884488"/>
            <a:ext cx="1280225" cy="292571"/>
          </a:xfrm>
          <a:prstGeom prst="straightConnector1">
            <a:avLst/>
          </a:prstGeom>
          <a:noFill/>
          <a:ln w="12701" cap="rnd">
            <a:solidFill>
              <a:srgbClr val="00A6D6"/>
            </a:solidFill>
            <a:prstDash val="solid"/>
            <a:round/>
          </a:ln>
        </p:spPr>
      </p:cxnSp>
      <p:sp>
        <p:nvSpPr>
          <p:cNvPr id="23" name="Oval 90">
            <a:extLst>
              <a:ext uri="{FF2B5EF4-FFF2-40B4-BE49-F238E27FC236}">
                <a16:creationId xmlns:a16="http://schemas.microsoft.com/office/drawing/2014/main" id="{16D381D0-B6C7-DE13-9146-884AAB1FF5F0}"/>
              </a:ext>
            </a:extLst>
          </p:cNvPr>
          <p:cNvSpPr/>
          <p:nvPr/>
        </p:nvSpPr>
        <p:spPr>
          <a:xfrm>
            <a:off x="7029943" y="5433483"/>
            <a:ext cx="156206" cy="156206"/>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0000"/>
          </a:solidFill>
          <a:ln w="12701" cap="flat">
            <a:solidFill>
              <a:srgbClr val="FF0000"/>
            </a:solidFill>
            <a:prstDash val="solid"/>
            <a:miter/>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endParaRPr lang="en-IN" sz="1600" b="0" i="0" u="none" strike="noStrike" kern="1200" cap="none" spc="0" baseline="0">
              <a:solidFill>
                <a:srgbClr val="FFFFFF"/>
              </a:solidFill>
              <a:uFillTx/>
              <a:latin typeface="Arial"/>
            </a:endParaRPr>
          </a:p>
        </p:txBody>
      </p:sp>
      <p:sp>
        <p:nvSpPr>
          <p:cNvPr id="24" name="TextBox 92">
            <a:extLst>
              <a:ext uri="{FF2B5EF4-FFF2-40B4-BE49-F238E27FC236}">
                <a16:creationId xmlns:a16="http://schemas.microsoft.com/office/drawing/2014/main" id="{F4D1D017-6F46-5771-F159-9E956D61F0A6}"/>
              </a:ext>
            </a:extLst>
          </p:cNvPr>
          <p:cNvSpPr txBox="1"/>
          <p:nvPr/>
        </p:nvSpPr>
        <p:spPr>
          <a:xfrm>
            <a:off x="8349541" y="5794251"/>
            <a:ext cx="2250877" cy="307777"/>
          </a:xfrm>
          <a:prstGeom prst="rect">
            <a:avLst/>
          </a:prstGeom>
          <a:noFill/>
          <a:ln>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1400" b="1" i="0" u="none" strike="noStrike" kern="1200" cap="none" spc="0" baseline="0">
                <a:solidFill>
                  <a:srgbClr val="000000"/>
                </a:solidFill>
                <a:uFillTx/>
                <a:latin typeface="Arial"/>
              </a:rPr>
              <a:t>Muda</a:t>
            </a:r>
            <a:r>
              <a:rPr lang="en-IN" sz="1400" b="0" i="0" u="none" strike="noStrike" kern="1200" cap="none" spc="0" baseline="0">
                <a:solidFill>
                  <a:srgbClr val="000000"/>
                </a:solidFill>
                <a:uFillTx/>
                <a:latin typeface="Arial"/>
              </a:rPr>
              <a:t> (variation) exists</a:t>
            </a:r>
          </a:p>
        </p:txBody>
      </p:sp>
      <p:cxnSp>
        <p:nvCxnSpPr>
          <p:cNvPr id="25" name="Straight Connector 93">
            <a:extLst>
              <a:ext uri="{FF2B5EF4-FFF2-40B4-BE49-F238E27FC236}">
                <a16:creationId xmlns:a16="http://schemas.microsoft.com/office/drawing/2014/main" id="{F58101D2-383C-F645-6000-C4872D61F759}"/>
              </a:ext>
            </a:extLst>
          </p:cNvPr>
          <p:cNvCxnSpPr>
            <a:stCxn id="24" idx="1"/>
            <a:endCxn id="23" idx="1"/>
          </p:cNvCxnSpPr>
          <p:nvPr/>
        </p:nvCxnSpPr>
        <p:spPr>
          <a:xfrm flipH="1" flipV="1">
            <a:off x="7186149" y="5511586"/>
            <a:ext cx="1163392" cy="436554"/>
          </a:xfrm>
          <a:prstGeom prst="straightConnector1">
            <a:avLst/>
          </a:prstGeom>
          <a:noFill/>
          <a:ln w="12701" cap="rnd">
            <a:solidFill>
              <a:srgbClr val="00A6D6"/>
            </a:solidFill>
            <a:prstDash val="solid"/>
            <a:round/>
          </a:ln>
        </p:spPr>
      </p:cxnSp>
      <p:sp>
        <p:nvSpPr>
          <p:cNvPr id="26" name="Oval 95">
            <a:extLst>
              <a:ext uri="{FF2B5EF4-FFF2-40B4-BE49-F238E27FC236}">
                <a16:creationId xmlns:a16="http://schemas.microsoft.com/office/drawing/2014/main" id="{262C27C2-8EF3-8591-BC18-DAEA362C2194}"/>
              </a:ext>
            </a:extLst>
          </p:cNvPr>
          <p:cNvSpPr/>
          <p:nvPr/>
        </p:nvSpPr>
        <p:spPr>
          <a:xfrm>
            <a:off x="6470138" y="4347907"/>
            <a:ext cx="156206" cy="156206"/>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0000"/>
          </a:solidFill>
          <a:ln w="12701" cap="flat">
            <a:solidFill>
              <a:srgbClr val="FF0000"/>
            </a:solidFill>
            <a:prstDash val="solid"/>
            <a:miter/>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endParaRPr lang="en-IN" sz="1600" b="0" i="0" u="none" strike="noStrike" kern="1200" cap="none" spc="0" baseline="0">
              <a:solidFill>
                <a:srgbClr val="FFFFFF"/>
              </a:solidFill>
              <a:uFillTx/>
              <a:latin typeface="Arial"/>
            </a:endParaRPr>
          </a:p>
        </p:txBody>
      </p:sp>
      <p:sp>
        <p:nvSpPr>
          <p:cNvPr id="27" name="TextBox 97">
            <a:extLst>
              <a:ext uri="{FF2B5EF4-FFF2-40B4-BE49-F238E27FC236}">
                <a16:creationId xmlns:a16="http://schemas.microsoft.com/office/drawing/2014/main" id="{64DB3169-4FE3-A5DE-0B9D-13C6F1EF6E06}"/>
              </a:ext>
            </a:extLst>
          </p:cNvPr>
          <p:cNvSpPr txBox="1"/>
          <p:nvPr/>
        </p:nvSpPr>
        <p:spPr>
          <a:xfrm>
            <a:off x="9235522" y="4920980"/>
            <a:ext cx="2250877" cy="307777"/>
          </a:xfrm>
          <a:prstGeom prst="rect">
            <a:avLst/>
          </a:prstGeom>
          <a:noFill/>
          <a:ln>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1400" b="1" i="0" u="none" strike="noStrike" kern="1200" cap="none" spc="0" baseline="0">
                <a:solidFill>
                  <a:srgbClr val="000000"/>
                </a:solidFill>
                <a:uFillTx/>
                <a:latin typeface="Arial"/>
              </a:rPr>
              <a:t>Non-Utilized Talent</a:t>
            </a:r>
          </a:p>
        </p:txBody>
      </p:sp>
      <p:cxnSp>
        <p:nvCxnSpPr>
          <p:cNvPr id="28" name="Straight Connector 98">
            <a:extLst>
              <a:ext uri="{FF2B5EF4-FFF2-40B4-BE49-F238E27FC236}">
                <a16:creationId xmlns:a16="http://schemas.microsoft.com/office/drawing/2014/main" id="{885AE390-AD1F-CB2F-43FC-3B99DC610E24}"/>
              </a:ext>
            </a:extLst>
          </p:cNvPr>
          <p:cNvCxnSpPr>
            <a:stCxn id="27" idx="1"/>
            <a:endCxn id="26" idx="1"/>
          </p:cNvCxnSpPr>
          <p:nvPr/>
        </p:nvCxnSpPr>
        <p:spPr>
          <a:xfrm flipH="1" flipV="1">
            <a:off x="6626344" y="4426010"/>
            <a:ext cx="2609178" cy="648859"/>
          </a:xfrm>
          <a:prstGeom prst="straightConnector1">
            <a:avLst/>
          </a:prstGeom>
          <a:noFill/>
          <a:ln w="12701" cap="rnd">
            <a:solidFill>
              <a:srgbClr val="00A6D6"/>
            </a:solidFill>
            <a:prstDash val="solid"/>
            <a:round/>
          </a:ln>
        </p:spPr>
      </p:cxnSp>
      <p:sp>
        <p:nvSpPr>
          <p:cNvPr id="29" name="Oval 107">
            <a:extLst>
              <a:ext uri="{FF2B5EF4-FFF2-40B4-BE49-F238E27FC236}">
                <a16:creationId xmlns:a16="http://schemas.microsoft.com/office/drawing/2014/main" id="{F95DDE38-6365-E871-6D2D-3C411DA8AE94}"/>
              </a:ext>
            </a:extLst>
          </p:cNvPr>
          <p:cNvSpPr/>
          <p:nvPr/>
        </p:nvSpPr>
        <p:spPr>
          <a:xfrm>
            <a:off x="6427591" y="3769037"/>
            <a:ext cx="156206" cy="156206"/>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0000"/>
          </a:solidFill>
          <a:ln w="12701" cap="flat">
            <a:solidFill>
              <a:srgbClr val="FF0000"/>
            </a:solidFill>
            <a:prstDash val="solid"/>
            <a:miter/>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endParaRPr lang="en-IN" sz="1600" b="0" i="0" u="none" strike="noStrike" kern="1200" cap="none" spc="0" baseline="0">
              <a:solidFill>
                <a:srgbClr val="FFFFFF"/>
              </a:solidFill>
              <a:uFillTx/>
              <a:latin typeface="Arial"/>
            </a:endParaRPr>
          </a:p>
        </p:txBody>
      </p:sp>
      <p:sp>
        <p:nvSpPr>
          <p:cNvPr id="30" name="TextBox 109">
            <a:extLst>
              <a:ext uri="{FF2B5EF4-FFF2-40B4-BE49-F238E27FC236}">
                <a16:creationId xmlns:a16="http://schemas.microsoft.com/office/drawing/2014/main" id="{C381C163-47B9-C9E1-3928-AF14DF693327}"/>
              </a:ext>
            </a:extLst>
          </p:cNvPr>
          <p:cNvSpPr txBox="1"/>
          <p:nvPr/>
        </p:nvSpPr>
        <p:spPr>
          <a:xfrm>
            <a:off x="9177668" y="4322880"/>
            <a:ext cx="2250877" cy="307777"/>
          </a:xfrm>
          <a:prstGeom prst="rect">
            <a:avLst/>
          </a:prstGeom>
          <a:noFill/>
          <a:ln>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1400" b="1" i="0" u="none" strike="noStrike" kern="1200" cap="none" spc="0" baseline="0">
                <a:solidFill>
                  <a:srgbClr val="000000"/>
                </a:solidFill>
                <a:uFillTx/>
                <a:latin typeface="Arial"/>
              </a:rPr>
              <a:t>Waiting </a:t>
            </a:r>
          </a:p>
        </p:txBody>
      </p:sp>
      <p:cxnSp>
        <p:nvCxnSpPr>
          <p:cNvPr id="31" name="Straight Connector 110">
            <a:extLst>
              <a:ext uri="{FF2B5EF4-FFF2-40B4-BE49-F238E27FC236}">
                <a16:creationId xmlns:a16="http://schemas.microsoft.com/office/drawing/2014/main" id="{A714EA55-A21A-A817-2581-976238672A02}"/>
              </a:ext>
            </a:extLst>
          </p:cNvPr>
          <p:cNvCxnSpPr>
            <a:stCxn id="30" idx="1"/>
            <a:endCxn id="29" idx="1"/>
          </p:cNvCxnSpPr>
          <p:nvPr/>
        </p:nvCxnSpPr>
        <p:spPr>
          <a:xfrm flipH="1" flipV="1">
            <a:off x="6583797" y="3847140"/>
            <a:ext cx="2593871" cy="629629"/>
          </a:xfrm>
          <a:prstGeom prst="straightConnector1">
            <a:avLst/>
          </a:prstGeom>
          <a:noFill/>
          <a:ln w="12701" cap="rnd">
            <a:solidFill>
              <a:srgbClr val="00A6D6"/>
            </a:solidFill>
            <a:prstDash val="solid"/>
            <a:round/>
          </a:ln>
        </p:spPr>
      </p:cxnSp>
      <p:sp>
        <p:nvSpPr>
          <p:cNvPr id="32" name="Oval 112">
            <a:extLst>
              <a:ext uri="{FF2B5EF4-FFF2-40B4-BE49-F238E27FC236}">
                <a16:creationId xmlns:a16="http://schemas.microsoft.com/office/drawing/2014/main" id="{40B8E4DA-1062-8D9B-262A-9C08E5B25B33}"/>
              </a:ext>
            </a:extLst>
          </p:cNvPr>
          <p:cNvSpPr/>
          <p:nvPr/>
        </p:nvSpPr>
        <p:spPr>
          <a:xfrm>
            <a:off x="5815327" y="3502993"/>
            <a:ext cx="156206" cy="156206"/>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0000"/>
          </a:solidFill>
          <a:ln w="12701" cap="flat">
            <a:solidFill>
              <a:srgbClr val="FF0000"/>
            </a:solidFill>
            <a:prstDash val="solid"/>
            <a:miter/>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endParaRPr lang="en-IN" sz="1600" b="0" i="0" u="none" strike="noStrike" kern="1200" cap="none" spc="0" baseline="0">
              <a:solidFill>
                <a:srgbClr val="FFFFFF"/>
              </a:solidFill>
              <a:uFillTx/>
              <a:latin typeface="Arial"/>
            </a:endParaRPr>
          </a:p>
        </p:txBody>
      </p:sp>
      <p:cxnSp>
        <p:nvCxnSpPr>
          <p:cNvPr id="33" name="Straight Connector 115">
            <a:extLst>
              <a:ext uri="{FF2B5EF4-FFF2-40B4-BE49-F238E27FC236}">
                <a16:creationId xmlns:a16="http://schemas.microsoft.com/office/drawing/2014/main" id="{754F53AA-3018-5245-74E9-4EB3776CAAB2}"/>
              </a:ext>
            </a:extLst>
          </p:cNvPr>
          <p:cNvCxnSpPr>
            <a:stCxn id="30" idx="1"/>
            <a:endCxn id="32" idx="1"/>
          </p:cNvCxnSpPr>
          <p:nvPr/>
        </p:nvCxnSpPr>
        <p:spPr>
          <a:xfrm flipH="1" flipV="1">
            <a:off x="5971533" y="3581096"/>
            <a:ext cx="3206135" cy="895673"/>
          </a:xfrm>
          <a:prstGeom prst="straightConnector1">
            <a:avLst/>
          </a:prstGeom>
          <a:noFill/>
          <a:ln w="12701" cap="rnd">
            <a:solidFill>
              <a:srgbClr val="00A6D6"/>
            </a:solidFill>
            <a:prstDash val="solid"/>
            <a:round/>
          </a:ln>
        </p:spPr>
      </p:cxnSp>
      <p:sp>
        <p:nvSpPr>
          <p:cNvPr id="34" name="Oval 124">
            <a:extLst>
              <a:ext uri="{FF2B5EF4-FFF2-40B4-BE49-F238E27FC236}">
                <a16:creationId xmlns:a16="http://schemas.microsoft.com/office/drawing/2014/main" id="{974122EA-DCBE-D129-90FD-487AC0F78654}"/>
              </a:ext>
            </a:extLst>
          </p:cNvPr>
          <p:cNvSpPr/>
          <p:nvPr/>
        </p:nvSpPr>
        <p:spPr>
          <a:xfrm>
            <a:off x="6423888" y="2337078"/>
            <a:ext cx="156206" cy="156206"/>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0000"/>
          </a:solidFill>
          <a:ln w="12701" cap="flat">
            <a:solidFill>
              <a:srgbClr val="FF0000"/>
            </a:solidFill>
            <a:prstDash val="solid"/>
            <a:miter/>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endParaRPr lang="en-IN" sz="1600" b="0" i="0" u="none" strike="noStrike" kern="1200" cap="none" spc="0" baseline="0">
              <a:solidFill>
                <a:srgbClr val="FFFFFF"/>
              </a:solidFill>
              <a:uFillTx/>
              <a:latin typeface="Arial"/>
            </a:endParaRPr>
          </a:p>
        </p:txBody>
      </p:sp>
      <p:sp>
        <p:nvSpPr>
          <p:cNvPr id="35" name="TextBox 126">
            <a:extLst>
              <a:ext uri="{FF2B5EF4-FFF2-40B4-BE49-F238E27FC236}">
                <a16:creationId xmlns:a16="http://schemas.microsoft.com/office/drawing/2014/main" id="{9F04D492-A30E-330E-1387-D62F866E57C5}"/>
              </a:ext>
            </a:extLst>
          </p:cNvPr>
          <p:cNvSpPr txBox="1"/>
          <p:nvPr/>
        </p:nvSpPr>
        <p:spPr>
          <a:xfrm>
            <a:off x="9235522" y="1790002"/>
            <a:ext cx="2250877" cy="307777"/>
          </a:xfrm>
          <a:prstGeom prst="rect">
            <a:avLst/>
          </a:prstGeom>
          <a:noFill/>
          <a:ln>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1400" b="1" i="0" u="none" strike="noStrike" kern="1200" cap="none" spc="0" baseline="0">
                <a:solidFill>
                  <a:srgbClr val="000000"/>
                </a:solidFill>
                <a:uFillTx/>
                <a:latin typeface="Arial"/>
              </a:rPr>
              <a:t>Mura</a:t>
            </a:r>
            <a:r>
              <a:rPr lang="en-IN" sz="1400" b="0" i="0" u="none" strike="noStrike" kern="1200" cap="none" spc="0" baseline="0">
                <a:solidFill>
                  <a:srgbClr val="000000"/>
                </a:solidFill>
                <a:uFillTx/>
                <a:latin typeface="Arial"/>
              </a:rPr>
              <a:t> (variation) exists</a:t>
            </a:r>
          </a:p>
        </p:txBody>
      </p:sp>
      <p:cxnSp>
        <p:nvCxnSpPr>
          <p:cNvPr id="36" name="Straight Connector 1023">
            <a:extLst>
              <a:ext uri="{FF2B5EF4-FFF2-40B4-BE49-F238E27FC236}">
                <a16:creationId xmlns:a16="http://schemas.microsoft.com/office/drawing/2014/main" id="{BA570413-DE72-47AA-6840-CFF6EB047D19}"/>
              </a:ext>
            </a:extLst>
          </p:cNvPr>
          <p:cNvCxnSpPr>
            <a:stCxn id="35" idx="1"/>
            <a:endCxn id="34" idx="1"/>
          </p:cNvCxnSpPr>
          <p:nvPr/>
        </p:nvCxnSpPr>
        <p:spPr>
          <a:xfrm flipH="1">
            <a:off x="6580094" y="1943891"/>
            <a:ext cx="2655428" cy="471290"/>
          </a:xfrm>
          <a:prstGeom prst="straightConnector1">
            <a:avLst/>
          </a:prstGeom>
          <a:noFill/>
          <a:ln w="12701" cap="rnd">
            <a:solidFill>
              <a:srgbClr val="00A6D6"/>
            </a:solidFill>
            <a:prstDash val="solid"/>
            <a:round/>
          </a:ln>
        </p:spPr>
      </p:cxnSp>
    </p:spTree>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name="Slide130">
    <p:spTree>
      <p:nvGrpSpPr>
        <p:cNvPr id="1" name=""/>
        <p:cNvGrpSpPr/>
        <p:nvPr/>
      </p:nvGrpSpPr>
      <p:grpSpPr>
        <a:xfrm>
          <a:off x="0" y="0"/>
          <a:ext cx="0" cy="0"/>
          <a:chOff x="0" y="0"/>
          <a:chExt cx="0" cy="0"/>
        </a:xfrm>
      </p:grpSpPr>
      <p:sp>
        <p:nvSpPr>
          <p:cNvPr id="2" name="Tijdelijke aanduiding voor datum 4">
            <a:extLst>
              <a:ext uri="{FF2B5EF4-FFF2-40B4-BE49-F238E27FC236}">
                <a16:creationId xmlns:a16="http://schemas.microsoft.com/office/drawing/2014/main" id="{0CDD9336-6BC0-0224-07BB-EB4214503B95}"/>
              </a:ext>
            </a:extLst>
          </p:cNvPr>
          <p:cNvSpPr txBox="1">
            <a:spLocks noGrp="1"/>
          </p:cNvSpPr>
          <p:nvPr>
            <p:ph type="dt" sz="quarter" idx="7"/>
          </p:nvPr>
        </p:nvSpPr>
        <p:spPr>
          <a:xfrm>
            <a:off x="10146566" y="6405664"/>
            <a:ext cx="766230" cy="184663"/>
          </a:xfrm>
          <a:prstGeom prst="rect">
            <a:avLst/>
          </a:prstGeom>
          <a:noFill/>
          <a:ln>
            <a:noFill/>
          </a:ln>
        </p:spPr>
        <p:txBody>
          <a:bodyPr vert="horz" wrap="none" lIns="0" tIns="0" rIns="0" bIns="0" anchor="ctr" anchorCtr="0" compatLnSpc="1">
            <a:spAutoFit/>
          </a:bodyPr>
          <a:lstStyle/>
          <a:p>
            <a:pPr lvl="0" algn="r"/>
            <a:fld id="{E3D5AB79-7579-452F-A32E-E458B8AAF24F}" type="datetime1">
              <a:rPr lang="nl-NL" sz="1200">
                <a:solidFill>
                  <a:srgbClr val="000000"/>
                </a:solidFill>
                <a:latin typeface="Arial"/>
                <a:cs typeface="Segoe UI Light" pitchFamily="34"/>
              </a:rPr>
              <a:pPr lvl="0" algn="r"/>
              <a:t>22-10-2025</a:t>
            </a:fld>
            <a:endParaRPr lang="en-GB" sz="1200">
              <a:solidFill>
                <a:srgbClr val="000000"/>
              </a:solidFill>
              <a:latin typeface="Arial"/>
              <a:cs typeface="Segoe UI Light" pitchFamily="34"/>
            </a:endParaRPr>
          </a:p>
        </p:txBody>
      </p:sp>
      <p:sp>
        <p:nvSpPr>
          <p:cNvPr id="3" name="Titel 8">
            <a:extLst>
              <a:ext uri="{FF2B5EF4-FFF2-40B4-BE49-F238E27FC236}">
                <a16:creationId xmlns:a16="http://schemas.microsoft.com/office/drawing/2014/main" id="{3CEA657F-2BA5-D0AC-208D-59299A7A70AC}"/>
              </a:ext>
            </a:extLst>
          </p:cNvPr>
          <p:cNvSpPr txBox="1">
            <a:spLocks noGrp="1"/>
          </p:cNvSpPr>
          <p:nvPr>
            <p:ph type="title"/>
          </p:nvPr>
        </p:nvSpPr>
        <p:spPr>
          <a:xfrm>
            <a:off x="718663" y="686165"/>
            <a:ext cx="10752612" cy="323404"/>
          </a:xfrm>
          <a:prstGeom prst="rect">
            <a:avLst/>
          </a:prstGeom>
          <a:noFill/>
          <a:ln>
            <a:noFill/>
          </a:ln>
        </p:spPr>
        <p:txBody>
          <a:bodyPr vert="horz" wrap="square" lIns="0" tIns="0" rIns="0" bIns="378003" anchor="t" anchorCtr="0" compatLnSpc="1">
            <a:noAutofit/>
          </a:bodyPr>
          <a:lstStyle/>
          <a:p>
            <a:pPr lvl="0"/>
            <a:r>
              <a:rPr lang="en-US"/>
              <a:t>Strategy Selected </a:t>
            </a:r>
            <a:endParaRPr lang="en-GB" u="sng"/>
          </a:p>
        </p:txBody>
      </p:sp>
      <p:sp>
        <p:nvSpPr>
          <p:cNvPr id="4" name="Tijdelijke aanduiding voor dianummer 102">
            <a:extLst>
              <a:ext uri="{FF2B5EF4-FFF2-40B4-BE49-F238E27FC236}">
                <a16:creationId xmlns:a16="http://schemas.microsoft.com/office/drawing/2014/main" id="{6124CB1C-74CC-D620-FBD6-3B050E9029EC}"/>
              </a:ext>
            </a:extLst>
          </p:cNvPr>
          <p:cNvSpPr txBox="1">
            <a:spLocks noGrp="1"/>
          </p:cNvSpPr>
          <p:nvPr>
            <p:ph type="sldNum" sz="quarter" idx="8"/>
          </p:nvPr>
        </p:nvSpPr>
        <p:spPr>
          <a:xfrm>
            <a:off x="11178466" y="6405664"/>
            <a:ext cx="291300" cy="184663"/>
          </a:xfrm>
          <a:prstGeom prst="rect">
            <a:avLst/>
          </a:prstGeom>
          <a:noFill/>
          <a:ln>
            <a:noFill/>
          </a:ln>
        </p:spPr>
        <p:txBody>
          <a:bodyPr vert="horz" wrap="none" lIns="0" tIns="0" rIns="0" bIns="0" anchor="ctr" anchorCtr="0" compatLnSpc="1">
            <a:spAutoFit/>
          </a:bodyPr>
          <a:lstStyle/>
          <a:p>
            <a:pPr lvl="0" algn="r"/>
            <a:fld id="{32066BBE-F10D-4017-9342-0633E5CE27BC}" type="slidenum">
              <a:t>29</a:t>
            </a:fld>
            <a:endParaRPr lang="en-GB" sz="1200" b="1">
              <a:solidFill>
                <a:srgbClr val="000000"/>
              </a:solidFill>
              <a:latin typeface="Arial"/>
              <a:cs typeface="Segoe UI Light" pitchFamily="34"/>
            </a:endParaRPr>
          </a:p>
        </p:txBody>
      </p:sp>
      <p:sp>
        <p:nvSpPr>
          <p:cNvPr id="5" name="TextBox 11">
            <a:extLst>
              <a:ext uri="{FF2B5EF4-FFF2-40B4-BE49-F238E27FC236}">
                <a16:creationId xmlns:a16="http://schemas.microsoft.com/office/drawing/2014/main" id="{2BBCBC38-572F-CD73-51B5-1F39D866489C}"/>
              </a:ext>
            </a:extLst>
          </p:cNvPr>
          <p:cNvSpPr txBox="1"/>
          <p:nvPr/>
        </p:nvSpPr>
        <p:spPr>
          <a:xfrm>
            <a:off x="1363525" y="-727743"/>
            <a:ext cx="8964594" cy="369335"/>
          </a:xfrm>
          <a:prstGeom prst="rect">
            <a:avLst/>
          </a:prstGeom>
          <a:noFill/>
          <a:ln>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1800" b="0" i="0" u="none" strike="noStrike" kern="1200" cap="none" spc="0" baseline="0">
                <a:solidFill>
                  <a:srgbClr val="000000"/>
                </a:solidFill>
                <a:uFillTx/>
                <a:latin typeface="Arial"/>
              </a:rPr>
              <a:t>#00A6D6</a:t>
            </a:r>
          </a:p>
        </p:txBody>
      </p:sp>
      <p:sp>
        <p:nvSpPr>
          <p:cNvPr id="6" name="TextBox 19">
            <a:extLst>
              <a:ext uri="{FF2B5EF4-FFF2-40B4-BE49-F238E27FC236}">
                <a16:creationId xmlns:a16="http://schemas.microsoft.com/office/drawing/2014/main" id="{299DCDC9-27DB-42D9-B95D-14EA31B8A117}"/>
              </a:ext>
            </a:extLst>
          </p:cNvPr>
          <p:cNvSpPr txBox="1"/>
          <p:nvPr/>
        </p:nvSpPr>
        <p:spPr>
          <a:xfrm>
            <a:off x="4518992" y="1565279"/>
            <a:ext cx="2653643" cy="535527"/>
          </a:xfrm>
          <a:prstGeom prst="rect">
            <a:avLst/>
          </a:prstGeom>
          <a:solidFill>
            <a:srgbClr val="FFFFFF"/>
          </a:solidFill>
          <a:ln w="9528">
            <a:solidFill>
              <a:srgbClr val="FFFFFF"/>
            </a:solidFill>
            <a:prstDash val="solid"/>
          </a:ln>
        </p:spPr>
        <p:txBody>
          <a:bodyPr vert="horz" wrap="square" lIns="91440" tIns="45720" rIns="91440" bIns="45720" anchor="t" anchorCtr="1" compatLnSpc="1">
            <a:spAutoFit/>
          </a:bodyPr>
          <a:lstStyle/>
          <a:p>
            <a:pPr marL="0" marR="0" lvl="0" indent="0" algn="ctr" defTabSz="914400" rtl="0" fontAlgn="auto" hangingPunct="1">
              <a:lnSpc>
                <a:spcPct val="90000"/>
              </a:lnSpc>
              <a:spcBef>
                <a:spcPts val="600"/>
              </a:spcBef>
              <a:spcAft>
                <a:spcPts val="600"/>
              </a:spcAft>
              <a:buNone/>
              <a:tabLst/>
              <a:defRPr sz="1800" b="0" i="0" u="none" strike="noStrike" kern="0" cap="none" spc="0" baseline="0">
                <a:solidFill>
                  <a:srgbClr val="000000"/>
                </a:solidFill>
                <a:uFillTx/>
              </a:defRPr>
            </a:pPr>
            <a:r>
              <a:rPr lang="en-GB" sz="2000" b="0" i="0" u="none" strike="noStrike" kern="1200" cap="none" spc="0" baseline="0">
                <a:solidFill>
                  <a:srgbClr val="00A6D6"/>
                </a:solidFill>
                <a:uFillTx/>
                <a:latin typeface="Arial"/>
              </a:rPr>
              <a:t>Lean +</a:t>
            </a:r>
            <a:r>
              <a:rPr lang="en-GB" sz="3200" b="0" i="0" u="none" strike="noStrike" kern="1200" cap="none" spc="0" baseline="0">
                <a:solidFill>
                  <a:srgbClr val="00A6D6"/>
                </a:solidFill>
                <a:uFillTx/>
                <a:latin typeface="Arial"/>
              </a:rPr>
              <a:t> </a:t>
            </a:r>
            <a:r>
              <a:rPr lang="en-GB" sz="3200" b="1" i="0" u="sng" strike="noStrike" kern="1200" cap="none" spc="0" baseline="0">
                <a:solidFill>
                  <a:srgbClr val="00A6D6"/>
                </a:solidFill>
                <a:uFillTx/>
                <a:latin typeface="Arial"/>
              </a:rPr>
              <a:t>Agile </a:t>
            </a:r>
            <a:r>
              <a:rPr lang="en-GB" sz="3200" b="0" i="0" u="none" strike="noStrike" kern="1200" cap="none" spc="0" baseline="0">
                <a:solidFill>
                  <a:srgbClr val="00A6D6"/>
                </a:solidFill>
                <a:uFillTx/>
                <a:latin typeface="Arial"/>
              </a:rPr>
              <a:t> </a:t>
            </a:r>
          </a:p>
        </p:txBody>
      </p:sp>
      <p:pic>
        <p:nvPicPr>
          <p:cNvPr id="7" name="Picture 2">
            <a:extLst>
              <a:ext uri="{FF2B5EF4-FFF2-40B4-BE49-F238E27FC236}">
                <a16:creationId xmlns:a16="http://schemas.microsoft.com/office/drawing/2014/main" id="{A45CF09D-2F42-5229-AE48-E012E21055E8}"/>
              </a:ext>
            </a:extLst>
          </p:cNvPr>
          <p:cNvPicPr>
            <a:picLocks noChangeAspect="1"/>
          </p:cNvPicPr>
          <p:nvPr/>
        </p:nvPicPr>
        <p:blipFill>
          <a:blip r:embed="rId3"/>
          <a:srcRect/>
          <a:stretch>
            <a:fillRect/>
          </a:stretch>
        </p:blipFill>
        <p:spPr>
          <a:xfrm>
            <a:off x="2551203" y="2286777"/>
            <a:ext cx="6589239" cy="3467926"/>
          </a:xfrm>
          <a:prstGeom prst="rect">
            <a:avLst/>
          </a:prstGeom>
          <a:noFill/>
          <a:ln>
            <a:noFill/>
          </a:ln>
        </p:spPr>
      </p:pic>
      <p:sp>
        <p:nvSpPr>
          <p:cNvPr id="8" name="Oval 38">
            <a:extLst>
              <a:ext uri="{FF2B5EF4-FFF2-40B4-BE49-F238E27FC236}">
                <a16:creationId xmlns:a16="http://schemas.microsoft.com/office/drawing/2014/main" id="{32BADA62-2C78-8BB5-1A7D-C4AD0AF24703}"/>
              </a:ext>
            </a:extLst>
          </p:cNvPr>
          <p:cNvSpPr/>
          <p:nvPr/>
        </p:nvSpPr>
        <p:spPr>
          <a:xfrm>
            <a:off x="3112773" y="2729200"/>
            <a:ext cx="156206" cy="156206"/>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0000"/>
          </a:solidFill>
          <a:ln w="12701" cap="flat">
            <a:solidFill>
              <a:srgbClr val="FF0000"/>
            </a:solidFill>
            <a:prstDash val="solid"/>
            <a:miter/>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endParaRPr lang="en-IN" sz="1600" b="0" i="0" u="none" strike="noStrike" kern="1200" cap="none" spc="0" baseline="0">
              <a:solidFill>
                <a:srgbClr val="FFFFFF"/>
              </a:solidFill>
              <a:uFillTx/>
              <a:latin typeface="Arial"/>
            </a:endParaRPr>
          </a:p>
        </p:txBody>
      </p:sp>
      <p:sp>
        <p:nvSpPr>
          <p:cNvPr id="9" name="TextBox 41">
            <a:extLst>
              <a:ext uri="{FF2B5EF4-FFF2-40B4-BE49-F238E27FC236}">
                <a16:creationId xmlns:a16="http://schemas.microsoft.com/office/drawing/2014/main" id="{843FB0B8-EC17-2D59-AC96-FEBAA4399EE2}"/>
              </a:ext>
            </a:extLst>
          </p:cNvPr>
          <p:cNvSpPr txBox="1"/>
          <p:nvPr/>
        </p:nvSpPr>
        <p:spPr>
          <a:xfrm>
            <a:off x="101507" y="2807308"/>
            <a:ext cx="2250877" cy="523219"/>
          </a:xfrm>
          <a:prstGeom prst="rect">
            <a:avLst/>
          </a:prstGeom>
          <a:noFill/>
          <a:ln>
            <a:noFill/>
          </a:ln>
        </p:spPr>
        <p:txBody>
          <a:bodyPr vert="horz" wrap="square" lIns="91440" tIns="45720" rIns="91440" bIns="45720" anchor="t" anchorCtr="0" compatLnSpc="1">
            <a:sp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1400" b="0" i="0" u="none" strike="noStrike" kern="1200" cap="none" spc="0" baseline="0">
                <a:solidFill>
                  <a:srgbClr val="000000"/>
                </a:solidFill>
                <a:uFillTx/>
                <a:latin typeface="Arial"/>
              </a:rPr>
              <a:t>Heavy up-front planning; inflexible to change </a:t>
            </a:r>
          </a:p>
        </p:txBody>
      </p:sp>
      <p:cxnSp>
        <p:nvCxnSpPr>
          <p:cNvPr id="10" name="Straight Connector 43">
            <a:extLst>
              <a:ext uri="{FF2B5EF4-FFF2-40B4-BE49-F238E27FC236}">
                <a16:creationId xmlns:a16="http://schemas.microsoft.com/office/drawing/2014/main" id="{EF81785C-B3EB-7161-34FE-E2F5808656F9}"/>
              </a:ext>
            </a:extLst>
          </p:cNvPr>
          <p:cNvCxnSpPr>
            <a:stCxn id="9" idx="3"/>
            <a:endCxn id="8" idx="3"/>
          </p:cNvCxnSpPr>
          <p:nvPr/>
        </p:nvCxnSpPr>
        <p:spPr>
          <a:xfrm flipV="1">
            <a:off x="2352384" y="2807303"/>
            <a:ext cx="760389" cy="261615"/>
          </a:xfrm>
          <a:prstGeom prst="straightConnector1">
            <a:avLst/>
          </a:prstGeom>
          <a:noFill/>
          <a:ln w="12701" cap="rnd">
            <a:solidFill>
              <a:srgbClr val="00A6D6"/>
            </a:solidFill>
            <a:prstDash val="solid"/>
            <a:round/>
          </a:ln>
        </p:spPr>
      </p:cxnSp>
      <p:sp>
        <p:nvSpPr>
          <p:cNvPr id="11" name="Oval 45">
            <a:extLst>
              <a:ext uri="{FF2B5EF4-FFF2-40B4-BE49-F238E27FC236}">
                <a16:creationId xmlns:a16="http://schemas.microsoft.com/office/drawing/2014/main" id="{0D3DAB71-FC10-DEBA-0E15-DF8C3A084FBE}"/>
              </a:ext>
            </a:extLst>
          </p:cNvPr>
          <p:cNvSpPr/>
          <p:nvPr/>
        </p:nvSpPr>
        <p:spPr>
          <a:xfrm>
            <a:off x="6331744" y="4694355"/>
            <a:ext cx="156206" cy="156206"/>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0000"/>
          </a:solidFill>
          <a:ln w="12701" cap="flat">
            <a:solidFill>
              <a:srgbClr val="FF0000"/>
            </a:solidFill>
            <a:prstDash val="solid"/>
            <a:miter/>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endParaRPr lang="en-IN" sz="1600" b="0" i="0" u="none" strike="noStrike" kern="1200" cap="none" spc="0" baseline="0">
              <a:solidFill>
                <a:srgbClr val="FFFFFF"/>
              </a:solidFill>
              <a:uFillTx/>
              <a:latin typeface="Arial"/>
            </a:endParaRPr>
          </a:p>
        </p:txBody>
      </p:sp>
      <p:sp>
        <p:nvSpPr>
          <p:cNvPr id="12" name="TextBox 47">
            <a:extLst>
              <a:ext uri="{FF2B5EF4-FFF2-40B4-BE49-F238E27FC236}">
                <a16:creationId xmlns:a16="http://schemas.microsoft.com/office/drawing/2014/main" id="{BC396874-072E-096C-956E-8FBF54892B81}"/>
              </a:ext>
            </a:extLst>
          </p:cNvPr>
          <p:cNvSpPr txBox="1"/>
          <p:nvPr/>
        </p:nvSpPr>
        <p:spPr>
          <a:xfrm>
            <a:off x="3148224" y="5982727"/>
            <a:ext cx="2946745" cy="523219"/>
          </a:xfrm>
          <a:prstGeom prst="rect">
            <a:avLst/>
          </a:prstGeom>
          <a:noFill/>
          <a:ln>
            <a:noFill/>
          </a:ln>
        </p:spPr>
        <p:txBody>
          <a:bodyPr vert="horz" wrap="square" lIns="91440" tIns="45720" rIns="91440" bIns="45720" anchor="t" anchorCtr="0" compatLnSpc="1">
            <a:sp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1400" b="0" i="0" u="none" strike="noStrike" kern="1200" cap="none" spc="0" baseline="0">
                <a:solidFill>
                  <a:srgbClr val="000000"/>
                </a:solidFill>
                <a:uFillTx/>
                <a:latin typeface="Arial"/>
              </a:rPr>
              <a:t>Manual testing, slow feedback loop, late discovery of defects</a:t>
            </a:r>
          </a:p>
        </p:txBody>
      </p:sp>
      <p:cxnSp>
        <p:nvCxnSpPr>
          <p:cNvPr id="13" name="Straight Connector 48">
            <a:extLst>
              <a:ext uri="{FF2B5EF4-FFF2-40B4-BE49-F238E27FC236}">
                <a16:creationId xmlns:a16="http://schemas.microsoft.com/office/drawing/2014/main" id="{7DEBCB71-954A-86A4-BB24-5E708181402A}"/>
              </a:ext>
            </a:extLst>
          </p:cNvPr>
          <p:cNvCxnSpPr>
            <a:stCxn id="12" idx="3"/>
            <a:endCxn id="11" idx="2"/>
          </p:cNvCxnSpPr>
          <p:nvPr/>
        </p:nvCxnSpPr>
        <p:spPr>
          <a:xfrm flipV="1">
            <a:off x="6094969" y="4850561"/>
            <a:ext cx="314878" cy="1393776"/>
          </a:xfrm>
          <a:prstGeom prst="straightConnector1">
            <a:avLst/>
          </a:prstGeom>
          <a:noFill/>
          <a:ln w="12701" cap="rnd">
            <a:solidFill>
              <a:srgbClr val="00A6D6"/>
            </a:solidFill>
            <a:prstDash val="solid"/>
            <a:round/>
          </a:ln>
        </p:spPr>
      </p:cxnSp>
      <p:sp>
        <p:nvSpPr>
          <p:cNvPr id="14" name="Oval 56">
            <a:extLst>
              <a:ext uri="{FF2B5EF4-FFF2-40B4-BE49-F238E27FC236}">
                <a16:creationId xmlns:a16="http://schemas.microsoft.com/office/drawing/2014/main" id="{75E2FAB8-5789-F36D-BAD5-71E2BFF9C66D}"/>
              </a:ext>
            </a:extLst>
          </p:cNvPr>
          <p:cNvSpPr/>
          <p:nvPr/>
        </p:nvSpPr>
        <p:spPr>
          <a:xfrm>
            <a:off x="3668755" y="3879378"/>
            <a:ext cx="156206" cy="156206"/>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0000"/>
          </a:solidFill>
          <a:ln w="12701" cap="flat">
            <a:solidFill>
              <a:srgbClr val="FF0000"/>
            </a:solidFill>
            <a:prstDash val="solid"/>
            <a:miter/>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endParaRPr lang="en-IN" sz="1600" b="0" i="0" u="none" strike="noStrike" kern="1200" cap="none" spc="0" baseline="0">
              <a:solidFill>
                <a:srgbClr val="FFFFFF"/>
              </a:solidFill>
              <a:uFillTx/>
              <a:latin typeface="Arial"/>
            </a:endParaRPr>
          </a:p>
        </p:txBody>
      </p:sp>
      <p:sp>
        <p:nvSpPr>
          <p:cNvPr id="15" name="TextBox 58">
            <a:extLst>
              <a:ext uri="{FF2B5EF4-FFF2-40B4-BE49-F238E27FC236}">
                <a16:creationId xmlns:a16="http://schemas.microsoft.com/office/drawing/2014/main" id="{7F067A48-8073-19D5-F9A0-D5896F695ADF}"/>
              </a:ext>
            </a:extLst>
          </p:cNvPr>
          <p:cNvSpPr txBox="1"/>
          <p:nvPr/>
        </p:nvSpPr>
        <p:spPr>
          <a:xfrm>
            <a:off x="264618" y="4134349"/>
            <a:ext cx="2250877" cy="307777"/>
          </a:xfrm>
          <a:prstGeom prst="rect">
            <a:avLst/>
          </a:prstGeom>
          <a:noFill/>
          <a:ln>
            <a:noFill/>
          </a:ln>
        </p:spPr>
        <p:txBody>
          <a:bodyPr vert="horz" wrap="square" lIns="91440" tIns="45720" rIns="91440" bIns="45720" anchor="t" anchorCtr="0" compatLnSpc="1">
            <a:sp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1400" b="0" i="0" u="none" strike="noStrike" kern="1200" cap="none" spc="0" baseline="0">
                <a:solidFill>
                  <a:srgbClr val="000000"/>
                </a:solidFill>
                <a:uFillTx/>
                <a:latin typeface="Arial"/>
              </a:rPr>
              <a:t>Misaligned Priorities</a:t>
            </a:r>
          </a:p>
        </p:txBody>
      </p:sp>
      <p:cxnSp>
        <p:nvCxnSpPr>
          <p:cNvPr id="16" name="Straight Connector 59">
            <a:extLst>
              <a:ext uri="{FF2B5EF4-FFF2-40B4-BE49-F238E27FC236}">
                <a16:creationId xmlns:a16="http://schemas.microsoft.com/office/drawing/2014/main" id="{22732404-611B-0CFB-300A-26868AABCF50}"/>
              </a:ext>
            </a:extLst>
          </p:cNvPr>
          <p:cNvCxnSpPr>
            <a:stCxn id="15" idx="3"/>
            <a:endCxn id="14" idx="3"/>
          </p:cNvCxnSpPr>
          <p:nvPr/>
        </p:nvCxnSpPr>
        <p:spPr>
          <a:xfrm flipV="1">
            <a:off x="2515495" y="3957481"/>
            <a:ext cx="1153260" cy="330757"/>
          </a:xfrm>
          <a:prstGeom prst="straightConnector1">
            <a:avLst/>
          </a:prstGeom>
          <a:noFill/>
          <a:ln w="12701" cap="rnd">
            <a:solidFill>
              <a:srgbClr val="00A6D6"/>
            </a:solidFill>
            <a:prstDash val="solid"/>
            <a:round/>
          </a:ln>
        </p:spPr>
      </p:cxnSp>
      <p:sp>
        <p:nvSpPr>
          <p:cNvPr id="17" name="Oval 70">
            <a:extLst>
              <a:ext uri="{FF2B5EF4-FFF2-40B4-BE49-F238E27FC236}">
                <a16:creationId xmlns:a16="http://schemas.microsoft.com/office/drawing/2014/main" id="{C42963A2-5F4A-3E58-3E49-B61528DC0439}"/>
              </a:ext>
            </a:extLst>
          </p:cNvPr>
          <p:cNvSpPr/>
          <p:nvPr/>
        </p:nvSpPr>
        <p:spPr>
          <a:xfrm>
            <a:off x="7723909" y="3371136"/>
            <a:ext cx="156206" cy="156206"/>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0000"/>
          </a:solidFill>
          <a:ln w="12701" cap="flat">
            <a:solidFill>
              <a:srgbClr val="FF0000"/>
            </a:solidFill>
            <a:prstDash val="solid"/>
            <a:miter/>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endParaRPr lang="en-IN" sz="1600" b="0" i="0" u="none" strike="noStrike" kern="1200" cap="none" spc="0" baseline="0">
              <a:solidFill>
                <a:srgbClr val="FFFFFF"/>
              </a:solidFill>
              <a:uFillTx/>
              <a:latin typeface="Arial"/>
            </a:endParaRPr>
          </a:p>
        </p:txBody>
      </p:sp>
      <p:sp>
        <p:nvSpPr>
          <p:cNvPr id="18" name="TextBox 72">
            <a:extLst>
              <a:ext uri="{FF2B5EF4-FFF2-40B4-BE49-F238E27FC236}">
                <a16:creationId xmlns:a16="http://schemas.microsoft.com/office/drawing/2014/main" id="{E1F648FF-B590-5895-2C65-271998742CFF}"/>
              </a:ext>
            </a:extLst>
          </p:cNvPr>
          <p:cNvSpPr txBox="1"/>
          <p:nvPr/>
        </p:nvSpPr>
        <p:spPr>
          <a:xfrm>
            <a:off x="9211839" y="2791352"/>
            <a:ext cx="2250877" cy="523219"/>
          </a:xfrm>
          <a:prstGeom prst="rect">
            <a:avLst/>
          </a:prstGeom>
          <a:noFill/>
          <a:ln>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400" b="0" i="0" u="none" strike="noStrike" kern="1200" cap="none" spc="0" baseline="0">
                <a:solidFill>
                  <a:srgbClr val="000000"/>
                </a:solidFill>
                <a:uFillTx/>
                <a:latin typeface="Arial"/>
              </a:rPr>
              <a:t>Late feedback creates rework and scope creep</a:t>
            </a:r>
            <a:endParaRPr lang="en-IN" sz="1400" b="0" i="0" u="none" strike="noStrike" kern="1200" cap="none" spc="0" baseline="0">
              <a:solidFill>
                <a:srgbClr val="000000"/>
              </a:solidFill>
              <a:uFillTx/>
              <a:latin typeface="Arial"/>
            </a:endParaRPr>
          </a:p>
        </p:txBody>
      </p:sp>
      <p:cxnSp>
        <p:nvCxnSpPr>
          <p:cNvPr id="19" name="Straight Connector 73">
            <a:extLst>
              <a:ext uri="{FF2B5EF4-FFF2-40B4-BE49-F238E27FC236}">
                <a16:creationId xmlns:a16="http://schemas.microsoft.com/office/drawing/2014/main" id="{12DCEAB4-F89F-7346-A5F3-09FCBB4CB4AB}"/>
              </a:ext>
            </a:extLst>
          </p:cNvPr>
          <p:cNvCxnSpPr>
            <a:stCxn id="18" idx="1"/>
            <a:endCxn id="17" idx="1"/>
          </p:cNvCxnSpPr>
          <p:nvPr/>
        </p:nvCxnSpPr>
        <p:spPr>
          <a:xfrm flipH="1">
            <a:off x="7880115" y="3052962"/>
            <a:ext cx="1331724" cy="396277"/>
          </a:xfrm>
          <a:prstGeom prst="straightConnector1">
            <a:avLst/>
          </a:prstGeom>
          <a:noFill/>
          <a:ln w="12701" cap="rnd">
            <a:solidFill>
              <a:srgbClr val="00A6D6"/>
            </a:solidFill>
            <a:prstDash val="solid"/>
            <a:round/>
          </a:ln>
        </p:spPr>
      </p:cxnSp>
      <p:sp>
        <p:nvSpPr>
          <p:cNvPr id="20" name="Oval 90">
            <a:extLst>
              <a:ext uri="{FF2B5EF4-FFF2-40B4-BE49-F238E27FC236}">
                <a16:creationId xmlns:a16="http://schemas.microsoft.com/office/drawing/2014/main" id="{C64FAE08-6450-9425-0C7A-793622CFA32E}"/>
              </a:ext>
            </a:extLst>
          </p:cNvPr>
          <p:cNvSpPr/>
          <p:nvPr/>
        </p:nvSpPr>
        <p:spPr>
          <a:xfrm>
            <a:off x="7808893" y="5554065"/>
            <a:ext cx="156206" cy="156206"/>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0000"/>
          </a:solidFill>
          <a:ln w="12701" cap="flat">
            <a:solidFill>
              <a:srgbClr val="FF0000"/>
            </a:solidFill>
            <a:prstDash val="solid"/>
            <a:miter/>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endParaRPr lang="en-IN" sz="1600" b="0" i="0" u="none" strike="noStrike" kern="1200" cap="none" spc="0" baseline="0">
              <a:solidFill>
                <a:srgbClr val="FFFFFF"/>
              </a:solidFill>
              <a:uFillTx/>
              <a:latin typeface="Arial"/>
            </a:endParaRPr>
          </a:p>
        </p:txBody>
      </p:sp>
      <p:sp>
        <p:nvSpPr>
          <p:cNvPr id="21" name="TextBox 92">
            <a:extLst>
              <a:ext uri="{FF2B5EF4-FFF2-40B4-BE49-F238E27FC236}">
                <a16:creationId xmlns:a16="http://schemas.microsoft.com/office/drawing/2014/main" id="{48316F01-34EC-16AF-0E0D-B6D0E0585512}"/>
              </a:ext>
            </a:extLst>
          </p:cNvPr>
          <p:cNvSpPr txBox="1"/>
          <p:nvPr/>
        </p:nvSpPr>
        <p:spPr>
          <a:xfrm>
            <a:off x="8383712" y="5864056"/>
            <a:ext cx="2250877" cy="523219"/>
          </a:xfrm>
          <a:prstGeom prst="rect">
            <a:avLst/>
          </a:prstGeom>
          <a:noFill/>
          <a:ln>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400" b="0" i="0" u="none" strike="noStrike" kern="1200" cap="none" spc="0" baseline="0">
                <a:solidFill>
                  <a:srgbClr val="000000"/>
                </a:solidFill>
                <a:uFillTx/>
                <a:latin typeface="Arial"/>
              </a:rPr>
              <a:t>Integration issues and test case failures</a:t>
            </a:r>
            <a:endParaRPr lang="en-IN" sz="1400" b="0" i="0" u="none" strike="noStrike" kern="1200" cap="none" spc="0" baseline="0">
              <a:solidFill>
                <a:srgbClr val="000000"/>
              </a:solidFill>
              <a:uFillTx/>
              <a:latin typeface="Arial"/>
            </a:endParaRPr>
          </a:p>
        </p:txBody>
      </p:sp>
      <p:cxnSp>
        <p:nvCxnSpPr>
          <p:cNvPr id="22" name="Straight Connector 93">
            <a:extLst>
              <a:ext uri="{FF2B5EF4-FFF2-40B4-BE49-F238E27FC236}">
                <a16:creationId xmlns:a16="http://schemas.microsoft.com/office/drawing/2014/main" id="{F64BF1B6-E797-8163-8C1D-3CA03A14DAB0}"/>
              </a:ext>
            </a:extLst>
          </p:cNvPr>
          <p:cNvCxnSpPr>
            <a:stCxn id="21" idx="1"/>
            <a:endCxn id="20" idx="2"/>
          </p:cNvCxnSpPr>
          <p:nvPr/>
        </p:nvCxnSpPr>
        <p:spPr>
          <a:xfrm flipH="1" flipV="1">
            <a:off x="7886996" y="5710271"/>
            <a:ext cx="496716" cy="415395"/>
          </a:xfrm>
          <a:prstGeom prst="straightConnector1">
            <a:avLst/>
          </a:prstGeom>
          <a:noFill/>
          <a:ln w="12701" cap="rnd">
            <a:solidFill>
              <a:srgbClr val="00A6D6"/>
            </a:solidFill>
            <a:prstDash val="solid"/>
            <a:round/>
          </a:ln>
        </p:spPr>
      </p:cxnSp>
      <p:sp>
        <p:nvSpPr>
          <p:cNvPr id="23" name="Oval 107">
            <a:extLst>
              <a:ext uri="{FF2B5EF4-FFF2-40B4-BE49-F238E27FC236}">
                <a16:creationId xmlns:a16="http://schemas.microsoft.com/office/drawing/2014/main" id="{8B75F6DA-B098-FB16-AFEA-C553D1326C45}"/>
              </a:ext>
            </a:extLst>
          </p:cNvPr>
          <p:cNvSpPr/>
          <p:nvPr/>
        </p:nvSpPr>
        <p:spPr>
          <a:xfrm>
            <a:off x="4762506" y="2651101"/>
            <a:ext cx="156206" cy="156206"/>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0000"/>
          </a:solidFill>
          <a:ln w="12701" cap="flat">
            <a:solidFill>
              <a:srgbClr val="FF0000"/>
            </a:solidFill>
            <a:prstDash val="solid"/>
            <a:miter/>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endParaRPr lang="en-IN" sz="1600" b="0" i="0" u="none" strike="noStrike" kern="1200" cap="none" spc="0" baseline="0">
              <a:solidFill>
                <a:srgbClr val="FFFFFF"/>
              </a:solidFill>
              <a:uFillTx/>
              <a:latin typeface="Arial"/>
            </a:endParaRPr>
          </a:p>
        </p:txBody>
      </p:sp>
      <p:sp>
        <p:nvSpPr>
          <p:cNvPr id="24" name="TextBox 109">
            <a:extLst>
              <a:ext uri="{FF2B5EF4-FFF2-40B4-BE49-F238E27FC236}">
                <a16:creationId xmlns:a16="http://schemas.microsoft.com/office/drawing/2014/main" id="{E9A5E4B7-699A-84F3-FE08-88C5273983FB}"/>
              </a:ext>
            </a:extLst>
          </p:cNvPr>
          <p:cNvSpPr txBox="1"/>
          <p:nvPr/>
        </p:nvSpPr>
        <p:spPr>
          <a:xfrm>
            <a:off x="238082" y="5402494"/>
            <a:ext cx="2250877" cy="307777"/>
          </a:xfrm>
          <a:prstGeom prst="rect">
            <a:avLst/>
          </a:prstGeom>
          <a:noFill/>
          <a:ln>
            <a:noFill/>
          </a:ln>
        </p:spPr>
        <p:txBody>
          <a:bodyPr vert="horz" wrap="square" lIns="91440" tIns="45720" rIns="91440" bIns="45720" anchor="t" anchorCtr="0" compatLnSpc="1">
            <a:sp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1400" b="0" i="0" u="none" strike="noStrike" kern="1200" cap="none" spc="0" baseline="0">
                <a:solidFill>
                  <a:srgbClr val="000000"/>
                </a:solidFill>
                <a:uFillTx/>
                <a:latin typeface="Arial"/>
              </a:rPr>
              <a:t>Siloed Prioritization</a:t>
            </a:r>
          </a:p>
        </p:txBody>
      </p:sp>
      <p:cxnSp>
        <p:nvCxnSpPr>
          <p:cNvPr id="25" name="Straight Connector 110">
            <a:extLst>
              <a:ext uri="{FF2B5EF4-FFF2-40B4-BE49-F238E27FC236}">
                <a16:creationId xmlns:a16="http://schemas.microsoft.com/office/drawing/2014/main" id="{82B5E07D-E680-1577-AD48-481E19382DA4}"/>
              </a:ext>
            </a:extLst>
          </p:cNvPr>
          <p:cNvCxnSpPr>
            <a:stCxn id="24" idx="3"/>
            <a:endCxn id="23" idx="2"/>
          </p:cNvCxnSpPr>
          <p:nvPr/>
        </p:nvCxnSpPr>
        <p:spPr>
          <a:xfrm flipV="1">
            <a:off x="2488959" y="2807307"/>
            <a:ext cx="2351650" cy="2749076"/>
          </a:xfrm>
          <a:prstGeom prst="straightConnector1">
            <a:avLst/>
          </a:prstGeom>
          <a:noFill/>
          <a:ln w="12701" cap="rnd">
            <a:solidFill>
              <a:srgbClr val="00A6D6"/>
            </a:solidFill>
            <a:prstDash val="solid"/>
            <a:round/>
          </a:ln>
        </p:spPr>
      </p:cxnSp>
      <p:sp>
        <p:nvSpPr>
          <p:cNvPr id="26" name="Oval 124">
            <a:extLst>
              <a:ext uri="{FF2B5EF4-FFF2-40B4-BE49-F238E27FC236}">
                <a16:creationId xmlns:a16="http://schemas.microsoft.com/office/drawing/2014/main" id="{9DE47F8F-66B0-41A8-4B4E-1BE00A63F49C}"/>
              </a:ext>
            </a:extLst>
          </p:cNvPr>
          <p:cNvSpPr/>
          <p:nvPr/>
        </p:nvSpPr>
        <p:spPr>
          <a:xfrm>
            <a:off x="5689607" y="2328775"/>
            <a:ext cx="156206" cy="156206"/>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0000"/>
          </a:solidFill>
          <a:ln w="12701" cap="flat">
            <a:solidFill>
              <a:srgbClr val="FF0000"/>
            </a:solidFill>
            <a:prstDash val="solid"/>
            <a:miter/>
          </a:ln>
        </p:spPr>
        <p:txBody>
          <a:bodyPr vert="horz" wrap="square" lIns="143999" tIns="143999" rIns="143999" bIns="143999" anchor="ctr" anchorCtr="1" compatLnSpc="1">
            <a:noAutofit/>
          </a:bodyPr>
          <a:lstStyle/>
          <a:p>
            <a:pPr marL="0" marR="0" lvl="0" indent="0" algn="ctr" defTabSz="914400" rtl="0" fontAlgn="auto" hangingPunct="1">
              <a:lnSpc>
                <a:spcPct val="90000"/>
              </a:lnSpc>
              <a:spcBef>
                <a:spcPts val="200"/>
              </a:spcBef>
              <a:spcAft>
                <a:spcPts val="200"/>
              </a:spcAft>
              <a:buNone/>
              <a:tabLst/>
              <a:defRPr sz="1800" b="0" i="0" u="none" strike="noStrike" kern="0" cap="none" spc="0" baseline="0">
                <a:solidFill>
                  <a:srgbClr val="000000"/>
                </a:solidFill>
                <a:uFillTx/>
              </a:defRPr>
            </a:pPr>
            <a:endParaRPr lang="en-IN" sz="1600" b="0" i="0" u="none" strike="noStrike" kern="1200" cap="none" spc="0" baseline="0">
              <a:solidFill>
                <a:srgbClr val="FFFFFF"/>
              </a:solidFill>
              <a:uFillTx/>
              <a:latin typeface="Arial"/>
            </a:endParaRPr>
          </a:p>
        </p:txBody>
      </p:sp>
      <p:sp>
        <p:nvSpPr>
          <p:cNvPr id="27" name="TextBox 126">
            <a:extLst>
              <a:ext uri="{FF2B5EF4-FFF2-40B4-BE49-F238E27FC236}">
                <a16:creationId xmlns:a16="http://schemas.microsoft.com/office/drawing/2014/main" id="{794B7B05-C2AB-EEAE-778A-AB813B36DD48}"/>
              </a:ext>
            </a:extLst>
          </p:cNvPr>
          <p:cNvSpPr txBox="1"/>
          <p:nvPr/>
        </p:nvSpPr>
        <p:spPr>
          <a:xfrm>
            <a:off x="9073234" y="1877382"/>
            <a:ext cx="2250877" cy="523219"/>
          </a:xfrm>
          <a:prstGeom prst="rect">
            <a:avLst/>
          </a:prstGeom>
          <a:noFill/>
          <a:ln>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400" b="0" i="0" u="none" strike="noStrike" kern="1200" cap="none" spc="0" baseline="0">
                <a:solidFill>
                  <a:srgbClr val="000000"/>
                </a:solidFill>
                <a:uFillTx/>
                <a:latin typeface="Arial"/>
              </a:rPr>
              <a:t>L</a:t>
            </a:r>
            <a:r>
              <a:rPr lang="en-IN" sz="1400" b="0" i="0" u="none" strike="noStrike" kern="1200" cap="none" spc="0" baseline="0">
                <a:solidFill>
                  <a:srgbClr val="000000"/>
                </a:solidFill>
                <a:uFillTx/>
                <a:latin typeface="Arial"/>
              </a:rPr>
              <a:t>ocked in for 3 months release scope  </a:t>
            </a:r>
          </a:p>
        </p:txBody>
      </p:sp>
      <p:cxnSp>
        <p:nvCxnSpPr>
          <p:cNvPr id="28" name="Straight Connector 1023">
            <a:extLst>
              <a:ext uri="{FF2B5EF4-FFF2-40B4-BE49-F238E27FC236}">
                <a16:creationId xmlns:a16="http://schemas.microsoft.com/office/drawing/2014/main" id="{20AD0EFC-C31A-A887-7394-B5D03BD82C80}"/>
              </a:ext>
            </a:extLst>
          </p:cNvPr>
          <p:cNvCxnSpPr>
            <a:stCxn id="27" idx="1"/>
            <a:endCxn id="26" idx="1"/>
          </p:cNvCxnSpPr>
          <p:nvPr/>
        </p:nvCxnSpPr>
        <p:spPr>
          <a:xfrm flipH="1">
            <a:off x="5845813" y="2138992"/>
            <a:ext cx="3227421" cy="267886"/>
          </a:xfrm>
          <a:prstGeom prst="straightConnector1">
            <a:avLst/>
          </a:prstGeom>
          <a:noFill/>
          <a:ln w="12701" cap="rnd">
            <a:solidFill>
              <a:srgbClr val="00A6D6"/>
            </a:solidFill>
            <a:prstDash val="solid"/>
            <a:round/>
          </a:ln>
        </p:spPr>
      </p:cxnSp>
    </p:spTree>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
</file>

<file path=ppt/slides/slide30.xml><?xml version="1.0" encoding="utf-8"?>
<p:sld xmlns:a="http://schemas.openxmlformats.org/drawingml/2006/main" xmlns:r="http://schemas.openxmlformats.org/officeDocument/2006/relationships" xmlns:p="http://schemas.openxmlformats.org/presentationml/2006/main" show="0">
  <p:cSld name="Slide129">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E4615E4-DCD9-8395-BD89-BE4D71F80B58}"/>
              </a:ext>
            </a:extLst>
          </p:cNvPr>
          <p:cNvSpPr txBox="1">
            <a:spLocks noGrp="1"/>
          </p:cNvSpPr>
          <p:nvPr>
            <p:ph type="dt" sz="quarter" idx="7"/>
          </p:nvPr>
        </p:nvSpPr>
        <p:spPr>
          <a:xfrm>
            <a:off x="10146566" y="6405664"/>
            <a:ext cx="766230" cy="184663"/>
          </a:xfrm>
          <a:prstGeom prst="rect">
            <a:avLst/>
          </a:prstGeom>
          <a:noFill/>
          <a:ln>
            <a:noFill/>
          </a:ln>
        </p:spPr>
        <p:txBody>
          <a:bodyPr vert="horz" wrap="none" lIns="0" tIns="0" rIns="0" bIns="0" anchor="ctr" anchorCtr="0" compatLnSpc="1">
            <a:spAutoFit/>
          </a:bodyPr>
          <a:lstStyle/>
          <a:p>
            <a:pPr lvl="0" algn="r"/>
            <a:fld id="{004A72E5-D265-4E05-8187-10F870326490}" type="datetime1">
              <a:rPr lang="nl-NL" sz="1200">
                <a:solidFill>
                  <a:srgbClr val="000000"/>
                </a:solidFill>
                <a:latin typeface="Arial"/>
                <a:cs typeface="Segoe UI Light" pitchFamily="34"/>
              </a:rPr>
              <a:pPr lvl="0" algn="r"/>
              <a:t>22-10-2025</a:t>
            </a:fld>
            <a:endParaRPr lang="en-GB" sz="1200">
              <a:solidFill>
                <a:srgbClr val="000000"/>
              </a:solidFill>
              <a:latin typeface="Arial"/>
              <a:cs typeface="Segoe UI Light" pitchFamily="34"/>
            </a:endParaRPr>
          </a:p>
        </p:txBody>
      </p:sp>
      <p:sp>
        <p:nvSpPr>
          <p:cNvPr id="3" name="Slide Number Placeholder 2">
            <a:extLst>
              <a:ext uri="{FF2B5EF4-FFF2-40B4-BE49-F238E27FC236}">
                <a16:creationId xmlns:a16="http://schemas.microsoft.com/office/drawing/2014/main" id="{2F2513C6-7FFE-68AA-D2FB-A24C49F1EE06}"/>
              </a:ext>
            </a:extLst>
          </p:cNvPr>
          <p:cNvSpPr txBox="1">
            <a:spLocks noGrp="1"/>
          </p:cNvSpPr>
          <p:nvPr>
            <p:ph type="sldNum" sz="quarter" idx="8"/>
          </p:nvPr>
        </p:nvSpPr>
        <p:spPr>
          <a:xfrm>
            <a:off x="11178466" y="6405664"/>
            <a:ext cx="291300" cy="184663"/>
          </a:xfrm>
          <a:prstGeom prst="rect">
            <a:avLst/>
          </a:prstGeom>
          <a:noFill/>
          <a:ln>
            <a:noFill/>
          </a:ln>
        </p:spPr>
        <p:txBody>
          <a:bodyPr vert="horz" wrap="none" lIns="0" tIns="0" rIns="0" bIns="0" anchor="ctr" anchorCtr="0" compatLnSpc="1">
            <a:spAutoFit/>
          </a:bodyPr>
          <a:lstStyle/>
          <a:p>
            <a:pPr lvl="0" algn="r"/>
            <a:fld id="{3274EBCD-909E-4A55-9F77-5C5A6E4D7EE5}" type="slidenum">
              <a:t>30</a:t>
            </a:fld>
            <a:endParaRPr lang="en-GB" sz="1200" b="1">
              <a:solidFill>
                <a:srgbClr val="000000"/>
              </a:solidFill>
              <a:latin typeface="Arial"/>
              <a:cs typeface="Segoe UI Light" pitchFamily="34"/>
            </a:endParaRPr>
          </a:p>
        </p:txBody>
      </p:sp>
      <p:sp>
        <p:nvSpPr>
          <p:cNvPr id="4" name="Title 3">
            <a:extLst>
              <a:ext uri="{FF2B5EF4-FFF2-40B4-BE49-F238E27FC236}">
                <a16:creationId xmlns:a16="http://schemas.microsoft.com/office/drawing/2014/main" id="{89D09123-231E-E060-AB2E-5CA7E167CC03}"/>
              </a:ext>
            </a:extLst>
          </p:cNvPr>
          <p:cNvSpPr txBox="1">
            <a:spLocks noGrp="1"/>
          </p:cNvSpPr>
          <p:nvPr>
            <p:ph type="title"/>
          </p:nvPr>
        </p:nvSpPr>
        <p:spPr>
          <a:xfrm>
            <a:off x="718663" y="722458"/>
            <a:ext cx="10752612" cy="323404"/>
          </a:xfrm>
          <a:prstGeom prst="rect">
            <a:avLst/>
          </a:prstGeom>
          <a:noFill/>
          <a:ln>
            <a:noFill/>
          </a:ln>
        </p:spPr>
        <p:txBody>
          <a:bodyPr vert="horz" wrap="square" lIns="0" tIns="0" rIns="0" bIns="378003" anchor="t" anchorCtr="0" compatLnSpc="1">
            <a:noAutofit/>
          </a:bodyPr>
          <a:lstStyle/>
          <a:p>
            <a:pPr lvl="0"/>
            <a:r>
              <a:rPr lang="en-US"/>
              <a:t>Waste identified - texts</a:t>
            </a:r>
            <a:endParaRPr lang="en-IN"/>
          </a:p>
        </p:txBody>
      </p:sp>
    </p:spTree>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name="Slide131">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CA6429C-12F0-39E1-27D2-8218E72DCF76}"/>
              </a:ext>
            </a:extLst>
          </p:cNvPr>
          <p:cNvSpPr txBox="1">
            <a:spLocks noGrp="1"/>
          </p:cNvSpPr>
          <p:nvPr>
            <p:ph type="dt" sz="quarter" idx="7"/>
          </p:nvPr>
        </p:nvSpPr>
        <p:spPr>
          <a:xfrm>
            <a:off x="10146566" y="6405664"/>
            <a:ext cx="766230" cy="184663"/>
          </a:xfrm>
          <a:prstGeom prst="rect">
            <a:avLst/>
          </a:prstGeom>
          <a:noFill/>
          <a:ln>
            <a:noFill/>
          </a:ln>
        </p:spPr>
        <p:txBody>
          <a:bodyPr vert="horz" wrap="none" lIns="0" tIns="0" rIns="0" bIns="0" anchor="ctr" anchorCtr="0" compatLnSpc="1">
            <a:spAutoFit/>
          </a:bodyPr>
          <a:lstStyle/>
          <a:p>
            <a:pPr lvl="0" algn="r"/>
            <a:fld id="{59C5F4B1-6A85-4248-8528-A9DD78771830}" type="datetime1">
              <a:rPr lang="nl-NL" sz="1200">
                <a:solidFill>
                  <a:srgbClr val="000000"/>
                </a:solidFill>
                <a:latin typeface="Arial"/>
                <a:cs typeface="Segoe UI Light" pitchFamily="34"/>
              </a:rPr>
              <a:pPr lvl="0" algn="r"/>
              <a:t>22-10-2025</a:t>
            </a:fld>
            <a:endParaRPr lang="en-GB" sz="1200">
              <a:solidFill>
                <a:srgbClr val="000000"/>
              </a:solidFill>
              <a:latin typeface="Arial"/>
              <a:cs typeface="Segoe UI Light" pitchFamily="34"/>
            </a:endParaRPr>
          </a:p>
        </p:txBody>
      </p:sp>
      <p:sp>
        <p:nvSpPr>
          <p:cNvPr id="3" name="Slide Number Placeholder 2">
            <a:extLst>
              <a:ext uri="{FF2B5EF4-FFF2-40B4-BE49-F238E27FC236}">
                <a16:creationId xmlns:a16="http://schemas.microsoft.com/office/drawing/2014/main" id="{09C7A444-471E-CE7B-DCE5-999619E3375E}"/>
              </a:ext>
            </a:extLst>
          </p:cNvPr>
          <p:cNvSpPr txBox="1">
            <a:spLocks noGrp="1"/>
          </p:cNvSpPr>
          <p:nvPr>
            <p:ph type="sldNum" sz="quarter" idx="8"/>
          </p:nvPr>
        </p:nvSpPr>
        <p:spPr>
          <a:xfrm>
            <a:off x="11178466" y="6405664"/>
            <a:ext cx="291300" cy="184663"/>
          </a:xfrm>
          <a:prstGeom prst="rect">
            <a:avLst/>
          </a:prstGeom>
          <a:noFill/>
          <a:ln>
            <a:noFill/>
          </a:ln>
        </p:spPr>
        <p:txBody>
          <a:bodyPr vert="horz" wrap="none" lIns="0" tIns="0" rIns="0" bIns="0" anchor="ctr" anchorCtr="0" compatLnSpc="1">
            <a:spAutoFit/>
          </a:bodyPr>
          <a:lstStyle/>
          <a:p>
            <a:pPr lvl="0" algn="r"/>
            <a:fld id="{3934EBF3-51FD-439D-9E4B-5E0778751E3C}" type="slidenum">
              <a:t>31</a:t>
            </a:fld>
            <a:endParaRPr lang="en-GB" sz="1200" b="1">
              <a:solidFill>
                <a:srgbClr val="000000"/>
              </a:solidFill>
              <a:latin typeface="Arial"/>
              <a:cs typeface="Segoe UI Light" pitchFamily="34"/>
            </a:endParaRPr>
          </a:p>
        </p:txBody>
      </p:sp>
      <p:sp>
        <p:nvSpPr>
          <p:cNvPr id="4" name="Title 3">
            <a:extLst>
              <a:ext uri="{FF2B5EF4-FFF2-40B4-BE49-F238E27FC236}">
                <a16:creationId xmlns:a16="http://schemas.microsoft.com/office/drawing/2014/main" id="{0364854D-08D4-A2D1-EE47-3706E59CD3A8}"/>
              </a:ext>
            </a:extLst>
          </p:cNvPr>
          <p:cNvSpPr txBox="1">
            <a:spLocks noGrp="1"/>
          </p:cNvSpPr>
          <p:nvPr>
            <p:ph type="title"/>
          </p:nvPr>
        </p:nvSpPr>
        <p:spPr>
          <a:xfrm>
            <a:off x="718663" y="722458"/>
            <a:ext cx="10752612" cy="323404"/>
          </a:xfrm>
          <a:prstGeom prst="rect">
            <a:avLst/>
          </a:prstGeom>
          <a:noFill/>
          <a:ln>
            <a:noFill/>
          </a:ln>
        </p:spPr>
        <p:txBody>
          <a:bodyPr vert="horz" wrap="square" lIns="0" tIns="0" rIns="0" bIns="378003" anchor="t" anchorCtr="0" compatLnSpc="1">
            <a:noAutofit/>
          </a:bodyPr>
          <a:lstStyle/>
          <a:p>
            <a:pPr lvl="0"/>
            <a:r>
              <a:rPr lang="en-US"/>
              <a:t>Risks </a:t>
            </a:r>
            <a:endParaRPr lang="en-IN"/>
          </a:p>
        </p:txBody>
      </p:sp>
    </p:spTree>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name="Slide132">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3F21C72-BEEC-3F27-9DF5-BFF4A079BCEA}"/>
              </a:ext>
            </a:extLst>
          </p:cNvPr>
          <p:cNvSpPr txBox="1">
            <a:spLocks noGrp="1"/>
          </p:cNvSpPr>
          <p:nvPr>
            <p:ph type="dt" sz="quarter" idx="7"/>
          </p:nvPr>
        </p:nvSpPr>
        <p:spPr>
          <a:xfrm>
            <a:off x="10146566" y="6405664"/>
            <a:ext cx="766230" cy="184663"/>
          </a:xfrm>
          <a:prstGeom prst="rect">
            <a:avLst/>
          </a:prstGeom>
          <a:noFill/>
          <a:ln>
            <a:noFill/>
          </a:ln>
        </p:spPr>
        <p:txBody>
          <a:bodyPr vert="horz" wrap="none" lIns="0" tIns="0" rIns="0" bIns="0" anchor="ctr" anchorCtr="0" compatLnSpc="1">
            <a:spAutoFit/>
          </a:bodyPr>
          <a:lstStyle/>
          <a:p>
            <a:pPr lvl="0" algn="r"/>
            <a:fld id="{E714EE05-942E-40CC-BDF3-CE94525AAF9C}" type="datetime1">
              <a:rPr lang="nl-NL" sz="1200">
                <a:solidFill>
                  <a:srgbClr val="000000"/>
                </a:solidFill>
                <a:latin typeface="Arial"/>
                <a:cs typeface="Segoe UI Light" pitchFamily="34"/>
              </a:rPr>
              <a:pPr lvl="0" algn="r"/>
              <a:t>22-10-2025</a:t>
            </a:fld>
            <a:endParaRPr lang="en-GB" sz="1200">
              <a:solidFill>
                <a:srgbClr val="000000"/>
              </a:solidFill>
              <a:latin typeface="Arial"/>
              <a:cs typeface="Segoe UI Light" pitchFamily="34"/>
            </a:endParaRPr>
          </a:p>
        </p:txBody>
      </p:sp>
      <p:sp>
        <p:nvSpPr>
          <p:cNvPr id="3" name="Slide Number Placeholder 2">
            <a:extLst>
              <a:ext uri="{FF2B5EF4-FFF2-40B4-BE49-F238E27FC236}">
                <a16:creationId xmlns:a16="http://schemas.microsoft.com/office/drawing/2014/main" id="{0FFBDBEF-CE89-1275-A685-B1B174CA13BE}"/>
              </a:ext>
            </a:extLst>
          </p:cNvPr>
          <p:cNvSpPr txBox="1">
            <a:spLocks noGrp="1"/>
          </p:cNvSpPr>
          <p:nvPr>
            <p:ph type="sldNum" sz="quarter" idx="8"/>
          </p:nvPr>
        </p:nvSpPr>
        <p:spPr>
          <a:xfrm>
            <a:off x="11178466" y="6405664"/>
            <a:ext cx="291300" cy="184663"/>
          </a:xfrm>
          <a:prstGeom prst="rect">
            <a:avLst/>
          </a:prstGeom>
          <a:noFill/>
          <a:ln>
            <a:noFill/>
          </a:ln>
        </p:spPr>
        <p:txBody>
          <a:bodyPr vert="horz" wrap="none" lIns="0" tIns="0" rIns="0" bIns="0" anchor="ctr" anchorCtr="0" compatLnSpc="1">
            <a:spAutoFit/>
          </a:bodyPr>
          <a:lstStyle/>
          <a:p>
            <a:pPr lvl="0" algn="r"/>
            <a:fld id="{E0055883-D695-48FE-A1B6-6708FA3DA5B5}" type="slidenum">
              <a:t>32</a:t>
            </a:fld>
            <a:endParaRPr lang="en-GB" sz="1200" b="1">
              <a:solidFill>
                <a:srgbClr val="000000"/>
              </a:solidFill>
              <a:latin typeface="Arial"/>
              <a:cs typeface="Segoe UI Light" pitchFamily="34"/>
            </a:endParaRPr>
          </a:p>
        </p:txBody>
      </p:sp>
      <p:sp>
        <p:nvSpPr>
          <p:cNvPr id="4" name="Title 3">
            <a:extLst>
              <a:ext uri="{FF2B5EF4-FFF2-40B4-BE49-F238E27FC236}">
                <a16:creationId xmlns:a16="http://schemas.microsoft.com/office/drawing/2014/main" id="{3F8620B5-88AB-624F-4915-0FC2CE84F9B8}"/>
              </a:ext>
            </a:extLst>
          </p:cNvPr>
          <p:cNvSpPr txBox="1">
            <a:spLocks noGrp="1"/>
          </p:cNvSpPr>
          <p:nvPr>
            <p:ph type="title"/>
          </p:nvPr>
        </p:nvSpPr>
        <p:spPr>
          <a:xfrm>
            <a:off x="718663" y="722458"/>
            <a:ext cx="10752612" cy="323404"/>
          </a:xfrm>
          <a:prstGeom prst="rect">
            <a:avLst/>
          </a:prstGeom>
          <a:noFill/>
          <a:ln>
            <a:noFill/>
          </a:ln>
        </p:spPr>
        <p:txBody>
          <a:bodyPr vert="horz" wrap="square" lIns="0" tIns="0" rIns="0" bIns="378003" anchor="t" anchorCtr="0" compatLnSpc="1">
            <a:noAutofit/>
          </a:bodyPr>
          <a:lstStyle/>
          <a:p>
            <a:pPr lvl="0"/>
            <a:r>
              <a:rPr lang="en-US"/>
              <a:t>Controls required in the system  </a:t>
            </a:r>
            <a:endParaRPr lang="en-IN"/>
          </a:p>
        </p:txBody>
      </p:sp>
    </p:spTree>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name="Slide133">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57A82A0-9DC3-F492-5A2B-EC8C6BDB23EB}"/>
              </a:ext>
            </a:extLst>
          </p:cNvPr>
          <p:cNvSpPr txBox="1">
            <a:spLocks noGrp="1"/>
          </p:cNvSpPr>
          <p:nvPr>
            <p:ph type="dt" sz="quarter" idx="7"/>
          </p:nvPr>
        </p:nvSpPr>
        <p:spPr>
          <a:xfrm>
            <a:off x="10146566" y="6405664"/>
            <a:ext cx="766230" cy="184663"/>
          </a:xfrm>
          <a:prstGeom prst="rect">
            <a:avLst/>
          </a:prstGeom>
          <a:noFill/>
          <a:ln>
            <a:noFill/>
          </a:ln>
        </p:spPr>
        <p:txBody>
          <a:bodyPr vert="horz" wrap="none" lIns="0" tIns="0" rIns="0" bIns="0" anchor="ctr" anchorCtr="0" compatLnSpc="1">
            <a:spAutoFit/>
          </a:bodyPr>
          <a:lstStyle/>
          <a:p>
            <a:pPr lvl="0" algn="r"/>
            <a:fld id="{3635AB6B-1146-4A78-8FC2-C3651B32E8CB}" type="datetime1">
              <a:rPr lang="nl-NL" sz="1200">
                <a:solidFill>
                  <a:srgbClr val="000000"/>
                </a:solidFill>
                <a:latin typeface="Arial"/>
                <a:cs typeface="Segoe UI Light" pitchFamily="34"/>
              </a:rPr>
              <a:pPr lvl="0" algn="r"/>
              <a:t>22-10-2025</a:t>
            </a:fld>
            <a:endParaRPr lang="en-GB" sz="1200">
              <a:solidFill>
                <a:srgbClr val="000000"/>
              </a:solidFill>
              <a:latin typeface="Arial"/>
              <a:cs typeface="Segoe UI Light" pitchFamily="34"/>
            </a:endParaRPr>
          </a:p>
        </p:txBody>
      </p:sp>
      <p:sp>
        <p:nvSpPr>
          <p:cNvPr id="3" name="Slide Number Placeholder 2">
            <a:extLst>
              <a:ext uri="{FF2B5EF4-FFF2-40B4-BE49-F238E27FC236}">
                <a16:creationId xmlns:a16="http://schemas.microsoft.com/office/drawing/2014/main" id="{F6CFDC62-E751-DD00-17DC-6B97CF1A2C06}"/>
              </a:ext>
            </a:extLst>
          </p:cNvPr>
          <p:cNvSpPr txBox="1">
            <a:spLocks noGrp="1"/>
          </p:cNvSpPr>
          <p:nvPr>
            <p:ph type="sldNum" sz="quarter" idx="8"/>
          </p:nvPr>
        </p:nvSpPr>
        <p:spPr>
          <a:xfrm>
            <a:off x="11178466" y="6405664"/>
            <a:ext cx="291300" cy="184663"/>
          </a:xfrm>
          <a:prstGeom prst="rect">
            <a:avLst/>
          </a:prstGeom>
          <a:noFill/>
          <a:ln>
            <a:noFill/>
          </a:ln>
        </p:spPr>
        <p:txBody>
          <a:bodyPr vert="horz" wrap="none" lIns="0" tIns="0" rIns="0" bIns="0" anchor="ctr" anchorCtr="0" compatLnSpc="1">
            <a:spAutoFit/>
          </a:bodyPr>
          <a:lstStyle/>
          <a:p>
            <a:pPr lvl="0" algn="r"/>
            <a:fld id="{C4FA883B-DCCA-4DFE-BE85-37263F75E583}" type="slidenum">
              <a:t>33</a:t>
            </a:fld>
            <a:endParaRPr lang="en-GB" sz="1200" b="1">
              <a:solidFill>
                <a:srgbClr val="000000"/>
              </a:solidFill>
              <a:latin typeface="Arial"/>
              <a:cs typeface="Segoe UI Light" pitchFamily="34"/>
            </a:endParaRPr>
          </a:p>
        </p:txBody>
      </p:sp>
      <p:sp>
        <p:nvSpPr>
          <p:cNvPr id="4" name="Title 3">
            <a:extLst>
              <a:ext uri="{FF2B5EF4-FFF2-40B4-BE49-F238E27FC236}">
                <a16:creationId xmlns:a16="http://schemas.microsoft.com/office/drawing/2014/main" id="{5489B67B-907F-0605-1398-2A9905E1D31B}"/>
              </a:ext>
            </a:extLst>
          </p:cNvPr>
          <p:cNvSpPr txBox="1">
            <a:spLocks noGrp="1"/>
          </p:cNvSpPr>
          <p:nvPr>
            <p:ph type="title"/>
          </p:nvPr>
        </p:nvSpPr>
        <p:spPr>
          <a:xfrm>
            <a:off x="718663" y="722458"/>
            <a:ext cx="10752612" cy="323404"/>
          </a:xfrm>
          <a:prstGeom prst="rect">
            <a:avLst/>
          </a:prstGeom>
          <a:noFill/>
          <a:ln>
            <a:noFill/>
          </a:ln>
        </p:spPr>
        <p:txBody>
          <a:bodyPr vert="horz" wrap="square" lIns="0" tIns="0" rIns="0" bIns="378003" anchor="t" anchorCtr="0" compatLnSpc="1">
            <a:noAutofit/>
          </a:bodyPr>
          <a:lstStyle/>
          <a:p>
            <a:pPr lvl="0"/>
            <a:r>
              <a:rPr lang="en-US"/>
              <a:t>New Process </a:t>
            </a:r>
            <a:endParaRPr lang="en-IN"/>
          </a:p>
        </p:txBody>
      </p:sp>
      <p:pic>
        <p:nvPicPr>
          <p:cNvPr id="5" name="Picture 5" descr="A white screen with black text&#10;&#10;AI-generated content may be incorrect.">
            <a:extLst>
              <a:ext uri="{FF2B5EF4-FFF2-40B4-BE49-F238E27FC236}">
                <a16:creationId xmlns:a16="http://schemas.microsoft.com/office/drawing/2014/main" id="{92734A99-1EA2-1DA2-75B6-AFF566BCD50D}"/>
              </a:ext>
            </a:extLst>
          </p:cNvPr>
          <p:cNvPicPr>
            <a:picLocks noChangeAspect="1"/>
          </p:cNvPicPr>
          <p:nvPr/>
        </p:nvPicPr>
        <p:blipFill>
          <a:blip r:embed="rId2"/>
          <a:stretch>
            <a:fillRect/>
          </a:stretch>
        </p:blipFill>
        <p:spPr>
          <a:xfrm>
            <a:off x="-1033" y="1046165"/>
            <a:ext cx="12191996" cy="5225860"/>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name="Slide134">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0DE5010-CDF2-EAB7-63A3-BC15E0954703}"/>
              </a:ext>
            </a:extLst>
          </p:cNvPr>
          <p:cNvSpPr txBox="1">
            <a:spLocks noGrp="1"/>
          </p:cNvSpPr>
          <p:nvPr>
            <p:ph type="dt" sz="quarter" idx="7"/>
          </p:nvPr>
        </p:nvSpPr>
        <p:spPr>
          <a:xfrm>
            <a:off x="10146566" y="6405664"/>
            <a:ext cx="766230" cy="184663"/>
          </a:xfrm>
          <a:prstGeom prst="rect">
            <a:avLst/>
          </a:prstGeom>
          <a:noFill/>
          <a:ln>
            <a:noFill/>
          </a:ln>
        </p:spPr>
        <p:txBody>
          <a:bodyPr vert="horz" wrap="none" lIns="0" tIns="0" rIns="0" bIns="0" anchor="ctr" anchorCtr="0" compatLnSpc="1">
            <a:spAutoFit/>
          </a:bodyPr>
          <a:lstStyle/>
          <a:p>
            <a:pPr lvl="0" algn="r"/>
            <a:fld id="{DA2752C3-C0C6-41ED-9954-B315C245100F}" type="datetime1">
              <a:rPr lang="nl-NL" sz="1200">
                <a:solidFill>
                  <a:srgbClr val="000000"/>
                </a:solidFill>
                <a:latin typeface="Arial"/>
                <a:cs typeface="Segoe UI Light" pitchFamily="34"/>
              </a:rPr>
              <a:pPr lvl="0" algn="r"/>
              <a:t>22-10-2025</a:t>
            </a:fld>
            <a:endParaRPr lang="en-GB" sz="1200">
              <a:solidFill>
                <a:srgbClr val="000000"/>
              </a:solidFill>
              <a:latin typeface="Arial"/>
              <a:cs typeface="Segoe UI Light" pitchFamily="34"/>
            </a:endParaRPr>
          </a:p>
        </p:txBody>
      </p:sp>
      <p:sp>
        <p:nvSpPr>
          <p:cNvPr id="3" name="Slide Number Placeholder 2">
            <a:extLst>
              <a:ext uri="{FF2B5EF4-FFF2-40B4-BE49-F238E27FC236}">
                <a16:creationId xmlns:a16="http://schemas.microsoft.com/office/drawing/2014/main" id="{EE356AE4-1136-B326-ADEE-2E80C49B696B}"/>
              </a:ext>
            </a:extLst>
          </p:cNvPr>
          <p:cNvSpPr txBox="1">
            <a:spLocks noGrp="1"/>
          </p:cNvSpPr>
          <p:nvPr>
            <p:ph type="sldNum" sz="quarter" idx="8"/>
          </p:nvPr>
        </p:nvSpPr>
        <p:spPr>
          <a:xfrm>
            <a:off x="11178466" y="6405664"/>
            <a:ext cx="291300" cy="184663"/>
          </a:xfrm>
          <a:prstGeom prst="rect">
            <a:avLst/>
          </a:prstGeom>
          <a:noFill/>
          <a:ln>
            <a:noFill/>
          </a:ln>
        </p:spPr>
        <p:txBody>
          <a:bodyPr vert="horz" wrap="none" lIns="0" tIns="0" rIns="0" bIns="0" anchor="ctr" anchorCtr="0" compatLnSpc="1">
            <a:spAutoFit/>
          </a:bodyPr>
          <a:lstStyle/>
          <a:p>
            <a:pPr lvl="0" algn="r"/>
            <a:fld id="{ADEE7C7B-FABA-4253-B90A-412CDC3F747F}" type="slidenum">
              <a:t>34</a:t>
            </a:fld>
            <a:endParaRPr lang="en-GB" sz="1200" b="1">
              <a:solidFill>
                <a:srgbClr val="000000"/>
              </a:solidFill>
              <a:latin typeface="Arial"/>
              <a:cs typeface="Segoe UI Light" pitchFamily="34"/>
            </a:endParaRPr>
          </a:p>
        </p:txBody>
      </p:sp>
      <p:sp>
        <p:nvSpPr>
          <p:cNvPr id="4" name="Title 3">
            <a:extLst>
              <a:ext uri="{FF2B5EF4-FFF2-40B4-BE49-F238E27FC236}">
                <a16:creationId xmlns:a16="http://schemas.microsoft.com/office/drawing/2014/main" id="{BBD54D19-B879-DD22-799D-0ED241322A47}"/>
              </a:ext>
            </a:extLst>
          </p:cNvPr>
          <p:cNvSpPr txBox="1">
            <a:spLocks noGrp="1"/>
          </p:cNvSpPr>
          <p:nvPr>
            <p:ph type="title"/>
          </p:nvPr>
        </p:nvSpPr>
        <p:spPr>
          <a:xfrm>
            <a:off x="718663" y="722458"/>
            <a:ext cx="10752612" cy="323404"/>
          </a:xfrm>
          <a:prstGeom prst="rect">
            <a:avLst/>
          </a:prstGeom>
          <a:noFill/>
          <a:ln>
            <a:noFill/>
          </a:ln>
        </p:spPr>
        <p:txBody>
          <a:bodyPr vert="horz" wrap="square" lIns="0" tIns="0" rIns="0" bIns="378003" anchor="t" anchorCtr="0" compatLnSpc="1">
            <a:noAutofit/>
          </a:bodyPr>
          <a:lstStyle/>
          <a:p>
            <a:pPr lvl="0"/>
            <a:r>
              <a:rPr lang="en-US"/>
              <a:t>Risks of New Process</a:t>
            </a:r>
            <a:endParaRPr lang="en-IN"/>
          </a:p>
        </p:txBody>
      </p:sp>
    </p:spTree>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name="Slide135">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EA200A6-EC04-0A11-A122-BB2FE9E09DF0}"/>
              </a:ext>
            </a:extLst>
          </p:cNvPr>
          <p:cNvSpPr txBox="1">
            <a:spLocks noGrp="1"/>
          </p:cNvSpPr>
          <p:nvPr>
            <p:ph type="dt" sz="quarter" idx="7"/>
          </p:nvPr>
        </p:nvSpPr>
        <p:spPr>
          <a:xfrm>
            <a:off x="10146566" y="6405664"/>
            <a:ext cx="766230" cy="184663"/>
          </a:xfrm>
          <a:prstGeom prst="rect">
            <a:avLst/>
          </a:prstGeom>
          <a:noFill/>
          <a:ln>
            <a:noFill/>
          </a:ln>
        </p:spPr>
        <p:txBody>
          <a:bodyPr vert="horz" wrap="none" lIns="0" tIns="0" rIns="0" bIns="0" anchor="ctr" anchorCtr="0" compatLnSpc="1">
            <a:spAutoFit/>
          </a:bodyPr>
          <a:lstStyle/>
          <a:p>
            <a:pPr lvl="0" algn="r"/>
            <a:fld id="{14CE1583-0294-4E25-A4C6-D0615BF86C53}" type="datetime1">
              <a:rPr lang="nl-NL" sz="1200">
                <a:solidFill>
                  <a:srgbClr val="000000"/>
                </a:solidFill>
                <a:latin typeface="Arial"/>
                <a:cs typeface="Segoe UI Light" pitchFamily="34"/>
              </a:rPr>
              <a:pPr lvl="0" algn="r"/>
              <a:t>22-10-2025</a:t>
            </a:fld>
            <a:endParaRPr lang="en-GB" sz="1200">
              <a:solidFill>
                <a:srgbClr val="000000"/>
              </a:solidFill>
              <a:latin typeface="Arial"/>
              <a:cs typeface="Segoe UI Light" pitchFamily="34"/>
            </a:endParaRPr>
          </a:p>
        </p:txBody>
      </p:sp>
      <p:sp>
        <p:nvSpPr>
          <p:cNvPr id="3" name="Slide Number Placeholder 2">
            <a:extLst>
              <a:ext uri="{FF2B5EF4-FFF2-40B4-BE49-F238E27FC236}">
                <a16:creationId xmlns:a16="http://schemas.microsoft.com/office/drawing/2014/main" id="{DF5916BB-E2C4-D3CD-A3BD-9B930D726CB3}"/>
              </a:ext>
            </a:extLst>
          </p:cNvPr>
          <p:cNvSpPr txBox="1">
            <a:spLocks noGrp="1"/>
          </p:cNvSpPr>
          <p:nvPr>
            <p:ph type="sldNum" sz="quarter" idx="8"/>
          </p:nvPr>
        </p:nvSpPr>
        <p:spPr>
          <a:xfrm>
            <a:off x="11178466" y="6405664"/>
            <a:ext cx="291300" cy="184663"/>
          </a:xfrm>
          <a:prstGeom prst="rect">
            <a:avLst/>
          </a:prstGeom>
          <a:noFill/>
          <a:ln>
            <a:noFill/>
          </a:ln>
        </p:spPr>
        <p:txBody>
          <a:bodyPr vert="horz" wrap="none" lIns="0" tIns="0" rIns="0" bIns="0" anchor="ctr" anchorCtr="0" compatLnSpc="1">
            <a:spAutoFit/>
          </a:bodyPr>
          <a:lstStyle/>
          <a:p>
            <a:pPr lvl="0" algn="r"/>
            <a:fld id="{876631A0-C01B-4354-9E62-F40D14B2AE24}" type="slidenum">
              <a:t>35</a:t>
            </a:fld>
            <a:endParaRPr lang="en-GB" sz="1200" b="1">
              <a:solidFill>
                <a:srgbClr val="000000"/>
              </a:solidFill>
              <a:latin typeface="Arial"/>
              <a:cs typeface="Segoe UI Light" pitchFamily="34"/>
            </a:endParaRPr>
          </a:p>
        </p:txBody>
      </p:sp>
      <p:sp>
        <p:nvSpPr>
          <p:cNvPr id="4" name="Title 3">
            <a:extLst>
              <a:ext uri="{FF2B5EF4-FFF2-40B4-BE49-F238E27FC236}">
                <a16:creationId xmlns:a16="http://schemas.microsoft.com/office/drawing/2014/main" id="{418CF3CF-BE08-ABD4-3E40-4164297A1F02}"/>
              </a:ext>
            </a:extLst>
          </p:cNvPr>
          <p:cNvSpPr txBox="1">
            <a:spLocks noGrp="1"/>
          </p:cNvSpPr>
          <p:nvPr>
            <p:ph type="title"/>
          </p:nvPr>
        </p:nvSpPr>
        <p:spPr>
          <a:xfrm>
            <a:off x="718663" y="722458"/>
            <a:ext cx="10752612" cy="323404"/>
          </a:xfrm>
          <a:prstGeom prst="rect">
            <a:avLst/>
          </a:prstGeom>
          <a:noFill/>
          <a:ln>
            <a:noFill/>
          </a:ln>
        </p:spPr>
        <p:txBody>
          <a:bodyPr vert="horz" wrap="square" lIns="0" tIns="0" rIns="0" bIns="378003" anchor="t" anchorCtr="0" compatLnSpc="1">
            <a:noAutofit/>
          </a:bodyPr>
          <a:lstStyle/>
          <a:p>
            <a:pPr lvl="0"/>
            <a:r>
              <a:rPr lang="en-US"/>
              <a:t>Activity Based Costing </a:t>
            </a:r>
            <a:endParaRPr lang="en-IN"/>
          </a:p>
        </p:txBody>
      </p:sp>
    </p:spTree>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name="Slide66">
    <p:spTree>
      <p:nvGrpSpPr>
        <p:cNvPr id="1" name=""/>
        <p:cNvGrpSpPr/>
        <p:nvPr/>
      </p:nvGrpSpPr>
      <p:grpSpPr>
        <a:xfrm>
          <a:off x="0" y="0"/>
          <a:ext cx="0" cy="0"/>
          <a:chOff x="0" y="0"/>
          <a:chExt cx="0" cy="0"/>
        </a:xfrm>
      </p:grpSpPr>
      <p:sp>
        <p:nvSpPr>
          <p:cNvPr id="2" name="Tijdelijke aanduiding voor tekst 22">
            <a:extLst>
              <a:ext uri="{FF2B5EF4-FFF2-40B4-BE49-F238E27FC236}">
                <a16:creationId xmlns:a16="http://schemas.microsoft.com/office/drawing/2014/main" id="{B214E73E-5A5B-393B-C465-9A60C9ABD785}"/>
              </a:ext>
            </a:extLst>
          </p:cNvPr>
          <p:cNvSpPr txBox="1">
            <a:spLocks noGrp="1"/>
          </p:cNvSpPr>
          <p:nvPr>
            <p:ph type="body" idx="4294967295"/>
          </p:nvPr>
        </p:nvSpPr>
        <p:spPr>
          <a:xfrm>
            <a:off x="2795476" y="3102431"/>
            <a:ext cx="7741895" cy="666844"/>
          </a:xfrm>
        </p:spPr>
        <p:txBody>
          <a:bodyPr anchor="b">
            <a:spAutoFit/>
          </a:bodyPr>
          <a:lstStyle/>
          <a:p>
            <a:pPr marL="0" lvl="0" indent="0">
              <a:lnSpc>
                <a:spcPts val="5200"/>
              </a:lnSpc>
              <a:spcBef>
                <a:spcPts val="0"/>
              </a:spcBef>
              <a:spcAft>
                <a:spcPts val="0"/>
              </a:spcAft>
              <a:buNone/>
            </a:pPr>
            <a:r>
              <a:rPr lang="en-GB" sz="4800" b="1">
                <a:solidFill>
                  <a:srgbClr val="FFFFFF"/>
                </a:solidFill>
              </a:rPr>
              <a:t>Thank you for your time! </a:t>
            </a:r>
          </a:p>
        </p:txBody>
      </p:sp>
    </p:spTree>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
</file>

<file path=ppt/theme/theme1.xml><?xml version="1.0" encoding="utf-8"?>
<a:theme xmlns:a="http://schemas.openxmlformats.org/drawingml/2006/main" name="TU DELFT | TEMPLATE (SLIDEBUILDER)">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U DELFT | DOCUMENT (SLIDEBUILDER)">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632</TotalTime>
  <Words>2704</Words>
  <Application>Microsoft Office PowerPoint</Application>
  <PresentationFormat>Widescreen</PresentationFormat>
  <Paragraphs>596</Paragraphs>
  <Slides>36</Slides>
  <Notes>25</Notes>
  <HiddenSlides>10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36</vt:i4>
      </vt:variant>
    </vt:vector>
  </HeadingPairs>
  <TitlesOfParts>
    <vt:vector size="42" baseType="lpstr">
      <vt:lpstr>Arial</vt:lpstr>
      <vt:lpstr>Calibri</vt:lpstr>
      <vt:lpstr>Lato</vt:lpstr>
      <vt:lpstr>Times New Roman</vt:lpstr>
      <vt:lpstr>TU DELFT | TEMPLATE (SLIDEBUILDER)</vt:lpstr>
      <vt:lpstr>TU DELFT | DOCUMENT (SLIDEBUILDER)</vt:lpstr>
      <vt:lpstr>Title slide + image</vt:lpstr>
      <vt:lpstr>Table of contents </vt:lpstr>
      <vt:lpstr>PowerPoint Presentation</vt:lpstr>
      <vt:lpstr>Disclaimer</vt:lpstr>
      <vt:lpstr>Introduction</vt:lpstr>
      <vt:lpstr>Mission</vt:lpstr>
      <vt:lpstr>Strategy </vt:lpstr>
      <vt:lpstr>Product Leadership </vt:lpstr>
      <vt:lpstr>Product Cycle</vt:lpstr>
      <vt:lpstr>Zooming-In</vt:lpstr>
      <vt:lpstr>Functional Breakdown</vt:lpstr>
      <vt:lpstr>Issues with the Process </vt:lpstr>
      <vt:lpstr>What Changed?</vt:lpstr>
      <vt:lpstr>Impact on Business </vt:lpstr>
      <vt:lpstr>Alignment </vt:lpstr>
      <vt:lpstr>Main Stakeholders &amp; Influence </vt:lpstr>
      <vt:lpstr>Main Stakeholders &amp; Influence </vt:lpstr>
      <vt:lpstr>Stakeholder Expectations</vt:lpstr>
      <vt:lpstr>Stakeholder – Conflicts  </vt:lpstr>
      <vt:lpstr>Stakeholder – Requirements </vt:lpstr>
      <vt:lpstr>5 – why?</vt:lpstr>
      <vt:lpstr>Root-Cause Analysis </vt:lpstr>
      <vt:lpstr>Balanced Score Card</vt:lpstr>
      <vt:lpstr>Customer Strategy Map </vt:lpstr>
      <vt:lpstr>As-is Process </vt:lpstr>
      <vt:lpstr>Hidden Loops/ Trade-off points</vt:lpstr>
      <vt:lpstr>Why Agile ?</vt:lpstr>
      <vt:lpstr>Strategy Selected </vt:lpstr>
      <vt:lpstr>Strategy Selected </vt:lpstr>
      <vt:lpstr>Waste identified - texts</vt:lpstr>
      <vt:lpstr>Risks </vt:lpstr>
      <vt:lpstr>Controls required in the system  </vt:lpstr>
      <vt:lpstr>New Process </vt:lpstr>
      <vt:lpstr>Risks of New Process</vt:lpstr>
      <vt:lpstr>Activity Based Costing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Titel van de presentatie</dc:title>
  <dc:creator>Silvana Salamur</dc:creator>
  <cp:keywords>www.pptsolutions.nl</cp:keywords>
  <cp:lastModifiedBy>Symeon Efstathiou</cp:lastModifiedBy>
  <cp:revision>2</cp:revision>
  <dcterms:created xsi:type="dcterms:W3CDTF">2018-03-15T13:05:51Z</dcterms:created>
  <dcterms:modified xsi:type="dcterms:W3CDTF">2025-10-22T12:26:00Z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0x010100B248AEEFB44F46499ABFAAA2B23E5422</vt:lpwstr>
  </property>
</Properties>
</file>